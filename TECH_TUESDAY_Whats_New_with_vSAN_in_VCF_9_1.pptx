
<file path=[Content_Types].xml><?xml version="1.0" encoding="utf-8"?>
<Types xmlns="http://schemas.openxmlformats.org/package/2006/content-types">
  <Default Extension="emf" ContentType="image/x-emf"/>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autoCompressPictures="0">
  <p:sldMasterIdLst>
    <p:sldMasterId id="2147484195" r:id="rId4"/>
    <p:sldMasterId id="2147484380" r:id="rId5"/>
  </p:sldMasterIdLst>
  <p:notesMasterIdLst>
    <p:notesMasterId r:id="rId36"/>
  </p:notesMasterIdLst>
  <p:handoutMasterIdLst>
    <p:handoutMasterId r:id="rId37"/>
  </p:handoutMasterIdLst>
  <p:sldIdLst>
    <p:sldId id="2147471276" r:id="rId6"/>
    <p:sldId id="2147471272" r:id="rId7"/>
    <p:sldId id="2147483506" r:id="rId8"/>
    <p:sldId id="2147483549" r:id="rId9"/>
    <p:sldId id="2147471287" r:id="rId10"/>
    <p:sldId id="2147483545" r:id="rId11"/>
    <p:sldId id="2147483544" r:id="rId12"/>
    <p:sldId id="2147483548" r:id="rId13"/>
    <p:sldId id="2147483521" r:id="rId14"/>
    <p:sldId id="2147483522" r:id="rId15"/>
    <p:sldId id="2147471288" r:id="rId16"/>
    <p:sldId id="2147483546" r:id="rId17"/>
    <p:sldId id="2147483527" r:id="rId18"/>
    <p:sldId id="2147483538" r:id="rId19"/>
    <p:sldId id="2147471289" r:id="rId20"/>
    <p:sldId id="2147483507" r:id="rId21"/>
    <p:sldId id="2147483547" r:id="rId22"/>
    <p:sldId id="2147483519" r:id="rId23"/>
    <p:sldId id="2147483541" r:id="rId24"/>
    <p:sldId id="2147483516" r:id="rId25"/>
    <p:sldId id="2147483528" r:id="rId26"/>
    <p:sldId id="2147471290" r:id="rId27"/>
    <p:sldId id="2147471279" r:id="rId28"/>
    <p:sldId id="2147483531" r:id="rId29"/>
    <p:sldId id="2147483537" r:id="rId30"/>
    <p:sldId id="2147483542" r:id="rId31"/>
    <p:sldId id="2147482898" r:id="rId32"/>
    <p:sldId id="2026819516" r:id="rId33"/>
    <p:sldId id="2147483438" r:id="rId34"/>
    <p:sldId id="2147483540" r:id="rId35"/>
  </p:sldIdLst>
  <p:sldSz cx="12188825" cy="6858000"/>
  <p:notesSz cx="7315200" cy="9601200"/>
  <p:embeddedFontLst>
    <p:embeddedFont>
      <p:font typeface="Arial Rounded MT Bold" panose="020F0704030504030204" pitchFamily="34" charset="0"/>
      <p:regular r:id="rId38"/>
    </p:embeddedFont>
    <p:embeddedFont>
      <p:font typeface="Metropolis" pitchFamily="2" charset="0"/>
      <p:regular r:id="rId39"/>
    </p:embeddedFont>
    <p:embeddedFont>
      <p:font typeface="Metropolis Light" pitchFamily="2" charset="0"/>
      <p:regular r:id="rId40"/>
      <p:italic r:id="rId41"/>
    </p:embeddedFont>
  </p:embeddedFontLst>
  <p:custDataLst>
    <p:tags r:id="rId42"/>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duction" id="{36AA5CC1-B38F-4522-A60D-5ADC5417DF26}">
          <p14:sldIdLst>
            <p14:sldId id="2147471276"/>
            <p14:sldId id="2147471272"/>
            <p14:sldId id="2147483506"/>
            <p14:sldId id="2147483549"/>
          </p14:sldIdLst>
        </p14:section>
        <p14:section name="Flexible &amp; Efficient Storage Platform" id="{3BA5105E-AC82-4B74-AF63-EB214F17C92E}">
          <p14:sldIdLst>
            <p14:sldId id="2147471287"/>
            <p14:sldId id="2147483545"/>
            <p14:sldId id="2147483544"/>
            <p14:sldId id="2147483548"/>
            <p14:sldId id="2147483521"/>
            <p14:sldId id="2147483522"/>
          </p14:sldIdLst>
        </p14:section>
        <p14:section name="Accelerated Modern Application Development" id="{5CC8CB09-0021-4E74-9C7E-8EE286513ECA}">
          <p14:sldIdLst>
            <p14:sldId id="2147471288"/>
            <p14:sldId id="2147483546"/>
            <p14:sldId id="2147483527"/>
            <p14:sldId id="2147483538"/>
          </p14:sldIdLst>
        </p14:section>
        <p14:section name="Secure and Cyber Resilient Storage" id="{8C364F95-7F62-4123-9815-E29EDD2E03AB}">
          <p14:sldIdLst>
            <p14:sldId id="2147471289"/>
            <p14:sldId id="2147483507"/>
            <p14:sldId id="2147483547"/>
            <p14:sldId id="2147483519"/>
            <p14:sldId id="2147483541"/>
            <p14:sldId id="2147483516"/>
            <p14:sldId id="2147483528"/>
          </p14:sldIdLst>
        </p14:section>
        <p14:section name="Simplified Operations" id="{2B34C2C6-6AE9-4BAD-A6D8-0F0BB36F4B29}">
          <p14:sldIdLst>
            <p14:sldId id="2147471290"/>
            <p14:sldId id="2147471279"/>
            <p14:sldId id="2147483531"/>
            <p14:sldId id="2147483537"/>
            <p14:sldId id="2147483542"/>
          </p14:sldIdLst>
        </p14:section>
        <p14:section name="Conclusion" id="{C0401BC0-943E-4066-A345-3F05E8F38C84}">
          <p14:sldIdLst>
            <p14:sldId id="2147482898"/>
            <p14:sldId id="2026819516"/>
          </p14:sldIdLst>
        </p14:section>
        <p14:section name="Supplemental" id="{B4206030-F37D-4C9E-B9C8-00E035905CAD}">
          <p14:sldIdLst>
            <p14:sldId id="2147483438"/>
            <p14:sldId id="2147483540"/>
          </p14:sldIdLst>
        </p14:section>
      </p14:sectionLst>
    </p:ext>
    <p:ext uri="{EFAFB233-063F-42B5-8137-9DF3F51BA10A}">
      <p15:sldGuideLst xmlns:p15="http://schemas.microsoft.com/office/powerpoint/2012/main"/>
    </p:ext>
    <p:ext uri="{2D200454-40CA-4A62-9FC3-DE9A4176ACB9}">
      <p15:notesGuideLst xmlns:p15="http://schemas.microsoft.com/office/powerpoint/2012/main">
        <p15:guide id="1" orient="horz" pos="3024" userDrawn="1">
          <p15:clr>
            <a:srgbClr val="A4A3A4"/>
          </p15:clr>
        </p15:guide>
        <p15:guide id="2" pos="2304" userDrawn="1">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2" name="Author" initials="A" lastIdx="43" clrIdx="1"/>
  <p:cmAuthor id="3" name="Wendy Ouellette" initials="WO" lastIdx="1" clrIdx="2">
    <p:extLst>
      <p:ext uri="{19B8F6BF-5375-455C-9EA6-DF929625EA0E}">
        <p15:presenceInfo xmlns:p15="http://schemas.microsoft.com/office/powerpoint/2012/main" userId="S::wouellette@vmware.com::1423423b-46e9-448d-b172-f148f3fbf4f8"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7FF9B"/>
    <a:srgbClr val="F98787"/>
    <a:srgbClr val="930722"/>
    <a:srgbClr val="79051B"/>
    <a:srgbClr val="E68C28"/>
    <a:srgbClr val="97999B"/>
    <a:srgbClr val="99999B"/>
    <a:srgbClr val="CC092F"/>
    <a:srgbClr val="E2E3E4"/>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 uri="{1BD7E111-0CB8-44D6-8891-C1BB2F81B7CC}">
      <p1710:readonlyRecommended xmlns:p1710="http://schemas.microsoft.com/office/powerpoint/2017/10/main" val="1"/>
    </p:ext>
  </p:extLst>
</p:presentationPr>
</file>

<file path=ppt/tableStyles.xml><?xml version="1.0" encoding="utf-8"?>
<a:tblStyleLst xmlns:a="http://schemas.openxmlformats.org/drawingml/2006/main" def="{6E25E649-3F16-4E02-A733-19D2CDBF48F0}">
  <a:tblStyle styleId="{EB9631B5-78F2-41C9-869B-9F39066F8104}" styleName="Medium Style 3 - Accent 4">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4"/>
          </a:solidFill>
        </a:fill>
      </a:tcStyle>
    </a:lastCol>
    <a:firstCol>
      <a:tcTxStyle b="on">
        <a:fontRef idx="minor">
          <a:scrgbClr r="0" g="0" b="0"/>
        </a:fontRef>
        <a:schemeClr val="lt1"/>
      </a:tcTxStyle>
      <a:tcStyle>
        <a:tcBdr/>
        <a:fill>
          <a:solidFill>
            <a:schemeClr val="accent4"/>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4"/>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D113A9D2-9D6B-4929-AA2D-F23B5EE8CBE7}" styleName="Themed Style 2 - Accent 1">
    <a:tblBg>
      <a:fillRef idx="3">
        <a:schemeClr val="accent1"/>
      </a:fillRef>
      <a:effectRef idx="3">
        <a:schemeClr val="accent1"/>
      </a:effectRef>
    </a:tblBg>
    <a:wholeTbl>
      <a:tcTxStyle>
        <a:fontRef idx="minor">
          <a:scrgbClr r="0" g="0" b="0"/>
        </a:fontRef>
        <a:schemeClr val="lt1"/>
      </a:tcTxStyle>
      <a:tcStyle>
        <a:tcBdr>
          <a:left>
            <a:lnRef idx="1">
              <a:schemeClr val="accent1">
                <a:tint val="50000"/>
              </a:schemeClr>
            </a:lnRef>
          </a:left>
          <a:right>
            <a:lnRef idx="1">
              <a:schemeClr val="accent1">
                <a:tint val="50000"/>
              </a:schemeClr>
            </a:lnRef>
          </a:right>
          <a:top>
            <a:lnRef idx="1">
              <a:schemeClr val="accent1">
                <a:tint val="50000"/>
              </a:schemeClr>
            </a:lnRef>
          </a:top>
          <a:bottom>
            <a:lnRef idx="1">
              <a:schemeClr val="accent1">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E269D01E-BC32-4049-B463-5C60D7B0CCD2}" styleName="Themed Style 2 - Accent 4">
    <a:tblBg>
      <a:fillRef idx="3">
        <a:schemeClr val="accent4"/>
      </a:fillRef>
      <a:effectRef idx="3">
        <a:schemeClr val="accent4"/>
      </a:effectRef>
    </a:tblBg>
    <a:wholeTbl>
      <a:tcTxStyle>
        <a:fontRef idx="minor">
          <a:scrgbClr r="0" g="0" b="0"/>
        </a:fontRef>
        <a:schemeClr val="lt1"/>
      </a:tcTxStyle>
      <a:tcStyle>
        <a:tcBdr>
          <a:left>
            <a:lnRef idx="1">
              <a:schemeClr val="accent4">
                <a:tint val="50000"/>
              </a:schemeClr>
            </a:lnRef>
          </a:left>
          <a:right>
            <a:lnRef idx="1">
              <a:schemeClr val="accent4">
                <a:tint val="50000"/>
              </a:schemeClr>
            </a:lnRef>
          </a:right>
          <a:top>
            <a:lnRef idx="1">
              <a:schemeClr val="accent4">
                <a:tint val="50000"/>
              </a:schemeClr>
            </a:lnRef>
          </a:top>
          <a:bottom>
            <a:lnRef idx="1">
              <a:schemeClr val="accent4">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E8034E78-7F5D-4C2E-B375-FC64B27BC917}" styleName="Dark Style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left>
            <a:ln w="25400" cmpd="sng">
              <a:solidFill>
                <a:schemeClr val="lt1"/>
              </a:solidFill>
            </a:ln>
          </a:left>
        </a:tcBdr>
        <a:fill>
          <a:solidFill>
            <a:schemeClr val="dk1">
              <a:tint val="60000"/>
            </a:schemeClr>
          </a:solidFill>
        </a:fill>
      </a:tcStyle>
    </a:lastCol>
    <a:firstCol>
      <a:tcTxStyle b="on"/>
      <a:tcStyle>
        <a:tcBdr>
          <a:right>
            <a:ln w="25400" cmpd="sng">
              <a:solidFill>
                <a:schemeClr val="lt1"/>
              </a:solidFill>
            </a:ln>
          </a:right>
        </a:tcBdr>
        <a:fill>
          <a:solidFill>
            <a:schemeClr val="dk1">
              <a:tint val="60000"/>
            </a:schemeClr>
          </a:solidFill>
        </a:fill>
      </a:tcStyle>
    </a:firstCol>
    <a:lastRow>
      <a:tcTxStyle b="on"/>
      <a:tcStyle>
        <a:tcBdr>
          <a:top>
            <a:ln w="25400" cmpd="sng">
              <a:solidFill>
                <a:schemeClr val="lt1"/>
              </a:solidFill>
            </a:ln>
          </a:top>
        </a:tcBdr>
        <a:fill>
          <a:solidFill>
            <a:schemeClr val="dk1">
              <a:tint val="6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125E5076-3810-47DD-B79F-674D7AD40C01}" styleName="Dark Style 1 - Accent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wholeTbl>
    <a:band1H>
      <a:tcStyle>
        <a:tcBdr/>
        <a:fill>
          <a:solidFill>
            <a:schemeClr val="accent1">
              <a:shade val="60000"/>
            </a:schemeClr>
          </a:solidFill>
        </a:fill>
      </a:tcStyle>
    </a:band1H>
    <a:band1V>
      <a:tcStyle>
        <a:tcBdr/>
        <a:fill>
          <a:solidFill>
            <a:schemeClr val="accent1">
              <a:shade val="60000"/>
            </a:schemeClr>
          </a:solidFill>
        </a:fill>
      </a:tcStyle>
    </a:band1V>
    <a:lastCol>
      <a:tcTxStyle b="on"/>
      <a:tcStyle>
        <a:tcBdr>
          <a:left>
            <a:ln w="25400" cmpd="sng">
              <a:solidFill>
                <a:schemeClr val="lt1"/>
              </a:solidFill>
            </a:ln>
          </a:left>
        </a:tcBdr>
        <a:fill>
          <a:solidFill>
            <a:schemeClr val="accent1">
              <a:shade val="60000"/>
            </a:schemeClr>
          </a:solidFill>
        </a:fill>
      </a:tcStyle>
    </a:lastCol>
    <a:firstCol>
      <a:tcTxStyle b="on"/>
      <a:tcStyle>
        <a:tcBdr>
          <a:right>
            <a:ln w="25400" cmpd="sng">
              <a:solidFill>
                <a:schemeClr val="lt1"/>
              </a:solidFill>
            </a:ln>
          </a:right>
        </a:tcBdr>
        <a:fill>
          <a:solidFill>
            <a:schemeClr val="accent1">
              <a:shade val="60000"/>
            </a:schemeClr>
          </a:solidFill>
        </a:fill>
      </a:tcStyle>
    </a:firstCol>
    <a:lastRow>
      <a:tcTxStyle b="on"/>
      <a:tcStyle>
        <a:tcBdr>
          <a:top>
            <a:ln w="25400" cmpd="sng">
              <a:solidFill>
                <a:schemeClr val="lt1"/>
              </a:solidFill>
            </a:ln>
          </a:top>
        </a:tcBdr>
        <a:fill>
          <a:solidFill>
            <a:schemeClr val="accent1">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1885" autoAdjust="0"/>
    <p:restoredTop sz="79988" autoAdjust="0"/>
  </p:normalViewPr>
  <p:slideViewPr>
    <p:cSldViewPr snapToGrid="0">
      <p:cViewPr varScale="1">
        <p:scale>
          <a:sx n="111" d="100"/>
          <a:sy n="111" d="100"/>
        </p:scale>
        <p:origin x="1208" y="192"/>
      </p:cViewPr>
      <p:guideLst/>
    </p:cSldViewPr>
  </p:slideViewPr>
  <p:notesTextViewPr>
    <p:cViewPr>
      <p:scale>
        <a:sx n="100" d="100"/>
        <a:sy n="100" d="100"/>
      </p:scale>
      <p:origin x="0" y="0"/>
    </p:cViewPr>
  </p:notesTextViewPr>
  <p:sorterViewPr>
    <p:cViewPr>
      <p:scale>
        <a:sx n="75" d="100"/>
        <a:sy n="75" d="100"/>
      </p:scale>
      <p:origin x="0" y="-144"/>
    </p:cViewPr>
  </p:sorterViewPr>
  <p:notesViewPr>
    <p:cSldViewPr snapToGrid="0">
      <p:cViewPr varScale="1">
        <p:scale>
          <a:sx n="119" d="100"/>
          <a:sy n="119" d="100"/>
        </p:scale>
        <p:origin x="4136" y="80"/>
      </p:cViewPr>
      <p:guideLst>
        <p:guide orient="horz" pos="3024"/>
        <p:guide pos="2304"/>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39" Type="http://schemas.openxmlformats.org/officeDocument/2006/relationships/font" Target="fonts/font2.fntdata"/><Relationship Id="rId21" Type="http://schemas.openxmlformats.org/officeDocument/2006/relationships/slide" Target="slides/slide16.xml"/><Relationship Id="rId34" Type="http://schemas.openxmlformats.org/officeDocument/2006/relationships/slide" Target="slides/slide29.xml"/><Relationship Id="rId42" Type="http://schemas.openxmlformats.org/officeDocument/2006/relationships/tags" Target="tags/tag1.xml"/><Relationship Id="rId47" Type="http://schemas.openxmlformats.org/officeDocument/2006/relationships/tableStyles" Target="tableStyles.xml"/><Relationship Id="rId7" Type="http://schemas.openxmlformats.org/officeDocument/2006/relationships/slide" Target="slides/slide2.xml"/><Relationship Id="rId2" Type="http://schemas.openxmlformats.org/officeDocument/2006/relationships/customXml" Target="../customXml/item2.xml"/><Relationship Id="rId16" Type="http://schemas.openxmlformats.org/officeDocument/2006/relationships/slide" Target="slides/slide11.xml"/><Relationship Id="rId29" Type="http://schemas.openxmlformats.org/officeDocument/2006/relationships/slide" Target="slides/slide24.xml"/><Relationship Id="rId1" Type="http://schemas.openxmlformats.org/officeDocument/2006/relationships/customXml" Target="../customXml/item1.xml"/><Relationship Id="rId6" Type="http://schemas.openxmlformats.org/officeDocument/2006/relationships/slide" Target="slides/slide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handoutMaster" Target="handoutMasters/handoutMaster1.xml"/><Relationship Id="rId40" Type="http://schemas.openxmlformats.org/officeDocument/2006/relationships/font" Target="fonts/font3.fntdata"/><Relationship Id="rId45" Type="http://schemas.openxmlformats.org/officeDocument/2006/relationships/viewProps" Target="viewProps.xml"/><Relationship Id="rId5" Type="http://schemas.openxmlformats.org/officeDocument/2006/relationships/slideMaster" Target="slideMasters/slideMaster2.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notesMaster" Target="notesMasters/notesMaster1.xml"/><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slide" Target="slides/slide26.xml"/><Relationship Id="rId44"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commentAuthors" Target="commentAuthors.xml"/><Relationship Id="rId8" Type="http://schemas.openxmlformats.org/officeDocument/2006/relationships/slide" Target="slides/slide3.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font" Target="fonts/font1.fntdata"/><Relationship Id="rId46" Type="http://schemas.openxmlformats.org/officeDocument/2006/relationships/theme" Target="theme/theme1.xml"/><Relationship Id="rId20" Type="http://schemas.openxmlformats.org/officeDocument/2006/relationships/slide" Target="slides/slide15.xml"/><Relationship Id="rId41" Type="http://schemas.openxmlformats.org/officeDocument/2006/relationships/font" Target="fonts/font4.fntdata"/></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169920" cy="480060"/>
          </a:xfrm>
          <a:prstGeom prst="rect">
            <a:avLst/>
          </a:prstGeom>
        </p:spPr>
        <p:txBody>
          <a:bodyPr vert="horz" lIns="96661" tIns="48331" rIns="96661" bIns="48331" rtlCol="0"/>
          <a:lstStyle>
            <a:lvl1pPr algn="l">
              <a:defRPr sz="1300"/>
            </a:lvl1pPr>
          </a:lstStyle>
          <a:p>
            <a:endParaRPr lang="en-US" dirty="0"/>
          </a:p>
        </p:txBody>
      </p:sp>
      <p:sp>
        <p:nvSpPr>
          <p:cNvPr id="3" name="Date Placeholder 2"/>
          <p:cNvSpPr>
            <a:spLocks noGrp="1"/>
          </p:cNvSpPr>
          <p:nvPr>
            <p:ph type="dt" sz="quarter" idx="1"/>
          </p:nvPr>
        </p:nvSpPr>
        <p:spPr>
          <a:xfrm>
            <a:off x="4143587" y="0"/>
            <a:ext cx="3169920" cy="480060"/>
          </a:xfrm>
          <a:prstGeom prst="rect">
            <a:avLst/>
          </a:prstGeom>
        </p:spPr>
        <p:txBody>
          <a:bodyPr vert="horz" lIns="96661" tIns="48331" rIns="96661" bIns="48331" rtlCol="0"/>
          <a:lstStyle>
            <a:lvl1pPr algn="r">
              <a:defRPr sz="1300"/>
            </a:lvl1pPr>
          </a:lstStyle>
          <a:p>
            <a:fld id="{FB004553-04C5-4BB3-AD4E-8B2EF3CDDAF9}" type="datetimeFigureOut">
              <a:rPr lang="en-US" smtClean="0"/>
              <a:t>8/16/26</a:t>
            </a:fld>
            <a:endParaRPr lang="en-US" dirty="0"/>
          </a:p>
        </p:txBody>
      </p:sp>
      <p:sp>
        <p:nvSpPr>
          <p:cNvPr id="4" name="Footer Placeholder 3"/>
          <p:cNvSpPr>
            <a:spLocks noGrp="1"/>
          </p:cNvSpPr>
          <p:nvPr>
            <p:ph type="ftr" sz="quarter" idx="2"/>
          </p:nvPr>
        </p:nvSpPr>
        <p:spPr>
          <a:xfrm>
            <a:off x="0" y="9119474"/>
            <a:ext cx="3169920" cy="480060"/>
          </a:xfrm>
          <a:prstGeom prst="rect">
            <a:avLst/>
          </a:prstGeom>
        </p:spPr>
        <p:txBody>
          <a:bodyPr vert="horz" lIns="96661" tIns="48331" rIns="96661" bIns="48331" rtlCol="0" anchor="b"/>
          <a:lstStyle>
            <a:lvl1pPr algn="l">
              <a:defRPr sz="1300"/>
            </a:lvl1pPr>
          </a:lstStyle>
          <a:p>
            <a:endParaRPr lang="en-US" dirty="0"/>
          </a:p>
        </p:txBody>
      </p:sp>
      <p:sp>
        <p:nvSpPr>
          <p:cNvPr id="5" name="Slide Number Placeholder 4"/>
          <p:cNvSpPr>
            <a:spLocks noGrp="1"/>
          </p:cNvSpPr>
          <p:nvPr>
            <p:ph type="sldNum" sz="quarter" idx="3"/>
          </p:nvPr>
        </p:nvSpPr>
        <p:spPr>
          <a:xfrm>
            <a:off x="4143587" y="9119474"/>
            <a:ext cx="3169920" cy="480060"/>
          </a:xfrm>
          <a:prstGeom prst="rect">
            <a:avLst/>
          </a:prstGeom>
        </p:spPr>
        <p:txBody>
          <a:bodyPr vert="horz" lIns="96661" tIns="48331" rIns="96661" bIns="48331" rtlCol="0" anchor="b"/>
          <a:lstStyle>
            <a:lvl1pPr algn="r">
              <a:defRPr sz="1300"/>
            </a:lvl1pPr>
          </a:lstStyle>
          <a:p>
            <a:fld id="{2E6A881F-0910-47D3-BD01-4F68834EC353}" type="slidenum">
              <a:rPr lang="en-US" smtClean="0"/>
              <a:t>‹#›</a:t>
            </a:fld>
            <a:endParaRPr lang="en-US" dirty="0"/>
          </a:p>
        </p:txBody>
      </p:sp>
    </p:spTree>
    <p:extLst>
      <p:ext uri="{BB962C8B-B14F-4D97-AF65-F5344CB8AC3E}">
        <p14:creationId xmlns:p14="http://schemas.microsoft.com/office/powerpoint/2010/main" val="326866761"/>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169920" cy="480060"/>
          </a:xfrm>
          <a:prstGeom prst="rect">
            <a:avLst/>
          </a:prstGeom>
        </p:spPr>
        <p:txBody>
          <a:bodyPr vert="horz" lIns="96661" tIns="48331" rIns="96661" bIns="48331" rtlCol="0"/>
          <a:lstStyle>
            <a:lvl1pPr algn="l">
              <a:defRPr sz="1300">
                <a:latin typeface="+mn-lt"/>
              </a:defRPr>
            </a:lvl1pPr>
          </a:lstStyle>
          <a:p>
            <a:endParaRPr lang="en-US" dirty="0"/>
          </a:p>
        </p:txBody>
      </p:sp>
      <p:sp>
        <p:nvSpPr>
          <p:cNvPr id="3" name="Date Placeholder 2"/>
          <p:cNvSpPr>
            <a:spLocks noGrp="1"/>
          </p:cNvSpPr>
          <p:nvPr>
            <p:ph type="dt" idx="1"/>
          </p:nvPr>
        </p:nvSpPr>
        <p:spPr>
          <a:xfrm>
            <a:off x="4143587" y="0"/>
            <a:ext cx="3169920" cy="480060"/>
          </a:xfrm>
          <a:prstGeom prst="rect">
            <a:avLst/>
          </a:prstGeom>
        </p:spPr>
        <p:txBody>
          <a:bodyPr vert="horz" lIns="96661" tIns="48331" rIns="96661" bIns="48331" rtlCol="0"/>
          <a:lstStyle>
            <a:lvl1pPr algn="r">
              <a:defRPr sz="1300">
                <a:latin typeface="+mn-lt"/>
              </a:defRPr>
            </a:lvl1pPr>
          </a:lstStyle>
          <a:p>
            <a:fld id="{3CB6F0DB-E055-41D0-9102-627A646E4242}" type="datetimeFigureOut">
              <a:rPr lang="en-US" smtClean="0"/>
              <a:pPr/>
              <a:t>8/16/26</a:t>
            </a:fld>
            <a:endParaRPr lang="en-US" dirty="0"/>
          </a:p>
        </p:txBody>
      </p:sp>
      <p:sp>
        <p:nvSpPr>
          <p:cNvPr id="4" name="Slide Image Placeholder 3"/>
          <p:cNvSpPr>
            <a:spLocks noGrp="1" noRot="1" noChangeAspect="1"/>
          </p:cNvSpPr>
          <p:nvPr>
            <p:ph type="sldImg" idx="2"/>
          </p:nvPr>
        </p:nvSpPr>
        <p:spPr>
          <a:xfrm>
            <a:off x="884238" y="639763"/>
            <a:ext cx="5546725" cy="3121025"/>
          </a:xfrm>
          <a:prstGeom prst="rect">
            <a:avLst/>
          </a:prstGeom>
          <a:noFill/>
          <a:ln w="12700">
            <a:solidFill>
              <a:prstClr val="black"/>
            </a:solidFill>
          </a:ln>
        </p:spPr>
        <p:txBody>
          <a:bodyPr vert="horz" lIns="96661" tIns="48331" rIns="96661" bIns="48331" rtlCol="0" anchor="ctr"/>
          <a:lstStyle/>
          <a:p>
            <a:endParaRPr lang="en-US" dirty="0"/>
          </a:p>
        </p:txBody>
      </p:sp>
      <p:sp>
        <p:nvSpPr>
          <p:cNvPr id="5" name="Notes Placeholder 4"/>
          <p:cNvSpPr>
            <a:spLocks noGrp="1"/>
          </p:cNvSpPr>
          <p:nvPr>
            <p:ph type="body" sz="quarter" idx="3"/>
          </p:nvPr>
        </p:nvSpPr>
        <p:spPr>
          <a:xfrm>
            <a:off x="487680" y="4000500"/>
            <a:ext cx="6339840" cy="5120640"/>
          </a:xfrm>
          <a:prstGeom prst="rect">
            <a:avLst/>
          </a:prstGeom>
        </p:spPr>
        <p:txBody>
          <a:bodyPr vert="horz" lIns="0" tIns="0" rIns="0" bIns="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9119474"/>
            <a:ext cx="3169920" cy="480060"/>
          </a:xfrm>
          <a:prstGeom prst="rect">
            <a:avLst/>
          </a:prstGeom>
        </p:spPr>
        <p:txBody>
          <a:bodyPr vert="horz" lIns="96661" tIns="48331" rIns="96661" bIns="48331" rtlCol="0" anchor="b"/>
          <a:lstStyle>
            <a:lvl1pPr algn="l">
              <a:defRPr sz="1300">
                <a:latin typeface="+mn-lt"/>
              </a:defRPr>
            </a:lvl1pPr>
          </a:lstStyle>
          <a:p>
            <a:endParaRPr lang="en-US" dirty="0"/>
          </a:p>
        </p:txBody>
      </p:sp>
      <p:sp>
        <p:nvSpPr>
          <p:cNvPr id="7" name="Slide Number Placeholder 6"/>
          <p:cNvSpPr>
            <a:spLocks noGrp="1"/>
          </p:cNvSpPr>
          <p:nvPr>
            <p:ph type="sldNum" sz="quarter" idx="5"/>
          </p:nvPr>
        </p:nvSpPr>
        <p:spPr>
          <a:xfrm>
            <a:off x="4143587" y="9119474"/>
            <a:ext cx="3169920" cy="480060"/>
          </a:xfrm>
          <a:prstGeom prst="rect">
            <a:avLst/>
          </a:prstGeom>
        </p:spPr>
        <p:txBody>
          <a:bodyPr vert="horz" lIns="96661" tIns="48331" rIns="96661" bIns="48331" rtlCol="0" anchor="b"/>
          <a:lstStyle>
            <a:lvl1pPr algn="r">
              <a:defRPr sz="1300">
                <a:latin typeface="+mn-lt"/>
              </a:defRPr>
            </a:lvl1pPr>
          </a:lstStyle>
          <a:p>
            <a:fld id="{9F4FBC3A-A12C-40F9-BB8D-BC30C7901396}" type="slidenum">
              <a:rPr lang="en-US" smtClean="0"/>
              <a:pPr/>
              <a:t>‹#›</a:t>
            </a:fld>
            <a:endParaRPr lang="en-US" dirty="0"/>
          </a:p>
        </p:txBody>
      </p:sp>
    </p:spTree>
    <p:extLst>
      <p:ext uri="{BB962C8B-B14F-4D97-AF65-F5344CB8AC3E}">
        <p14:creationId xmlns:p14="http://schemas.microsoft.com/office/powerpoint/2010/main" val="2012909794"/>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8" Type="http://schemas.openxmlformats.org/officeDocument/2006/relationships/hyperlink" Target="https://www.vmware.com/docs/vmw-vsan-migration-guide" TargetMode="External"/><Relationship Id="rId3" Type="http://schemas.openxmlformats.org/officeDocument/2006/relationships/hyperlink" Target="https://www.vmware.com/products/cloud-infrastructure/vmware-cloud-foundation" TargetMode="External"/><Relationship Id="rId7" Type="http://schemas.openxmlformats.org/officeDocument/2006/relationships/hyperlink" Target="https://techdocs.broadcom.com/us/en/vmware-cis/vcf/vcf-9-0-and-later/9-0/vsan-deployment-administration-and-monitoring/vsan-planning-and-deployment/creating-a-virtual-san-cluster/enabling-virtual-san.html" TargetMode="External"/><Relationship Id="rId2" Type="http://schemas.openxmlformats.org/officeDocument/2006/relationships/slide" Target="../slides/slide30.xml"/><Relationship Id="rId1" Type="http://schemas.openxmlformats.org/officeDocument/2006/relationships/notesMaster" Target="../notesMasters/notesMaster1.xml"/><Relationship Id="rId6" Type="http://schemas.openxmlformats.org/officeDocument/2006/relationships/hyperlink" Target="https://compatibilityguide.broadcom.com/search?program=ssd&amp;persona=live&amp;column=&amp;order=asc&amp;tier=%5BvSAN+ESA+Storage+Tier%5D&amp;activePage=1&amp;activeDelta=20" TargetMode="External"/><Relationship Id="rId5" Type="http://schemas.openxmlformats.org/officeDocument/2006/relationships/hyperlink" Target="https://compatibilityguide.broadcom.com/" TargetMode="External"/><Relationship Id="rId10" Type="http://schemas.openxmlformats.org/officeDocument/2006/relationships/hyperlink" Target="https://blogs.vmware.com/cloud-foundation/2025/11/14/driving-down-storage-costs-with-lower-hardware-requirements-for-vsan/" TargetMode="External"/><Relationship Id="rId4" Type="http://schemas.openxmlformats.org/officeDocument/2006/relationships/hyperlink" Target="https://compatibilityguide.broadcom.com/search?program=vsanesa&amp;persona=live&amp;column=vendor&amp;order=asc" TargetMode="External"/><Relationship Id="rId9" Type="http://schemas.openxmlformats.org/officeDocument/2006/relationships/hyperlink" Target="https://compatibilityguide.broadcom.com/pages/vsan-esa-readynode-hardware-guidance" TargetMode="Externa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C0A76A-F769-9832-9920-2B2FECBE27C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98AA61C-1DFB-299C-DACA-9146F0908BE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941D17F-6E77-2F91-54B0-BC98C93212A8}"/>
              </a:ext>
            </a:extLst>
          </p:cNvPr>
          <p:cNvSpPr>
            <a:spLocks noGrp="1"/>
          </p:cNvSpPr>
          <p:nvPr>
            <p:ph type="body" idx="1"/>
          </p:nvPr>
        </p:nvSpPr>
        <p:spPr/>
        <p:txBody>
          <a:bodyPr>
            <a:normAutofit fontScale="77500" lnSpcReduction="20000"/>
          </a:bodyPr>
          <a:lstStyle/>
          <a:p>
            <a:pPr marL="0" marR="0" lvl="0" indent="0" algn="l" defTabSz="903976" rtl="0" eaLnBrk="1" fontAlgn="auto" latinLnBrk="0" hangingPunct="1">
              <a:lnSpc>
                <a:spcPct val="100000"/>
              </a:lnSpc>
              <a:spcBef>
                <a:spcPts val="0"/>
              </a:spcBef>
              <a:spcAft>
                <a:spcPts val="0"/>
              </a:spcAft>
              <a:buClrTx/>
              <a:buSzTx/>
              <a:buFontTx/>
              <a:buNone/>
              <a:tabLst/>
              <a:defRPr/>
            </a:pPr>
            <a:r>
              <a:rPr lang="en-US" sz="1200" b="1" dirty="0"/>
              <a:t>Key Message/Talk track:</a:t>
            </a:r>
          </a:p>
          <a:p>
            <a:pPr defTabSz="903976">
              <a:defRPr/>
            </a:pPr>
            <a:r>
              <a:rPr lang="en-US" dirty="0"/>
              <a:t>Welcome everyone.  This presentation is going to explore some of the new and dramatic improvements introduced in VMware vSAN, as a part of VCF 9.1.  vSAN is your premier storage platform for VMware Cloud Foundation, and with 9.1 and you will see in this presentation that its capabilities continue to evolve at an incredible pace.</a:t>
            </a:r>
          </a:p>
          <a:p>
            <a:pPr defTabSz="903976">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Important notes for the presenters: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Slide content.  </a:t>
            </a:r>
            <a:r>
              <a:rPr lang="en-US" b="0" dirty="0"/>
              <a:t>Many of the slides in this presentation show a specific feature at the time that the feature or enhancement was introduced.  As a result, styling of the illustration may vary.  Some of the speaker notes may not necessarily reflect the latest information.  As always, it is best to refer to Broadcom public documentation as the source of truth.</a:t>
            </a:r>
            <a:endParaRPr lang="en-US" b="1" dirty="0"/>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Intended audience. </a:t>
            </a:r>
            <a:r>
              <a:rPr lang="en-US" dirty="0"/>
              <a:t> This presentation provides detailed technical information that helps to explain the new capabilities of vSAN’s all new Express Storage Architecture.  It assumes the audience is familiar with previous editions of vSAN.  If you wish to introduce vSAN to a potentially new customer, </a:t>
            </a:r>
            <a:r>
              <a:rPr lang="en-US" b="1" dirty="0"/>
              <a:t>please use the “vSAN 9.1 Technology Overview” deck on the Broadcom SRC.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Simplicity and usability for vSAN customers.  </a:t>
            </a:r>
            <a:r>
              <a:rPr lang="en-US" dirty="0"/>
              <a:t>Many of the architecture concepts discussed are to help explain how VMware was able to introduce new capabilities not possible with the original storage architecture (OSA) in vSAN.  </a:t>
            </a:r>
            <a:r>
              <a:rPr lang="en-US" b="1" dirty="0"/>
              <a:t>Many of the improvements are completely transparent to the administrator.  </a:t>
            </a:r>
            <a:r>
              <a:rPr lang="en-US" dirty="0"/>
              <a:t>They will use vSAN in essentially the same way they have used previous editions.  It will be good for you to remind them throughout the presentation that most of these improvements of this key point.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Presenter education.  </a:t>
            </a:r>
            <a:r>
              <a:rPr lang="en-US" dirty="0"/>
              <a:t>Please prepare by reading the speaker notes.  They have been designed to provide all of the material needed to understand the technologies at the appropriate level.  They also provide an example talk track for you to emulate for your presentation.  With the likelihood that our competitors will attempt to find holes in our messaging, </a:t>
            </a:r>
            <a:r>
              <a:rPr lang="en-US" b="1" dirty="0"/>
              <a:t>it is extremely important that the presenter uses precise and accurate language.  </a:t>
            </a:r>
            <a:r>
              <a:rPr lang="en-US" dirty="0"/>
              <a:t>Do not create your own analogies, as it can invite more confusion than clarity.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Best-effort information.</a:t>
            </a:r>
            <a:r>
              <a:rPr lang="en-US" dirty="0"/>
              <a:t>  There may be discrepancies in the technical information shared in this deck, and what is delivered in the product.  Features can change, or some functionality gets added or removed to meet software delivery dates.  Updates to the content provided here will be made as soon as these changes are known.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Use correct terminology.  </a:t>
            </a:r>
            <a:r>
              <a:rPr lang="en-US" dirty="0"/>
              <a:t>We introduce new terminology in vSAN 8 and beyond, and do away with old terminology that is only applicable to the OSA.  Do not mix and match.  For example, avoid using the term “destaging” when describing the processes associated with the ESA, as that term is not representative of the architecture, and will invite confusion to the audience.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Comparing and contrasting.  </a:t>
            </a:r>
            <a:r>
              <a:rPr lang="en-US" dirty="0"/>
              <a:t>Many of the concepts discussed with the introduction of the Express Storage Architecture (ESA) in vSAN 8 through vSAN 9.1 use a completely different paradigm that is has limited similarities to the argininal storage architecture (OSA).  For the presenter, it may be helpful to try to “forget what you know” about how some aspect of vSAN works.  Read the material in the speaker notes and upcoming blog posts, then read them again.  </a:t>
            </a:r>
          </a:p>
          <a:p>
            <a:endParaRPr lang="en-US" dirty="0"/>
          </a:p>
          <a:p>
            <a:r>
              <a:rPr lang="en-US" dirty="0"/>
              <a:t>A collection of resources on vSAN 9.1 can be found at the links below:</a:t>
            </a:r>
          </a:p>
          <a:p>
            <a:pPr marL="171450" indent="-171450">
              <a:buFont typeface="Arial" panose="020B0604020202020204" pitchFamily="34" charset="0"/>
              <a:buChar char="•"/>
            </a:pPr>
            <a:r>
              <a:rPr lang="en-US" dirty="0"/>
              <a:t>Sales Resource Center (Internal): https://sales-</a:t>
            </a:r>
            <a:r>
              <a:rPr lang="en-US" dirty="0" err="1"/>
              <a:t>resources.broadcom.com</a:t>
            </a:r>
            <a:r>
              <a:rPr lang="en-US" dirty="0"/>
              <a:t>/group/</a:t>
            </a:r>
            <a:r>
              <a:rPr lang="en-US" dirty="0" err="1"/>
              <a:t>vcf</a:t>
            </a:r>
            <a:r>
              <a:rPr lang="en-US" dirty="0"/>
              <a:t>/</a:t>
            </a:r>
            <a:r>
              <a:rPr lang="en-US" dirty="0" err="1"/>
              <a:t>vsan</a:t>
            </a:r>
            <a:r>
              <a:rPr lang="en-US" dirty="0"/>
              <a:t> (under the “technical” tab)</a:t>
            </a:r>
          </a:p>
          <a:p>
            <a:pPr marL="171450" indent="-171450">
              <a:buFont typeface="Arial" panose="020B0604020202020204" pitchFamily="34" charset="0"/>
              <a:buChar char="•"/>
            </a:pPr>
            <a:r>
              <a:rPr lang="en-US" dirty="0"/>
              <a:t>vSAN Blogs:  https://blogs.vmware.com/cloud-foundation/technical/storage/</a:t>
            </a:r>
          </a:p>
          <a:p>
            <a:pPr marL="171450" indent="-171450">
              <a:buFont typeface="Arial" panose="020B0604020202020204" pitchFamily="34" charset="0"/>
              <a:buChar char="•"/>
            </a:pPr>
            <a:r>
              <a:rPr lang="en-US" dirty="0"/>
              <a:t>VMware Resource Center:  https://</a:t>
            </a:r>
            <a:r>
              <a:rPr lang="en-US" dirty="0" err="1"/>
              <a:t>www.vmware.com</a:t>
            </a:r>
            <a:r>
              <a:rPr lang="en-US" dirty="0"/>
              <a:t>/resources/</a:t>
            </a:r>
            <a:r>
              <a:rPr lang="en-US" dirty="0" err="1"/>
              <a:t>resource-center?product</a:t>
            </a:r>
            <a:r>
              <a:rPr lang="en-US" dirty="0"/>
              <a:t>[]=VMware%20vSAN</a:t>
            </a:r>
          </a:p>
          <a:p>
            <a:endParaRPr lang="en-US" dirty="0"/>
          </a:p>
        </p:txBody>
      </p:sp>
      <p:sp>
        <p:nvSpPr>
          <p:cNvPr id="4" name="Slide Number Placeholder 3">
            <a:extLst>
              <a:ext uri="{FF2B5EF4-FFF2-40B4-BE49-F238E27FC236}">
                <a16:creationId xmlns:a16="http://schemas.microsoft.com/office/drawing/2014/main" id="{F0A389E5-ED2B-6099-174A-6D6E5FEAF66D}"/>
              </a:ext>
            </a:extLst>
          </p:cNvPr>
          <p:cNvSpPr>
            <a:spLocks noGrp="1"/>
          </p:cNvSpPr>
          <p:nvPr>
            <p:ph type="sldNum" sz="quarter" idx="10"/>
          </p:nvPr>
        </p:nvSpPr>
        <p:spPr/>
        <p:txBody>
          <a:bodyPr/>
          <a:lstStyle/>
          <a:p>
            <a:fld id="{9F4FBC3A-A12C-40F9-BB8D-BC30C7901396}" type="slidenum">
              <a:rPr lang="en-US" smtClean="0"/>
              <a:t>1</a:t>
            </a:fld>
            <a:endParaRPr lang="en-US"/>
          </a:p>
        </p:txBody>
      </p:sp>
    </p:spTree>
    <p:extLst>
      <p:ext uri="{BB962C8B-B14F-4D97-AF65-F5344CB8AC3E}">
        <p14:creationId xmlns:p14="http://schemas.microsoft.com/office/powerpoint/2010/main" val="324965740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srgbClr val="717074"/>
              </a:solidFill>
              <a:effectLst/>
              <a:uLnTx/>
              <a:uFillTx/>
              <a:ea typeface="+mn-ea"/>
              <a:cs typeface="+mn-cs"/>
            </a:endParaRPr>
          </a:p>
        </p:txBody>
      </p:sp>
    </p:spTree>
    <p:extLst>
      <p:ext uri="{BB962C8B-B14F-4D97-AF65-F5344CB8AC3E}">
        <p14:creationId xmlns:p14="http://schemas.microsoft.com/office/powerpoint/2010/main" val="126511041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E19CAF-C18C-2E80-2CF2-273880A4584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8E60D15-4519-769A-0AA0-8BC0FEF3EF0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B8F93A3-8986-115E-83BE-81E167761D1C}"/>
              </a:ext>
            </a:extLst>
          </p:cNvPr>
          <p:cNvSpPr>
            <a:spLocks noGrp="1"/>
          </p:cNvSpPr>
          <p:nvPr>
            <p:ph type="body" idx="1"/>
          </p:nvPr>
        </p:nvSpPr>
        <p:spPr/>
        <p:txBody>
          <a:bodyPr/>
          <a:lstStyle/>
          <a:p>
            <a:pPr marL="0" marR="0" lvl="0" indent="0" algn="l" defTabSz="903976" rtl="0" eaLnBrk="1" fontAlgn="auto" latinLnBrk="0" hangingPunct="1">
              <a:lnSpc>
                <a:spcPct val="100000"/>
              </a:lnSpc>
              <a:spcBef>
                <a:spcPts val="0"/>
              </a:spcBef>
              <a:spcAft>
                <a:spcPts val="0"/>
              </a:spcAft>
              <a:buClrTx/>
              <a:buSzTx/>
              <a:buFontTx/>
              <a:buNone/>
              <a:tabLst/>
              <a:defRPr/>
            </a:pPr>
            <a:r>
              <a:rPr lang="en-US" sz="1200" b="1" dirty="0"/>
              <a:t>Key Message/Talk track:</a:t>
            </a:r>
          </a:p>
          <a:p>
            <a:pPr defTabSz="903976">
              <a:defRPr/>
            </a:pPr>
            <a:r>
              <a:rPr lang="en-US" dirty="0"/>
              <a:t>VMware vSAN in VCF 9.1 offers a well-rounded collection of new features and enhancements that touch on concerns that are top of mind for our customers.  That might include: How can I lower my costs?  How can I provide an infrastructure that accommodates all of the demands from the consumers?  How can I make my environment secure, and durable?  And how can I keep the complexities of my environment to a minimum and ensure that day to day tasks are simple?  </a:t>
            </a:r>
            <a:r>
              <a:rPr lang="en-US" b="1" dirty="0"/>
              <a:t>All of these aspects are address in this latest version of vSAN in VCF 9.1. </a:t>
            </a:r>
            <a:r>
              <a:rPr lang="en-US" dirty="0"/>
              <a:t> Let’s begin.</a:t>
            </a:r>
          </a:p>
          <a:p>
            <a:endParaRPr lang="en-US" dirty="0"/>
          </a:p>
        </p:txBody>
      </p:sp>
      <p:sp>
        <p:nvSpPr>
          <p:cNvPr id="4" name="Slide Number Placeholder 3">
            <a:extLst>
              <a:ext uri="{FF2B5EF4-FFF2-40B4-BE49-F238E27FC236}">
                <a16:creationId xmlns:a16="http://schemas.microsoft.com/office/drawing/2014/main" id="{40B5AE33-8446-E6F6-2271-7C4553350FE1}"/>
              </a:ext>
            </a:extLst>
          </p:cNvPr>
          <p:cNvSpPr>
            <a:spLocks noGrp="1"/>
          </p:cNvSpPr>
          <p:nvPr>
            <p:ph type="sldNum" sz="quarter" idx="5"/>
          </p:nvPr>
        </p:nvSpPr>
        <p:spPr/>
        <p:txBody>
          <a:bodyPr/>
          <a:lstStyle/>
          <a:p>
            <a:fld id="{9F4FBC3A-A12C-40F9-BB8D-BC30C7901396}" type="slidenum">
              <a:rPr lang="en-US" smtClean="0"/>
              <a:pPr/>
              <a:t>4</a:t>
            </a:fld>
            <a:endParaRPr lang="en-US" dirty="0"/>
          </a:p>
        </p:txBody>
      </p:sp>
    </p:spTree>
    <p:extLst>
      <p:ext uri="{BB962C8B-B14F-4D97-AF65-F5344CB8AC3E}">
        <p14:creationId xmlns:p14="http://schemas.microsoft.com/office/powerpoint/2010/main" val="235780190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03976" rtl="0" eaLnBrk="1" fontAlgn="auto" latinLnBrk="0" hangingPunct="1">
              <a:lnSpc>
                <a:spcPct val="100000"/>
              </a:lnSpc>
              <a:spcBef>
                <a:spcPts val="0"/>
              </a:spcBef>
              <a:spcAft>
                <a:spcPts val="0"/>
              </a:spcAft>
              <a:buClrTx/>
              <a:buSzTx/>
              <a:buFontTx/>
              <a:buNone/>
              <a:tabLst/>
              <a:defRPr/>
            </a:pPr>
            <a:r>
              <a:rPr lang="en-US" sz="1200" b="1" dirty="0"/>
              <a:t>Key Message/Talk track:</a:t>
            </a:r>
          </a:p>
          <a:p>
            <a:pPr defTabSz="903976">
              <a:defRPr/>
            </a:pPr>
            <a:r>
              <a:rPr lang="en-US" dirty="0"/>
              <a:t>Let's first look at how vSAN in VCF 9.1 is going to drive down costs and improve the flexibility of your environment.</a:t>
            </a:r>
          </a:p>
        </p:txBody>
      </p:sp>
      <p:sp>
        <p:nvSpPr>
          <p:cNvPr id="4" name="Slide Number Placeholder 3"/>
          <p:cNvSpPr>
            <a:spLocks noGrp="1"/>
          </p:cNvSpPr>
          <p:nvPr>
            <p:ph type="sldNum" sz="quarter" idx="5"/>
          </p:nvPr>
        </p:nvSpPr>
        <p:spPr/>
        <p:txBody>
          <a:bodyPr/>
          <a:lstStyle/>
          <a:p>
            <a:fld id="{9F4FBC3A-A12C-40F9-BB8D-BC30C7901396}" type="slidenum">
              <a:rPr lang="en-US" smtClean="0"/>
              <a:pPr/>
              <a:t>5</a:t>
            </a:fld>
            <a:endParaRPr lang="en-US" dirty="0"/>
          </a:p>
        </p:txBody>
      </p:sp>
    </p:spTree>
    <p:extLst>
      <p:ext uri="{BB962C8B-B14F-4D97-AF65-F5344CB8AC3E}">
        <p14:creationId xmlns:p14="http://schemas.microsoft.com/office/powerpoint/2010/main" val="324706473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47500" lnSpcReduction="20000"/>
          </a:bodyPr>
          <a:lstStyle/>
          <a:p>
            <a:r>
              <a:rPr lang="en-US" sz="1200" b="1" dirty="0"/>
              <a:t>Key Message/Talk track:</a:t>
            </a:r>
          </a:p>
          <a:p>
            <a:r>
              <a:rPr lang="en-US" sz="1200" b="0" dirty="0"/>
              <a:t>vSAN in VCF 9.1 takes space efficiency to all new levels.  First, we’ve introduced a new compression technique that consistently delivers better compression ratios with little to no impact on VM performance.   This enhanced data compression algorithm has been specially tuned to work well across all workload types while using minimal resources, which is the reason why it is now an always-on feature of the cluster.  </a:t>
            </a:r>
            <a:r>
              <a:rPr lang="en-US" sz="1200" b="1" dirty="0"/>
              <a:t>Pair this with the general availability of vSAN Global Deduplication, and you now have a storage system that will help you drive down storage costs to incredibly low levels.</a:t>
            </a:r>
          </a:p>
          <a:p>
            <a:r>
              <a:rPr lang="en-US" sz="1200" dirty="0"/>
              <a:t>----------------------------------</a:t>
            </a:r>
          </a:p>
          <a:p>
            <a:r>
              <a:rPr lang="en-US" sz="1200" b="1" dirty="0"/>
              <a:t>Overview:</a:t>
            </a:r>
          </a:p>
          <a:p>
            <a:pPr marL="171450" indent="-171450">
              <a:buFont typeface="Arial" panose="020B0604020202020204" pitchFamily="34" charset="0"/>
              <a:buChar char="•"/>
            </a:pPr>
            <a:r>
              <a:rPr lang="en-US" b="1" dirty="0"/>
              <a:t>Reduces data storage </a:t>
            </a:r>
            <a:r>
              <a:rPr lang="en-US" dirty="0"/>
              <a:t>used while maintaining high performance</a:t>
            </a:r>
          </a:p>
          <a:p>
            <a:pPr marL="171450" indent="-171450">
              <a:buFont typeface="Arial" panose="020B0604020202020204" pitchFamily="34" charset="0"/>
              <a:buChar char="•"/>
            </a:pPr>
            <a:r>
              <a:rPr lang="en-US" b="1" dirty="0"/>
              <a:t>Highly space efficient </a:t>
            </a:r>
            <a:r>
              <a:rPr lang="en-US" dirty="0"/>
              <a:t>ZSTD compression algorithm tuned for vSAN</a:t>
            </a:r>
          </a:p>
          <a:p>
            <a:pPr marL="171450" indent="-171450">
              <a:buFont typeface="Arial" panose="020B0604020202020204" pitchFamily="34" charset="0"/>
              <a:buChar char="•"/>
            </a:pPr>
            <a:r>
              <a:rPr lang="en-US" dirty="0"/>
              <a:t>Ideal for workloads including:</a:t>
            </a:r>
          </a:p>
          <a:p>
            <a:pPr marL="628650" lvl="1" indent="-171450">
              <a:buFont typeface="Arial" panose="020B0604020202020204" pitchFamily="34" charset="0"/>
              <a:buChar char="•"/>
            </a:pPr>
            <a:r>
              <a:rPr lang="en-US" dirty="0"/>
              <a:t>Databases</a:t>
            </a:r>
          </a:p>
          <a:p>
            <a:pPr marL="628650" lvl="1" indent="-171450">
              <a:buFont typeface="Arial" panose="020B0604020202020204" pitchFamily="34" charset="0"/>
              <a:buChar char="•"/>
            </a:pPr>
            <a:r>
              <a:rPr lang="en-US" dirty="0"/>
              <a:t>VDI</a:t>
            </a:r>
          </a:p>
          <a:p>
            <a:pPr marL="628650" lvl="1" indent="-171450">
              <a:buFont typeface="Arial" panose="020B0604020202020204" pitchFamily="34" charset="0"/>
              <a:buChar char="•"/>
            </a:pPr>
            <a:r>
              <a:rPr lang="en-US" dirty="0"/>
              <a:t>Backup data</a:t>
            </a:r>
          </a:p>
          <a:p>
            <a:pPr marL="171450" indent="-171450">
              <a:buFont typeface="Arial" panose="020B0604020202020204" pitchFamily="34" charset="0"/>
              <a:buChar char="•"/>
            </a:pPr>
            <a:r>
              <a:rPr lang="en-US" dirty="0"/>
              <a:t>Complements GA of </a:t>
            </a:r>
            <a:r>
              <a:rPr lang="en-US" b="1" dirty="0"/>
              <a:t>vSAN Global Deduplication </a:t>
            </a:r>
            <a:r>
              <a:rPr lang="en-US" dirty="0"/>
              <a:t>in vSAN for VCF 9.1</a:t>
            </a:r>
          </a:p>
          <a:p>
            <a:pPr marL="171450" indent="-171450">
              <a:buFont typeface="Arial" panose="020B0604020202020204" pitchFamily="34" charset="0"/>
              <a:buChar char="•"/>
            </a:pPr>
            <a:r>
              <a:rPr lang="en-US" dirty="0"/>
              <a:t>Compression is now an always-on feature of a cluster</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Data compression in vSAN (OSA and ESA) has historically been achieved through the LZ4 algorithm.  This compression algorithm is commonly found in many storage systems as it is lossless, relatively fast compared to other options, and introduces minimal CPU overhead.  LZ4’s characteristics of high performance and minimal CPU overhead were especially important with vSAN OSA due to its architecture that limited performance.  While LZ4 has been good, the tradeoff is less data reduction compared to other algorithms.  Compression plays an important part of overall data reduction capabilities, especially with structured data like databases.  Since vSAN is often being compared to traditional storage systems, compression capabilities were revisited.</a:t>
            </a:r>
          </a:p>
          <a:p>
            <a:pPr marL="171450" indent="-171450">
              <a:buFont typeface="Arial" panose="020B0604020202020204" pitchFamily="34" charset="0"/>
              <a:buChar char="•"/>
            </a:pPr>
            <a:r>
              <a:rPr lang="en-US" b="0" dirty="0"/>
              <a:t>In vSAN for VCF 9.1 introduces the use of the </a:t>
            </a:r>
            <a:r>
              <a:rPr lang="en-US" b="0" dirty="0" err="1"/>
              <a:t>Zstandard</a:t>
            </a:r>
            <a:r>
              <a:rPr lang="en-US" b="0" dirty="0"/>
              <a:t> (ZSTD) compression algorithm.  This is a versatile and tunable lossless compression algorithm that can offer noticeably higher compression ratios than LZ4, with relatively good performance and modest CPU usage.  Given ESA’s impressive performance capabilities, a change in algorithms offers a way to reduce effective storage capacity with negligible impacts on the performance of VMs.  LZ4 capabilities still exist within the stack, which offers additional flexibility for vSAN in the future.</a:t>
            </a:r>
          </a:p>
          <a:p>
            <a:pPr marL="171450" indent="-171450">
              <a:buFont typeface="Arial" panose="020B0604020202020204" pitchFamily="34" charset="0"/>
              <a:buChar char="•"/>
            </a:pPr>
            <a:r>
              <a:rPr lang="en-US" b="0" dirty="0"/>
              <a:t>While data compression rates varies significantly based on characteristics of the data, one may see up to 50% improvements in data reduction due to compression.  Telemetry data for customers running ESA often showed an average of around 1.5x.  Using ZSTD could result in average compression ratios approaching 2.0x, which would offer as much as a 25% savings in that scenario.</a:t>
            </a:r>
          </a:p>
          <a:p>
            <a:pPr marL="171450" indent="-171450">
              <a:buFont typeface="Arial" panose="020B0604020202020204" pitchFamily="34" charset="0"/>
              <a:buChar char="•"/>
            </a:pPr>
            <a:r>
              <a:rPr lang="en-US" b="0" dirty="0"/>
              <a:t>Data reduction rates are expressed as a ratio, but the savings as a result of that is not intuitive.  The following provides an example of actual saving rates off 100TB of data</a:t>
            </a:r>
          </a:p>
          <a:p>
            <a:pPr marL="628650" lvl="1" indent="-171450">
              <a:buFont typeface="Arial" panose="020B0604020202020204" pitchFamily="34" charset="0"/>
              <a:buChar char="•"/>
            </a:pPr>
            <a:r>
              <a:rPr lang="en-US" b="0" dirty="0"/>
              <a:t>1.0:1 (1x)</a:t>
            </a:r>
          </a:p>
          <a:p>
            <a:pPr marL="628650" lvl="1" indent="-171450">
              <a:buFont typeface="Arial" panose="020B0604020202020204" pitchFamily="34" charset="0"/>
              <a:buChar char="•"/>
            </a:pPr>
            <a:r>
              <a:rPr lang="en-US" b="0" dirty="0"/>
              <a:t>1.5:1 (1.5x).  Result:  666.6GB storage used.  33.3% reduction in capacity usage (1.5x not unusual to see in previous versions of ESA)</a:t>
            </a:r>
          </a:p>
          <a:p>
            <a:pPr marL="628650" lvl="1" indent="-171450">
              <a:buFont typeface="Arial" panose="020B0604020202020204" pitchFamily="34" charset="0"/>
              <a:buChar char="•"/>
            </a:pPr>
            <a:r>
              <a:rPr lang="en-US" b="0" dirty="0"/>
              <a:t>2.0:1 (2.0x).  Result:  500GB storage used.  50% reduction in capacity usage</a:t>
            </a:r>
          </a:p>
          <a:p>
            <a:pPr marL="628650" lvl="1" indent="-171450">
              <a:buFont typeface="Arial" panose="020B0604020202020204" pitchFamily="34" charset="0"/>
              <a:buChar char="•"/>
            </a:pPr>
            <a:r>
              <a:rPr lang="en-US" b="0" dirty="0"/>
              <a:t>2.5:1 (2.5x).  Result:  400GB storage used.  60% reduction in capacity usage</a:t>
            </a:r>
          </a:p>
          <a:p>
            <a:pPr marL="628650" lvl="1" indent="-171450">
              <a:buFont typeface="Arial" panose="020B0604020202020204" pitchFamily="34" charset="0"/>
              <a:buChar char="•"/>
            </a:pPr>
            <a:r>
              <a:rPr lang="en-US" b="0" dirty="0"/>
              <a:t>3.0:1 (3.0x).  Result:  333.3GB storage used.  66.6% reduction in capacity usage.</a:t>
            </a:r>
          </a:p>
          <a:p>
            <a:pPr marL="171450" indent="-171450">
              <a:buFont typeface="Arial" panose="020B0604020202020204" pitchFamily="34" charset="0"/>
              <a:buChar char="•"/>
            </a:pPr>
            <a:r>
              <a:rPr lang="en-US" b="0" dirty="0"/>
              <a:t>Since some data types like audio, video, and images are often already compressed, the biggest beneficiary of improved compression capabilities is typically with structured data, like databases.  This type of data is framed with a high amount of structure (using integers, dates, repeatable headers, repeatable keys, fields using tokens, etc.), which means patterns are much more likely than with unstructured data that has not already been compressed by dedicated file formats.</a:t>
            </a:r>
          </a:p>
          <a:p>
            <a:pPr marL="171450" indent="-171450">
              <a:buFont typeface="Arial" panose="020B0604020202020204" pitchFamily="34" charset="0"/>
              <a:buChar char="•"/>
            </a:pPr>
            <a:r>
              <a:rPr lang="en-US" b="0" dirty="0"/>
              <a:t>ZSTD in vSAN ESA has been tuned to a setting that offers the best balance of performance, data reduction, and physical resources used.</a:t>
            </a:r>
          </a:p>
          <a:p>
            <a:pPr marL="171450" indent="-171450">
              <a:buFont typeface="Arial" panose="020B0604020202020204" pitchFamily="34" charset="0"/>
              <a:buChar char="•"/>
            </a:pPr>
            <a:r>
              <a:rPr lang="en-US" b="0" dirty="0"/>
              <a:t>In this release, there are no changes in where compression occurs (at the top of the stack), and the granularity of the compression (4KB blocks with intervals of 512byte sector sizes). </a:t>
            </a:r>
          </a:p>
          <a:p>
            <a:pPr marL="171450" indent="-171450">
              <a:buFont typeface="Arial" panose="020B0604020202020204" pitchFamily="34" charset="0"/>
              <a:buChar char="•"/>
            </a:pPr>
            <a:r>
              <a:rPr lang="en-US" b="0" dirty="0"/>
              <a:t>This is an iterative step to a larger effort to improve data compression in vSAN.  Additional changes will be made in future editions of vSAN to enhance data compression even further.</a:t>
            </a:r>
          </a:p>
          <a:p>
            <a:pPr marL="171450" indent="-171450">
              <a:buFont typeface="Arial" panose="020B0604020202020204" pitchFamily="34" charset="0"/>
              <a:buChar char="•"/>
            </a:pPr>
            <a:r>
              <a:rPr lang="en-US" b="0" dirty="0"/>
              <a:t>Data compression in vSAN for VCF 9.1 </a:t>
            </a:r>
            <a:r>
              <a:rPr lang="en-US" b="1" dirty="0"/>
              <a:t>is an always-on feature of the cluster.</a:t>
            </a:r>
            <a:r>
              <a:rPr lang="en-US" b="0" dirty="0"/>
              <a:t>  It is no longer a cluster service nor a policy rule, and cannot be disabled.  </a:t>
            </a:r>
          </a:p>
          <a:p>
            <a:pPr marL="171450" indent="-171450">
              <a:buFont typeface="Arial" panose="020B0604020202020204" pitchFamily="34" charset="0"/>
              <a:buChar char="•"/>
            </a:pPr>
            <a:r>
              <a:rPr lang="en-US" b="0" dirty="0"/>
              <a:t>Clusters upgraded from previous versions will have the cluster-level compression enabled by default.  </a:t>
            </a:r>
          </a:p>
          <a:p>
            <a:pPr marL="171450" indent="-171450">
              <a:buFont typeface="Arial" panose="020B0604020202020204" pitchFamily="34" charset="0"/>
              <a:buChar char="•"/>
            </a:pPr>
            <a:r>
              <a:rPr lang="en-US" b="0" dirty="0"/>
              <a:t>For clusters that have been upgraded, </a:t>
            </a:r>
            <a:r>
              <a:rPr lang="en-US" b="1" dirty="0"/>
              <a:t>existing data will remain compressed using the older algorithm, but once the data is read, and re-written, it will be using the newer algorithm.  </a:t>
            </a:r>
          </a:p>
          <a:p>
            <a:pPr marL="628650" lvl="1" indent="-171450">
              <a:buFont typeface="Arial" panose="020B0604020202020204" pitchFamily="34" charset="0"/>
              <a:buChar char="•"/>
            </a:pPr>
            <a:r>
              <a:rPr lang="en-US" b="0" dirty="0"/>
              <a:t>Because of this behavior, and assuming the same data type, new clusters will initially yield a better compression ratio than existing clusters upgraded.  For these existing clusters, the compression ratio will likely improve over time, as the data is rewritten.</a:t>
            </a:r>
          </a:p>
          <a:p>
            <a:pPr marL="171450" indent="-171450">
              <a:buFont typeface="Arial" panose="020B0604020202020204" pitchFamily="34" charset="0"/>
              <a:buChar char="•"/>
            </a:pPr>
            <a:r>
              <a:rPr lang="en-US" b="0" dirty="0"/>
              <a:t>Data compression statistics for the cluster is now available in the new “Effective Capacity” view.  It is presented as a ratio.  The higher the ratio the better the compression (data reduction) rate.</a:t>
            </a:r>
          </a:p>
          <a:p>
            <a:pPr marL="171450" indent="-171450">
              <a:buFont typeface="Arial" panose="020B0604020202020204" pitchFamily="34" charset="0"/>
              <a:buChar char="•"/>
            </a:pPr>
            <a:r>
              <a:rPr lang="en-US" b="0" dirty="0"/>
              <a:t>While we do provide discrete views for both deduplication ratios and compression ratios, what matters most is our overall “data reduction ratio.”</a:t>
            </a:r>
          </a:p>
          <a:p>
            <a:pPr marL="171450" indent="-171450">
              <a:buFont typeface="Arial" panose="020B0604020202020204" pitchFamily="34" charset="0"/>
              <a:buChar char="•"/>
            </a:pPr>
            <a:r>
              <a:rPr lang="en-US" b="0" dirty="0"/>
              <a:t>Both greenfield and brownfield environments (via upgrade) will use ZSTD once the upgrade completes and DFC updates are completed.</a:t>
            </a:r>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Requires vSAN 9.1 or newer</a:t>
            </a:r>
          </a:p>
          <a:p>
            <a:pPr marL="171450" indent="-171450">
              <a:buFont typeface="Arial" panose="020B0604020202020204" pitchFamily="34" charset="0"/>
              <a:buChar char="•"/>
            </a:pPr>
            <a:r>
              <a:rPr lang="en-US" b="0" u="none" dirty="0"/>
              <a:t>Requires vCenter 9.1 or newer</a:t>
            </a:r>
          </a:p>
          <a:p>
            <a:pPr marL="171450" indent="-171450">
              <a:buFont typeface="Arial" panose="020B0604020202020204" pitchFamily="34" charset="0"/>
              <a:buChar char="•"/>
            </a:pPr>
            <a:r>
              <a:rPr lang="en-US" b="0" u="none" dirty="0"/>
              <a:t>Clusters require a disk format change (DFC to the latest vSAN format version).  This is a lightweight metadata change, and does not require evacuation.</a:t>
            </a:r>
          </a:p>
          <a:p>
            <a:pPr marL="171450" indent="-171450">
              <a:buFont typeface="Arial" panose="020B0604020202020204" pitchFamily="34" charset="0"/>
              <a:buChar char="•"/>
            </a:pPr>
            <a:r>
              <a:rPr lang="en-US" b="0" u="none" dirty="0"/>
              <a:t>As with most other new features and improvements, this enhancement is only available in vSAN ESA.</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The data compression improvements in vSAN for VCF 9.1 will allow you to store more data on the same hardware without any addition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pPr marL="171450" indent="-171450">
              <a:buFont typeface="Arial" panose="020B0604020202020204" pitchFamily="34" charset="0"/>
              <a:buChar char="•"/>
            </a:pPr>
            <a:r>
              <a:rPr lang="en-US" sz="1200" b="0" kern="1200" baseline="0" dirty="0">
                <a:solidFill>
                  <a:schemeClr val="tx1"/>
                </a:solidFill>
                <a:ea typeface="+mn-ea"/>
                <a:cs typeface="+mn-cs"/>
              </a:rPr>
              <a:t>https://blogs.vmware.com/cloud-foundation/2025/08/20/save-costs-and-scale-efficiently-with-vsan-deduplication-in-vmware-cloud-foundation-9-0/ </a:t>
            </a:r>
          </a:p>
          <a:p>
            <a:endParaRPr lang="en-US" dirty="0"/>
          </a:p>
        </p:txBody>
      </p:sp>
      <p:sp>
        <p:nvSpPr>
          <p:cNvPr id="4" name="Slide Number Placeholder 3"/>
          <p:cNvSpPr>
            <a:spLocks noGrp="1"/>
          </p:cNvSpPr>
          <p:nvPr>
            <p:ph type="sldNum" sz="quarter" idx="5"/>
          </p:nvPr>
        </p:nvSpPr>
        <p:spPr/>
        <p:txBody>
          <a:bodyPr/>
          <a:lstStyle/>
          <a:p>
            <a:fld id="{9F4FBC3A-A12C-40F9-BB8D-BC30C7901396}" type="slidenum">
              <a:rPr lang="en-US" smtClean="0"/>
              <a:pPr/>
              <a:t>6</a:t>
            </a:fld>
            <a:endParaRPr lang="en-US" dirty="0"/>
          </a:p>
        </p:txBody>
      </p:sp>
    </p:spTree>
    <p:extLst>
      <p:ext uri="{BB962C8B-B14F-4D97-AF65-F5344CB8AC3E}">
        <p14:creationId xmlns:p14="http://schemas.microsoft.com/office/powerpoint/2010/main" val="249183233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47500" lnSpcReduction="20000"/>
          </a:bodyPr>
          <a:lstStyle/>
          <a:p>
            <a:r>
              <a:rPr lang="en-US" sz="1200" b="1" dirty="0"/>
              <a:t>Key Message/Talk track:</a:t>
            </a:r>
          </a:p>
          <a:p>
            <a:r>
              <a:rPr lang="en-US" sz="1200" b="0" dirty="0"/>
              <a:t>A cyber recovery plan not only must include a solution that can deliver specific capabilities to mitigate cyber threats, but also must be cost-effective.  In parallel with all the cyber recovery enhancements announced with VCF 9.1, we are also announcing a new category of vSAN ReadyNodes that are certified for cyber recovery environments.  These ReadyNodes have a few important distinctions.  First, they have lower CPU requirements, with some ReadyNode profiles requiring 33% fewer CPU cores per host than a comparable ReadyNode certified for vSAN storage clusters.  Next is that they can be built using high capacity QLC storage devices.  QLC storage devices are a high capacity, lower-endurance storage device that serves as an ideal option for less-demanding cyber recovery environments.  </a:t>
            </a:r>
            <a:r>
              <a:rPr lang="en-US" sz="1200" b="1" dirty="0"/>
              <a:t>These new purpose-built ReadyNodes offer high capacity with minimal resources, making them ideal for your cyber recovery environment.</a:t>
            </a:r>
          </a:p>
          <a:p>
            <a:r>
              <a:rPr lang="en-US" sz="1200" dirty="0"/>
              <a:t>----------------------------------</a:t>
            </a:r>
          </a:p>
          <a:p>
            <a:r>
              <a:rPr lang="en-US" sz="1200" b="1" dirty="0"/>
              <a:t>Overview:</a:t>
            </a:r>
          </a:p>
          <a:p>
            <a:pPr marL="171450" indent="-171450">
              <a:buFont typeface="Arial" panose="020B0604020202020204" pitchFamily="34" charset="0"/>
              <a:buChar char="•"/>
            </a:pPr>
            <a:r>
              <a:rPr lang="en-US" b="1" dirty="0"/>
              <a:t>New ReadyNodes </a:t>
            </a:r>
            <a:r>
              <a:rPr lang="en-US" dirty="0"/>
              <a:t>tailored specifically for </a:t>
            </a:r>
            <a:r>
              <a:rPr lang="en-US" b="1" dirty="0"/>
              <a:t>Cyber Recovery </a:t>
            </a:r>
            <a:r>
              <a:rPr lang="en-US" dirty="0"/>
              <a:t>environments</a:t>
            </a:r>
          </a:p>
          <a:p>
            <a:pPr marL="171450" indent="-171450">
              <a:buFont typeface="Arial" panose="020B0604020202020204" pitchFamily="34" charset="0"/>
              <a:buChar char="•"/>
            </a:pPr>
            <a:r>
              <a:rPr lang="en-US" dirty="0"/>
              <a:t>Efficient, cost-optimized configurations</a:t>
            </a:r>
          </a:p>
          <a:p>
            <a:pPr marL="628650" lvl="1" indent="-171450">
              <a:buFont typeface="Arial" panose="020B0604020202020204" pitchFamily="34" charset="0"/>
              <a:buChar char="•"/>
            </a:pPr>
            <a:r>
              <a:rPr lang="en-US" dirty="0"/>
              <a:t>Value-based, high-density QLC storage devices</a:t>
            </a:r>
          </a:p>
          <a:p>
            <a:pPr marL="628650" lvl="1" indent="-171450">
              <a:buFont typeface="Arial" panose="020B0604020202020204" pitchFamily="34" charset="0"/>
              <a:buChar char="•"/>
            </a:pPr>
            <a:r>
              <a:rPr lang="en-US" dirty="0"/>
              <a:t>Lower CPU minimums</a:t>
            </a:r>
          </a:p>
          <a:p>
            <a:pPr marL="171450" indent="-171450">
              <a:buFont typeface="Arial" panose="020B0604020202020204" pitchFamily="34" charset="0"/>
              <a:buChar char="•"/>
            </a:pPr>
            <a:r>
              <a:rPr lang="en-US" dirty="0"/>
              <a:t>Create a </a:t>
            </a:r>
            <a:r>
              <a:rPr lang="en-US" b="1" dirty="0"/>
              <a:t>secure recovery environment </a:t>
            </a:r>
            <a:r>
              <a:rPr lang="en-US" dirty="0"/>
              <a:t>for </a:t>
            </a:r>
            <a:r>
              <a:rPr lang="en-US" b="1" dirty="0"/>
              <a:t>ransomware protection </a:t>
            </a:r>
            <a:r>
              <a:rPr lang="en-US" dirty="0"/>
              <a:t>through VMware Advanced Cyber Compliance (ACC)</a:t>
            </a:r>
          </a:p>
          <a:p>
            <a:pPr marL="171450" indent="-171450">
              <a:buFont typeface="Arial" panose="020B0604020202020204" pitchFamily="34" charset="0"/>
              <a:buChar char="•"/>
            </a:pPr>
            <a:r>
              <a:rPr lang="en-US" dirty="0"/>
              <a:t>Deploy as an </a:t>
            </a:r>
            <a:r>
              <a:rPr lang="en-US" b="1" dirty="0"/>
              <a:t>HCI cluster </a:t>
            </a:r>
            <a:r>
              <a:rPr lang="en-US" dirty="0"/>
              <a:t>or </a:t>
            </a:r>
            <a:r>
              <a:rPr lang="en-US" b="1" dirty="0"/>
              <a:t>storage cluster </a:t>
            </a:r>
            <a:r>
              <a:rPr lang="en-US" dirty="0"/>
              <a:t>using built-in provisioning workflows</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Prior to vSAN in VCF 9.1, vSAN ReadyNodes are available for two specific deployment models:  Aggregated vSAN HCI clusters, and disaggregated vSAN Storage Clusters.  Paired with the recent simplification of </a:t>
            </a:r>
            <a:r>
              <a:rPr lang="en-US" b="0" dirty="0" err="1"/>
              <a:t>Readynodes</a:t>
            </a:r>
            <a:r>
              <a:rPr lang="en-US" b="0" dirty="0"/>
              <a:t>, and the lowering of hardware requirements, this has offered a much clearer path for customers to select the ReadyNode that is best suited for their use. (see post below for more details).  While this has been a welcomed simplification, the existing ReadyNodes do not reflect a cost optimized configuration that would be ideal for Cyber Recovery uses.  </a:t>
            </a:r>
          </a:p>
          <a:p>
            <a:pPr marL="171450" indent="-171450">
              <a:buFont typeface="Arial" panose="020B0604020202020204" pitchFamily="34" charset="0"/>
              <a:buChar char="•"/>
            </a:pPr>
            <a:r>
              <a:rPr lang="en-US" b="0" dirty="0"/>
              <a:t>The release of vSAN in VCF 9.1 coincides with the announcement of ReadyNodes available for a third deployment model:  Cyber Recovery.  These are cost-optimized ReadyNode configurations that are ideal for cyber recovery scenarios.  When compared to the other ReadyNodes for vSAN HCI and vSAN storage clusters, they require fewer CPU cores, less RAM, and can use value-based, high-density QLC storage devices.  </a:t>
            </a:r>
          </a:p>
          <a:p>
            <a:pPr marL="171450" indent="-171450">
              <a:buFont typeface="Arial" panose="020B0604020202020204" pitchFamily="34" charset="0"/>
              <a:buChar char="•"/>
            </a:pPr>
            <a:r>
              <a:rPr lang="en-US" b="0" dirty="0"/>
              <a:t>Just as with the vSAN HCI ReadyNodes and the vSAN Storage Cluster ReadyNodes, the Cyber Recovery ReadyNodes will come in three sizes:</a:t>
            </a:r>
          </a:p>
          <a:p>
            <a:pPr marL="628650" lvl="1" indent="-171450">
              <a:buFont typeface="Arial" panose="020B0604020202020204" pitchFamily="34" charset="0"/>
              <a:buChar char="•"/>
            </a:pPr>
            <a:r>
              <a:rPr lang="en-US" b="0" dirty="0"/>
              <a:t>CyberRecovery-SM</a:t>
            </a:r>
          </a:p>
          <a:p>
            <a:pPr marL="628650" lvl="1" indent="-171450">
              <a:buFont typeface="Arial" panose="020B0604020202020204" pitchFamily="34" charset="0"/>
              <a:buChar char="•"/>
            </a:pPr>
            <a:r>
              <a:rPr lang="en-US" b="0" dirty="0"/>
              <a:t>CyberRecovery-MED</a:t>
            </a:r>
          </a:p>
          <a:p>
            <a:pPr marL="628650" lvl="1" indent="-171450">
              <a:buFont typeface="Arial" panose="020B0604020202020204" pitchFamily="34" charset="0"/>
              <a:buChar char="•"/>
            </a:pPr>
            <a:r>
              <a:rPr lang="en-US" b="0" dirty="0"/>
              <a:t>CyberRecovery-LRG</a:t>
            </a:r>
          </a:p>
          <a:p>
            <a:pPr marL="171450" indent="-171450">
              <a:buFont typeface="Arial" panose="020B0604020202020204" pitchFamily="34" charset="0"/>
              <a:buChar char="•"/>
            </a:pPr>
            <a:r>
              <a:rPr lang="en-US" b="0" dirty="0"/>
              <a:t>These ReadyNodes certified for Cyber Recovery were intended to be run as a dedicated storage cluster.  As a result, the specifications are roughly based on the ReadyNodes for vSAN storage clusters, but have had reductions made in CPU and RAM, and increases made to storage density. They were not intended to run production workloads on the storage cluster, although it can be used for cyber recovery cleaning in temporary durations while the source site is unavailable due to a cyber event.  For practical purposes, the limited amount of CPU and RAM will limit their abilities beyond a storage-only role.</a:t>
            </a:r>
          </a:p>
          <a:p>
            <a:pPr marL="171450" indent="-171450">
              <a:buFont typeface="Arial" panose="020B0604020202020204" pitchFamily="34" charset="0"/>
              <a:buChar char="•"/>
            </a:pPr>
            <a:r>
              <a:rPr lang="en-US" b="0" dirty="0"/>
              <a:t>Just as with TLC storage devices, QLC device certification support will depend on the vendor providing the ReadyNode.</a:t>
            </a:r>
          </a:p>
          <a:p>
            <a:pPr marL="171450" indent="-171450">
              <a:buFont typeface="Arial" panose="020B0604020202020204" pitchFamily="34" charset="0"/>
              <a:buChar char="•"/>
            </a:pPr>
            <a:r>
              <a:rPr lang="en-US" b="0" dirty="0"/>
              <a:t>The maximum supported capacity per QLC storage device is 30.72TB.  This is approximately 2x the capacity of the highest density TLC storage devices for the other ReadyNodes.</a:t>
            </a:r>
          </a:p>
          <a:p>
            <a:pPr marL="171450" indent="-171450">
              <a:buFont typeface="Arial" panose="020B0604020202020204" pitchFamily="34" charset="0"/>
              <a:buChar char="•"/>
            </a:pPr>
            <a:r>
              <a:rPr lang="en-US" b="1" dirty="0"/>
              <a:t>QLC devices have a MUCH lower endurance rating than their TLC counterparts.  </a:t>
            </a:r>
            <a:r>
              <a:rPr lang="en-US" b="0" dirty="0"/>
              <a:t>As a result, they are being </a:t>
            </a:r>
            <a:r>
              <a:rPr lang="en-US" b="1" dirty="0"/>
              <a:t>primarily positioned for used with Cyber-Recovery clusters</a:t>
            </a:r>
            <a:r>
              <a:rPr lang="en-US" b="0" dirty="0"/>
              <a:t>, that do not anticipate a high frequency of write operations.  QLC devices may be potentially used for other use cases, but this is subject to additional requirements and restrictions by Product Management.  For now, it is best to consider QLC devices only for Cyber Recovery environments.</a:t>
            </a:r>
          </a:p>
          <a:p>
            <a:pPr marL="171450" indent="-171450">
              <a:buFont typeface="Arial" panose="020B0604020202020204" pitchFamily="34" charset="0"/>
              <a:buChar char="•"/>
            </a:pPr>
            <a:r>
              <a:rPr lang="en-US" b="0" dirty="0"/>
              <a:t>As with ReadyNodes intended for other deployment types, the minimum memory per host is somewhat dependent on the number of storage devices claimed by vSAN in that host.  If you increase the number of storage devices beyond the maximum listed for a given ReadyNode profile, you may need to add more RAM that is appropriate for the number of storage devices. </a:t>
            </a:r>
          </a:p>
          <a:p>
            <a:pPr marL="171450" indent="-171450">
              <a:buFont typeface="Arial" panose="020B0604020202020204" pitchFamily="34" charset="0"/>
              <a:buChar char="•"/>
            </a:pPr>
            <a:r>
              <a:rPr lang="en-US" b="0" dirty="0"/>
              <a:t>The final details of the ReadyNodes for Cyber Recovery are TBD, but will be available on the “</a:t>
            </a:r>
            <a:r>
              <a:rPr lang="en-US" sz="1200" b="0" i="0" kern="1200" dirty="0">
                <a:solidFill>
                  <a:schemeClr val="tx1"/>
                </a:solidFill>
                <a:effectLst/>
                <a:latin typeface="+mn-lt"/>
                <a:ea typeface="+mn-ea"/>
                <a:cs typeface="+mn-cs"/>
              </a:rPr>
              <a:t>vSAN ESA ReadyNode Hardware Guidance” at the link provided below.</a:t>
            </a:r>
          </a:p>
          <a:p>
            <a:pPr marL="171450" indent="-171450">
              <a:buFont typeface="Arial" panose="020B0604020202020204" pitchFamily="34" charset="0"/>
              <a:buChar char="•"/>
            </a:pPr>
            <a:r>
              <a:rPr lang="en-US" sz="1200" b="0" i="0" kern="1200" dirty="0">
                <a:solidFill>
                  <a:schemeClr val="tx1"/>
                </a:solidFill>
                <a:effectLst/>
                <a:latin typeface="+mn-lt"/>
                <a:ea typeface="+mn-ea"/>
                <a:cs typeface="+mn-cs"/>
              </a:rPr>
              <a:t>Proper cyber recovery designs may be forthcoming.  This will assist customers in understanding what various recovery environments may look like, including:</a:t>
            </a:r>
          </a:p>
          <a:p>
            <a:pPr marL="628650" lvl="1" indent="-171450">
              <a:buFont typeface="Arial" panose="020B0604020202020204" pitchFamily="34" charset="0"/>
              <a:buChar char="•"/>
            </a:pPr>
            <a:r>
              <a:rPr lang="en-US" sz="1200" b="0" i="0" kern="1200" dirty="0">
                <a:solidFill>
                  <a:schemeClr val="tx1"/>
                </a:solidFill>
                <a:effectLst/>
                <a:latin typeface="+mn-lt"/>
                <a:ea typeface="+mn-ea"/>
                <a:cs typeface="+mn-cs"/>
              </a:rPr>
              <a:t>Minimally viable</a:t>
            </a:r>
          </a:p>
          <a:p>
            <a:pPr marL="628650" lvl="1" indent="-171450">
              <a:buFont typeface="Arial" panose="020B0604020202020204" pitchFamily="34" charset="0"/>
              <a:buChar char="•"/>
            </a:pPr>
            <a:r>
              <a:rPr lang="en-US" sz="1200" b="0" i="0" kern="1200" dirty="0">
                <a:solidFill>
                  <a:schemeClr val="tx1"/>
                </a:solidFill>
                <a:effectLst/>
                <a:latin typeface="+mn-lt"/>
                <a:ea typeface="+mn-ea"/>
                <a:cs typeface="+mn-cs"/>
              </a:rPr>
              <a:t>Ideal design based on the size of the source environment.</a:t>
            </a:r>
          </a:p>
          <a:p>
            <a:pPr marL="628650" lvl="1" indent="-171450">
              <a:buFont typeface="Arial" panose="020B0604020202020204" pitchFamily="34" charset="0"/>
              <a:buChar char="•"/>
            </a:pPr>
            <a:r>
              <a:rPr lang="en-US" sz="1200" b="0" i="0" kern="1200" dirty="0">
                <a:solidFill>
                  <a:schemeClr val="tx1"/>
                </a:solidFill>
                <a:effectLst/>
                <a:latin typeface="+mn-lt"/>
                <a:ea typeface="+mn-ea"/>
                <a:cs typeface="+mn-cs"/>
              </a:rPr>
              <a:t>Other design options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For Reference, here is a brief overview of licensing as it relates to protection capabilities. See the appropriate licensing guides for more details.</a:t>
            </a:r>
          </a:p>
          <a:p>
            <a:pPr marL="628650" lvl="1" indent="-171450">
              <a:buFont typeface="Arial" panose="020B0604020202020204" pitchFamily="34" charset="0"/>
              <a:buChar char="•"/>
            </a:pPr>
            <a:r>
              <a:rPr lang="en-US" b="0" dirty="0"/>
              <a:t>VCF licenses.  Includes local protection through vSAN Protection and Recovery (previously known as “vSAN Data Protection.”) </a:t>
            </a:r>
          </a:p>
          <a:p>
            <a:pPr marL="628650" lvl="1" indent="-171450">
              <a:buFont typeface="Arial" panose="020B0604020202020204" pitchFamily="34" charset="0"/>
              <a:buChar char="•"/>
            </a:pPr>
            <a:r>
              <a:rPr lang="en-US" b="0" dirty="0"/>
              <a:t>VCF + SRM license.  Includes local protection, remote replication, and DR orchestration abilities.</a:t>
            </a:r>
          </a:p>
          <a:p>
            <a:pPr marL="628650" lvl="1" indent="-171450">
              <a:buFont typeface="Arial" panose="020B0604020202020204" pitchFamily="34" charset="0"/>
              <a:buChar char="•"/>
            </a:pPr>
            <a:r>
              <a:rPr lang="en-US" b="0" dirty="0"/>
              <a:t>VCF + ACC.  Includes local protection, DR orchestration that comes with SRM, and full cyber recovery capabilities.</a:t>
            </a:r>
          </a:p>
          <a:p>
            <a:pPr marL="171450" lvl="0" indent="-171450">
              <a:buFont typeface="Arial" panose="020B0604020202020204" pitchFamily="34" charset="0"/>
              <a:buChar char="•"/>
            </a:pPr>
            <a:r>
              <a:rPr lang="en-US" b="0" dirty="0"/>
              <a:t>Note the following naming changes that are now a part of the UI.</a:t>
            </a:r>
          </a:p>
          <a:p>
            <a:pPr marL="628650" lvl="1" indent="-171450">
              <a:buFont typeface="Arial" panose="020B0604020202020204" pitchFamily="34" charset="0"/>
              <a:buChar char="•"/>
            </a:pPr>
            <a:r>
              <a:rPr lang="en-US" b="0" dirty="0"/>
              <a:t>“vSAN Protection and Recovery” replaces “vSAN Data Protection”</a:t>
            </a:r>
          </a:p>
          <a:p>
            <a:pPr marL="1085850" lvl="2" indent="-171450">
              <a:buFont typeface="Arial" panose="020B0604020202020204" pitchFamily="34" charset="0"/>
              <a:buChar char="•"/>
            </a:pPr>
            <a:r>
              <a:rPr lang="en-US" b="0" dirty="0"/>
              <a:t>“vSAN snapshots” and “vSAN replication” can still be used as descriptors.</a:t>
            </a:r>
          </a:p>
          <a:p>
            <a:pPr marL="628650" lvl="1" indent="-171450">
              <a:buFont typeface="Arial" panose="020B0604020202020204" pitchFamily="34" charset="0"/>
              <a:buChar char="•"/>
            </a:pPr>
            <a:r>
              <a:rPr lang="en-US" b="0" dirty="0"/>
              <a:t>“</a:t>
            </a:r>
            <a:r>
              <a:rPr lang="en-US" b="0" dirty="0" err="1"/>
              <a:t>SnapManager</a:t>
            </a:r>
            <a:r>
              <a:rPr lang="en-US" b="0" dirty="0"/>
              <a:t>” is not longer a part of the configuration process.</a:t>
            </a:r>
          </a:p>
          <a:p>
            <a:pPr marL="628650" lvl="1" indent="-171450">
              <a:buFont typeface="Arial" panose="020B0604020202020204" pitchFamily="34" charset="0"/>
              <a:buChar char="•"/>
            </a:pPr>
            <a:r>
              <a:rPr lang="en-US" b="0" dirty="0"/>
              <a:t>“Cyber Recovery” is noted for clusters configured in vSAN Services for this purpose.</a:t>
            </a:r>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Higher density QLC devices will be limited to vSAN ReadyNodes certified for Cyber Recovery because of their much lower endurance rating.</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VMware Advanced Cyber Compliance (ACC) provides a powerful ransomware recovery solution for customers.  The introduction of dedicated ReadyNodes custom tailored for recovery environments means that customers can provide a highly cost optimized recovery infrastructure using software they already know.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i="0" kern="1200" dirty="0">
                <a:solidFill>
                  <a:schemeClr val="tx1"/>
                </a:solidFill>
                <a:effectLst/>
                <a:latin typeface="+mn-lt"/>
                <a:ea typeface="+mn-ea"/>
                <a:cs typeface="+mn-cs"/>
              </a:rPr>
              <a:t>vSAN ESA ReadyNode Hardware Guidance:  </a:t>
            </a:r>
            <a:r>
              <a:rPr lang="en-US" sz="1200" b="0" kern="1200" baseline="0" dirty="0">
                <a:solidFill>
                  <a:schemeClr val="tx1"/>
                </a:solidFill>
                <a:ea typeface="+mn-ea"/>
                <a:cs typeface="+mn-cs"/>
              </a:rPr>
              <a:t> https://</a:t>
            </a:r>
            <a:r>
              <a:rPr lang="en-US" sz="1200" b="0" kern="1200" baseline="0" dirty="0" err="1">
                <a:solidFill>
                  <a:schemeClr val="tx1"/>
                </a:solidFill>
                <a:ea typeface="+mn-ea"/>
                <a:cs typeface="+mn-cs"/>
              </a:rPr>
              <a:t>compatibilityguide.broadcom.com</a:t>
            </a:r>
            <a:r>
              <a:rPr lang="en-US" sz="1200" b="0" kern="1200" baseline="0" dirty="0">
                <a:solidFill>
                  <a:schemeClr val="tx1"/>
                </a:solidFill>
                <a:ea typeface="+mn-ea"/>
                <a:cs typeface="+mn-cs"/>
              </a:rPr>
              <a:t>/pages/</a:t>
            </a:r>
            <a:r>
              <a:rPr lang="en-US" sz="1200" b="0" kern="1200" baseline="0" dirty="0" err="1">
                <a:solidFill>
                  <a:schemeClr val="tx1"/>
                </a:solidFill>
                <a:ea typeface="+mn-ea"/>
                <a:cs typeface="+mn-cs"/>
              </a:rPr>
              <a:t>vsan</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esa</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readynode</a:t>
            </a:r>
            <a:r>
              <a:rPr lang="en-US" sz="1200" b="0" kern="1200" baseline="0" dirty="0">
                <a:solidFill>
                  <a:schemeClr val="tx1"/>
                </a:solidFill>
                <a:ea typeface="+mn-ea"/>
                <a:cs typeface="+mn-cs"/>
              </a:rPr>
              <a:t>-hardware-guidance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kern="1200" baseline="0" dirty="0">
                <a:solidFill>
                  <a:schemeClr val="tx1"/>
                </a:solidFill>
                <a:ea typeface="+mn-ea"/>
                <a:cs typeface="+mn-cs"/>
              </a:rPr>
              <a:t>Blog:  Driving Down Storage Costs with Lower Hardware Requirements for vSAN:  https://blogs.vmware.com/cloud-foundation/2025/11/14/driving-down-storage-costs-with-lower-hardware-requirements-for-vsan/ </a:t>
            </a:r>
          </a:p>
          <a:p>
            <a:endParaRPr lang="en-US" dirty="0"/>
          </a:p>
        </p:txBody>
      </p:sp>
      <p:sp>
        <p:nvSpPr>
          <p:cNvPr id="4" name="Slide Number Placeholder 3"/>
          <p:cNvSpPr>
            <a:spLocks noGrp="1"/>
          </p:cNvSpPr>
          <p:nvPr>
            <p:ph type="sldNum" sz="quarter" idx="5"/>
          </p:nvPr>
        </p:nvSpPr>
        <p:spPr/>
        <p:txBody>
          <a:bodyPr/>
          <a:lstStyle/>
          <a:p>
            <a:fld id="{9F4FBC3A-A12C-40F9-BB8D-BC30C7901396}" type="slidenum">
              <a:rPr lang="en-US" smtClean="0"/>
              <a:pPr/>
              <a:t>7</a:t>
            </a:fld>
            <a:endParaRPr lang="en-US" dirty="0"/>
          </a:p>
        </p:txBody>
      </p:sp>
    </p:spTree>
    <p:extLst>
      <p:ext uri="{BB962C8B-B14F-4D97-AF65-F5344CB8AC3E}">
        <p14:creationId xmlns:p14="http://schemas.microsoft.com/office/powerpoint/2010/main" val="422854080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10000"/>
          </a:bodyPr>
          <a:lstStyle/>
          <a:p>
            <a:r>
              <a:rPr lang="en-US" sz="1200" b="1" dirty="0"/>
              <a:t>Key Message/Talk track:</a:t>
            </a:r>
          </a:p>
          <a:p>
            <a:r>
              <a:rPr lang="en-US" sz="1200" b="1" dirty="0"/>
              <a:t>The new hardware guidance for vSAN is not only lower than ever, but also easier than ever.  </a:t>
            </a:r>
            <a:r>
              <a:rPr lang="en-US" sz="1200" b="0" dirty="0"/>
              <a:t>Simply choose a deployment type that you are interested, such as aggregated vSAN HCI, vSAN storage clusters, or a cyber recovery cluster, and select one of three performance profile sizes that will guide you toward a properly configured server for vSAN.  These all-new lower requirements apply to new and existing ReadyNode configuration running vSAN ESA 8.0 and newer, and they also apply to existing servers that have been retrofitted for vSAN ESA.</a:t>
            </a:r>
          </a:p>
          <a:p>
            <a:r>
              <a:rPr lang="en-US" sz="1200" dirty="0"/>
              <a:t>----------------------------------</a:t>
            </a:r>
          </a:p>
          <a:p>
            <a:r>
              <a:rPr lang="en-US" sz="1200" b="1" dirty="0"/>
              <a:t>Overview:</a:t>
            </a:r>
          </a:p>
          <a:p>
            <a:pPr marL="171450" indent="-171450">
              <a:buFont typeface="Arial" panose="020B0604020202020204" pitchFamily="34" charset="0"/>
              <a:buChar char="•"/>
            </a:pPr>
            <a:r>
              <a:rPr lang="en-US" dirty="0"/>
              <a:t>Three profiles (small, medium &amp; large) for </a:t>
            </a:r>
            <a:r>
              <a:rPr lang="en-US" b="1" dirty="0"/>
              <a:t>three deployment types</a:t>
            </a:r>
          </a:p>
          <a:p>
            <a:pPr marL="628650" lvl="1" indent="-171450">
              <a:buFont typeface="Arial" panose="020B0604020202020204" pitchFamily="34" charset="0"/>
              <a:buChar char="•"/>
            </a:pPr>
            <a:r>
              <a:rPr lang="en-US" dirty="0"/>
              <a:t>vSAN HCI clusters</a:t>
            </a:r>
          </a:p>
          <a:p>
            <a:pPr marL="628650" lvl="1" indent="-171450">
              <a:buFont typeface="Arial" panose="020B0604020202020204" pitchFamily="34" charset="0"/>
              <a:buChar char="•"/>
            </a:pPr>
            <a:r>
              <a:rPr lang="en-US" dirty="0"/>
              <a:t>vSAN storage clusters</a:t>
            </a:r>
          </a:p>
          <a:p>
            <a:pPr marL="628650" lvl="1" indent="-171450">
              <a:buFont typeface="Arial" panose="020B0604020202020204" pitchFamily="34" charset="0"/>
              <a:buChar char="•"/>
            </a:pPr>
            <a:r>
              <a:rPr lang="en-US" dirty="0"/>
              <a:t>Cyber Recovery clusters</a:t>
            </a:r>
          </a:p>
          <a:p>
            <a:pPr marL="171450" indent="-171450">
              <a:buFont typeface="Arial" panose="020B0604020202020204" pitchFamily="34" charset="0"/>
              <a:buChar char="•"/>
            </a:pPr>
            <a:r>
              <a:rPr lang="en-US" dirty="0"/>
              <a:t>Reduced </a:t>
            </a:r>
            <a:r>
              <a:rPr lang="en-US" b="1" dirty="0"/>
              <a:t>TCO</a:t>
            </a:r>
            <a:r>
              <a:rPr lang="en-US" dirty="0"/>
              <a:t> and </a:t>
            </a:r>
            <a:r>
              <a:rPr lang="en-US" b="1" dirty="0"/>
              <a:t>design requirements</a:t>
            </a:r>
          </a:p>
          <a:p>
            <a:pPr marL="628650" lvl="1" indent="-171450">
              <a:buFont typeface="Arial" panose="020B0604020202020204" pitchFamily="34" charset="0"/>
              <a:buChar char="•"/>
            </a:pPr>
            <a:r>
              <a:rPr lang="en-US" dirty="0"/>
              <a:t>Up to 67% decrease in RAM in some configurations</a:t>
            </a:r>
          </a:p>
          <a:p>
            <a:pPr marL="628650" lvl="1" indent="-171450">
              <a:buFont typeface="Arial" panose="020B0604020202020204" pitchFamily="34" charset="0"/>
              <a:buChar char="•"/>
            </a:pPr>
            <a:r>
              <a:rPr lang="en-US" dirty="0"/>
              <a:t>Up to 33% decrease in CPU cores</a:t>
            </a:r>
            <a:r>
              <a:rPr lang="en-US" b="1" dirty="0"/>
              <a:t> </a:t>
            </a:r>
            <a:r>
              <a:rPr lang="en-US" dirty="0"/>
              <a:t>in some configurations</a:t>
            </a:r>
          </a:p>
          <a:p>
            <a:pPr marL="171450" indent="-171450">
              <a:buFont typeface="Arial" panose="020B0604020202020204" pitchFamily="34" charset="0"/>
              <a:buChar char="•"/>
            </a:pPr>
            <a:r>
              <a:rPr lang="en-US" dirty="0"/>
              <a:t>Applies to all </a:t>
            </a:r>
            <a:r>
              <a:rPr lang="en-US" b="1" dirty="0"/>
              <a:t>new and existing configurations</a:t>
            </a:r>
            <a:r>
              <a:rPr lang="en-US" dirty="0"/>
              <a:t> using vSAN ESA 8.0 and newer</a:t>
            </a:r>
          </a:p>
          <a:p>
            <a:pPr marL="0" indent="0">
              <a:spcBef>
                <a:spcPts val="1779"/>
              </a:spcBef>
              <a:buFont typeface="Arial" panose="020B0604020202020204" pitchFamily="34" charset="0"/>
              <a:buNone/>
            </a:pPr>
            <a:r>
              <a:rPr lang="en-US" dirty="0"/>
              <a:t>----------------------------------</a:t>
            </a:r>
          </a:p>
          <a:p>
            <a:r>
              <a:rPr lang="en-US" b="1" dirty="0"/>
              <a:t>Details:</a:t>
            </a:r>
          </a:p>
          <a:p>
            <a:r>
              <a:rPr lang="en-US" b="0" dirty="0"/>
              <a:t>See links below for additional details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i="0" kern="1200" dirty="0">
                <a:solidFill>
                  <a:schemeClr val="tx1"/>
                </a:solidFill>
                <a:effectLst/>
                <a:latin typeface="+mn-lt"/>
                <a:ea typeface="+mn-ea"/>
                <a:cs typeface="+mn-cs"/>
              </a:rPr>
              <a:t>Driving Down Storage Costs with Lower Hardware Requirements for vSAN</a:t>
            </a:r>
            <a:r>
              <a:rPr lang="en-US" dirty="0"/>
              <a:t>:  https://blogs.vmware.com/cloud-foundation/2025/11/14/driving-down-storage-costs-with-lower-hardware-requirements-for-vsan/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t>vSAN ESA Hardware Guidance:  https://</a:t>
            </a:r>
            <a:r>
              <a:rPr lang="en-US" dirty="0" err="1"/>
              <a:t>compatibilityguide.broadcom.com</a:t>
            </a:r>
            <a:r>
              <a:rPr lang="en-US" dirty="0"/>
              <a:t>/pages/</a:t>
            </a:r>
            <a:r>
              <a:rPr lang="en-US" dirty="0" err="1"/>
              <a:t>vsan</a:t>
            </a:r>
            <a:r>
              <a:rPr lang="en-US" dirty="0"/>
              <a:t>-</a:t>
            </a:r>
            <a:r>
              <a:rPr lang="en-US" dirty="0" err="1"/>
              <a:t>esa</a:t>
            </a:r>
            <a:r>
              <a:rPr lang="en-US" dirty="0"/>
              <a:t>-</a:t>
            </a:r>
            <a:r>
              <a:rPr lang="en-US" dirty="0" err="1"/>
              <a:t>readynode</a:t>
            </a:r>
            <a:r>
              <a:rPr lang="en-US" dirty="0"/>
              <a:t>-hardware-guidance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t>https://blogs.vmware.com/cloud-foundation/2026/02/25/the-2026-structural-supply-crisis-why-vmware-cloud-foundation-is-the-answer-to-the-2026-hardware-crunch/</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t>https://</a:t>
            </a:r>
            <a:r>
              <a:rPr lang="en-US" dirty="0" err="1"/>
              <a:t>www.vmware.com</a:t>
            </a:r>
            <a:r>
              <a:rPr lang="en-US" dirty="0"/>
              <a:t>/docs/</a:t>
            </a:r>
            <a:r>
              <a:rPr lang="en-US" dirty="0" err="1"/>
              <a:t>vmw</a:t>
            </a:r>
            <a:r>
              <a:rPr lang="en-US" dirty="0"/>
              <a:t>-repurpose-</a:t>
            </a:r>
            <a:r>
              <a:rPr lang="en-US" dirty="0" err="1"/>
              <a:t>esxi</a:t>
            </a:r>
            <a:r>
              <a:rPr lang="en-US" dirty="0"/>
              <a:t>-servers-for-</a:t>
            </a:r>
            <a:r>
              <a:rPr lang="en-US" dirty="0" err="1"/>
              <a:t>vmware</a:t>
            </a:r>
            <a:r>
              <a:rPr lang="en-US" dirty="0"/>
              <a:t>-</a:t>
            </a:r>
            <a:r>
              <a:rPr lang="en-US" dirty="0" err="1"/>
              <a:t>vsan-faq</a:t>
            </a: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fld id="{9F4FBC3A-A12C-40F9-BB8D-BC30C7901396}" type="slidenum">
              <a:rPr lang="en-US" smtClean="0"/>
              <a:pPr/>
              <a:t>8</a:t>
            </a:fld>
            <a:endParaRPr lang="en-US" dirty="0"/>
          </a:p>
        </p:txBody>
      </p:sp>
    </p:spTree>
    <p:extLst>
      <p:ext uri="{BB962C8B-B14F-4D97-AF65-F5344CB8AC3E}">
        <p14:creationId xmlns:p14="http://schemas.microsoft.com/office/powerpoint/2010/main" val="57876900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4149D6-948D-1E2D-EBB2-A96F1535A0A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509BB19-E2BC-7D4A-9705-45EF92ADD98B}"/>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5E6AFB6-9242-9C85-D451-4631F4EA93AC}"/>
              </a:ext>
            </a:extLst>
          </p:cNvPr>
          <p:cNvSpPr>
            <a:spLocks noGrp="1"/>
          </p:cNvSpPr>
          <p:nvPr>
            <p:ph type="body" idx="1"/>
          </p:nvPr>
        </p:nvSpPr>
        <p:spPr/>
        <p:txBody>
          <a:bodyPr>
            <a:normAutofit fontScale="55000" lnSpcReduction="20000"/>
          </a:bodyPr>
          <a:lstStyle/>
          <a:p>
            <a:r>
              <a:rPr lang="en-US" sz="1200" b="1" dirty="0"/>
              <a:t>Key Message/Talk track:</a:t>
            </a:r>
          </a:p>
          <a:p>
            <a:r>
              <a:rPr lang="en-US" sz="1200" b="0" dirty="0"/>
              <a:t>With vSAN in VCF 9.1, we’ve significantly improved the ability mount vSAN datastores regardless of whether the cluster is the older vSAN OSA or the much newer vSAN ESA.    This new flexibility means that vSAN OSA clusters can mount remote vSAN OSA and vSAN ESA datastores concurrently, and vice versa.  vSphere clusters that mount vSAN datastores can also mount legacy vSAN OSA clusters and newer vSAN ESA clusters at the same time.  </a:t>
            </a:r>
            <a:r>
              <a:rPr lang="en-US" sz="1200" b="1" dirty="0"/>
              <a:t>By allowing the ability to connect to these two types of datastores simultaneously, this enhancement is especially helpful to environments that are wanting to migrate data easily from their older vSAN OSA clusters to newer ESA-powered vSAN storage clusters.</a:t>
            </a:r>
            <a:endParaRPr lang="en-US" sz="1200" b="0" dirty="0"/>
          </a:p>
          <a:p>
            <a:r>
              <a:rPr lang="en-US" sz="1200" dirty="0"/>
              <a:t>----------------------------------</a:t>
            </a:r>
          </a:p>
          <a:p>
            <a:r>
              <a:rPr lang="en-US" sz="1200" b="1" dirty="0"/>
              <a:t>Overview:</a:t>
            </a:r>
          </a:p>
          <a:p>
            <a:pPr marL="171450" indent="-171450">
              <a:buFont typeface="Arial" panose="020B0604020202020204" pitchFamily="34" charset="0"/>
              <a:buChar char="•"/>
            </a:pPr>
            <a:r>
              <a:rPr lang="en-US" b="1" dirty="0"/>
              <a:t>vSAN and vSphere clusters </a:t>
            </a:r>
            <a:r>
              <a:rPr lang="en-US" dirty="0"/>
              <a:t>can mount remote vSAN datastores </a:t>
            </a:r>
            <a:r>
              <a:rPr lang="en-US" b="1" dirty="0"/>
              <a:t>regardless of architecture</a:t>
            </a:r>
          </a:p>
          <a:p>
            <a:pPr marL="628650" lvl="1" indent="-171450">
              <a:buFont typeface="Arial" panose="020B0604020202020204" pitchFamily="34" charset="0"/>
              <a:buChar char="•"/>
            </a:pPr>
            <a:r>
              <a:rPr lang="en-US" dirty="0"/>
              <a:t>OSA to ESA &amp; OSA concurrently</a:t>
            </a:r>
          </a:p>
          <a:p>
            <a:pPr marL="628650" lvl="1" indent="-171450">
              <a:buFont typeface="Arial" panose="020B0604020202020204" pitchFamily="34" charset="0"/>
              <a:buChar char="•"/>
            </a:pPr>
            <a:r>
              <a:rPr lang="en-US" dirty="0"/>
              <a:t>ESA to OSA &amp; ESA concurrently</a:t>
            </a:r>
          </a:p>
          <a:p>
            <a:pPr marL="628650" lvl="1" indent="-171450">
              <a:buFont typeface="Arial" panose="020B0604020202020204" pitchFamily="34" charset="0"/>
              <a:buChar char="•"/>
            </a:pPr>
            <a:r>
              <a:rPr lang="en-US" dirty="0"/>
              <a:t>Compute clusters to OSA &amp; ESA concurrently</a:t>
            </a:r>
          </a:p>
          <a:p>
            <a:pPr marL="171450" indent="-171450">
              <a:buFont typeface="Arial" panose="020B0604020202020204" pitchFamily="34" charset="0"/>
              <a:buChar char="•"/>
            </a:pPr>
            <a:r>
              <a:rPr lang="en-US" dirty="0"/>
              <a:t>Supports mounting </a:t>
            </a:r>
            <a:r>
              <a:rPr lang="en-US" b="1" dirty="0"/>
              <a:t>within and across vCenter Servers</a:t>
            </a:r>
          </a:p>
          <a:p>
            <a:pPr marL="171450" indent="-171450">
              <a:buFont typeface="Arial" panose="020B0604020202020204" pitchFamily="34" charset="0"/>
              <a:buChar char="•"/>
            </a:pPr>
            <a:r>
              <a:rPr lang="en-US" b="1" dirty="0"/>
              <a:t>Easier migration of data </a:t>
            </a:r>
            <a:r>
              <a:rPr lang="en-US" dirty="0"/>
              <a:t>between OSA and ESA datastores</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The mounting of remote datastores has been an important feature for vSAN customers who wish to borrow storage resources from one vSAN cluster to another, or provide centralized shared storage through a vSAN storage cluster deployment.  In versions prior to vSAN in VCF 9.1, the support of what can be mounted has been mutually exclusive.  OSA to OSA.  ESA to ESA, with no ability to mount both types concurrently.  Furthermore, vSphere clusters (“compute clusters”) mounting a remote datastore could only mount one or the other, but not both types.  While vSAN ESA is the future, this inability to support the mounting of both types of datastores has been challenging for our customers to adopt vSAN in the manner they wish.</a:t>
            </a:r>
          </a:p>
          <a:p>
            <a:pPr marL="171450" indent="-171450">
              <a:buFont typeface="Arial" panose="020B0604020202020204" pitchFamily="34" charset="0"/>
              <a:buChar char="•"/>
            </a:pPr>
            <a:r>
              <a:rPr lang="en-US" b="0" dirty="0"/>
              <a:t>vSAN in VCF 9.1 introduced the ability to mount remote vSAN datastores regardless of the architecture (OSA or ESA).  This unlocks the ability for customers to mount vSAN datastores under a number of conditions that were previously impossible.  </a:t>
            </a:r>
          </a:p>
          <a:p>
            <a:pPr marL="171450" indent="-171450">
              <a:buFont typeface="Arial" panose="020B0604020202020204" pitchFamily="34" charset="0"/>
              <a:buChar char="•"/>
            </a:pPr>
            <a:r>
              <a:rPr lang="en-US" b="0" dirty="0"/>
              <a:t>The </a:t>
            </a:r>
            <a:r>
              <a:rPr lang="en-US" b="1" dirty="0"/>
              <a:t>new</a:t>
            </a:r>
            <a:r>
              <a:rPr lang="en-US" b="0" dirty="0"/>
              <a:t> supported connection types include, but are not limited to:</a:t>
            </a:r>
          </a:p>
          <a:p>
            <a:pPr marL="628650" lvl="1" indent="-171450">
              <a:buFont typeface="Arial" panose="020B0604020202020204" pitchFamily="34" charset="0"/>
              <a:buChar char="•"/>
            </a:pPr>
            <a:r>
              <a:rPr lang="en-US" b="0" dirty="0"/>
              <a:t>vSAN OSA cluster mounting a datastore provided by an ESA cluster(s) (and other OSA clusters concurrently)</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vSAN ESA cluster mounting a datastore provided by an OSA cluster(s) (and other ESA clusters concurrently)</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vSphere clusters (aka vSAN compute clusters) mounting  a datastore provided by an OSA and/or ESA clusters concurrently.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This capability will allow a customer to move away from legacy OSA clusters to an ESA cluster more easily.  The following are a few examples: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Example #1:  Migrate from an OSA-based vSAN HCI cluster to an ESA-based vSAN HCI cluster.</a:t>
            </a:r>
          </a:p>
          <a:p>
            <a:pPr marL="1143000" marR="0" lvl="2"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b="0" u="none" dirty="0"/>
              <a:t>Mount OSA cluster to ESA cluster</a:t>
            </a:r>
          </a:p>
          <a:p>
            <a:pPr marL="1143000" marR="0" lvl="2"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b="0" u="none" dirty="0"/>
              <a:t>vMotion workloads from OSA to ESA as desired</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Example #2:  Migrate from an OSA-based vSAN HCI cluster running to an ESA-based vSAN storage cluster.</a:t>
            </a:r>
          </a:p>
          <a:p>
            <a:pPr marL="1143000" marR="0" lvl="2"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b="0" u="none" dirty="0"/>
              <a:t>Ensure new storage cluster has vSphere clusters (aka “vSAN compute only clusters) mounting the storage cluster’s datastore.</a:t>
            </a:r>
          </a:p>
          <a:p>
            <a:pPr marL="1143000" marR="0" lvl="2"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b="0" u="none" dirty="0"/>
              <a:t>Mount OSA cluster to compute only cluster</a:t>
            </a:r>
          </a:p>
          <a:p>
            <a:pPr marL="1143000" marR="0" lvl="2"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b="0" u="none" dirty="0"/>
              <a:t>Storage vMotion data from OSA to the ESA-based storage cluster</a:t>
            </a:r>
          </a:p>
          <a:p>
            <a:pPr marL="1143000" marR="0" lvl="2"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b="0" u="none" dirty="0"/>
              <a:t>vMotion VM instances from older OSA cluster to compute clusters.</a:t>
            </a:r>
          </a:p>
          <a:p>
            <a:pPr marL="171450" lvl="0" indent="-171450">
              <a:buFont typeface="Arial" panose="020B0604020202020204" pitchFamily="34" charset="0"/>
              <a:buChar char="•"/>
            </a:pPr>
            <a:r>
              <a:rPr lang="en-US" b="0" dirty="0"/>
              <a:t>Since ESA and OSA use different data structures, some elements may prevent </a:t>
            </a:r>
          </a:p>
          <a:p>
            <a:pPr marL="0" indent="0">
              <a:buFont typeface="Arial" panose="020B0604020202020204" pitchFamily="34" charset="0"/>
              <a:buNone/>
            </a:pPr>
            <a:r>
              <a:rPr lang="en-US" b="1" u="sng" dirty="0"/>
              <a:t>Limitations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With this initial release, the client clusters and the server clusters will require vSphere/vSAN 9.1.  This is subject to change given additional testing.  </a:t>
            </a:r>
          </a:p>
          <a:p>
            <a:pPr marL="171450" indent="-171450">
              <a:buFont typeface="Arial" panose="020B0604020202020204" pitchFamily="34" charset="0"/>
              <a:buChar char="•"/>
            </a:pPr>
            <a:r>
              <a:rPr lang="en-US" b="0" u="none" dirty="0"/>
              <a:t>vSAN does not support the spanning of a VM across datastores.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vSAN in VCF 9.1 allows you to easily mount datastores powered by older vSAN OSA clusters and newer vSAN ESA clusters simultaneously to aid in migration and resource usage.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p:txBody>
      </p:sp>
      <p:sp>
        <p:nvSpPr>
          <p:cNvPr id="4" name="Slide Number Placeholder 3">
            <a:extLst>
              <a:ext uri="{FF2B5EF4-FFF2-40B4-BE49-F238E27FC236}">
                <a16:creationId xmlns:a16="http://schemas.microsoft.com/office/drawing/2014/main" id="{ED7AA820-878A-C8BA-C737-79DC0745D15B}"/>
              </a:ext>
            </a:extLst>
          </p:cNvPr>
          <p:cNvSpPr>
            <a:spLocks noGrp="1"/>
          </p:cNvSpPr>
          <p:nvPr>
            <p:ph type="sldNum" sz="quarter" idx="5"/>
          </p:nvPr>
        </p:nvSpPr>
        <p:spPr/>
        <p:txBody>
          <a:bodyPr/>
          <a:lstStyle/>
          <a:p>
            <a:fld id="{9F4FBC3A-A12C-40F9-BB8D-BC30C7901396}" type="slidenum">
              <a:rPr lang="en-US" smtClean="0"/>
              <a:pPr/>
              <a:t>9</a:t>
            </a:fld>
            <a:endParaRPr lang="en-US" dirty="0"/>
          </a:p>
        </p:txBody>
      </p:sp>
    </p:spTree>
    <p:extLst>
      <p:ext uri="{BB962C8B-B14F-4D97-AF65-F5344CB8AC3E}">
        <p14:creationId xmlns:p14="http://schemas.microsoft.com/office/powerpoint/2010/main" val="150152852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92ABC5-0012-EFF0-F592-B48A247E1F7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9CF38BF-D82F-B741-23C4-BCE3BB9EA34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7F34912-817F-2FF9-6190-E673DFAE4926}"/>
              </a:ext>
            </a:extLst>
          </p:cNvPr>
          <p:cNvSpPr>
            <a:spLocks noGrp="1"/>
          </p:cNvSpPr>
          <p:nvPr>
            <p:ph type="body" idx="1"/>
          </p:nvPr>
        </p:nvSpPr>
        <p:spPr/>
        <p:txBody>
          <a:bodyPr>
            <a:normAutofit fontScale="40000" lnSpcReduction="20000"/>
          </a:bodyPr>
          <a:lstStyle/>
          <a:p>
            <a:r>
              <a:rPr lang="en-US" sz="1200" b="1" dirty="0"/>
              <a:t>Key Message/Talk track:</a:t>
            </a:r>
          </a:p>
          <a:p>
            <a:r>
              <a:rPr lang="en-US" sz="1200" b="0" dirty="0"/>
              <a:t>In vSAN for VCF 9.1, clustered applications get some much-deserved attention.  We now are including support to dynamically expand – or “hot extend” a shared virtual disks that are being used by clustered applications.  This enhancement applies to cluster applications that use the </a:t>
            </a:r>
            <a:r>
              <a:rPr lang="en-US" sz="1200" b="0" dirty="0" err="1"/>
              <a:t>multiwriter</a:t>
            </a:r>
            <a:r>
              <a:rPr lang="en-US" sz="1200" b="0" dirty="0"/>
              <a:t> flag, like Oracle RAC, as well as applications that use a clustered VMDK that is controlled by SCSI3-PR, such as Windows Server Failover Clusters, or WSFC.  </a:t>
            </a:r>
            <a:r>
              <a:rPr lang="en-US" sz="1200" b="1" dirty="0"/>
              <a:t>For the administrators of these applications, the support of dynamically expanding the virtual disks means they do not have to shut the clustered application down for these types of operations.  </a:t>
            </a:r>
            <a:r>
              <a:rPr lang="en-US" sz="1200" b="0" dirty="0"/>
              <a:t>Another noteworthy enhancement is that with VCF 9.1, you can now deploy these clustered applications through the VM service in VCF Automation.</a:t>
            </a:r>
          </a:p>
          <a:p>
            <a:r>
              <a:rPr lang="en-US" sz="1200" dirty="0"/>
              <a:t>----------------------------------</a:t>
            </a:r>
          </a:p>
          <a:p>
            <a:r>
              <a:rPr lang="en-US" sz="1200" b="1" dirty="0"/>
              <a:t>Overview:</a:t>
            </a:r>
          </a:p>
          <a:p>
            <a:pPr marL="171450" indent="-171450">
              <a:buFont typeface="Arial" panose="020B0604020202020204" pitchFamily="34" charset="0"/>
              <a:buChar char="•"/>
            </a:pPr>
            <a:r>
              <a:rPr lang="en-US" dirty="0"/>
              <a:t>Easy “hot-extend” </a:t>
            </a:r>
            <a:r>
              <a:rPr lang="en-US" b="1" dirty="0"/>
              <a:t>expansion of shared virtual disks</a:t>
            </a:r>
            <a:r>
              <a:rPr lang="en-US" dirty="0"/>
              <a:t> used with clustered applications</a:t>
            </a:r>
          </a:p>
          <a:p>
            <a:pPr marL="171450" indent="-171450">
              <a:buFont typeface="Arial" panose="020B0604020202020204" pitchFamily="34" charset="0"/>
              <a:buChar char="•"/>
            </a:pPr>
            <a:r>
              <a:rPr lang="en-US" dirty="0"/>
              <a:t>Expand shared virtual disks with </a:t>
            </a:r>
            <a:r>
              <a:rPr lang="en-US" b="1" dirty="0"/>
              <a:t>no application downtime</a:t>
            </a:r>
          </a:p>
          <a:p>
            <a:pPr marL="171450" indent="-171450">
              <a:buFont typeface="Arial" panose="020B0604020202020204" pitchFamily="34" charset="0"/>
              <a:buChar char="•"/>
            </a:pPr>
            <a:r>
              <a:rPr lang="en-US" dirty="0"/>
              <a:t>Supports shared disks using</a:t>
            </a:r>
          </a:p>
          <a:p>
            <a:pPr marL="628650" lvl="1" indent="-171450">
              <a:buFont typeface="Arial" panose="020B0604020202020204" pitchFamily="34" charset="0"/>
              <a:buChar char="•"/>
            </a:pPr>
            <a:r>
              <a:rPr lang="en-US" dirty="0"/>
              <a:t>Multiwriter flag – for applications like Oracle RAC</a:t>
            </a:r>
          </a:p>
          <a:p>
            <a:pPr marL="628650" lvl="1" indent="-171450">
              <a:buFont typeface="Arial" panose="020B0604020202020204" pitchFamily="34" charset="0"/>
              <a:buChar char="•"/>
            </a:pPr>
            <a:r>
              <a:rPr lang="en-US" dirty="0"/>
              <a:t>SCSI3-PR – for Windows Server Failover Clusters (WSFC)</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Deploy clustered applications using VCF Automation</a:t>
            </a:r>
            <a:r>
              <a:rPr lang="en-US" dirty="0"/>
              <a:t>, including Oracle RAC and WSFC</a:t>
            </a:r>
          </a:p>
          <a:p>
            <a:pPr marL="0" indent="0">
              <a:spcBef>
                <a:spcPts val="1779"/>
              </a:spcBef>
              <a:buFont typeface="Arial" panose="020B0604020202020204" pitchFamily="34" charset="0"/>
              <a:buNone/>
            </a:pPr>
            <a:r>
              <a:rPr lang="en-US" dirty="0"/>
              <a:t>----------------------------------</a:t>
            </a:r>
          </a:p>
          <a:p>
            <a:r>
              <a:rPr lang="en-US" b="1" dirty="0"/>
              <a:t>Details: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0" u="sng" dirty="0"/>
              <a:t>Support of hot-extend for shared virtual disks</a:t>
            </a:r>
          </a:p>
          <a:p>
            <a:pPr marL="171450" indent="-171450">
              <a:buFont typeface="Arial" panose="020B0604020202020204" pitchFamily="34" charset="0"/>
              <a:buChar char="•"/>
            </a:pPr>
            <a:r>
              <a:rPr lang="en-US" b="0" dirty="0"/>
              <a:t>vSAN provides the ability to configure a VMDK to be consumed simultaneously by more than one application instance at a time, such as Windows Server Failover Clusters (WSFC) and Oracle RAC.  One missing feature in this support was the ability to expand a virtual disk without the application cluster being taken offline.  This functionality, known as “hot extend” has translated to an operational burden for customers running these applications, especially those who were used to this capability with RDMs on storage arrays.  Customers would typically have to take the entire application cluster down, expand the virtual disk, then power up the application cluster.  This disruptive operational step is antithetical to the objective of application clusters.</a:t>
            </a:r>
          </a:p>
          <a:p>
            <a:pPr marL="171450" indent="-171450">
              <a:buFont typeface="Arial" panose="020B0604020202020204" pitchFamily="34" charset="0"/>
              <a:buChar char="•"/>
            </a:pPr>
            <a:r>
              <a:rPr lang="en-US" b="0" dirty="0"/>
              <a:t>vSAN in VCF 9.1 addresses this feature gap.  Hot extend capabilities are now supported for shared disks that use the </a:t>
            </a:r>
            <a:r>
              <a:rPr lang="en-US" b="0" dirty="0" err="1"/>
              <a:t>multiwriter</a:t>
            </a:r>
            <a:r>
              <a:rPr lang="en-US" b="0" dirty="0"/>
              <a:t> flag, as well as clustered VMDKs using SCSI3-PR.  This means that for applications like Oracle RAC, and Windows Servers Failover Clusters (WSFC), one can easily expand the capacity of the shared virtual disk with no downtime the application cluster.</a:t>
            </a:r>
          </a:p>
          <a:p>
            <a:pPr marL="171450" indent="-171450">
              <a:buFont typeface="Arial" panose="020B0604020202020204" pitchFamily="34" charset="0"/>
              <a:buChar char="•"/>
            </a:pPr>
            <a:r>
              <a:rPr lang="en-US" b="0" dirty="0"/>
              <a:t>The implementation of this feature aims to minimize any disruptions with the application cluster.  It consists of:</a:t>
            </a:r>
          </a:p>
          <a:p>
            <a:pPr marL="628650" lvl="1" indent="-171450">
              <a:buFont typeface="Arial" panose="020B0604020202020204" pitchFamily="34" charset="0"/>
              <a:buChar char="•"/>
            </a:pPr>
            <a:r>
              <a:rPr lang="en-US" b="1" dirty="0"/>
              <a:t>Pre-grow the VMDK.  </a:t>
            </a:r>
            <a:r>
              <a:rPr lang="en-US" b="0" dirty="0"/>
              <a:t>This extends the virtual disk and updates metadata without the VM being aware of the change. Pre-checks are in place to ensure the shared VMDK is on vSAN, and has other settings in place.</a:t>
            </a:r>
          </a:p>
          <a:p>
            <a:pPr marL="628650" lvl="1" indent="-171450">
              <a:buFont typeface="Arial" panose="020B0604020202020204" pitchFamily="34" charset="0"/>
              <a:buChar char="•"/>
            </a:pPr>
            <a:r>
              <a:rPr lang="en-US" b="1" dirty="0"/>
              <a:t>Stun VM to initiate change.  </a:t>
            </a:r>
            <a:r>
              <a:rPr lang="en-US" b="0" dirty="0"/>
              <a:t>This will allow the virtual disk’s descriptor file to be updated and other vSCSI-related activities.  The stun during this time is designed to be minimal to reduce potential interference with the application.  </a:t>
            </a:r>
          </a:p>
          <a:p>
            <a:pPr marL="628650" lvl="1" indent="-171450">
              <a:buFont typeface="Arial" panose="020B0604020202020204" pitchFamily="34" charset="0"/>
              <a:buChar char="•"/>
            </a:pPr>
            <a:r>
              <a:rPr lang="en-US" b="1" dirty="0" err="1"/>
              <a:t>Unstun</a:t>
            </a:r>
            <a:r>
              <a:rPr lang="en-US" b="1" dirty="0"/>
              <a:t> to complete change.   </a:t>
            </a:r>
            <a:r>
              <a:rPr lang="en-US" b="0" dirty="0"/>
              <a:t>This completes the change, and the VM will transparently recognize the expanded size of the VMDK</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ability to configure a VMDK to be access concurrently </a:t>
            </a:r>
            <a:r>
              <a:rPr lang="en-US" b="1" dirty="0"/>
              <a:t>is intended only for clustered applications</a:t>
            </a:r>
            <a:r>
              <a:rPr lang="en-US" b="0" dirty="0"/>
              <a:t> that must read and/or write data to the same block volume at the same time.  Clustered applications may use one of the two following methods.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Multiwriter.  </a:t>
            </a:r>
            <a:r>
              <a:rPr lang="en-US" b="0" dirty="0"/>
              <a:t>Known often as a “</a:t>
            </a:r>
            <a:r>
              <a:rPr lang="en-US" b="0" dirty="0" err="1"/>
              <a:t>multiwriter</a:t>
            </a:r>
            <a:r>
              <a:rPr lang="en-US" b="0" dirty="0"/>
              <a:t> flag” this setting will toggle off vSphere’s locking mechanism that assures a VMDK can be access by one VM/App instance. This is used with the assumption that a clustered application has its own logic in place (locking mechanisms, write ordering, etc.) to the mechanisms in place to ensure writes are committed properly.  Otherwise, simultaneous access would inevitably result in data corruption.   This is an early approach to providing a shared VMDK.  Common clustered applications that use the </a:t>
            </a:r>
            <a:r>
              <a:rPr lang="en-US" b="0" dirty="0" err="1"/>
              <a:t>multiwriter</a:t>
            </a:r>
            <a:r>
              <a:rPr lang="en-US" b="0" dirty="0"/>
              <a:t> flag include Oracle RAC and </a:t>
            </a:r>
            <a:r>
              <a:rPr lang="en-US" b="0" dirty="0" err="1"/>
              <a:t>Redhat</a:t>
            </a:r>
            <a:r>
              <a:rPr lang="en-US" b="0" dirty="0"/>
              <a:t> Cluster Service (RHCS).  </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Clustered VMDK.  </a:t>
            </a:r>
            <a:r>
              <a:rPr lang="en-US" b="0" dirty="0"/>
              <a:t>This newer method uses a SCSI3-Persistent Reservations (SCSI3-PR) over a shared virtual SCSI bus.  Through an enhanced set of SCSI-3 commands, it can act as the arbiter of access to a shared virtual disk without having to override the locking mechanisms of vSphere using the </a:t>
            </a:r>
            <a:r>
              <a:rPr lang="en-US" b="0" dirty="0" err="1"/>
              <a:t>multiwriter</a:t>
            </a:r>
            <a:r>
              <a:rPr lang="en-US" b="0" dirty="0"/>
              <a:t> flag.  Currently, this method the supported method for Windows Server Failover Clusters (WSFC) installations, and is only supported with WSFC at this time.</a:t>
            </a:r>
          </a:p>
          <a:p>
            <a:pPr marL="171450" lvl="0" indent="-171450">
              <a:buFont typeface="Arial" panose="020B0604020202020204" pitchFamily="34" charset="0"/>
              <a:buChar char="•"/>
            </a:pPr>
            <a:r>
              <a:rPr lang="en-US" b="0" dirty="0"/>
              <a:t>Note that older versions of vSAN (pre 7.0) required that shared disks using the multi-writer flag (e.g. Oracle RAC) use an Eager Zero Thick (EZT) format.  EZT does not fall in the paradigm of vSAN, as it is inherently thin provisioned.  Older guidance was to use a special storage policy with the Object Space Reservation (OSR) rule set to 100.  These are steps that are no longer necessary for shared disks running on vSAN.</a:t>
            </a:r>
          </a:p>
          <a:p>
            <a:pPr marL="171450" lvl="0" indent="-171450">
              <a:buFont typeface="Arial" panose="020B0604020202020204" pitchFamily="34" charset="0"/>
              <a:buChar char="•"/>
            </a:pPr>
            <a:r>
              <a:rPr lang="en-US" b="0" dirty="0"/>
              <a:t>As always, when application clustering requires the use of a shared virtual disk, it is best to use a native VMDK.  SCSI3-PR has been supported for WSFC for many versions and provides better interoperability and simplified configurations.  Compared to a generic iSCSI volume, </a:t>
            </a:r>
            <a:r>
              <a:rPr lang="en-US" b="1" dirty="0"/>
              <a:t>a native shared VMDK is the better way to share a block-based volume for these applications that need it. </a:t>
            </a:r>
          </a:p>
          <a:p>
            <a:pPr marL="171450" lvl="0" indent="-171450">
              <a:buFont typeface="Arial" panose="020B0604020202020204" pitchFamily="34" charset="0"/>
              <a:buChar char="•"/>
            </a:pPr>
            <a:r>
              <a:rPr lang="en-US" b="0" u="sng" dirty="0"/>
              <a:t>Support of Oracle RAC and WSFC for VCF Automation</a:t>
            </a:r>
          </a:p>
          <a:p>
            <a:pPr marL="171450" lvl="0" indent="-171450">
              <a:buFont typeface="Arial" panose="020B0604020202020204" pitchFamily="34" charset="0"/>
              <a:buChar char="•"/>
            </a:pPr>
            <a:r>
              <a:rPr lang="en-US" b="0" u="none" dirty="0"/>
              <a:t>Customers and </a:t>
            </a:r>
            <a:r>
              <a:rPr lang="en-US" b="0" u="none" dirty="0" err="1"/>
              <a:t>tenents</a:t>
            </a:r>
            <a:r>
              <a:rPr lang="en-US" b="0" u="none" dirty="0"/>
              <a:t> who deploy Oracle RAC or Windows Server Failover Clusters (WSFC) also wish to do so using shared virtual disks to support their clustered applications.  Historically VCF Automation was unable to provide this ability.  The Supervisor lacked the ability to provide </a:t>
            </a:r>
            <a:r>
              <a:rPr lang="en-US" b="0" u="none" dirty="0" err="1"/>
              <a:t>multiwriter</a:t>
            </a:r>
            <a:r>
              <a:rPr lang="en-US" b="0" u="none" dirty="0"/>
              <a:t> support as its persistent volumes were backed by CNS volumes.</a:t>
            </a:r>
          </a:p>
          <a:p>
            <a:pPr marL="171450" lvl="0" indent="-171450">
              <a:buFont typeface="Arial" panose="020B0604020202020204" pitchFamily="34" charset="0"/>
              <a:buChar char="•"/>
            </a:pPr>
            <a:r>
              <a:rPr lang="en-US" b="0" u="none" dirty="0"/>
              <a:t>With vSAN in VCF 9.1, VCF Automation can deploy clustered applications that use shared virtual disks.  The VM service has been updated to account for the necessary fields that will provide the ability to explicitly configure the virtual storage controllers, and the necessary settings to provision a shared virtual disk.  This will accommodate both Oracle RAC that uses a shared VMDK through the </a:t>
            </a:r>
            <a:r>
              <a:rPr lang="en-US" b="0" u="none" dirty="0" err="1"/>
              <a:t>multiwriter</a:t>
            </a:r>
            <a:r>
              <a:rPr lang="en-US" b="0" u="none" dirty="0"/>
              <a:t> flag, and WSFC that uses a shared VMDK through SCSI3-PR</a:t>
            </a:r>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Requires vSAN 9.1 and vCenter 9.1 or higher.</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The support expanding shared VMDKs without the need to shutdown application clusters is a significant step forward in helping application owners maintain high availability of their clustered applications.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pPr marL="171450" indent="-171450">
              <a:buFont typeface="Arial" panose="020B0604020202020204" pitchFamily="34" charset="0"/>
              <a:buChar char="•"/>
            </a:pPr>
            <a:r>
              <a:rPr lang="en-US" sz="1200" b="0" kern="1200" baseline="0" dirty="0">
                <a:solidFill>
                  <a:schemeClr val="tx1"/>
                </a:solidFill>
                <a:ea typeface="+mn-ea"/>
                <a:cs typeface="+mn-cs"/>
              </a:rPr>
              <a:t>Setup for WSFC on vSphere:  https://</a:t>
            </a:r>
            <a:r>
              <a:rPr lang="en-US" sz="1200" b="0" kern="1200" baseline="0" dirty="0" err="1">
                <a:solidFill>
                  <a:schemeClr val="tx1"/>
                </a:solidFill>
                <a:ea typeface="+mn-ea"/>
                <a:cs typeface="+mn-cs"/>
              </a:rPr>
              <a:t>techdocs.broadcom.com</a:t>
            </a:r>
            <a:r>
              <a:rPr lang="en-US" sz="1200" b="0" kern="1200" baseline="0" dirty="0">
                <a:solidFill>
                  <a:schemeClr val="tx1"/>
                </a:solidFill>
                <a:ea typeface="+mn-ea"/>
                <a:cs typeface="+mn-cs"/>
              </a:rPr>
              <a:t>/us/</a:t>
            </a:r>
            <a:r>
              <a:rPr lang="en-US" sz="1200" b="0" kern="1200" baseline="0" dirty="0" err="1">
                <a:solidFill>
                  <a:schemeClr val="tx1"/>
                </a:solidFill>
                <a:ea typeface="+mn-ea"/>
                <a:cs typeface="+mn-cs"/>
              </a:rPr>
              <a:t>en</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vmware</a:t>
            </a:r>
            <a:r>
              <a:rPr lang="en-US" sz="1200" b="0" kern="1200" baseline="0" dirty="0">
                <a:solidFill>
                  <a:schemeClr val="tx1"/>
                </a:solidFill>
                <a:ea typeface="+mn-ea"/>
                <a:cs typeface="+mn-cs"/>
              </a:rPr>
              <a:t>-cis/</a:t>
            </a:r>
            <a:r>
              <a:rPr lang="en-US" sz="1200" b="0" kern="1200" baseline="0" dirty="0" err="1">
                <a:solidFill>
                  <a:schemeClr val="tx1"/>
                </a:solidFill>
                <a:ea typeface="+mn-ea"/>
                <a:cs typeface="+mn-cs"/>
              </a:rPr>
              <a:t>vsphere</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vsphere</a:t>
            </a:r>
            <a:r>
              <a:rPr lang="en-US" sz="1200" b="0" kern="1200" baseline="0" dirty="0">
                <a:solidFill>
                  <a:schemeClr val="tx1"/>
                </a:solidFill>
                <a:ea typeface="+mn-ea"/>
                <a:cs typeface="+mn-cs"/>
              </a:rPr>
              <a:t>/9-0/setup-for-windows-server-failover-</a:t>
            </a:r>
            <a:r>
              <a:rPr lang="en-US" sz="1200" b="0" kern="1200" baseline="0" dirty="0" err="1">
                <a:solidFill>
                  <a:schemeClr val="tx1"/>
                </a:solidFill>
                <a:ea typeface="+mn-ea"/>
                <a:cs typeface="+mn-cs"/>
              </a:rPr>
              <a:t>clustering.html</a:t>
            </a:r>
            <a:r>
              <a:rPr lang="en-US" sz="1200" b="0" kern="1200" baseline="0" dirty="0">
                <a:solidFill>
                  <a:schemeClr val="tx1"/>
                </a:solidFill>
                <a:ea typeface="+mn-ea"/>
                <a:cs typeface="+mn-cs"/>
              </a:rPr>
              <a:t> </a:t>
            </a:r>
          </a:p>
          <a:p>
            <a:pPr marL="171450" indent="-171450">
              <a:buFont typeface="Arial" panose="020B0604020202020204" pitchFamily="34" charset="0"/>
              <a:buChar char="•"/>
            </a:pPr>
            <a:r>
              <a:rPr lang="en-US" sz="1200" b="0" kern="1200" baseline="0" dirty="0">
                <a:solidFill>
                  <a:schemeClr val="tx1"/>
                </a:solidFill>
                <a:ea typeface="+mn-ea"/>
                <a:cs typeface="+mn-cs"/>
              </a:rPr>
              <a:t>KB 326781:  https://</a:t>
            </a:r>
            <a:r>
              <a:rPr lang="en-US" sz="1200" b="0" kern="1200" baseline="0" dirty="0" err="1">
                <a:solidFill>
                  <a:schemeClr val="tx1"/>
                </a:solidFill>
                <a:ea typeface="+mn-ea"/>
                <a:cs typeface="+mn-cs"/>
              </a:rPr>
              <a:t>knowledge.broadcom.com</a:t>
            </a:r>
            <a:r>
              <a:rPr lang="en-US" sz="1200" b="0" kern="1200" baseline="0" dirty="0">
                <a:solidFill>
                  <a:schemeClr val="tx1"/>
                </a:solidFill>
                <a:ea typeface="+mn-ea"/>
                <a:cs typeface="+mn-cs"/>
              </a:rPr>
              <a:t>/external/article/326781/using-red-hat-clustering-suite-or-</a:t>
            </a:r>
            <a:r>
              <a:rPr lang="en-US" sz="1200" b="0" kern="1200" baseline="0" dirty="0" err="1">
                <a:solidFill>
                  <a:schemeClr val="tx1"/>
                </a:solidFill>
                <a:ea typeface="+mn-ea"/>
                <a:cs typeface="+mn-cs"/>
              </a:rPr>
              <a:t>suse</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l.html</a:t>
            </a:r>
            <a:r>
              <a:rPr lang="en-US" sz="1200" b="0" kern="1200" baseline="0" dirty="0">
                <a:solidFill>
                  <a:schemeClr val="tx1"/>
                </a:solidFill>
                <a:ea typeface="+mn-ea"/>
                <a:cs typeface="+mn-cs"/>
              </a:rPr>
              <a:t> </a:t>
            </a:r>
          </a:p>
          <a:p>
            <a:pPr marL="171450" indent="-171450">
              <a:buFont typeface="Arial" panose="020B0604020202020204" pitchFamily="34" charset="0"/>
              <a:buChar char="•"/>
            </a:pPr>
            <a:r>
              <a:rPr lang="en-US" sz="1200" b="0" kern="1200" baseline="0" dirty="0">
                <a:solidFill>
                  <a:schemeClr val="tx1"/>
                </a:solidFill>
                <a:ea typeface="+mn-ea"/>
                <a:cs typeface="+mn-cs"/>
              </a:rPr>
              <a:t>KB 313527:  https://</a:t>
            </a:r>
            <a:r>
              <a:rPr lang="en-US" sz="1200" b="0" kern="1200" baseline="0" dirty="0" err="1">
                <a:solidFill>
                  <a:schemeClr val="tx1"/>
                </a:solidFill>
                <a:ea typeface="+mn-ea"/>
                <a:cs typeface="+mn-cs"/>
              </a:rPr>
              <a:t>knowledge.broadcom.com</a:t>
            </a:r>
            <a:r>
              <a:rPr lang="en-US" sz="1200" b="0" kern="1200" baseline="0" dirty="0">
                <a:solidFill>
                  <a:schemeClr val="tx1"/>
                </a:solidFill>
                <a:ea typeface="+mn-ea"/>
                <a:cs typeface="+mn-cs"/>
              </a:rPr>
              <a:t>/external/</a:t>
            </a:r>
            <a:r>
              <a:rPr lang="en-US" sz="1200" b="0" kern="1200" baseline="0" dirty="0" err="1">
                <a:solidFill>
                  <a:schemeClr val="tx1"/>
                </a:solidFill>
                <a:ea typeface="+mn-ea"/>
                <a:cs typeface="+mn-cs"/>
              </a:rPr>
              <a:t>article?legacyId</a:t>
            </a:r>
            <a:r>
              <a:rPr lang="en-US" sz="1200" b="0" kern="1200" baseline="0" dirty="0">
                <a:solidFill>
                  <a:schemeClr val="tx1"/>
                </a:solidFill>
                <a:ea typeface="+mn-ea"/>
                <a:cs typeface="+mn-cs"/>
              </a:rPr>
              <a:t>=1034165 </a:t>
            </a:r>
          </a:p>
          <a:p>
            <a:pPr marL="171450" indent="-171450">
              <a:buFont typeface="Arial" panose="020B0604020202020204" pitchFamily="34" charset="0"/>
              <a:buChar char="•"/>
            </a:pPr>
            <a:r>
              <a:rPr lang="en-US" sz="1200" b="0" kern="1200" baseline="0" dirty="0">
                <a:solidFill>
                  <a:schemeClr val="tx1"/>
                </a:solidFill>
                <a:ea typeface="+mn-ea"/>
                <a:cs typeface="+mn-cs"/>
              </a:rPr>
              <a:t>Extend partition of a cluster shared disk in WSFC:  https://</a:t>
            </a:r>
            <a:r>
              <a:rPr lang="en-US" sz="1200" b="0" kern="1200" baseline="0" dirty="0" err="1">
                <a:solidFill>
                  <a:schemeClr val="tx1"/>
                </a:solidFill>
                <a:ea typeface="+mn-ea"/>
                <a:cs typeface="+mn-cs"/>
              </a:rPr>
              <a:t>learn.microsoft.com</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en</a:t>
            </a:r>
            <a:r>
              <a:rPr lang="en-US" sz="1200" b="0" kern="1200" baseline="0" dirty="0">
                <a:solidFill>
                  <a:schemeClr val="tx1"/>
                </a:solidFill>
                <a:ea typeface="+mn-ea"/>
                <a:cs typeface="+mn-cs"/>
              </a:rPr>
              <a:t>-us/troubleshoot/windows-server/high-availability/extend-partition-cluster-shared-disk </a:t>
            </a:r>
          </a:p>
          <a:p>
            <a:pPr marL="171450" indent="-171450">
              <a:buFont typeface="Arial" panose="020B0604020202020204" pitchFamily="34" charset="0"/>
              <a:buChar char="•"/>
            </a:pPr>
            <a:r>
              <a:rPr lang="en-US" sz="1200" b="0" kern="1200" baseline="0" dirty="0">
                <a:solidFill>
                  <a:schemeClr val="tx1"/>
                </a:solidFill>
                <a:ea typeface="+mn-ea"/>
                <a:cs typeface="+mn-cs"/>
              </a:rPr>
              <a:t>vSAN iSCSI Target Usage Guide:  https://</a:t>
            </a:r>
            <a:r>
              <a:rPr lang="en-US" sz="1200" b="0" kern="1200" baseline="0" dirty="0" err="1">
                <a:solidFill>
                  <a:schemeClr val="tx1"/>
                </a:solidFill>
                <a:ea typeface="+mn-ea"/>
                <a:cs typeface="+mn-cs"/>
              </a:rPr>
              <a:t>www.vmware.com</a:t>
            </a:r>
            <a:r>
              <a:rPr lang="en-US" sz="1200" b="0" kern="1200" baseline="0" dirty="0">
                <a:solidFill>
                  <a:schemeClr val="tx1"/>
                </a:solidFill>
                <a:ea typeface="+mn-ea"/>
                <a:cs typeface="+mn-cs"/>
              </a:rPr>
              <a:t>/docs/</a:t>
            </a:r>
            <a:r>
              <a:rPr lang="en-US" sz="1200" b="0" kern="1200" baseline="0" dirty="0" err="1">
                <a:solidFill>
                  <a:schemeClr val="tx1"/>
                </a:solidFill>
                <a:ea typeface="+mn-ea"/>
                <a:cs typeface="+mn-cs"/>
              </a:rPr>
              <a:t>vmw</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vsan</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iscsi</a:t>
            </a:r>
            <a:r>
              <a:rPr lang="en-US" sz="1200" b="0" kern="1200" baseline="0" dirty="0">
                <a:solidFill>
                  <a:schemeClr val="tx1"/>
                </a:solidFill>
                <a:ea typeface="+mn-ea"/>
                <a:cs typeface="+mn-cs"/>
              </a:rPr>
              <a:t>-target-usage-guide  </a:t>
            </a:r>
          </a:p>
        </p:txBody>
      </p:sp>
      <p:sp>
        <p:nvSpPr>
          <p:cNvPr id="4" name="Slide Number Placeholder 3">
            <a:extLst>
              <a:ext uri="{FF2B5EF4-FFF2-40B4-BE49-F238E27FC236}">
                <a16:creationId xmlns:a16="http://schemas.microsoft.com/office/drawing/2014/main" id="{5016CB79-178E-3820-8202-2C176966E4E9}"/>
              </a:ext>
            </a:extLst>
          </p:cNvPr>
          <p:cNvSpPr>
            <a:spLocks noGrp="1"/>
          </p:cNvSpPr>
          <p:nvPr>
            <p:ph type="sldNum" sz="quarter" idx="5"/>
          </p:nvPr>
        </p:nvSpPr>
        <p:spPr/>
        <p:txBody>
          <a:bodyPr/>
          <a:lstStyle/>
          <a:p>
            <a:fld id="{9F4FBC3A-A12C-40F9-BB8D-BC30C7901396}" type="slidenum">
              <a:rPr lang="en-US" smtClean="0"/>
              <a:pPr/>
              <a:t>10</a:t>
            </a:fld>
            <a:endParaRPr lang="en-US" dirty="0"/>
          </a:p>
        </p:txBody>
      </p:sp>
    </p:spTree>
    <p:extLst>
      <p:ext uri="{BB962C8B-B14F-4D97-AF65-F5344CB8AC3E}">
        <p14:creationId xmlns:p14="http://schemas.microsoft.com/office/powerpoint/2010/main" val="45100533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03976" rtl="0" eaLnBrk="1" fontAlgn="auto" latinLnBrk="0" hangingPunct="1">
              <a:lnSpc>
                <a:spcPct val="100000"/>
              </a:lnSpc>
              <a:spcBef>
                <a:spcPts val="0"/>
              </a:spcBef>
              <a:spcAft>
                <a:spcPts val="0"/>
              </a:spcAft>
              <a:buClrTx/>
              <a:buSzTx/>
              <a:buFontTx/>
              <a:buNone/>
              <a:tabLst/>
              <a:defRPr/>
            </a:pPr>
            <a:r>
              <a:rPr lang="en-US" sz="1200" b="1" dirty="0"/>
              <a:t>Key Message/Talk track:</a:t>
            </a:r>
          </a:p>
          <a:p>
            <a:pPr defTabSz="903976">
              <a:defRPr/>
            </a:pPr>
            <a:r>
              <a:rPr lang="en-US" dirty="0"/>
              <a:t>Let's now look at how vSAN in VCF 9.1 can help deliver resources to modern applications.</a:t>
            </a:r>
          </a:p>
        </p:txBody>
      </p:sp>
      <p:sp>
        <p:nvSpPr>
          <p:cNvPr id="4" name="Slide Number Placeholder 3"/>
          <p:cNvSpPr>
            <a:spLocks noGrp="1"/>
          </p:cNvSpPr>
          <p:nvPr>
            <p:ph type="sldNum" sz="quarter" idx="5"/>
          </p:nvPr>
        </p:nvSpPr>
        <p:spPr/>
        <p:txBody>
          <a:bodyPr/>
          <a:lstStyle/>
          <a:p>
            <a:fld id="{9F4FBC3A-A12C-40F9-BB8D-BC30C7901396}" type="slidenum">
              <a:rPr lang="en-US" smtClean="0"/>
              <a:pPr/>
              <a:t>11</a:t>
            </a:fld>
            <a:endParaRPr lang="en-US" dirty="0"/>
          </a:p>
        </p:txBody>
      </p:sp>
    </p:spTree>
    <p:extLst>
      <p:ext uri="{BB962C8B-B14F-4D97-AF65-F5344CB8AC3E}">
        <p14:creationId xmlns:p14="http://schemas.microsoft.com/office/powerpoint/2010/main" val="422943066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646E3B-82DE-120B-28B1-27E1FE9D248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8AEC3EC-D7E2-520F-4386-77648E62AA99}"/>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5ECC97F4-BE7D-8CDA-6E80-5A6207676DD5}"/>
              </a:ext>
            </a:extLst>
          </p:cNvPr>
          <p:cNvSpPr>
            <a:spLocks noGrp="1"/>
          </p:cNvSpPr>
          <p:nvPr>
            <p:ph type="body" idx="1"/>
          </p:nvPr>
        </p:nvSpPr>
        <p:spPr/>
        <p:txBody>
          <a:bodyPr>
            <a:normAutofit fontScale="32500" lnSpcReduction="20000"/>
          </a:bodyPr>
          <a:lstStyle/>
          <a:p>
            <a:r>
              <a:rPr lang="en-US" sz="1200" b="1" dirty="0"/>
              <a:t>Key Message/Talk track:</a:t>
            </a:r>
          </a:p>
          <a:p>
            <a:r>
              <a:rPr lang="en-US" sz="1200" b="0" dirty="0"/>
              <a:t>vSAN in VCF 9.1 offers the first glimpse at native S3 compatible object storage in vSAN.  Officially debuting as a “Technology Preview” with Patch 01 of VCF 9.1, the new native S3 compatible object storage capabilities will give vSAN the ability to provide scalable, S3 storage to all of your consumers on premises using the storage you already use for block and file needs in your VCF environment.    Provisioning and management of S3 object stores and buckets is achieved using VCF Automation or APIs through vSphere Supervisor, which helps make it fully capable of multi-tenancy.  Since this capability is fully integrated with vSAN, it reflects the flexibility and scalability traits of any other vSAN cluster.  </a:t>
            </a:r>
            <a:endParaRPr lang="en-US" sz="1200" b="1" dirty="0"/>
          </a:p>
          <a:p>
            <a:r>
              <a:rPr lang="en-US" sz="1200" dirty="0"/>
              <a:t>----------------------------------</a:t>
            </a:r>
          </a:p>
          <a:p>
            <a:r>
              <a:rPr lang="en-US" sz="1200" b="1" dirty="0"/>
              <a:t>Overview:</a:t>
            </a:r>
          </a:p>
          <a:p>
            <a:pPr marL="171450" indent="-171450">
              <a:buFont typeface="Arial" panose="020B0604020202020204" pitchFamily="34" charset="0"/>
              <a:buChar char="•"/>
            </a:pPr>
            <a:r>
              <a:rPr lang="en-US" dirty="0"/>
              <a:t>Run block, file, and </a:t>
            </a:r>
            <a:r>
              <a:rPr lang="en-US" b="1" dirty="0"/>
              <a:t>S3 compatible object storage </a:t>
            </a:r>
            <a:r>
              <a:rPr lang="en-US" dirty="0"/>
              <a:t>all on the same vSAN cluster</a:t>
            </a:r>
          </a:p>
          <a:p>
            <a:pPr marL="171450" indent="-171450">
              <a:buFont typeface="Arial" panose="020B0604020202020204" pitchFamily="34" charset="0"/>
              <a:buChar char="•"/>
            </a:pPr>
            <a:r>
              <a:rPr lang="en-US" b="1" dirty="0"/>
              <a:t>Provision and manage multi-tenant object storage </a:t>
            </a:r>
            <a:r>
              <a:rPr lang="en-US" dirty="0"/>
              <a:t>using VCF Automation or vSphere Supervisor</a:t>
            </a:r>
          </a:p>
          <a:p>
            <a:pPr marL="171450" indent="-171450">
              <a:buFont typeface="Arial" panose="020B0604020202020204" pitchFamily="34" charset="0"/>
              <a:buChar char="•"/>
            </a:pPr>
            <a:r>
              <a:rPr lang="en-US" b="1" dirty="0"/>
              <a:t>Fast delivery </a:t>
            </a:r>
            <a:r>
              <a:rPr lang="en-US" dirty="0"/>
              <a:t>of object storage to developers</a:t>
            </a:r>
          </a:p>
          <a:p>
            <a:pPr marL="171450" indent="-171450">
              <a:buFont typeface="Arial" panose="020B0604020202020204" pitchFamily="34" charset="0"/>
              <a:buChar char="•"/>
            </a:pPr>
            <a:r>
              <a:rPr lang="en-US" b="1" dirty="0"/>
              <a:t>Scalable, resilient </a:t>
            </a:r>
            <a:r>
              <a:rPr lang="en-US" dirty="0"/>
              <a:t>and </a:t>
            </a:r>
            <a:r>
              <a:rPr lang="en-US" b="1" dirty="0"/>
              <a:t>flexible</a:t>
            </a:r>
            <a:r>
              <a:rPr lang="en-US" dirty="0"/>
              <a:t> architecture courtesy of vSAN</a:t>
            </a:r>
          </a:p>
          <a:p>
            <a:pPr marL="171450" indent="-171450">
              <a:buFont typeface="Arial" panose="020B0604020202020204" pitchFamily="34" charset="0"/>
              <a:buChar char="•"/>
            </a:pPr>
            <a:r>
              <a:rPr lang="en-US" dirty="0"/>
              <a:t>Available as a Technology Preview in Patch 01 of VCF 9.1</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S3-compatible object storage has become a common method of storing data, particularly with cloud native applications that communicate to the storage via S3 APIs.  Object storage is particularly good at storing large data sets, and is often used in cloud infrastructures, but can become quite expensive and complex due the methods cloud providers charge for this capability (API call costs, egress costs, etc.).  In past versions of vSAN, S3 compatible object storage was delivered through the VMware “Data Persistence platform” (DPp) partner program.  Through this program, ISVs such as Minio provided a certified S3 compatible object storage solution running on top of vSAN.  But this meant the additional purchase and management of another software solution, and did not resonate as a satisfactory method of providing S3 compatible object storage in vSAN.</a:t>
            </a:r>
          </a:p>
          <a:p>
            <a:pPr marL="171450" indent="-171450">
              <a:buFont typeface="Arial" panose="020B0604020202020204" pitchFamily="34" charset="0"/>
              <a:buChar char="•"/>
            </a:pPr>
            <a:r>
              <a:rPr lang="en-US" b="0" dirty="0"/>
              <a:t>vSAN in VCF 9.1 (specifically 9.1.1) introduces native S3 compatible object storage.  This “Technology Preview” will showcase the key capabilities of S3 compatible object storage that does not require the use or purchase of any other products.   Its full integration with vSAN and VCF-A make it aware of the constructs of multi-tenancy.   </a:t>
            </a:r>
          </a:p>
          <a:p>
            <a:pPr marL="171450" lvl="0" indent="-171450">
              <a:buFont typeface="Arial" panose="020B0604020202020204" pitchFamily="34" charset="0"/>
              <a:buChar char="•"/>
            </a:pPr>
            <a:r>
              <a:rPr lang="en-US" b="0" dirty="0"/>
              <a:t>Native S3-compatible object storage through vSAN for VCF bring traits that are particularly beneficial.</a:t>
            </a:r>
          </a:p>
          <a:p>
            <a:pPr marL="628650" lvl="1" indent="-171450">
              <a:buFont typeface="Arial" panose="020B0604020202020204" pitchFamily="34" charset="0"/>
              <a:buChar char="•"/>
            </a:pPr>
            <a:r>
              <a:rPr lang="en-US" b="1" dirty="0"/>
              <a:t>Scalable.  </a:t>
            </a:r>
            <a:r>
              <a:rPr lang="en-US" b="0" dirty="0"/>
              <a:t>Since it runs on a vSAN substrate, native S3 compatible object storage reflects the scalability traits of any other vSAN cluster.  Scale up or out based on what best fits your environment.</a:t>
            </a:r>
          </a:p>
          <a:p>
            <a:pPr marL="628650" lvl="1" indent="-171450">
              <a:buFont typeface="Arial" panose="020B0604020202020204" pitchFamily="34" charset="0"/>
              <a:buChar char="•"/>
            </a:pPr>
            <a:r>
              <a:rPr lang="en-US" b="1" dirty="0"/>
              <a:t>Multi-tenant.  </a:t>
            </a:r>
            <a:r>
              <a:rPr lang="en-US" b="0" dirty="0"/>
              <a:t>Provides self-service multi-tenancy through VCF-A or vSphere Supervisor.  </a:t>
            </a:r>
          </a:p>
          <a:p>
            <a:pPr marL="628650" lvl="1" indent="-171450">
              <a:buFont typeface="Arial" panose="020B0604020202020204" pitchFamily="34" charset="0"/>
              <a:buChar char="•"/>
            </a:pPr>
            <a:r>
              <a:rPr lang="en-US" b="1" dirty="0"/>
              <a:t>Secure.  </a:t>
            </a:r>
            <a:r>
              <a:rPr lang="en-US" b="0" dirty="0"/>
              <a:t>Integrates with VCF features designed for multi-tenancy, such as VPCs for networking and VCF-A constructs.</a:t>
            </a:r>
          </a:p>
          <a:p>
            <a:pPr marL="628650" lvl="1" indent="-171450">
              <a:buFont typeface="Arial" panose="020B0604020202020204" pitchFamily="34" charset="0"/>
              <a:buChar char="•"/>
            </a:pPr>
            <a:r>
              <a:rPr lang="en-US" b="1" dirty="0"/>
              <a:t>Native S3 compatible.  </a:t>
            </a:r>
            <a:r>
              <a:rPr lang="en-US" b="0" dirty="0"/>
              <a:t>A core set of S3 APIs will be available on the initial release, and expanded in future releases.</a:t>
            </a:r>
          </a:p>
          <a:p>
            <a:pPr marL="628650" lvl="1" indent="-171450">
              <a:buFont typeface="Arial" panose="020B0604020202020204" pitchFamily="34" charset="0"/>
              <a:buChar char="•"/>
            </a:pPr>
            <a:r>
              <a:rPr lang="en-US" b="1" dirty="0"/>
              <a:t>Easy to deploy and manage.  </a:t>
            </a:r>
            <a:r>
              <a:rPr lang="en-US" b="0" dirty="0"/>
              <a:t>Administrators can keep operations simple, as deployment and management is achieved through the VCF-A management plane.</a:t>
            </a:r>
          </a:p>
          <a:p>
            <a:pPr marL="0" lvl="0" indent="0">
              <a:buFont typeface="Arial" panose="020B0604020202020204" pitchFamily="34" charset="0"/>
              <a:buNone/>
            </a:pPr>
            <a:r>
              <a:rPr lang="en-US" b="0" u="sng" dirty="0"/>
              <a:t>Architectural Characteristics</a:t>
            </a:r>
          </a:p>
          <a:p>
            <a:pPr marL="171450" lvl="0" indent="-171450">
              <a:buFont typeface="Arial" panose="020B0604020202020204" pitchFamily="34" charset="0"/>
              <a:buChar char="•"/>
            </a:pPr>
            <a:r>
              <a:rPr lang="en-US" b="0" dirty="0"/>
              <a:t>Object storage is provided courtesy of an object store service in the supervisor.  The object storage operator is presented in a service namespace.</a:t>
            </a:r>
          </a:p>
          <a:p>
            <a:pPr marL="171450" lvl="0" indent="-171450">
              <a:buFont typeface="Arial" panose="020B0604020202020204" pitchFamily="34" charset="0"/>
              <a:buChar char="•"/>
            </a:pPr>
            <a:r>
              <a:rPr lang="en-US" b="0" dirty="0"/>
              <a:t>An object store instance namespace is deployed as a set of K8s pod VMs in a K8s namespace within the supervisor. </a:t>
            </a:r>
          </a:p>
          <a:p>
            <a:pPr marL="171450" lvl="0" indent="-171450">
              <a:buFont typeface="Arial" panose="020B0604020202020204" pitchFamily="34" charset="0"/>
              <a:buChar char="•"/>
            </a:pPr>
            <a:r>
              <a:rPr lang="en-US" b="0" dirty="0"/>
              <a:t>It will consist of multiple protocol pods running Ceph RGW (open source) as the S3 interface.  Backend traffic to the lower layers will communicate via our 10p (proprietary) protocol to </a:t>
            </a:r>
            <a:r>
              <a:rPr lang="en-US" b="0" dirty="0" err="1"/>
              <a:t>vBOSS</a:t>
            </a:r>
            <a:r>
              <a:rPr lang="en-US" b="0" dirty="0"/>
              <a:t> daemons.  This communication path is efficient, as it takes advantage of zero copy techniques – similar to zero copy techniques in vSAN File Services.  </a:t>
            </a:r>
          </a:p>
          <a:p>
            <a:pPr marL="628650" lvl="1" indent="-171450">
              <a:buFont typeface="Arial" panose="020B0604020202020204" pitchFamily="34" charset="0"/>
              <a:buChar char="•"/>
            </a:pPr>
            <a:r>
              <a:rPr lang="en-US" b="0" dirty="0"/>
              <a:t>A metadata pod will also be used for other responsibilities, such as metadata storage for buckets, etc.</a:t>
            </a:r>
          </a:p>
          <a:p>
            <a:pPr marL="628650" lvl="1" indent="-171450">
              <a:buFont typeface="Arial" panose="020B0604020202020204" pitchFamily="34" charset="0"/>
              <a:buChar char="•"/>
            </a:pPr>
            <a:r>
              <a:rPr lang="en-US" b="0" dirty="0"/>
              <a:t>There will be one pod VM per host, per tenant on a vSAN cluster.  Each tenant must use a different set of Pod VMs as they will be on a different virtual private cloud (VPC).</a:t>
            </a:r>
          </a:p>
          <a:p>
            <a:pPr marL="628650" lvl="1" indent="-171450">
              <a:buFont typeface="Arial" panose="020B0604020202020204" pitchFamily="34" charset="0"/>
              <a:buChar char="•"/>
            </a:pPr>
            <a:r>
              <a:rPr lang="en-US" b="0" dirty="0"/>
              <a:t>Upon planned or unplanned host outages, other Pod VMs will assume the responsibility of the objects managed by the host no longer available.  The impact of the handoff should be minimal as perceived by the guest.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vSAN Backend Object Storage Server (VBOSS) daemons (running on each host in the cluster) are used to allow for S3 API semantics to be passed down to VDFS sub-volumes.  VDFS originated with vSAN File services, but has been adapted to account this new implementation.</a:t>
            </a:r>
          </a:p>
          <a:p>
            <a:pPr marL="171450" lvl="0" indent="-171450">
              <a:buFont typeface="Arial" panose="020B0604020202020204" pitchFamily="34" charset="0"/>
              <a:buChar char="•"/>
            </a:pPr>
            <a:r>
              <a:rPr lang="en-US" b="0" dirty="0"/>
              <a:t>Unlink VMs used for running containers in File Services (FSVMs), the pod VMs used with object storage are based on VMware’s Container Runtime Executor (CRX).  CRX is a mechanism that allows a container to run directly on the hypervisor without the usual overhead of it being wrapped within a traditional VM.  These CRX-based pods are essentially a VM with a specialized, minimal Linux kernel built for the purpose of running a container runtime.  This very small VM wrapper allows vSphere to treat these pods similar to other traditional VMs, but with minimal resource usage.  Pod VMs are a superior method of having container runtimes across a vSphere cluster.</a:t>
            </a:r>
          </a:p>
          <a:p>
            <a:pPr marL="171450" lvl="0" indent="-171450">
              <a:buFont typeface="Arial" panose="020B0604020202020204" pitchFamily="34" charset="0"/>
              <a:buChar char="•"/>
            </a:pPr>
            <a:r>
              <a:rPr lang="en-US" b="0" dirty="0"/>
              <a:t>Pod VMs are completely independent from FSVMs and serve their respective task – Pod VMs for object storage and FSVMs for file storage.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A vSAN cluster will support one object store per cluster, per tenant, where the tenant can store their S3 buckets.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When logical tenant isolation is acceptable, multi-tenant storage can be achieved with a single vSAN HCI and/or vSAN storage cluster.</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When physical tenant isolation is required, multi-tenant storage can be achieved with discrete vSAN HCI clusters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data structure of vSAN’s native S3 object storage is different than approaches used for other types of data, such as VMDKs, file shares and iSCSI volumes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Within a tenant’s object store, a given S3 bucket is comprised of multiple </a:t>
            </a:r>
            <a:r>
              <a:rPr lang="en-US" b="0" dirty="0" err="1"/>
              <a:t>vBOSS</a:t>
            </a:r>
            <a:r>
              <a:rPr lang="en-US" b="0" dirty="0"/>
              <a:t> volumes, or shards.  The latter is the better way to think of it, as it is the aggregation of these </a:t>
            </a:r>
            <a:r>
              <a:rPr lang="en-US" b="0" dirty="0" err="1"/>
              <a:t>vBOSS</a:t>
            </a:r>
            <a:r>
              <a:rPr lang="en-US" b="0" dirty="0"/>
              <a:t> volumes that make up that single S3 bucket.  Each shard is made up of one or more vSAN objects.  </a:t>
            </a:r>
          </a:p>
          <a:p>
            <a:pPr marL="171450" lvl="0" indent="-171450">
              <a:buFont typeface="Arial" panose="020B0604020202020204" pitchFamily="34" charset="0"/>
              <a:buChar char="•"/>
            </a:pPr>
            <a:r>
              <a:rPr lang="en-US" b="0" dirty="0"/>
              <a:t>Upgrades to the object service remain independent from the rest of the stack, and will be managed through the supervisor / VCF-A management framework.  </a:t>
            </a:r>
          </a:p>
          <a:p>
            <a:pPr marL="171450" lvl="0" indent="-171450">
              <a:buFont typeface="Arial" panose="020B0604020202020204" pitchFamily="34" charset="0"/>
              <a:buChar char="•"/>
            </a:pPr>
            <a:r>
              <a:rPr lang="en-US" b="0" dirty="0"/>
              <a:t>Data migration may be possible using </a:t>
            </a:r>
            <a:r>
              <a:rPr lang="en-US" b="0" dirty="0" err="1"/>
              <a:t>rclone</a:t>
            </a:r>
            <a:r>
              <a:rPr lang="en-US" b="0" dirty="0"/>
              <a:t> from sources such as AWS S3, </a:t>
            </a:r>
            <a:r>
              <a:rPr lang="en-US" b="0" dirty="0" err="1"/>
              <a:t>MinIO</a:t>
            </a:r>
            <a:r>
              <a:rPr lang="en-US" b="0" dirty="0"/>
              <a:t>, and Ceph RGW.</a:t>
            </a:r>
          </a:p>
          <a:p>
            <a:pPr marL="171450" lvl="0" indent="-171450">
              <a:buFont typeface="Arial" panose="020B0604020202020204" pitchFamily="34" charset="0"/>
              <a:buChar char="•"/>
            </a:pPr>
            <a:r>
              <a:rPr lang="en-US" b="0" dirty="0"/>
              <a:t>The Object Store Extension (OSE) UI is VCF’s consumption UI for S3 compatible object stores.</a:t>
            </a:r>
          </a:p>
          <a:p>
            <a:pPr marL="171450" lvl="0" indent="-171450">
              <a:buFont typeface="Arial" panose="020B0604020202020204" pitchFamily="34" charset="0"/>
              <a:buChar char="•"/>
            </a:pPr>
            <a:r>
              <a:rPr lang="en-US" b="0" dirty="0"/>
              <a:t>Our object storage offering will also support tagging (key-value pairs).  This tagging is applicable to both objects and buckets.  </a:t>
            </a:r>
          </a:p>
          <a:p>
            <a:pPr marL="628650" lvl="1" indent="-171450">
              <a:buFont typeface="Arial" panose="020B0604020202020204" pitchFamily="34" charset="0"/>
              <a:buChar char="•"/>
            </a:pPr>
            <a:r>
              <a:rPr lang="en-US" b="0" dirty="0"/>
              <a:t>Objects:  Up to 10 tags</a:t>
            </a:r>
          </a:p>
          <a:p>
            <a:pPr marL="628650" lvl="1" indent="-171450">
              <a:buFont typeface="Arial" panose="020B0604020202020204" pitchFamily="34" charset="0"/>
              <a:buChar char="•"/>
            </a:pPr>
            <a:r>
              <a:rPr lang="en-US" b="0" dirty="0"/>
              <a:t>Buckets:  Up to 50 tags</a:t>
            </a:r>
          </a:p>
          <a:p>
            <a:pPr marL="171450" lvl="0" indent="-171450">
              <a:buFont typeface="Arial" panose="020B0604020202020204" pitchFamily="34" charset="0"/>
              <a:buChar char="•"/>
            </a:pPr>
            <a:endParaRPr lang="en-US" b="0" dirty="0"/>
          </a:p>
          <a:p>
            <a:pPr marL="0" indent="0">
              <a:buFont typeface="Arial" panose="020B0604020202020204" pitchFamily="34" charset="0"/>
              <a:buNone/>
            </a:pPr>
            <a:r>
              <a:rPr lang="en-US" b="0" u="sng" dirty="0"/>
              <a:t>Deploy and Configure</a:t>
            </a:r>
          </a:p>
          <a:p>
            <a:pPr marL="171450" indent="-171450">
              <a:buFont typeface="Arial" panose="020B0604020202020204" pitchFamily="34" charset="0"/>
              <a:buChar char="•"/>
            </a:pPr>
            <a:r>
              <a:rPr lang="en-US" b="0" dirty="0"/>
              <a:t>When using VCF Automation (VCF-A) The object storage </a:t>
            </a:r>
            <a:r>
              <a:rPr lang="en-US" b="1" dirty="0"/>
              <a:t>installation</a:t>
            </a:r>
            <a:r>
              <a:rPr lang="en-US" b="0" dirty="0"/>
              <a:t> is performed by the “</a:t>
            </a:r>
            <a:r>
              <a:rPr lang="en-US" b="1" dirty="0"/>
              <a:t>Provider Admin</a:t>
            </a:r>
            <a:r>
              <a:rPr lang="en-US" b="0" dirty="0"/>
              <a:t>” in VCF-A.  This resides withing the “VCF Services” side-bar menu, and navigating to “Object Store.”  In the UI, it sits adjacent to other services, such as Harbor, Data Services Manager, Argo CD, AVI Load Balancer and Multi-tenant DR.  Note that object storage can be provided by using vSphere Supervisor, but this will be via API only at this time.</a:t>
            </a:r>
          </a:p>
          <a:p>
            <a:pPr marL="628650" lvl="1" indent="-171450">
              <a:buFont typeface="Arial" panose="020B0604020202020204" pitchFamily="34" charset="0"/>
              <a:buChar char="•"/>
            </a:pPr>
            <a:r>
              <a:rPr lang="en-US" b="0" dirty="0"/>
              <a:t>The Provider Admin has the choice of locations where the service will be deployed.</a:t>
            </a:r>
          </a:p>
          <a:p>
            <a:pPr marL="171450" indent="-171450">
              <a:buFont typeface="Arial" panose="020B0604020202020204" pitchFamily="34" charset="0"/>
              <a:buChar char="•"/>
            </a:pPr>
            <a:r>
              <a:rPr lang="en-US" b="0" dirty="0"/>
              <a:t>Once installed, the </a:t>
            </a:r>
            <a:r>
              <a:rPr lang="en-US" b="1" dirty="0"/>
              <a:t>Provider Admin </a:t>
            </a:r>
            <a:r>
              <a:rPr lang="en-US" b="0" dirty="0"/>
              <a:t>can </a:t>
            </a:r>
            <a:r>
              <a:rPr lang="en-US" b="1" dirty="0"/>
              <a:t>make it available to the desired tenant organizations</a:t>
            </a:r>
            <a:r>
              <a:rPr lang="en-US" b="0" dirty="0"/>
              <a:t>.  </a:t>
            </a:r>
          </a:p>
          <a:p>
            <a:pPr marL="628650" lvl="1" indent="-171450">
              <a:buFont typeface="Arial" panose="020B0604020202020204" pitchFamily="34" charset="0"/>
              <a:buChar char="•"/>
            </a:pPr>
            <a:r>
              <a:rPr lang="en-US" b="0" dirty="0"/>
              <a:t>The Provider Admin will select the desired organization, and click “Launch Organization Portal.”</a:t>
            </a:r>
          </a:p>
          <a:p>
            <a:pPr marL="628650" lvl="1" indent="-171450">
              <a:buFont typeface="Arial" panose="020B0604020202020204" pitchFamily="34" charset="0"/>
              <a:buChar char="•"/>
            </a:pPr>
            <a:r>
              <a:rPr lang="en-US" b="0" dirty="0"/>
              <a:t>The Provider Admin can click “Add a Region Quota” specifying their desired region, supervisor, and zones.  The workflow is organized in the following manner.</a:t>
            </a:r>
          </a:p>
          <a:p>
            <a:pPr marL="1085850" lvl="2" indent="-171450">
              <a:buFont typeface="Arial" panose="020B0604020202020204" pitchFamily="34" charset="0"/>
              <a:buChar char="•"/>
            </a:pPr>
            <a:r>
              <a:rPr lang="en-US" b="0" dirty="0"/>
              <a:t>Step 1 – Assign a Region Quota.  This allows you to select a region, supervisor, and zone</a:t>
            </a:r>
          </a:p>
          <a:p>
            <a:pPr marL="1085850" lvl="2" indent="-171450">
              <a:buFont typeface="Arial" panose="020B0604020202020204" pitchFamily="34" charset="0"/>
              <a:buChar char="•"/>
            </a:pPr>
            <a:r>
              <a:rPr lang="en-US" b="0" dirty="0"/>
              <a:t>Step 2 – Assign VM and Storage Classes.  This allows you to select the appropriate VM classes (defining the available  compute profiles for workloads) and storage classes (defining how much object capacity can be consumed).</a:t>
            </a:r>
          </a:p>
          <a:p>
            <a:pPr marL="1543050" lvl="3" indent="-171450">
              <a:buFont typeface="Arial" panose="020B0604020202020204" pitchFamily="34" charset="0"/>
              <a:buChar char="•"/>
            </a:pPr>
            <a:r>
              <a:rPr lang="en-US" b="0" dirty="0"/>
              <a:t>Within the storage class listing, there will be a “system-vSAN-Obj-Store-Default.”  This can be selected, and the desired capacity limit can be set as needed.</a:t>
            </a:r>
          </a:p>
          <a:p>
            <a:pPr marL="1085850" lvl="2" indent="-171450">
              <a:buFont typeface="Arial" panose="020B0604020202020204" pitchFamily="34" charset="0"/>
              <a:buChar char="•"/>
            </a:pPr>
            <a:r>
              <a:rPr lang="en-US" b="0" dirty="0"/>
              <a:t>Step 3 – Review Summary.</a:t>
            </a:r>
          </a:p>
          <a:p>
            <a:pPr marL="171450" lvl="0" indent="-171450">
              <a:buFont typeface="Arial" panose="020B0604020202020204" pitchFamily="34" charset="0"/>
              <a:buChar char="•"/>
            </a:pPr>
            <a:r>
              <a:rPr lang="en-US" b="0" dirty="0"/>
              <a:t>The </a:t>
            </a:r>
            <a:r>
              <a:rPr lang="en-US" b="1" dirty="0"/>
              <a:t>object storage configuration </a:t>
            </a:r>
            <a:r>
              <a:rPr lang="en-US" b="0" dirty="0"/>
              <a:t>and creation of buckets is performed by the “</a:t>
            </a:r>
            <a:r>
              <a:rPr lang="en-US" b="1" dirty="0"/>
              <a:t>Tenant Admin</a:t>
            </a:r>
            <a:r>
              <a:rPr lang="en-US" b="0" dirty="0"/>
              <a:t>” in VCF-A.  The VCF Services &gt; Object Storage section will allow you to create an object store – the logical container to present to the consumer/tenant.  The entries to be configured when creating an object store include:</a:t>
            </a:r>
          </a:p>
          <a:p>
            <a:pPr marL="628650" lvl="1" indent="-171450">
              <a:buFont typeface="Arial" panose="020B0604020202020204" pitchFamily="34" charset="0"/>
              <a:buChar char="•"/>
            </a:pPr>
            <a:r>
              <a:rPr lang="en-US" b="0" dirty="0"/>
              <a:t>Name.  Actual name of the object store, such as “</a:t>
            </a:r>
            <a:r>
              <a:rPr lang="en-US" b="0" dirty="0" err="1"/>
              <a:t>DevTeamObjectStore</a:t>
            </a:r>
            <a:r>
              <a:rPr lang="en-US" b="0" dirty="0"/>
              <a:t>”</a:t>
            </a:r>
          </a:p>
          <a:p>
            <a:pPr marL="628650" lvl="1" indent="-171450">
              <a:buFont typeface="Arial" panose="020B0604020202020204" pitchFamily="34" charset="0"/>
              <a:buChar char="•"/>
            </a:pPr>
            <a:r>
              <a:rPr lang="en-US" b="0" dirty="0"/>
              <a:t>Region.  The desired region, such as us-east-1</a:t>
            </a:r>
          </a:p>
          <a:p>
            <a:pPr marL="628650" lvl="1" indent="-171450">
              <a:buFont typeface="Arial" panose="020B0604020202020204" pitchFamily="34" charset="0"/>
              <a:buChar char="•"/>
            </a:pPr>
            <a:r>
              <a:rPr lang="en-US" b="0" dirty="0"/>
              <a:t>VPC.  The desired VPC, such as vpc-us-east-1.prod.app</a:t>
            </a:r>
          </a:p>
          <a:p>
            <a:pPr marL="628650" lvl="1" indent="-171450">
              <a:buFont typeface="Arial" panose="020B0604020202020204" pitchFamily="34" charset="0"/>
              <a:buChar char="•"/>
            </a:pPr>
            <a:r>
              <a:rPr lang="en-US" b="0" dirty="0"/>
              <a:t>FQDN.  The associated FQDN, such as objectstore.dc01.com</a:t>
            </a:r>
          </a:p>
          <a:p>
            <a:pPr marL="628650" lvl="1" indent="-171450">
              <a:buFont typeface="Arial" panose="020B0604020202020204" pitchFamily="34" charset="0"/>
              <a:buChar char="•"/>
            </a:pPr>
            <a:r>
              <a:rPr lang="en-US" b="0" dirty="0"/>
              <a:t>Availability.  Select either “Default” or “Site Fault Tolerated”</a:t>
            </a:r>
          </a:p>
          <a:p>
            <a:pPr marL="628650" lvl="1" indent="-171450">
              <a:buFont typeface="Arial" panose="020B0604020202020204" pitchFamily="34" charset="0"/>
              <a:buChar char="•"/>
            </a:pPr>
            <a:r>
              <a:rPr lang="en-US" b="0" dirty="0"/>
              <a:t>Capacity.  This is a user selectable amount of desired capacity.</a:t>
            </a:r>
          </a:p>
          <a:p>
            <a:pPr marL="171450" lvl="0" indent="-171450">
              <a:buFont typeface="Arial" panose="020B0604020202020204" pitchFamily="34" charset="0"/>
              <a:buChar char="•"/>
            </a:pPr>
            <a:r>
              <a:rPr lang="en-US" b="0" dirty="0"/>
              <a:t>The </a:t>
            </a:r>
            <a:r>
              <a:rPr lang="en-US" b="1" dirty="0"/>
              <a:t>Tenant Admin </a:t>
            </a:r>
            <a:r>
              <a:rPr lang="en-US" b="0" dirty="0"/>
              <a:t>will then </a:t>
            </a:r>
            <a:r>
              <a:rPr lang="en-US" b="1" dirty="0"/>
              <a:t>assign an object store</a:t>
            </a:r>
            <a:r>
              <a:rPr lang="en-US" b="0" dirty="0"/>
              <a:t>.  The UI will allow for the scope of the assignment to be limited to specific projects selected, or all projects available.</a:t>
            </a:r>
          </a:p>
          <a:p>
            <a:pPr marL="171450" lvl="0" indent="-171450">
              <a:buFont typeface="Arial" panose="020B0604020202020204" pitchFamily="34" charset="0"/>
              <a:buChar char="•"/>
            </a:pPr>
            <a:r>
              <a:rPr lang="en-US" b="0" dirty="0"/>
              <a:t>The </a:t>
            </a:r>
            <a:r>
              <a:rPr lang="en-US" b="1" dirty="0"/>
              <a:t>Tenant Admin (or by tenant users) </a:t>
            </a:r>
            <a:r>
              <a:rPr lang="en-US" b="0" dirty="0"/>
              <a:t>will then </a:t>
            </a:r>
            <a:r>
              <a:rPr lang="en-US" b="1" dirty="0"/>
              <a:t>create a bucket</a:t>
            </a:r>
            <a:r>
              <a:rPr lang="en-US" b="0" dirty="0"/>
              <a:t> via VCF Services &gt; Object Storage &gt; Buckets.  Once complete, the S3 buckets are available to tenant users within the respective assignment.  This object storage can be consumed through standard S3 APIs.</a:t>
            </a:r>
          </a:p>
          <a:p>
            <a:pPr marL="171450" lvl="0" indent="-171450">
              <a:buFont typeface="Arial" panose="020B0604020202020204" pitchFamily="34" charset="0"/>
              <a:buChar char="•"/>
            </a:pPr>
            <a:r>
              <a:rPr lang="en-US" b="0" dirty="0"/>
              <a:t>Common personas in VCF-A that are relevant to provisioning vSAN native S3-compatible object storage.  Ordered in a hierarchy of abilities</a:t>
            </a:r>
          </a:p>
          <a:p>
            <a:pPr marL="628650" lvl="1" indent="-171450">
              <a:buFont typeface="Arial" panose="020B0604020202020204" pitchFamily="34" charset="0"/>
              <a:buChar char="•"/>
            </a:pPr>
            <a:r>
              <a:rPr lang="en-US" b="1" dirty="0"/>
              <a:t>Provider Admin.  </a:t>
            </a:r>
            <a:r>
              <a:rPr lang="en-US" b="0" dirty="0"/>
              <a:t>Installs the “Object store” services, and assigns it to the desired tenant organizations</a:t>
            </a:r>
          </a:p>
          <a:p>
            <a:pPr marL="628650" lvl="1" indent="-171450">
              <a:buFont typeface="Arial" panose="020B0604020202020204" pitchFamily="34" charset="0"/>
              <a:buChar char="•"/>
            </a:pPr>
            <a:r>
              <a:rPr lang="en-US" b="1" dirty="0"/>
              <a:t>Tenant Admin.  </a:t>
            </a:r>
            <a:r>
              <a:rPr lang="en-US" b="0" dirty="0"/>
              <a:t>Creates, assigns and manages the object store.  Provisioning of S3 buckets for consumption by a tenant user.   </a:t>
            </a:r>
            <a:endParaRPr lang="en-US" b="1" dirty="0"/>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Tenant User.</a:t>
            </a:r>
            <a:r>
              <a:rPr lang="en-US" b="0" dirty="0"/>
              <a:t>  Consumes S3 buckets.  Creating buckets may also be possible at this level depending on roles/permissions.</a:t>
            </a:r>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Licensing subject to change.  Please refer to official updated guidance as the source of truth for licensing.</a:t>
            </a:r>
          </a:p>
          <a:p>
            <a:pPr marL="171450" indent="-171450">
              <a:buFont typeface="Arial" panose="020B0604020202020204" pitchFamily="34" charset="0"/>
              <a:buChar char="•"/>
            </a:pPr>
            <a:r>
              <a:rPr lang="en-US" b="0" u="none" dirty="0"/>
              <a:t>Native S3 compatible object storage will be delivered as a “Technology Preview” in VCF 9.1.1, with the expectations of general availability (GA) in 9.1.2</a:t>
            </a:r>
          </a:p>
          <a:p>
            <a:pPr marL="171450" indent="-171450">
              <a:buFont typeface="Arial" panose="020B0604020202020204" pitchFamily="34" charset="0"/>
              <a:buChar char="•"/>
            </a:pPr>
            <a:r>
              <a:rPr lang="en-US" b="0" u="none" dirty="0"/>
              <a:t>Native S3 compatible object storage is deployed and configured through VCF Automation (VCF-A) or through vSphere Supervisor using APIs.</a:t>
            </a:r>
          </a:p>
          <a:p>
            <a:pPr marL="171450" indent="-171450">
              <a:buFont typeface="Arial" panose="020B0604020202020204" pitchFamily="34" charset="0"/>
              <a:buChar char="•"/>
            </a:pPr>
            <a:r>
              <a:rPr lang="en-US" b="0" u="none" dirty="0"/>
              <a:t>Native S3 compatible object storage requires the use of vSphere Supervisor.</a:t>
            </a:r>
          </a:p>
          <a:p>
            <a:pPr marL="171450" indent="-171450">
              <a:buFont typeface="Arial" panose="020B0604020202020204" pitchFamily="34" charset="0"/>
              <a:buChar char="•"/>
            </a:pPr>
            <a:r>
              <a:rPr lang="en-US" b="0" u="none" dirty="0"/>
              <a:t>Native S3 compatible object storage cannot be currently protected using vSAN Protection and Recovery (previously known as “vSAN Data Protection”).  S3 bucket protection will be delivered via other means.</a:t>
            </a:r>
          </a:p>
          <a:p>
            <a:pPr marL="171450" indent="-171450">
              <a:buFont typeface="Arial" panose="020B0604020202020204" pitchFamily="34" charset="0"/>
              <a:buChar char="•"/>
            </a:pPr>
            <a:r>
              <a:rPr lang="en-US" b="0" u="none" dirty="0"/>
              <a:t>Native S3 compatible object storage will be limited to one object store per cluster.  While it can support multi-tenancy, that will fall within the single object store.</a:t>
            </a:r>
          </a:p>
          <a:p>
            <a:pPr marL="171450" indent="-171450">
              <a:buFont typeface="Arial" panose="020B0604020202020204" pitchFamily="34" charset="0"/>
              <a:buChar char="•"/>
            </a:pPr>
            <a:r>
              <a:rPr lang="en-US" b="0" u="none" dirty="0"/>
              <a:t>Tentative scalability limits are as follows.  Many of these are simply a reflection of testing constraints, and may be raised in the future.  Please refer to formal documentation at the time of GA for these limitations</a:t>
            </a:r>
          </a:p>
          <a:p>
            <a:pPr marL="628650" lvl="1" indent="-171450">
              <a:buFont typeface="Arial" panose="020B0604020202020204" pitchFamily="34" charset="0"/>
              <a:buChar char="•"/>
            </a:pPr>
            <a:r>
              <a:rPr lang="en-US" b="0" u="none" dirty="0"/>
              <a:t>Object stores per cluster:  4</a:t>
            </a:r>
          </a:p>
          <a:p>
            <a:pPr marL="628650" lvl="1" indent="-171450">
              <a:buFont typeface="Arial" panose="020B0604020202020204" pitchFamily="34" charset="0"/>
              <a:buChar char="•"/>
            </a:pPr>
            <a:r>
              <a:rPr lang="en-US" b="0" u="none" dirty="0"/>
              <a:t>Buckets per object store:  100,000</a:t>
            </a:r>
          </a:p>
          <a:p>
            <a:pPr marL="628650" lvl="1" indent="-171450">
              <a:buFont typeface="Arial" panose="020B0604020202020204" pitchFamily="34" charset="0"/>
              <a:buChar char="•"/>
            </a:pPr>
            <a:r>
              <a:rPr lang="en-US" b="0" u="none" dirty="0"/>
              <a:t>Objects per bucket:  unlimited</a:t>
            </a:r>
          </a:p>
          <a:p>
            <a:pPr marL="628650" lvl="1" indent="-171450">
              <a:buFont typeface="Arial" panose="020B0604020202020204" pitchFamily="34" charset="0"/>
              <a:buChar char="•"/>
            </a:pPr>
            <a:r>
              <a:rPr lang="en-US" b="0" u="none" dirty="0"/>
              <a:t>Object stores per cluster:  1 per tenant</a:t>
            </a:r>
          </a:p>
          <a:p>
            <a:pPr marL="628650" lvl="1" indent="-171450">
              <a:buFont typeface="Arial" panose="020B0604020202020204" pitchFamily="34" charset="0"/>
              <a:buChar char="•"/>
            </a:pPr>
            <a:r>
              <a:rPr lang="en-US" b="0" u="none" dirty="0"/>
              <a:t>Object size:  &gt;5GB.</a:t>
            </a:r>
          </a:p>
          <a:p>
            <a:pPr marL="628650" lvl="1" indent="-171450">
              <a:buFont typeface="Arial" panose="020B0604020202020204" pitchFamily="34" charset="0"/>
              <a:buChar char="•"/>
            </a:pPr>
            <a:endParaRPr lang="en-US" b="0" u="none"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vSAN in VCF 9.1 can provide an integrated S3 compatible, highly scalable, multi-tenant object store, offering new opportunities for you to use a unified solution across your entire environment.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introduction of native S3 compatible object storage means that the partner program for DPp is no longer a relevant path for customers.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When referring to this feature, it will be most accurate to say, “vSAN native S3 compatible object storage.”  Omitting the “compatible” will make it misleading, and inaccurate.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Initially, early releases will target containerized workloads and DSM, but will expand to other use cases, such as K8s backup repository, traditional backup, archival, structured and unstructured data, AI/ML workloads, etc.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p:txBody>
      </p:sp>
      <p:sp>
        <p:nvSpPr>
          <p:cNvPr id="4" name="Slide Number Placeholder 3">
            <a:extLst>
              <a:ext uri="{FF2B5EF4-FFF2-40B4-BE49-F238E27FC236}">
                <a16:creationId xmlns:a16="http://schemas.microsoft.com/office/drawing/2014/main" id="{216196C1-FA16-F098-A881-3070AB8170DB}"/>
              </a:ext>
            </a:extLst>
          </p:cNvPr>
          <p:cNvSpPr>
            <a:spLocks noGrp="1"/>
          </p:cNvSpPr>
          <p:nvPr>
            <p:ph type="sldNum" sz="quarter" idx="5"/>
          </p:nvPr>
        </p:nvSpPr>
        <p:spPr/>
        <p:txBody>
          <a:bodyPr/>
          <a:lstStyle/>
          <a:p>
            <a:fld id="{9F4FBC3A-A12C-40F9-BB8D-BC30C7901396}" type="slidenum">
              <a:rPr lang="en-US" smtClean="0"/>
              <a:pPr/>
              <a:t>12</a:t>
            </a:fld>
            <a:endParaRPr lang="en-US" dirty="0"/>
          </a:p>
        </p:txBody>
      </p:sp>
    </p:spTree>
    <p:extLst>
      <p:ext uri="{BB962C8B-B14F-4D97-AF65-F5344CB8AC3E}">
        <p14:creationId xmlns:p14="http://schemas.microsoft.com/office/powerpoint/2010/main" val="288981085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ED699F-EFA0-5BE7-2316-DED491AD1EB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9599546-85B9-B3A7-BD34-47427306AE0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C4C7D62-A538-CF9D-D962-72EC45D278F5}"/>
              </a:ext>
            </a:extLst>
          </p:cNvPr>
          <p:cNvSpPr>
            <a:spLocks noGrp="1"/>
          </p:cNvSpPr>
          <p:nvPr>
            <p:ph type="body" idx="1"/>
          </p:nvPr>
        </p:nvSpPr>
        <p:spPr/>
        <p:txBody>
          <a:bodyPr>
            <a:normAutofit fontScale="55000" lnSpcReduction="20000"/>
          </a:bodyPr>
          <a:lstStyle/>
          <a:p>
            <a:r>
              <a:rPr lang="en-US" sz="1200" b="1" dirty="0"/>
              <a:t>Key Message/Talk track:</a:t>
            </a:r>
          </a:p>
          <a:p>
            <a:r>
              <a:rPr lang="en-US" sz="1200" b="0" dirty="0"/>
              <a:t>vSAN in VCF 9.1 includes several enhancements that relate to provisioning and managing storage for cloud native applications.  This includes much better scalability for persistent volumes, as well as improved flexibility with the support of linked clones for persistent volumes provisioned with VM service VMs.  The support of snapshots with VM service VMs is now available, as well as support for multi-tenant DR with VM service VMs.  This will provide a much better experience when protecting supervisor-based VMs for cloud-to-cloud protection using VCF.  </a:t>
            </a:r>
            <a:r>
              <a:rPr lang="en-US" sz="1200" b="1" dirty="0"/>
              <a:t>The collection of these improvements will surely make deploying and managing cloud native applications easier, and more flexible.</a:t>
            </a:r>
          </a:p>
          <a:p>
            <a:r>
              <a:rPr lang="en-US" sz="1200" dirty="0"/>
              <a:t>----------------------------------</a:t>
            </a:r>
          </a:p>
          <a:p>
            <a:r>
              <a:rPr lang="en-US" sz="1200" b="1" dirty="0"/>
              <a:t>Overview:</a:t>
            </a:r>
          </a:p>
          <a:p>
            <a:pPr marL="171450" indent="-171450">
              <a:buFont typeface="Arial" panose="020B0604020202020204" pitchFamily="34" charset="0"/>
              <a:buChar char="•"/>
            </a:pPr>
            <a:r>
              <a:rPr lang="en-US" dirty="0">
                <a:solidFill>
                  <a:schemeClr val="tx2"/>
                </a:solidFill>
                <a:latin typeface="Arial" panose="020B0604020202020204" pitchFamily="34" charset="0"/>
              </a:rPr>
              <a:t>Increase persistent volumes (PVs) per Supervisor to 25,000 and 50,000 per vCenter Server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solidFill>
                  <a:schemeClr val="tx2"/>
                </a:solidFill>
                <a:latin typeface="Arial" panose="020B0604020202020204" pitchFamily="34" charset="0"/>
              </a:rPr>
              <a:t>Support of linked clones for persistent volumes (PVs) with VM service VMs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solidFill>
                  <a:schemeClr val="tx2"/>
                </a:solidFill>
                <a:latin typeface="Arial" panose="020B0604020202020204" pitchFamily="34" charset="0"/>
              </a:rPr>
              <a:t>Read Write Many (RWX) persistent volume (PVs) support to VM Service VMs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solidFill>
                  <a:schemeClr val="tx2"/>
                </a:solidFill>
                <a:latin typeface="Arial" panose="020B0604020202020204" pitchFamily="34" charset="0"/>
              </a:rPr>
              <a:t>Snapshot support for VM Service VMs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solidFill>
                  <a:schemeClr val="tx2"/>
                </a:solidFill>
                <a:latin typeface="Arial" panose="020B0604020202020204" pitchFamily="34" charset="0"/>
              </a:rPr>
              <a:t>Customized K8s compliant naming for storage policies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solidFill>
                  <a:schemeClr val="tx2"/>
                </a:solidFill>
                <a:latin typeface="Arial" panose="020B0604020202020204" pitchFamily="34" charset="0"/>
              </a:rPr>
              <a:t>Multi-tenant disaster recovery for VM Service VMs</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Several enhancements in vSAN for VCF 9.1 target our customers running cloud native application.  These improvements come through our CSI and FCD.</a:t>
            </a:r>
          </a:p>
          <a:p>
            <a:pPr marL="0" indent="0">
              <a:buFont typeface="Arial" panose="020B0604020202020204" pitchFamily="34" charset="0"/>
              <a:buNone/>
            </a:pPr>
            <a:r>
              <a:rPr lang="en-US" u="sng" dirty="0">
                <a:solidFill>
                  <a:schemeClr val="tx2"/>
                </a:solidFill>
                <a:latin typeface="Arial" panose="020B0604020202020204" pitchFamily="34" charset="0"/>
              </a:rPr>
              <a:t>Increase persistent volumes (PVs) per Supervisor to 25,000 and 50,000 per vCenter Server</a:t>
            </a:r>
          </a:p>
          <a:p>
            <a:pPr marL="171450" indent="-171450">
              <a:buFont typeface="Arial" panose="020B0604020202020204" pitchFamily="34" charset="0"/>
              <a:buChar char="•"/>
            </a:pPr>
            <a:r>
              <a:rPr lang="en-US" b="0" dirty="0"/>
              <a:t>Prior to VCF 9.1, the maximum number of RWO persistent volumes (PVs) per Supervisor was 7,500.  VCF 9.1 increases this limit to 25,000, or a 233% increase in the number of persistent volumes per Supervisor.</a:t>
            </a:r>
          </a:p>
          <a:p>
            <a:pPr marL="171450" indent="-171450">
              <a:buFont typeface="Arial" panose="020B0604020202020204" pitchFamily="34" charset="0"/>
              <a:buChar char="•"/>
            </a:pPr>
            <a:r>
              <a:rPr lang="en-US" b="0" dirty="0"/>
              <a:t>Prior to VCF 9.1, the maximum number of RWO persistent volumes (PVs) per vCenter was 30,000.  VCF 9.1 increases this limit to 50,000, or a 66% increase in the number of persistent volumes per vCenter Server.</a:t>
            </a:r>
          </a:p>
          <a:p>
            <a:pPr marL="0" indent="0">
              <a:buFont typeface="Arial" panose="020B0604020202020204" pitchFamily="34" charset="0"/>
              <a:buNone/>
            </a:pPr>
            <a:r>
              <a:rPr lang="en-US" u="sng" dirty="0">
                <a:solidFill>
                  <a:schemeClr val="tx2"/>
                </a:solidFill>
                <a:latin typeface="Arial" panose="020B0604020202020204" pitchFamily="34" charset="0"/>
              </a:rPr>
              <a:t>Support of linked clones for persistent volumes (PVs) with VM service VMs</a:t>
            </a:r>
          </a:p>
          <a:p>
            <a:pPr marL="171450" indent="-171450">
              <a:buFont typeface="Arial" panose="020B0604020202020204" pitchFamily="34" charset="0"/>
              <a:buChar char="•"/>
            </a:pPr>
            <a:r>
              <a:rPr lang="en-US" b="0" dirty="0"/>
              <a:t>Prior to VCF 9.1, the ability to create and consume linked clones for persistent volumes (PVs) was not possible.  Full clones are too storage intensive an inefficient for most scenarios.  </a:t>
            </a:r>
          </a:p>
          <a:p>
            <a:pPr marL="171450" indent="-171450">
              <a:buFont typeface="Arial" panose="020B0604020202020204" pitchFamily="34" charset="0"/>
              <a:buChar char="•"/>
            </a:pPr>
            <a:r>
              <a:rPr lang="en-US" b="0" dirty="0"/>
              <a:t>VCF 9.1 introduces the ability to create and consume linked clones with a first-class disk (FCD).  This will dramatically lower time for provisioning, and improve flexibility in operations.</a:t>
            </a:r>
          </a:p>
          <a:p>
            <a:pPr marL="0" indent="0">
              <a:buFont typeface="Arial" panose="020B0604020202020204" pitchFamily="34" charset="0"/>
              <a:buNone/>
            </a:pPr>
            <a:r>
              <a:rPr lang="en-US" u="sng" dirty="0">
                <a:solidFill>
                  <a:schemeClr val="tx2"/>
                </a:solidFill>
                <a:latin typeface="Arial" panose="020B0604020202020204" pitchFamily="34" charset="0"/>
              </a:rPr>
              <a:t>Read Write Many (RWX) persistent volume (PVs) support to VM Service VMs</a:t>
            </a:r>
          </a:p>
          <a:p>
            <a:pPr marL="171450" indent="-171450">
              <a:buFont typeface="Arial" panose="020B0604020202020204" pitchFamily="34" charset="0"/>
              <a:buChar char="•"/>
            </a:pPr>
            <a:r>
              <a:rPr lang="en-US" b="0" dirty="0"/>
              <a:t>Prior to VCF 9.1, while file-based Read Write Many (RWX) could be used in some circumstances, they were not available for workloads, such as vSphere Pods and VM Service VMs in the supervisor namespace, where only block-based Read Write Once (RWO) volumes could be used.</a:t>
            </a:r>
          </a:p>
          <a:p>
            <a:pPr marL="171450" indent="-171450">
              <a:buFont typeface="Arial" panose="020B0604020202020204" pitchFamily="34" charset="0"/>
              <a:buChar char="•"/>
            </a:pPr>
            <a:r>
              <a:rPr lang="en-US" b="0" dirty="0"/>
              <a:t>VCF 9.1 closes this gap.  VM Service VMs can now mount and consume RWX volumes.</a:t>
            </a:r>
          </a:p>
          <a:p>
            <a:pPr marL="0" indent="0">
              <a:buFont typeface="Arial" panose="020B0604020202020204" pitchFamily="34" charset="0"/>
              <a:buNone/>
            </a:pPr>
            <a:r>
              <a:rPr lang="en-US" b="0" u="sng" dirty="0"/>
              <a:t>Snapshot support for VM Service VMs</a:t>
            </a:r>
          </a:p>
          <a:p>
            <a:pPr marL="171450" indent="-171450">
              <a:buFont typeface="Arial" panose="020B0604020202020204" pitchFamily="34" charset="0"/>
              <a:buChar char="•"/>
            </a:pPr>
            <a:r>
              <a:rPr lang="en-US" b="0" dirty="0"/>
              <a:t>Prior to VCF 9.1, VM Service VMs were unable to take advantage of simple VM snapshot recovery operations like other VMs.</a:t>
            </a:r>
          </a:p>
          <a:p>
            <a:pPr marL="171450" indent="-171450">
              <a:buFont typeface="Arial" panose="020B0604020202020204" pitchFamily="34" charset="0"/>
              <a:buChar char="•"/>
            </a:pPr>
            <a:r>
              <a:rPr lang="en-US" b="0" dirty="0"/>
              <a:t>VCF 9.1 introduces the ability to snapshot VM service VMs in a way that is consistent with other workloads.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u="sng" dirty="0">
                <a:solidFill>
                  <a:schemeClr val="tx2"/>
                </a:solidFill>
                <a:latin typeface="Arial" panose="020B0604020202020204" pitchFamily="34" charset="0"/>
              </a:rPr>
              <a:t>Customized K8s compliant naming for storage policies</a:t>
            </a:r>
          </a:p>
          <a:p>
            <a:pPr marL="171450" indent="-171450">
              <a:buFont typeface="Arial" panose="020B0604020202020204" pitchFamily="34" charset="0"/>
              <a:buChar char="•"/>
            </a:pPr>
            <a:r>
              <a:rPr lang="en-US" b="0" dirty="0"/>
              <a:t>Prior to VCF 9.1, storage policy to </a:t>
            </a:r>
            <a:r>
              <a:rPr lang="en-US" b="0" dirty="0" err="1"/>
              <a:t>storageclass</a:t>
            </a:r>
            <a:r>
              <a:rPr lang="en-US" b="0" dirty="0"/>
              <a:t> mapping suffered due to specific restrictions in k8s compliant naming.  </a:t>
            </a:r>
          </a:p>
          <a:p>
            <a:pPr marL="171450" indent="-171450">
              <a:buFont typeface="Arial" panose="020B0604020202020204" pitchFamily="34" charset="0"/>
              <a:buChar char="•"/>
            </a:pPr>
            <a:r>
              <a:rPr lang="en-US" b="0" dirty="0"/>
              <a:t>VCF 9.1 improves this by allowing an administrator to specific a customized K8s compliant name for a storage policy when the policy is created.  </a:t>
            </a:r>
          </a:p>
          <a:p>
            <a:pPr marL="0" indent="0">
              <a:buFont typeface="Arial" panose="020B0604020202020204" pitchFamily="34" charset="0"/>
              <a:buNone/>
            </a:pPr>
            <a:r>
              <a:rPr lang="en-US" b="0" u="sng" dirty="0"/>
              <a:t>Multi-tenant disaster recovery for VM Service VMs</a:t>
            </a:r>
          </a:p>
          <a:p>
            <a:pPr marL="171450" indent="-171450">
              <a:buFont typeface="Arial" panose="020B0604020202020204" pitchFamily="34" charset="0"/>
              <a:buChar char="•"/>
            </a:pPr>
            <a:r>
              <a:rPr lang="en-US" b="0" dirty="0"/>
              <a:t>Prior to VCF 9.1, VM service VMs had limited options for protection for the purpose of DR.  This leaves a gap in multi-tenant disaster recovery (MTDR) scenarios.</a:t>
            </a:r>
          </a:p>
          <a:p>
            <a:pPr marL="171450" indent="-171450">
              <a:buFont typeface="Arial" panose="020B0604020202020204" pitchFamily="34" charset="0"/>
              <a:buChar char="•"/>
            </a:pPr>
            <a:r>
              <a:rPr lang="en-US" b="0" dirty="0"/>
              <a:t>VCF 9.1 includes the foundation for MTDR scenarios.  It will give the provider admin and/or the tenant admin the ability to protect VM service VMs, or supervisor-based VMs for cloud-to-cloud (VCF to VCF) protection.</a:t>
            </a:r>
          </a:p>
          <a:p>
            <a:pPr marL="0" indent="0">
              <a:buFont typeface="Arial" panose="020B0604020202020204" pitchFamily="34" charset="0"/>
              <a:buNone/>
            </a:pPr>
            <a:endParaRPr lang="en-US" b="0" dirty="0"/>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Higher limits and more flexibility for cloud native workloads translates to better value for VCF customers.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endParaRPr lang="en-US" dirty="0"/>
          </a:p>
        </p:txBody>
      </p:sp>
      <p:sp>
        <p:nvSpPr>
          <p:cNvPr id="4" name="Slide Number Placeholder 3">
            <a:extLst>
              <a:ext uri="{FF2B5EF4-FFF2-40B4-BE49-F238E27FC236}">
                <a16:creationId xmlns:a16="http://schemas.microsoft.com/office/drawing/2014/main" id="{42DD11C4-9714-06A8-06D3-65E67EF6C92A}"/>
              </a:ext>
            </a:extLst>
          </p:cNvPr>
          <p:cNvSpPr>
            <a:spLocks noGrp="1"/>
          </p:cNvSpPr>
          <p:nvPr>
            <p:ph type="sldNum" sz="quarter" idx="5"/>
          </p:nvPr>
        </p:nvSpPr>
        <p:spPr/>
        <p:txBody>
          <a:bodyPr/>
          <a:lstStyle/>
          <a:p>
            <a:fld id="{9F4FBC3A-A12C-40F9-BB8D-BC30C7901396}" type="slidenum">
              <a:rPr lang="en-US" smtClean="0"/>
              <a:pPr/>
              <a:t>13</a:t>
            </a:fld>
            <a:endParaRPr lang="en-US" dirty="0"/>
          </a:p>
        </p:txBody>
      </p:sp>
    </p:spTree>
    <p:extLst>
      <p:ext uri="{BB962C8B-B14F-4D97-AF65-F5344CB8AC3E}">
        <p14:creationId xmlns:p14="http://schemas.microsoft.com/office/powerpoint/2010/main" val="139206808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846DBC-3DAD-B951-10A1-61657F76C99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673C857-E1F1-1BEF-53AE-30C200C4EE1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D25B973-8081-4588-CB9B-9C64B954BC92}"/>
              </a:ext>
            </a:extLst>
          </p:cNvPr>
          <p:cNvSpPr>
            <a:spLocks noGrp="1"/>
          </p:cNvSpPr>
          <p:nvPr>
            <p:ph type="body" idx="1"/>
          </p:nvPr>
        </p:nvSpPr>
        <p:spPr/>
        <p:txBody>
          <a:bodyPr>
            <a:normAutofit fontScale="47500" lnSpcReduction="20000"/>
          </a:bodyPr>
          <a:lstStyle/>
          <a:p>
            <a:r>
              <a:rPr lang="en-US" sz="1200" b="1" dirty="0"/>
              <a:t>Key Message/Talk track:</a:t>
            </a:r>
          </a:p>
          <a:p>
            <a:r>
              <a:rPr lang="en-US" sz="1200" b="0" dirty="0"/>
              <a:t>File Services has also improved in vSAN for VCF 9.1.  This release focuses on improving metadata operations.  What this means for you is that common interactions with SMB file shares and NFS mounted drives such as directory listings, as well as opening and closing files becomes much faster.  Some of these types of operations will be up to twice as fast with SMB shares, and up to 7 times faster with NFS exports.  </a:t>
            </a:r>
            <a:r>
              <a:rPr lang="en-US" sz="1200" b="1" dirty="0"/>
              <a:t>Best of all, these improvements to vSAN File Services do not require any user intervention or changes beyond the upgrade.  </a:t>
            </a:r>
          </a:p>
          <a:p>
            <a:r>
              <a:rPr lang="en-US" sz="1200" dirty="0"/>
              <a:t>----------------------------------</a:t>
            </a:r>
          </a:p>
          <a:p>
            <a:r>
              <a:rPr lang="en-US" sz="1200" b="1" dirty="0"/>
              <a:t>Overview:</a:t>
            </a:r>
          </a:p>
          <a:p>
            <a:pPr marL="171450" indent="-171450">
              <a:buFont typeface="Arial" panose="020B0604020202020204" pitchFamily="34" charset="0"/>
              <a:buChar char="•"/>
            </a:pPr>
            <a:r>
              <a:rPr lang="en-US" b="1" dirty="0"/>
              <a:t>Optimized metadata operations </a:t>
            </a:r>
            <a:r>
              <a:rPr lang="en-US" dirty="0"/>
              <a:t>improve interaction with data including:</a:t>
            </a:r>
          </a:p>
          <a:p>
            <a:pPr marL="628650" lvl="1" indent="-171450">
              <a:buFont typeface="Arial" panose="020B0604020202020204" pitchFamily="34" charset="0"/>
              <a:buChar char="•"/>
            </a:pPr>
            <a:r>
              <a:rPr lang="en-US" dirty="0"/>
              <a:t>Creating/removing large numbers of directories</a:t>
            </a:r>
          </a:p>
          <a:p>
            <a:pPr marL="628650" lvl="1" indent="-171450">
              <a:buFont typeface="Arial" panose="020B0604020202020204" pitchFamily="34" charset="0"/>
              <a:buChar char="•"/>
            </a:pPr>
            <a:r>
              <a:rPr lang="en-US" dirty="0"/>
              <a:t>Performing large directory listings</a:t>
            </a:r>
          </a:p>
          <a:p>
            <a:pPr marL="628650" lvl="1" indent="-171450">
              <a:buFont typeface="Arial" panose="020B0604020202020204" pitchFamily="34" charset="0"/>
              <a:buChar char="•"/>
            </a:pPr>
            <a:r>
              <a:rPr lang="en-US" dirty="0"/>
              <a:t>Opening and closing files</a:t>
            </a:r>
          </a:p>
          <a:p>
            <a:pPr marL="628650" lvl="1" indent="-171450">
              <a:buFont typeface="Arial" panose="020B0604020202020204" pitchFamily="34" charset="0"/>
              <a:buChar char="•"/>
            </a:pPr>
            <a:r>
              <a:rPr lang="en-US" dirty="0"/>
              <a:t>Etc.</a:t>
            </a:r>
          </a:p>
          <a:p>
            <a:pPr marL="171450" indent="-171450">
              <a:buFont typeface="Arial" panose="020B0604020202020204" pitchFamily="34" charset="0"/>
              <a:buChar char="•"/>
            </a:pPr>
            <a:r>
              <a:rPr lang="en-US" dirty="0"/>
              <a:t>Up to</a:t>
            </a:r>
            <a:r>
              <a:rPr lang="en-US" b="1" dirty="0"/>
              <a:t> 2x improved </a:t>
            </a:r>
            <a:r>
              <a:rPr lang="en-US" dirty="0"/>
              <a:t>performance for SMB shares</a:t>
            </a:r>
          </a:p>
          <a:p>
            <a:pPr marL="171450" indent="-171450">
              <a:buFont typeface="Arial" panose="020B0604020202020204" pitchFamily="34" charset="0"/>
              <a:buChar char="•"/>
            </a:pPr>
            <a:r>
              <a:rPr lang="en-US" dirty="0"/>
              <a:t>Up to </a:t>
            </a:r>
            <a:r>
              <a:rPr lang="en-US" b="1" dirty="0"/>
              <a:t>7x improved </a:t>
            </a:r>
            <a:r>
              <a:rPr lang="en-US" dirty="0"/>
              <a:t>performance for NFS mounted drives</a:t>
            </a:r>
          </a:p>
          <a:p>
            <a:pPr marL="171450" indent="-171450">
              <a:buFont typeface="Arial" panose="020B0604020202020204" pitchFamily="34" charset="0"/>
              <a:buChar char="•"/>
            </a:pPr>
            <a:r>
              <a:rPr lang="en-US" dirty="0"/>
              <a:t>No administrator configuration changes needed</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vSAN File Services is a cluster-based data service using vSAN’s storage system to provide file service capabilities in the form of SMB shares and NFS exports.  This has provided the ability for customers to provide file services while taking advantage of vSAN’s flexibility.   While customers have seen performance improvements with vSAN File Services because of the transition over to ESA powered clusters, the speed of ESA allowed for additional opportunities to identify and address performance bottlenecks specific to file services. </a:t>
            </a:r>
          </a:p>
          <a:p>
            <a:pPr marL="171450" indent="-171450">
              <a:buFont typeface="Arial" panose="020B0604020202020204" pitchFamily="34" charset="0"/>
              <a:buChar char="•"/>
            </a:pPr>
            <a:r>
              <a:rPr lang="en-US" b="0" dirty="0"/>
              <a:t>vSAN in VCF 9.1 achieves new levels of improvements for both SMB and NFS based communication.  This is mostly achieved through enhanced metadata management.  These “behind the scenes” improvements result in faster performance for both SMB and NFS connectivity.  These improvements do not require any user intervention or configuration changes.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Historically, vSAN File Services has used t</a:t>
            </a:r>
            <a:r>
              <a:rPr lang="en-US" sz="1200" b="0" dirty="0"/>
              <a:t>he 9p protocol (obfuscated from public material) to transmit the data between the protocol services layer (that provides NFS or SMB connections to the clients) and vSAN’s hypervisor-native virtual distributed file system, called VDFS.  It passes I/O commands efficiently through the stack by reducing hops in the stack and minimizes queuing of I/O.  This allows us to have this lightweight presentation layer of containers that pass commands to our POSIX-like VDFS without incurring extra overhead.</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While technically very efficient in its abilities to pass data without additional queuing, 9p can be very chatty.  This can be particularly noticeable with SMB operations like creating or removing a large number of directories or files, or simply doing a large directory listing.  Both may perform noticeably slow.  This is most noticeable with SMB because a Samba clients tends to make a lot of system calls.  In this latest version, a new protocol was developed that is far superior to 9p and will be used for both file and S3-compatibile object communication</a:t>
            </a:r>
            <a:r>
              <a:rPr lang="en-US" sz="1200" b="1" dirty="0"/>
              <a:t>.  Internally it has been called “10p” but this is a proprietary implementation and should </a:t>
            </a:r>
            <a:r>
              <a:rPr lang="en-US" sz="1200" b="1" u="sng" dirty="0"/>
              <a:t>not</a:t>
            </a:r>
            <a:r>
              <a:rPr lang="en-US" sz="1200" b="1" dirty="0"/>
              <a:t> be publicly referenced</a:t>
            </a:r>
            <a:r>
              <a:rPr lang="en-US" sz="1200" b="0" dirty="0"/>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Our new implementation helps improve the performance of these metadata operations such as: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Creating or removing large numbers of directories, </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Performing large directory listings, deleting files.  </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Opening and closing files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Tar/zip files (that comprises of large numbers of files read)</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Concatenating large numbers of files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This new optimized protocol resides in user space, whereas 9p had some parts in kernel space and other parts in user space.  This offers several architectural advantages for our Engineering team, but did require some modification in how we interface with our file system layer.  The result is a more portable relationship between layers, as opposed to direct kernel level interfaces.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Data payload operations will remain similar to the previous implementation, but it is these metadata operations that will have the most significant benefit in “perceived improvement.”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The update to vSAN File Services in VCF 9.1 allows the older 9p and the new protocol to coexist.  9p is still used for some operations.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NFS services also use this new protocol, and have also improved metadata operations substantially.  This will translate into higher effective performance especially related to interaction of NFS mounted exports.  (Directory listings, etc. as shown above.)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What matters most is the outcome, which comes in the form of performance improvements.  These performance improvements will be realized most in general interaction (e.g. time taken to perform) with NFS mounts and SMB shares for activities noted above, and not necessarily payload throughput.</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SMB:  Up to 2x performance improvement in metadata operations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NFS:  Up to 7x performance improvement in metadata operations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For existing SMB shares, vSAN File Services will use the optimized approach after all relevant components have been upgraded.  This includes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vCenter Server</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ESX hosts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t>File Services VMs (FSVMs) that instantiate the containers for protocol access. </a:t>
            </a:r>
            <a:endParaRPr lang="en-US" b="0" dirty="0"/>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While this enhancement will provide substantial improvements in metadata operations, payload throughput capabilities will remain similar to previous versions.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With all new levels of performance, vSAN File Services may very well be the right fit for you in your needs in sharing data using NFS or SMB.</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While we take advantage of capabilities like “zero copy” via the 9p protocol and our new proprietary protocol, this is just one of the many capabilities that the protocol provides.  Technical marketing material will deemphasize the specific details of the protocol itself, and focusing more on the effective result.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pPr marL="171450" indent="-171450">
              <a:buFont typeface="Arial" panose="020B0604020202020204" pitchFamily="34" charset="0"/>
              <a:buChar char="•"/>
            </a:pPr>
            <a:r>
              <a:rPr lang="en-US" sz="1200" b="0" kern="1200" baseline="0" dirty="0">
                <a:solidFill>
                  <a:schemeClr val="tx1"/>
                </a:solidFill>
                <a:ea typeface="+mn-ea"/>
                <a:cs typeface="+mn-cs"/>
              </a:rPr>
              <a:t>vSAN File Services:  https://</a:t>
            </a:r>
            <a:r>
              <a:rPr lang="en-US" sz="1200" b="0" kern="1200" baseline="0" dirty="0" err="1">
                <a:solidFill>
                  <a:schemeClr val="tx1"/>
                </a:solidFill>
                <a:ea typeface="+mn-ea"/>
                <a:cs typeface="+mn-cs"/>
              </a:rPr>
              <a:t>www.vmware.com</a:t>
            </a:r>
            <a:r>
              <a:rPr lang="en-US" sz="1200" b="0" kern="1200" baseline="0" dirty="0">
                <a:solidFill>
                  <a:schemeClr val="tx1"/>
                </a:solidFill>
                <a:ea typeface="+mn-ea"/>
                <a:cs typeface="+mn-cs"/>
              </a:rPr>
              <a:t>/docs/</a:t>
            </a:r>
            <a:r>
              <a:rPr lang="en-US" sz="1200" b="0" kern="1200" baseline="0" dirty="0" err="1">
                <a:solidFill>
                  <a:schemeClr val="tx1"/>
                </a:solidFill>
                <a:ea typeface="+mn-ea"/>
                <a:cs typeface="+mn-cs"/>
              </a:rPr>
              <a:t>vmw</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vsan</a:t>
            </a:r>
            <a:r>
              <a:rPr lang="en-US" sz="1200" b="0" kern="1200" baseline="0" dirty="0">
                <a:solidFill>
                  <a:schemeClr val="tx1"/>
                </a:solidFill>
                <a:ea typeface="+mn-ea"/>
                <a:cs typeface="+mn-cs"/>
              </a:rPr>
              <a:t>-file-services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endParaRPr lang="en-US" sz="1200" b="0" kern="1200" baseline="0" dirty="0">
              <a:solidFill>
                <a:schemeClr val="tx1"/>
              </a:solidFill>
              <a:ea typeface="+mn-ea"/>
              <a:cs typeface="+mn-cs"/>
            </a:endParaRPr>
          </a:p>
        </p:txBody>
      </p:sp>
      <p:sp>
        <p:nvSpPr>
          <p:cNvPr id="4" name="Slide Number Placeholder 3">
            <a:extLst>
              <a:ext uri="{FF2B5EF4-FFF2-40B4-BE49-F238E27FC236}">
                <a16:creationId xmlns:a16="http://schemas.microsoft.com/office/drawing/2014/main" id="{B49A8325-FAB8-AD0B-C85E-30688107FFBD}"/>
              </a:ext>
            </a:extLst>
          </p:cNvPr>
          <p:cNvSpPr>
            <a:spLocks noGrp="1"/>
          </p:cNvSpPr>
          <p:nvPr>
            <p:ph type="sldNum" sz="quarter" idx="5"/>
          </p:nvPr>
        </p:nvSpPr>
        <p:spPr/>
        <p:txBody>
          <a:bodyPr/>
          <a:lstStyle/>
          <a:p>
            <a:fld id="{9F4FBC3A-A12C-40F9-BB8D-BC30C7901396}" type="slidenum">
              <a:rPr lang="en-US" smtClean="0"/>
              <a:pPr/>
              <a:t>14</a:t>
            </a:fld>
            <a:endParaRPr lang="en-US" dirty="0"/>
          </a:p>
        </p:txBody>
      </p:sp>
    </p:spTree>
    <p:extLst>
      <p:ext uri="{BB962C8B-B14F-4D97-AF65-F5344CB8AC3E}">
        <p14:creationId xmlns:p14="http://schemas.microsoft.com/office/powerpoint/2010/main" val="39039990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03976" rtl="0" eaLnBrk="1" fontAlgn="auto" latinLnBrk="0" hangingPunct="1">
              <a:lnSpc>
                <a:spcPct val="100000"/>
              </a:lnSpc>
              <a:spcBef>
                <a:spcPts val="0"/>
              </a:spcBef>
              <a:spcAft>
                <a:spcPts val="0"/>
              </a:spcAft>
              <a:buClrTx/>
              <a:buSzTx/>
              <a:buFontTx/>
              <a:buNone/>
              <a:tabLst/>
              <a:defRPr/>
            </a:pPr>
            <a:r>
              <a:rPr lang="en-US" sz="1200" b="1" dirty="0"/>
              <a:t>Key Message/Talk track:</a:t>
            </a:r>
          </a:p>
          <a:p>
            <a:pPr defTabSz="903976">
              <a:defRPr/>
            </a:pPr>
            <a:r>
              <a:rPr lang="en-US" dirty="0"/>
              <a:t>Secure and resilient storage is a key characteristic of vSAN.  Let's see how vSAN in VCF 9.1 improves this even further.</a:t>
            </a:r>
          </a:p>
        </p:txBody>
      </p:sp>
      <p:sp>
        <p:nvSpPr>
          <p:cNvPr id="4" name="Slide Number Placeholder 3"/>
          <p:cNvSpPr>
            <a:spLocks noGrp="1"/>
          </p:cNvSpPr>
          <p:nvPr>
            <p:ph type="sldNum" sz="quarter" idx="5"/>
          </p:nvPr>
        </p:nvSpPr>
        <p:spPr/>
        <p:txBody>
          <a:bodyPr/>
          <a:lstStyle/>
          <a:p>
            <a:fld id="{9F4FBC3A-A12C-40F9-BB8D-BC30C7901396}" type="slidenum">
              <a:rPr lang="en-US" smtClean="0"/>
              <a:pPr/>
              <a:t>15</a:t>
            </a:fld>
            <a:endParaRPr lang="en-US" dirty="0"/>
          </a:p>
        </p:txBody>
      </p:sp>
    </p:spTree>
    <p:extLst>
      <p:ext uri="{BB962C8B-B14F-4D97-AF65-F5344CB8AC3E}">
        <p14:creationId xmlns:p14="http://schemas.microsoft.com/office/powerpoint/2010/main" val="62746512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2CBC02-1BA1-7B17-B0F8-1A5DE9A1FDC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E31448-F579-D745-2278-2743D571719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097581A-88CB-AC73-13E9-6FC5B6BF95C7}"/>
              </a:ext>
            </a:extLst>
          </p:cNvPr>
          <p:cNvSpPr>
            <a:spLocks noGrp="1"/>
          </p:cNvSpPr>
          <p:nvPr>
            <p:ph type="body" idx="1"/>
          </p:nvPr>
        </p:nvSpPr>
        <p:spPr/>
        <p:txBody>
          <a:bodyPr>
            <a:normAutofit fontScale="47500" lnSpcReduction="20000"/>
          </a:bodyPr>
          <a:lstStyle/>
          <a:p>
            <a:r>
              <a:rPr lang="en-US" sz="1200" b="1" dirty="0"/>
              <a:t>Key Message/Talk track:</a:t>
            </a:r>
          </a:p>
          <a:p>
            <a:r>
              <a:rPr lang="en-US" sz="1200" b="0" dirty="0"/>
              <a:t>The built-in, software-based encryption capabilities of vSAN in VCF have always been a strength of vSAN.  With vSAN for VCF 9.1, we’ve extended this capability to ensure that disaggregated topologies in VCF such as vSAN storage clusters can provide full, end-to-end encryption.  With vSAN in VCF 9.1, administrators can easily provide in-flight encryption between the vSphere clusters mounting the datastore and the storage cluster by clicking a single checkbox.  The storage cluster itself can use a vSAN Data-at-Rest Encryption, Data-In-Transit Encryption, or both.</a:t>
            </a:r>
          </a:p>
          <a:p>
            <a:r>
              <a:rPr lang="en-US" sz="1200" dirty="0"/>
              <a:t>----------------------------------</a:t>
            </a:r>
          </a:p>
          <a:p>
            <a:r>
              <a:rPr lang="en-US" sz="1200" b="1" dirty="0"/>
              <a:t>Overview:</a:t>
            </a:r>
          </a:p>
          <a:p>
            <a:pPr marL="171450" indent="-171450">
              <a:buFont typeface="Arial" panose="020B0604020202020204" pitchFamily="34" charset="0"/>
              <a:buChar char="•"/>
            </a:pPr>
            <a:r>
              <a:rPr lang="en-US" dirty="0"/>
              <a:t>Easily provide </a:t>
            </a:r>
            <a:r>
              <a:rPr lang="en-US" b="1" dirty="0"/>
              <a:t>end-to-end encryption</a:t>
            </a:r>
            <a:r>
              <a:rPr lang="en-US" dirty="0"/>
              <a:t> of vSAN storage across disaggregated topologies</a:t>
            </a:r>
          </a:p>
          <a:p>
            <a:pPr marL="171450" indent="-171450">
              <a:buFont typeface="Arial" panose="020B0604020202020204" pitchFamily="34" charset="0"/>
              <a:buChar char="•"/>
            </a:pPr>
            <a:r>
              <a:rPr lang="en-US" dirty="0"/>
              <a:t>Supported with</a:t>
            </a:r>
          </a:p>
          <a:p>
            <a:pPr marL="628650" lvl="1" indent="-171450">
              <a:buFont typeface="Arial" panose="020B0604020202020204" pitchFamily="34" charset="0"/>
              <a:buChar char="•"/>
            </a:pPr>
            <a:r>
              <a:rPr lang="en-US" dirty="0"/>
              <a:t>vSAN storage clusters</a:t>
            </a:r>
          </a:p>
          <a:p>
            <a:pPr marL="628650" lvl="1" indent="-171450">
              <a:buFont typeface="Arial" panose="020B0604020202020204" pitchFamily="34" charset="0"/>
              <a:buChar char="•"/>
            </a:pPr>
            <a:r>
              <a:rPr lang="en-US" dirty="0"/>
              <a:t>vSAN HCI clusters</a:t>
            </a:r>
          </a:p>
          <a:p>
            <a:pPr marL="171450" indent="-171450">
              <a:buFont typeface="Arial" panose="020B0604020202020204" pitchFamily="34" charset="0"/>
              <a:buChar char="•"/>
            </a:pPr>
            <a:r>
              <a:rPr lang="en-US" b="1" dirty="0"/>
              <a:t>Encrypts storage traffic </a:t>
            </a:r>
            <a:r>
              <a:rPr lang="en-US" dirty="0"/>
              <a:t>between the clusters that mount the datastore and the server cluster that provides the datastore</a:t>
            </a:r>
          </a:p>
          <a:p>
            <a:pPr marL="171450" indent="-171450">
              <a:buFont typeface="Arial" panose="020B0604020202020204" pitchFamily="34" charset="0"/>
              <a:buChar char="•"/>
            </a:pPr>
            <a:r>
              <a:rPr lang="en-US" dirty="0"/>
              <a:t>Can be </a:t>
            </a:r>
            <a:r>
              <a:rPr lang="en-US" b="1" dirty="0"/>
              <a:t>used in combination </a:t>
            </a:r>
            <a:r>
              <a:rPr lang="en-US" dirty="0"/>
              <a:t>with </a:t>
            </a:r>
            <a:r>
              <a:rPr lang="en-US" b="1" dirty="0"/>
              <a:t>vSAN Data-at-Rest encryption </a:t>
            </a:r>
            <a:r>
              <a:rPr lang="en-US" dirty="0"/>
              <a:t>on the storage cluster</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vSAN has offered its own encryption capabilities for environments with heightened security requirements.  vSAN Data-at-Rest encryption and vSAN Data-in-Transit encryption are two cluster services that can work independently or together to encrypt data at rest, as well as encrypt data in flight.  Prior to vSAN in VCF 9.1, vSAN storage clusters supported Data-at-Rest encryption, but not Data-in-Transit encryption.  This presented a challenge for customers who wanted to adopt vSAN storage clusters as their centralized shared storage solution, but also required that all storage transmitted and stored must be encrypted.  The previous gap left the storage traffic between the client cluster (the cluster mounting the datastore) and the server cluster (the cluster providing the datastore) unencrypted.</a:t>
            </a:r>
          </a:p>
          <a:p>
            <a:pPr marL="171450" indent="-171450">
              <a:buFont typeface="Arial" panose="020B0604020202020204" pitchFamily="34" charset="0"/>
              <a:buChar char="•"/>
            </a:pPr>
            <a:r>
              <a:rPr lang="en-US" b="0" dirty="0"/>
              <a:t>vSAN in VCF 9.1 provides support for Data-in-Transit encryption for client clusters to a server cluster.  This could apply to scenarios including, but not limited to:</a:t>
            </a:r>
          </a:p>
          <a:p>
            <a:pPr marL="628650" lvl="1" indent="-171450">
              <a:buFont typeface="Arial" panose="020B0604020202020204" pitchFamily="34" charset="0"/>
              <a:buChar char="•"/>
            </a:pPr>
            <a:r>
              <a:rPr lang="en-US" b="0" dirty="0"/>
              <a:t>vSphere cluster (aka “vSAN Compute Cluster”) mounting a datastore to a vSAN storage cluster</a:t>
            </a:r>
          </a:p>
          <a:p>
            <a:pPr marL="628650" lvl="1" indent="-171450">
              <a:buFont typeface="Arial" panose="020B0604020202020204" pitchFamily="34" charset="0"/>
              <a:buChar char="•"/>
            </a:pPr>
            <a:r>
              <a:rPr lang="en-US" b="0" dirty="0"/>
              <a:t>vSphere cluster (aka “vSAN Compute Cluster”) mounting a datastore to a vSAN HCI cluster</a:t>
            </a:r>
          </a:p>
          <a:p>
            <a:pPr marL="628650" lvl="1" indent="-171450">
              <a:buFont typeface="Arial" panose="020B0604020202020204" pitchFamily="34" charset="0"/>
              <a:buChar char="•"/>
            </a:pPr>
            <a:r>
              <a:rPr lang="en-US" b="0" dirty="0"/>
              <a:t>vSAN HCI cluster mounting a datastore to a vSAN storage cluster</a:t>
            </a:r>
          </a:p>
          <a:p>
            <a:pPr marL="628650" lvl="1" indent="-171450">
              <a:buFont typeface="Arial" panose="020B0604020202020204" pitchFamily="34" charset="0"/>
              <a:buChar char="•"/>
            </a:pPr>
            <a:r>
              <a:rPr lang="en-US" b="0" dirty="0"/>
              <a:t>vSAN HCI cluster mounting a datastore to a vSAN HCI cluster.</a:t>
            </a:r>
          </a:p>
          <a:p>
            <a:pPr marL="171450" lvl="0" indent="-171450">
              <a:buFont typeface="Arial" panose="020B0604020202020204" pitchFamily="34" charset="0"/>
              <a:buChar char="•"/>
            </a:pPr>
            <a:r>
              <a:rPr lang="en-US" b="0" dirty="0" err="1"/>
              <a:t>DiT</a:t>
            </a:r>
            <a:r>
              <a:rPr lang="en-US" b="0" dirty="0"/>
              <a:t> encryption for the communication between the client clusters and the server cluster (aka “north/south” traffic) </a:t>
            </a:r>
            <a:r>
              <a:rPr lang="en-US" b="1" dirty="0"/>
              <a:t>can be configured independently</a:t>
            </a:r>
            <a:r>
              <a:rPr lang="en-US" b="0" dirty="0"/>
              <a:t> from </a:t>
            </a:r>
            <a:r>
              <a:rPr lang="en-US" b="0" dirty="0" err="1"/>
              <a:t>DiT</a:t>
            </a:r>
            <a:r>
              <a:rPr lang="en-US" b="0" dirty="0"/>
              <a:t> encryption on the server cluster, where the data-in-transit applies to the communication between the hosts in the server cluster (aka “east/west” traffic).   This offers maximum flexibility.</a:t>
            </a:r>
          </a:p>
          <a:p>
            <a:pPr marL="171450" lvl="0" indent="-171450">
              <a:buFont typeface="Arial" panose="020B0604020202020204" pitchFamily="34" charset="0"/>
              <a:buChar char="•"/>
            </a:pPr>
            <a:r>
              <a:rPr lang="en-US" b="0" dirty="0"/>
              <a:t>Just as with </a:t>
            </a:r>
            <a:r>
              <a:rPr lang="en-US" b="0" dirty="0" err="1"/>
              <a:t>DiT</a:t>
            </a:r>
            <a:r>
              <a:rPr lang="en-US" b="0" dirty="0"/>
              <a:t> encryption within a cluster, key management for </a:t>
            </a:r>
            <a:r>
              <a:rPr lang="en-US" b="0" dirty="0" err="1"/>
              <a:t>DiT</a:t>
            </a:r>
            <a:r>
              <a:rPr lang="en-US" b="0" dirty="0"/>
              <a:t> encryption between the client cluster and the server cluster remains a transparent, hands-off process for the administrator.</a:t>
            </a:r>
          </a:p>
          <a:p>
            <a:pPr marL="171450" lvl="0" indent="-171450">
              <a:buFont typeface="Arial" panose="020B0604020202020204" pitchFamily="34" charset="0"/>
              <a:buChar char="•"/>
            </a:pPr>
            <a:r>
              <a:rPr lang="en-US" b="0" dirty="0"/>
              <a:t>Initiation of key management in a client cluster to server cluster arrangement originates with the client cluster.  Unlike a local </a:t>
            </a:r>
            <a:r>
              <a:rPr lang="en-US" b="0" dirty="0" err="1"/>
              <a:t>DiT</a:t>
            </a:r>
            <a:r>
              <a:rPr lang="en-US" b="0" dirty="0"/>
              <a:t> configuration, there is only one key between two respective nodes</a:t>
            </a:r>
          </a:p>
          <a:p>
            <a:pPr marL="171450" lvl="0" indent="-171450">
              <a:buFont typeface="Arial" panose="020B0604020202020204" pitchFamily="34" charset="0"/>
              <a:buChar char="•"/>
            </a:pPr>
            <a:r>
              <a:rPr lang="en-US" b="0" dirty="0"/>
              <a:t>This feature will work with client clusters managed by one vCenter Server, and the server cluster managed by another vCenter Server.</a:t>
            </a:r>
          </a:p>
          <a:p>
            <a:pPr marL="171450" indent="-171450">
              <a:buFont typeface="Arial" panose="020B0604020202020204" pitchFamily="34" charset="0"/>
              <a:buChar char="•"/>
            </a:pPr>
            <a:r>
              <a:rPr lang="en-US" b="0" dirty="0"/>
              <a:t>The “Mount Remote Datastore” option (from the client cluster wishing to mount the datastore of a server cluster) will have an option to use remote data-in-transit encryption.  This can be enabled at the time that the datastore is mounted, or at a later time.  To edit it at a later time, highlight the desired client cluster, click on </a:t>
            </a:r>
            <a:r>
              <a:rPr lang="en-US" b="1" dirty="0"/>
              <a:t>Configure &gt; vSAN Datastore Management</a:t>
            </a:r>
            <a:r>
              <a:rPr lang="en-US" b="0" dirty="0"/>
              <a:t>, click the desired remote datastore, and click on </a:t>
            </a:r>
            <a:r>
              <a:rPr lang="en-US" b="1" dirty="0"/>
              <a:t>Edit</a:t>
            </a:r>
            <a:r>
              <a:rPr lang="en-US" b="0" dirty="0"/>
              <a:t>.</a:t>
            </a:r>
          </a:p>
          <a:p>
            <a:pPr marL="171450" indent="-171450">
              <a:buFont typeface="Arial" panose="020B0604020202020204" pitchFamily="34" charset="0"/>
              <a:buChar char="•"/>
            </a:pPr>
            <a:r>
              <a:rPr lang="en-US" b="0" dirty="0"/>
              <a:t>When </a:t>
            </a:r>
            <a:r>
              <a:rPr lang="en-US" b="0" dirty="0" err="1"/>
              <a:t>DiT</a:t>
            </a:r>
            <a:r>
              <a:rPr lang="en-US" b="0" dirty="0"/>
              <a:t> encryption is enabled between the client cluster and the server cluster (either upon initial connection or editing the existing connection), three additional compatibility checks are added to the verification process:</a:t>
            </a:r>
          </a:p>
          <a:p>
            <a:pPr marL="628650" lvl="1" indent="-171450">
              <a:buFont typeface="Arial" panose="020B0604020202020204" pitchFamily="34" charset="0"/>
              <a:buChar char="•"/>
            </a:pPr>
            <a:r>
              <a:rPr lang="en-US" b="0" dirty="0"/>
              <a:t>Remote data-in-transit encryption is supported by client cluster.</a:t>
            </a:r>
          </a:p>
          <a:p>
            <a:pPr marL="628650" lvl="1" indent="-171450">
              <a:buFont typeface="Arial" panose="020B0604020202020204" pitchFamily="34" charset="0"/>
              <a:buChar char="•"/>
            </a:pPr>
            <a:r>
              <a:rPr lang="en-US" b="0" dirty="0"/>
              <a:t>Remote data-in-transit encryption is supported by server cluster.</a:t>
            </a:r>
          </a:p>
          <a:p>
            <a:pPr marL="628650" lvl="1" indent="-171450">
              <a:buFont typeface="Arial" panose="020B0604020202020204" pitchFamily="34" charset="0"/>
              <a:buChar char="•"/>
            </a:pPr>
            <a:r>
              <a:rPr lang="en-US" b="0" dirty="0"/>
              <a:t>Remote data-in-transit encryption rekey interval is valid.</a:t>
            </a:r>
          </a:p>
          <a:p>
            <a:pPr marL="171450" lvl="0" indent="-171450">
              <a:buFont typeface="Arial" panose="020B0604020202020204" pitchFamily="34" charset="0"/>
              <a:buChar char="•"/>
            </a:pPr>
            <a:r>
              <a:rPr lang="en-US" b="0" dirty="0"/>
              <a:t>For customers interested in providing end-to-end encrypted storage to their environment, they could conceivably configure it in one of two ways.</a:t>
            </a:r>
          </a:p>
          <a:p>
            <a:pPr marL="685800" lvl="1" indent="-228600">
              <a:buFont typeface="Arial" panose="020B0604020202020204" pitchFamily="34" charset="0"/>
              <a:buChar char="•"/>
            </a:pPr>
            <a:r>
              <a:rPr lang="en-US" b="1" dirty="0"/>
              <a:t>Option 1:  </a:t>
            </a:r>
            <a:r>
              <a:rPr lang="en-US" b="0" dirty="0"/>
              <a:t>Enable Data-at-Rest encryption &amp; Data-in-Transit encryption on the vSAN storage cluster, and enable Data-in-Transit encryption on the client cluster mounting the datastore.  This will offer end-to-end encryption, and guarantees every packet transmitted within the storage network has its own unique hash.  This may have some impact on storage performance for the backing storage cluster.</a:t>
            </a:r>
          </a:p>
          <a:p>
            <a:pPr marL="685800" lvl="1" indent="-228600">
              <a:buFont typeface="Arial" panose="020B0604020202020204" pitchFamily="34" charset="0"/>
              <a:buChar char="•"/>
            </a:pPr>
            <a:r>
              <a:rPr lang="en-US" b="1" dirty="0"/>
              <a:t>Option 2:  </a:t>
            </a:r>
            <a:r>
              <a:rPr lang="en-US" b="0" dirty="0"/>
              <a:t>Enable only Data-at-Rest encryption on the vSAN storage cluster, and enable Data-in-Transit encryption only on the client cluster mounting the datastore.  This will offer end-to-end encryption.  When ESA encrypts data for Data-at-Rest encryption, it performs encryption high in the stack (DOM), but it will not necessarily use a unique hash for identically replicated traffic (a mirrored write for example).  The data transmitted within the storage cluster would in fact be encrypted, just not at the level to guarantee unique hashes across the network for mirrored writes.  Unless a customer is under the strictest regulatory requirements, this configuration may be good enough, and would eliminate the potential performance penalty on the east-west traffic within the storage cluster.</a:t>
            </a:r>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This feature requires 9.1 on the client cluster and the server cluster</a:t>
            </a:r>
          </a:p>
          <a:p>
            <a:pPr marL="171450" indent="-171450">
              <a:buFont typeface="Arial" panose="020B0604020202020204" pitchFamily="34" charset="0"/>
              <a:buChar char="•"/>
            </a:pPr>
            <a:r>
              <a:rPr lang="en-US" b="0" u="none" dirty="0"/>
              <a:t>This feature requires vCenter Server 9.1</a:t>
            </a:r>
          </a:p>
          <a:p>
            <a:pPr marL="171450" indent="-171450">
              <a:buFont typeface="Arial" panose="020B0604020202020204" pitchFamily="34" charset="0"/>
              <a:buChar char="•"/>
            </a:pPr>
            <a:r>
              <a:rPr lang="en-US" b="0" u="none" dirty="0"/>
              <a:t>Any time </a:t>
            </a:r>
            <a:r>
              <a:rPr lang="en-US" b="0" u="none" dirty="0" err="1"/>
              <a:t>DiT</a:t>
            </a:r>
            <a:r>
              <a:rPr lang="en-US" b="0" u="none" dirty="0"/>
              <a:t> encryption is enabled, it can increase the effective latency as seen by the guest VM.  This is due to the process of encrypting and decrypting the data during the process of transmitting data across a network.</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End-to-end data encryption can now be easily achieved for environments using vSAN storage clusters, or vSAN HCI clusters sharing their respective datastores.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pPr marL="171450" indent="-171450">
              <a:buFont typeface="Arial" panose="020B0604020202020204" pitchFamily="34" charset="0"/>
              <a:buChar char="•"/>
            </a:pPr>
            <a:r>
              <a:rPr lang="en-US" sz="1200" b="0" kern="1200" baseline="0" dirty="0">
                <a:solidFill>
                  <a:schemeClr val="tx1"/>
                </a:solidFill>
                <a:ea typeface="+mn-ea"/>
                <a:cs typeface="+mn-cs"/>
              </a:rPr>
              <a:t>vSAN Encryption Services:  https://</a:t>
            </a:r>
            <a:r>
              <a:rPr lang="en-US" sz="1200" b="0" kern="1200" baseline="0" dirty="0" err="1">
                <a:solidFill>
                  <a:schemeClr val="tx1"/>
                </a:solidFill>
                <a:ea typeface="+mn-ea"/>
                <a:cs typeface="+mn-cs"/>
              </a:rPr>
              <a:t>www.vmware.com</a:t>
            </a:r>
            <a:r>
              <a:rPr lang="en-US" sz="1200" b="0" kern="1200" baseline="0" dirty="0">
                <a:solidFill>
                  <a:schemeClr val="tx1"/>
                </a:solidFill>
                <a:ea typeface="+mn-ea"/>
                <a:cs typeface="+mn-cs"/>
              </a:rPr>
              <a:t>/docs/</a:t>
            </a:r>
            <a:r>
              <a:rPr lang="en-US" sz="1200" b="0" kern="1200" baseline="0" dirty="0" err="1">
                <a:solidFill>
                  <a:schemeClr val="tx1"/>
                </a:solidFill>
                <a:ea typeface="+mn-ea"/>
                <a:cs typeface="+mn-cs"/>
              </a:rPr>
              <a:t>vmw</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vsan</a:t>
            </a:r>
            <a:r>
              <a:rPr lang="en-US" sz="1200" b="0" kern="1200" baseline="0" dirty="0">
                <a:solidFill>
                  <a:schemeClr val="tx1"/>
                </a:solidFill>
                <a:ea typeface="+mn-ea"/>
                <a:cs typeface="+mn-cs"/>
              </a:rPr>
              <a:t>-encryption-services</a:t>
            </a:r>
          </a:p>
          <a:p>
            <a:pPr marL="171450" indent="-171450">
              <a:buFont typeface="Arial" panose="020B0604020202020204" pitchFamily="34" charset="0"/>
              <a:buChar char="•"/>
            </a:pPr>
            <a:r>
              <a:rPr lang="en-US" sz="1200" b="0" kern="1200" baseline="0" dirty="0">
                <a:solidFill>
                  <a:schemeClr val="tx1"/>
                </a:solidFill>
                <a:ea typeface="+mn-ea"/>
                <a:cs typeface="+mn-cs"/>
              </a:rPr>
              <a:t>VCF Security and Compliance Guidelines:  https://</a:t>
            </a:r>
            <a:r>
              <a:rPr lang="en-US" sz="1200" b="0" kern="1200" baseline="0" dirty="0" err="1">
                <a:solidFill>
                  <a:schemeClr val="tx1"/>
                </a:solidFill>
                <a:ea typeface="+mn-ea"/>
                <a:cs typeface="+mn-cs"/>
              </a:rPr>
              <a:t>github.com</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vmware</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vcf</a:t>
            </a:r>
            <a:r>
              <a:rPr lang="en-US" sz="1200" b="0" kern="1200" baseline="0" dirty="0">
                <a:solidFill>
                  <a:schemeClr val="tx1"/>
                </a:solidFill>
                <a:ea typeface="+mn-ea"/>
                <a:cs typeface="+mn-cs"/>
              </a:rPr>
              <a:t>-security-and-compliance-guidelines/blob/main/</a:t>
            </a:r>
            <a:r>
              <a:rPr lang="en-US" sz="1200" b="0" kern="1200" baseline="0" dirty="0" err="1">
                <a:solidFill>
                  <a:schemeClr val="tx1"/>
                </a:solidFill>
                <a:ea typeface="+mn-ea"/>
                <a:cs typeface="+mn-cs"/>
              </a:rPr>
              <a:t>LINKS.md</a:t>
            </a:r>
            <a:endParaRPr lang="en-US" sz="1200" b="0" kern="1200" baseline="0" dirty="0">
              <a:solidFill>
                <a:schemeClr val="tx1"/>
              </a:solidFill>
              <a:ea typeface="+mn-ea"/>
              <a:cs typeface="+mn-cs"/>
            </a:endParaRPr>
          </a:p>
          <a:p>
            <a:pPr marL="171450" indent="-171450">
              <a:buFont typeface="Arial" panose="020B0604020202020204" pitchFamily="34" charset="0"/>
              <a:buChar char="•"/>
            </a:pPr>
            <a:endParaRPr lang="en-US" sz="1200" b="0" kern="1200" baseline="0" dirty="0">
              <a:solidFill>
                <a:schemeClr val="tx1"/>
              </a:solidFill>
              <a:ea typeface="+mn-ea"/>
              <a:cs typeface="+mn-cs"/>
            </a:endParaRPr>
          </a:p>
        </p:txBody>
      </p:sp>
      <p:sp>
        <p:nvSpPr>
          <p:cNvPr id="4" name="Slide Number Placeholder 3">
            <a:extLst>
              <a:ext uri="{FF2B5EF4-FFF2-40B4-BE49-F238E27FC236}">
                <a16:creationId xmlns:a16="http://schemas.microsoft.com/office/drawing/2014/main" id="{1A1C341A-ADB3-B433-8076-D742A8E0655A}"/>
              </a:ext>
            </a:extLst>
          </p:cNvPr>
          <p:cNvSpPr>
            <a:spLocks noGrp="1"/>
          </p:cNvSpPr>
          <p:nvPr>
            <p:ph type="sldNum" sz="quarter" idx="5"/>
          </p:nvPr>
        </p:nvSpPr>
        <p:spPr/>
        <p:txBody>
          <a:bodyPr/>
          <a:lstStyle/>
          <a:p>
            <a:fld id="{9F4FBC3A-A12C-40F9-BB8D-BC30C7901396}" type="slidenum">
              <a:rPr lang="en-US" smtClean="0"/>
              <a:pPr/>
              <a:t>16</a:t>
            </a:fld>
            <a:endParaRPr lang="en-US" dirty="0"/>
          </a:p>
        </p:txBody>
      </p:sp>
    </p:spTree>
    <p:extLst>
      <p:ext uri="{BB962C8B-B14F-4D97-AF65-F5344CB8AC3E}">
        <p14:creationId xmlns:p14="http://schemas.microsoft.com/office/powerpoint/2010/main" val="289240825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6A7C97-9BE3-0954-A91E-0B5849C3E4B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CD22B11-BDE1-0822-4028-8A374D7A0CA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4153A77-96AA-FB53-A075-5402011E5FAF}"/>
              </a:ext>
            </a:extLst>
          </p:cNvPr>
          <p:cNvSpPr>
            <a:spLocks noGrp="1"/>
          </p:cNvSpPr>
          <p:nvPr>
            <p:ph type="body" idx="1"/>
          </p:nvPr>
        </p:nvSpPr>
        <p:spPr/>
        <p:txBody>
          <a:bodyPr>
            <a:normAutofit fontScale="40000" lnSpcReduction="20000"/>
          </a:bodyPr>
          <a:lstStyle/>
          <a:p>
            <a:r>
              <a:rPr lang="en-US" sz="1200" b="1" dirty="0"/>
              <a:t>Key Message/Talk track:</a:t>
            </a:r>
          </a:p>
          <a:p>
            <a:r>
              <a:rPr lang="en-US" sz="1200" b="0" dirty="0"/>
              <a:t>vSAN in VCF 9.1 can now provide extraordinary levels of data security without any comprises on space efficiency using vSAN Global Deduplication, which is now generally available in vSAN for VCF 9.1.  Data-at-Rest encryption is fully compatible with vSAN Global Deduplication.  Both are simply features of a cluster that can be enabled as desired.  The encryption of data will occur without any negative impacts on deduplication ratios, and since deduplication is an opportunistic post-processing activity that only occurs when spare CPU cycles are available, you will not see any performance degradation from the deduplication effort.  </a:t>
            </a:r>
            <a:r>
              <a:rPr lang="en-US" sz="1200" b="1" dirty="0"/>
              <a:t>This is a great example of how vSAN in VCF can deliver performance, efficiency, and security without compromise.</a:t>
            </a:r>
          </a:p>
          <a:p>
            <a:r>
              <a:rPr lang="en-US" sz="1200" dirty="0"/>
              <a:t>----------------------------------</a:t>
            </a:r>
          </a:p>
          <a:p>
            <a:r>
              <a:rPr lang="en-US" sz="1200" b="1" dirty="0"/>
              <a:t>Overview:</a:t>
            </a:r>
          </a:p>
          <a:p>
            <a:pPr marL="171450" indent="-171450">
              <a:buFont typeface="Arial" panose="020B0604020202020204" pitchFamily="34" charset="0"/>
              <a:buChar char="•"/>
            </a:pPr>
            <a:r>
              <a:rPr lang="en-US" dirty="0"/>
              <a:t>Run </a:t>
            </a:r>
            <a:r>
              <a:rPr lang="en-US" b="1" dirty="0"/>
              <a:t>vSAN Data-at-Rest encryption </a:t>
            </a:r>
            <a:r>
              <a:rPr lang="en-US" dirty="0"/>
              <a:t>on clusters </a:t>
            </a:r>
            <a:r>
              <a:rPr lang="en-US" b="1" dirty="0"/>
              <a:t>with vSAN Global Deduplication</a:t>
            </a:r>
          </a:p>
          <a:p>
            <a:pPr marL="171450" indent="-171450">
              <a:buFont typeface="Arial" panose="020B0604020202020204" pitchFamily="34" charset="0"/>
              <a:buChar char="•"/>
            </a:pPr>
            <a:r>
              <a:rPr lang="en-US" dirty="0"/>
              <a:t>Encrypt data </a:t>
            </a:r>
            <a:r>
              <a:rPr lang="en-US" b="1" dirty="0"/>
              <a:t>without any negative impact </a:t>
            </a:r>
            <a:r>
              <a:rPr lang="en-US" dirty="0"/>
              <a:t>on data reduction ratios offered by vSAN</a:t>
            </a:r>
          </a:p>
          <a:p>
            <a:pPr marL="171450" indent="-171450">
              <a:buFont typeface="Arial" panose="020B0604020202020204" pitchFamily="34" charset="0"/>
              <a:buChar char="•"/>
            </a:pPr>
            <a:r>
              <a:rPr lang="en-US" dirty="0"/>
              <a:t>Easily enable using </a:t>
            </a:r>
            <a:r>
              <a:rPr lang="en-US" b="1" dirty="0"/>
              <a:t>cluster-based toggles</a:t>
            </a:r>
          </a:p>
          <a:p>
            <a:pPr marL="171450" indent="-171450">
              <a:buFont typeface="Arial" panose="020B0604020202020204" pitchFamily="34" charset="0"/>
              <a:buChar char="•"/>
            </a:pPr>
            <a:r>
              <a:rPr lang="en-US" dirty="0"/>
              <a:t>New enhancements for </a:t>
            </a:r>
            <a:r>
              <a:rPr lang="en-US" b="1" dirty="0"/>
              <a:t>improved processing efficiency </a:t>
            </a:r>
            <a:r>
              <a:rPr lang="en-US" dirty="0"/>
              <a:t>and </a:t>
            </a:r>
            <a:r>
              <a:rPr lang="en-US" b="1" dirty="0"/>
              <a:t>durability </a:t>
            </a:r>
            <a:r>
              <a:rPr lang="en-US" dirty="0"/>
              <a:t>of deduplication</a:t>
            </a:r>
          </a:p>
          <a:p>
            <a:pPr marL="171450" indent="-171450">
              <a:buFont typeface="Arial" panose="020B0604020202020204" pitchFamily="34" charset="0"/>
              <a:buChar char="•"/>
            </a:pPr>
            <a:r>
              <a:rPr lang="en-US" dirty="0"/>
              <a:t>Deduplication now supports between 3 and 64 hosts</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While vSAN Global Deduplication included in vSAN for VCF 9.0 (P01), it was officially released only under limited availability.  It was limited not only in availability to customers, but some features and topologies were not supported, including using vSAN Data-at-Rest Encryption.</a:t>
            </a:r>
          </a:p>
          <a:p>
            <a:pPr marL="171450" indent="-171450">
              <a:buFont typeface="Arial" panose="020B0604020202020204" pitchFamily="34" charset="0"/>
              <a:buChar char="•"/>
            </a:pPr>
            <a:r>
              <a:rPr lang="en-US" b="0" dirty="0"/>
              <a:t>Paired with the general availability of vSAN Global Deduplication in vSAN for VCF 9.1, </a:t>
            </a:r>
            <a:r>
              <a:rPr lang="en-US" b="1" dirty="0"/>
              <a:t>vSAN clusters using global deduplication now supports vSAN Data-at-Rest Encryption</a:t>
            </a:r>
            <a:r>
              <a:rPr lang="en-US" b="0" dirty="0"/>
              <a:t>.  This is an important step forward for customers who not only want to drive storage costs down through space efficiency techniques, but data security through encryption.  This new capability allows customers to enable Data-at-Rest Encryption on a per-cluster basis, wherever it makes most sense, while being fully compatible with vSAN Global Deduplication.</a:t>
            </a:r>
          </a:p>
          <a:p>
            <a:pPr marL="171450" indent="-171450">
              <a:buFont typeface="Arial" panose="020B0604020202020204" pitchFamily="34" charset="0"/>
              <a:buChar char="•"/>
            </a:pPr>
            <a:r>
              <a:rPr lang="en-US" b="0" dirty="0"/>
              <a:t>While deduplication activity is largely independent from encryption processes, our storage stack required some modification to account for encrypted data in a cluster running deduplication.  Since deduplication introduces additional objects, such as Dedup Metadata Object, Dedup Data object, and dedup store manager (DMO) objects, and post processing activity that may relocate data from one object to another, encryption processes must occur at the proper location at the proper time to maintain space efficiency, minimal I/O amplification, and optimal cipher key management.  </a:t>
            </a:r>
          </a:p>
          <a:p>
            <a:pPr marL="171450" indent="-171450">
              <a:buFont typeface="Arial" panose="020B0604020202020204" pitchFamily="34" charset="0"/>
              <a:buChar char="•"/>
            </a:pPr>
            <a:r>
              <a:rPr lang="en-US" b="0" dirty="0"/>
              <a:t>The Dedup Store Manager Object (DMO) provides a singe source of accountability for configuration and participating for the dedup store.  This is an implementation detail, and is transparent to an administrator.</a:t>
            </a:r>
          </a:p>
          <a:p>
            <a:pPr marL="171450" indent="-171450">
              <a:buFont typeface="Arial" panose="020B0604020202020204" pitchFamily="34" charset="0"/>
              <a:buChar char="•"/>
            </a:pPr>
            <a:r>
              <a:rPr lang="en-US" b="0" dirty="0"/>
              <a:t>In vSAN for VCF 9.1, encryption and decryption occurs at the DOM owner instead of the DOM client in previous versions of ESA.  This change applies to all ESA clusters running Data-at-Rest Encryption, with or without Global Deduplication.  Data compression and check summing still occur at the DOM client for aligned data.</a:t>
            </a:r>
          </a:p>
          <a:p>
            <a:pPr marL="628650" lvl="1" indent="-171450">
              <a:buFont typeface="Arial" panose="020B0604020202020204" pitchFamily="34" charset="0"/>
              <a:buChar char="•"/>
            </a:pPr>
            <a:r>
              <a:rPr lang="en-US" b="0" dirty="0"/>
              <a:t>With this change, all encryption and decryption will occur at the DOM owner of the object - whether it be a VMDK, or one of the system-related objects for dedup (Dedup Metadata Object, Dedup Data object, and DMO).  This uses the cipher keys associated with the object (ODEK) for efficient processing.</a:t>
            </a:r>
          </a:p>
          <a:p>
            <a:pPr marL="628650" lvl="1" indent="-171450">
              <a:buFont typeface="Arial" panose="020B0604020202020204" pitchFamily="34" charset="0"/>
              <a:buChar char="•"/>
            </a:pPr>
            <a:r>
              <a:rPr lang="en-US" b="0" dirty="0"/>
              <a:t>This change means that it is no longer entirely accurate to say that Data-at-Rest Encryption encrypts data at the “</a:t>
            </a:r>
            <a:r>
              <a:rPr lang="en-US" b="0" i="1" dirty="0"/>
              <a:t>very top</a:t>
            </a:r>
            <a:r>
              <a:rPr lang="en-US" b="0" dirty="0"/>
              <a:t>” layer of the storage stack.   For vSAN in VCF 9.1, it remains located “</a:t>
            </a:r>
            <a:r>
              <a:rPr lang="en-US" b="0" i="1" dirty="0"/>
              <a:t>high in the storage stack</a:t>
            </a:r>
            <a:r>
              <a:rPr lang="en-US" b="0" dirty="0"/>
              <a:t>” but more optimally placed for the most efficient data handling with these new capabilities.</a:t>
            </a:r>
          </a:p>
          <a:p>
            <a:pPr marL="628650" lvl="1" indent="-171450">
              <a:buFont typeface="Arial" panose="020B0604020202020204" pitchFamily="34" charset="0"/>
              <a:buChar char="•"/>
            </a:pPr>
            <a:r>
              <a:rPr lang="en-US" b="0" dirty="0"/>
              <a:t>This change also aligns well with vSAN’s ability to be deployed in an aggregated or disaggregated arrangement.  In a disaggregated topology, the DOM client(s) reside on the client cluster.  This data in flight path from a DOM client to a DOM owner can be encrypted by enabling Data-in-Transit Encryption on the client cluster, which is supported as of vSAN in VCF 9.1.</a:t>
            </a:r>
          </a:p>
          <a:p>
            <a:pPr marL="171450" lvl="0" indent="-171450">
              <a:buFont typeface="Arial" panose="020B0604020202020204" pitchFamily="34" charset="0"/>
              <a:buChar char="•"/>
            </a:pPr>
            <a:r>
              <a:rPr lang="en-US" b="0" dirty="0"/>
              <a:t>The use of Data-at-Rest Encryption with vSAN’s global deduplication capability </a:t>
            </a:r>
            <a:r>
              <a:rPr lang="en-US" b="1" dirty="0"/>
              <a:t>will not negatively impact the data reduction ratios at all</a:t>
            </a:r>
            <a:r>
              <a:rPr lang="en-US" b="0" dirty="0"/>
              <a:t>.  It truly offers the best of both world for data security paired with space efficiency.  If a user chose to use vSphere VM Encryption instead of Data-at-Rest encryption, this would have a substantial negative impact on data reduction capabilities (making it nearly impossible to deduplicate).  Therefore, </a:t>
            </a:r>
            <a:r>
              <a:rPr lang="en-US" b="1" u="sng" dirty="0"/>
              <a:t>it is highly discouraged to use vSphere VM Encryption with vSAN clusters</a:t>
            </a:r>
            <a:r>
              <a:rPr lang="en-US" b="1" dirty="0"/>
              <a:t>. </a:t>
            </a:r>
          </a:p>
          <a:p>
            <a:pPr marL="171450" indent="-171450">
              <a:buFont typeface="Arial" panose="020B0604020202020204" pitchFamily="34" charset="0"/>
              <a:buChar char="•"/>
            </a:pPr>
            <a:r>
              <a:rPr lang="en-US" b="0" dirty="0"/>
              <a:t>The deduplication post-process looks like the following:</a:t>
            </a:r>
          </a:p>
          <a:p>
            <a:pPr marL="615950" lvl="1" indent="-342900">
              <a:buFont typeface="+mj-lt"/>
              <a:buAutoNum type="arabicPeriod"/>
            </a:pPr>
            <a:r>
              <a:rPr lang="en-US" dirty="0"/>
              <a:t>Read encrypted data (now offloaded to lower layer process)</a:t>
            </a:r>
          </a:p>
          <a:p>
            <a:pPr marL="615950" lvl="1" indent="-342900">
              <a:buFont typeface="+mj-lt"/>
              <a:buAutoNum type="arabicPeriod"/>
            </a:pPr>
            <a:r>
              <a:rPr lang="en-US" dirty="0"/>
              <a:t>Decrypt and generate SHA-256 hash (now offloaded to lower layer process)</a:t>
            </a:r>
          </a:p>
          <a:p>
            <a:pPr marL="615950" lvl="1" indent="-342900">
              <a:buFont typeface="+mj-lt"/>
              <a:buAutoNum type="arabicPeriod"/>
            </a:pPr>
            <a:r>
              <a:rPr lang="en-US" dirty="0"/>
              <a:t>Locate matching hash entries in “Dedup metadata object”</a:t>
            </a:r>
          </a:p>
          <a:p>
            <a:pPr marL="903288" lvl="2" indent="-342900">
              <a:buFont typeface="+mj-lt"/>
              <a:buAutoNum type="alphaLcParenR"/>
            </a:pPr>
            <a:r>
              <a:rPr lang="en-US" dirty="0"/>
              <a:t>If match found with data in dedup object, update metadata pointer, and reclaim space.</a:t>
            </a:r>
          </a:p>
          <a:p>
            <a:pPr marL="903288" lvl="2" indent="-342900">
              <a:buFont typeface="+mj-lt"/>
              <a:buAutoNum type="alphaLcParenR"/>
            </a:pPr>
            <a:r>
              <a:rPr lang="en-US" dirty="0"/>
              <a:t>If match found with no data in dedup object, move data to dedup object.</a:t>
            </a:r>
          </a:p>
          <a:p>
            <a:pPr marL="903288" lvl="2" indent="-342900">
              <a:buFont typeface="+mj-lt"/>
              <a:buAutoNum type="alphaLcParenR"/>
            </a:pPr>
            <a:r>
              <a:rPr lang="en-US" dirty="0"/>
              <a:t>If no match found, leave data as-is.</a:t>
            </a:r>
          </a:p>
          <a:p>
            <a:pPr marL="171450" indent="-171450">
              <a:buFont typeface="Arial" panose="020B0604020202020204" pitchFamily="34" charset="0"/>
              <a:buChar char="•"/>
            </a:pPr>
            <a:r>
              <a:rPr lang="en-US" b="0" dirty="0"/>
              <a:t>vSAN Data-in-Transit encryption was supported in the initial limited availability release of Global Deduplication, and continues to be in the GA edition of this feature.</a:t>
            </a:r>
          </a:p>
          <a:p>
            <a:pPr marL="171450" indent="-171450">
              <a:buFont typeface="Arial" panose="020B0604020202020204" pitchFamily="34" charset="0"/>
              <a:buChar char="•"/>
            </a:pPr>
            <a:r>
              <a:rPr lang="en-US" b="0" dirty="0"/>
              <a:t>This GA edition of Global Deduplication introduces some usability improvements, and relaxed requirements.</a:t>
            </a:r>
          </a:p>
          <a:p>
            <a:pPr marL="628650" lvl="1" indent="-171450">
              <a:buFont typeface="Arial" panose="020B0604020202020204" pitchFamily="34" charset="0"/>
              <a:buChar char="•"/>
            </a:pPr>
            <a:r>
              <a:rPr lang="en-US" b="1" dirty="0"/>
              <a:t>Deduplication can be enabled at the cluster level through a simple toggle.  </a:t>
            </a:r>
            <a:r>
              <a:rPr lang="en-US" b="0" dirty="0"/>
              <a:t>Simply highlight Cluster, click Configure &gt; vSAN &gt; Services.   When enabled, the cluster will deduplicate data as a background process.  If the toggle is ever turned off, it does NOT revert previously deduplicated data.  It simply pauses new data to the cluster from being deduplicated.  </a:t>
            </a:r>
          </a:p>
          <a:p>
            <a:pPr marL="628650" lvl="1" indent="-171450">
              <a:buFont typeface="Arial" panose="020B0604020202020204" pitchFamily="34" charset="0"/>
              <a:buChar char="•"/>
            </a:pPr>
            <a:r>
              <a:rPr lang="en-US" b="1" dirty="0"/>
              <a:t>New UI to convey data reduction ratios.  </a:t>
            </a:r>
            <a:r>
              <a:rPr lang="en-US" b="0" dirty="0"/>
              <a:t>This is courtesy of the new Effective Capacity view for vSAN</a:t>
            </a:r>
          </a:p>
          <a:p>
            <a:pPr marL="628650" lvl="1" indent="-171450">
              <a:buFont typeface="Arial" panose="020B0604020202020204" pitchFamily="34" charset="0"/>
              <a:buChar char="•"/>
            </a:pPr>
            <a:r>
              <a:rPr lang="en-US" b="1" dirty="0"/>
              <a:t>Deduplication can be used on clusters from 3-64 hosts.  </a:t>
            </a:r>
            <a:r>
              <a:rPr lang="en-US" b="0" dirty="0"/>
              <a:t>This includes single site aggregated vSAN HCI clusters, or vSAN storage clusters.  These clusters can optionally use the “Fault Domains” feature.  </a:t>
            </a:r>
          </a:p>
          <a:p>
            <a:pPr marL="171450" lvl="0" indent="-171450">
              <a:buFont typeface="Arial" panose="020B0604020202020204" pitchFamily="34" charset="0"/>
              <a:buChar char="•"/>
            </a:pPr>
            <a:r>
              <a:rPr lang="en-US" b="0" dirty="0"/>
              <a:t>This GA edition of Global Deduplication also introduces some architectural changes that improve durability, and processing efficiency</a:t>
            </a:r>
          </a:p>
          <a:p>
            <a:pPr marL="628650" lvl="1" indent="-171450">
              <a:buFont typeface="Arial" panose="020B0604020202020204" pitchFamily="34" charset="0"/>
              <a:buChar char="•"/>
            </a:pPr>
            <a:r>
              <a:rPr lang="en-US" b="1" dirty="0"/>
              <a:t>Enhancements in architecture to improve resilience.  </a:t>
            </a:r>
            <a:r>
              <a:rPr lang="en-US" b="0" dirty="0"/>
              <a:t>This consists of underlying improvements that help objects retain information about the respective hash and chunks objects used under conditions of multiple host failures.</a:t>
            </a:r>
          </a:p>
          <a:p>
            <a:pPr marL="628650" lvl="1" indent="-171450">
              <a:buFont typeface="Arial" panose="020B0604020202020204" pitchFamily="34" charset="0"/>
              <a:buChar char="•"/>
            </a:pPr>
            <a:r>
              <a:rPr lang="en-US" b="1" dirty="0"/>
              <a:t>Processing enhancements for faster deduplication post processing.  </a:t>
            </a:r>
            <a:r>
              <a:rPr lang="en-US" b="0" dirty="0"/>
              <a:t>In the limited release of vSAN Global Deduplication, a strong SHA hash was calculated at the object’s LFS in DOM by reading the component through the stack, where it would traverse through the DOM to LSOM.  The calculation required transmitting data across the network to the LFS on the DOM owner.  A new approach delegates the operation from the object’s LFS to perform this calculation at a lower layer in the stack, and the DOM owner will aggregate the response from the respective components and passes it along to the LFS on the DOM owner.  This results in a dramatic reduction in network throughput (over 50%) for hash calculation activities.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Note that in public documentation, we choose to use slightly different terms for some of the additional objects created for vSAN Global Deduplication.  In public material, a hash object is referred to as a “</a:t>
            </a:r>
            <a:r>
              <a:rPr lang="en-US" b="1" dirty="0"/>
              <a:t>Dedup Metadata Object</a:t>
            </a:r>
            <a:r>
              <a:rPr lang="en-US" b="0" dirty="0"/>
              <a:t>,” and a chunk object is referred to as a “</a:t>
            </a:r>
            <a:r>
              <a:rPr lang="en-US" b="1" dirty="0"/>
              <a:t>Dedup Data object</a:t>
            </a:r>
            <a:r>
              <a:rPr lang="en-US" b="0" dirty="0"/>
              <a:t>.”  These are implementation details that can be helpful for some technical customers to better understand how we achieve deduplication, but are fully transparent to the user, and managed by the system.  So, the details and the emphasis on them are limited.</a:t>
            </a:r>
          </a:p>
          <a:p>
            <a:pPr marL="171450" lvl="0" indent="-171450">
              <a:buFont typeface="Arial" panose="020B0604020202020204" pitchFamily="34" charset="0"/>
              <a:buChar char="•"/>
            </a:pPr>
            <a:r>
              <a:rPr lang="en-US" b="0" dirty="0"/>
              <a:t>For other details on vSAN Encryption, see the vSAN Encryption Services document below, as well as other slides for vSAN encryption services.</a:t>
            </a:r>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As of vSAN in VCF 9.1, vSAN Global Deduplication still has the following limitations:</a:t>
            </a:r>
          </a:p>
          <a:p>
            <a:pPr marL="628650" lvl="1" indent="-171450">
              <a:buFont typeface="Arial" panose="020B0604020202020204" pitchFamily="34" charset="0"/>
              <a:buChar char="•"/>
            </a:pPr>
            <a:r>
              <a:rPr lang="en-US" b="0" u="none" dirty="0"/>
              <a:t>Does not support stretched clusters</a:t>
            </a:r>
          </a:p>
          <a:p>
            <a:pPr marL="628650" lvl="1" indent="-171450">
              <a:buFont typeface="Arial" panose="020B0604020202020204" pitchFamily="34" charset="0"/>
              <a:buChar char="•"/>
            </a:pPr>
            <a:r>
              <a:rPr lang="en-US" b="0" u="none" dirty="0"/>
              <a:t>Does not support 2-Node clusters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The general availability of vSAN Global Deduplication and its full support of vSAN Data-at-Rest Encryption results in highly secure and space efficient storage system for your VCF environment.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pPr marL="171450" indent="-171450">
              <a:buFont typeface="Arial" panose="020B0604020202020204" pitchFamily="34" charset="0"/>
              <a:buChar char="•"/>
            </a:pPr>
            <a:r>
              <a:rPr lang="en-US" sz="1200" b="0" kern="1200" baseline="0" dirty="0">
                <a:solidFill>
                  <a:schemeClr val="tx1"/>
                </a:solidFill>
                <a:ea typeface="+mn-ea"/>
                <a:cs typeface="+mn-cs"/>
              </a:rPr>
              <a:t>vSAN Encryption Services:  https://</a:t>
            </a:r>
            <a:r>
              <a:rPr lang="en-US" sz="1200" b="0" kern="1200" baseline="0" dirty="0" err="1">
                <a:solidFill>
                  <a:schemeClr val="tx1"/>
                </a:solidFill>
                <a:ea typeface="+mn-ea"/>
                <a:cs typeface="+mn-cs"/>
              </a:rPr>
              <a:t>www.vmware.com</a:t>
            </a:r>
            <a:r>
              <a:rPr lang="en-US" sz="1200" b="0" kern="1200" baseline="0" dirty="0">
                <a:solidFill>
                  <a:schemeClr val="tx1"/>
                </a:solidFill>
                <a:ea typeface="+mn-ea"/>
                <a:cs typeface="+mn-cs"/>
              </a:rPr>
              <a:t>/docs/</a:t>
            </a:r>
            <a:r>
              <a:rPr lang="en-US" sz="1200" b="0" kern="1200" baseline="0" dirty="0" err="1">
                <a:solidFill>
                  <a:schemeClr val="tx1"/>
                </a:solidFill>
                <a:ea typeface="+mn-ea"/>
                <a:cs typeface="+mn-cs"/>
              </a:rPr>
              <a:t>vmw</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vsan</a:t>
            </a:r>
            <a:r>
              <a:rPr lang="en-US" sz="1200" b="0" kern="1200" baseline="0" dirty="0">
                <a:solidFill>
                  <a:schemeClr val="tx1"/>
                </a:solidFill>
                <a:ea typeface="+mn-ea"/>
                <a:cs typeface="+mn-cs"/>
              </a:rPr>
              <a:t>-encryption-services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kern="1200" baseline="0" dirty="0">
                <a:solidFill>
                  <a:schemeClr val="tx1"/>
                </a:solidFill>
                <a:ea typeface="+mn-ea"/>
                <a:cs typeface="+mn-cs"/>
              </a:rPr>
              <a:t>VCF Security and Compliance Guidelines:  https://</a:t>
            </a:r>
            <a:r>
              <a:rPr lang="en-US" sz="1200" b="0" kern="1200" baseline="0" dirty="0" err="1">
                <a:solidFill>
                  <a:schemeClr val="tx1"/>
                </a:solidFill>
                <a:ea typeface="+mn-ea"/>
                <a:cs typeface="+mn-cs"/>
              </a:rPr>
              <a:t>github.com</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vmware</a:t>
            </a:r>
            <a:r>
              <a:rPr lang="en-US" sz="1200" b="0" kern="1200" baseline="0" dirty="0">
                <a:solidFill>
                  <a:schemeClr val="tx1"/>
                </a:solidFill>
                <a:ea typeface="+mn-ea"/>
                <a:cs typeface="+mn-cs"/>
              </a:rPr>
              <a:t>/</a:t>
            </a:r>
            <a:r>
              <a:rPr lang="en-US" sz="1200" b="0" kern="1200" baseline="0" dirty="0" err="1">
                <a:solidFill>
                  <a:schemeClr val="tx1"/>
                </a:solidFill>
                <a:ea typeface="+mn-ea"/>
                <a:cs typeface="+mn-cs"/>
              </a:rPr>
              <a:t>vcf</a:t>
            </a:r>
            <a:r>
              <a:rPr lang="en-US" sz="1200" b="0" kern="1200" baseline="0" dirty="0">
                <a:solidFill>
                  <a:schemeClr val="tx1"/>
                </a:solidFill>
                <a:ea typeface="+mn-ea"/>
                <a:cs typeface="+mn-cs"/>
              </a:rPr>
              <a:t>-security-and-compliance-guidelines/blob/main/</a:t>
            </a:r>
            <a:r>
              <a:rPr lang="en-US" sz="1200" b="0" kern="1200" baseline="0" dirty="0" err="1">
                <a:solidFill>
                  <a:schemeClr val="tx1"/>
                </a:solidFill>
                <a:ea typeface="+mn-ea"/>
                <a:cs typeface="+mn-cs"/>
              </a:rPr>
              <a:t>LINKS.md</a:t>
            </a:r>
            <a:endParaRPr lang="en-US" sz="1200" b="0" kern="1200" baseline="0" dirty="0">
              <a:solidFill>
                <a:schemeClr val="tx1"/>
              </a:solidFill>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kern="1200" baseline="0" dirty="0">
                <a:solidFill>
                  <a:schemeClr val="tx1"/>
                </a:solidFill>
                <a:ea typeface="+mn-ea"/>
                <a:cs typeface="+mn-cs"/>
              </a:rPr>
              <a:t>Fast and Efficient Reads in vSAN ESA (does not include encryption or dedup): https://blogs.vmware.com/cloud-foundation/2023/05/10/fast-and-efficient-reads-in-</a:t>
            </a:r>
            <a:r>
              <a:rPr lang="en-US" sz="1200" b="0" kern="1200" baseline="0" dirty="0" err="1">
                <a:solidFill>
                  <a:schemeClr val="tx1"/>
                </a:solidFill>
                <a:ea typeface="+mn-ea"/>
                <a:cs typeface="+mn-cs"/>
              </a:rPr>
              <a:t>vsan</a:t>
            </a:r>
            <a:r>
              <a:rPr lang="en-US" sz="1200" b="0" kern="1200" baseline="0" dirty="0">
                <a:solidFill>
                  <a:schemeClr val="tx1"/>
                </a:solidFill>
                <a:ea typeface="+mn-ea"/>
                <a:cs typeface="+mn-cs"/>
              </a:rPr>
              <a:t>-express-storage-architecture/ </a:t>
            </a:r>
          </a:p>
          <a:p>
            <a:pPr marL="171450" indent="-171450">
              <a:buFont typeface="Arial" panose="020B0604020202020204" pitchFamily="34" charset="0"/>
              <a:buChar char="•"/>
            </a:pPr>
            <a:endParaRPr lang="en-US" sz="1200" b="0" kern="1200" baseline="0" dirty="0">
              <a:solidFill>
                <a:schemeClr val="tx1"/>
              </a:solidFill>
              <a:ea typeface="+mn-ea"/>
              <a:cs typeface="+mn-cs"/>
            </a:endParaRPr>
          </a:p>
          <a:p>
            <a:pPr marL="171450" indent="-171450">
              <a:buFont typeface="Arial" panose="020B0604020202020204" pitchFamily="34" charset="0"/>
              <a:buChar char="•"/>
            </a:pPr>
            <a:endParaRPr lang="en-US" sz="1200" b="0" kern="1200" baseline="0" dirty="0">
              <a:solidFill>
                <a:schemeClr val="tx1"/>
              </a:solidFill>
              <a:ea typeface="+mn-ea"/>
              <a:cs typeface="+mn-cs"/>
            </a:endParaRPr>
          </a:p>
          <a:p>
            <a:pPr marL="171450" indent="-171450">
              <a:buFont typeface="Arial" panose="020B0604020202020204" pitchFamily="34" charset="0"/>
              <a:buChar char="•"/>
            </a:pPr>
            <a:endParaRPr lang="en-US" sz="1200" b="0" kern="1200" baseline="0" dirty="0">
              <a:solidFill>
                <a:schemeClr val="tx1"/>
              </a:solidFill>
              <a:ea typeface="+mn-ea"/>
              <a:cs typeface="+mn-cs"/>
            </a:endParaRPr>
          </a:p>
          <a:p>
            <a:pPr marL="171450" indent="-171450">
              <a:buFont typeface="Arial" panose="020B0604020202020204" pitchFamily="34" charset="0"/>
              <a:buChar char="•"/>
            </a:pPr>
            <a:endParaRPr lang="en-US" sz="1200" b="0" kern="1200" baseline="0" dirty="0">
              <a:solidFill>
                <a:schemeClr val="tx1"/>
              </a:solidFill>
              <a:ea typeface="+mn-ea"/>
              <a:cs typeface="+mn-cs"/>
            </a:endParaRPr>
          </a:p>
        </p:txBody>
      </p:sp>
      <p:sp>
        <p:nvSpPr>
          <p:cNvPr id="4" name="Slide Number Placeholder 3">
            <a:extLst>
              <a:ext uri="{FF2B5EF4-FFF2-40B4-BE49-F238E27FC236}">
                <a16:creationId xmlns:a16="http://schemas.microsoft.com/office/drawing/2014/main" id="{5A1AEF08-01AD-FC01-EF7A-E6F703E236E1}"/>
              </a:ext>
            </a:extLst>
          </p:cNvPr>
          <p:cNvSpPr>
            <a:spLocks noGrp="1"/>
          </p:cNvSpPr>
          <p:nvPr>
            <p:ph type="sldNum" sz="quarter" idx="5"/>
          </p:nvPr>
        </p:nvSpPr>
        <p:spPr/>
        <p:txBody>
          <a:bodyPr/>
          <a:lstStyle/>
          <a:p>
            <a:fld id="{9F4FBC3A-A12C-40F9-BB8D-BC30C7901396}" type="slidenum">
              <a:rPr lang="en-US" smtClean="0"/>
              <a:pPr/>
              <a:t>17</a:t>
            </a:fld>
            <a:endParaRPr lang="en-US" dirty="0"/>
          </a:p>
        </p:txBody>
      </p:sp>
    </p:spTree>
    <p:extLst>
      <p:ext uri="{BB962C8B-B14F-4D97-AF65-F5344CB8AC3E}">
        <p14:creationId xmlns:p14="http://schemas.microsoft.com/office/powerpoint/2010/main" val="387043034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E66531-AC1C-5E1E-8BB8-FA30A32DAA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DFFA13D-4D35-80D3-44A2-82F723ED2A5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D54AF76-EB20-3B6D-F10E-1CF7A2327DDC}"/>
              </a:ext>
            </a:extLst>
          </p:cNvPr>
          <p:cNvSpPr>
            <a:spLocks noGrp="1"/>
          </p:cNvSpPr>
          <p:nvPr>
            <p:ph type="body" idx="1"/>
          </p:nvPr>
        </p:nvSpPr>
        <p:spPr/>
        <p:txBody>
          <a:bodyPr>
            <a:normAutofit fontScale="47500" lnSpcReduction="20000"/>
          </a:bodyPr>
          <a:lstStyle/>
          <a:p>
            <a:r>
              <a:rPr lang="en-US" sz="1200" b="1" dirty="0"/>
              <a:t>Key Message/Talk track: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t>vSAN in VCF 9.1 brings new operational capabilities to all vSAN stretched clusters.  For customers running stretched clusters, site-wide maintenance is even easier now, courtesy of a simple click in the UI.  vSAN will coordinate all of the steps necessary to gracefully place all of the hosts in one site into maintenance mode.  We even offer an additional recovery mechanism known as “manual site takeover” to help recovery if the stretched cluster under maintenance has suffered significant failures.  Initially offered under “limited availability” in the previous release of vSAN in VCF, </a:t>
            </a:r>
            <a:r>
              <a:rPr lang="en-US" sz="1200" b="1" dirty="0"/>
              <a:t>the general availability of these features makes vSAN stretched clusters easier to manage, and more durable.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t>----------------------------------</a:t>
            </a:r>
          </a:p>
          <a:p>
            <a:r>
              <a:rPr lang="en-US" sz="1200" b="1" dirty="0"/>
              <a:t>Overview:</a:t>
            </a:r>
          </a:p>
          <a:p>
            <a:pPr marL="171450" indent="-171450">
              <a:buFont typeface="Arial" panose="020B0604020202020204" pitchFamily="34" charset="0"/>
              <a:buChar char="•"/>
            </a:pPr>
            <a:r>
              <a:rPr lang="en-US" dirty="0"/>
              <a:t>Site-wide maintenance mode</a:t>
            </a:r>
          </a:p>
          <a:p>
            <a:pPr marL="628650" lvl="1" indent="-171450">
              <a:buFont typeface="Arial" panose="020B0604020202020204" pitchFamily="34" charset="0"/>
              <a:buChar char="•"/>
            </a:pPr>
            <a:r>
              <a:rPr lang="en-US" dirty="0"/>
              <a:t>Safely enter and exit entire site of a stretched cluster into maintenance mode with a single click in the UI</a:t>
            </a:r>
          </a:p>
          <a:p>
            <a:pPr marL="628650" lvl="1" indent="-171450">
              <a:buFont typeface="Arial" panose="020B0604020202020204" pitchFamily="34" charset="0"/>
              <a:buChar char="•"/>
            </a:pPr>
            <a:r>
              <a:rPr lang="en-US" dirty="0"/>
              <a:t>Ensures consistency of data within a site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t>Manual site takeover</a:t>
            </a:r>
          </a:p>
          <a:p>
            <a:pPr marL="628650" lvl="1" indent="-171450">
              <a:buFont typeface="Arial" panose="020B0604020202020204" pitchFamily="34" charset="0"/>
              <a:buChar char="•"/>
            </a:pPr>
            <a:r>
              <a:rPr lang="en-US" dirty="0"/>
              <a:t>Regain availability of data and VMs for site in maintenance mode following permanent failure of the other data site</a:t>
            </a:r>
          </a:p>
          <a:p>
            <a:pPr marL="628650" lvl="1" indent="-171450">
              <a:buFont typeface="Arial" panose="020B0604020202020204" pitchFamily="34" charset="0"/>
              <a:buChar char="•"/>
            </a:pPr>
            <a:r>
              <a:rPr lang="en-US" dirty="0"/>
              <a:t>Guided recovery process using CLI at remaining site</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vSAN in VCF 9.0 introduced two feature enhancements for stretched clusters.  These two features – “Site-wide maintenance mode” and “Manual site takeover” are inter-related capabilities that made the maintenance  and failure of a site easier to manage.  While this was a big step forward for many of our customers using stretched clusters, it was released under “limited availability” for stretched clusters running vSAN OSA.  It is rare for capabilities to be introduced in OSA first, but this limited availability release was done as a courtesy for many of our customers who have not transitioned to ESA yet.  </a:t>
            </a:r>
          </a:p>
          <a:p>
            <a:pPr marL="171450" indent="-171450">
              <a:buFont typeface="Arial" panose="020B0604020202020204" pitchFamily="34" charset="0"/>
              <a:buChar char="•"/>
            </a:pPr>
            <a:r>
              <a:rPr lang="en-US" b="0" dirty="0"/>
              <a:t>vSAN in VCF 9.1 introduces the general availability of these two capabilities for vSAN.  The full functionality of these features are now available in stretched clusters powered by vSAN ESA.  Additional capabilities have also been added that streamline the user experience.</a:t>
            </a:r>
          </a:p>
          <a:p>
            <a:pPr marL="171450" indent="-171450">
              <a:buFont typeface="Arial" panose="020B0604020202020204" pitchFamily="34" charset="0"/>
              <a:buChar char="•"/>
            </a:pPr>
            <a:r>
              <a:rPr lang="en-US" b="0" dirty="0"/>
              <a:t>The details below only share the enhancements (support of ESA, and other improvements) made to the two features.  All other feature details align with what is described in the limited release of the features in vSAN for VCF 9.0.</a:t>
            </a:r>
          </a:p>
          <a:p>
            <a:pPr marL="0" indent="0">
              <a:buFont typeface="Arial" panose="020B0604020202020204" pitchFamily="34" charset="0"/>
              <a:buNone/>
            </a:pPr>
            <a:r>
              <a:rPr lang="en-US" b="1" u="sng" dirty="0"/>
              <a:t>Site Maintenance</a:t>
            </a:r>
          </a:p>
          <a:p>
            <a:pPr marL="171450" indent="-171450">
              <a:buFont typeface="Arial" panose="020B0604020202020204" pitchFamily="34" charset="0"/>
              <a:buChar char="•"/>
            </a:pPr>
            <a:r>
              <a:rPr lang="en-US" b="0" dirty="0"/>
              <a:t>A site maintenance will impact the object availability status in the same manner as a site failure, or previous efforts to manually enter all of the hosts in one site into maintenance mode.  Objects will typically show “Reduced availability with no rebuild…” messages with absent components in the layout of an object.  This is by design.</a:t>
            </a:r>
          </a:p>
          <a:p>
            <a:pPr marL="171450" indent="-171450">
              <a:buFont typeface="Arial" panose="020B0604020202020204" pitchFamily="34" charset="0"/>
              <a:buChar char="•"/>
            </a:pPr>
            <a:r>
              <a:rPr lang="en-US" b="0" dirty="0"/>
              <a:t>A new health check has been added help in site maintenance activities.  This is listed as the “vSAN site maintenance state health” check in the UI (now called “vSAN Health” in the UI, replacing “Skyline Health.”).  Its purpose is to verify the site maintenance state across the sites versus the hosts, and will trigger the health alert if there is an issue, such as if a host is removed from the cluster, etc..</a:t>
            </a:r>
          </a:p>
          <a:p>
            <a:pPr marL="171450" indent="-171450">
              <a:buFont typeface="Arial" panose="020B0604020202020204" pitchFamily="34" charset="0"/>
              <a:buChar char="•"/>
            </a:pPr>
            <a:r>
              <a:rPr lang="en-US" b="0" dirty="0"/>
              <a:t>A site maintenance mode event takes ownership over host maintenance mode activities.  The only way hosts can exit out of maintenance mode is through the site maintenance mode capability within the fault domain.  If you attempt to exit a host out of maintenance mode, the following error will occur:  “</a:t>
            </a:r>
            <a:r>
              <a:rPr lang="en-US" sz="1200" b="0" i="0" kern="1200" dirty="0">
                <a:solidFill>
                  <a:schemeClr val="tx1"/>
                </a:solidFill>
                <a:effectLst/>
                <a:latin typeface="+mn-lt"/>
                <a:ea typeface="+mn-ea"/>
                <a:cs typeface="+mn-cs"/>
              </a:rPr>
              <a:t>A general system error occurred: Failed to exit the host from maintenance mode because the host is currently in site maintenance mode. Please exit site maintenance mode first.”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Note that a site maintenance mode will have a significant impact on the cluster health score.  This is by design, as a cluster providing site-level resilience is no longer providing that resilience during this state of maintenance.  The object health states will be degraded by a score of 40.  So an otherwise perfect score of 100 in a stretched cluster will be reduced to 60 or less if a site is placed into site maintenance mode.</a:t>
            </a:r>
            <a:endParaRPr lang="en-US" sz="1200" b="0" i="0" kern="1200" dirty="0">
              <a:solidFill>
                <a:schemeClr val="tx1"/>
              </a:solidFill>
              <a:effectLst/>
              <a:latin typeface="+mn-lt"/>
              <a:ea typeface="+mn-ea"/>
              <a:cs typeface="+mn-cs"/>
            </a:endParaRPr>
          </a:p>
          <a:p>
            <a:pPr marL="171450" indent="-171450">
              <a:buFont typeface="Arial" panose="020B0604020202020204" pitchFamily="34" charset="0"/>
              <a:buChar char="•"/>
            </a:pPr>
            <a:r>
              <a:rPr lang="en-US" sz="1200" b="0" i="0" kern="1200" dirty="0">
                <a:solidFill>
                  <a:schemeClr val="tx1"/>
                </a:solidFill>
                <a:effectLst/>
                <a:latin typeface="+mn-lt"/>
                <a:ea typeface="+mn-ea"/>
                <a:cs typeface="+mn-cs"/>
              </a:rPr>
              <a:t>vSAN ESA stretched clusters using Auto-RAID that have one site entered into site maintenance mode will still allow the provisioning of a VM, even with one site not available.  Historically, this has needed the “Force provisioning” storage policy rule.  But this is no longer applicable in a stretched cluster using Auto-RAID.</a:t>
            </a:r>
            <a:endParaRPr lang="en-US" b="0" dirty="0"/>
          </a:p>
          <a:p>
            <a:pPr marL="0" indent="0">
              <a:buFont typeface="Arial" panose="020B0604020202020204" pitchFamily="34" charset="0"/>
              <a:buNone/>
            </a:pPr>
            <a:r>
              <a:rPr lang="en-US" b="1" u="sng" dirty="0"/>
              <a:t>Site Takeover (after site maintenance)</a:t>
            </a:r>
          </a:p>
          <a:p>
            <a:pPr marL="171450" indent="-171450">
              <a:buFont typeface="Arial" panose="020B0604020202020204" pitchFamily="34" charset="0"/>
              <a:buChar char="•"/>
            </a:pPr>
            <a:r>
              <a:rPr lang="en-US" b="0" dirty="0"/>
              <a:t>A new health check has been added for site takeover activities.  This is listed as the “vSAN site takeover health” check in the UI (no called “vSAN Health” in the UI, replacing “Skyline Health.”).  Its purpose is to convey if there are inconsistent stated detected on the hosts.  The message will be:  “The cluster has taken site takeover already but there are inconsistent stated detected in some hosts, which may lead to O/O blockage when accessing the recovered object.  This inconsistency in host may be cause by either the host is from a failed site, or it has taken a different site takeover before.”  The recommendation from this health check will be to reboot the hosts.</a:t>
            </a:r>
          </a:p>
          <a:p>
            <a:pPr marL="171450" indent="-171450">
              <a:buFont typeface="Arial" panose="020B0604020202020204" pitchFamily="34" charset="0"/>
              <a:buChar char="•"/>
            </a:pPr>
            <a:r>
              <a:rPr lang="en-US" b="0" dirty="0"/>
              <a:t>Site takeover can be used in one of two circumstances.  </a:t>
            </a:r>
            <a:r>
              <a:rPr lang="en-US" b="1" dirty="0"/>
              <a:t>Both assume the permanent, or catastrophic loss of the data site not currently in site maintenance mode.</a:t>
            </a:r>
          </a:p>
          <a:p>
            <a:pPr marL="628650" lvl="1" indent="-171450">
              <a:buFont typeface="Arial" panose="020B0604020202020204" pitchFamily="34" charset="0"/>
              <a:buChar char="•"/>
            </a:pPr>
            <a:r>
              <a:rPr lang="en-US" b="0" dirty="0"/>
              <a:t>Simultaneous and permanent dual failure of witness site and data site not currently in site maintenance mode.</a:t>
            </a:r>
          </a:p>
          <a:p>
            <a:pPr marL="628650" lvl="1" indent="-171450">
              <a:buFont typeface="Arial" panose="020B0604020202020204" pitchFamily="34" charset="0"/>
              <a:buChar char="•"/>
            </a:pPr>
            <a:r>
              <a:rPr lang="en-US" b="0" dirty="0"/>
              <a:t>Simultaneous and permanent failure of the data site not currently in site maintenance mode.</a:t>
            </a:r>
          </a:p>
          <a:p>
            <a:pPr marL="171450" indent="-171450">
              <a:buFont typeface="Arial" panose="020B0604020202020204" pitchFamily="34" charset="0"/>
              <a:buChar char="•"/>
            </a:pPr>
            <a:r>
              <a:rPr lang="en-US" b="0" dirty="0"/>
              <a:t>It is conceivable that the Site takeover feature can be used in a third scenario, </a:t>
            </a:r>
            <a:r>
              <a:rPr lang="en-US" b="1" dirty="0"/>
              <a:t>but the outcome is not guaranteed.  </a:t>
            </a:r>
            <a:r>
              <a:rPr lang="en-US" b="0" dirty="0"/>
              <a:t>That scenario is if a data site encounters a permanent failure, and the witness fails before the adaptive quorum can fix the objects to tolerate a witness failure (essentially a double failure).  In this case, the Site takeover capability can make some objects accessible on the surviving site.  However, this is best effort attempt, because vSAN does not understand if there was a clean failure, or if perhaps the object in the surviving site was in the middle of resyncing data.  This is why this feature is typically positioned for recovery when using the site maintenance feature.</a:t>
            </a:r>
          </a:p>
          <a:p>
            <a:pPr marL="171450" indent="-171450">
              <a:buFont typeface="Arial" panose="020B0604020202020204" pitchFamily="34" charset="0"/>
              <a:buChar char="•"/>
            </a:pPr>
            <a:r>
              <a:rPr lang="en-US" b="0" dirty="0"/>
              <a:t>There will be additional KB articles for the site takeover functionality given its purpose, and the execution of it via CLI instead of UI.  </a:t>
            </a:r>
          </a:p>
          <a:p>
            <a:pPr marL="171450" indent="-171450">
              <a:buFont typeface="Arial" panose="020B0604020202020204" pitchFamily="34" charset="0"/>
              <a:buChar char="•"/>
            </a:pPr>
            <a:r>
              <a:rPr lang="en-US" b="1" dirty="0"/>
              <a:t>Warning:  </a:t>
            </a:r>
            <a:r>
              <a:rPr lang="en-US" b="0" dirty="0"/>
              <a:t>Performing a site takeover changes the data structure of the objects that are being recovered.  </a:t>
            </a:r>
            <a:r>
              <a:rPr lang="en-US" b="1" dirty="0"/>
              <a:t>Once the process is performed, it cannot be reversed</a:t>
            </a:r>
            <a:r>
              <a:rPr lang="en-US" b="0" dirty="0"/>
              <a:t>, and the one remaining site is treated as its own, standalone cluster.</a:t>
            </a:r>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Site takeover is still limited to the CLI at this time.</a:t>
            </a:r>
          </a:p>
          <a:p>
            <a:pPr marL="171450" indent="-171450">
              <a:buFont typeface="Arial" panose="020B0604020202020204" pitchFamily="34" charset="0"/>
              <a:buChar char="•"/>
            </a:pPr>
            <a:r>
              <a:rPr lang="en-US" b="0" u="none" dirty="0"/>
              <a:t>Site takeover is limited to the takeover of one remaining data site ONLY after the first site has been placed into site maintenance mode.</a:t>
            </a:r>
          </a:p>
          <a:p>
            <a:pPr marL="171450" indent="-171450">
              <a:buFont typeface="Arial" panose="020B0604020202020204" pitchFamily="34" charset="0"/>
              <a:buChar char="•"/>
            </a:pPr>
            <a:r>
              <a:rPr lang="en-US" b="0" u="none" dirty="0"/>
              <a:t>These capabilities only apply to stretched clusters.  2-Node clusters cannot support this capability.</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In vSAN for VCF 9.1, site maintenance and recovery has been made easier and more effective for environments running vSAN stretched clusters.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pPr marL="171450" indent="-171450">
              <a:buFont typeface="Arial" panose="020B0604020202020204" pitchFamily="34" charset="0"/>
              <a:buChar char="•"/>
            </a:pPr>
            <a:r>
              <a:rPr lang="en-US" sz="1200" b="0" kern="1200" baseline="0" dirty="0">
                <a:solidFill>
                  <a:schemeClr val="tx1"/>
                </a:solidFill>
                <a:ea typeface="+mn-ea"/>
                <a:cs typeface="+mn-cs"/>
              </a:rPr>
              <a:t>vSAN Stretched Cluster Guide:  https://</a:t>
            </a:r>
            <a:r>
              <a:rPr lang="en-US" sz="1200" b="0" kern="1200" baseline="0" dirty="0" err="1">
                <a:solidFill>
                  <a:schemeClr val="tx1"/>
                </a:solidFill>
                <a:ea typeface="+mn-ea"/>
                <a:cs typeface="+mn-cs"/>
              </a:rPr>
              <a:t>www.vmware.com</a:t>
            </a:r>
            <a:r>
              <a:rPr lang="en-US" sz="1200" b="0" kern="1200" baseline="0" dirty="0">
                <a:solidFill>
                  <a:schemeClr val="tx1"/>
                </a:solidFill>
                <a:ea typeface="+mn-ea"/>
                <a:cs typeface="+mn-cs"/>
              </a:rPr>
              <a:t>/docs/</a:t>
            </a:r>
            <a:r>
              <a:rPr lang="en-US" sz="1200" b="0" kern="1200" baseline="0" dirty="0" err="1">
                <a:solidFill>
                  <a:schemeClr val="tx1"/>
                </a:solidFill>
                <a:ea typeface="+mn-ea"/>
                <a:cs typeface="+mn-cs"/>
              </a:rPr>
              <a:t>vsan</a:t>
            </a:r>
            <a:r>
              <a:rPr lang="en-US" sz="1200" b="0" kern="1200" baseline="0" dirty="0">
                <a:solidFill>
                  <a:schemeClr val="tx1"/>
                </a:solidFill>
                <a:ea typeface="+mn-ea"/>
                <a:cs typeface="+mn-cs"/>
              </a:rPr>
              <a:t>-stretched-cluster-guide</a:t>
            </a:r>
          </a:p>
        </p:txBody>
      </p:sp>
      <p:sp>
        <p:nvSpPr>
          <p:cNvPr id="4" name="Slide Number Placeholder 3">
            <a:extLst>
              <a:ext uri="{FF2B5EF4-FFF2-40B4-BE49-F238E27FC236}">
                <a16:creationId xmlns:a16="http://schemas.microsoft.com/office/drawing/2014/main" id="{DEC6EFBC-CAB0-4BCE-9A0F-4FF94215E9FD}"/>
              </a:ext>
            </a:extLst>
          </p:cNvPr>
          <p:cNvSpPr>
            <a:spLocks noGrp="1"/>
          </p:cNvSpPr>
          <p:nvPr>
            <p:ph type="sldNum" sz="quarter" idx="5"/>
          </p:nvPr>
        </p:nvSpPr>
        <p:spPr/>
        <p:txBody>
          <a:bodyPr/>
          <a:lstStyle/>
          <a:p>
            <a:fld id="{9F4FBC3A-A12C-40F9-BB8D-BC30C7901396}" type="slidenum">
              <a:rPr lang="en-US" smtClean="0"/>
              <a:pPr/>
              <a:t>18</a:t>
            </a:fld>
            <a:endParaRPr lang="en-US" dirty="0"/>
          </a:p>
        </p:txBody>
      </p:sp>
    </p:spTree>
    <p:extLst>
      <p:ext uri="{BB962C8B-B14F-4D97-AF65-F5344CB8AC3E}">
        <p14:creationId xmlns:p14="http://schemas.microsoft.com/office/powerpoint/2010/main" val="70769211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78F07E-83E2-66EA-FD4B-4BE8CFA0921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32341F-D4B4-5CC0-2D24-97586C44023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0C0E5B6-CFA6-5796-9110-7354F479C637}"/>
              </a:ext>
            </a:extLst>
          </p:cNvPr>
          <p:cNvSpPr>
            <a:spLocks noGrp="1"/>
          </p:cNvSpPr>
          <p:nvPr>
            <p:ph type="body" idx="1"/>
          </p:nvPr>
        </p:nvSpPr>
        <p:spPr/>
        <p:txBody>
          <a:bodyPr>
            <a:normAutofit fontScale="40000" lnSpcReduction="20000"/>
          </a:bodyPr>
          <a:lstStyle/>
          <a:p>
            <a:r>
              <a:rPr lang="en-US" sz="1200" b="1" dirty="0"/>
              <a:t>Key Message/Talk track:</a:t>
            </a:r>
          </a:p>
          <a:p>
            <a:r>
              <a:rPr lang="en-US" sz="1200" b="0" dirty="0"/>
              <a:t>vSAN in VCF 9.0 introduced vSAN-to-vSAN replication, which was the ability to protect VMs from one vSAN cluster to another.  We’ve taken this a step further with vSAN for VCF 9.1.  Customers can now replicate, or protect VMs from any source, such as a VMFS or NFS datastore to a shared recovery site with a vSAN ESA cluster.  This provides greater flexibility in protecting your existing VCF environment that may be a mix of storage platforms.  </a:t>
            </a:r>
            <a:r>
              <a:rPr lang="en-US" sz="1200" b="1" dirty="0"/>
              <a:t>This multi-source replication capability is an ideal way for you to protect your data in VCF against disaster recovery and cyber recovery scenarios.</a:t>
            </a:r>
          </a:p>
          <a:p>
            <a:r>
              <a:rPr lang="en-US" sz="1200" dirty="0"/>
              <a:t>----------------------------------</a:t>
            </a:r>
          </a:p>
          <a:p>
            <a:r>
              <a:rPr lang="en-US" sz="1200" b="1" dirty="0"/>
              <a:t>Overview:</a:t>
            </a:r>
          </a:p>
          <a:p>
            <a:pPr marL="171450" indent="-171450">
              <a:buFont typeface="Arial" panose="020B0604020202020204" pitchFamily="34" charset="0"/>
              <a:buChar char="•"/>
            </a:pPr>
            <a:r>
              <a:rPr lang="en-US" dirty="0"/>
              <a:t>Replicate to a vSAN cluster </a:t>
            </a:r>
            <a:r>
              <a:rPr lang="en-US" b="1" dirty="0"/>
              <a:t>from multiple source storage types</a:t>
            </a:r>
            <a:r>
              <a:rPr lang="en-US" dirty="0"/>
              <a:t>, including:</a:t>
            </a:r>
          </a:p>
          <a:p>
            <a:pPr marL="628650" lvl="1" indent="-171450">
              <a:buFont typeface="Arial" panose="020B0604020202020204" pitchFamily="34" charset="0"/>
              <a:buChar char="•"/>
            </a:pPr>
            <a:r>
              <a:rPr lang="en-US" dirty="0"/>
              <a:t>VMFS</a:t>
            </a:r>
          </a:p>
          <a:p>
            <a:pPr marL="628650" lvl="1" indent="-171450">
              <a:buFont typeface="Arial" panose="020B0604020202020204" pitchFamily="34" charset="0"/>
              <a:buChar char="•"/>
            </a:pPr>
            <a:r>
              <a:rPr lang="en-US" dirty="0"/>
              <a:t>NFS</a:t>
            </a:r>
          </a:p>
          <a:p>
            <a:pPr marL="628650" lvl="1" indent="-171450">
              <a:buFont typeface="Arial" panose="020B0604020202020204" pitchFamily="34" charset="0"/>
              <a:buChar char="•"/>
            </a:pPr>
            <a:r>
              <a:rPr lang="en-US" dirty="0"/>
              <a:t>vSAN</a:t>
            </a:r>
          </a:p>
          <a:p>
            <a:pPr marL="171450" indent="-171450">
              <a:buFont typeface="Arial" panose="020B0604020202020204" pitchFamily="34" charset="0"/>
              <a:buChar char="•"/>
            </a:pPr>
            <a:r>
              <a:rPr lang="en-US" dirty="0"/>
              <a:t>Uses </a:t>
            </a:r>
            <a:r>
              <a:rPr lang="en-US" b="1" dirty="0"/>
              <a:t>protection Groups and site pairing concepts</a:t>
            </a:r>
            <a:r>
              <a:rPr lang="en-US" dirty="0"/>
              <a:t> as found with vSAN-to-vSAN replication</a:t>
            </a:r>
          </a:p>
          <a:p>
            <a:pPr marL="171450" indent="-171450">
              <a:buFont typeface="Arial" panose="020B0604020202020204" pitchFamily="34" charset="0"/>
              <a:buChar char="•"/>
            </a:pPr>
            <a:r>
              <a:rPr lang="en-US" dirty="0"/>
              <a:t>Allows for easier data migrations</a:t>
            </a:r>
          </a:p>
          <a:p>
            <a:pPr marL="171450" indent="-171450">
              <a:buFont typeface="Arial" panose="020B0604020202020204" pitchFamily="34" charset="0"/>
              <a:buChar char="•"/>
            </a:pPr>
            <a:r>
              <a:rPr lang="en-US" dirty="0"/>
              <a:t>Replication capabilities available through </a:t>
            </a:r>
            <a:r>
              <a:rPr lang="en-US" b="1" dirty="0"/>
              <a:t>SRM</a:t>
            </a:r>
            <a:r>
              <a:rPr lang="en-US" dirty="0"/>
              <a:t>, or VMware </a:t>
            </a:r>
            <a:r>
              <a:rPr lang="en-US" b="1" dirty="0"/>
              <a:t>Advanced Cyber Compliance </a:t>
            </a:r>
            <a:r>
              <a:rPr lang="en-US" dirty="0"/>
              <a:t>(ACC) addon</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vSAN in VCF 9.0 extended the functionality of vSAN Protection and Recovery (previously known as “vSAN Data Protection”) by introducing the ability to replicate VM data from one vSAN cluster to another.  This was commonly known as “vSAN to vSAN replication” and is functionality that is unlocked in vSAN Protection and Recovery through the SRM or VMware Advanced Cyber Compliance (ACC) addon.  Since the ACC addon is focused on providing a solution for resilience and recovery against cyber attacks and other disaster conditions, many of our customers asked for the ability to protect VM data from different types of storage beyond just vSAN. (e.g. VMFS, NFS).  The abilities in 9.0 were too limited because it assumed the use of vSAN at the source site and target site.</a:t>
            </a:r>
          </a:p>
          <a:p>
            <a:pPr marL="171450" indent="-171450">
              <a:buFont typeface="Arial" panose="020B0604020202020204" pitchFamily="34" charset="0"/>
              <a:buChar char="•"/>
            </a:pPr>
            <a:r>
              <a:rPr lang="en-US" b="0" dirty="0"/>
              <a:t>vSAN in VCF 9.1, when paired with the SRM and/or the ACC addon license offers the ability to replicate from any source type to a vSAN cluster as the target.  This will allow customers using traditional storage (VMFS and NFS) to protect data residing on traditional three-tier architectures to a remove site powered by vSAN.  It will also allow them to reprotect or recover the data from the target site to the source site for recovery purposes.</a:t>
            </a:r>
          </a:p>
          <a:p>
            <a:pPr marL="171450" indent="-171450">
              <a:buFont typeface="Arial" panose="020B0604020202020204" pitchFamily="34" charset="0"/>
              <a:buChar char="•"/>
            </a:pPr>
            <a:r>
              <a:rPr lang="en-US" b="0" dirty="0"/>
              <a:t>This new capability allows for multiple source types to be connected to the same target vSAN cluster concurrently.  For example, you can a source cluster running VMFS, another source cluster running NFS, and a third source cluster running vSAN.  All can fan in to the same shared recovery site.</a:t>
            </a:r>
          </a:p>
          <a:p>
            <a:pPr marL="171450" indent="-171450">
              <a:buFont typeface="Arial" panose="020B0604020202020204" pitchFamily="34" charset="0"/>
              <a:buChar char="•"/>
            </a:pPr>
            <a:r>
              <a:rPr lang="en-US" b="0" dirty="0"/>
              <a:t>Each vCenter Server managing the respective source cluster must have the Protection and Recovery Appliance deployed and configured.  This includes the initial appliance deployment, configuration and site pairing.</a:t>
            </a:r>
          </a:p>
          <a:p>
            <a:pPr marL="171450" indent="-171450">
              <a:buFont typeface="Arial" panose="020B0604020202020204" pitchFamily="34" charset="0"/>
              <a:buChar char="•"/>
            </a:pPr>
            <a:r>
              <a:rPr lang="en-US" b="0" dirty="0"/>
              <a:t>The mechanics of an environment using VMFS or NFS at the source site shares many of the same concepts as if the source site were running vSAN.  </a:t>
            </a:r>
          </a:p>
          <a:p>
            <a:pPr marL="628650" lvl="1" indent="-171450">
              <a:buFont typeface="Arial" panose="020B0604020202020204" pitchFamily="34" charset="0"/>
              <a:buChar char="•"/>
            </a:pPr>
            <a:r>
              <a:rPr lang="en-US" b="0" dirty="0"/>
              <a:t>Each site must use their own respective vCenter Servers</a:t>
            </a:r>
          </a:p>
          <a:p>
            <a:pPr marL="628650" lvl="1" indent="-171450">
              <a:buFont typeface="Arial" panose="020B0604020202020204" pitchFamily="34" charset="0"/>
              <a:buChar char="•"/>
            </a:pPr>
            <a:r>
              <a:rPr lang="en-US" b="0" dirty="0"/>
              <a:t>Each site/cluster must be paired to each other to establish the relationship for protection.  This now offers much wider support, as the source cluster may be a vSphere cluster, not just a vSAN ESA cluster.  For disaggregated environments it assumes that the vSphere cluster (vSAN compute cluster) is paired, not the storage cluster.</a:t>
            </a:r>
          </a:p>
          <a:p>
            <a:pPr marL="628650" lvl="1" indent="-171450">
              <a:buFont typeface="Arial" panose="020B0604020202020204" pitchFamily="34" charset="0"/>
              <a:buChar char="•"/>
            </a:pPr>
            <a:r>
              <a:rPr lang="en-US" b="0" dirty="0"/>
              <a:t>A snapshot is taken at the target site after the replica is completed.  This helps maintain autonomy between the two sites, just as with vSAN-to-vSAN replication.</a:t>
            </a:r>
          </a:p>
          <a:p>
            <a:pPr marL="171450" lvl="0" indent="-171450">
              <a:buFont typeface="Arial" panose="020B0604020202020204" pitchFamily="34" charset="0"/>
              <a:buChar char="•"/>
            </a:pPr>
            <a:r>
              <a:rPr lang="en-US" b="0" dirty="0"/>
              <a:t>Some elements of any to vSAN replication will be different.</a:t>
            </a:r>
          </a:p>
          <a:p>
            <a:pPr marL="628650" lvl="1" indent="-171450">
              <a:buFont typeface="Arial" panose="020B0604020202020204" pitchFamily="34" charset="0"/>
              <a:buChar char="•"/>
            </a:pPr>
            <a:r>
              <a:rPr lang="en-US" b="0" dirty="0"/>
              <a:t>Source cluster pairing may consist of more than one datastore, whereas with vSAN a single datastore represented a single cluster.</a:t>
            </a:r>
          </a:p>
          <a:p>
            <a:pPr marL="171450" lvl="0" indent="-171450">
              <a:buFont typeface="Arial" panose="020B0604020202020204" pitchFamily="34" charset="0"/>
              <a:buChar char="•"/>
            </a:pPr>
            <a:r>
              <a:rPr lang="en-US" b="0" dirty="0"/>
              <a:t>In situations where the source cluster is not vSAN, some of the capabilities for the source site may not be the same as configurations where vSAN is at the source site.  This would include local snapshot capabilities unique to vSAN Protection and Recovery (previously known as “vSAN Data Protection) powered by ESA (fast snapshots, retention of up to 200 snapshots per VM, etc.)</a:t>
            </a:r>
          </a:p>
          <a:p>
            <a:pPr marL="171450" lvl="0" indent="-171450">
              <a:buFont typeface="Arial" panose="020B0604020202020204" pitchFamily="34" charset="0"/>
              <a:buChar char="•"/>
            </a:pPr>
            <a:r>
              <a:rPr lang="en-US" b="0" dirty="0"/>
              <a:t>The cluster at the target location can be either a vSAN HCI cluster, or a vSAN storage cluster, with a compute cluster connected to it.  A “cyber recover” slider/toggle will be available in the vSAN ESA options.  The appropriate “vSAN HCI cluster” or “vSAN storage cluster” option must be chosen correctly first, prior to selecting this option, since it cannot be changed after this step.</a:t>
            </a:r>
          </a:p>
          <a:p>
            <a:pPr marL="171450" lvl="0" indent="-171450">
              <a:buFont typeface="Arial" panose="020B0604020202020204" pitchFamily="34" charset="0"/>
              <a:buChar char="•"/>
            </a:pPr>
            <a:r>
              <a:rPr lang="en-US" b="0" dirty="0"/>
              <a:t>The shared recovery site requires ‘</a:t>
            </a:r>
            <a:r>
              <a:rPr lang="en-US" b="0" dirty="0" err="1"/>
              <a:t>autoprotect.vsanGroupsAutoImportationEnabled</a:t>
            </a:r>
            <a:r>
              <a:rPr lang="en-US" b="0" dirty="0"/>
              <a:t>’ advance setting configuration change to enable automatic vSAN PG importation support on each recovery site SRM-only VA. </a:t>
            </a:r>
          </a:p>
          <a:p>
            <a:pPr marL="171450" lvl="0" indent="-171450">
              <a:buFont typeface="Arial" panose="020B0604020202020204" pitchFamily="34" charset="0"/>
              <a:buChar char="•"/>
            </a:pPr>
            <a:r>
              <a:rPr lang="en-US" b="0" dirty="0"/>
              <a:t>Note that in the UI for 9.1, the naming of entities will be as follows:</a:t>
            </a:r>
          </a:p>
          <a:p>
            <a:pPr marL="628650" lvl="1" indent="-171450">
              <a:buFont typeface="Arial" panose="020B0604020202020204" pitchFamily="34" charset="0"/>
              <a:buChar char="•"/>
            </a:pPr>
            <a:r>
              <a:rPr lang="en-US" b="0" dirty="0"/>
              <a:t>Deploying the virtual appliance.  Under the Configure &gt; “Protection and Recovery”</a:t>
            </a:r>
          </a:p>
          <a:p>
            <a:pPr marL="628650" lvl="1" indent="-171450">
              <a:buFont typeface="Arial" panose="020B0604020202020204" pitchFamily="34" charset="0"/>
              <a:buChar char="•"/>
            </a:pPr>
            <a:r>
              <a:rPr lang="en-US" b="0" dirty="0"/>
              <a:t>Configuring the vSAN cluster.  Under Configure &gt; vSAN &gt; Services, references will be “Cyber recovery” when defining what cluster type it is.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For Reference, here is a brief overview of licensing as it relates to protection capabilities. See the appropriate licensing guides for more details.</a:t>
            </a:r>
          </a:p>
          <a:p>
            <a:pPr marL="628650" lvl="1" indent="-171450">
              <a:buFont typeface="Arial" panose="020B0604020202020204" pitchFamily="34" charset="0"/>
              <a:buChar char="•"/>
            </a:pPr>
            <a:r>
              <a:rPr lang="en-US" b="0" dirty="0"/>
              <a:t>VCF licenses.  Includes local protection through vSAN Protection and Recovery (previously known as “vSAN Data Protection.”) </a:t>
            </a:r>
          </a:p>
          <a:p>
            <a:pPr marL="628650" lvl="1" indent="-171450">
              <a:buFont typeface="Arial" panose="020B0604020202020204" pitchFamily="34" charset="0"/>
              <a:buChar char="•"/>
            </a:pPr>
            <a:r>
              <a:rPr lang="en-US" b="0" dirty="0"/>
              <a:t>VCF + SRM license.  Includes local protection, remote replication, and DR orchestration abilities.</a:t>
            </a:r>
          </a:p>
          <a:p>
            <a:pPr marL="628650" lvl="1" indent="-171450">
              <a:buFont typeface="Arial" panose="020B0604020202020204" pitchFamily="34" charset="0"/>
              <a:buChar char="•"/>
            </a:pPr>
            <a:r>
              <a:rPr lang="en-US" b="0" dirty="0"/>
              <a:t>VCF + ACC.  Includes local protection, DR orchestration that comes with SRM, and full cyber recovery capabilities.</a:t>
            </a:r>
          </a:p>
          <a:p>
            <a:pPr marL="171450" lvl="0" indent="-171450">
              <a:buFont typeface="Arial" panose="020B0604020202020204" pitchFamily="34" charset="0"/>
              <a:buChar char="•"/>
            </a:pPr>
            <a:r>
              <a:rPr lang="en-US" b="0" dirty="0"/>
              <a:t>Note the following naming changes that are now a part of the UI.</a:t>
            </a:r>
          </a:p>
          <a:p>
            <a:pPr marL="628650" lvl="1" indent="-171450">
              <a:buFont typeface="Arial" panose="020B0604020202020204" pitchFamily="34" charset="0"/>
              <a:buChar char="•"/>
            </a:pPr>
            <a:r>
              <a:rPr lang="en-US" b="0" dirty="0"/>
              <a:t>“vSAN Protection and Recovery” replaces “vSAN Data Protection”</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“vSAN snapshots” and “vSAN replication” can still be used as descriptors.</a:t>
            </a:r>
          </a:p>
          <a:p>
            <a:pPr marL="628650" lvl="1" indent="-171450">
              <a:buFont typeface="Arial" panose="020B0604020202020204" pitchFamily="34" charset="0"/>
              <a:buChar char="•"/>
            </a:pPr>
            <a:r>
              <a:rPr lang="en-US" b="0" dirty="0"/>
              <a:t>“</a:t>
            </a:r>
            <a:r>
              <a:rPr lang="en-US" b="0" dirty="0" err="1"/>
              <a:t>SnapManager</a:t>
            </a:r>
            <a:r>
              <a:rPr lang="en-US" b="0" dirty="0"/>
              <a:t>” is not longer a part of the </a:t>
            </a:r>
            <a:r>
              <a:rPr lang="en-US" b="0" dirty="0" err="1"/>
              <a:t>the</a:t>
            </a:r>
            <a:r>
              <a:rPr lang="en-US" b="0" dirty="0"/>
              <a:t> configuration process.</a:t>
            </a:r>
          </a:p>
          <a:p>
            <a:pPr marL="628650" lvl="1" indent="-171450">
              <a:buFont typeface="Arial" panose="020B0604020202020204" pitchFamily="34" charset="0"/>
              <a:buChar char="•"/>
            </a:pPr>
            <a:r>
              <a:rPr lang="en-US" b="0" dirty="0"/>
              <a:t>“Cyber Recovery” is noted for clusters configured in vSAN Services for this purpose.</a:t>
            </a:r>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The shared recovery site (aka “destination/target”) for any-to-vSAN replication must be a vSAN ESA cluster.  This is required for the ransomware recovery capabilities of ACC.</a:t>
            </a:r>
          </a:p>
          <a:p>
            <a:pPr marL="171450" indent="-171450">
              <a:buFont typeface="Arial" panose="020B0604020202020204" pitchFamily="34" charset="0"/>
              <a:buChar char="•"/>
            </a:pPr>
            <a:r>
              <a:rPr lang="en-US" b="0" u="none" dirty="0"/>
              <a:t>VM types currently not supported for protection include:</a:t>
            </a:r>
          </a:p>
          <a:p>
            <a:pPr marL="628650" lvl="1" indent="-171450">
              <a:buFont typeface="Arial" panose="020B0604020202020204" pitchFamily="34" charset="0"/>
              <a:buChar char="•"/>
            </a:pPr>
            <a:r>
              <a:rPr lang="en-US" b="0" u="none" dirty="0"/>
              <a:t>Linked clones</a:t>
            </a:r>
          </a:p>
          <a:p>
            <a:pPr marL="628650" lvl="1" indent="-171450">
              <a:buFont typeface="Arial" panose="020B0604020202020204" pitchFamily="34" charset="0"/>
              <a:buChar char="•"/>
            </a:pPr>
            <a:r>
              <a:rPr lang="en-US" b="0" u="none" dirty="0"/>
              <a:t>VMs using vSphere Encryption</a:t>
            </a:r>
          </a:p>
          <a:p>
            <a:pPr marL="628650" lvl="1" indent="-171450">
              <a:buFont typeface="Arial" panose="020B0604020202020204" pitchFamily="34" charset="0"/>
              <a:buChar char="•"/>
            </a:pPr>
            <a:r>
              <a:rPr lang="en-US" b="0" u="none" dirty="0"/>
              <a:t>VMs with CBRC enabled</a:t>
            </a:r>
          </a:p>
          <a:p>
            <a:pPr marL="628650" lvl="1" indent="-171450">
              <a:buFont typeface="Arial" panose="020B0604020202020204" pitchFamily="34" charset="0"/>
              <a:buChar char="•"/>
            </a:pPr>
            <a:r>
              <a:rPr lang="en-US" b="0" u="none" dirty="0"/>
              <a:t>VMs using vSphere FT</a:t>
            </a:r>
          </a:p>
          <a:p>
            <a:pPr marL="628650" lvl="1" indent="-171450">
              <a:buFont typeface="Arial" panose="020B0604020202020204" pitchFamily="34" charset="0"/>
              <a:buChar char="•"/>
            </a:pPr>
            <a:r>
              <a:rPr lang="en-US" b="0" u="none" dirty="0"/>
              <a:t>VMs with the </a:t>
            </a:r>
            <a:r>
              <a:rPr lang="en-US" b="0" u="none" dirty="0" err="1"/>
              <a:t>multiwriter</a:t>
            </a:r>
            <a:r>
              <a:rPr lang="en-US" b="0" u="none" dirty="0"/>
              <a:t> flag enabled</a:t>
            </a:r>
          </a:p>
          <a:p>
            <a:pPr marL="628650" lvl="1" indent="-171450">
              <a:buFont typeface="Arial" panose="020B0604020202020204" pitchFamily="34" charset="0"/>
              <a:buChar char="•"/>
            </a:pPr>
            <a:r>
              <a:rPr lang="en-US" b="0" u="none" dirty="0"/>
              <a:t>VMs providing infrastructure responsibilities (e.g. vCenter Server, NSX managers, Snapshot service appliance, etc.)</a:t>
            </a:r>
          </a:p>
          <a:p>
            <a:pPr marL="628650" lvl="1" indent="-171450">
              <a:buFont typeface="Arial" panose="020B0604020202020204" pitchFamily="34" charset="0"/>
              <a:buChar char="•"/>
            </a:pPr>
            <a:r>
              <a:rPr lang="en-US" b="0" u="none" dirty="0"/>
              <a:t>First class disks (FCDs)</a:t>
            </a:r>
          </a:p>
          <a:p>
            <a:pPr marL="171450" lvl="0" indent="-171450">
              <a:buFont typeface="Arial" panose="020B0604020202020204" pitchFamily="34" charset="0"/>
              <a:buChar char="•"/>
            </a:pPr>
            <a:r>
              <a:rPr lang="en-US" b="0" u="none" dirty="0"/>
              <a:t>The new capabilities assume the use of 9.1 with vCenter Server, the source clusters and the target clusters.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The ability to replication from vSphere clusters using VMFS or NFS storage unlocks new potential for VCF customers in providing a comprehensive protection strategy for their environment.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With expanding capabilities, you will find vSAN being positioned into the following general categories (some of which may not be fully available yet).</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Production.  This is the top performing tier being consumed as primary storage.  These clusters will consist of ReadyNodes using TLC Flash, and optimized for performance</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DR Target.  This is the top performing tier of secondary storage.  These clusters will consist of ReadyNodes using TLC Flash and optimized for performance</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Cyber Vault.  This is a moderate performance tier for protection.  These clusters will consist of more value-based ReadyNodes using QLC, and optimized for TCO.</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Backup Target.  This is a moderate performance tier for longer-term backups.  These clusters will consist of more value-based ReadyNodes using QLC, and optimized for TCO.</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characteristic of </a:t>
            </a:r>
            <a:r>
              <a:rPr lang="en-US" b="1" dirty="0"/>
              <a:t>vSAN at the target site is a key requirement of our approach to DR and cyber recovery. </a:t>
            </a:r>
            <a:r>
              <a:rPr lang="en-US" b="0" dirty="0"/>
              <a:t> vSAN ESA must be at the target site to provide much of the functionality that exists in these recovery scenarios.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Aside from the conventional use cases of disaster recovery and ransomware recovery, this multi-source replication can also assist with data migration efforts, where migrating off of VMFS and/or NFS has been a challenge for customers due to their topology.  This can be another value that can be positioned with this feature enhancement.</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pPr marL="171450" indent="-171450">
              <a:buFont typeface="Arial" panose="020B0604020202020204" pitchFamily="34" charset="0"/>
              <a:buChar char="•"/>
            </a:pPr>
            <a:r>
              <a:rPr lang="en-US" sz="1200" b="0" kern="1200" baseline="0" dirty="0">
                <a:solidFill>
                  <a:schemeClr val="tx1"/>
                </a:solidFill>
                <a:ea typeface="+mn-ea"/>
                <a:cs typeface="+mn-cs"/>
              </a:rPr>
              <a:t>VMware Advanced Cyber Compliance:  https://</a:t>
            </a:r>
            <a:r>
              <a:rPr lang="en-US" sz="1200" b="0" kern="1200" baseline="0" dirty="0" err="1">
                <a:solidFill>
                  <a:schemeClr val="tx1"/>
                </a:solidFill>
                <a:ea typeface="+mn-ea"/>
                <a:cs typeface="+mn-cs"/>
              </a:rPr>
              <a:t>www.vmware.com</a:t>
            </a:r>
            <a:r>
              <a:rPr lang="en-US" sz="1200" b="0" kern="1200" baseline="0" dirty="0">
                <a:solidFill>
                  <a:schemeClr val="tx1"/>
                </a:solidFill>
                <a:ea typeface="+mn-ea"/>
                <a:cs typeface="+mn-cs"/>
              </a:rPr>
              <a:t>/products/cloud-infrastructure/advanced-services/advanced-cyber-compliance</a:t>
            </a:r>
          </a:p>
          <a:p>
            <a:pPr marL="171450" indent="-171450">
              <a:buFont typeface="Arial" panose="020B0604020202020204" pitchFamily="34" charset="0"/>
              <a:buChar char="•"/>
            </a:pPr>
            <a:r>
              <a:rPr lang="en-US" sz="1200" b="0" kern="1200" baseline="0" dirty="0">
                <a:solidFill>
                  <a:schemeClr val="tx1"/>
                </a:solidFill>
                <a:ea typeface="+mn-ea"/>
                <a:cs typeface="+mn-cs"/>
              </a:rPr>
              <a:t>Enhance the value of vSAN with VMware Advanced Cyber Compliance (ACC):  https://blogs.vmware.com/cloud-foundation/2025/11/18/enhance-the-value-of-vsan-data-protection-with-vmware-advanced-cyber-compliance/ </a:t>
            </a:r>
          </a:p>
        </p:txBody>
      </p:sp>
      <p:sp>
        <p:nvSpPr>
          <p:cNvPr id="4" name="Slide Number Placeholder 3">
            <a:extLst>
              <a:ext uri="{FF2B5EF4-FFF2-40B4-BE49-F238E27FC236}">
                <a16:creationId xmlns:a16="http://schemas.microsoft.com/office/drawing/2014/main" id="{CD9EA25D-582F-146C-1587-1DEC8FBFEFD2}"/>
              </a:ext>
            </a:extLst>
          </p:cNvPr>
          <p:cNvSpPr>
            <a:spLocks noGrp="1"/>
          </p:cNvSpPr>
          <p:nvPr>
            <p:ph type="sldNum" sz="quarter" idx="5"/>
          </p:nvPr>
        </p:nvSpPr>
        <p:spPr/>
        <p:txBody>
          <a:bodyPr/>
          <a:lstStyle/>
          <a:p>
            <a:fld id="{9F4FBC3A-A12C-40F9-BB8D-BC30C7901396}" type="slidenum">
              <a:rPr lang="en-US" smtClean="0"/>
              <a:pPr/>
              <a:t>19</a:t>
            </a:fld>
            <a:endParaRPr lang="en-US" dirty="0"/>
          </a:p>
        </p:txBody>
      </p:sp>
    </p:spTree>
    <p:extLst>
      <p:ext uri="{BB962C8B-B14F-4D97-AF65-F5344CB8AC3E}">
        <p14:creationId xmlns:p14="http://schemas.microsoft.com/office/powerpoint/2010/main" val="224825574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C98200-2946-6A03-7E7C-EA8EBB923FB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CCB9F25-A28A-D5CC-792A-A51689D841C3}"/>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9A8CE0C-E946-A70E-F63B-517B7EEA9209}"/>
              </a:ext>
            </a:extLst>
          </p:cNvPr>
          <p:cNvSpPr>
            <a:spLocks noGrp="1"/>
          </p:cNvSpPr>
          <p:nvPr>
            <p:ph type="body" idx="1"/>
          </p:nvPr>
        </p:nvSpPr>
        <p:spPr/>
        <p:txBody>
          <a:bodyPr>
            <a:normAutofit fontScale="40000" lnSpcReduction="20000"/>
          </a:bodyPr>
          <a:lstStyle/>
          <a:p>
            <a:r>
              <a:rPr lang="en-US" sz="1200" b="1" dirty="0"/>
              <a:t>Key Message/Talk track:</a:t>
            </a:r>
          </a:p>
          <a:p>
            <a:r>
              <a:rPr lang="en-US" sz="1200" b="0" dirty="0"/>
              <a:t>In vSAN for VCF 9.1, we’ve brought the option of a cyber recovery cleanroom from the cloud, to an on-premises, customer owned and managed clean room.  In the past, customer owned remote sites were limited for the purpose of disaster recovery using Site Recovery Manager.  Now, with VCF 9.1 and the VMware Advanced Cyber Compliance (ACC) addon, you can extend this to provide full protection and mitigation of cyber threats as well.  </a:t>
            </a:r>
            <a:r>
              <a:rPr lang="en-US" sz="1200" b="1" dirty="0"/>
              <a:t>Providing a cyber recovery environment that does not use a public cloud is precisely what many of our customers have been asking for. </a:t>
            </a:r>
          </a:p>
          <a:p>
            <a:r>
              <a:rPr lang="en-US" sz="1200" dirty="0"/>
              <a:t>----------------------------------</a:t>
            </a:r>
          </a:p>
          <a:p>
            <a:r>
              <a:rPr lang="en-US" sz="1200" b="1" dirty="0"/>
              <a:t>Overview:</a:t>
            </a:r>
          </a:p>
          <a:p>
            <a:pPr marL="171450" indent="-171450">
              <a:buFont typeface="Arial" panose="020B0604020202020204" pitchFamily="34" charset="0"/>
              <a:buChar char="•"/>
            </a:pPr>
            <a:r>
              <a:rPr lang="en-US" dirty="0"/>
              <a:t>Use </a:t>
            </a:r>
            <a:r>
              <a:rPr lang="en-US" b="1" dirty="0"/>
              <a:t>customer owned and managed clean room</a:t>
            </a:r>
            <a:r>
              <a:rPr lang="en-US" dirty="0"/>
              <a:t> for full protection and recovery against ransomware attacks</a:t>
            </a:r>
          </a:p>
          <a:p>
            <a:pPr marL="171450" indent="-171450">
              <a:buFont typeface="Arial" panose="020B0604020202020204" pitchFamily="34" charset="0"/>
              <a:buChar char="•"/>
            </a:pPr>
            <a:r>
              <a:rPr lang="en-US" dirty="0"/>
              <a:t>Eliminates the need for cloud-based recovery site</a:t>
            </a:r>
          </a:p>
          <a:p>
            <a:pPr marL="171450" indent="-171450">
              <a:buFont typeface="Arial" panose="020B0604020202020204" pitchFamily="34" charset="0"/>
              <a:buChar char="•"/>
            </a:pPr>
            <a:r>
              <a:rPr lang="en-US" dirty="0"/>
              <a:t>Extends vSAN Protection and Recovery in VCF to </a:t>
            </a:r>
            <a:r>
              <a:rPr lang="en-US" b="1" dirty="0"/>
              <a:t>provide full site and cyber recovery</a:t>
            </a:r>
          </a:p>
          <a:p>
            <a:pPr marL="628650" lvl="1" indent="-171450">
              <a:buFont typeface="Arial" panose="020B0604020202020204" pitchFamily="34" charset="0"/>
              <a:buChar char="•"/>
            </a:pPr>
            <a:r>
              <a:rPr lang="en-US" dirty="0"/>
              <a:t>Orchestrated workflows</a:t>
            </a:r>
          </a:p>
          <a:p>
            <a:pPr marL="628650" lvl="1" indent="-171450">
              <a:buFont typeface="Arial" panose="020B0604020202020204" pitchFamily="34" charset="0"/>
              <a:buChar char="•"/>
            </a:pPr>
            <a:r>
              <a:rPr lang="en-US" dirty="0"/>
              <a:t>EDR integration</a:t>
            </a:r>
          </a:p>
          <a:p>
            <a:pPr marL="628650" lvl="1" indent="-171450">
              <a:buFont typeface="Arial" panose="020B0604020202020204" pitchFamily="34" charset="0"/>
              <a:buChar char="•"/>
            </a:pPr>
            <a:r>
              <a:rPr lang="en-US" dirty="0"/>
              <a:t>Push-button network isolation</a:t>
            </a:r>
          </a:p>
          <a:p>
            <a:pPr marL="171450" indent="-171450">
              <a:buFont typeface="Arial" panose="020B0604020202020204" pitchFamily="34" charset="0"/>
              <a:buChar char="•"/>
            </a:pPr>
            <a:r>
              <a:rPr lang="en-US" b="1" dirty="0"/>
              <a:t>Reduce downtime </a:t>
            </a:r>
            <a:r>
              <a:rPr lang="en-US" dirty="0"/>
              <a:t>with comprehensive recovery abilities</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In past versions of vSAN, some of our customers appreciated the purpose-built, ransomware recovery capabilities as found in VMware Live Cyber Recovery (VLCR),  initially known as VMware Cloud Disaster Recovery (VCDR).  Unfortunately, this model required the use of the cloud for an Isolated Recovery Environment (IRE).  Many of our customers have strict requirements or preferences against using the cloud as the location to provide recovery for cybersecurity attacks.</a:t>
            </a:r>
          </a:p>
          <a:p>
            <a:pPr marL="171450" indent="-171450">
              <a:buFont typeface="Arial" panose="020B0604020202020204" pitchFamily="34" charset="0"/>
              <a:buChar char="•"/>
            </a:pPr>
            <a:r>
              <a:rPr lang="en-US" b="0" dirty="0"/>
              <a:t>vSAN in VCF 9.1 introduces the ability to provide ransomware recovery using their own, on-premises site.  This will allow for full ransomware protection using hardware and facilities that are owned entirely by the customer, with no dependency on the cloud.  As was the case with a cloud-based recovery, customers can initiate ransomware recovery activities on a small subset of VMs or all VMs.    Since VCF 9.1 supports the source replication site running vSAN, VMFS, and NFS, this means a comprehensive protection strategy for your workloads, so long as the clean room/recovery site is vSAN.</a:t>
            </a:r>
          </a:p>
          <a:p>
            <a:pPr marL="171450" indent="-171450">
              <a:buFont typeface="Arial" panose="020B0604020202020204" pitchFamily="34" charset="0"/>
              <a:buChar char="•"/>
            </a:pPr>
            <a:r>
              <a:rPr lang="en-US" b="0" dirty="0"/>
              <a:t>In this new approach of Cyber Recovery using an on-premises, customer-owned clean room, ransomware protection and recovery processes are built into the SRM workflows.  This takes advantage of logic already in place for disaster recovery workflows, but adapts them to accommodate ransomware recovery workflows.  </a:t>
            </a:r>
          </a:p>
          <a:p>
            <a:pPr marL="628650" lvl="1" indent="-171450">
              <a:buFont typeface="Arial" panose="020B0604020202020204" pitchFamily="34" charset="0"/>
              <a:buChar char="•"/>
            </a:pPr>
            <a:r>
              <a:rPr lang="en-US" b="0" dirty="0"/>
              <a:t>VMs participating in an SRM recovery plan (RP) must be marked for ransomware recovery to make them eligible.  If VMs are protected by SRM, but have not been marked for ransomware recovery, they will not be eligible.   There is no need to create discrete protection groups for ransomware recovery.  </a:t>
            </a:r>
          </a:p>
          <a:p>
            <a:pPr marL="628650" lvl="1" indent="-171450">
              <a:buFont typeface="Arial" panose="020B0604020202020204" pitchFamily="34" charset="0"/>
              <a:buChar char="•"/>
            </a:pPr>
            <a:r>
              <a:rPr lang="en-US" b="0" dirty="0"/>
              <a:t>The marking of ransomware recovery within a recovery plan will create the necessary logic (e.g. associated protection groups, etc.) to facilitate the protection and recovery processes and requirements.</a:t>
            </a:r>
          </a:p>
          <a:p>
            <a:pPr marL="171450" indent="-171450">
              <a:buFont typeface="Arial" panose="020B0604020202020204" pitchFamily="34" charset="0"/>
              <a:buChar char="•"/>
            </a:pPr>
            <a:r>
              <a:rPr lang="en-US" b="0" dirty="0"/>
              <a:t>A high-level ransomware recovery process using this on-premises model is as follows:</a:t>
            </a:r>
          </a:p>
          <a:p>
            <a:pPr marL="685800" lvl="1" indent="-228600">
              <a:buFont typeface="+mj-lt"/>
              <a:buAutoNum type="arabicPeriod"/>
            </a:pPr>
            <a:r>
              <a:rPr lang="en-US" b="0" dirty="0"/>
              <a:t>VMs assigned to protection groups.  They are part of an SRM recovery plan that have also been marked for ransomware recovery.</a:t>
            </a:r>
          </a:p>
          <a:p>
            <a:pPr marL="685800" lvl="1" indent="-228600">
              <a:buFont typeface="+mj-lt"/>
              <a:buAutoNum type="arabicPeriod"/>
            </a:pPr>
            <a:r>
              <a:rPr lang="en-US" b="0" dirty="0"/>
              <a:t>Upon the detection of a ransomware event, affected VMs should be placed in a “</a:t>
            </a:r>
            <a:r>
              <a:rPr lang="en-US" b="1" dirty="0"/>
              <a:t>validation</a:t>
            </a:r>
            <a:r>
              <a:rPr lang="en-US" b="0" dirty="0"/>
              <a:t>” state.  This is followed by selecting a desired snapshot to run in the IRE.  Temporary copies of the VMs (with EDR sensors running) will be used for the evaluation and cleaning.  If unsuccessful, an older snapshot can be selected in attempts to find a clean version.</a:t>
            </a:r>
          </a:p>
          <a:p>
            <a:pPr marL="685800" lvl="1" indent="-228600">
              <a:buFont typeface="+mj-lt"/>
              <a:buAutoNum type="arabicPeriod"/>
            </a:pPr>
            <a:r>
              <a:rPr lang="en-US" b="0" dirty="0"/>
              <a:t>When VMs are successfully validated by the EDR, they will be put into a “</a:t>
            </a:r>
            <a:r>
              <a:rPr lang="en-US" b="1" dirty="0"/>
              <a:t>staging</a:t>
            </a:r>
            <a:r>
              <a:rPr lang="en-US" b="0" dirty="0"/>
              <a:t>” state.  This is the result of cleaning or validation that it is clean.  VMs promoted to the staging state will create a new replica that can be used for recovery.</a:t>
            </a:r>
          </a:p>
          <a:p>
            <a:pPr marL="685800" lvl="1" indent="-228600">
              <a:buFont typeface="+mj-lt"/>
              <a:buAutoNum type="arabicPeriod"/>
            </a:pPr>
            <a:r>
              <a:rPr lang="en-US" b="0" dirty="0"/>
              <a:t>After staging is complete, they can be placed in a “</a:t>
            </a:r>
            <a:r>
              <a:rPr lang="en-US" b="1" dirty="0"/>
              <a:t>recovered</a:t>
            </a:r>
            <a:r>
              <a:rPr lang="en-US" b="0" dirty="0"/>
              <a:t>” state, which recovers them to the SPE in the secondary site.  </a:t>
            </a:r>
          </a:p>
          <a:p>
            <a:pPr marL="685800" lvl="1" indent="-228600">
              <a:buFont typeface="+mj-lt"/>
              <a:buAutoNum type="arabicPeriod"/>
            </a:pPr>
            <a:r>
              <a:rPr lang="en-US" b="0" dirty="0"/>
              <a:t>While the previous step is officially the end of the ransomware recovery process, there may be a desire to restore them back to the primary/production site.  By placing them into a “</a:t>
            </a:r>
            <a:r>
              <a:rPr lang="en-US" b="1" dirty="0" err="1"/>
              <a:t>reprotected</a:t>
            </a:r>
            <a:r>
              <a:rPr lang="en-US" b="0" dirty="0"/>
              <a:t>” state, this will replicate all changes during the recover process, plus any subsequent changes in the SPE.</a:t>
            </a:r>
          </a:p>
          <a:p>
            <a:pPr marL="685800" lvl="1" indent="-228600">
              <a:buFont typeface="+mj-lt"/>
              <a:buAutoNum type="arabicPeriod"/>
            </a:pPr>
            <a:r>
              <a:rPr lang="en-US" b="0" dirty="0"/>
              <a:t>At this point the desired VMs can be placed into a “</a:t>
            </a:r>
            <a:r>
              <a:rPr lang="en-US" b="1" dirty="0"/>
              <a:t>failback</a:t>
            </a:r>
            <a:r>
              <a:rPr lang="en-US" b="0" dirty="0"/>
              <a:t>” state, which will fail the instance back over to the production site.</a:t>
            </a:r>
          </a:p>
          <a:p>
            <a:pPr marL="685800" lvl="1" indent="-228600">
              <a:buFont typeface="+mj-lt"/>
              <a:buAutoNum type="arabicPeriod"/>
            </a:pPr>
            <a:r>
              <a:rPr lang="en-US" b="0" dirty="0"/>
              <a:t>The final step is </a:t>
            </a:r>
            <a:r>
              <a:rPr lang="en-US" b="0" dirty="0" err="1"/>
              <a:t>reprotecting</a:t>
            </a:r>
            <a:r>
              <a:rPr lang="en-US" b="0" dirty="0"/>
              <a:t> the VMs in production to the recovery site, placing them back into a steady-state level of protection.</a:t>
            </a:r>
          </a:p>
          <a:p>
            <a:pPr marL="171450" indent="-171450">
              <a:buFont typeface="Arial" panose="020B0604020202020204" pitchFamily="34" charset="0"/>
              <a:buChar char="•"/>
            </a:pPr>
            <a:r>
              <a:rPr lang="en-US" b="0" dirty="0"/>
              <a:t>For reference, here are some common terms used in discussing Cyber Security.  The exact topology a customer has will depend on the scale and level of sophistication of their environment.</a:t>
            </a:r>
          </a:p>
          <a:p>
            <a:pPr marL="628650" lvl="1" indent="-171450">
              <a:buFont typeface="Arial" panose="020B0604020202020204" pitchFamily="34" charset="0"/>
              <a:buChar char="•"/>
            </a:pPr>
            <a:r>
              <a:rPr lang="en-US" b="1" dirty="0"/>
              <a:t>Endpoint Detection and Response (EDR).  </a:t>
            </a:r>
            <a:r>
              <a:rPr lang="en-US" b="0" dirty="0"/>
              <a:t>This is software to monitor endpoints like servers and laptops to detect the early warning signs of security compromises.  It is also used during the recovery process to determine the integrity of the data at the point in time selected in the recovery and to potentially clean the VMs.</a:t>
            </a:r>
          </a:p>
          <a:p>
            <a:pPr marL="628650" lvl="1" indent="-171450">
              <a:buFont typeface="Arial" panose="020B0604020202020204" pitchFamily="34" charset="0"/>
              <a:buChar char="•"/>
            </a:pPr>
            <a:r>
              <a:rPr lang="en-US" b="1" dirty="0"/>
              <a:t>Isolated Recovery Environment (IRE).  </a:t>
            </a:r>
            <a:r>
              <a:rPr lang="en-US" b="0" dirty="0"/>
              <a:t>This may be a portion or the entirety of a second site, where pre-compromised VMs can be restored and run in isolation to validate and/or clean (via EDR) the recovered VMs.  </a:t>
            </a:r>
          </a:p>
          <a:p>
            <a:pPr marL="628650" lvl="1" indent="-171450">
              <a:buFont typeface="Arial" panose="020B0604020202020204" pitchFamily="34" charset="0"/>
              <a:buChar char="•"/>
            </a:pPr>
            <a:r>
              <a:rPr lang="en-US" b="1" dirty="0"/>
              <a:t>Site Production Environment (SPE).  </a:t>
            </a:r>
            <a:r>
              <a:rPr lang="en-US" b="0" dirty="0"/>
              <a:t>This is often a logical portion of the second site, where restored VMs that have been validated can run as production until the recovered VMs are replicated back to the primary site.</a:t>
            </a:r>
          </a:p>
          <a:p>
            <a:pPr marL="171450" lvl="0" indent="-171450">
              <a:buFont typeface="Arial" panose="020B0604020202020204" pitchFamily="34" charset="0"/>
              <a:buChar char="•"/>
            </a:pPr>
            <a:r>
              <a:rPr lang="en-US" b="0" dirty="0"/>
              <a:t>Note that in the UI for 9.1, the naming of entities will be as follows:</a:t>
            </a:r>
          </a:p>
          <a:p>
            <a:pPr marL="628650" lvl="1" indent="-171450">
              <a:buFont typeface="Arial" panose="020B0604020202020204" pitchFamily="34" charset="0"/>
              <a:buChar char="•"/>
            </a:pPr>
            <a:r>
              <a:rPr lang="en-US" b="0" dirty="0"/>
              <a:t>Deploying the virtual appliance.  Under the Configure &gt; “Protection and Recovery”</a:t>
            </a:r>
          </a:p>
          <a:p>
            <a:pPr marL="628650" lvl="1" indent="-171450">
              <a:buFont typeface="Arial" panose="020B0604020202020204" pitchFamily="34" charset="0"/>
              <a:buChar char="•"/>
            </a:pPr>
            <a:r>
              <a:rPr lang="en-US" b="0" dirty="0"/>
              <a:t>Configuring the vSAN cluster.  Under Configure &gt; vSAN &gt; Services, references will be “Cyber recovery” when defining what cluster type it is.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For Reference, here is a brief overview of licensing as it relates to protection capabilities. See the appropriate licensing guides for more details.</a:t>
            </a:r>
          </a:p>
          <a:p>
            <a:pPr marL="628650" lvl="1" indent="-171450">
              <a:buFont typeface="Arial" panose="020B0604020202020204" pitchFamily="34" charset="0"/>
              <a:buChar char="•"/>
            </a:pPr>
            <a:r>
              <a:rPr lang="en-US" b="0" dirty="0"/>
              <a:t>VCF licenses.  Includes local protection through vSAN Protection and Recovery (previously known as “vSAN Data Protection.”) </a:t>
            </a:r>
          </a:p>
          <a:p>
            <a:pPr marL="628650" lvl="1" indent="-171450">
              <a:buFont typeface="Arial" panose="020B0604020202020204" pitchFamily="34" charset="0"/>
              <a:buChar char="•"/>
            </a:pPr>
            <a:r>
              <a:rPr lang="en-US" b="0" dirty="0"/>
              <a:t>VCF + SRM license.  Includes local protection, remote replication, and DR orchestration abilities.</a:t>
            </a:r>
          </a:p>
          <a:p>
            <a:pPr marL="628650" lvl="1" indent="-171450">
              <a:buFont typeface="Arial" panose="020B0604020202020204" pitchFamily="34" charset="0"/>
              <a:buChar char="•"/>
            </a:pPr>
            <a:r>
              <a:rPr lang="en-US" b="0" dirty="0"/>
              <a:t>VCF + ACC.  Includes local protection, DR orchestration that comes with SRM, and full cyber recovery capabilities.</a:t>
            </a:r>
          </a:p>
          <a:p>
            <a:pPr marL="171450" lvl="0" indent="-171450">
              <a:buFont typeface="Arial" panose="020B0604020202020204" pitchFamily="34" charset="0"/>
              <a:buChar char="•"/>
            </a:pPr>
            <a:r>
              <a:rPr lang="en-US" b="0" dirty="0"/>
              <a:t>Note the following naming changes that are now a part of the UI.</a:t>
            </a:r>
          </a:p>
          <a:p>
            <a:pPr marL="628650" lvl="1" indent="-171450">
              <a:buFont typeface="Arial" panose="020B0604020202020204" pitchFamily="34" charset="0"/>
              <a:buChar char="•"/>
            </a:pPr>
            <a:r>
              <a:rPr lang="en-US" b="0" dirty="0"/>
              <a:t>“vSAN Protection and Recovery” replaces “vSAN Data Protection”</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“vSAN snapshots” and “vSAN replication” can still be used as descriptors.</a:t>
            </a:r>
          </a:p>
          <a:p>
            <a:pPr marL="628650" lvl="1" indent="-171450">
              <a:buFont typeface="Arial" panose="020B0604020202020204" pitchFamily="34" charset="0"/>
              <a:buChar char="•"/>
            </a:pPr>
            <a:r>
              <a:rPr lang="en-US" b="0" dirty="0"/>
              <a:t>“</a:t>
            </a:r>
            <a:r>
              <a:rPr lang="en-US" b="0" dirty="0" err="1"/>
              <a:t>SnapManager</a:t>
            </a:r>
            <a:r>
              <a:rPr lang="en-US" b="0" dirty="0"/>
              <a:t>” is not longer a part of the </a:t>
            </a:r>
            <a:r>
              <a:rPr lang="en-US" b="0" dirty="0" err="1"/>
              <a:t>the</a:t>
            </a:r>
            <a:r>
              <a:rPr lang="en-US" b="0" dirty="0"/>
              <a:t> configuration process.</a:t>
            </a:r>
          </a:p>
          <a:p>
            <a:pPr marL="628650" lvl="1" indent="-171450">
              <a:buFont typeface="Arial" panose="020B0604020202020204" pitchFamily="34" charset="0"/>
              <a:buChar char="•"/>
            </a:pPr>
            <a:r>
              <a:rPr lang="en-US" b="0" dirty="0"/>
              <a:t>“Cyber Recovery” is noted for clusters configured in vSAN Services for this purpose.</a:t>
            </a:r>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This functionality assumes the use of VCF 9.1 at the clean room/recovery location.  </a:t>
            </a:r>
            <a:r>
              <a:rPr lang="en-US" b="1" u="none" dirty="0"/>
              <a:t>The source location can be vSAN 8 U3 or newer.</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Cyber compliance in VCF can now be achieved with total independence from cloud providers through the use of customer owned and managed clean rooms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p:txBody>
      </p:sp>
      <p:sp>
        <p:nvSpPr>
          <p:cNvPr id="4" name="Slide Number Placeholder 3">
            <a:extLst>
              <a:ext uri="{FF2B5EF4-FFF2-40B4-BE49-F238E27FC236}">
                <a16:creationId xmlns:a16="http://schemas.microsoft.com/office/drawing/2014/main" id="{AF4DF291-0390-E3B7-BE86-1FBE925BF094}"/>
              </a:ext>
            </a:extLst>
          </p:cNvPr>
          <p:cNvSpPr>
            <a:spLocks noGrp="1"/>
          </p:cNvSpPr>
          <p:nvPr>
            <p:ph type="sldNum" sz="quarter" idx="5"/>
          </p:nvPr>
        </p:nvSpPr>
        <p:spPr/>
        <p:txBody>
          <a:bodyPr/>
          <a:lstStyle/>
          <a:p>
            <a:fld id="{9F4FBC3A-A12C-40F9-BB8D-BC30C7901396}" type="slidenum">
              <a:rPr lang="en-US" smtClean="0"/>
              <a:pPr/>
              <a:t>20</a:t>
            </a:fld>
            <a:endParaRPr lang="en-US" dirty="0"/>
          </a:p>
        </p:txBody>
      </p:sp>
    </p:spTree>
    <p:extLst>
      <p:ext uri="{BB962C8B-B14F-4D97-AF65-F5344CB8AC3E}">
        <p14:creationId xmlns:p14="http://schemas.microsoft.com/office/powerpoint/2010/main" val="211218319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EC2C3A-8D53-B584-56D2-6BC98ED6AE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B8BCE38-CF1F-881E-82E5-9F165FD2169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3BE54B1A-E203-2C14-F0CB-3FC82B600F6D}"/>
              </a:ext>
            </a:extLst>
          </p:cNvPr>
          <p:cNvSpPr>
            <a:spLocks noGrp="1"/>
          </p:cNvSpPr>
          <p:nvPr>
            <p:ph type="body" idx="1"/>
          </p:nvPr>
        </p:nvSpPr>
        <p:spPr/>
        <p:txBody>
          <a:bodyPr>
            <a:normAutofit fontScale="40000" lnSpcReduction="20000"/>
          </a:bodyPr>
          <a:lstStyle/>
          <a:p>
            <a:r>
              <a:rPr lang="en-US" sz="1200" b="1" dirty="0"/>
              <a:t>Key Message/Talk track:</a:t>
            </a:r>
          </a:p>
          <a:p>
            <a:r>
              <a:rPr lang="en-US" b="0" dirty="0"/>
              <a:t>vSAN Protection and Recovery (previously known as “vSAN Data Protection”) in VCF 9.1 introduces a trio of new capabilities that make data protection easier to use and more effective.  First, we’ve adopted a new retention schedule framework that allows for much longer and much more useful snapshot retention periods.  Next, we’ve introduced the support of using tags to assign VMs to protection groups.  And lastly, we now provide a way for you to manually seed a replica target location manually using seed files, which can be extremely useful for large or bandwidth constrained environments.  </a:t>
            </a:r>
            <a:r>
              <a:rPr lang="en-US" b="1" dirty="0"/>
              <a:t>These improvements elevate the protection capabilities so VCF administrators can protect their VMs at scale, with confidence.</a:t>
            </a:r>
          </a:p>
          <a:p>
            <a:r>
              <a:rPr lang="en-US" sz="1200" dirty="0"/>
              <a:t>----------------------------------</a:t>
            </a:r>
          </a:p>
          <a:p>
            <a:r>
              <a:rPr lang="en-US" sz="1200" b="1" dirty="0"/>
              <a:t>Overview:</a:t>
            </a:r>
          </a:p>
          <a:p>
            <a:pPr marL="171450" indent="-171450">
              <a:buFont typeface="Arial" panose="020B0604020202020204" pitchFamily="34" charset="0"/>
              <a:buChar char="•"/>
            </a:pPr>
            <a:r>
              <a:rPr lang="en-US" b="1" dirty="0">
                <a:solidFill>
                  <a:schemeClr val="tx1"/>
                </a:solidFill>
              </a:rPr>
              <a:t>TBD</a:t>
            </a:r>
            <a:endParaRPr lang="en-US" dirty="0"/>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vSAN Protection and Recovery (previously known as “vSAN Data Protection”) has been extremely well received by VCF customers.  But many of these customers have highlighted a few nice-to-have capabilities, such as more flexibility with retention schedules, tag-based memberships of VMs in protection groups, and the manual seeding of initial VM replicas.  </a:t>
            </a:r>
          </a:p>
          <a:p>
            <a:pPr marL="171450" indent="-171450">
              <a:buFont typeface="Arial" panose="020B0604020202020204" pitchFamily="34" charset="0"/>
              <a:buChar char="•"/>
            </a:pPr>
            <a:r>
              <a:rPr lang="en-US" b="0" dirty="0"/>
              <a:t>vSAN in VCF 9.1 addresses these three specific requests we’ve had from customers and are detailed below.</a:t>
            </a:r>
          </a:p>
          <a:p>
            <a:pPr marL="171450" indent="-171450">
              <a:buFont typeface="Arial" panose="020B0604020202020204" pitchFamily="34" charset="0"/>
              <a:buChar char="•"/>
            </a:pPr>
            <a:endParaRPr lang="en-US" b="0" dirty="0"/>
          </a:p>
          <a:p>
            <a:pPr marL="0" indent="0">
              <a:buFont typeface="Arial" panose="020B0604020202020204" pitchFamily="34" charset="0"/>
              <a:buNone/>
            </a:pPr>
            <a:r>
              <a:rPr lang="en-US" b="0" u="sng" dirty="0"/>
              <a:t>Multiple retention schedules for snapshots using Protection and Recovery</a:t>
            </a:r>
          </a:p>
          <a:p>
            <a:pPr marL="171450" indent="-171450">
              <a:buFont typeface="Arial" panose="020B0604020202020204" pitchFamily="34" charset="0"/>
              <a:buChar char="•"/>
            </a:pPr>
            <a:r>
              <a:rPr lang="en-US" b="0" dirty="0"/>
              <a:t>Snapshot scheduling in vSAN Data Protection has been enhanced to better accommodate typical protection and retention requirements for organizations.  The retention periods in vSAN Data Protection now uses a hierarchical or tiered retention schedule.  Sometimes known as “grandfather, father son” or GFS, this allows a user to configure the schedule for distinct cycles, such as daily (son), weekly (father), and monthly (grandfather).  This more sophisticated approach greatly improves on many of the shortcomings of simple, but limited first-in-first-out (FIFO) approaches.  Users will find it will provide a much more useful recovery depth in terms of snapshot retention.</a:t>
            </a:r>
          </a:p>
          <a:p>
            <a:pPr marL="171450" indent="-171450">
              <a:buFont typeface="Arial" panose="020B0604020202020204" pitchFamily="34" charset="0"/>
              <a:buChar char="•"/>
            </a:pPr>
            <a:r>
              <a:rPr lang="en-US" b="0" dirty="0"/>
              <a:t>While this approach is sometimes referred to as the acronym of “GFS” it may have more than three tiers.  For example, retention periods can mean 1.) hourly, 2.) daily, 3.) weekly, 4.) monthly.  This is why referring to it as a “tiered retention schedule” or “hierarchical retention schedule” may be a bit more accurate and descriptive.</a:t>
            </a:r>
          </a:p>
          <a:p>
            <a:pPr marL="171450" indent="-171450">
              <a:buFont typeface="Arial" panose="020B0604020202020204" pitchFamily="34" charset="0"/>
              <a:buChar char="•"/>
            </a:pPr>
            <a:r>
              <a:rPr lang="en-US" b="0" dirty="0"/>
              <a:t>When vSAN Data Protection determines that a protection group snapshot is a GFS snapshot, the expiration time (retention time) of a snapshot is the maximum retention time of any one of the tiered settings. (hourly, daily, weekly, monthly.)  Yearly retention periods are not a part of this capability at this time.</a:t>
            </a:r>
          </a:p>
          <a:p>
            <a:pPr marL="171450" indent="-171450">
              <a:buFont typeface="Arial" panose="020B0604020202020204" pitchFamily="34" charset="0"/>
              <a:buChar char="•"/>
            </a:pPr>
            <a:r>
              <a:rPr lang="en-US" b="0" dirty="0"/>
              <a:t>When creating a protection group, the new GFS framework will provide a number representing the total snapshots retained for the retention schedule.</a:t>
            </a:r>
          </a:p>
          <a:p>
            <a:pPr marL="171450" indent="-171450">
              <a:buFont typeface="Arial" panose="020B0604020202020204" pitchFamily="34" charset="0"/>
              <a:buChar char="•"/>
            </a:pPr>
            <a:r>
              <a:rPr lang="en-US" b="0" dirty="0"/>
              <a:t>When creating a protection, a user will be presented with new options at the point of configuring RPO and retention.  There will be four quick selection templates at the top of the view, with the ability for an administrator to customize any of the settings after a template is selected:</a:t>
            </a:r>
          </a:p>
          <a:p>
            <a:pPr marL="628650" lvl="1" indent="-171450">
              <a:buFont typeface="Arial" panose="020B0604020202020204" pitchFamily="34" charset="0"/>
              <a:buChar char="•"/>
            </a:pPr>
            <a:r>
              <a:rPr lang="en-US" b="1" dirty="0"/>
              <a:t>Default.  </a:t>
            </a:r>
            <a:r>
              <a:rPr lang="en-US" b="0" dirty="0"/>
              <a:t>Will automatically select an RPO of 1 hour, keeping the last 12 snapshots, while keeping daily snapshots for 2 weeks.  Estimated snapshot count:  26</a:t>
            </a:r>
          </a:p>
          <a:p>
            <a:pPr marL="628650" lvl="1" indent="-171450">
              <a:buFont typeface="Arial" panose="020B0604020202020204" pitchFamily="34" charset="0"/>
              <a:buChar char="•"/>
            </a:pPr>
            <a:r>
              <a:rPr lang="en-US" b="1" dirty="0"/>
              <a:t>Ransomware recovery.  </a:t>
            </a:r>
            <a:r>
              <a:rPr lang="en-US" b="0" dirty="0"/>
              <a:t>Will automatically select an RPO of 1 hour, keeping the last 1 snapshot, while keeping hourly snapshots for 1 day, daily snapshots for 1 week, weekly snapshots for 1 month, and monthly snapshots for 6 months.</a:t>
            </a:r>
          </a:p>
          <a:p>
            <a:pPr marL="628650" lvl="1" indent="-171450">
              <a:buFont typeface="Arial" panose="020B0604020202020204" pitchFamily="34" charset="0"/>
              <a:buChar char="•"/>
            </a:pPr>
            <a:r>
              <a:rPr lang="en-US" b="1" dirty="0"/>
              <a:t>Short-term retention.  </a:t>
            </a:r>
            <a:r>
              <a:rPr lang="en-US" b="0" dirty="0"/>
              <a:t>Will automatically select an RPO of 1 hour, keeping the last 1 snapshot, while keeping hourly snapshots for 1 day, keeping daily snapshots for 1 week, and keeping weekly snapshots for 1 month.</a:t>
            </a:r>
          </a:p>
          <a:p>
            <a:pPr marL="628650" lvl="1" indent="-171450">
              <a:buFont typeface="Arial" panose="020B0604020202020204" pitchFamily="34" charset="0"/>
              <a:buChar char="•"/>
            </a:pPr>
            <a:r>
              <a:rPr lang="en-US" b="1" dirty="0"/>
              <a:t>Disaster recovery.  </a:t>
            </a:r>
            <a:r>
              <a:rPr lang="en-US" b="0" dirty="0"/>
              <a:t>TBD</a:t>
            </a:r>
          </a:p>
          <a:p>
            <a:pPr marL="0" indent="0">
              <a:buFont typeface="Arial" panose="020B0604020202020204" pitchFamily="34" charset="0"/>
              <a:buNone/>
            </a:pPr>
            <a:r>
              <a:rPr lang="en-US" b="0" u="sng" dirty="0"/>
              <a:t>Tag-based VM membership for protection groups using vSAN Data Protection</a:t>
            </a:r>
          </a:p>
          <a:p>
            <a:pPr marL="171450" indent="-171450">
              <a:buFont typeface="Arial" panose="020B0604020202020204" pitchFamily="34" charset="0"/>
              <a:buChar char="•"/>
            </a:pPr>
            <a:r>
              <a:rPr lang="en-US" b="0" dirty="0"/>
              <a:t>Tags are typically a way to assign an attribute to an entity so that entities with the same tag can be grouped or referred to in an easy manner.  vSAN Data Protection in VCF 9.1 has been enhanced to work with tags.  VMs can now be assigned to protection groups using their static names, a dynamic name using wild cards, or now, through tags. Any new VMs that have the associated tag assignment will be protected.</a:t>
            </a:r>
          </a:p>
          <a:p>
            <a:pPr marL="171450" indent="-171450">
              <a:buFont typeface="Arial" panose="020B0604020202020204" pitchFamily="34" charset="0"/>
              <a:buChar char="•"/>
            </a:pPr>
            <a:r>
              <a:rPr lang="en-US" b="0" dirty="0"/>
              <a:t>When creating a protection group, a user can select one or more tags.  These protection groups can be edited at a later time, where tags are added or removed, and the VM membership list for that protection group will be updated accordingly.</a:t>
            </a:r>
          </a:p>
          <a:p>
            <a:pPr marL="171450" indent="-171450">
              <a:buFont typeface="Arial" panose="020B0604020202020204" pitchFamily="34" charset="0"/>
              <a:buChar char="•"/>
            </a:pPr>
            <a:r>
              <a:rPr lang="en-US" b="0" dirty="0"/>
              <a:t>Protection groups can consist of VMs added manually, dynamically, and with tags.</a:t>
            </a:r>
          </a:p>
          <a:p>
            <a:pPr marL="171450" indent="-171450">
              <a:buFont typeface="Arial" panose="020B0604020202020204" pitchFamily="34" charset="0"/>
              <a:buChar char="•"/>
            </a:pPr>
            <a:r>
              <a:rPr lang="en-US" b="0" dirty="0"/>
              <a:t>When creating a protection group, one can select a given tag, and will have the choice of “match any of the tags” or “match all tags.”</a:t>
            </a:r>
          </a:p>
          <a:p>
            <a:pPr marL="171450" indent="-171450">
              <a:buFont typeface="Arial" panose="020B0604020202020204" pitchFamily="34" charset="0"/>
              <a:buChar char="•"/>
            </a:pPr>
            <a:r>
              <a:rPr lang="en-US" b="0" dirty="0"/>
              <a:t>Note that if a VM is reverted (restored from a previous snapshot), the tags remain attached after this operation.  However, if a VM is restored because it is no longer in inventory, the restored VM will not have any tags, as this process creates a new VM object in the inventory.  This is consistent with how protection groups work with restoring a VM deleted from inventory, where the restored VM is not a part of the protection group.</a:t>
            </a:r>
          </a:p>
          <a:p>
            <a:pPr marL="0" indent="0">
              <a:buFont typeface="Arial" panose="020B0604020202020204" pitchFamily="34" charset="0"/>
              <a:buNone/>
            </a:pPr>
            <a:endParaRPr lang="en-US" b="0" dirty="0"/>
          </a:p>
          <a:p>
            <a:pPr marL="0" indent="0">
              <a:buFont typeface="Arial" panose="020B0604020202020204" pitchFamily="34" charset="0"/>
              <a:buNone/>
            </a:pPr>
            <a:r>
              <a:rPr lang="en-US" b="0" u="sng" dirty="0"/>
              <a:t>Manual seeding of initial replica for vSAN with replication</a:t>
            </a:r>
          </a:p>
          <a:p>
            <a:pPr marL="171450" indent="-171450">
              <a:buFont typeface="Arial" panose="020B0604020202020204" pitchFamily="34" charset="0"/>
              <a:buChar char="•"/>
            </a:pPr>
            <a:r>
              <a:rPr lang="en-US" b="0" dirty="0"/>
              <a:t>vSAN in VCF 9.1 provides additional options when seeding the initial replica data to a target site.  While customers can continue to seed replicas using the UI, an additional manual option for seeding is available.  For large amounts of data, or bandwidth constrained environments, this offers the ability to bypass the traditional transport between sites, and upload the data manually to a site to act as the seed.  Depending on circumstances, manual seeding may result in faster initial replication, and reduced consumption of bandwidth.</a:t>
            </a:r>
          </a:p>
          <a:p>
            <a:pPr marL="171450" indent="-171450">
              <a:buFont typeface="Arial" panose="020B0604020202020204" pitchFamily="34" charset="0"/>
              <a:buChar char="•"/>
            </a:pPr>
            <a:r>
              <a:rPr lang="en-US" b="0" dirty="0"/>
              <a:t>Manual seeding is achieved when creating the protection group.  The workflow will provide an option to “configure replica seeding”</a:t>
            </a:r>
          </a:p>
          <a:p>
            <a:pPr marL="628650" lvl="1" indent="-171450">
              <a:buFont typeface="Arial" panose="020B0604020202020204" pitchFamily="34" charset="0"/>
              <a:buChar char="•"/>
            </a:pPr>
            <a:r>
              <a:rPr lang="en-US" b="0" dirty="0"/>
              <a:t>One can select individual VMs or all VMs</a:t>
            </a:r>
          </a:p>
          <a:p>
            <a:pPr marL="628650" lvl="1" indent="-171450">
              <a:buFont typeface="Arial" panose="020B0604020202020204" pitchFamily="34" charset="0"/>
              <a:buChar char="•"/>
            </a:pPr>
            <a:r>
              <a:rPr lang="en-US" b="0" dirty="0"/>
              <a:t>A slider/toggle will be available that allows one to “enable replica seeding by default” which will be applied for new VMs when they are added to the protection group.</a:t>
            </a:r>
          </a:p>
          <a:p>
            <a:pPr marL="171450" indent="-171450">
              <a:buFont typeface="Arial" panose="020B0604020202020204" pitchFamily="34" charset="0"/>
              <a:buChar char="•"/>
            </a:pPr>
            <a:r>
              <a:rPr lang="en-US" b="0" dirty="0"/>
              <a:t>Once the initial manual seed at the target site has been completed, a differential replication occurs to update the data with any changed data at the source site.</a:t>
            </a:r>
          </a:p>
          <a:p>
            <a:pPr marL="171450" indent="-171450">
              <a:buFont typeface="Arial" panose="020B0604020202020204" pitchFamily="34" charset="0"/>
              <a:buChar char="•"/>
            </a:pPr>
            <a:r>
              <a:rPr lang="en-US" b="0" dirty="0"/>
              <a:t>Manual seeding does not have to be an “all or nothing” approach, as it can be achieved at the protection group level.</a:t>
            </a:r>
          </a:p>
          <a:p>
            <a:pPr marL="171450" indent="-171450">
              <a:buFont typeface="Arial" panose="020B0604020202020204" pitchFamily="34" charset="0"/>
              <a:buChar char="•"/>
            </a:pPr>
            <a:r>
              <a:rPr lang="en-US" b="0" dirty="0"/>
              <a:t>Additional health checks have been added to help highlight failed manual seeding, and other issues.</a:t>
            </a:r>
          </a:p>
          <a:p>
            <a:pPr marL="171450" indent="-171450">
              <a:buFont typeface="Arial" panose="020B0604020202020204" pitchFamily="34" charset="0"/>
              <a:buChar char="•"/>
            </a:pPr>
            <a:r>
              <a:rPr lang="en-US" b="0" dirty="0"/>
              <a:t>Existing vSphere Replication customers who now would like to use vSAN DP for remote replications can leverage existing replicas (seeds) to avoid full sync</a:t>
            </a:r>
          </a:p>
          <a:p>
            <a:pPr marL="171450" indent="-171450">
              <a:buFont typeface="Arial" panose="020B0604020202020204" pitchFamily="34" charset="0"/>
              <a:buChar char="•"/>
            </a:pPr>
            <a:r>
              <a:rPr lang="en-US" b="0" dirty="0"/>
              <a:t>Customers who are migrating their target site can use existing replicas (seeds) for the new replications configured without full sync</a:t>
            </a:r>
          </a:p>
          <a:p>
            <a:pPr marL="171450" indent="-171450">
              <a:buFont typeface="Arial" panose="020B0604020202020204" pitchFamily="34" charset="0"/>
              <a:buChar char="•"/>
            </a:pPr>
            <a:endParaRPr lang="en-US" b="0" dirty="0"/>
          </a:p>
          <a:p>
            <a:pPr marL="0" indent="0">
              <a:buFont typeface="Arial" panose="020B0604020202020204" pitchFamily="34" charset="0"/>
              <a:buNone/>
            </a:pPr>
            <a:r>
              <a:rPr lang="en-US" b="0" dirty="0"/>
              <a:t>Other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For Reference, here is a brief overview of licensing as it relates to protection capabilities. See the appropriate licensing guides for more details.</a:t>
            </a:r>
          </a:p>
          <a:p>
            <a:pPr marL="628650" lvl="1" indent="-171450">
              <a:buFont typeface="Arial" panose="020B0604020202020204" pitchFamily="34" charset="0"/>
              <a:buChar char="•"/>
            </a:pPr>
            <a:r>
              <a:rPr lang="en-US" b="0" dirty="0"/>
              <a:t>VCF licenses.  Includes local protection through vSAN Protection and Recovery (previously known as “vSAN Data Protection.”) </a:t>
            </a:r>
          </a:p>
          <a:p>
            <a:pPr marL="628650" lvl="1" indent="-171450">
              <a:buFont typeface="Arial" panose="020B0604020202020204" pitchFamily="34" charset="0"/>
              <a:buChar char="•"/>
            </a:pPr>
            <a:r>
              <a:rPr lang="en-US" b="0" dirty="0"/>
              <a:t>VCF + SRM license.  Includes local protection, remote replication, and DR orchestration abilities.</a:t>
            </a:r>
          </a:p>
          <a:p>
            <a:pPr marL="628650" lvl="1" indent="-171450">
              <a:buFont typeface="Arial" panose="020B0604020202020204" pitchFamily="34" charset="0"/>
              <a:buChar char="•"/>
            </a:pPr>
            <a:r>
              <a:rPr lang="en-US" b="0" dirty="0"/>
              <a:t>VCF + ACC.  Includes local protection, DR orchestration that comes with SRM, and full cyber recovery capabilities.</a:t>
            </a:r>
          </a:p>
          <a:p>
            <a:pPr marL="171450" lvl="0" indent="-171450">
              <a:buFont typeface="Arial" panose="020B0604020202020204" pitchFamily="34" charset="0"/>
              <a:buChar char="•"/>
            </a:pPr>
            <a:r>
              <a:rPr lang="en-US" b="0" dirty="0"/>
              <a:t>Note the following naming changes that are now a part of the UI.</a:t>
            </a:r>
          </a:p>
          <a:p>
            <a:pPr marL="628650" lvl="1" indent="-171450">
              <a:buFont typeface="Arial" panose="020B0604020202020204" pitchFamily="34" charset="0"/>
              <a:buChar char="•"/>
            </a:pPr>
            <a:r>
              <a:rPr lang="en-US" b="0" dirty="0"/>
              <a:t>“vSAN Protection and Recovery” replaces “vSAN Data Protection”</a:t>
            </a:r>
          </a:p>
          <a:p>
            <a:pPr marL="628650" lvl="1" indent="-171450">
              <a:buFont typeface="Arial" panose="020B0604020202020204" pitchFamily="34" charset="0"/>
              <a:buChar char="•"/>
            </a:pPr>
            <a:r>
              <a:rPr lang="en-US" b="0" dirty="0"/>
              <a:t>“</a:t>
            </a:r>
            <a:r>
              <a:rPr lang="en-US" b="0" dirty="0" err="1"/>
              <a:t>SnapManager</a:t>
            </a:r>
            <a:r>
              <a:rPr lang="en-US" b="0" dirty="0"/>
              <a:t>” is not longer a part of the </a:t>
            </a:r>
            <a:r>
              <a:rPr lang="en-US" b="0" dirty="0" err="1"/>
              <a:t>the</a:t>
            </a:r>
            <a:r>
              <a:rPr lang="en-US" b="0" dirty="0"/>
              <a:t> configuration process.</a:t>
            </a:r>
          </a:p>
          <a:p>
            <a:pPr marL="628650" lvl="1" indent="-171450">
              <a:buFont typeface="Arial" panose="020B0604020202020204" pitchFamily="34" charset="0"/>
              <a:buChar char="•"/>
            </a:pPr>
            <a:r>
              <a:rPr lang="en-US" b="0" dirty="0"/>
              <a:t>“Cyber Recovery” is noted for clusters configured in vSAN Services for this purpose.</a:t>
            </a:r>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Assumes the use of vSAN for VCF 9.1</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This trio of enhancements helps bring data protection capabilities to environments large and small, improving its functionality and ease of use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endParaRPr lang="en-US" dirty="0"/>
          </a:p>
        </p:txBody>
      </p:sp>
      <p:sp>
        <p:nvSpPr>
          <p:cNvPr id="4" name="Slide Number Placeholder 3">
            <a:extLst>
              <a:ext uri="{FF2B5EF4-FFF2-40B4-BE49-F238E27FC236}">
                <a16:creationId xmlns:a16="http://schemas.microsoft.com/office/drawing/2014/main" id="{9A57ACC3-DE4B-5AF1-BC5F-6D71C95CDE18}"/>
              </a:ext>
            </a:extLst>
          </p:cNvPr>
          <p:cNvSpPr>
            <a:spLocks noGrp="1"/>
          </p:cNvSpPr>
          <p:nvPr>
            <p:ph type="sldNum" sz="quarter" idx="5"/>
          </p:nvPr>
        </p:nvSpPr>
        <p:spPr/>
        <p:txBody>
          <a:bodyPr/>
          <a:lstStyle/>
          <a:p>
            <a:fld id="{9F4FBC3A-A12C-40F9-BB8D-BC30C7901396}" type="slidenum">
              <a:rPr lang="en-US" smtClean="0"/>
              <a:pPr/>
              <a:t>21</a:t>
            </a:fld>
            <a:endParaRPr lang="en-US" dirty="0"/>
          </a:p>
        </p:txBody>
      </p:sp>
    </p:spTree>
    <p:extLst>
      <p:ext uri="{BB962C8B-B14F-4D97-AF65-F5344CB8AC3E}">
        <p14:creationId xmlns:p14="http://schemas.microsoft.com/office/powerpoint/2010/main" val="392158223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03976" rtl="0" eaLnBrk="1" fontAlgn="auto" latinLnBrk="0" hangingPunct="1">
              <a:lnSpc>
                <a:spcPct val="100000"/>
              </a:lnSpc>
              <a:spcBef>
                <a:spcPts val="0"/>
              </a:spcBef>
              <a:spcAft>
                <a:spcPts val="0"/>
              </a:spcAft>
              <a:buClrTx/>
              <a:buSzTx/>
              <a:buFontTx/>
              <a:buNone/>
              <a:tabLst/>
              <a:defRPr/>
            </a:pPr>
            <a:r>
              <a:rPr lang="en-US" sz="1200" b="1" dirty="0"/>
              <a:t>Key Message/Talk track:</a:t>
            </a:r>
          </a:p>
          <a:p>
            <a:pPr defTabSz="903976">
              <a:defRPr/>
            </a:pPr>
            <a:r>
              <a:rPr lang="en-US" dirty="0"/>
              <a:t>vSAN has not only improved some of its core capabilities, but has also made it easier to operate.  Let's take a look at what has improved.</a:t>
            </a:r>
          </a:p>
        </p:txBody>
      </p:sp>
      <p:sp>
        <p:nvSpPr>
          <p:cNvPr id="4" name="Slide Number Placeholder 3"/>
          <p:cNvSpPr>
            <a:spLocks noGrp="1"/>
          </p:cNvSpPr>
          <p:nvPr>
            <p:ph type="sldNum" sz="quarter" idx="5"/>
          </p:nvPr>
        </p:nvSpPr>
        <p:spPr/>
        <p:txBody>
          <a:bodyPr/>
          <a:lstStyle/>
          <a:p>
            <a:fld id="{9F4FBC3A-A12C-40F9-BB8D-BC30C7901396}" type="slidenum">
              <a:rPr lang="en-US" smtClean="0"/>
              <a:pPr/>
              <a:t>22</a:t>
            </a:fld>
            <a:endParaRPr lang="en-US" dirty="0"/>
          </a:p>
        </p:txBody>
      </p:sp>
    </p:spTree>
    <p:extLst>
      <p:ext uri="{BB962C8B-B14F-4D97-AF65-F5344CB8AC3E}">
        <p14:creationId xmlns:p14="http://schemas.microsoft.com/office/powerpoint/2010/main" val="393834905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normAutofit fontScale="25000" lnSpcReduction="20000"/>
          </a:bodyPr>
          <a:lstStyle/>
          <a:p>
            <a:r>
              <a:rPr lang="en-US" sz="1200" b="1" dirty="0"/>
              <a:t>Key Message/Talk track:</a:t>
            </a:r>
            <a:endParaRPr lang="en-US" sz="1200" b="0" dirty="0"/>
          </a:p>
          <a:p>
            <a:r>
              <a:rPr lang="en-US" sz="1200" b="0" dirty="0"/>
              <a:t>What if vSAN had the ability to dynamically detect and set the highest levels of resilience based on the characteristics of the cluster?  Wonder no more, as vSAN in VCF 9.1 introduces Auto-RAID.  With Auto-RAID, you no longer need to worry about which resilience setting you should be using for your vSAN clusters.  vSAN will automatically manage the resilience for data residing in a cluster, regardless of the size or type of vSAN cluster.  Unlike previous efforts in the past to simplify resilience settings, vSAN Auto-RAID will only create a single policy within vCenter server, even though each one of your vSAN clusters may require different resilience settings.  Storage policy settings such as IOPS limits and object space reservations still exist and can be set if desired, but all resilience settings will be automatically set and enforced by the cluster.  </a:t>
            </a:r>
            <a:r>
              <a:rPr lang="en-US" sz="1200" b="1" dirty="0"/>
              <a:t>Auto-RAID truly brings automated resilience to vSAN and sets the stage for other features included in vSAN for VCF 9.1.</a:t>
            </a:r>
          </a:p>
          <a:p>
            <a:r>
              <a:rPr lang="en-US" sz="1200" dirty="0"/>
              <a:t>----------------------------------</a:t>
            </a:r>
          </a:p>
          <a:p>
            <a:r>
              <a:rPr lang="en-US" sz="1200" b="1" dirty="0"/>
              <a:t>Overview:</a:t>
            </a:r>
          </a:p>
          <a:p>
            <a:pPr marL="171450" indent="-171450">
              <a:buFont typeface="Arial" panose="020B0604020202020204" pitchFamily="34" charset="0"/>
              <a:buChar char="•"/>
            </a:pPr>
            <a:r>
              <a:rPr lang="en-US" b="1" dirty="0"/>
              <a:t>Automatically</a:t>
            </a:r>
            <a:r>
              <a:rPr lang="en-US" dirty="0"/>
              <a:t> manages </a:t>
            </a:r>
            <a:r>
              <a:rPr lang="en-US" b="1" dirty="0"/>
              <a:t>optimal resilience settings </a:t>
            </a:r>
            <a:r>
              <a:rPr lang="en-US" dirty="0"/>
              <a:t>for data in cluster</a:t>
            </a:r>
          </a:p>
          <a:p>
            <a:pPr marL="171450" indent="-171450">
              <a:buFont typeface="Arial" panose="020B0604020202020204" pitchFamily="34" charset="0"/>
              <a:buChar char="•"/>
            </a:pPr>
            <a:r>
              <a:rPr lang="en-US" dirty="0"/>
              <a:t>Applies and </a:t>
            </a:r>
            <a:r>
              <a:rPr lang="en-US" b="1" dirty="0"/>
              <a:t>enforces storage policy resilience settings across the datastore</a:t>
            </a:r>
            <a:endParaRPr lang="en-US" dirty="0"/>
          </a:p>
          <a:p>
            <a:pPr marL="171450" indent="-171450">
              <a:buFont typeface="Arial" panose="020B0604020202020204" pitchFamily="34" charset="0"/>
              <a:buChar char="•"/>
            </a:pPr>
            <a:r>
              <a:rPr lang="en-US" dirty="0"/>
              <a:t>Single “</a:t>
            </a:r>
            <a:r>
              <a:rPr lang="es-ES" b="1" dirty="0"/>
              <a:t>vSAN ESA Auto RAID Policy” </a:t>
            </a:r>
            <a:r>
              <a:rPr lang="en-US" dirty="0"/>
              <a:t>in vCenter can apply to many clusters with different characteristics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Dynamic adjustment </a:t>
            </a:r>
            <a:r>
              <a:rPr lang="en-US" dirty="0"/>
              <a:t>as cluster size changes for optimal resilience</a:t>
            </a:r>
          </a:p>
          <a:p>
            <a:pPr marL="171450" indent="-171450">
              <a:buFont typeface="Arial" panose="020B0604020202020204" pitchFamily="34" charset="0"/>
              <a:buChar char="•"/>
            </a:pPr>
            <a:r>
              <a:rPr lang="en-US" b="1" dirty="0"/>
              <a:t>Reduces management effort </a:t>
            </a:r>
            <a:r>
              <a:rPr lang="en-US" dirty="0"/>
              <a:t>and simplifies capacity/overhead estimations</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Storage policies in vSAN were primarily designed to allow administrator to define outcomes and easily apply them to VMs.  Policy rules included the ability to define levels of resilience, data placement types (such as RAID-1 and RAID-5/6), and other settings for their workloads.  While flexible, storage policies often left customers wondering what was the best storage policy to set for their cluster.  With vSAN ESA, customers found less need to have a variety of storage policies, as ESA can deliver the same level of performance using RAID-5/6 erasure coding as RAID-1 mirroring.  vSAN 8 U1 introduced the “Auto-Policy Management” feature as an iterative step to make policy management easier.  While it was a step in the right direction, it was more of a recommendation engine built around a classic approach to storage policies.  It has limits in its ability to provide an experience that is simple, flexible, and intuitive.</a:t>
            </a:r>
          </a:p>
          <a:p>
            <a:pPr marL="171450" indent="-171450">
              <a:buFont typeface="Arial" panose="020B0604020202020204" pitchFamily="34" charset="0"/>
              <a:buChar char="•"/>
            </a:pPr>
            <a:r>
              <a:rPr lang="en-US" b="0" dirty="0"/>
              <a:t>vSAN in VCF 9.1 introduces “Auto-RAID.”  This aims to make administering vSAN easier.  It achieves this in several ways.</a:t>
            </a:r>
          </a:p>
          <a:p>
            <a:pPr marL="628650" lvl="1" indent="-171450">
              <a:buFont typeface="Arial" panose="020B0604020202020204" pitchFamily="34" charset="0"/>
              <a:buChar char="•"/>
            </a:pPr>
            <a:r>
              <a:rPr lang="en-US" b="1" dirty="0"/>
              <a:t>Assuming control over the ideal level of protection.  </a:t>
            </a:r>
            <a:r>
              <a:rPr lang="en-US" b="0" dirty="0"/>
              <a:t>vSAN assumes the responsibility of managing the settings that will yield the highest resilience for the vSAN cluster.  These resilience settings are not held within the Auto-RAID policy itself (stored on vCenter Server) but sensed by the specific vSAN cluster based on its characteristics.</a:t>
            </a:r>
            <a:endParaRPr lang="en-US" b="1" dirty="0"/>
          </a:p>
          <a:p>
            <a:pPr marL="628650" lvl="1" indent="-171450">
              <a:buFont typeface="Arial" panose="020B0604020202020204" pitchFamily="34" charset="0"/>
              <a:buChar char="•"/>
            </a:pPr>
            <a:r>
              <a:rPr lang="en-US" b="1" dirty="0"/>
              <a:t>Automatically accommodates for cluster changes. </a:t>
            </a:r>
            <a:r>
              <a:rPr lang="en-US" b="0" dirty="0"/>
              <a:t> Automatically handle data/object configuration changes as the cluster changes in size to ensure optimal levels of resilience.</a:t>
            </a:r>
          </a:p>
          <a:p>
            <a:pPr marL="628650" lvl="1" indent="-171450">
              <a:buFont typeface="Arial" panose="020B0604020202020204" pitchFamily="34" charset="0"/>
              <a:buChar char="•"/>
            </a:pPr>
            <a:r>
              <a:rPr lang="en-US" b="1" dirty="0"/>
              <a:t>Standardizes on RAID overheads.</a:t>
            </a:r>
            <a:r>
              <a:rPr lang="en-US" b="0" dirty="0"/>
              <a:t>  This ties into other improvements in vSAN for VCF 9.1, including a new “Effective Capacity” calculation, and the rendering of VM-centric capacities instead of raw capacities (to mimic storage array behavior.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In terms of </a:t>
            </a:r>
            <a:r>
              <a:rPr lang="en-US" b="0" u="sng" dirty="0"/>
              <a:t>resilience settings and compliance</a:t>
            </a:r>
            <a:r>
              <a:rPr lang="en-US" b="0" dirty="0"/>
              <a:t>, Auto-RAID can be considered storage policy enforcement at the datastore level, as opposed to the per object level.  </a:t>
            </a:r>
          </a:p>
          <a:p>
            <a:pPr marL="171450" indent="-171450">
              <a:buFont typeface="Arial" panose="020B0604020202020204" pitchFamily="34" charset="0"/>
              <a:buChar char="•"/>
            </a:pPr>
            <a:r>
              <a:rPr lang="en-US" b="0" dirty="0"/>
              <a:t>VCF 9.1 environments will create a “</a:t>
            </a:r>
            <a:r>
              <a:rPr lang="en-US" b="1" dirty="0"/>
              <a:t>vSAN ESA Auto RAID Policy</a:t>
            </a:r>
            <a:r>
              <a:rPr lang="en-US" b="0" dirty="0"/>
              <a:t>” on the managing vCenter Server.  </a:t>
            </a:r>
          </a:p>
          <a:p>
            <a:pPr marL="628650" lvl="1" indent="-171450">
              <a:buFont typeface="Arial" panose="020B0604020202020204" pitchFamily="34" charset="0"/>
              <a:buChar char="•"/>
            </a:pPr>
            <a:r>
              <a:rPr lang="en-US" b="1" dirty="0"/>
              <a:t>New clusters.  </a:t>
            </a:r>
            <a:r>
              <a:rPr lang="en-US" b="0" dirty="0"/>
              <a:t>These clusters will automatically be configured to use Auto-RAID.</a:t>
            </a:r>
          </a:p>
          <a:p>
            <a:pPr marL="628650" lvl="1" indent="-171450">
              <a:buFont typeface="Arial" panose="020B0604020202020204" pitchFamily="34" charset="0"/>
              <a:buChar char="•"/>
            </a:pPr>
            <a:r>
              <a:rPr lang="en-US" b="1" dirty="0"/>
              <a:t>Existing clusters upgraded to 9.1.  </a:t>
            </a:r>
            <a:r>
              <a:rPr lang="en-US" b="0" dirty="0"/>
              <a:t>These clusters will continue to use their previous, self-managed storage policies.  There are multiple ways to deal with this:</a:t>
            </a:r>
          </a:p>
          <a:p>
            <a:pPr marL="1085850" lvl="2" indent="-171450">
              <a:buFont typeface="Arial" panose="020B0604020202020204" pitchFamily="34" charset="0"/>
              <a:buChar char="•"/>
            </a:pPr>
            <a:r>
              <a:rPr lang="en-US" b="1" dirty="0"/>
              <a:t>Change all objects to the “vSAN ESA Auto RAID Policy.”</a:t>
            </a:r>
            <a:r>
              <a:rPr lang="en-US" b="0" dirty="0"/>
              <a:t>  This ensures that all objects using the single policy that prescribes the optimal level of resilience for the cluster.  If they are using “Auto-Policy Management” the administrator will be prompted to update the default storage policy from the old cluster-specific policy to the Auto-RAID policy.</a:t>
            </a:r>
          </a:p>
          <a:p>
            <a:pPr marL="1085850" lvl="2" indent="-171450">
              <a:buFont typeface="Arial" panose="020B0604020202020204" pitchFamily="34" charset="0"/>
              <a:buChar char="•"/>
            </a:pPr>
            <a:r>
              <a:rPr lang="en-US" b="1" dirty="0"/>
              <a:t>Enable “Apply Auto-RAID to all objects.”  </a:t>
            </a:r>
            <a:r>
              <a:rPr lang="en-US" b="0" dirty="0"/>
              <a:t>This is a catch-all mechanism to ensure that all objects are using Auto-RAID regardless of the previous, self-managed storage policies applied.  This helps accommodate legacy workflows and custom policies already in place.  The general recommendation for upgraded clusters is to enable this toggle to ensure the data uses the optimal level of resilience.</a:t>
            </a:r>
            <a:endParaRPr lang="en-US" b="1" dirty="0"/>
          </a:p>
          <a:p>
            <a:pPr marL="171450" lvl="0" indent="-171450">
              <a:buFont typeface="Arial" panose="020B0604020202020204" pitchFamily="34" charset="0"/>
              <a:buChar char="•"/>
            </a:pPr>
            <a:r>
              <a:rPr lang="en-US" b="0" dirty="0"/>
              <a:t>When enabled in brownfield environments, vSAN will throttle existing objects to comply with the Auto-RAID configuration (via either one of the two approaches above).  This will help reduce any significant performance impact from potential reconfigurations.</a:t>
            </a:r>
          </a:p>
          <a:p>
            <a:pPr marL="171450" indent="-171450">
              <a:buFont typeface="Arial" panose="020B0604020202020204" pitchFamily="34" charset="0"/>
              <a:buChar char="•"/>
            </a:pPr>
            <a:r>
              <a:rPr lang="en-US" b="0" dirty="0"/>
              <a:t>Upon highlighting a vSAN cluster, the </a:t>
            </a:r>
            <a:r>
              <a:rPr lang="en-US" b="1" dirty="0"/>
              <a:t>vSAN &gt; Services &gt; Storage</a:t>
            </a:r>
            <a:r>
              <a:rPr lang="en-US" b="0" dirty="0"/>
              <a:t> options will have a new selection related to Auto-RAID:</a:t>
            </a:r>
          </a:p>
          <a:p>
            <a:pPr marL="628650" lvl="1" indent="-171450">
              <a:buFont typeface="Arial" panose="020B0604020202020204" pitchFamily="34" charset="0"/>
              <a:buChar char="•"/>
            </a:pPr>
            <a:r>
              <a:rPr lang="en-US" b="1" dirty="0"/>
              <a:t>Apply Auto-RAID to all objects.  </a:t>
            </a:r>
            <a:r>
              <a:rPr lang="en-US" sz="1200" b="0" i="0" kern="1200" dirty="0">
                <a:solidFill>
                  <a:schemeClr val="tx1"/>
                </a:solidFill>
                <a:effectLst/>
                <a:latin typeface="+mn-lt"/>
                <a:ea typeface="+mn-ea"/>
                <a:cs typeface="+mn-cs"/>
              </a:rPr>
              <a:t>When enabled, this setting overrides the Site disaster tolerance (SDT) and Failures to tolerate (FTT) settings configured in individual object storage policies on this vSAN cluster. When enabled, this forces compliance of all objects on the cluster to use the site disaster tolerance setting and the FTT setting as prescribed in the Auto-RAID policy. </a:t>
            </a:r>
          </a:p>
          <a:p>
            <a:pPr marL="628650" lvl="1" indent="-171450">
              <a:buFont typeface="Arial" panose="020B0604020202020204" pitchFamily="34" charset="0"/>
              <a:buChar char="•"/>
            </a:pPr>
            <a:r>
              <a:rPr lang="en-US" sz="1200" b="1" i="0" kern="1200" dirty="0">
                <a:solidFill>
                  <a:schemeClr val="tx1"/>
                </a:solidFill>
                <a:effectLst/>
                <a:latin typeface="+mn-lt"/>
                <a:ea typeface="+mn-ea"/>
                <a:cs typeface="+mn-cs"/>
              </a:rPr>
              <a:t>Auto-Policy Management.  </a:t>
            </a:r>
            <a:r>
              <a:rPr lang="en-US" sz="1200" b="0" i="0" kern="1200" dirty="0">
                <a:solidFill>
                  <a:schemeClr val="tx1"/>
                </a:solidFill>
                <a:effectLst/>
                <a:latin typeface="+mn-lt"/>
                <a:ea typeface="+mn-ea"/>
                <a:cs typeface="+mn-cs"/>
              </a:rPr>
              <a:t>This setting still exists (from older versions of ESA).  But if it is enabled at the same time as Auto-RAID, the vSAN Storage policy of “vSAN ESA Auto RAID Policy” will be replaced by the auto-generated policy.  If it is enabled after Auto-RAID, a policy is added to vCenter.  (This feature is of limited value anyway after Auto-RAID is enabled on a cluster.  The use of the legacy “Auto-Policy Management” will be discouraged going </a:t>
            </a:r>
            <a:r>
              <a:rPr lang="en-US" sz="1200" b="0" i="0" kern="1200" dirty="0" err="1">
                <a:solidFill>
                  <a:schemeClr val="tx1"/>
                </a:solidFill>
                <a:effectLst/>
                <a:latin typeface="+mn-lt"/>
                <a:ea typeface="+mn-ea"/>
                <a:cs typeface="+mn-cs"/>
              </a:rPr>
              <a:t>forwared</a:t>
            </a:r>
            <a:r>
              <a:rPr lang="en-US" sz="1200" b="0" i="0" kern="1200" dirty="0">
                <a:solidFill>
                  <a:schemeClr val="tx1"/>
                </a:solidFill>
                <a:effectLst/>
                <a:latin typeface="+mn-lt"/>
                <a:ea typeface="+mn-ea"/>
                <a:cs typeface="+mn-cs"/>
              </a:rPr>
              <a:t>, in favor of Auto-RAID).  For existing environments, Once Auto-RAID is enabled on a given cluster, Auto-Policy Management can be disabled and that cluster-specific storage policy can be removed from the storage policy list in vCenter Server.</a:t>
            </a:r>
          </a:p>
          <a:p>
            <a:pPr marL="171450" lvl="0" indent="-171450">
              <a:buFont typeface="Arial" panose="020B0604020202020204" pitchFamily="34" charset="0"/>
              <a:buChar char="•"/>
            </a:pPr>
            <a:r>
              <a:rPr lang="en-US" b="0" dirty="0"/>
              <a:t>Auto-RAID may be used even if the “Apply Auto-RAID to all objects” </a:t>
            </a:r>
            <a:r>
              <a:rPr lang="en-US" b="1" i="0" u="sng" dirty="0"/>
              <a:t>is not </a:t>
            </a:r>
            <a:r>
              <a:rPr lang="en-US" b="0" dirty="0"/>
              <a:t>enabled in cluster services.  This is most typical of greenfield deployments, where the datastore default policy is already set to “vSAN ESA Auto-RAID Policy.”  This is visible by clicking on the datastores view, highlighting “vsanDatastore” clicking </a:t>
            </a:r>
            <a:r>
              <a:rPr lang="en-US" b="1" dirty="0"/>
              <a:t>Configure &gt; General &gt; Default Storage Policy</a:t>
            </a:r>
            <a:r>
              <a:rPr lang="en-US" b="0" dirty="0"/>
              <a:t>.</a:t>
            </a:r>
          </a:p>
          <a:p>
            <a:pPr marL="171450" lvl="0" indent="-171450">
              <a:buFont typeface="Arial" panose="020B0604020202020204" pitchFamily="34" charset="0"/>
              <a:buChar char="•"/>
            </a:pPr>
            <a:r>
              <a:rPr lang="en-US" b="0" dirty="0"/>
              <a:t>It is possible to create and use another storage policy with Auto-RAID enabled clusters.  For example, lets suppose a cluster exists with Auto-RAID enabled, and all of the VMs use the “vSAN ESA Auto RAID Policy” available.  However, and administrator would like to limit the IOPS of the objects on one or more VMs.   In this case, a new policy can be created.  </a:t>
            </a:r>
          </a:p>
          <a:p>
            <a:pPr marL="628650" lvl="1" indent="-171450">
              <a:buFont typeface="Arial" panose="020B0604020202020204" pitchFamily="34" charset="0"/>
              <a:buChar char="•"/>
            </a:pPr>
            <a:r>
              <a:rPr lang="en-US" b="0" dirty="0"/>
              <a:t>In the policy rules, the “Site disaster tolerance” will be assigned “vSAN managed (based on cluster configuration)” and “Failures to tolerate” will be assigned “vSAN managed (based on cluster configuration).”  </a:t>
            </a:r>
          </a:p>
          <a:p>
            <a:pPr marL="628650" lvl="1" indent="-171450">
              <a:buFont typeface="Arial" panose="020B0604020202020204" pitchFamily="34" charset="0"/>
              <a:buChar char="•"/>
            </a:pPr>
            <a:r>
              <a:rPr lang="en-US" b="0" dirty="0"/>
              <a:t>In this policy, the IOPS limit can be set as desired, and applied to the specific VMs in question.</a:t>
            </a:r>
          </a:p>
          <a:p>
            <a:pPr marL="628650" lvl="1" indent="-171450">
              <a:buFont typeface="Arial" panose="020B0604020202020204" pitchFamily="34" charset="0"/>
              <a:buChar char="•"/>
            </a:pPr>
            <a:r>
              <a:rPr lang="en-US" b="0" dirty="0"/>
              <a:t>Even if the “vSAN ESA Auto-RAID” slider toggle is disabled in the policy settings, any specific SDT and FTT settings in that new policy will be ignored, and default to the vSAN managed Auto-RAID.</a:t>
            </a:r>
          </a:p>
          <a:p>
            <a:pPr marL="171450" lvl="0" indent="-171450">
              <a:buFont typeface="Arial" panose="020B0604020202020204" pitchFamily="34" charset="0"/>
              <a:buChar char="•"/>
            </a:pPr>
            <a:r>
              <a:rPr lang="en-US" b="0" dirty="0"/>
              <a:t>There are several distinctions in behavior between the older “Auto-Policy Management” and the new Auto-RAID.  This includes, but is not limited to:</a:t>
            </a:r>
          </a:p>
          <a:p>
            <a:pPr marL="628650" lvl="1" indent="-171450">
              <a:buFont typeface="Arial" panose="020B0604020202020204" pitchFamily="34" charset="0"/>
              <a:buChar char="•"/>
            </a:pPr>
            <a:r>
              <a:rPr lang="en-US" b="1" dirty="0"/>
              <a:t>There will </a:t>
            </a:r>
            <a:r>
              <a:rPr lang="en-US" b="1" u="sng" dirty="0"/>
              <a:t>NOT</a:t>
            </a:r>
            <a:r>
              <a:rPr lang="en-US" b="1" dirty="0"/>
              <a:t> be cluster-specific storage policies created in vCenter Server for clusters using Auto-RAID</a:t>
            </a:r>
            <a:r>
              <a:rPr lang="en-US" b="0" dirty="0"/>
              <a:t>.  Clusters using Auto-RAID will apply the optimal resilience settings to all VMs and data residing in the datastore, but the specific levels of protection (SDT and FTT) will be assigned to the VMs/data based on the unique characteristics of the cluster – determined by vSAN.  For example, if you had 50 vSAN clusters using the older Auto-Policy Management, you would have 50 cluster-specific default storage policies that are stored on a vCenter Server.  </a:t>
            </a:r>
            <a:r>
              <a:rPr lang="en-US" b="1" dirty="0"/>
              <a:t>With Auto-RAID, you would have just one “vSAN ESA Auto RAID Policy” stored on the vCenter Server, but it will accommodate the different characteristics of clusters that use Auto-RAID</a:t>
            </a:r>
            <a:r>
              <a:rPr lang="en-US" b="0" dirty="0"/>
              <a:t> (e.g. A 6-host standard cluster and an 8-host stretched cluster will be assigned the same “Auto-RAID” policy as seen in the UI, but the protection schemes applied will be unique to the cluster.  </a:t>
            </a:r>
          </a:p>
          <a:p>
            <a:pPr marL="628650" lvl="1" indent="-171450">
              <a:buFont typeface="Arial" panose="020B0604020202020204" pitchFamily="34" charset="0"/>
              <a:buChar char="•"/>
            </a:pPr>
            <a:r>
              <a:rPr lang="en-US" b="1" dirty="0"/>
              <a:t>Auto-RAID controls the resilience of all data on the vSAN cluster.  </a:t>
            </a:r>
            <a:r>
              <a:rPr lang="en-US" b="0" dirty="0"/>
              <a:t>Clusters using Auto-RAID will not allow an administrator to create or apply a custom policy for anything other that IOPS limits and OSR.  The optimal FTT and data placement scheme is determined by the characteristics of the cluster. </a:t>
            </a:r>
          </a:p>
          <a:p>
            <a:pPr marL="628650" lvl="1" indent="-171450">
              <a:buFont typeface="Arial" panose="020B0604020202020204" pitchFamily="34" charset="0"/>
              <a:buChar char="•"/>
            </a:pPr>
            <a:r>
              <a:rPr lang="en-US" b="1" dirty="0"/>
              <a:t>RAID-1 mirroring will only be used for the SDT with stretched clusters and 2-Node clusters.  </a:t>
            </a:r>
            <a:r>
              <a:rPr lang="en-US" b="0" dirty="0"/>
              <a:t>This means that in a standard vSAN cluster using Auto-RAID,  the use of RAID-1 mirroring and standard RAID-5 erasure coding (2+1 and 4+1) can no longer be chosen.</a:t>
            </a:r>
          </a:p>
          <a:p>
            <a:pPr marL="628650" lvl="1" indent="-171450">
              <a:buFont typeface="Arial" panose="020B0604020202020204" pitchFamily="34" charset="0"/>
              <a:buChar char="•"/>
            </a:pPr>
            <a:r>
              <a:rPr lang="en-US" b="1" dirty="0"/>
              <a:t>Auto-RAID handles automatic change from stripe with double parity of HFTT=2 to narrower stripe with parity of HFTT=1.  </a:t>
            </a:r>
            <a:r>
              <a:rPr lang="en-US" b="0" dirty="0"/>
              <a:t>Unlike Auto-Policy Management, Auto-RAID handles this seamlessly without any preemptive user configuration changes.</a:t>
            </a:r>
            <a:endParaRPr lang="en-US" b="1" dirty="0"/>
          </a:p>
          <a:p>
            <a:pPr marL="171450" indent="-171450">
              <a:buFont typeface="Arial" panose="020B0604020202020204" pitchFamily="34" charset="0"/>
              <a:buChar char="•"/>
            </a:pPr>
            <a:r>
              <a:rPr lang="en-US" b="0" dirty="0"/>
              <a:t>When enabled, vSAN will report the “Failures to tolerate provided by Auto-RAID” in the UI (highlight cluster, click Configure &gt; vSAN &gt; Services and expand “Storage”)  </a:t>
            </a:r>
            <a:r>
              <a:rPr lang="en-US" b="1" dirty="0"/>
              <a:t>This number (e.g. 0, 1, 2) represents the number of host failures a discrete object can tolerate - not the total failures that a cluster can tolerate.  </a:t>
            </a:r>
          </a:p>
          <a:p>
            <a:pPr marL="171450" indent="-171450">
              <a:buFont typeface="Arial" panose="020B0604020202020204" pitchFamily="34" charset="0"/>
              <a:buChar char="•"/>
            </a:pPr>
            <a:r>
              <a:rPr lang="en-US" b="0" dirty="0"/>
              <a:t>This policy will have a limited/subset of supported policy rules that can be changed from their defaults – with the visible ones including:</a:t>
            </a:r>
          </a:p>
          <a:p>
            <a:pPr marL="628650" lvl="1" indent="-171450">
              <a:buFont typeface="Arial" panose="020B0604020202020204" pitchFamily="34" charset="0"/>
              <a:buChar char="•"/>
            </a:pPr>
            <a:r>
              <a:rPr lang="en-US" b="0" dirty="0"/>
              <a:t>“Site disaster tolerance” (SDT) – This field will say ““vSAN managed (based on cluster configuration).”   This field can be changed, but most often will be left as-is.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“Failures to tolerate” (FTT) – This field will say “vSAN managed (based on cluster configuration).”  This field cannot be changed.</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“Storage rules” – This will be a radio button that will either be set to “Data-At-Rest Encryption” “No Encryption” or “No Preference.”  The latter makes the VM compatible with both options, and is the default setting.  For an Auto-RAID policy, you will no longer see “data reduction rules” (e.g. compression, dedup) or “storage tier rules” (e.g. All flash, hybrid).   </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“IOPS limit for object” – 0 (default)</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“Object Space Reservation” – Thin Provisioning (default)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As noted above, the “storage rules” in an Auto-RAID policy has been greatly simplified.  This is through eliminating some elements that are no longer applicable.  For example, in vSAN for VCF 9.1, data compression is enabled by default at the cluster level and cannot be disabled via the UI.</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When enabled, all legacy storage policy rules (e.g. compression, number of disk stripes per object, Flash read cache reservation, disable checksum, force provisioning, etc.) will not be available or visible.  These are unsupported parameters that will be ignored in Auto-RAID enabled clusters.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When enabled, vSAN will use a modified data placement scheme that is slightly different than ESA clusters that do not use Auto-RAID. To understand this properly, the term “host FTT” or “HFTT” is used below to represent a host or fault domain in a standard single site cluster.  In stretched clusters, you may see a “secondary failures to tolerate” noted as “SFTT.”  </a:t>
            </a:r>
            <a:r>
              <a:rPr lang="en-US" b="1" dirty="0"/>
              <a:t>Do not use either one of these names or acronyms (HFTT &amp; SFTT), as they are not in the UI.</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Standard single site clusters</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6 or more hosts in cluster.  </a:t>
            </a:r>
            <a:r>
              <a:rPr lang="en-US" b="0" dirty="0"/>
              <a:t>Auto-RAID will use HFTT=2.  In this configuration, the RAID-6 stripe with double parity which is distributed across 6 hosts, where each host has one component, thus being able to tolerate two host failures and remain available.  The performance leg will consist of a 3-way mirror of components across 3 hosts.  This remains unchanged.  Auto-RAID capacity overhead = 1.5x</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3-5 hosts in cluster.  </a:t>
            </a:r>
            <a:r>
              <a:rPr lang="en-US" b="0" dirty="0"/>
              <a:t>Auto-RAID will use HFTT=1.  The data structure is different than with previous versions of ESA, and without using Auto-RAID.  In this configuration, the capacity leg will consist of a stripe with double parity distributed across three hosts, where each host has two components.  In this version, the performance leg will simply consist of a 2-way mirror.  Auto-RAID capacity overhead = 1.5x.</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Fewer than 3 hosts in cluster (not 2-Node).  </a:t>
            </a:r>
            <a:r>
              <a:rPr lang="en-US" b="0" dirty="0"/>
              <a:t>Auto-RAID will use HFTT=0 using RAID-0.  This is relevant for bootstrapping a new cluster from a single host.  Since this is automatic, this is why the “force provisioning” policy rule is no longer available when Auto-RAID is configured, as it occurs automatically.  Auto-RAID capacity overhead = 1.0x</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Stretched clusters</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6 or more hosts per site/fault domain. </a:t>
            </a:r>
            <a:r>
              <a:rPr lang="en-US" b="0" dirty="0"/>
              <a:t>Auto-RAID will use a site disaster tolerance of a RAID-1 mirror, and a secondary FTT=2 (SFTT=2).  In this configuration, the RAID-6 stripe with double parity with is distributed across 6 hosts, where each host has one component, thus being able to tolerate two host failures and remain available. The performance leg will consist of a 3-way mirror of components across 3 hosts.  This remains unchanged.  Auto-RAID capacity overhead = 3x</a:t>
            </a:r>
            <a:endParaRPr lang="en-US" b="1" dirty="0"/>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3-5 hosts per site/fault domain. </a:t>
            </a:r>
            <a:r>
              <a:rPr lang="en-US" b="0" dirty="0"/>
              <a:t>Auto-RAID will use a site disaster tolerance of a RAID-1 mirror, and a secondary FTT=1 (SFTT=1) . The data structure is different than with previous versions of ESA, and without using Auto-RAID. In this configuration, the capacity leg will consist of a stripe with double parity distributed across three hosts, where each host has two components.  In this version, the performance leg will simply consist of a 2-way mirror.  Auto-RAID capacity overhead = 3.0x.</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Fewer than 3 hosts in site/fault domain.  </a:t>
            </a:r>
            <a:r>
              <a:rPr lang="en-US" b="0" dirty="0"/>
              <a:t>Auto-RAID will use site disaster tolerance of a RAID-1 mirror, and a SFTT=0 using RAID-0. Auto-RAID capacity overhead = 2x.</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2-Node clusters</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6 or more storage devices per host. </a:t>
            </a:r>
            <a:r>
              <a:rPr lang="en-US" b="0" dirty="0"/>
              <a:t>Auto-RAID will use site disaster tolerance of a RAID-1 mirror, and a SFTT=0 using RAID-0. Auto-RAID capacity overhead = 2x (secondary levels of resilience are not currently available for 2-Node clusters using Auto-RAID in 9.1)</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3-5 storage devices per host. </a:t>
            </a:r>
            <a:r>
              <a:rPr lang="en-US" b="0" dirty="0"/>
              <a:t>Auto-RAID will use site disaster tolerance of a RAID-1 mirror, and a SFTT=0 using RAID-0. Auto-RAID capacity overhead = 2x (secondary levels of resilience are not currently available for 2-Node clusters using Auto-RAID in 9.1)</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Fewer than 3 devices in fault domain.  </a:t>
            </a:r>
            <a:r>
              <a:rPr lang="en-US" b="0" dirty="0"/>
              <a:t>Auto-RAID will use site disaster tolerance of a RAID-1 mirror, and a SFTT=0 using RAID-0. Auto-RAID capacity overhead = 2x. (secondary levels of resilience are not currently available for 2-Node clusters using Auto-RAID in 9.1)</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i="0" kern="1200" dirty="0">
                <a:solidFill>
                  <a:schemeClr val="tx1"/>
                </a:solidFill>
                <a:effectLst/>
                <a:latin typeface="+mn-lt"/>
                <a:ea typeface="+mn-ea"/>
                <a:cs typeface="+mn-cs"/>
              </a:rPr>
              <a:t>As the illustration in this slide shows, Auto-RAID can be extremely powerful in simplifying vSAN cluster deployments where you start out with a single host (known as bootstrapping) to configure vSAN, then add the desired number of hosts – all without using the legacy “force provisioning” storage policy rule.  While this new capability helps with the bootstrapping of a new vSAN cluster, </a:t>
            </a:r>
            <a:r>
              <a:rPr lang="en-US" sz="1200" b="1" i="0" kern="1200" dirty="0">
                <a:solidFill>
                  <a:schemeClr val="tx1"/>
                </a:solidFill>
                <a:effectLst/>
                <a:latin typeface="+mn-lt"/>
                <a:ea typeface="+mn-ea"/>
                <a:cs typeface="+mn-cs"/>
              </a:rPr>
              <a:t>it should not imply that a single host vSAN cluster is a supported configuration</a:t>
            </a:r>
            <a:r>
              <a:rPr lang="en-US" sz="1200" b="0" i="0" kern="1200" dirty="0">
                <a:solidFill>
                  <a:schemeClr val="tx1"/>
                </a:solidFill>
                <a:effectLst/>
                <a:latin typeface="+mn-lt"/>
                <a:ea typeface="+mn-ea"/>
                <a:cs typeface="+mn-cs"/>
              </a:rPr>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i="0" kern="1200" dirty="0">
                <a:solidFill>
                  <a:schemeClr val="tx1"/>
                </a:solidFill>
                <a:effectLst/>
                <a:latin typeface="+mn-lt"/>
                <a:ea typeface="+mn-ea"/>
                <a:cs typeface="+mn-cs"/>
              </a:rPr>
              <a:t>vSAN ESA stretched clusters using Auto-RAID that have one site entered site maintenance mode will still allow the provisioning of a VM, even with one site not available.  Historically, this has needed the “Force provisioning” storage policy rule.  But this is no longer applicable in a stretched cluster using Auto-RAID.</a:t>
            </a:r>
            <a:endParaRPr lang="en-US" b="0" dirty="0"/>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data structure used for erasure codes with Auto-RAID for clusters </a:t>
            </a:r>
            <a:r>
              <a:rPr lang="en-US" b="1" dirty="0"/>
              <a:t>between 3-5 hosts is unique to this version of vSAN ESA</a:t>
            </a:r>
            <a:r>
              <a:rPr lang="en-US" b="0" dirty="0"/>
              <a:t>.  In some ways, the data structure of the capacity leg resembles a RAID-6 erasure code that is collapsed onto 3 hosts instead of 6 hosts.  But at this time, the FTT of any host or device level remains at 1 because the performance leg only consists of a 2-way mirror, and not a 3-way mirror.  As a result, the UI will still render this type of configuration as a RAID-5 erasure code.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enabling or disabling of Host Rebuild Reserve (HRR) or Operations Reserve (OR) toggles in the legacy capacity view do not change the information in the effective capacity view.   The “Reserved Capacity” toggles were capacity management mechanisms of the legacy approach, and are </a:t>
            </a:r>
            <a:r>
              <a:rPr lang="en-US" b="1" dirty="0"/>
              <a:t>no longer relevant</a:t>
            </a:r>
            <a:r>
              <a:rPr lang="en-US" b="0" dirty="0"/>
              <a:t> with the new effective capacity view or policy decisions.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data structure above simplifies object configuration changes when a cluster grows or shrinks.  It largely keeps the same structure, but changes how the stripe with double parity is laid out across hosts and devices.  For the most part it simply disperses the components across more hosts.  This removes any need to reconfigure an entire object, and helps minimize resynchronization payload.</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Adjusting cluster sizes (adding hosts or removing hosts) consists of the following:</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Grow from less than 6 hosts to 6 or more hosts (std cluster):  </a:t>
            </a:r>
            <a:r>
              <a:rPr lang="en-US" b="0" dirty="0"/>
              <a:t>vSAN (CLOM) will determine that HFTT=2 can be supported.  It will adjust after the repair delay, or after forcing the change through the UI.</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Shrink from 6 or more hosts to less than 6 hosts (std cluster):  </a:t>
            </a:r>
            <a:r>
              <a:rPr lang="en-US" b="0" dirty="0"/>
              <a:t>vSAN (CLOM) will determine that HFTT=1 can be supported.  It will adjust after the repair delay, or after forcing the change through the UI.  It achieves this automatically without any preemptive steps by the administrator (unlike the legacy “Auto-Policy Management.)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Clusters that change characteristics (e.g. host count) will be subject to a time window or a “repair delay” (typically 60 minutes) prior to changing the policy.  This helps prevent an overly aggressive action of data reconfigurations based on changes that may be somewhat temporary.</a:t>
            </a:r>
            <a:endParaRPr lang="en-US" b="1" dirty="0"/>
          </a:p>
          <a:p>
            <a:pPr marL="171450" indent="-171450">
              <a:buFont typeface="Arial" panose="020B0604020202020204" pitchFamily="34" charset="0"/>
              <a:buChar char="•"/>
            </a:pPr>
            <a:r>
              <a:rPr lang="en-US" b="0" dirty="0"/>
              <a:t>The change in resilience settings means that </a:t>
            </a:r>
            <a:r>
              <a:rPr lang="en-US" b="1" dirty="0"/>
              <a:t>when Auto-RAID is enabled, the overhead for objects are standardized at +50%, or 1.5x of the primary data stored.  </a:t>
            </a:r>
            <a:r>
              <a:rPr lang="en-US" b="0" dirty="0"/>
              <a:t>And since it is essentially a datastore-level setting, calculating capacity becomes much easier (see the new “Effective Free Capacity” view in vSAN 9.1).  The exceptions to this would include:</a:t>
            </a:r>
          </a:p>
          <a:p>
            <a:pPr marL="628650" lvl="1" indent="-171450">
              <a:buFont typeface="Arial" panose="020B0604020202020204" pitchFamily="34" charset="0"/>
              <a:buChar char="•"/>
            </a:pPr>
            <a:r>
              <a:rPr lang="en-US" b="0" dirty="0"/>
              <a:t>2-Node clusters with fewer than 3 devices in each host.</a:t>
            </a:r>
          </a:p>
          <a:p>
            <a:pPr marL="628650" lvl="1" indent="-171450">
              <a:buFont typeface="Arial" panose="020B0604020202020204" pitchFamily="34" charset="0"/>
              <a:buChar char="•"/>
            </a:pPr>
            <a:r>
              <a:rPr lang="en-US" b="0" dirty="0"/>
              <a:t>Stretched clusters with site affinity.</a:t>
            </a:r>
          </a:p>
          <a:p>
            <a:pPr marL="171450" indent="-171450">
              <a:buFont typeface="Arial" panose="020B0604020202020204" pitchFamily="34" charset="0"/>
              <a:buChar char="•"/>
            </a:pPr>
            <a:r>
              <a:rPr lang="en-US" b="0" dirty="0"/>
              <a:t>As a result of this standardized overhead, VM capacity statistics (“provisioned space” and “used space”) are rendered in terms of the sizes used to create the VMDK – just as you would experience with a storage array.  For example, a VM provisioned with 100GB would should roughly 100GB, instead of the 150GB one might see because of the provisioned space plus overhead for RAID-6.   </a:t>
            </a:r>
          </a:p>
          <a:p>
            <a:pPr marL="171450" indent="-171450">
              <a:buFont typeface="Arial" panose="020B0604020202020204" pitchFamily="34" charset="0"/>
              <a:buChar char="•"/>
            </a:pPr>
            <a:r>
              <a:rPr lang="en-US" b="0" dirty="0"/>
              <a:t>Other vSAN storage policies in vCenter remain as-is.  This is because vCenter may be responsible for a wide variety of vSAN clusters with different versions, and must still support the various predefined policies and policy rules.  Look for this to be simplified with new versions, and adoption of Auto-RAID increases.  </a:t>
            </a:r>
          </a:p>
          <a:p>
            <a:pPr marL="171450" indent="-171450">
              <a:buFont typeface="Arial" panose="020B0604020202020204" pitchFamily="34" charset="0"/>
              <a:buChar char="•"/>
            </a:pPr>
            <a:r>
              <a:rPr lang="en-US" b="0" dirty="0"/>
              <a:t>For environments that previously had “Auto-Policy Management” enabled</a:t>
            </a:r>
          </a:p>
          <a:p>
            <a:pPr marL="171450" indent="-171450">
              <a:buFont typeface="Arial" panose="020B0604020202020204" pitchFamily="34" charset="0"/>
              <a:buChar char="•"/>
            </a:pPr>
            <a:r>
              <a:rPr lang="en-US" b="0" dirty="0"/>
              <a:t>For upgraded environments (full VCF or standalone vSAN clusters) that previously used the “Auto-Policy Management” feature (enabling it by default), the datastore default policy will be updated to accommodate Auto-RAID.  A health alert will indicate that there is a better default datastore policy available for the current cluster.  This can be easily changed by selecting a new default datastore policy.</a:t>
            </a:r>
          </a:p>
          <a:p>
            <a:pPr marL="171450" indent="-171450">
              <a:buFont typeface="Arial" panose="020B0604020202020204" pitchFamily="34" charset="0"/>
              <a:buChar char="•"/>
            </a:pPr>
            <a:r>
              <a:rPr lang="en-US" b="0" dirty="0"/>
              <a:t>For any environments that have clusters running 9.1 and have automatically-generated policies using Auto-Policy Management (whether it was from an upgrade, or someone accidently selected this in the UI), these clusters can easily be changed to Auto-RAID (via the services toggle).  Simply verify that the datastore default policy is set to “vSAN ESA Auto RAID Policy” and you can delete the policies created by Auto-Policy Management, but are no longer used.</a:t>
            </a:r>
          </a:p>
          <a:p>
            <a:pPr marL="171450" indent="-171450">
              <a:buFont typeface="Arial" panose="020B0604020202020204" pitchFamily="34" charset="0"/>
              <a:buChar char="•"/>
            </a:pPr>
            <a:r>
              <a:rPr lang="en-US" b="0" dirty="0"/>
              <a:t>Conceivably, a cluster may not use Auto-RAID if it is not set as the default storage policy, and the “Apply Auto-RAID to all objects” toggle is not enabled.  However, doing so is not recommended.  For a wide variety of reasons, Auto-RAID is highly recommended.</a:t>
            </a:r>
          </a:p>
          <a:p>
            <a:pPr marL="171450" indent="-171450">
              <a:buFont typeface="Arial" panose="020B0604020202020204" pitchFamily="34" charset="0"/>
              <a:buChar char="•"/>
            </a:pPr>
            <a:r>
              <a:rPr lang="en-US" b="0" dirty="0"/>
              <a:t>To be clear, </a:t>
            </a:r>
            <a:r>
              <a:rPr lang="en-US" b="1" dirty="0"/>
              <a:t>Auto-RAID the path forward in delivering vSAN in a manner that makes it easy to manage</a:t>
            </a:r>
            <a:r>
              <a:rPr lang="en-US" b="0" dirty="0"/>
              <a:t>.  Auto-Policy Management served as a helpful iteration in simplifying storage policy management, but was limited in how it could be adapted to planned efforts in product simplification and robustness.  The direction we should point our customers to is using Auto-RAID.</a:t>
            </a:r>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Requires vSAN 9.1 or newer</a:t>
            </a:r>
          </a:p>
          <a:p>
            <a:pPr marL="171450" indent="-171450">
              <a:buFont typeface="Arial" panose="020B0604020202020204" pitchFamily="34" charset="0"/>
              <a:buChar char="•"/>
            </a:pPr>
            <a:r>
              <a:rPr lang="en-US" b="0" u="none" dirty="0"/>
              <a:t>Requires vCenter 9.1 or newer</a:t>
            </a:r>
          </a:p>
          <a:p>
            <a:pPr marL="171450" indent="-171450">
              <a:buFont typeface="Arial" panose="020B0604020202020204" pitchFamily="34" charset="0"/>
              <a:buChar char="•"/>
            </a:pPr>
            <a:r>
              <a:rPr lang="en-US" b="0" u="none" dirty="0"/>
              <a:t>Clusters require a disk format change (DFC to the latest vSAN format version)</a:t>
            </a:r>
          </a:p>
          <a:p>
            <a:pPr marL="171450" indent="-171450">
              <a:buFont typeface="Arial" panose="020B0604020202020204" pitchFamily="34" charset="0"/>
              <a:buChar char="•"/>
            </a:pPr>
            <a:r>
              <a:rPr lang="en-US" b="0" u="none" dirty="0"/>
              <a:t>Some enhancements describe are iterative in nature, and subject to future changes in release beyond 9.1</a:t>
            </a:r>
          </a:p>
          <a:p>
            <a:pPr marL="171450" indent="-171450">
              <a:buFont typeface="Arial" panose="020B0604020202020204" pitchFamily="34" charset="0"/>
              <a:buChar char="•"/>
            </a:pPr>
            <a:r>
              <a:rPr lang="en-US" b="0" u="none" dirty="0"/>
              <a:t>When using Auto-RAID with 2-Node clusters, secondary levels of resilience (at the storage device level) is not available in this release.  2-Node clusters using Auto-RAID will only provide basic host-level mirroring.  Expect this to be addressed in a subsequent update.</a:t>
            </a:r>
          </a:p>
          <a:p>
            <a:pPr marL="171450" indent="-171450">
              <a:buFont typeface="Arial" panose="020B0604020202020204" pitchFamily="34" charset="0"/>
              <a:buChar char="•"/>
            </a:pPr>
            <a:r>
              <a:rPr lang="en-US" b="0" u="none" dirty="0"/>
              <a:t>A gap currently exists in this release when converting a stretched cluster using Auto-RAID to a standard cluster.  Auto-RAID currently interprets a conversion of a stretched cluster to a standard clusters incorrectly, and creates a substantial amount of data to be resynchronized.  This is a known issue and will be addressed in a future release.  To perform this conversion in non-VCF environments, one can first update the policy to have locality on one of the sites, convert the cluster to standard (removing the fault domains), place those hosts in the opposing site into maintenance mode, and remove them from the cluster.  This workaround does not work within the workflows of a VCF environment.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Auto-RAID is the next step forward in fully automated levels of data resilience in vSAN that is adaptable to all types of conditions.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While Auto-RAID dramatically improves the simplicity of operations with vSAN, it signals a step away from granular control of multiple rules using storage policies.  The improvements in vSAN ESA remove the need for customers to determine and set these rules – many of which are no longer relevant in ESA.  As a result, you may see a de-emphasis of storage policies (for the purpose of setting levels of resilience) in messaging and marketing.</a:t>
            </a:r>
            <a:r>
              <a:rPr lang="en-US" b="0" baseline="0" dirty="0"/>
              <a:t>  This will be done with caution to minimize contradictory messaging.</a:t>
            </a:r>
            <a:endParaRPr lang="en-US" b="0" dirty="0"/>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Note that while the storage policy name of “vSAN ESA Auto RAID Policy” does not use a hyphen, all other references to Auto-RAID in the product use a hyphen.  All references to the production should include a hyphen.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p:txBody>
      </p:sp>
      <p:sp>
        <p:nvSpPr>
          <p:cNvPr id="4" name="Slide Number Placeholder 3"/>
          <p:cNvSpPr>
            <a:spLocks noGrp="1"/>
          </p:cNvSpPr>
          <p:nvPr>
            <p:ph type="sldNum" sz="quarter" idx="5"/>
          </p:nvPr>
        </p:nvSpPr>
        <p:spPr/>
        <p:txBody>
          <a:bodyPr/>
          <a:lstStyle/>
          <a:p>
            <a:fld id="{9F4FBC3A-A12C-40F9-BB8D-BC30C7901396}" type="slidenum">
              <a:rPr lang="en-US" smtClean="0"/>
              <a:pPr/>
              <a:t>23</a:t>
            </a:fld>
            <a:endParaRPr lang="en-US" dirty="0"/>
          </a:p>
        </p:txBody>
      </p:sp>
    </p:spTree>
    <p:extLst>
      <p:ext uri="{BB962C8B-B14F-4D97-AF65-F5344CB8AC3E}">
        <p14:creationId xmlns:p14="http://schemas.microsoft.com/office/powerpoint/2010/main" val="275193575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5F1F05-AC8E-28CB-8A39-923616FDBC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AD7B60-8FAD-2C71-1F42-F9DE2DCF114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92A50D32-3EB0-9F65-5541-C7D66C417637}"/>
              </a:ext>
            </a:extLst>
          </p:cNvPr>
          <p:cNvSpPr>
            <a:spLocks noGrp="1"/>
          </p:cNvSpPr>
          <p:nvPr>
            <p:ph type="body" idx="1"/>
          </p:nvPr>
        </p:nvSpPr>
        <p:spPr/>
        <p:txBody>
          <a:bodyPr>
            <a:normAutofit fontScale="32500" lnSpcReduction="20000"/>
          </a:bodyPr>
          <a:lstStyle/>
          <a:p>
            <a:r>
              <a:rPr lang="en-US" sz="1200" b="1" dirty="0"/>
              <a:t>Key Message/Talk track:</a:t>
            </a:r>
          </a:p>
          <a:p>
            <a:r>
              <a:rPr lang="en-US" sz="1200" b="0" dirty="0"/>
              <a:t>Thanks to the capabilities of Auto-RAID, vSAN for VCF 9.1 is also able to take a completely new approach to rendering capacity information.  For all clusters with Auto-RAID enabled, vSAN provides a new “Effective Capacity” view that shows a cluster’s actual, usable capacity.  This means that vSAN moves away from showing capacity in raw form and expecting you to factor in all of the capacity overheads, and moves toward a usable capacity view that is analogous to traditional storage arrays.  This new elegant view is comprised of effective capacity used and remaining, as well as a space-efficiency breakdown, so you can see how much capacity you are reclaiming by deduplication, compression, and thin provisioning.  As a result, you will also see that VM capacity statistics for VMs stored on vSAN now show VMDK consumption statistics, not raw capacity statistics.  </a:t>
            </a:r>
            <a:r>
              <a:rPr lang="en-US" sz="1200" b="1" dirty="0"/>
              <a:t>These capacity management improvements make vSAN more consistent with other storage systems, and much easier to administer.</a:t>
            </a:r>
          </a:p>
          <a:p>
            <a:r>
              <a:rPr lang="en-US" sz="1200" dirty="0"/>
              <a:t>----------------------------------</a:t>
            </a:r>
          </a:p>
          <a:p>
            <a:r>
              <a:rPr lang="en-US" sz="1200" b="1" dirty="0"/>
              <a:t>Overview:</a:t>
            </a:r>
          </a:p>
          <a:p>
            <a:pPr marL="171450" indent="-171450">
              <a:buFont typeface="Arial" panose="020B0604020202020204" pitchFamily="34" charset="0"/>
              <a:buChar char="•"/>
            </a:pPr>
            <a:r>
              <a:rPr lang="en-US" dirty="0"/>
              <a:t>Intuitive “</a:t>
            </a:r>
            <a:r>
              <a:rPr lang="en-US" b="1" dirty="0"/>
              <a:t>effective capacity</a:t>
            </a:r>
            <a:r>
              <a:rPr lang="en-US" dirty="0"/>
              <a:t>” view showing a cluster’s usable capacity</a:t>
            </a:r>
          </a:p>
          <a:p>
            <a:pPr marL="171450" indent="-171450">
              <a:buFont typeface="Arial" panose="020B0604020202020204" pitchFamily="34" charset="0"/>
              <a:buChar char="•"/>
            </a:pPr>
            <a:r>
              <a:rPr lang="en-US" b="1" dirty="0"/>
              <a:t>Eliminates complexity</a:t>
            </a:r>
            <a:r>
              <a:rPr lang="en-US" dirty="0"/>
              <a:t> by removing:</a:t>
            </a:r>
          </a:p>
          <a:p>
            <a:pPr marL="628650" lvl="1" indent="-171450">
              <a:buFont typeface="Arial" panose="020B0604020202020204" pitchFamily="34" charset="0"/>
              <a:buChar char="•"/>
            </a:pPr>
            <a:r>
              <a:rPr lang="en-US" dirty="0"/>
              <a:t>Raw capacity statistics</a:t>
            </a:r>
          </a:p>
          <a:p>
            <a:pPr marL="628650" lvl="1" indent="-171450">
              <a:buFont typeface="Arial" panose="020B0604020202020204" pitchFamily="34" charset="0"/>
              <a:buChar char="•"/>
            </a:pPr>
            <a:r>
              <a:rPr lang="en-US" dirty="0"/>
              <a:t>Unnecessary overheads</a:t>
            </a:r>
          </a:p>
          <a:p>
            <a:pPr marL="171450" indent="-171450">
              <a:buFont typeface="Arial" panose="020B0604020202020204" pitchFamily="34" charset="0"/>
              <a:buChar char="•"/>
            </a:pPr>
            <a:r>
              <a:rPr lang="en-US" dirty="0"/>
              <a:t>Simplified space efficiency summary: </a:t>
            </a:r>
          </a:p>
          <a:p>
            <a:pPr marL="628650" lvl="1" indent="-171450">
              <a:buFont typeface="Arial" panose="020B0604020202020204" pitchFamily="34" charset="0"/>
              <a:buChar char="•"/>
            </a:pPr>
            <a:r>
              <a:rPr lang="en-US" dirty="0"/>
              <a:t>Deduplication</a:t>
            </a:r>
          </a:p>
          <a:p>
            <a:pPr marL="628650" lvl="1" indent="-171450">
              <a:buFont typeface="Arial" panose="020B0604020202020204" pitchFamily="34" charset="0"/>
              <a:buChar char="•"/>
            </a:pPr>
            <a:r>
              <a:rPr lang="en-US" dirty="0"/>
              <a:t>Compression</a:t>
            </a:r>
          </a:p>
          <a:p>
            <a:pPr marL="628650" lvl="1" indent="-171450">
              <a:buFont typeface="Arial" panose="020B0604020202020204" pitchFamily="34" charset="0"/>
              <a:buChar char="•"/>
            </a:pPr>
            <a:r>
              <a:rPr lang="en-US" dirty="0"/>
              <a:t>Thin provisioning</a:t>
            </a:r>
          </a:p>
          <a:p>
            <a:pPr marL="628650" lvl="1" indent="-171450">
              <a:buFont typeface="Arial" panose="020B0604020202020204" pitchFamily="34" charset="0"/>
              <a:buChar char="•"/>
            </a:pPr>
            <a:r>
              <a:rPr lang="en-US" dirty="0"/>
              <a:t>Snapshot savings</a:t>
            </a:r>
          </a:p>
          <a:p>
            <a:pPr marL="171450" indent="-171450">
              <a:buFont typeface="Arial" panose="020B0604020202020204" pitchFamily="34" charset="0"/>
              <a:buChar char="•"/>
            </a:pPr>
            <a:r>
              <a:rPr lang="en-US" b="1" dirty="0"/>
              <a:t>VM capacity statistics </a:t>
            </a:r>
            <a:r>
              <a:rPr lang="en-US" dirty="0"/>
              <a:t>consistent with other storage systems</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vSAN has always rendered capacity information to the user in the form of raw capacity.  It would simply aggregate all devices claimed by vSAN within the cluster and show this as the total amount of capacity.  Data stored on the devices would not only account for the data itself, but the additional data needed to make it resilient across the cluster.  Paired with the ability for administrators to use different storage policies to store data at different levels of resilience, presenting storage in the form of raw capacity provided the best option given the characteristics of vSAN.  Unfortunately, this is not consistent to what users experience with traditional storage, where overheads for resilience are built-in.  The overheads in vSAN were inconsistent, and difficult to understand for the typical administrator.  The detailed rendering of overheads often gave a negative impression of vSAN, implying that it was not efficient.  As a result, customers are often confused at how much effective capacity a vSAN cluster will provide, and not convinced by its space efficiency techniques.</a:t>
            </a:r>
          </a:p>
          <a:p>
            <a:pPr marL="171450" indent="-171450">
              <a:buFont typeface="Arial" panose="020B0604020202020204" pitchFamily="34" charset="0"/>
              <a:buChar char="•"/>
            </a:pPr>
            <a:r>
              <a:rPr lang="en-US" b="0" dirty="0"/>
              <a:t>vSAN in VCF 9.1 takes a new approach to rendering capacity information in vSAN.  The new “Effective Capacity Reporting” view is an optional capacity view to all vSAN 9.1 clusters.  It presents cluster capacity information in a manner that meets or exceeds the simplicity of traditional storage.  It eliminates all of the complexity of the legacy view that invited questions and confusion not only for existing operations but planning for growth.</a:t>
            </a:r>
          </a:p>
          <a:p>
            <a:pPr marL="171450" indent="-171450">
              <a:buFont typeface="Arial" panose="020B0604020202020204" pitchFamily="34" charset="0"/>
              <a:buChar char="•"/>
            </a:pPr>
            <a:r>
              <a:rPr lang="en-US" b="0" dirty="0"/>
              <a:t>The Effective Capacity View is comprised of two sections.</a:t>
            </a:r>
          </a:p>
          <a:p>
            <a:pPr marL="628650" lvl="1" indent="-171450">
              <a:buFont typeface="Arial" panose="020B0604020202020204" pitchFamily="34" charset="0"/>
              <a:buChar char="•"/>
            </a:pPr>
            <a:r>
              <a:rPr lang="en-US" b="1" dirty="0"/>
              <a:t>Effective Capacity.  </a:t>
            </a:r>
            <a:r>
              <a:rPr lang="en-US" b="0" dirty="0"/>
              <a:t>This section shows the total usable capacity of the cluster, in the form of a horizontal bar.  It presents the </a:t>
            </a:r>
            <a:r>
              <a:rPr lang="en-US" b="1" dirty="0"/>
              <a:t>total usable capacity </a:t>
            </a:r>
            <a:r>
              <a:rPr lang="en-US" b="0" dirty="0"/>
              <a:t>after overheads are accounted for.</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Within that bar, the “used capacity” is the </a:t>
            </a:r>
            <a:r>
              <a:rPr lang="en-US" b="1" dirty="0"/>
              <a:t>total used capacity, after space efficiency capabilities have taken place on the data stored</a:t>
            </a:r>
            <a:r>
              <a:rPr lang="en-US" b="0" dirty="0"/>
              <a:t>.</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Within that bar, the “free usable capacity” presents </a:t>
            </a:r>
            <a:r>
              <a:rPr lang="en-US" b="1" dirty="0"/>
              <a:t>the total remaining usable capacity, prior to any potential space efficiency.</a:t>
            </a:r>
            <a:r>
              <a:rPr lang="en-US" b="0" dirty="0"/>
              <a:t> (It does NOT attempt to forecast free usable capacity from opportunistic space efficiency features like compression and deduplication.)</a:t>
            </a:r>
            <a:r>
              <a:rPr lang="en-US" b="1" dirty="0"/>
              <a:t> </a:t>
            </a:r>
            <a:endParaRPr lang="en-US" b="0" dirty="0"/>
          </a:p>
          <a:p>
            <a:pPr marL="628650" lvl="1" indent="-171450">
              <a:buFont typeface="Arial" panose="020B0604020202020204" pitchFamily="34" charset="0"/>
              <a:buChar char="•"/>
            </a:pPr>
            <a:r>
              <a:rPr lang="en-US" b="1" dirty="0"/>
              <a:t>Space Efficiency.  </a:t>
            </a:r>
            <a:r>
              <a:rPr lang="en-US" b="0" dirty="0"/>
              <a:t>This section shows a horizontal bar, below the “Effective Capacity” section.  The bar shows that </a:t>
            </a:r>
            <a:r>
              <a:rPr lang="en-US" b="1" dirty="0"/>
              <a:t>of the capacity that has been provisioned, how much do the various space efficiency techniques reduce the amount.  </a:t>
            </a:r>
            <a:r>
              <a:rPr lang="en-US" b="0" dirty="0"/>
              <a:t>It leads with the total provisioned, followed by the actual used capacity, while showing the data reduction savings.  Note that in some cases, the horizontal bar may show a break for visual clarity, as it may not be able to represent the potential savings at the proper scale.  There are three additional fields that can be expanded for additional detail.  This was an ideal time to address, given the GA release of global deduplication in 9.1 (the limited availability edition of global dedup did not have any UI enhancements for 9.0)</a:t>
            </a:r>
          </a:p>
          <a:p>
            <a:pPr marL="1085850" lvl="2" indent="-171450">
              <a:buFont typeface="Arial" panose="020B0604020202020204" pitchFamily="34" charset="0"/>
              <a:buChar char="•"/>
            </a:pPr>
            <a:r>
              <a:rPr lang="en-US" b="1" dirty="0"/>
              <a:t>Data reduction ratio:  </a:t>
            </a:r>
            <a:r>
              <a:rPr lang="en-US" b="0" dirty="0"/>
              <a:t>This ratio will represent the reduction rate of deduplication, as well as compression.  Details of each can be viewed by expanding the box.</a:t>
            </a:r>
          </a:p>
          <a:p>
            <a:pPr marL="1085850" lvl="2" indent="-171450">
              <a:buFont typeface="Arial" panose="020B0604020202020204" pitchFamily="34" charset="0"/>
              <a:buChar char="•"/>
            </a:pPr>
            <a:r>
              <a:rPr lang="en-US" b="1" dirty="0"/>
              <a:t>Thin provisioning savings ratio:  </a:t>
            </a:r>
            <a:r>
              <a:rPr lang="en-US" b="0" dirty="0"/>
              <a:t>This ratio will represent the reduction rate through thin provisioning.  We render the thin provisioning ratio after data reduction techniques.  Details can be viewed by expanding the box.</a:t>
            </a:r>
          </a:p>
          <a:p>
            <a:pPr marL="1085850" lvl="2" indent="-171450">
              <a:buFont typeface="Arial" panose="020B0604020202020204" pitchFamily="34" charset="0"/>
              <a:buChar char="•"/>
            </a:pPr>
            <a:r>
              <a:rPr lang="en-US" b="1" dirty="0"/>
              <a:t>Snapshot savings ratio:  </a:t>
            </a:r>
            <a:r>
              <a:rPr lang="en-US" b="0" dirty="0"/>
              <a:t>This ratio will represent the reduction rate of vSAN snapshots versus the capacity required for full copies of the source data.  Details can be viewed by expanding the box.</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Depending on the conditions of the cluster, the Space efficiency bar may show an “overprovisioning ratio.”  This ratio measures how much the total provisioned storage exceeds the total usable capacity of the system. It is a ratio of the total provisioned capacity to the total usable capacity.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While we do provide discrete views for both deduplication ratios and compression ratios, what matters most is our overall “data reduction ratio.”</a:t>
            </a:r>
          </a:p>
          <a:p>
            <a:pPr marL="171450" indent="-171450">
              <a:buFont typeface="Arial" panose="020B0604020202020204" pitchFamily="34" charset="0"/>
              <a:buChar char="•"/>
            </a:pPr>
            <a:r>
              <a:rPr lang="en-US" b="0" dirty="0"/>
              <a:t>This improvement not only changes the cluster capacity views, but the “provisioned space” and “used space” data associated with a VM.  In vSAN 9.1, provisioned space will represent the data provisioned and used (before data reduction techniques).  Unlike previous versions, it does NOT include RAID overhead.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enabling or disabling of Host Rebuild Reserve (HRR) or Operations Reserve (OR) toggles in the legacy capacity view do not change the information in the effective capacity view.   These were capacity management tools of the legacy approach and are irrelevant with the new effective capacity view.</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simplification of rendered capacity comes in part from the improved consistency of overheads as a part of Auto-RAID.  When enabled in standard clusters, they will always have a 50% overhead for resilience, since Auto-RAID enabled clusters will use a modified RAID-6 erasure cod that will offer an HFTT=1 on as few clusters as small as 3 hosts.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“total provisioned capacity” will not include the VM home namespace and swap objects, as it could/would be very misleading since they are thin provisioned objects.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Just as with the legacy capacity view, the new Effective Capacity view uses calculations with that are geared for physical environments with supported storage devices.  In nested environments, where device capacities are often just 1/1000</a:t>
            </a:r>
            <a:r>
              <a:rPr lang="en-US" b="0" baseline="30000" dirty="0"/>
              <a:t>th</a:t>
            </a:r>
            <a:r>
              <a:rPr lang="en-US" b="0" dirty="0"/>
              <a:t> of the size of a physical device, the effective capacity may not necessarily provide a number that is representative of overhead percentages in a real-world environment.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most accurate effective capacity views will be using real data on physical hardware with supported storage devices (non-nested lab environments).  This will help vSAN will be able to attain realistic data reduction ratios, thin provisioning and snapshot savings.  Nearly empty clusters may not present the most realistic data reduction ratios and other space efficiency that would be representative of a real environment. </a:t>
            </a:r>
          </a:p>
          <a:p>
            <a:pPr marL="171450" indent="-171450" rtl="0">
              <a:buFont typeface="Arial" panose="020B0604020202020204" pitchFamily="34" charset="0"/>
              <a:buChar char="•"/>
            </a:pPr>
            <a:r>
              <a:rPr lang="en-US" sz="1200" b="0" i="0" u="none" strike="noStrike" kern="1200" dirty="0">
                <a:solidFill>
                  <a:schemeClr val="tx1"/>
                </a:solidFill>
                <a:effectLst/>
                <a:latin typeface="+mn-lt"/>
                <a:ea typeface="+mn-ea"/>
                <a:cs typeface="+mn-cs"/>
              </a:rPr>
              <a:t>Data reduction ratios may change as data is processed.  For example, after vSAN writes a large amount of highly compressible data, the compression ratio may increase significantly.  But after the deduplication process occurs, some of the data reductions originally occurring via compression will be deduplicated to provide better space savings.  In this scenario, you will typically see the compression ratio decrease, the deduplication ratio increase, and the overall data reduction ratio improve due to it using the most optimal space efficiency technique.</a:t>
            </a:r>
            <a:endParaRPr lang="en-US" b="0" dirty="0"/>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following example will walk you through how the new Effective Capacity View will render storage capacity.  While these are actual numbers from a relatively small nested lab (</a:t>
            </a:r>
            <a:r>
              <a:rPr lang="en-US" b="1" dirty="0"/>
              <a:t>10 hosts with just ~400GB per host</a:t>
            </a:r>
            <a:r>
              <a:rPr lang="en-US" b="0" dirty="0"/>
              <a:t>), it will serve to illustrate realistic yields.  This exercise will demonstrate how you can create quick, simplified estimates of how much realistic capacity a new cluster bill of materials will yield – something that was extremely difficult to do in past versions.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10 hosts with approximately 400GB per host would provide just under </a:t>
            </a:r>
            <a:r>
              <a:rPr lang="en-US" b="1" dirty="0"/>
              <a:t>4TB raw capacity </a:t>
            </a:r>
            <a:r>
              <a:rPr lang="en-US" b="0" dirty="0"/>
              <a:t>(more specifically, 3.9TB) as seen in the legacy capacity view.</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This same cluster, as viewed in the new Effective Capacity View would </a:t>
            </a:r>
            <a:r>
              <a:rPr lang="en-US" b="1" dirty="0"/>
              <a:t>show just over 2TB in effective capacity </a:t>
            </a:r>
            <a:r>
              <a:rPr lang="en-US" b="0" dirty="0"/>
              <a:t>(more specifically, 2.03TB), or approximately half of the raw capacity.</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But the </a:t>
            </a:r>
            <a:r>
              <a:rPr lang="en-US" b="1" dirty="0"/>
              <a:t>actual “used capacity” </a:t>
            </a:r>
            <a:r>
              <a:rPr lang="en-US" b="0" dirty="0"/>
              <a:t>on the cluster would be after all of the space efficiency techniques (compression, dedup, thin provisioning, snapshot savings, etc.).</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An estimate of effective usable capacity could be easily derived with the following equation:</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In this example, if the customer was getting a 2:1 data reduction ratio, they would be able to store up to about 4TB, roughly equal to the aggregate raw capacity of the hosts.  </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In this example, if the customer was getting a 4:1 data reduction ratio, they would be able to store up to about 8TB, about 2x the aggregate raw capacity of the hosts.</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In this example, if the customer was getting a 6:1 data reduction ratio, they would be able to store up to about 12TB, about 3x the aggregate raw capacity of the hosts.</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In this example, if the customer was getting an 8:1 data reduction ratio, they would be able to store up to about 16TB. About 4x the aggregate raw capacity of the hosts.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data reduction ratios above are the net total reduction from compression, duplication, or both.  It does not represent data reduction from thin provisioning or snapshots.  for reference purposes only.  Actual data reduction ratios will vary.  With the new compression enhancements in 9.1, 2:1 data reduction may be achievable with just compression enabled.  With deduplication, this ratio could me noticeably higher.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effective capacity view will account for hosts that have been entered into maintenance mode.  As more hosts in the cluster are entered into maintenance mode, the effective capacity will be reduced.  It will for the most part be roughly linear in terms of capacity being removed, but may vary slightly, especially as the removal of a substantial number of hosts begins to have a significant impact on the percentage of storage resources provided.  For example, with the 10 host cluster noted above, where 2.03TB is usable, 1 host EMM removed subtracts about 200GB.  2 hosts EMM removed subtracts ~430GB.  3 hosts EMM removed 660GB.  4 hosts EMM removed 889GB.</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A new “vSAN Effective Capacity widget/view is also available at the data center level followed by clicking on datastores.  It will show a simple slider bar of overall effective capacity, how much is used, and the respective data reduction ratios for thing provisioning, etc.</a:t>
            </a:r>
          </a:p>
          <a:p>
            <a:pPr marL="171450" indent="-171450">
              <a:buFont typeface="Arial" panose="020B0604020202020204" pitchFamily="34" charset="0"/>
              <a:buChar char="•"/>
            </a:pPr>
            <a:r>
              <a:rPr lang="en-US" b="0" dirty="0"/>
              <a:t>The “Effective Capacity View” is the new default, and replaces the legacy capacity view, although it remains available via the “Legacy capacity view.”   The legacy capacity view remains available to support older clusters as well as APIs that assume a particular way of rendering capacity.  </a:t>
            </a:r>
          </a:p>
          <a:p>
            <a:pPr marL="171450" indent="-171450">
              <a:buFont typeface="Arial" panose="020B0604020202020204" pitchFamily="34" charset="0"/>
              <a:buChar char="•"/>
            </a:pPr>
            <a:r>
              <a:rPr lang="en-US" b="0" dirty="0"/>
              <a:t>The “Effective Capacity View” is the path forward in delivering vSAN in a manner that makes it easy to comprehend and manage capacity.  While the legacy view remains, it is mostly there to support existing environments that are not on vSAN 9.1 or newer.  It will likely be deprecated at some point in the future.</a:t>
            </a:r>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Requires vSAN 9.1 or newer</a:t>
            </a:r>
          </a:p>
          <a:p>
            <a:pPr marL="171450" indent="-171450">
              <a:buFont typeface="Arial" panose="020B0604020202020204" pitchFamily="34" charset="0"/>
              <a:buChar char="•"/>
            </a:pPr>
            <a:r>
              <a:rPr lang="en-US" b="0" u="none" dirty="0"/>
              <a:t>Requires vCenter 9.1 or newer</a:t>
            </a:r>
          </a:p>
          <a:p>
            <a:pPr marL="171450" indent="-171450">
              <a:buFont typeface="Arial" panose="020B0604020202020204" pitchFamily="34" charset="0"/>
              <a:buChar char="•"/>
            </a:pPr>
            <a:r>
              <a:rPr lang="en-US" b="0" u="none" dirty="0"/>
              <a:t>Auto-RAID is enabled on the cluster</a:t>
            </a:r>
          </a:p>
          <a:p>
            <a:pPr marL="171450" indent="-171450">
              <a:buFont typeface="Arial" panose="020B0604020202020204" pitchFamily="34" charset="0"/>
              <a:buChar char="•"/>
            </a:pPr>
            <a:r>
              <a:rPr lang="en-US" b="0" u="none" dirty="0"/>
              <a:t>Clusters require a disk format change (DFC to the latest vSAN format version)</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TBD.</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new Effective Capacity view in vSAN will be one of the major reasons why customers should enable “Auto-RAID” (a requirement for use with this feature) in all clusters that have been upgraded.  It will make ongoing management and planning much easier.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r>
              <a:rPr lang="en-US" sz="1200" b="0" kern="1200" baseline="0" dirty="0">
                <a:solidFill>
                  <a:schemeClr val="tx1"/>
                </a:solidFill>
                <a:ea typeface="+mn-ea"/>
                <a:cs typeface="+mn-cs"/>
              </a:rPr>
              <a:t>Demystifying Capacity Reporting in vSAN:  https://blogs.vmware.com/cloud-foundation/2022/01/14/demystifying-capacity-reporting-in-</a:t>
            </a:r>
            <a:r>
              <a:rPr lang="en-US" sz="1200" b="0" kern="1200" baseline="0" dirty="0" err="1">
                <a:solidFill>
                  <a:schemeClr val="tx1"/>
                </a:solidFill>
                <a:ea typeface="+mn-ea"/>
                <a:cs typeface="+mn-cs"/>
              </a:rPr>
              <a:t>vsan</a:t>
            </a:r>
            <a:r>
              <a:rPr lang="en-US" sz="1200" b="0" kern="1200" baseline="0" dirty="0">
                <a:solidFill>
                  <a:schemeClr val="tx1"/>
                </a:solidFill>
                <a:ea typeface="+mn-ea"/>
                <a:cs typeface="+mn-cs"/>
              </a:rPr>
              <a:t>/ </a:t>
            </a:r>
          </a:p>
          <a:p>
            <a:r>
              <a:rPr lang="en-US" sz="1200" b="0" kern="1200" baseline="0" dirty="0">
                <a:solidFill>
                  <a:schemeClr val="tx1"/>
                </a:solidFill>
                <a:ea typeface="+mn-ea"/>
                <a:cs typeface="+mn-cs"/>
              </a:rPr>
              <a:t>Understanding Reserve Capacity Concepts in vSAN:  https://blogs.vmware.com/cloud-foundation/2022/02/18/understanding-reserved-capacity-concepts-in-</a:t>
            </a:r>
            <a:r>
              <a:rPr lang="en-US" sz="1200" b="0" kern="1200" baseline="0" dirty="0" err="1">
                <a:solidFill>
                  <a:schemeClr val="tx1"/>
                </a:solidFill>
                <a:ea typeface="+mn-ea"/>
                <a:cs typeface="+mn-cs"/>
              </a:rPr>
              <a:t>vsan</a:t>
            </a:r>
            <a:r>
              <a:rPr lang="en-US" sz="1200" b="0" kern="1200" baseline="0" dirty="0">
                <a:solidFill>
                  <a:schemeClr val="tx1"/>
                </a:solidFill>
                <a:ea typeface="+mn-ea"/>
                <a:cs typeface="+mn-cs"/>
              </a:rPr>
              <a:t>/ </a:t>
            </a:r>
          </a:p>
        </p:txBody>
      </p:sp>
      <p:sp>
        <p:nvSpPr>
          <p:cNvPr id="4" name="Slide Number Placeholder 3">
            <a:extLst>
              <a:ext uri="{FF2B5EF4-FFF2-40B4-BE49-F238E27FC236}">
                <a16:creationId xmlns:a16="http://schemas.microsoft.com/office/drawing/2014/main" id="{4E190FC2-D9B4-0A78-D9C5-50530B94B4C7}"/>
              </a:ext>
            </a:extLst>
          </p:cNvPr>
          <p:cNvSpPr>
            <a:spLocks noGrp="1"/>
          </p:cNvSpPr>
          <p:nvPr>
            <p:ph type="sldNum" sz="quarter" idx="5"/>
          </p:nvPr>
        </p:nvSpPr>
        <p:spPr/>
        <p:txBody>
          <a:bodyPr/>
          <a:lstStyle/>
          <a:p>
            <a:fld id="{9F4FBC3A-A12C-40F9-BB8D-BC30C7901396}" type="slidenum">
              <a:rPr lang="en-US" smtClean="0"/>
              <a:pPr/>
              <a:t>24</a:t>
            </a:fld>
            <a:endParaRPr lang="en-US" dirty="0"/>
          </a:p>
        </p:txBody>
      </p:sp>
    </p:spTree>
    <p:extLst>
      <p:ext uri="{BB962C8B-B14F-4D97-AF65-F5344CB8AC3E}">
        <p14:creationId xmlns:p14="http://schemas.microsoft.com/office/powerpoint/2010/main" val="367371369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C2FDA5-82A4-D431-FF20-EE722B5F958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2FAE92F-9364-0F7D-02E4-09ED0B1E73C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3CB5DD3-C90A-8EB2-8CF1-B3E09F9C6AE0}"/>
              </a:ext>
            </a:extLst>
          </p:cNvPr>
          <p:cNvSpPr>
            <a:spLocks noGrp="1"/>
          </p:cNvSpPr>
          <p:nvPr>
            <p:ph type="body" idx="1"/>
          </p:nvPr>
        </p:nvSpPr>
        <p:spPr/>
        <p:txBody>
          <a:bodyPr>
            <a:normAutofit fontScale="77500" lnSpcReduction="20000"/>
          </a:bodyPr>
          <a:lstStyle/>
          <a:p>
            <a:r>
              <a:rPr lang="en-US" sz="1200" b="1" dirty="0"/>
              <a:t>Key Message/Talk track:</a:t>
            </a:r>
          </a:p>
          <a:p>
            <a:r>
              <a:rPr lang="en-US" sz="1200" b="0" dirty="0"/>
              <a:t>vSAN in VCF 9.1 introduces new capabilities to mount and consume stretched vSAN storage across workload domains and even VCF instances that use their own respective vCenter Servers.  Stretched clusters are an important aspect of data resilience for many of our customers, and extending the ability to mount stretched vSAN storage clusters means customers can now mount these remote datastores to clusters managed by other vCenter servers, just as they do with non-stretched vSAN clusters.  </a:t>
            </a:r>
            <a:endParaRPr lang="en-US" sz="1200" b="1" dirty="0"/>
          </a:p>
          <a:p>
            <a:r>
              <a:rPr lang="en-US" sz="1200" dirty="0"/>
              <a:t>----------------------------------</a:t>
            </a:r>
          </a:p>
          <a:p>
            <a:r>
              <a:rPr lang="en-US" sz="1200" b="1" dirty="0"/>
              <a:t>Overview:</a:t>
            </a:r>
          </a:p>
          <a:p>
            <a:pPr marL="171450" indent="-171450">
              <a:buFont typeface="Arial" panose="020B0604020202020204" pitchFamily="34" charset="0"/>
              <a:buChar char="•"/>
            </a:pPr>
            <a:r>
              <a:rPr lang="en-US" dirty="0"/>
              <a:t>Consume </a:t>
            </a:r>
            <a:r>
              <a:rPr lang="en-US" b="1" dirty="0"/>
              <a:t>stretched and non-stretched</a:t>
            </a:r>
            <a:r>
              <a:rPr lang="en-US" dirty="0"/>
              <a:t> datastores across VCF boundaries that use </a:t>
            </a:r>
            <a:r>
              <a:rPr lang="en-US" b="1" dirty="0"/>
              <a:t>different vCenter Servers</a:t>
            </a:r>
          </a:p>
          <a:p>
            <a:pPr marL="628650" lvl="1" indent="-171450">
              <a:buFont typeface="Arial" panose="020B0604020202020204" pitchFamily="34" charset="0"/>
              <a:buChar char="•"/>
            </a:pPr>
            <a:r>
              <a:rPr lang="en-US" dirty="0"/>
              <a:t>Mount stretched cluster datastore to stretched vSphere cluster in another workload domain</a:t>
            </a:r>
          </a:p>
          <a:p>
            <a:pPr marL="628650" lvl="1" indent="-171450">
              <a:buFont typeface="Arial" panose="020B0604020202020204" pitchFamily="34" charset="0"/>
              <a:buChar char="•"/>
            </a:pPr>
            <a:r>
              <a:rPr lang="en-US" dirty="0"/>
              <a:t>Mount stretched cluster datastore to stretched vSphere cluster in another VCF instance</a:t>
            </a:r>
          </a:p>
          <a:p>
            <a:pPr marL="171450" indent="-171450">
              <a:buFont typeface="Arial" panose="020B0604020202020204" pitchFamily="34" charset="0"/>
              <a:buChar char="•"/>
            </a:pPr>
            <a:r>
              <a:rPr lang="en-US" dirty="0"/>
              <a:t>Applies to </a:t>
            </a:r>
            <a:r>
              <a:rPr lang="en-US" b="1" dirty="0"/>
              <a:t>vSAN storage clusters </a:t>
            </a:r>
            <a:r>
              <a:rPr lang="en-US" dirty="0"/>
              <a:t>and </a:t>
            </a:r>
            <a:r>
              <a:rPr lang="en-US" b="1" dirty="0"/>
              <a:t>vSAN HCI clusters </a:t>
            </a:r>
            <a:r>
              <a:rPr lang="en-US" dirty="0"/>
              <a:t>using datastore sharing</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dirty="0"/>
              <a:t>Enhancements in vSAN 8 U3 (VCF 5.2) gave the ability for administrators to create and consume vSAN storage clusters all within built-in VCF workflows.  Users could create a workload domain and configure it as a vSAN storage clusters, and create vSAN compute clusters (aka “vSphere clusters”) that are capable of mounting the datastore of a vSAN storage cluster.  The workflow also allowed for the creation of an additional cluster in the management domain, configured as a vSAN storage cluster.  In VCF 9.0, customers were still unable to mount these remote datastores to vSphere clusters if they were not stretched.</a:t>
            </a:r>
          </a:p>
          <a:p>
            <a:pPr marL="171450" indent="-171450">
              <a:buFont typeface="Arial" panose="020B0604020202020204" pitchFamily="34" charset="0"/>
              <a:buChar char="•"/>
            </a:pPr>
            <a:r>
              <a:rPr lang="en-US" b="0" dirty="0"/>
              <a:t>vSAN in VCF 9.1 provides more comprehensive support for consuming vSAN storage resources residing in one workload domain by clusters in other workload domains (where they use different vCenter servers).  Customers can now mount these remote datastores if they are stretched.  For example, a stretched vSAN storage cluster residing in one VCF workload domain (or VCF instance), can be mounted by vSphere clusters residing in their own respective workload domains.</a:t>
            </a:r>
          </a:p>
          <a:p>
            <a:pPr marL="171450" indent="-171450">
              <a:buFont typeface="Arial" panose="020B0604020202020204" pitchFamily="34" charset="0"/>
              <a:buChar char="•"/>
            </a:pPr>
            <a:r>
              <a:rPr lang="en-US" b="0" dirty="0"/>
              <a:t>This support assumes that if the storage cluster is stretched across two geographic boundaries (fault domains), the respective vSphere clusters must also be stretched across those same two geographic boundaries.  This allows for site level resilience for both compute and storage.</a:t>
            </a:r>
          </a:p>
          <a:p>
            <a:pPr marL="0" indent="0">
              <a:buFont typeface="Arial" panose="020B0604020202020204" pitchFamily="34" charset="0"/>
              <a:buNone/>
            </a:pPr>
            <a:r>
              <a:rPr lang="en-US" b="1" u="sng" dirty="0"/>
              <a:t>Limitations</a:t>
            </a:r>
          </a:p>
          <a:p>
            <a:pPr marL="171450" indent="-171450">
              <a:buFont typeface="Arial" panose="020B0604020202020204" pitchFamily="34" charset="0"/>
              <a:buChar char="•"/>
            </a:pPr>
            <a:r>
              <a:rPr lang="en-US" b="0" u="none" dirty="0"/>
              <a:t>As with environments NOT using VCF, the selection of vSAN HCI or vSAN storage clusters must be performed at cluster creation time.  One cannot retroactively change this setting.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Other limitations of vSAN storage clusters apply to VCF environments just as they do in non-VCF environments.  This includes but not limited to cluster host count sizes, connection limits, etc.  See the vSAN storage cluster documentation for more information.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VCF customers can now provide high levels of resilience through the new support for vSAN stretched clusters across workload domains, VCF instances, and vCenter servers.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p:txBody>
      </p:sp>
      <p:sp>
        <p:nvSpPr>
          <p:cNvPr id="4" name="Slide Number Placeholder 3">
            <a:extLst>
              <a:ext uri="{FF2B5EF4-FFF2-40B4-BE49-F238E27FC236}">
                <a16:creationId xmlns:a16="http://schemas.microsoft.com/office/drawing/2014/main" id="{502EF858-9E2A-6384-D533-7238B383C999}"/>
              </a:ext>
            </a:extLst>
          </p:cNvPr>
          <p:cNvSpPr>
            <a:spLocks noGrp="1"/>
          </p:cNvSpPr>
          <p:nvPr>
            <p:ph type="sldNum" sz="quarter" idx="5"/>
          </p:nvPr>
        </p:nvSpPr>
        <p:spPr/>
        <p:txBody>
          <a:bodyPr/>
          <a:lstStyle/>
          <a:p>
            <a:fld id="{9F4FBC3A-A12C-40F9-BB8D-BC30C7901396}" type="slidenum">
              <a:rPr lang="en-US" smtClean="0"/>
              <a:pPr/>
              <a:t>25</a:t>
            </a:fld>
            <a:endParaRPr lang="en-US" dirty="0"/>
          </a:p>
        </p:txBody>
      </p:sp>
    </p:spTree>
    <p:extLst>
      <p:ext uri="{BB962C8B-B14F-4D97-AF65-F5344CB8AC3E}">
        <p14:creationId xmlns:p14="http://schemas.microsoft.com/office/powerpoint/2010/main" val="328391335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25000" lnSpcReduction="20000"/>
          </a:bodyPr>
          <a:lstStyle/>
          <a:p>
            <a:r>
              <a:rPr lang="en-US" sz="1200" b="1" dirty="0"/>
              <a:t>Key Message/Talk track: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t>Improvements in storage are not just related to performance, efficiency, and simplicity.  vSAN in VCF 9.1 introduces three new dashboard views to help in the operation and management of their VCF environment.  The “Storage Performance Insights” section of the “Storage Operations” view in VCF Operations will provide new proactive detection capabilities that correlate multiple symptoms across a period of time.  This multifactorial approach uses metrics in a smart way to tell virtualization administrators and even technical support staff what the potential root cause of an issue may be, and the prescriptive steps on how to correct it.  </a:t>
            </a:r>
            <a:r>
              <a:rPr lang="en-US" sz="1200" b="1" dirty="0"/>
              <a:t>For environments with dozens or hundreds of clusters across a VCF estate, this is a great example of how VCF can share intelligence with you to save time and improve an environment.  </a:t>
            </a:r>
            <a:r>
              <a:rPr lang="en-US" sz="1200" b="0" dirty="0"/>
              <a:t>vSAN for VCF 9.1 also introduces enhanced vSAN diagnostics capabilities.  It allows you to easily navigate through your environment to better understand the health and well-being of your environment.  Perhaps most important is the ability for one to easily drill down into these views to gain additional levels of detail – something that many of our customers have asked for.  </a:t>
            </a:r>
            <a:r>
              <a:rPr lang="en-US" sz="1200" b="1" dirty="0"/>
              <a:t>These enhanced vSAN diagnostics capabilities deliver the insight that administrators need, in an easy to consume manner. </a:t>
            </a:r>
            <a:r>
              <a:rPr lang="en-US" sz="1200" b="0" dirty="0"/>
              <a:t> And lastly, vSAN in VCF 9.1 introduces a “Protection and Recovery” management pack for VCF Operations.  This aims to help monitor the protection and recovery status of your entire VCF environment.  Within a single dashboard, you can easily see information about discrete protection groups, VMs protected, and even recovery plans as a part of Site Recovery Manager.  </a:t>
            </a:r>
            <a:r>
              <a:rPr lang="en-US" sz="1200" b="1" dirty="0"/>
              <a:t>It is evidence once again that at the fleet-wide level, VCF Operations will let you operate your environment at scale.</a:t>
            </a:r>
          </a:p>
          <a:p>
            <a:r>
              <a:rPr lang="en-US" sz="1200" dirty="0"/>
              <a:t>----------------------------------</a:t>
            </a:r>
          </a:p>
          <a:p>
            <a:r>
              <a:rPr lang="en-US" sz="1200" b="1" dirty="0"/>
              <a:t>Overview:</a:t>
            </a:r>
          </a:p>
          <a:p>
            <a:pPr marL="171450" indent="-171450">
              <a:buFont typeface="Arial" panose="020B0604020202020204" pitchFamily="34" charset="0"/>
              <a:buChar char="•"/>
            </a:pPr>
            <a:r>
              <a:rPr lang="en-US" dirty="0"/>
              <a:t>Identify storage issues through </a:t>
            </a:r>
            <a:r>
              <a:rPr lang="en-US" b="1" dirty="0"/>
              <a:t>new proactive detection </a:t>
            </a:r>
            <a:r>
              <a:rPr lang="en-US" dirty="0"/>
              <a:t>capabilities</a:t>
            </a:r>
          </a:p>
          <a:p>
            <a:pPr marL="171450" indent="-171450">
              <a:buFont typeface="Arial" panose="020B0604020202020204" pitchFamily="34" charset="0"/>
              <a:buChar char="•"/>
            </a:pPr>
            <a:r>
              <a:rPr lang="en-US" dirty="0"/>
              <a:t>Indicates </a:t>
            </a:r>
            <a:r>
              <a:rPr lang="en-US" b="1" dirty="0"/>
              <a:t>root cause </a:t>
            </a:r>
            <a:r>
              <a:rPr lang="en-US" dirty="0"/>
              <a:t>of issue identified and </a:t>
            </a:r>
            <a:r>
              <a:rPr lang="en-US" b="1" dirty="0"/>
              <a:t>prescriptive steps on how to correct it</a:t>
            </a:r>
          </a:p>
          <a:p>
            <a:pPr marL="171450" indent="-171450">
              <a:buFont typeface="Arial" panose="020B0604020202020204" pitchFamily="34" charset="0"/>
              <a:buChar char="•"/>
            </a:pPr>
            <a:r>
              <a:rPr lang="en-US" dirty="0"/>
              <a:t>Gain better understanding of </a:t>
            </a:r>
            <a:r>
              <a:rPr lang="en-US" b="1" dirty="0"/>
              <a:t>performance trends </a:t>
            </a:r>
            <a:r>
              <a:rPr lang="en-US" dirty="0"/>
              <a:t>for vSAN clusters</a:t>
            </a:r>
          </a:p>
          <a:p>
            <a:pPr marL="171450" indent="-171450">
              <a:buFont typeface="Arial" panose="020B0604020202020204" pitchFamily="34" charset="0"/>
              <a:buChar char="•"/>
            </a:pPr>
            <a:r>
              <a:rPr lang="en-US" dirty="0"/>
              <a:t>More helpful insights across teams</a:t>
            </a:r>
          </a:p>
          <a:p>
            <a:pPr marL="628650" lvl="1" indent="-171450">
              <a:buFont typeface="Arial" panose="020B0604020202020204" pitchFamily="34" charset="0"/>
              <a:buChar char="•"/>
            </a:pPr>
            <a:r>
              <a:rPr lang="en-US" dirty="0"/>
              <a:t>Virtualization administrators</a:t>
            </a:r>
          </a:p>
          <a:p>
            <a:pPr marL="628650" lvl="1" indent="-171450">
              <a:buFont typeface="Arial" panose="020B0604020202020204" pitchFamily="34" charset="0"/>
              <a:buChar char="•"/>
            </a:pPr>
            <a:r>
              <a:rPr lang="en-US" dirty="0"/>
              <a:t>Technical Support staff</a:t>
            </a:r>
          </a:p>
          <a:p>
            <a:pPr marL="0" indent="0">
              <a:spcBef>
                <a:spcPts val="1779"/>
              </a:spcBef>
              <a:buFont typeface="Arial" panose="020B0604020202020204" pitchFamily="34" charset="0"/>
              <a:buNone/>
            </a:pPr>
            <a:r>
              <a:rPr lang="en-US" dirty="0"/>
              <a:t>----------------------------------</a:t>
            </a:r>
          </a:p>
          <a:p>
            <a:r>
              <a:rPr lang="en-US" b="1" dirty="0"/>
              <a:t>Details:</a:t>
            </a:r>
          </a:p>
          <a:p>
            <a:pPr marL="0" indent="0">
              <a:buFont typeface="Arial" panose="020B0604020202020204" pitchFamily="34" charset="0"/>
              <a:buNone/>
            </a:pPr>
            <a:r>
              <a:rPr lang="en-US" b="0" u="sng" dirty="0"/>
              <a:t>Storage Performance Insights</a:t>
            </a:r>
          </a:p>
          <a:p>
            <a:pPr marL="171450" indent="-171450">
              <a:buFont typeface="Arial" panose="020B0604020202020204" pitchFamily="34" charset="0"/>
              <a:buChar char="•"/>
            </a:pPr>
            <a:r>
              <a:rPr lang="en-US" b="0" dirty="0"/>
              <a:t>Visibility to storage through VCF Operations took a significant step forward in VCF 9.1.  Three new views were created to accommodate the needs of administrators, and the new capabilities within vSAN.  While the “Storage Operations” “vSAN Performance” and “vSAN Performance Diagnostics” were introduced in VCF Operations 9.0, only the “Storage Operations” view was a comprehensive redesign.  The others only offered incremental improvements with the intention of a more comprehensive revamp at a later time.</a:t>
            </a:r>
          </a:p>
          <a:p>
            <a:pPr marL="171450" indent="-171450">
              <a:buFont typeface="Arial" panose="020B0604020202020204" pitchFamily="34" charset="0"/>
              <a:buChar char="•"/>
            </a:pPr>
            <a:r>
              <a:rPr lang="en-US" b="0" dirty="0"/>
              <a:t>In VCF Ops 9.1, the “Storage Performance Insights” view in offers a new approach to gaining insight into storage powering a VCF environment.  The capabilities within VCF Operations is not just limited to reactive identification of issues, but will take a more proactive approach to its analysis.  It will monitor vSAN performance metrics against a set of predefined rules to identify when for example, performance patterns deviate too far from identified normal ranges.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Note that newer versions of VCF Operations have a new menu arrangement to simplify the side-bar menu.  On the home page of VCF Ops, there are now four tabs.  The four tabs reduce the number and complexity of menu items on the side bar.  This replaces the “Infrastructure Operations” menu tree on the left-hand side of the UI from previous versions.  For the purposes of this feature, the relevant views will be in the “Protect” and the “Operate” tabs.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Operate</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Manage</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Protect</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Build</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These proactive diagnostics can be viewed in VCF Ops by clicking </a:t>
            </a:r>
            <a:r>
              <a:rPr lang="en-US" b="1" dirty="0"/>
              <a:t>on “Infrastructure Operations &gt; Storage Operations &gt; View Insights</a:t>
            </a:r>
            <a:r>
              <a:rPr lang="en-US" b="0" dirty="0"/>
              <a:t>. (Or the “Operate” [tab] &gt; Overview &gt; Storage.  Subject to change based on revised UI in VCF Ops)</a:t>
            </a:r>
          </a:p>
          <a:p>
            <a:pPr marL="628650" lvl="1" indent="-171450">
              <a:buFont typeface="Arial" panose="020B0604020202020204" pitchFamily="34" charset="0"/>
              <a:buChar char="•"/>
            </a:pPr>
            <a:r>
              <a:rPr lang="en-US" b="0" dirty="0"/>
              <a:t>The listing will indicate what type of finding it is, whether it be an on-demand diagnostic, or a new “proactive insight.”</a:t>
            </a:r>
          </a:p>
          <a:p>
            <a:pPr marL="628650" lvl="1" indent="-171450">
              <a:buFont typeface="Arial" panose="020B0604020202020204" pitchFamily="34" charset="0"/>
              <a:buChar char="•"/>
            </a:pPr>
            <a:r>
              <a:rPr lang="en-US" b="0" dirty="0"/>
              <a:t>Each finding can be expanding, which can provide detailed descriptions and time-based metrics  to support the finding.  </a:t>
            </a:r>
          </a:p>
          <a:p>
            <a:pPr marL="171450" indent="-171450">
              <a:buFont typeface="Arial" panose="020B0604020202020204" pitchFamily="34" charset="0"/>
              <a:buChar char="•"/>
            </a:pPr>
            <a:r>
              <a:rPr lang="en-US" b="0" dirty="0"/>
              <a:t>Proactive detection is achieved using preconditions that are a collection of specific metrics at any given point.  For example, Abnormally high VM latency may occur as the result of a combination of the following:  Write latency at the DOM owner exceeding a certain threshold.  RDT network latency exceeding a certain threshold, and a high level of </a:t>
            </a:r>
            <a:r>
              <a:rPr lang="en-US" b="0" dirty="0" err="1"/>
              <a:t>tcpEcn</a:t>
            </a:r>
            <a:r>
              <a:rPr lang="en-US" b="0" dirty="0"/>
              <a:t> notifications.  It is this type of approach that helps reduce the expertise needed for high levels of metric correlations.  </a:t>
            </a:r>
          </a:p>
          <a:p>
            <a:pPr marL="171450" indent="-171450">
              <a:buFont typeface="Arial" panose="020B0604020202020204" pitchFamily="34" charset="0"/>
              <a:buChar char="•"/>
            </a:pPr>
            <a:r>
              <a:rPr lang="en-US" b="0" dirty="0"/>
              <a:t>Logic exists for proactive detection for both OSA and ESA with their own unique set of preconditions.  The likely root cause of performance issues between the two architectures are very different, hence the need for different logic.</a:t>
            </a:r>
          </a:p>
          <a:p>
            <a:pPr marL="171450" indent="-171450">
              <a:buFont typeface="Arial" panose="020B0604020202020204" pitchFamily="34" charset="0"/>
              <a:buChar char="•"/>
            </a:pPr>
            <a:r>
              <a:rPr lang="en-US" b="0" dirty="0"/>
              <a:t>Note that some findings may help provide a helpful explanation or reason for the condition, but may not be able to provide an actionable recommendation.  For example, if a backup job is producing a large amount of sequential I/O using large I/O sizes, there isn’t much that we can do about that.  However, the purpose in these cases can help administrators better understand the differences between workload-related issues and infrastructure-related issues.</a:t>
            </a:r>
          </a:p>
          <a:p>
            <a:pPr marL="0" indent="0">
              <a:buFont typeface="Arial" panose="020B0604020202020204" pitchFamily="34" charset="0"/>
              <a:buNone/>
            </a:pPr>
            <a:endParaRPr lang="en-US" b="0" u="sng" dirty="0"/>
          </a:p>
          <a:p>
            <a:pPr marL="0" indent="0">
              <a:buFont typeface="Arial" panose="020B0604020202020204" pitchFamily="34" charset="0"/>
              <a:buNone/>
            </a:pPr>
            <a:r>
              <a:rPr lang="en-US" b="0" u="sng" dirty="0"/>
              <a:t>Enhanced vSAN Diagnostics</a:t>
            </a:r>
          </a:p>
          <a:p>
            <a:pPr marL="171450" indent="-171450">
              <a:buFont typeface="Arial" panose="020B0604020202020204" pitchFamily="34" charset="0"/>
              <a:buChar char="•"/>
            </a:pPr>
            <a:r>
              <a:rPr lang="en-US" b="0" dirty="0"/>
              <a:t>Visibility to storage through VCF Operations took a significant step forward in VCF 9.1.  Three new views were created to accommodate the needs of administrators, and the new capabilities within vSAN.  While the “Storage Operations” “vSAN Performance” and “vSAN Performance Diagnostics” were introduced in VCF Operations 9.0, only the “Storage Operations” view was a comprehensive redesign.  The others only offered incremental improvements with the intention of a more comprehensive revamp at a later time.</a:t>
            </a:r>
          </a:p>
          <a:p>
            <a:pPr marL="171450" indent="-171450">
              <a:buFont typeface="Arial" panose="020B0604020202020204" pitchFamily="34" charset="0"/>
              <a:buChar char="•"/>
            </a:pPr>
            <a:r>
              <a:rPr lang="en-US" b="0" dirty="0"/>
              <a:t>VCF Ops 9.1 delivers more health and diagnostics information across an entire fleet without having to go into specific vCenter Servers and clusters.  This allows VCF Operations to help administrators understand the health status overview of clusters across their fleet, and quickly understand what issues need attention.  Most noticeable is the ability to find “next layer down” information all within VCF Operations, without needing to go into vCenter Server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Note that newer versions of VCF Operations have a new menu arrangement to simplify the side-bar menu.  On the home page of VCF Ops, there are now four tabs.  The four tabs reduce the number and complexity of menu items on the side bar.  This replaces the “Infrastructure Operations” menu tree on the left hand side of the UI from previous versions.  For the purposes of this feature, the relevant views will be in the “Protect” and the “Operate” tabs.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Operate</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Manage</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Protect</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Build</a:t>
            </a:r>
          </a:p>
          <a:p>
            <a:pPr marL="171450" indent="-171450">
              <a:buFont typeface="Arial" panose="020B0604020202020204" pitchFamily="34" charset="0"/>
              <a:buChar char="•"/>
            </a:pPr>
            <a:r>
              <a:rPr lang="en-US" b="0" dirty="0"/>
              <a:t>The new “diagnostics” view can be found in VCF Operations under </a:t>
            </a:r>
            <a:r>
              <a:rPr lang="en-US" b="1" dirty="0"/>
              <a:t>Infrastructure Operations &gt; Diagnostics</a:t>
            </a:r>
            <a:r>
              <a:rPr lang="en-US" b="0" dirty="0"/>
              <a:t>. (Or the “Operate” [tab] &gt; VCF Health.  subject to change based on revised UI in VCF Ops)</a:t>
            </a:r>
          </a:p>
          <a:p>
            <a:pPr marL="628650" lvl="1" indent="-171450">
              <a:buFont typeface="Arial" panose="020B0604020202020204" pitchFamily="34" charset="0"/>
              <a:buChar char="•"/>
            </a:pPr>
            <a:r>
              <a:rPr lang="en-US" b="0" dirty="0"/>
              <a:t>Under VCF Health…</a:t>
            </a:r>
          </a:p>
          <a:p>
            <a:pPr marL="1085850" lvl="2" indent="-171450">
              <a:buFont typeface="Arial" panose="020B0604020202020204" pitchFamily="34" charset="0"/>
              <a:buChar char="•"/>
            </a:pPr>
            <a:r>
              <a:rPr lang="en-US" b="0" dirty="0"/>
              <a:t>VCF View</a:t>
            </a:r>
          </a:p>
          <a:p>
            <a:pPr marL="1543050" lvl="3" indent="-171450">
              <a:buFont typeface="Arial" panose="020B0604020202020204" pitchFamily="34" charset="0"/>
              <a:buChar char="•"/>
            </a:pPr>
            <a:r>
              <a:rPr lang="en-US" b="0" dirty="0"/>
              <a:t>The top portion of the screen will present a summary of VCF instances, which includes host count, vCenter server instances, vSAN clusters, and NSX instances</a:t>
            </a:r>
          </a:p>
          <a:p>
            <a:pPr marL="1543050" lvl="3" indent="-171450">
              <a:buFont typeface="Arial" panose="020B0604020202020204" pitchFamily="34" charset="0"/>
              <a:buChar char="•"/>
            </a:pPr>
            <a:r>
              <a:rPr lang="en-US" b="0" dirty="0"/>
              <a:t>The middle portion of the screen will present a list of VCF instances, and their associated status.  The status of these instances will indicate the number of health issues and performance insights for those instances.  Each VCF instance is clickable.</a:t>
            </a:r>
          </a:p>
          <a:p>
            <a:pPr marL="1543050" lvl="3" indent="-171450">
              <a:buFont typeface="Arial" panose="020B0604020202020204" pitchFamily="34" charset="0"/>
              <a:buChar char="•"/>
            </a:pPr>
            <a:r>
              <a:rPr lang="en-US" b="0" dirty="0"/>
              <a:t>The VCF instances list will also have an alternate “relationship” view.  This will provide a hierarchical tree that shows the relationships between domains and instances across the fleet.</a:t>
            </a:r>
          </a:p>
          <a:p>
            <a:pPr marL="1543050" lvl="3" indent="-171450">
              <a:buFont typeface="Arial" panose="020B0604020202020204" pitchFamily="34" charset="0"/>
              <a:buChar char="•"/>
            </a:pPr>
            <a:r>
              <a:rPr lang="en-US" b="0" dirty="0"/>
              <a:t>Clicking on an instance will drill down to the respective workload and management domains within that instance, and the number of health issues and performance insights for those domains.</a:t>
            </a:r>
          </a:p>
          <a:p>
            <a:pPr marL="1543050" lvl="3" indent="-171450">
              <a:buFont typeface="Arial" panose="020B0604020202020204" pitchFamily="34" charset="0"/>
              <a:buChar char="•"/>
            </a:pPr>
            <a:r>
              <a:rPr lang="en-US" b="0" dirty="0"/>
              <a:t>The lower portion of the view will detail the vCenter instances, ESX hosts, VCF Ops collectors, and VCF Automation</a:t>
            </a:r>
          </a:p>
          <a:p>
            <a:pPr marL="1085850" lvl="2" indent="-171450">
              <a:buFont typeface="Arial" panose="020B0604020202020204" pitchFamily="34" charset="0"/>
              <a:buChar char="•"/>
            </a:pPr>
            <a:r>
              <a:rPr lang="en-US" b="0" dirty="0"/>
              <a:t>Component View</a:t>
            </a:r>
          </a:p>
          <a:p>
            <a:pPr marL="1543050" lvl="3" indent="-171450">
              <a:buFont typeface="Arial" panose="020B0604020202020204" pitchFamily="34" charset="0"/>
              <a:buChar char="•"/>
            </a:pPr>
            <a:r>
              <a:rPr lang="en-US" b="0" dirty="0"/>
              <a:t>This view is similar to above, but replaces the middle portions of the view with technical information like certificate status, NTP and DNS.  It also shows vCenter Server instances, and time based history of ESX host connectivity.</a:t>
            </a:r>
          </a:p>
          <a:p>
            <a:pPr marL="1085850" lvl="2" indent="-171450">
              <a:buFont typeface="Arial" panose="020B0604020202020204" pitchFamily="34" charset="0"/>
              <a:buChar char="•"/>
            </a:pPr>
            <a:r>
              <a:rPr lang="en-US" b="0" dirty="0"/>
              <a:t>Under VCF Findings…</a:t>
            </a:r>
          </a:p>
          <a:p>
            <a:pPr marL="1543050" lvl="3" indent="-171450">
              <a:buFont typeface="Arial" panose="020B0604020202020204" pitchFamily="34" charset="0"/>
              <a:buChar char="•"/>
            </a:pPr>
            <a:r>
              <a:rPr lang="en-US" b="0" dirty="0"/>
              <a:t>This will present a fleetwide view of the following, each in the respective tabs</a:t>
            </a:r>
          </a:p>
          <a:p>
            <a:pPr marL="2000250" lvl="4" indent="-171450">
              <a:buFont typeface="Arial" panose="020B0604020202020204" pitchFamily="34" charset="0"/>
              <a:buChar char="•"/>
            </a:pPr>
            <a:r>
              <a:rPr lang="en-US" b="0" dirty="0"/>
              <a:t>Active Findings</a:t>
            </a:r>
          </a:p>
          <a:p>
            <a:pPr marL="2000250" lvl="4" indent="-171450">
              <a:buFont typeface="Arial" panose="020B0604020202020204" pitchFamily="34" charset="0"/>
              <a:buChar char="•"/>
            </a:pPr>
            <a:r>
              <a:rPr lang="en-US" b="0" dirty="0"/>
              <a:t>Historical Findings</a:t>
            </a:r>
          </a:p>
          <a:p>
            <a:pPr marL="2000250" lvl="4" indent="-171450">
              <a:buFont typeface="Arial" panose="020B0604020202020204" pitchFamily="34" charset="0"/>
              <a:buChar char="•"/>
            </a:pPr>
            <a:r>
              <a:rPr lang="en-US" b="0" dirty="0"/>
              <a:t>Findings catalog</a:t>
            </a:r>
          </a:p>
          <a:p>
            <a:pPr marL="2000250" lvl="4" indent="-171450">
              <a:buFont typeface="Arial" panose="020B0604020202020204" pitchFamily="34" charset="0"/>
              <a:buChar char="•"/>
            </a:pPr>
            <a:r>
              <a:rPr lang="en-US" b="0" dirty="0"/>
              <a:t>Hardware compatibility</a:t>
            </a:r>
          </a:p>
          <a:p>
            <a:pPr marL="171450" lvl="0" indent="-171450">
              <a:buFont typeface="Arial" panose="020B0604020202020204" pitchFamily="34" charset="0"/>
              <a:buChar char="•"/>
            </a:pPr>
            <a:r>
              <a:rPr lang="en-US" b="0" dirty="0"/>
              <a:t>The diagnostics view will also allow you t drill down into a specific vCenter server, and see relevant/important details about the health and well being of that particular vCenter server.</a:t>
            </a:r>
          </a:p>
          <a:p>
            <a:pPr marL="0" indent="0">
              <a:buFont typeface="Arial" panose="020B0604020202020204" pitchFamily="34" charset="0"/>
              <a:buNone/>
            </a:pPr>
            <a:endParaRPr lang="en-US" b="0" dirty="0"/>
          </a:p>
          <a:p>
            <a:pPr marL="0" indent="0">
              <a:buFont typeface="Arial" panose="020B0604020202020204" pitchFamily="34" charset="0"/>
              <a:buNone/>
            </a:pPr>
            <a:r>
              <a:rPr lang="en-US" b="0" u="sng" dirty="0"/>
              <a:t>Protection and Recovery</a:t>
            </a:r>
          </a:p>
          <a:p>
            <a:pPr marL="171450" indent="-171450">
              <a:buFont typeface="Arial" panose="020B0604020202020204" pitchFamily="34" charset="0"/>
              <a:buChar char="•"/>
            </a:pPr>
            <a:r>
              <a:rPr lang="en-US" b="0" dirty="0"/>
              <a:t>Data protection strategies often must factor in the characteristics of the environment such as multiple clusters, multiple workload domains, and multiple VCF instances.  Protection strategies also commonly incorporate notions of a “source” and a “target” location.  With this level of complexity, views within a vCenter server often are insufficient understanding and monitoring the protection activities of an environment.</a:t>
            </a:r>
          </a:p>
          <a:p>
            <a:pPr marL="171450" indent="-171450">
              <a:buFont typeface="Arial" panose="020B0604020202020204" pitchFamily="34" charset="0"/>
              <a:buChar char="•"/>
            </a:pPr>
            <a:r>
              <a:rPr lang="en-US" b="0" dirty="0"/>
              <a:t>VCF Operations in VCF 9.1 aims to solve this.  Administrators can now use VCF Ops to monitor the protection status of an entire VCF environment.  These views are designed to provide visibility across an entire fleet of VCF instances, with the ease of drilling down into the respective VCF instances, workload and management domains, clusters and VMs.  All of this is delivered through a management pack within VCF Ops.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Note that newer versions of VCF Operations have a new menu arrangement to simplify the side-bar menu.  On the home page of VCF Ops, there are now four tabs.  The four tabs reduce the number and complexity of menu items on the side bar.  This replaces the “Infrastructure Operations” menu tree on the left hand side of the UI from previous versions.  For the purposes of this feature, the relevant views will be in the “Protect” and the “Operate” tabs.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Operate</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Manage</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Protect</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Build</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New protection and recovery information can be found in VCF Operations under the “</a:t>
            </a:r>
            <a:r>
              <a:rPr lang="en-US" b="1" dirty="0"/>
              <a:t>Protect</a:t>
            </a:r>
            <a:r>
              <a:rPr lang="en-US" b="0" dirty="0"/>
              <a:t>” [tab] &gt; </a:t>
            </a:r>
            <a:r>
              <a:rPr lang="en-US" b="1" dirty="0"/>
              <a:t>Protection and Recovery</a:t>
            </a:r>
            <a:r>
              <a:rPr lang="en-US" b="0" dirty="0"/>
              <a:t>..   It will consist of two tabs, and various sections with protection and recovery information about an environment.  They are as follows: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Overview </a:t>
            </a:r>
            <a:r>
              <a:rPr lang="en-US" b="0" dirty="0"/>
              <a:t>[tab]</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top section of the view consists of 4 key areas:</a:t>
            </a:r>
          </a:p>
          <a:p>
            <a:pPr marL="1543050" marR="0" lvl="3"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Protection.  </a:t>
            </a:r>
            <a:r>
              <a:rPr lang="en-US" b="0" dirty="0"/>
              <a:t>Gives a summary of the number of VMs with local protection, replication to an on-prem target, and replication to a cloud</a:t>
            </a:r>
          </a:p>
          <a:p>
            <a:pPr marL="1543050" marR="0" lvl="3"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Recoverability. </a:t>
            </a:r>
            <a:r>
              <a:rPr lang="en-US" b="0" dirty="0"/>
              <a:t> Gives a summary of the number of VMs protected for Disaster Recovery and the number of VMs protected for Cyber Recovery.</a:t>
            </a:r>
          </a:p>
          <a:p>
            <a:pPr marL="1543050" marR="0" lvl="3"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Deployments.  </a:t>
            </a:r>
            <a:r>
              <a:rPr lang="en-US" b="0" dirty="0"/>
              <a:t>This summarizes the number of deployments in the fleet, showing the number of vCenter servers with vSAN Protection and Recovery (previously known as “vSAN Data Protection.”), Cyber Recovery regions, and Site Recovery pairs.</a:t>
            </a:r>
          </a:p>
          <a:p>
            <a:pPr marL="1543050" marR="0" lvl="3"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Alerts.  </a:t>
            </a:r>
            <a:r>
              <a:rPr lang="en-US" b="0" dirty="0"/>
              <a:t>This gives a time-based stacked bar chart of the number of alerts, grouped by “critical” “immediate” and “warning.”</a:t>
            </a:r>
          </a:p>
          <a:p>
            <a:pPr marL="1085850" marR="0" lvl="2"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bottom section of the view lists “</a:t>
            </a:r>
            <a:r>
              <a:rPr lang="en-US" b="1" dirty="0"/>
              <a:t>Protected </a:t>
            </a:r>
            <a:r>
              <a:rPr lang="en-US" b="1" dirty="0" err="1"/>
              <a:t>vCenters</a:t>
            </a:r>
            <a:r>
              <a:rPr lang="en-US" b="0" dirty="0"/>
              <a:t>” consisting of an enumerated list of vCenter Servers and the relevant protection and recovery statistics and status.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Deployments </a:t>
            </a:r>
            <a:r>
              <a:rPr lang="en-US" b="0" dirty="0"/>
              <a:t>[tab]</a:t>
            </a:r>
          </a:p>
          <a:p>
            <a:pPr marL="1085850" lvl="2" indent="-171450">
              <a:buFont typeface="Arial" panose="020B0604020202020204" pitchFamily="34" charset="0"/>
              <a:buChar char="•"/>
            </a:pPr>
            <a:r>
              <a:rPr lang="en-US" b="0" dirty="0"/>
              <a:t>This view provides a list of deployments, that can be sorted by name, or type, such as “cyber recovery region” “site recovery pair” or “vSAN Protection and Recovery.”  Each one of these deployments will show the number of protected VMs, as well as the respective status for protection as well as recoverability.</a:t>
            </a:r>
          </a:p>
          <a:p>
            <a:pPr marL="171450" lvl="0" indent="-171450">
              <a:buFont typeface="Arial" panose="020B0604020202020204" pitchFamily="34" charset="0"/>
              <a:buChar char="•"/>
            </a:pPr>
            <a:r>
              <a:rPr lang="en-US" b="0" dirty="0"/>
              <a:t>Other dashboards, relevant to protection and recovery can be found under “</a:t>
            </a:r>
            <a:r>
              <a:rPr lang="en-US" b="1" dirty="0"/>
              <a:t>Protect</a:t>
            </a:r>
            <a:r>
              <a:rPr lang="en-US" b="0" dirty="0"/>
              <a:t>” [tab] &gt; </a:t>
            </a:r>
            <a:r>
              <a:rPr lang="en-US" b="1" dirty="0"/>
              <a:t>Protection and Recovery &gt; “Dashboards” </a:t>
            </a:r>
            <a:r>
              <a:rPr lang="en-US" b="0" dirty="0"/>
              <a:t>pulldown menu.  This will provide a list of the following relevant dashboards.</a:t>
            </a:r>
          </a:p>
          <a:p>
            <a:pPr marL="628650" lvl="1" indent="-171450">
              <a:buFont typeface="Arial" panose="020B0604020202020204" pitchFamily="34" charset="0"/>
              <a:buChar char="•"/>
            </a:pPr>
            <a:r>
              <a:rPr lang="en-US" b="0" dirty="0"/>
              <a:t>vSAN Snapshots and Replication Overview.  Shows a summary of all snapshots and replication, with alerts for RPO violations and missed snapshots.</a:t>
            </a:r>
          </a:p>
          <a:p>
            <a:pPr marL="628650" lvl="1" indent="-171450">
              <a:buFont typeface="Arial" panose="020B0604020202020204" pitchFamily="34" charset="0"/>
              <a:buChar char="•"/>
            </a:pPr>
            <a:r>
              <a:rPr lang="en-US" b="0" dirty="0"/>
              <a:t>VLR Cloud Overview.  Cloud based protection and recovery details.</a:t>
            </a:r>
          </a:p>
          <a:p>
            <a:pPr marL="628650" lvl="1" indent="-171450">
              <a:buFont typeface="Arial" panose="020B0604020202020204" pitchFamily="34" charset="0"/>
              <a:buChar char="•"/>
            </a:pPr>
            <a:r>
              <a:rPr lang="en-US" b="0" dirty="0"/>
              <a:t>Recovery Overview.  Lists protection and recovery sites, site pairing, alerts, protection groups, recovery plans, and recovery VMs.</a:t>
            </a:r>
          </a:p>
          <a:p>
            <a:pPr marL="171450" lvl="0" indent="-171450">
              <a:buFont typeface="Arial" panose="020B0604020202020204" pitchFamily="34" charset="0"/>
              <a:buChar char="•"/>
            </a:pPr>
            <a:r>
              <a:rPr lang="en-US" b="0" dirty="0"/>
              <a:t>These same dashboards can be found under the “Operate” [tab] under </a:t>
            </a:r>
            <a:r>
              <a:rPr lang="en-US" b="1" dirty="0"/>
              <a:t>Dashboards &gt; Dashboards</a:t>
            </a:r>
            <a:r>
              <a:rPr lang="en-US" b="0" dirty="0"/>
              <a:t>.</a:t>
            </a:r>
          </a:p>
          <a:p>
            <a:pPr marL="0" indent="0">
              <a:buFont typeface="Arial" panose="020B0604020202020204" pitchFamily="34" charset="0"/>
              <a:buNone/>
            </a:pPr>
            <a:endParaRPr lang="en-US" b="0" dirty="0"/>
          </a:p>
          <a:p>
            <a:pPr marL="0" indent="0">
              <a:buFont typeface="Arial" panose="020B0604020202020204" pitchFamily="34" charset="0"/>
              <a:buNone/>
            </a:pPr>
            <a:r>
              <a:rPr lang="en-US" b="1" u="sng" dirty="0"/>
              <a:t>Limitations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Assumes the use of VCF 9.1</a:t>
            </a:r>
          </a:p>
          <a:p>
            <a:pPr marL="171450" indent="-171450">
              <a:buFont typeface="Arial" panose="020B0604020202020204" pitchFamily="34" charset="0"/>
              <a:buChar char="•"/>
            </a:pPr>
            <a:r>
              <a:rPr lang="en-US" b="0" u="none" dirty="0"/>
              <a:t>The step of providing practical, proactive detections is an iterative effort.  The detection logic is far from complete, but this effort provides the proper framework for adding new detection logic.</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dirty="0"/>
              <a:t>Feature value in one sentence.</a:t>
            </a:r>
            <a:r>
              <a:rPr lang="en-US" b="0" dirty="0"/>
              <a:t>  New storage performance insights, vSAN Diagnostics, and Protection and Recovery </a:t>
            </a:r>
            <a:r>
              <a:rPr lang="en-US" b="0" dirty="0" err="1"/>
              <a:t>dahsboards</a:t>
            </a:r>
            <a:r>
              <a:rPr lang="en-US" b="0" dirty="0"/>
              <a:t> will help customers observe what is most important in their environment.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set of preconditions and rules will not be advertised, as they are subject to change, and my lead to more questions than answers.  The focus should remain on how the capability helps the end user.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Common Use Cases.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TBD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r>
              <a:rPr lang="en-US" sz="1200" b="0" kern="1200" baseline="0" dirty="0">
                <a:solidFill>
                  <a:schemeClr val="tx1"/>
                </a:solidFill>
                <a:ea typeface="+mn-ea"/>
                <a:cs typeface="+mn-cs"/>
              </a:rPr>
              <a:t>Holistic Views for vSAN Clusters using VCF Operations:  https://blogs.vmware.com/cloud-foundation/2025/08/07/holistic-views-for-</a:t>
            </a:r>
            <a:r>
              <a:rPr lang="en-US" sz="1200" b="0" kern="1200" baseline="0" dirty="0" err="1">
                <a:solidFill>
                  <a:schemeClr val="tx1"/>
                </a:solidFill>
                <a:ea typeface="+mn-ea"/>
                <a:cs typeface="+mn-cs"/>
              </a:rPr>
              <a:t>vsan</a:t>
            </a:r>
            <a:r>
              <a:rPr lang="en-US" sz="1200" b="0" kern="1200" baseline="0" dirty="0">
                <a:solidFill>
                  <a:schemeClr val="tx1"/>
                </a:solidFill>
                <a:ea typeface="+mn-ea"/>
                <a:cs typeface="+mn-cs"/>
              </a:rPr>
              <a:t>-clusters-using-</a:t>
            </a:r>
            <a:r>
              <a:rPr lang="en-US" sz="1200" b="0" kern="1200" baseline="0" dirty="0" err="1">
                <a:solidFill>
                  <a:schemeClr val="tx1"/>
                </a:solidFill>
                <a:ea typeface="+mn-ea"/>
                <a:cs typeface="+mn-cs"/>
              </a:rPr>
              <a:t>vcf</a:t>
            </a:r>
            <a:r>
              <a:rPr lang="en-US" sz="1200" b="0" kern="1200" baseline="0" dirty="0">
                <a:solidFill>
                  <a:schemeClr val="tx1"/>
                </a:solidFill>
                <a:ea typeface="+mn-ea"/>
                <a:cs typeface="+mn-cs"/>
              </a:rPr>
              <a:t>-operations/ </a:t>
            </a:r>
          </a:p>
          <a:p>
            <a:endParaRPr lang="en-US" dirty="0"/>
          </a:p>
        </p:txBody>
      </p:sp>
      <p:sp>
        <p:nvSpPr>
          <p:cNvPr id="4" name="Slide Number Placeholder 3"/>
          <p:cNvSpPr>
            <a:spLocks noGrp="1"/>
          </p:cNvSpPr>
          <p:nvPr>
            <p:ph type="sldNum" sz="quarter" idx="5"/>
          </p:nvPr>
        </p:nvSpPr>
        <p:spPr/>
        <p:txBody>
          <a:bodyPr/>
          <a:lstStyle/>
          <a:p>
            <a:fld id="{9F4FBC3A-A12C-40F9-BB8D-BC30C7901396}" type="slidenum">
              <a:rPr lang="en-US" smtClean="0"/>
              <a:pPr/>
              <a:t>26</a:t>
            </a:fld>
            <a:endParaRPr lang="en-US" dirty="0"/>
          </a:p>
        </p:txBody>
      </p:sp>
    </p:spTree>
    <p:extLst>
      <p:ext uri="{BB962C8B-B14F-4D97-AF65-F5344CB8AC3E}">
        <p14:creationId xmlns:p14="http://schemas.microsoft.com/office/powerpoint/2010/main" val="91924018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Key Message/Talk track: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rgbClr val="262626"/>
                </a:solidFill>
                <a:effectLst/>
                <a:latin typeface="Metropolis Light" panose="00000400000000000000" pitchFamily="2" charset="0"/>
                <a:ea typeface="Metropolis Light" panose="00000400000000000000" pitchFamily="2" charset="0"/>
                <a:cs typeface="Times New Roman" panose="02020603050405020304" pitchFamily="18" charset="0"/>
              </a:rPr>
              <a:t>There you have it!  With all of the new capabilities and integration into VCF, it is clear that vSAN is the premier storage platform for VMware Cloud Foundation.  Ask yourself the questions:  “</a:t>
            </a:r>
            <a:r>
              <a:rPr lang="en-US" i="1" dirty="0">
                <a:solidFill>
                  <a:schemeClr val="bg1"/>
                </a:solidFill>
                <a:latin typeface="Metropolis Light" panose="00000400000000000000" pitchFamily="2" charset="0"/>
              </a:rPr>
              <a:t>You’ve trusted the hypervisor to manage your workloads.  Why not let it manage your storage?”  “vSAN is a part of the hypervisor and licensing.   Why not use it?  </a:t>
            </a:r>
            <a:r>
              <a:rPr lang="en-US" i="0" dirty="0">
                <a:solidFill>
                  <a:schemeClr val="bg1"/>
                </a:solidFill>
                <a:latin typeface="Metropolis Light" panose="00000400000000000000" pitchFamily="2" charset="0"/>
              </a:rPr>
              <a:t>vSAN allows you to manage and protect your workloads at the VM level for unprecedented levels of control, visibility, and protection.</a:t>
            </a:r>
            <a:endParaRPr lang="en-US" i="1" dirty="0">
              <a:solidFill>
                <a:schemeClr val="bg1"/>
              </a:solidFill>
              <a:latin typeface="Metropolis Light" panose="00000400000000000000" pitchFamily="2"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i="1" dirty="0">
              <a:solidFill>
                <a:schemeClr val="bg1"/>
              </a:solidFill>
              <a:latin typeface="Metropolis Light" panose="00000400000000000000" pitchFamily="2"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rgbClr val="262626"/>
              </a:solidFill>
              <a:effectLst/>
              <a:latin typeface="Metropolis Light" panose="00000400000000000000" pitchFamily="2" charset="0"/>
              <a:ea typeface="Metropolis Light" panose="00000400000000000000" pitchFamily="2" charset="0"/>
              <a:cs typeface="Times New Roman" panose="02020603050405020304" pitchFamily="18" charset="0"/>
            </a:endParaRPr>
          </a:p>
          <a:p>
            <a:endParaRPr lang="en-US" dirty="0"/>
          </a:p>
        </p:txBody>
      </p:sp>
      <p:sp>
        <p:nvSpPr>
          <p:cNvPr id="4" name="Slide Number Placeholder 3"/>
          <p:cNvSpPr>
            <a:spLocks noGrp="1"/>
          </p:cNvSpPr>
          <p:nvPr>
            <p:ph type="sldNum" sz="quarter" idx="5"/>
          </p:nvPr>
        </p:nvSpPr>
        <p:spPr/>
        <p:txBody>
          <a:bodyPr/>
          <a:lstStyle/>
          <a:p>
            <a:fld id="{9F4FBC3A-A12C-40F9-BB8D-BC30C7901396}" type="slidenum">
              <a:rPr lang="en-US" smtClean="0"/>
              <a:pPr/>
              <a:t>27</a:t>
            </a:fld>
            <a:endParaRPr lang="en-US" dirty="0"/>
          </a:p>
        </p:txBody>
      </p:sp>
    </p:spTree>
    <p:extLst>
      <p:ext uri="{BB962C8B-B14F-4D97-AF65-F5344CB8AC3E}">
        <p14:creationId xmlns:p14="http://schemas.microsoft.com/office/powerpoint/2010/main" val="331388150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F4FBC3A-A12C-40F9-BB8D-BC30C7901396}" type="slidenum">
              <a:rPr lang="en-US" smtClean="0"/>
              <a:pPr/>
              <a:t>28</a:t>
            </a:fld>
            <a:endParaRPr lang="en-US" dirty="0"/>
          </a:p>
        </p:txBody>
      </p:sp>
    </p:spTree>
    <p:extLst>
      <p:ext uri="{BB962C8B-B14F-4D97-AF65-F5344CB8AC3E}">
        <p14:creationId xmlns:p14="http://schemas.microsoft.com/office/powerpoint/2010/main" val="403008607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normAutofit/>
          </a:bodyPr>
          <a:lstStyle/>
          <a:p>
            <a:r>
              <a:rPr lang="en-US" sz="1200" b="1" dirty="0"/>
              <a:t>Key Message/Talk track:</a:t>
            </a:r>
          </a:p>
          <a:p>
            <a:r>
              <a:rPr lang="en-US" sz="1200" b="0" dirty="0"/>
              <a:t>vSphere’s Advanced Memory Tiering in VCF 9.0 can be an incredible way to keep hardware costs down, as it allows you to use NVMe storage devices as a tier of memory in your hosts.  It is fully supported in vSAN!</a:t>
            </a:r>
          </a:p>
          <a:p>
            <a:r>
              <a:rPr lang="en-US" sz="1200" dirty="0"/>
              <a:t>----------------------------------</a:t>
            </a:r>
          </a:p>
          <a:p>
            <a:r>
              <a:rPr lang="en-US" sz="1200" b="1" dirty="0"/>
              <a:t>Overview:</a:t>
            </a:r>
          </a:p>
          <a:p>
            <a:pPr marL="171450" indent="-171450">
              <a:buFont typeface="Arial" panose="020B0604020202020204" pitchFamily="34" charset="0"/>
              <a:buChar char="•"/>
            </a:pPr>
            <a:r>
              <a:rPr lang="en-US" b="1" dirty="0"/>
              <a:t>Dedicate NVMe storage devices </a:t>
            </a:r>
            <a:r>
              <a:rPr lang="en-US" dirty="0"/>
              <a:t>in each host to provide a </a:t>
            </a:r>
            <a:r>
              <a:rPr lang="en-US" b="1" dirty="0"/>
              <a:t>memory tier</a:t>
            </a:r>
          </a:p>
          <a:p>
            <a:pPr marL="171450" indent="-171450">
              <a:buFont typeface="Arial" panose="020B0604020202020204" pitchFamily="34" charset="0"/>
              <a:buChar char="•"/>
            </a:pPr>
            <a:r>
              <a:rPr lang="en-US" b="1" dirty="0"/>
              <a:t>Reduce memory costs </a:t>
            </a:r>
            <a:r>
              <a:rPr lang="en-US" dirty="0"/>
              <a:t>by automatically offloading cold memory pages to memory tier</a:t>
            </a:r>
          </a:p>
          <a:p>
            <a:pPr marL="171450" indent="-171450">
              <a:buFont typeface="Arial" panose="020B0604020202020204" pitchFamily="34" charset="0"/>
              <a:buChar char="•"/>
            </a:pPr>
            <a:r>
              <a:rPr lang="en-US" b="1" dirty="0"/>
              <a:t>Increase host utilization </a:t>
            </a:r>
            <a:r>
              <a:rPr lang="en-US" dirty="0"/>
              <a:t>– reducing stranded/unused CPU resources</a:t>
            </a:r>
          </a:p>
          <a:p>
            <a:pPr marL="171450" indent="-171450">
              <a:buFont typeface="Arial" panose="020B0604020202020204" pitchFamily="34" charset="0"/>
              <a:buChar char="•"/>
            </a:pPr>
            <a:r>
              <a:rPr lang="en-US" b="1" dirty="0"/>
              <a:t>Proactive - </a:t>
            </a:r>
            <a:r>
              <a:rPr lang="en-US" dirty="0"/>
              <a:t>occurs before reactive memory ballooning, compression and swapping techniques</a:t>
            </a:r>
          </a:p>
          <a:p>
            <a:pPr marL="171450" indent="-171450">
              <a:buFont typeface="Arial" panose="020B0604020202020204" pitchFamily="34" charset="0"/>
              <a:buChar char="•"/>
            </a:pPr>
            <a:r>
              <a:rPr lang="en-US" dirty="0"/>
              <a:t>Supports </a:t>
            </a:r>
            <a:r>
              <a:rPr lang="en-US" b="1" dirty="0"/>
              <a:t>1:1</a:t>
            </a:r>
            <a:r>
              <a:rPr lang="en-US" dirty="0"/>
              <a:t> DRAM to NVMe capacity ratio</a:t>
            </a:r>
          </a:p>
          <a:p>
            <a:pPr marL="0" indent="0">
              <a:spcBef>
                <a:spcPts val="1779"/>
              </a:spcBef>
              <a:buFont typeface="Arial" panose="020B0604020202020204" pitchFamily="34" charset="0"/>
              <a:buNone/>
            </a:pPr>
            <a:r>
              <a:rPr lang="en-US" dirty="0"/>
              <a:t>----------------------------------</a:t>
            </a:r>
          </a:p>
          <a:p>
            <a:r>
              <a:rPr lang="en-US" b="1" dirty="0"/>
              <a:t>Details: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r>
              <a:rPr lang="en-US" dirty="0"/>
              <a:t>Advanced Memory Tiering Resource Hub:  https://blogs.vmware.com/cloud-foundation/</a:t>
            </a:r>
            <a:r>
              <a:rPr lang="en-US" dirty="0" err="1"/>
              <a:t>vcf</a:t>
            </a:r>
            <a:r>
              <a:rPr lang="en-US" dirty="0"/>
              <a:t>-advanced-memory-tiering/ </a:t>
            </a:r>
          </a:p>
        </p:txBody>
      </p:sp>
      <p:sp>
        <p:nvSpPr>
          <p:cNvPr id="4" name="Slide Number Placeholder 3"/>
          <p:cNvSpPr>
            <a:spLocks noGrp="1"/>
          </p:cNvSpPr>
          <p:nvPr>
            <p:ph type="sldNum" sz="quarter" idx="5"/>
          </p:nvPr>
        </p:nvSpPr>
        <p:spPr/>
        <p:txBody>
          <a:bodyPr/>
          <a:lstStyle/>
          <a:p>
            <a:fld id="{9F4FBC3A-A12C-40F9-BB8D-BC30C7901396}" type="slidenum">
              <a:rPr lang="en-US" smtClean="0"/>
              <a:pPr/>
              <a:t>29</a:t>
            </a:fld>
            <a:endParaRPr lang="en-US" dirty="0"/>
          </a:p>
        </p:txBody>
      </p:sp>
    </p:spTree>
    <p:extLst>
      <p:ext uri="{BB962C8B-B14F-4D97-AF65-F5344CB8AC3E}">
        <p14:creationId xmlns:p14="http://schemas.microsoft.com/office/powerpoint/2010/main" val="293952590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normAutofit fontScale="55000" lnSpcReduction="20000"/>
          </a:bodyPr>
          <a:lstStyle/>
          <a:p>
            <a:r>
              <a:rPr lang="en-US" sz="1200" b="1" dirty="0"/>
              <a:t>Key Message/Talk track:</a:t>
            </a:r>
          </a:p>
          <a:p>
            <a:pPr rtl="0"/>
            <a:r>
              <a:rPr lang="en-US" sz="1200" b="0" i="0" u="none" strike="noStrike" kern="1200" dirty="0">
                <a:solidFill>
                  <a:schemeClr val="tx1"/>
                </a:solidFill>
                <a:effectLst/>
                <a:latin typeface="+mn-lt"/>
                <a:ea typeface="+mn-ea"/>
                <a:cs typeface="+mn-cs"/>
              </a:rPr>
              <a:t>One of the most compelling aspects of vSAN in </a:t>
            </a:r>
            <a:r>
              <a:rPr lang="en-US" sz="1200" b="0" i="0" u="sng" strike="noStrike" kern="1200" dirty="0">
                <a:solidFill>
                  <a:schemeClr val="tx1"/>
                </a:solidFill>
                <a:effectLst/>
                <a:latin typeface="+mn-lt"/>
                <a:ea typeface="+mn-ea"/>
                <a:cs typeface="+mn-cs"/>
                <a:hlinkClick r:id="rId3"/>
              </a:rPr>
              <a:t>VMware Cloud Foundation</a:t>
            </a:r>
            <a:r>
              <a:rPr lang="en-US" sz="1200" b="0" i="0" u="none" strike="noStrike" kern="1200" dirty="0">
                <a:solidFill>
                  <a:schemeClr val="tx1"/>
                </a:solidFill>
                <a:effectLst/>
                <a:latin typeface="+mn-lt"/>
                <a:ea typeface="+mn-ea"/>
                <a:cs typeface="+mn-cs"/>
              </a:rPr>
              <a:t> (VCF) is how it is simply a part of your VCF license.  Every VCF core license purchased entitles you 1 TiB of vSAN storage capacity.  Storage capabilities that are built into the hypervisor and a part of your license make technical and financial sense.  The procurement of server hardware for vSAN clusters used to be little more than signing a purchase order.  But the current market conditions have made some server components like RAM noticeably scarce.  The exorbitant pricing and even delayed purchasing cycles have led customers to ask, “</a:t>
            </a:r>
            <a:r>
              <a:rPr lang="en-US" sz="1200" b="0" i="1" u="none" strike="noStrike" kern="1200" dirty="0">
                <a:solidFill>
                  <a:schemeClr val="tx1"/>
                </a:solidFill>
                <a:effectLst/>
                <a:latin typeface="+mn-lt"/>
                <a:ea typeface="+mn-ea"/>
                <a:cs typeface="+mn-cs"/>
              </a:rPr>
              <a:t>What are my options?</a:t>
            </a:r>
            <a:r>
              <a:rPr lang="en-US" sz="1200" b="0" i="0" u="none" strike="noStrike" kern="1200" dirty="0">
                <a:solidFill>
                  <a:schemeClr val="tx1"/>
                </a:solidFill>
                <a:effectLst/>
                <a:latin typeface="+mn-lt"/>
                <a:ea typeface="+mn-ea"/>
                <a:cs typeface="+mn-cs"/>
              </a:rPr>
              <a:t>”  The answer?  In many cases, you may be able to repurpose your existing hosts running vSphere for use as </a:t>
            </a:r>
            <a:r>
              <a:rPr lang="en-US" sz="1200" b="0" i="0" u="sng" strike="noStrike" kern="1200" dirty="0">
                <a:solidFill>
                  <a:schemeClr val="tx1"/>
                </a:solidFill>
                <a:effectLst/>
                <a:latin typeface="+mn-lt"/>
                <a:ea typeface="+mn-ea"/>
                <a:cs typeface="+mn-cs"/>
                <a:hlinkClick r:id="rId4"/>
              </a:rPr>
              <a:t>vSAN certified servers</a:t>
            </a:r>
            <a:r>
              <a:rPr lang="en-US" sz="1200" b="0" i="0" u="none" strike="noStrike" kern="1200" dirty="0">
                <a:solidFill>
                  <a:schemeClr val="tx1"/>
                </a:solidFill>
                <a:effectLst/>
                <a:latin typeface="+mn-lt"/>
                <a:ea typeface="+mn-ea"/>
                <a:cs typeface="+mn-cs"/>
              </a:rPr>
              <a:t>.  With minimal cost and effort, eligible </a:t>
            </a:r>
            <a:r>
              <a:rPr lang="en-US" sz="1200" b="1" i="0" u="none" strike="noStrike" kern="1200" dirty="0">
                <a:solidFill>
                  <a:schemeClr val="tx1"/>
                </a:solidFill>
                <a:effectLst/>
                <a:latin typeface="+mn-lt"/>
                <a:ea typeface="+mn-ea"/>
                <a:cs typeface="+mn-cs"/>
              </a:rPr>
              <a:t>vSphere hosts can be retrofitted with the appropriate hardware to run as a vSAN HCI cluster in a fully supported manner.</a:t>
            </a:r>
            <a:r>
              <a:rPr lang="en-US" sz="1200" b="0" i="0" u="none" strike="noStrike" kern="1200" dirty="0">
                <a:solidFill>
                  <a:schemeClr val="tx1"/>
                </a:solidFill>
                <a:effectLst/>
                <a:latin typeface="+mn-lt"/>
                <a:ea typeface="+mn-ea"/>
                <a:cs typeface="+mn-cs"/>
              </a:rPr>
              <a:t> </a:t>
            </a:r>
          </a:p>
          <a:p>
            <a:pPr rtl="0"/>
            <a:r>
              <a:rPr lang="en-US" sz="1200" dirty="0"/>
              <a:t>----------------------------------</a:t>
            </a:r>
          </a:p>
          <a:p>
            <a:r>
              <a:rPr lang="en-US" sz="1200" b="1" dirty="0"/>
              <a:t>Overview:</a:t>
            </a:r>
          </a:p>
          <a:p>
            <a:pPr marL="171450" indent="-171450">
              <a:buFont typeface="Arial" panose="020B0604020202020204" pitchFamily="34" charset="0"/>
              <a:buChar char="•"/>
            </a:pPr>
            <a:r>
              <a:rPr lang="en-US" dirty="0"/>
              <a:t>Take advantage of your </a:t>
            </a:r>
            <a:r>
              <a:rPr lang="en-US" b="1" dirty="0"/>
              <a:t>existing vSAN storage entitlements </a:t>
            </a:r>
            <a:r>
              <a:rPr lang="en-US" dirty="0"/>
              <a:t>with your VCF licensing</a:t>
            </a:r>
          </a:p>
          <a:p>
            <a:pPr marL="171450" indent="-171450">
              <a:buFont typeface="Arial" panose="020B0604020202020204" pitchFamily="34" charset="0"/>
              <a:buChar char="•"/>
            </a:pPr>
            <a:r>
              <a:rPr lang="en-US" b="1" dirty="0"/>
              <a:t>Retrofit eligible servers </a:t>
            </a:r>
            <a:r>
              <a:rPr lang="en-US" dirty="0"/>
              <a:t>running vSphere with as little as additional certified storage devices*</a:t>
            </a:r>
          </a:p>
          <a:p>
            <a:pPr marL="171450" indent="-171450">
              <a:buFont typeface="Arial" panose="020B0604020202020204" pitchFamily="34" charset="0"/>
              <a:buChar char="•"/>
            </a:pPr>
            <a:r>
              <a:rPr lang="en-US" b="1" dirty="0"/>
              <a:t>Extend life of existing servers </a:t>
            </a:r>
            <a:r>
              <a:rPr lang="en-US" dirty="0"/>
              <a:t>during industry shortages of servers</a:t>
            </a:r>
          </a:p>
          <a:p>
            <a:pPr marL="171450" indent="-171450">
              <a:buFont typeface="Arial" panose="020B0604020202020204" pitchFamily="34" charset="0"/>
              <a:buChar char="•"/>
            </a:pPr>
            <a:r>
              <a:rPr lang="en-US" dirty="0"/>
              <a:t>Functionally equivalent to a vSAN ReadyNode, and </a:t>
            </a:r>
            <a:r>
              <a:rPr lang="en-US" b="1" dirty="0"/>
              <a:t>fully supported</a:t>
            </a:r>
          </a:p>
          <a:p>
            <a:pPr marL="0" indent="0">
              <a:spcBef>
                <a:spcPts val="1779"/>
              </a:spcBef>
              <a:buFont typeface="Arial" panose="020B0604020202020204" pitchFamily="34" charset="0"/>
              <a:buNone/>
            </a:pPr>
            <a:r>
              <a:rPr lang="en-US" dirty="0"/>
              <a:t>----------------------------------</a:t>
            </a:r>
          </a:p>
          <a:p>
            <a:r>
              <a:rPr lang="en-US" b="1" dirty="0"/>
              <a:t>Details:</a:t>
            </a:r>
          </a:p>
          <a:p>
            <a:pPr rtl="0"/>
            <a:r>
              <a:rPr lang="en-US" sz="1200" b="0" i="0" u="none" strike="noStrike" kern="1200" dirty="0">
                <a:solidFill>
                  <a:schemeClr val="tx1"/>
                </a:solidFill>
                <a:effectLst/>
                <a:latin typeface="+mn-lt"/>
                <a:ea typeface="+mn-ea"/>
                <a:cs typeface="+mn-cs"/>
              </a:rPr>
              <a:t>Taking Action</a:t>
            </a:r>
            <a:endParaRPr lang="en-US" b="1" dirty="0">
              <a:effectLst/>
            </a:endParaRPr>
          </a:p>
          <a:p>
            <a:pPr marL="228600" indent="-228600" rtl="0">
              <a:buFont typeface="+mj-lt"/>
              <a:buAutoNum type="arabicPeriod"/>
            </a:pPr>
            <a:r>
              <a:rPr lang="en-US" sz="1200" b="0" i="0" u="none" strike="noStrike" kern="1200" dirty="0">
                <a:solidFill>
                  <a:schemeClr val="tx1"/>
                </a:solidFill>
                <a:effectLst/>
                <a:latin typeface="+mn-lt"/>
                <a:ea typeface="+mn-ea"/>
                <a:cs typeface="+mn-cs"/>
              </a:rPr>
              <a:t>The information below outlines the basic steps to evaluate eligibility for your existing servers, and how you can retrofit existing servers for use in a vSAN HCI cluster.</a:t>
            </a:r>
            <a:endParaRPr lang="en-US" b="0" dirty="0">
              <a:effectLst/>
            </a:endParaRPr>
          </a:p>
          <a:p>
            <a:pPr marL="228600" indent="-228600" rtl="0" fontAlgn="base">
              <a:buFont typeface="+mj-lt"/>
              <a:buAutoNum type="arabicPeriod"/>
            </a:pPr>
            <a:r>
              <a:rPr lang="en-US" sz="1200" b="1" i="0" u="none" strike="noStrike" kern="1200" dirty="0">
                <a:solidFill>
                  <a:schemeClr val="tx1"/>
                </a:solidFill>
                <a:effectLst/>
                <a:latin typeface="+mn-lt"/>
                <a:ea typeface="+mn-ea"/>
                <a:cs typeface="+mn-cs"/>
              </a:rPr>
              <a:t>Check eligibility of existing hosts currently running vSphere. </a:t>
            </a:r>
            <a:r>
              <a:rPr lang="en-US" sz="1200" b="0" i="0" u="none" strike="noStrike" kern="1200" dirty="0">
                <a:solidFill>
                  <a:schemeClr val="tx1"/>
                </a:solidFill>
                <a:effectLst/>
                <a:latin typeface="+mn-lt"/>
                <a:ea typeface="+mn-ea"/>
                <a:cs typeface="+mn-cs"/>
              </a:rPr>
              <a:t> This can be done using the </a:t>
            </a:r>
            <a:r>
              <a:rPr lang="en-US" sz="1200" b="0" i="0" u="sng" strike="noStrike" kern="1200" dirty="0">
                <a:solidFill>
                  <a:schemeClr val="tx1"/>
                </a:solidFill>
                <a:effectLst/>
                <a:latin typeface="+mn-lt"/>
                <a:ea typeface="+mn-ea"/>
                <a:cs typeface="+mn-cs"/>
                <a:hlinkClick r:id="rId5"/>
              </a:rPr>
              <a:t>Broadcom Compatibility Guide</a:t>
            </a:r>
            <a:r>
              <a:rPr lang="en-US" sz="1200" b="0" i="0" u="none" strike="noStrike" kern="1200" dirty="0">
                <a:solidFill>
                  <a:schemeClr val="tx1"/>
                </a:solidFill>
                <a:effectLst/>
                <a:latin typeface="+mn-lt"/>
                <a:ea typeface="+mn-ea"/>
                <a:cs typeface="+mn-cs"/>
              </a:rPr>
              <a:t> (BCG) for vSAN to see if they are the </a:t>
            </a:r>
            <a:r>
              <a:rPr lang="en-US" sz="1200" b="0" i="0" u="sng" strike="noStrike" kern="1200" dirty="0">
                <a:solidFill>
                  <a:schemeClr val="tx1"/>
                </a:solidFill>
                <a:effectLst/>
                <a:latin typeface="+mn-lt"/>
                <a:ea typeface="+mn-ea"/>
                <a:cs typeface="+mn-cs"/>
                <a:hlinkClick r:id="rId4"/>
              </a:rPr>
              <a:t>same server make and model as a vSAN ReadyNode</a:t>
            </a:r>
            <a:r>
              <a:rPr lang="en-US" sz="1200" b="0" i="0" u="none" strike="noStrike" kern="1200" dirty="0">
                <a:solidFill>
                  <a:schemeClr val="tx1"/>
                </a:solidFill>
                <a:effectLst/>
                <a:latin typeface="+mn-lt"/>
                <a:ea typeface="+mn-ea"/>
                <a:cs typeface="+mn-cs"/>
              </a:rPr>
              <a:t>. If they are on the list, that is a good sign!  Note that this page will default to ReadyNodes supporting vSAN ESA, but can be changed to OSA if necessary.  </a:t>
            </a:r>
          </a:p>
          <a:p>
            <a:pPr marL="228600" indent="-228600" rtl="0" fontAlgn="base">
              <a:buFont typeface="+mj-lt"/>
              <a:buAutoNum type="arabicPeriod"/>
            </a:pPr>
            <a:r>
              <a:rPr lang="en-US" sz="1200" b="1" i="0" u="none" strike="noStrike" kern="1200" dirty="0">
                <a:solidFill>
                  <a:schemeClr val="tx1"/>
                </a:solidFill>
                <a:effectLst/>
                <a:latin typeface="+mn-lt"/>
                <a:ea typeface="+mn-ea"/>
                <a:cs typeface="+mn-cs"/>
              </a:rPr>
              <a:t>Install certified devices on all hosts in the cluster.</a:t>
            </a:r>
            <a:r>
              <a:rPr lang="en-US" sz="1200" b="0" i="0" u="none" strike="noStrike" kern="1200" dirty="0">
                <a:solidFill>
                  <a:schemeClr val="tx1"/>
                </a:solidFill>
                <a:effectLst/>
                <a:latin typeface="+mn-lt"/>
                <a:ea typeface="+mn-ea"/>
                <a:cs typeface="+mn-cs"/>
              </a:rPr>
              <a:t>  </a:t>
            </a:r>
            <a:r>
              <a:rPr lang="en-US" sz="1200" b="0" i="0" u="sng" strike="noStrike" kern="1200" dirty="0">
                <a:solidFill>
                  <a:schemeClr val="tx1"/>
                </a:solidFill>
                <a:effectLst/>
                <a:latin typeface="+mn-lt"/>
                <a:ea typeface="+mn-ea"/>
                <a:cs typeface="+mn-cs"/>
                <a:hlinkClick r:id="rId6"/>
              </a:rPr>
              <a:t>NVMe storage devices certified for vSAN ESA</a:t>
            </a:r>
            <a:r>
              <a:rPr lang="en-US" sz="1200" b="0" i="0" u="none" strike="noStrike" kern="1200" dirty="0">
                <a:solidFill>
                  <a:schemeClr val="tx1"/>
                </a:solidFill>
                <a:effectLst/>
                <a:latin typeface="+mn-lt"/>
                <a:ea typeface="+mn-ea"/>
                <a:cs typeface="+mn-cs"/>
              </a:rPr>
              <a:t> are required.</a:t>
            </a:r>
          </a:p>
          <a:p>
            <a:pPr marL="228600" indent="-228600" rtl="0" fontAlgn="base">
              <a:buFont typeface="+mj-lt"/>
              <a:buAutoNum type="arabicPeriod"/>
            </a:pPr>
            <a:r>
              <a:rPr lang="en-US" sz="1200" b="1" i="0" u="none" strike="noStrike" kern="1200" dirty="0">
                <a:solidFill>
                  <a:schemeClr val="tx1"/>
                </a:solidFill>
                <a:effectLst/>
                <a:latin typeface="+mn-lt"/>
                <a:ea typeface="+mn-ea"/>
                <a:cs typeface="+mn-cs"/>
              </a:rPr>
              <a:t>Enable vSAN in the cluster.</a:t>
            </a:r>
            <a:r>
              <a:rPr lang="en-US" sz="1200" b="0" i="0" u="none" strike="noStrike" kern="1200" dirty="0">
                <a:solidFill>
                  <a:schemeClr val="tx1"/>
                </a:solidFill>
                <a:effectLst/>
                <a:latin typeface="+mn-lt"/>
                <a:ea typeface="+mn-ea"/>
                <a:cs typeface="+mn-cs"/>
              </a:rPr>
              <a:t>  This is as simple as tagging VMkernel ports for use by vSAN and </a:t>
            </a:r>
            <a:r>
              <a:rPr lang="en-US" sz="1200" b="0" i="0" u="sng" strike="noStrike" kern="1200" dirty="0">
                <a:solidFill>
                  <a:schemeClr val="tx1"/>
                </a:solidFill>
                <a:effectLst/>
                <a:latin typeface="+mn-lt"/>
                <a:ea typeface="+mn-ea"/>
                <a:cs typeface="+mn-cs"/>
                <a:hlinkClick r:id="rId7"/>
              </a:rPr>
              <a:t>enabling vSAN through the vSphere Client in vCenter Server</a:t>
            </a:r>
            <a:r>
              <a:rPr lang="en-US" sz="1200" b="0" i="0" u="none" strike="noStrike" kern="1200" dirty="0">
                <a:solidFill>
                  <a:schemeClr val="tx1"/>
                </a:solidFill>
                <a:effectLst/>
                <a:latin typeface="+mn-lt"/>
                <a:ea typeface="+mn-ea"/>
                <a:cs typeface="+mn-cs"/>
              </a:rPr>
              <a:t>.  Once you claim the desired storage devices for use with vSAN, a single datastore will be ready for use.</a:t>
            </a:r>
          </a:p>
          <a:p>
            <a:pPr marL="228600" indent="-228600" rtl="0" fontAlgn="base">
              <a:buFont typeface="+mj-lt"/>
              <a:buAutoNum type="arabicPeriod"/>
            </a:pPr>
            <a:r>
              <a:rPr lang="en-US" sz="1200" b="1" i="0" u="none" strike="noStrike" kern="1200" dirty="0">
                <a:solidFill>
                  <a:schemeClr val="tx1"/>
                </a:solidFill>
                <a:effectLst/>
                <a:latin typeface="+mn-lt"/>
                <a:ea typeface="+mn-ea"/>
                <a:cs typeface="+mn-cs"/>
              </a:rPr>
              <a:t>Migrate workloads. </a:t>
            </a:r>
            <a:r>
              <a:rPr lang="en-US" sz="1200" b="0" i="0" u="none" strike="noStrike" kern="1200" dirty="0">
                <a:solidFill>
                  <a:schemeClr val="tx1"/>
                </a:solidFill>
                <a:effectLst/>
                <a:latin typeface="+mn-lt"/>
                <a:ea typeface="+mn-ea"/>
                <a:cs typeface="+mn-cs"/>
              </a:rPr>
              <a:t> The migration of workloads is most commonly achieved using storage vMotion.  This keeps the VM instances running on the same hosts, but migrates the location the VM resides.  These new vSAN clusters can remain mounted to your existing storage, or the old storage can be unmounted after the migration is complete.  For more information, see the </a:t>
            </a:r>
            <a:r>
              <a:rPr lang="en-US" sz="1200" b="0" i="0" u="sng" strike="noStrike" kern="1200" dirty="0">
                <a:solidFill>
                  <a:schemeClr val="tx1"/>
                </a:solidFill>
                <a:effectLst/>
                <a:latin typeface="+mn-lt"/>
                <a:ea typeface="+mn-ea"/>
                <a:cs typeface="+mn-cs"/>
                <a:hlinkClick r:id="rId8"/>
              </a:rPr>
              <a:t>vSAN Migration Guide</a:t>
            </a:r>
            <a:r>
              <a:rPr lang="en-US" sz="1200" b="0" i="0" u="none" strike="noStrike" kern="1200" dirty="0">
                <a:solidFill>
                  <a:schemeClr val="tx1"/>
                </a:solidFill>
                <a:effectLst/>
                <a:latin typeface="+mn-lt"/>
                <a:ea typeface="+mn-ea"/>
                <a:cs typeface="+mn-cs"/>
              </a:rPr>
              <a:t>.</a:t>
            </a:r>
          </a:p>
          <a:p>
            <a:pPr marL="171450" indent="-171450" rtl="0">
              <a:buFont typeface="Arial" panose="020B0604020202020204" pitchFamily="34" charset="0"/>
              <a:buChar char="•"/>
            </a:pPr>
            <a:r>
              <a:rPr lang="en-US" sz="1200" b="0" i="0" u="none" strike="noStrike" kern="1200" dirty="0">
                <a:solidFill>
                  <a:schemeClr val="tx1"/>
                </a:solidFill>
                <a:effectLst/>
                <a:latin typeface="+mn-lt"/>
                <a:ea typeface="+mn-ea"/>
                <a:cs typeface="+mn-cs"/>
              </a:rPr>
              <a:t>Ensure retrofitted hosts meet the minimum hardware requirements as shown on </a:t>
            </a:r>
            <a:r>
              <a:rPr lang="en-US" sz="1200" b="0" i="0" u="sng" strike="noStrike" kern="1200" dirty="0">
                <a:solidFill>
                  <a:schemeClr val="tx1"/>
                </a:solidFill>
                <a:effectLst/>
                <a:latin typeface="+mn-lt"/>
                <a:ea typeface="+mn-ea"/>
                <a:cs typeface="+mn-cs"/>
                <a:hlinkClick r:id="rId9"/>
              </a:rPr>
              <a:t>vSAN ESA ReadyNode Hardware Guidance</a:t>
            </a:r>
            <a:r>
              <a:rPr lang="en-US" sz="1200" b="0" i="0" u="none" strike="noStrike" kern="1200" dirty="0">
                <a:solidFill>
                  <a:schemeClr val="tx1"/>
                </a:solidFill>
                <a:effectLst/>
                <a:latin typeface="+mn-lt"/>
                <a:ea typeface="+mn-ea"/>
                <a:cs typeface="+mn-cs"/>
              </a:rPr>
              <a:t> link.  It will be best that the memory in your retrofitted hosts reflect the memory of the ReadyNode that most closely matches the number of your storage devices. </a:t>
            </a:r>
            <a:endParaRPr lang="en-US" b="0" dirty="0">
              <a:effectLst/>
            </a:endParaRPr>
          </a:p>
          <a:p>
            <a:pPr marL="171450" indent="-171450" rtl="0">
              <a:buFont typeface="Arial" panose="020B0604020202020204" pitchFamily="34" charset="0"/>
              <a:buChar char="•"/>
            </a:pPr>
            <a:r>
              <a:rPr lang="en-US" sz="1200" b="0" i="0" u="none" strike="noStrike" kern="1200" dirty="0">
                <a:solidFill>
                  <a:schemeClr val="tx1"/>
                </a:solidFill>
                <a:effectLst/>
                <a:latin typeface="+mn-lt"/>
                <a:ea typeface="+mn-ea"/>
                <a:cs typeface="+mn-cs"/>
              </a:rPr>
              <a:t>Retrofitting an existing server certified for vSphere to one certified for vSAN will make it the equivalent of a vSAN ReadyNode in function, and supportability.  </a:t>
            </a:r>
            <a:endParaRPr lang="en-US" b="0" dirty="0">
              <a:effectLst/>
            </a:endParaRPr>
          </a:p>
          <a:p>
            <a:pPr marL="171450" indent="-171450" rtl="0">
              <a:buFont typeface="Arial" panose="020B0604020202020204" pitchFamily="34" charset="0"/>
              <a:buChar char="•"/>
            </a:pPr>
            <a:r>
              <a:rPr lang="en-US" sz="1200" b="0" i="1" u="none" strike="noStrike" kern="1200" dirty="0">
                <a:solidFill>
                  <a:schemeClr val="tx1"/>
                </a:solidFill>
                <a:effectLst/>
                <a:latin typeface="+mn-lt"/>
                <a:ea typeface="+mn-ea"/>
                <a:cs typeface="+mn-cs"/>
              </a:rPr>
              <a:t>Recommendation:  For retrofitted hosts intended to be deployed using vSAN ESA, consider upgrading the host NICs to 25Gb or higher.  You can do this while adding storage devices, and is often an easy and extremely cost-effective way to increase the performance capabilities of your vSAN HCI cluster. </a:t>
            </a:r>
            <a:endParaRPr lang="en-US" b="0" dirty="0">
              <a:effectLst/>
            </a:endParaRPr>
          </a:p>
          <a:p>
            <a:pPr marL="171450" indent="-171450" rtl="0">
              <a:buFont typeface="Arial" panose="020B0604020202020204" pitchFamily="34" charset="0"/>
              <a:buChar char="•"/>
            </a:pPr>
            <a:r>
              <a:rPr lang="en-US" sz="1200" b="0" i="0" u="none" strike="noStrike" kern="1200" dirty="0">
                <a:solidFill>
                  <a:schemeClr val="tx1"/>
                </a:solidFill>
                <a:effectLst/>
                <a:latin typeface="+mn-lt"/>
                <a:ea typeface="+mn-ea"/>
                <a:cs typeface="+mn-cs"/>
              </a:rPr>
              <a:t>New Opportunities with Market Uncertainty</a:t>
            </a:r>
            <a:endParaRPr lang="en-US" b="1" dirty="0">
              <a:effectLst/>
            </a:endParaRPr>
          </a:p>
          <a:p>
            <a:pPr marL="171450" indent="-171450" rtl="0">
              <a:buFont typeface="Arial" panose="020B0604020202020204" pitchFamily="34" charset="0"/>
              <a:buChar char="•"/>
            </a:pPr>
            <a:r>
              <a:rPr lang="en-US" sz="1200" b="0" i="0" u="none" strike="noStrike" kern="1200" dirty="0">
                <a:solidFill>
                  <a:schemeClr val="tx1"/>
                </a:solidFill>
                <a:effectLst/>
                <a:latin typeface="+mn-lt"/>
                <a:ea typeface="+mn-ea"/>
                <a:cs typeface="+mn-cs"/>
              </a:rPr>
              <a:t>While vSAN ReadyNodes remain as the primary and simplest method of purchasing servers certified for vSAN, we are confident that this will offer an alternative way for our customers to take advantage of vSAN capacity already licensed for an environment.  Our customer data shows that not only do most of the servers in production that use vSphere hosts are also certified for vSAN, but many customers are not fully utilizing the vSAN capacity they are entitled to, courtesy of their existing VCF licensing.</a:t>
            </a:r>
            <a:endParaRPr lang="en-US" b="0" dirty="0">
              <a:effectLst/>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Feature value in one sentence.</a:t>
            </a:r>
            <a:r>
              <a:rPr lang="en-US" b="0" dirty="0"/>
              <a:t> </a:t>
            </a:r>
            <a:r>
              <a:rPr lang="en-US" sz="1200" b="0" i="0" u="none" strike="noStrike" kern="1200" dirty="0">
                <a:solidFill>
                  <a:schemeClr val="tx1"/>
                </a:solidFill>
                <a:effectLst/>
                <a:latin typeface="+mn-lt"/>
                <a:ea typeface="+mn-ea"/>
                <a:cs typeface="+mn-cs"/>
              </a:rPr>
              <a:t>The recent announcement of lower minimum requirements for servers certified for vSAN also makes retrofitting much more realistic.  Some servers may need little more than additional storage devices, which could </a:t>
            </a:r>
            <a:r>
              <a:rPr lang="en-US" sz="1200" b="1" i="0" u="none" strike="noStrike" kern="1200" dirty="0">
                <a:solidFill>
                  <a:schemeClr val="tx1"/>
                </a:solidFill>
                <a:effectLst/>
                <a:latin typeface="+mn-lt"/>
                <a:ea typeface="+mn-ea"/>
                <a:cs typeface="+mn-cs"/>
              </a:rPr>
              <a:t>quickly turn these hosts into your next storage system for VCF</a:t>
            </a:r>
            <a:r>
              <a:rPr lang="en-US" sz="1200" b="0" i="0" u="none" strike="noStrike" kern="1200" dirty="0">
                <a:solidFill>
                  <a:schemeClr val="tx1"/>
                </a:solidFill>
                <a:effectLst/>
                <a:latin typeface="+mn-lt"/>
                <a:ea typeface="+mn-ea"/>
                <a:cs typeface="+mn-cs"/>
              </a:rPr>
              <a:t>.  See “</a:t>
            </a:r>
            <a:r>
              <a:rPr lang="en-US" sz="1200" b="0" i="0" u="sng" strike="noStrike" kern="1200" dirty="0">
                <a:solidFill>
                  <a:schemeClr val="tx1"/>
                </a:solidFill>
                <a:effectLst/>
                <a:latin typeface="+mn-lt"/>
                <a:ea typeface="+mn-ea"/>
                <a:cs typeface="+mn-cs"/>
                <a:hlinkClick r:id="rId10"/>
              </a:rPr>
              <a:t>Driving Down Storage Costs with Lower Hardware Requirements for vSAN</a:t>
            </a:r>
            <a:r>
              <a:rPr lang="en-US" sz="1200" b="0" i="0" u="none" strike="noStrike" kern="1200" dirty="0">
                <a:solidFill>
                  <a:schemeClr val="tx1"/>
                </a:solidFill>
                <a:effectLst/>
                <a:latin typeface="+mn-lt"/>
                <a:ea typeface="+mn-ea"/>
                <a:cs typeface="+mn-cs"/>
              </a:rPr>
              <a:t>” for more information.</a:t>
            </a:r>
            <a:endParaRPr lang="en-US" b="1"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ea typeface="+mn-ea"/>
                <a:cs typeface="+mn-cs"/>
              </a:rPr>
              <a:t>----------------------------------</a:t>
            </a:r>
          </a:p>
          <a:p>
            <a:r>
              <a:rPr lang="en-US" sz="1200" b="1" kern="1200" baseline="0" dirty="0">
                <a:solidFill>
                  <a:schemeClr val="tx1"/>
                </a:solidFill>
                <a:ea typeface="+mn-ea"/>
                <a:cs typeface="+mn-cs"/>
              </a:rPr>
              <a:t>Additional Information:</a:t>
            </a:r>
          </a:p>
          <a:p>
            <a:pPr marL="171450" indent="-171450">
              <a:buFont typeface="Arial" panose="020B0604020202020204" pitchFamily="34" charset="0"/>
              <a:buChar char="•"/>
            </a:pPr>
            <a:r>
              <a:rPr lang="en-US" dirty="0"/>
              <a:t>https://blogs.vmware.com/cloud-foundation/2026/02/25/the-2026-structural-supply-crisis-why-vmware-cloud-foundation-is-the-answer-to-the-2026-hardware-crunch/</a:t>
            </a:r>
          </a:p>
          <a:p>
            <a:pPr marL="171450" indent="-171450">
              <a:buFont typeface="Arial" panose="020B0604020202020204" pitchFamily="34" charset="0"/>
              <a:buChar char="•"/>
            </a:pPr>
            <a:r>
              <a:rPr lang="en-US" dirty="0"/>
              <a:t>https://</a:t>
            </a:r>
            <a:r>
              <a:rPr lang="en-US" dirty="0" err="1"/>
              <a:t>www.vmware.com</a:t>
            </a:r>
            <a:r>
              <a:rPr lang="en-US" dirty="0"/>
              <a:t>/docs/</a:t>
            </a:r>
            <a:r>
              <a:rPr lang="en-US" dirty="0" err="1"/>
              <a:t>vmw</a:t>
            </a:r>
            <a:r>
              <a:rPr lang="en-US" dirty="0"/>
              <a:t>-repurpose-</a:t>
            </a:r>
            <a:r>
              <a:rPr lang="en-US" dirty="0" err="1"/>
              <a:t>esxi</a:t>
            </a:r>
            <a:r>
              <a:rPr lang="en-US" dirty="0"/>
              <a:t>-servers-for-</a:t>
            </a:r>
            <a:r>
              <a:rPr lang="en-US" dirty="0" err="1"/>
              <a:t>vmware</a:t>
            </a:r>
            <a:r>
              <a:rPr lang="en-US" dirty="0"/>
              <a:t>-</a:t>
            </a:r>
            <a:r>
              <a:rPr lang="en-US" dirty="0" err="1"/>
              <a:t>vsan-faq</a:t>
            </a:r>
            <a:endParaRPr lang="en-US" dirty="0"/>
          </a:p>
          <a:p>
            <a:endParaRPr lang="en-US" dirty="0"/>
          </a:p>
        </p:txBody>
      </p:sp>
      <p:sp>
        <p:nvSpPr>
          <p:cNvPr id="4" name="Slide Number Placeholder 3"/>
          <p:cNvSpPr>
            <a:spLocks noGrp="1"/>
          </p:cNvSpPr>
          <p:nvPr>
            <p:ph type="sldNum" sz="quarter" idx="5"/>
          </p:nvPr>
        </p:nvSpPr>
        <p:spPr/>
        <p:txBody>
          <a:bodyPr/>
          <a:lstStyle/>
          <a:p>
            <a:fld id="{9F4FBC3A-A12C-40F9-BB8D-BC30C7901396}" type="slidenum">
              <a:rPr lang="en-US" smtClean="0"/>
              <a:pPr/>
              <a:t>30</a:t>
            </a:fld>
            <a:endParaRPr lang="en-US" dirty="0"/>
          </a:p>
        </p:txBody>
      </p:sp>
    </p:spTree>
    <p:extLst>
      <p:ext uri="{BB962C8B-B14F-4D97-AF65-F5344CB8AC3E}">
        <p14:creationId xmlns:p14="http://schemas.microsoft.com/office/powerpoint/2010/main" val="29110357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xml"/><Relationship Id="rId4" Type="http://schemas.openxmlformats.org/officeDocument/2006/relationships/image" Target="../media/image7.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9.jpe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7.png"/><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7.png"/><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19.svg"/><Relationship Id="rId7" Type="http://schemas.openxmlformats.org/officeDocument/2006/relationships/image" Target="../media/image23.svg"/><Relationship Id="rId2" Type="http://schemas.openxmlformats.org/officeDocument/2006/relationships/image" Target="../media/image18.png"/><Relationship Id="rId1" Type="http://schemas.openxmlformats.org/officeDocument/2006/relationships/slideMaster" Target="../slideMasters/slideMaster1.xml"/><Relationship Id="rId6" Type="http://schemas.openxmlformats.org/officeDocument/2006/relationships/image" Target="../media/image22.png"/><Relationship Id="rId5" Type="http://schemas.openxmlformats.org/officeDocument/2006/relationships/image" Target="../media/image21.svg"/><Relationship Id="rId4" Type="http://schemas.openxmlformats.org/officeDocument/2006/relationships/image" Target="../media/image20.png"/></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19.svg"/><Relationship Id="rId7" Type="http://schemas.openxmlformats.org/officeDocument/2006/relationships/image" Target="../media/image27.svg"/><Relationship Id="rId2" Type="http://schemas.openxmlformats.org/officeDocument/2006/relationships/image" Target="../media/image18.png"/><Relationship Id="rId1" Type="http://schemas.openxmlformats.org/officeDocument/2006/relationships/slideMaster" Target="../slideMasters/slideMaster1.xml"/><Relationship Id="rId6" Type="http://schemas.openxmlformats.org/officeDocument/2006/relationships/image" Target="../media/image26.png"/><Relationship Id="rId5" Type="http://schemas.openxmlformats.org/officeDocument/2006/relationships/image" Target="../media/image25.svg"/><Relationship Id="rId4" Type="http://schemas.openxmlformats.org/officeDocument/2006/relationships/image" Target="../media/image24.png"/></Relationships>
</file>

<file path=ppt/slideLayouts/_rels/slideLayout87.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1.xml"/><Relationship Id="rId5" Type="http://schemas.openxmlformats.org/officeDocument/2006/relationships/image" Target="../media/image25.svg"/><Relationship Id="rId4" Type="http://schemas.openxmlformats.org/officeDocument/2006/relationships/image" Target="../media/image24.png"/></Relationships>
</file>

<file path=ppt/slideLayouts/_rels/slideLayout88.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image" Target="../media/image19.svg"/><Relationship Id="rId7" Type="http://schemas.openxmlformats.org/officeDocument/2006/relationships/image" Target="../media/image31.svg"/><Relationship Id="rId2" Type="http://schemas.openxmlformats.org/officeDocument/2006/relationships/image" Target="../media/image18.png"/><Relationship Id="rId1" Type="http://schemas.openxmlformats.org/officeDocument/2006/relationships/slideMaster" Target="../slideMasters/slideMaster1.xml"/><Relationship Id="rId6" Type="http://schemas.openxmlformats.org/officeDocument/2006/relationships/image" Target="../media/image30.png"/><Relationship Id="rId5" Type="http://schemas.openxmlformats.org/officeDocument/2006/relationships/image" Target="../media/image29.svg"/><Relationship Id="rId4" Type="http://schemas.openxmlformats.org/officeDocument/2006/relationships/image" Target="../media/image28.png"/><Relationship Id="rId9" Type="http://schemas.openxmlformats.org/officeDocument/2006/relationships/image" Target="../media/image33.svg"/></Relationships>
</file>

<file path=ppt/slideLayouts/_rels/slideLayout89.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1.xml"/><Relationship Id="rId5" Type="http://schemas.openxmlformats.org/officeDocument/2006/relationships/image" Target="../media/image35.svg"/><Relationship Id="rId4" Type="http://schemas.openxmlformats.org/officeDocument/2006/relationships/image" Target="../media/image34.png"/></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8" Type="http://schemas.openxmlformats.org/officeDocument/2006/relationships/image" Target="../media/image40.png"/><Relationship Id="rId3" Type="http://schemas.openxmlformats.org/officeDocument/2006/relationships/image" Target="../media/image19.svg"/><Relationship Id="rId7" Type="http://schemas.openxmlformats.org/officeDocument/2006/relationships/image" Target="../media/image39.svg"/><Relationship Id="rId2" Type="http://schemas.openxmlformats.org/officeDocument/2006/relationships/image" Target="../media/image18.png"/><Relationship Id="rId1" Type="http://schemas.openxmlformats.org/officeDocument/2006/relationships/slideMaster" Target="../slideMasters/slideMaster1.xml"/><Relationship Id="rId6" Type="http://schemas.openxmlformats.org/officeDocument/2006/relationships/image" Target="../media/image38.png"/><Relationship Id="rId11" Type="http://schemas.openxmlformats.org/officeDocument/2006/relationships/image" Target="../media/image43.svg"/><Relationship Id="rId5" Type="http://schemas.openxmlformats.org/officeDocument/2006/relationships/image" Target="../media/image37.svg"/><Relationship Id="rId10" Type="http://schemas.openxmlformats.org/officeDocument/2006/relationships/image" Target="../media/image42.png"/><Relationship Id="rId4" Type="http://schemas.openxmlformats.org/officeDocument/2006/relationships/image" Target="../media/image36.png"/><Relationship Id="rId9" Type="http://schemas.openxmlformats.org/officeDocument/2006/relationships/image" Target="../media/image41.svg"/></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1.xml"/><Relationship Id="rId5" Type="http://schemas.openxmlformats.org/officeDocument/2006/relationships/image" Target="../media/image45.svg"/><Relationship Id="rId4" Type="http://schemas.openxmlformats.org/officeDocument/2006/relationships/image" Target="../media/image44.png"/></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19.svg"/><Relationship Id="rId7" Type="http://schemas.openxmlformats.org/officeDocument/2006/relationships/image" Target="../media/image49.svg"/><Relationship Id="rId2" Type="http://schemas.openxmlformats.org/officeDocument/2006/relationships/image" Target="../media/image18.png"/><Relationship Id="rId1" Type="http://schemas.openxmlformats.org/officeDocument/2006/relationships/slideMaster" Target="../slideMasters/slideMaster1.xml"/><Relationship Id="rId6" Type="http://schemas.openxmlformats.org/officeDocument/2006/relationships/image" Target="../media/image48.png"/><Relationship Id="rId5" Type="http://schemas.openxmlformats.org/officeDocument/2006/relationships/image" Target="../media/image47.svg"/><Relationship Id="rId4" Type="http://schemas.openxmlformats.org/officeDocument/2006/relationships/image" Target="../media/image46.png"/></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1.xml"/><Relationship Id="rId5" Type="http://schemas.openxmlformats.org/officeDocument/2006/relationships/image" Target="../media/image51.svg"/><Relationship Id="rId4" Type="http://schemas.openxmlformats.org/officeDocument/2006/relationships/image" Target="../media/image50.png"/></Relationships>
</file>

<file path=ppt/slideLayouts/_rels/slideLayout95.xml.rels><?xml version="1.0" encoding="UTF-8" standalone="yes"?>
<Relationships xmlns="http://schemas.openxmlformats.org/package/2006/relationships"><Relationship Id="rId3" Type="http://schemas.openxmlformats.org/officeDocument/2006/relationships/image" Target="../media/image19.svg"/><Relationship Id="rId7" Type="http://schemas.openxmlformats.org/officeDocument/2006/relationships/image" Target="../media/image55.svg"/><Relationship Id="rId2" Type="http://schemas.openxmlformats.org/officeDocument/2006/relationships/image" Target="../media/image18.png"/><Relationship Id="rId1" Type="http://schemas.openxmlformats.org/officeDocument/2006/relationships/slideMaster" Target="../slideMasters/slideMaster1.xml"/><Relationship Id="rId6" Type="http://schemas.openxmlformats.org/officeDocument/2006/relationships/image" Target="../media/image54.png"/><Relationship Id="rId5" Type="http://schemas.openxmlformats.org/officeDocument/2006/relationships/image" Target="../media/image53.svg"/><Relationship Id="rId4" Type="http://schemas.openxmlformats.org/officeDocument/2006/relationships/image" Target="../media/image52.png"/></Relationships>
</file>

<file path=ppt/slideLayouts/_rels/slideLayout96.xml.rels><?xml version="1.0" encoding="UTF-8" standalone="yes"?>
<Relationships xmlns="http://schemas.openxmlformats.org/package/2006/relationships"><Relationship Id="rId3" Type="http://schemas.openxmlformats.org/officeDocument/2006/relationships/image" Target="../media/image19.svg"/><Relationship Id="rId7" Type="http://schemas.openxmlformats.org/officeDocument/2006/relationships/image" Target="../media/image57.svg"/><Relationship Id="rId2" Type="http://schemas.openxmlformats.org/officeDocument/2006/relationships/image" Target="../media/image18.png"/><Relationship Id="rId1" Type="http://schemas.openxmlformats.org/officeDocument/2006/relationships/slideMaster" Target="../slideMasters/slideMaster1.xml"/><Relationship Id="rId6" Type="http://schemas.openxmlformats.org/officeDocument/2006/relationships/image" Target="../media/image56.png"/><Relationship Id="rId5" Type="http://schemas.openxmlformats.org/officeDocument/2006/relationships/image" Target="../media/image25.svg"/><Relationship Id="rId4" Type="http://schemas.openxmlformats.org/officeDocument/2006/relationships/image" Target="../media/image24.png"/></Relationships>
</file>

<file path=ppt/slideLayouts/_rels/slideLayout97.xml.rels><?xml version="1.0" encoding="UTF-8" standalone="yes"?>
<Relationships xmlns="http://schemas.openxmlformats.org/package/2006/relationships"><Relationship Id="rId8" Type="http://schemas.openxmlformats.org/officeDocument/2006/relationships/image" Target="../media/image60.png"/><Relationship Id="rId3" Type="http://schemas.openxmlformats.org/officeDocument/2006/relationships/image" Target="../media/image19.svg"/><Relationship Id="rId7" Type="http://schemas.openxmlformats.org/officeDocument/2006/relationships/image" Target="../media/image25.svg"/><Relationship Id="rId2" Type="http://schemas.openxmlformats.org/officeDocument/2006/relationships/image" Target="../media/image18.png"/><Relationship Id="rId1" Type="http://schemas.openxmlformats.org/officeDocument/2006/relationships/slideMaster" Target="../slideMasters/slideMaster1.xml"/><Relationship Id="rId6" Type="http://schemas.openxmlformats.org/officeDocument/2006/relationships/image" Target="../media/image24.png"/><Relationship Id="rId5" Type="http://schemas.openxmlformats.org/officeDocument/2006/relationships/image" Target="../media/image59.svg"/><Relationship Id="rId4" Type="http://schemas.openxmlformats.org/officeDocument/2006/relationships/image" Target="../media/image58.png"/><Relationship Id="rId9" Type="http://schemas.openxmlformats.org/officeDocument/2006/relationships/image" Target="../media/image61.svg"/></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image" Target="../media/image62.png"/><Relationship Id="rId1" Type="http://schemas.openxmlformats.org/officeDocument/2006/relationships/slideMaster" Target="../slideMasters/slideMaster2.xml"/><Relationship Id="rId4" Type="http://schemas.openxmlformats.org/officeDocument/2006/relationships/image" Target="../media/image64.svg"/></Relationships>
</file>

<file path=ppt/slideLayouts/_rels/slideLayout100.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image" Target="../media/image7.png"/><Relationship Id="rId1" Type="http://schemas.openxmlformats.org/officeDocument/2006/relationships/slideMaster" Target="../slideMasters/slideMaster2.xml"/><Relationship Id="rId4" Type="http://schemas.openxmlformats.org/officeDocument/2006/relationships/image" Target="../media/image64.svg"/></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65.emf"/><Relationship Id="rId2" Type="http://schemas.openxmlformats.org/officeDocument/2006/relationships/image" Target="../media/image9.jpeg"/><Relationship Id="rId1" Type="http://schemas.openxmlformats.org/officeDocument/2006/relationships/slideMaster" Target="../slideMasters/slideMaster2.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jpeg"/><Relationship Id="rId1" Type="http://schemas.openxmlformats.org/officeDocument/2006/relationships/slideMaster" Target="../slideMasters/slideMaster2.xml"/><Relationship Id="rId4" Type="http://schemas.openxmlformats.org/officeDocument/2006/relationships/image" Target="../media/image68.svg"/></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8.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image" Target="../media/image62.png"/><Relationship Id="rId1" Type="http://schemas.openxmlformats.org/officeDocument/2006/relationships/slideMaster" Target="../slideMasters/slideMaster2.xml"/><Relationship Id="rId4" Type="http://schemas.openxmlformats.org/officeDocument/2006/relationships/image" Target="../media/image64.svg"/></Relationships>
</file>

<file path=ppt/slideLayouts/_rels/slideLayout139.xml.rels><?xml version="1.0" encoding="UTF-8" standalone="yes"?>
<Relationships xmlns="http://schemas.openxmlformats.org/package/2006/relationships"><Relationship Id="rId3" Type="http://schemas.openxmlformats.org/officeDocument/2006/relationships/image" Target="../media/image64.svg"/><Relationship Id="rId2" Type="http://schemas.openxmlformats.org/officeDocument/2006/relationships/image" Target="../media/image63.png"/><Relationship Id="rId1" Type="http://schemas.openxmlformats.org/officeDocument/2006/relationships/slideMaster" Target="../slideMasters/slideMaster2.xml"/><Relationship Id="rId4" Type="http://schemas.openxmlformats.org/officeDocument/2006/relationships/image" Target="../media/image7.png"/></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 Leaf">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6814E578-7DFB-C273-472E-4EAD46D26ACD}"/>
              </a:ext>
            </a:extLst>
          </p:cNvPr>
          <p:cNvSpPr/>
          <p:nvPr/>
        </p:nvSpPr>
        <p:spPr>
          <a:xfrm>
            <a:off x="-3811" y="-260"/>
            <a:ext cx="6334843" cy="4737302"/>
          </a:xfrm>
          <a:custGeom>
            <a:avLst/>
            <a:gdLst>
              <a:gd name="connsiteX0" fmla="*/ 0 w 6334843"/>
              <a:gd name="connsiteY0" fmla="*/ 0 h 4737302"/>
              <a:gd name="connsiteX1" fmla="*/ 6334843 w 6334843"/>
              <a:gd name="connsiteY1" fmla="*/ 0 h 4737302"/>
              <a:gd name="connsiteX2" fmla="*/ 1987292 w 6334843"/>
              <a:gd name="connsiteY2" fmla="*/ 4347552 h 4737302"/>
              <a:gd name="connsiteX3" fmla="*/ 1046384 w 6334843"/>
              <a:gd name="connsiteY3" fmla="*/ 4737302 h 4737302"/>
              <a:gd name="connsiteX4" fmla="*/ 0 w 6334843"/>
              <a:gd name="connsiteY4" fmla="*/ 4737302 h 473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843" h="4737302">
                <a:moveTo>
                  <a:pt x="0" y="0"/>
                </a:moveTo>
                <a:lnTo>
                  <a:pt x="6334843" y="0"/>
                </a:lnTo>
                <a:lnTo>
                  <a:pt x="1987292" y="4347552"/>
                </a:lnTo>
                <a:cubicBezTo>
                  <a:pt x="1737727" y="4597117"/>
                  <a:pt x="1399274" y="4737302"/>
                  <a:pt x="1046384" y="4737302"/>
                </a:cubicBezTo>
                <a:lnTo>
                  <a:pt x="0" y="4737302"/>
                </a:lnTo>
                <a:close/>
              </a:path>
            </a:pathLst>
          </a:custGeom>
          <a:gradFill flip="none" rotWithShape="1">
            <a:gsLst>
              <a:gs pos="7000">
                <a:schemeClr val="accent4"/>
              </a:gs>
              <a:gs pos="83000">
                <a:schemeClr val="accent3"/>
              </a:gs>
            </a:gsLst>
            <a:lin ang="19200000" scaled="0"/>
            <a:tileRect/>
          </a:gradFill>
          <a:ln w="0" cap="flat">
            <a:noFill/>
            <a:prstDash val="solid"/>
            <a:miter/>
          </a:ln>
        </p:spPr>
        <p:txBody>
          <a:bodyPr rtlCol="0" anchor="ctr"/>
          <a:lstStyle/>
          <a:p>
            <a:endParaRPr lang="en-US" dirty="0"/>
          </a:p>
        </p:txBody>
      </p:sp>
      <p:sp>
        <p:nvSpPr>
          <p:cNvPr id="2" name="Title click to edit"/>
          <p:cNvSpPr>
            <a:spLocks noGrp="1"/>
          </p:cNvSpPr>
          <p:nvPr>
            <p:ph type="title" hasCustomPrompt="1"/>
          </p:nvPr>
        </p:nvSpPr>
        <p:spPr>
          <a:xfrm>
            <a:off x="6592949" y="1701846"/>
            <a:ext cx="5102866" cy="1234440"/>
          </a:xfrm>
        </p:spPr>
        <p:txBody>
          <a:bodyPr wrap="square" anchor="b"/>
          <a:lstStyle>
            <a:lvl1pPr algn="l">
              <a:defRPr sz="4000" b="0" cap="none" baseline="0">
                <a:solidFill>
                  <a:schemeClr val="accent2"/>
                </a:solidFill>
              </a:defRPr>
            </a:lvl1pPr>
          </a:lstStyle>
          <a:p>
            <a:r>
              <a:rPr lang="en-US"/>
              <a:t>Title Slide – Green Theme</a:t>
            </a:r>
          </a:p>
        </p:txBody>
      </p:sp>
      <p:sp>
        <p:nvSpPr>
          <p:cNvPr id="128" name="Subtitle click to edit">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592948" y="2986547"/>
            <a:ext cx="5116452"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subtitle placeholder</a:t>
            </a:r>
          </a:p>
        </p:txBody>
      </p:sp>
      <p:sp>
        <p:nvSpPr>
          <p:cNvPr id="7" name="Click to edit Speaker Name ">
            <a:extLst>
              <a:ext uri="{FF2B5EF4-FFF2-40B4-BE49-F238E27FC236}">
                <a16:creationId xmlns:a16="http://schemas.microsoft.com/office/drawing/2014/main" id="{DEA43E1E-B208-4DC4-9D6A-01669D00DA14}"/>
              </a:ext>
            </a:extLst>
          </p:cNvPr>
          <p:cNvSpPr>
            <a:spLocks noGrp="1"/>
          </p:cNvSpPr>
          <p:nvPr>
            <p:ph type="body" sz="quarter" idx="11" hasCustomPrompt="1"/>
          </p:nvPr>
        </p:nvSpPr>
        <p:spPr>
          <a:xfrm>
            <a:off x="6592948" y="4737425"/>
            <a:ext cx="5402202" cy="355601"/>
          </a:xfrm>
        </p:spPr>
        <p:txBody>
          <a:bodyPr anchor="b"/>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dirty="0"/>
              <a:t>Speaker Name (Insert pronouns)</a:t>
            </a:r>
          </a:p>
        </p:txBody>
      </p:sp>
      <p:sp>
        <p:nvSpPr>
          <p:cNvPr id="129" name="Click to edit role">
            <a:extLst>
              <a:ext uri="{FF2B5EF4-FFF2-40B4-BE49-F238E27FC236}">
                <a16:creationId xmlns:a16="http://schemas.microsoft.com/office/drawing/2014/main" id="{2111BB8B-7B37-4FB4-B2CD-984FE1C6C5E4}"/>
              </a:ext>
            </a:extLst>
          </p:cNvPr>
          <p:cNvSpPr>
            <a:spLocks noGrp="1"/>
          </p:cNvSpPr>
          <p:nvPr>
            <p:ph type="body" sz="quarter" idx="12" hasCustomPrompt="1"/>
          </p:nvPr>
        </p:nvSpPr>
        <p:spPr>
          <a:xfrm>
            <a:off x="6592948" y="5117480"/>
            <a:ext cx="5402202" cy="355601"/>
          </a:xfrm>
        </p:spPr>
        <p:txBody>
          <a:bodyPr/>
          <a:lstStyle>
            <a:lvl1pPr algn="l">
              <a:buNone/>
              <a:defRPr sz="1600">
                <a:solidFill>
                  <a:schemeClr val="tx1"/>
                </a:solidFill>
              </a:defRPr>
            </a:lvl1pPr>
          </a:lstStyle>
          <a:p>
            <a:pPr lvl="0"/>
            <a:r>
              <a:rPr lang="en-US" dirty="0"/>
              <a:t>Role / Division, Broadcom</a:t>
            </a:r>
          </a:p>
        </p:txBody>
      </p:sp>
      <p:sp>
        <p:nvSpPr>
          <p:cNvPr id="18" name="Click to edit role">
            <a:extLst>
              <a:ext uri="{FF2B5EF4-FFF2-40B4-BE49-F238E27FC236}">
                <a16:creationId xmlns:a16="http://schemas.microsoft.com/office/drawing/2014/main" id="{006FF8D0-7AF6-C549-9BFB-E838D6CDCA0E}"/>
              </a:ext>
            </a:extLst>
          </p:cNvPr>
          <p:cNvSpPr>
            <a:spLocks noGrp="1"/>
          </p:cNvSpPr>
          <p:nvPr>
            <p:ph type="body" sz="quarter" idx="14" hasCustomPrompt="1"/>
          </p:nvPr>
        </p:nvSpPr>
        <p:spPr>
          <a:xfrm>
            <a:off x="6592948" y="5485986"/>
            <a:ext cx="5402202" cy="355601"/>
          </a:xfrm>
        </p:spPr>
        <p:txBody>
          <a:bodyPr/>
          <a:lstStyle>
            <a:lvl1pPr algn="l">
              <a:buNone/>
              <a:defRPr sz="1400">
                <a:solidFill>
                  <a:schemeClr val="tx1"/>
                </a:solidFill>
              </a:defRPr>
            </a:lvl1pPr>
          </a:lstStyle>
          <a:p>
            <a:pPr lvl="0"/>
            <a:r>
              <a:rPr lang="en-US"/>
              <a:t>Date</a:t>
            </a:r>
          </a:p>
        </p:txBody>
      </p:sp>
      <p:grpSp>
        <p:nvGrpSpPr>
          <p:cNvPr id="55" name="Graphic 8">
            <a:extLst>
              <a:ext uri="{FF2B5EF4-FFF2-40B4-BE49-F238E27FC236}">
                <a16:creationId xmlns:a16="http://schemas.microsoft.com/office/drawing/2014/main" id="{BAF838CA-49F3-885B-C026-D4C6B5E51AA9}"/>
              </a:ext>
            </a:extLst>
          </p:cNvPr>
          <p:cNvGrpSpPr/>
          <p:nvPr/>
        </p:nvGrpSpPr>
        <p:grpSpPr>
          <a:xfrm>
            <a:off x="265625" y="6323271"/>
            <a:ext cx="1249223" cy="369648"/>
            <a:chOff x="265625" y="6323271"/>
            <a:chExt cx="1249223" cy="369648"/>
          </a:xfrm>
          <a:solidFill>
            <a:srgbClr val="000000"/>
          </a:solidFill>
        </p:grpSpPr>
        <p:grpSp>
          <p:nvGrpSpPr>
            <p:cNvPr id="56" name="Graphic 8">
              <a:extLst>
                <a:ext uri="{FF2B5EF4-FFF2-40B4-BE49-F238E27FC236}">
                  <a16:creationId xmlns:a16="http://schemas.microsoft.com/office/drawing/2014/main" id="{91AFFF59-3E20-ED5A-C64D-6AD2EC10FA71}"/>
                </a:ext>
              </a:extLst>
            </p:cNvPr>
            <p:cNvGrpSpPr/>
            <p:nvPr/>
          </p:nvGrpSpPr>
          <p:grpSpPr>
            <a:xfrm>
              <a:off x="745455" y="6594444"/>
              <a:ext cx="722662" cy="98475"/>
              <a:chOff x="745455" y="6594444"/>
              <a:chExt cx="722662" cy="98475"/>
            </a:xfrm>
            <a:solidFill>
              <a:srgbClr val="000000"/>
            </a:solidFill>
          </p:grpSpPr>
          <p:sp>
            <p:nvSpPr>
              <p:cNvPr id="131" name="Freeform 130">
                <a:extLst>
                  <a:ext uri="{FF2B5EF4-FFF2-40B4-BE49-F238E27FC236}">
                    <a16:creationId xmlns:a16="http://schemas.microsoft.com/office/drawing/2014/main" id="{26A3A367-AF7A-3CE1-7219-BF42CFB83015}"/>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132" name="Freeform 131">
                <a:extLst>
                  <a:ext uri="{FF2B5EF4-FFF2-40B4-BE49-F238E27FC236}">
                    <a16:creationId xmlns:a16="http://schemas.microsoft.com/office/drawing/2014/main" id="{87557BA2-6363-9310-7758-7E46B2725CB3}"/>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133" name="Freeform 132">
                <a:extLst>
                  <a:ext uri="{FF2B5EF4-FFF2-40B4-BE49-F238E27FC236}">
                    <a16:creationId xmlns:a16="http://schemas.microsoft.com/office/drawing/2014/main" id="{98E3995A-00E8-9970-E347-1DB03372641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134" name="Freeform 133">
                <a:extLst>
                  <a:ext uri="{FF2B5EF4-FFF2-40B4-BE49-F238E27FC236}">
                    <a16:creationId xmlns:a16="http://schemas.microsoft.com/office/drawing/2014/main" id="{E557F3F2-0097-5608-0D6B-ADBD20A05750}"/>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135" name="Freeform 134">
                <a:extLst>
                  <a:ext uri="{FF2B5EF4-FFF2-40B4-BE49-F238E27FC236}">
                    <a16:creationId xmlns:a16="http://schemas.microsoft.com/office/drawing/2014/main" id="{A1EE9404-4BD9-8680-1C8A-3B583B49285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136" name="Freeform 135">
                <a:extLst>
                  <a:ext uri="{FF2B5EF4-FFF2-40B4-BE49-F238E27FC236}">
                    <a16:creationId xmlns:a16="http://schemas.microsoft.com/office/drawing/2014/main" id="{FC84855E-D060-5D16-8F8D-2BD34D9B94F5}"/>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137" name="Freeform 136">
                <a:extLst>
                  <a:ext uri="{FF2B5EF4-FFF2-40B4-BE49-F238E27FC236}">
                    <a16:creationId xmlns:a16="http://schemas.microsoft.com/office/drawing/2014/main" id="{031F79CD-4C5E-D24F-635E-7A7B4878110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138" name="Freeform 137">
                <a:extLst>
                  <a:ext uri="{FF2B5EF4-FFF2-40B4-BE49-F238E27FC236}">
                    <a16:creationId xmlns:a16="http://schemas.microsoft.com/office/drawing/2014/main" id="{DAD1797E-9105-FA8E-4A81-FDC253F04EA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139" name="Freeform 138">
                <a:extLst>
                  <a:ext uri="{FF2B5EF4-FFF2-40B4-BE49-F238E27FC236}">
                    <a16:creationId xmlns:a16="http://schemas.microsoft.com/office/drawing/2014/main" id="{6CDD0DC3-97C4-C10E-1058-099303CC93F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140" name="Freeform 139">
                <a:extLst>
                  <a:ext uri="{FF2B5EF4-FFF2-40B4-BE49-F238E27FC236}">
                    <a16:creationId xmlns:a16="http://schemas.microsoft.com/office/drawing/2014/main" id="{CEBC9053-842B-8221-2B9E-1E02856F997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57" name="Graphic 8">
              <a:extLst>
                <a:ext uri="{FF2B5EF4-FFF2-40B4-BE49-F238E27FC236}">
                  <a16:creationId xmlns:a16="http://schemas.microsoft.com/office/drawing/2014/main" id="{C3D6A2E6-7175-657A-FFEE-732370A03645}"/>
                </a:ext>
              </a:extLst>
            </p:cNvPr>
            <p:cNvGrpSpPr/>
            <p:nvPr/>
          </p:nvGrpSpPr>
          <p:grpSpPr>
            <a:xfrm>
              <a:off x="265625" y="6323271"/>
              <a:ext cx="1249223" cy="190348"/>
              <a:chOff x="265625" y="6323271"/>
              <a:chExt cx="1249223" cy="190348"/>
            </a:xfrm>
            <a:solidFill>
              <a:srgbClr val="000000"/>
            </a:solidFill>
          </p:grpSpPr>
          <p:sp>
            <p:nvSpPr>
              <p:cNvPr id="58" name="Freeform 57">
                <a:extLst>
                  <a:ext uri="{FF2B5EF4-FFF2-40B4-BE49-F238E27FC236}">
                    <a16:creationId xmlns:a16="http://schemas.microsoft.com/office/drawing/2014/main" id="{6EE5B3D8-4F75-F4A5-6852-90C7E67B399F}"/>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59" name="Freeform 58">
                <a:extLst>
                  <a:ext uri="{FF2B5EF4-FFF2-40B4-BE49-F238E27FC236}">
                    <a16:creationId xmlns:a16="http://schemas.microsoft.com/office/drawing/2014/main" id="{8D359421-6F5E-68EB-A130-9078431086FE}"/>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60" name="Freeform 59">
                <a:extLst>
                  <a:ext uri="{FF2B5EF4-FFF2-40B4-BE49-F238E27FC236}">
                    <a16:creationId xmlns:a16="http://schemas.microsoft.com/office/drawing/2014/main" id="{3B593B1C-97BF-E3FD-9202-FAE7DC7D404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61" name="Freeform 60">
                <a:extLst>
                  <a:ext uri="{FF2B5EF4-FFF2-40B4-BE49-F238E27FC236}">
                    <a16:creationId xmlns:a16="http://schemas.microsoft.com/office/drawing/2014/main" id="{684036B4-CA32-5C66-D108-9873B6C3702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62" name="Freeform 61">
                <a:extLst>
                  <a:ext uri="{FF2B5EF4-FFF2-40B4-BE49-F238E27FC236}">
                    <a16:creationId xmlns:a16="http://schemas.microsoft.com/office/drawing/2014/main" id="{76DBD31D-FDBB-F787-B22E-2F397F09B54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63" name="Freeform 62">
                <a:extLst>
                  <a:ext uri="{FF2B5EF4-FFF2-40B4-BE49-F238E27FC236}">
                    <a16:creationId xmlns:a16="http://schemas.microsoft.com/office/drawing/2014/main" id="{98164034-B26F-5ACB-9B90-EBBD1F9B1137}"/>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30" name="Freeform 129">
                <a:extLst>
                  <a:ext uri="{FF2B5EF4-FFF2-40B4-BE49-F238E27FC236}">
                    <a16:creationId xmlns:a16="http://schemas.microsoft.com/office/drawing/2014/main" id="{347DB589-B53E-03EB-2555-D38B1A06D8EF}"/>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3" name="Freeform: Shape 3">
            <a:extLst>
              <a:ext uri="{FF2B5EF4-FFF2-40B4-BE49-F238E27FC236}">
                <a16:creationId xmlns:a16="http://schemas.microsoft.com/office/drawing/2014/main" id="{6814E578-7DFB-C273-472E-4EAD46D26ACD}"/>
              </a:ext>
            </a:extLst>
          </p:cNvPr>
          <p:cNvSpPr/>
          <p:nvPr userDrawn="1"/>
        </p:nvSpPr>
        <p:spPr>
          <a:xfrm>
            <a:off x="-3811" y="-260"/>
            <a:ext cx="6334843" cy="4737302"/>
          </a:xfrm>
          <a:custGeom>
            <a:avLst/>
            <a:gdLst>
              <a:gd name="connsiteX0" fmla="*/ 0 w 6334843"/>
              <a:gd name="connsiteY0" fmla="*/ 0 h 4737302"/>
              <a:gd name="connsiteX1" fmla="*/ 6334843 w 6334843"/>
              <a:gd name="connsiteY1" fmla="*/ 0 h 4737302"/>
              <a:gd name="connsiteX2" fmla="*/ 1987292 w 6334843"/>
              <a:gd name="connsiteY2" fmla="*/ 4347552 h 4737302"/>
              <a:gd name="connsiteX3" fmla="*/ 1046384 w 6334843"/>
              <a:gd name="connsiteY3" fmla="*/ 4737302 h 4737302"/>
              <a:gd name="connsiteX4" fmla="*/ 0 w 6334843"/>
              <a:gd name="connsiteY4" fmla="*/ 4737302 h 473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843" h="4737302">
                <a:moveTo>
                  <a:pt x="0" y="0"/>
                </a:moveTo>
                <a:lnTo>
                  <a:pt x="6334843" y="0"/>
                </a:lnTo>
                <a:lnTo>
                  <a:pt x="1987292" y="4347552"/>
                </a:lnTo>
                <a:cubicBezTo>
                  <a:pt x="1737727" y="4597117"/>
                  <a:pt x="1399274" y="4737302"/>
                  <a:pt x="1046384" y="4737302"/>
                </a:cubicBezTo>
                <a:lnTo>
                  <a:pt x="0" y="4737302"/>
                </a:lnTo>
                <a:close/>
              </a:path>
            </a:pathLst>
          </a:custGeom>
          <a:gradFill flip="none" rotWithShape="1">
            <a:gsLst>
              <a:gs pos="7000">
                <a:schemeClr val="accent4"/>
              </a:gs>
              <a:gs pos="83000">
                <a:schemeClr val="accent3"/>
              </a:gs>
            </a:gsLst>
            <a:lin ang="19200000" scaled="0"/>
            <a:tileRect/>
          </a:gradFill>
          <a:ln w="0" cap="flat">
            <a:noFill/>
            <a:prstDash val="solid"/>
            <a:miter/>
          </a:ln>
        </p:spPr>
        <p:txBody>
          <a:bodyPr rtlCol="0" anchor="ctr"/>
          <a:lstStyle/>
          <a:p>
            <a:endParaRPr lang="en-US" dirty="0"/>
          </a:p>
        </p:txBody>
      </p:sp>
      <p:sp>
        <p:nvSpPr>
          <p:cNvPr id="34" name="Freeform: Shape 4">
            <a:extLst>
              <a:ext uri="{FF2B5EF4-FFF2-40B4-BE49-F238E27FC236}">
                <a16:creationId xmlns:a16="http://schemas.microsoft.com/office/drawing/2014/main" id="{03689AEB-304C-881F-44CE-28E14E31AD6E}"/>
              </a:ext>
            </a:extLst>
          </p:cNvPr>
          <p:cNvSpPr/>
          <p:nvPr userDrawn="1"/>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chemeClr val="accent4"/>
              </a:gs>
            </a:gsLst>
            <a:lin ang="0" scaled="1"/>
          </a:gradFill>
          <a:ln w="0" cap="flat">
            <a:noFill/>
            <a:prstDash val="solid"/>
            <a:miter/>
          </a:ln>
          <a:effectLst/>
        </p:spPr>
        <p:txBody>
          <a:bodyPr rtlCol="0" anchor="ctr"/>
          <a:lstStyle/>
          <a:p>
            <a:endParaRPr lang="en-US" dirty="0"/>
          </a:p>
        </p:txBody>
      </p:sp>
      <p:grpSp>
        <p:nvGrpSpPr>
          <p:cNvPr id="37" name="Graphic 8">
            <a:extLst>
              <a:ext uri="{FF2B5EF4-FFF2-40B4-BE49-F238E27FC236}">
                <a16:creationId xmlns:a16="http://schemas.microsoft.com/office/drawing/2014/main" id="{BAF838CA-49F3-885B-C026-D4C6B5E51AA9}"/>
              </a:ext>
            </a:extLst>
          </p:cNvPr>
          <p:cNvGrpSpPr/>
          <p:nvPr userDrawn="1"/>
        </p:nvGrpSpPr>
        <p:grpSpPr>
          <a:xfrm>
            <a:off x="265625" y="6323271"/>
            <a:ext cx="1249223" cy="369648"/>
            <a:chOff x="265625" y="6323271"/>
            <a:chExt cx="1249223" cy="369648"/>
          </a:xfrm>
          <a:solidFill>
            <a:srgbClr val="000000"/>
          </a:solidFill>
        </p:grpSpPr>
        <p:grpSp>
          <p:nvGrpSpPr>
            <p:cNvPr id="38" name="Graphic 8">
              <a:extLst>
                <a:ext uri="{FF2B5EF4-FFF2-40B4-BE49-F238E27FC236}">
                  <a16:creationId xmlns:a16="http://schemas.microsoft.com/office/drawing/2014/main" id="{91AFFF59-3E20-ED5A-C64D-6AD2EC10FA71}"/>
                </a:ext>
              </a:extLst>
            </p:cNvPr>
            <p:cNvGrpSpPr/>
            <p:nvPr/>
          </p:nvGrpSpPr>
          <p:grpSpPr>
            <a:xfrm>
              <a:off x="745455" y="6594444"/>
              <a:ext cx="722662" cy="98475"/>
              <a:chOff x="745455" y="6594444"/>
              <a:chExt cx="722662" cy="98475"/>
            </a:xfrm>
            <a:solidFill>
              <a:srgbClr val="000000"/>
            </a:solidFill>
          </p:grpSpPr>
          <p:sp>
            <p:nvSpPr>
              <p:cNvPr id="47" name="Freeform 46">
                <a:extLst>
                  <a:ext uri="{FF2B5EF4-FFF2-40B4-BE49-F238E27FC236}">
                    <a16:creationId xmlns:a16="http://schemas.microsoft.com/office/drawing/2014/main" id="{26A3A367-AF7A-3CE1-7219-BF42CFB83015}"/>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87557BA2-6363-9310-7758-7E46B2725CB3}"/>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98E3995A-00E8-9970-E347-1DB03372641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E557F3F2-0097-5608-0D6B-ADBD20A05750}"/>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A1EE9404-4BD9-8680-1C8A-3B583B49285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FC84855E-D060-5D16-8F8D-2BD34D9B94F5}"/>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64" name="Freeform 63">
                <a:extLst>
                  <a:ext uri="{FF2B5EF4-FFF2-40B4-BE49-F238E27FC236}">
                    <a16:creationId xmlns:a16="http://schemas.microsoft.com/office/drawing/2014/main" id="{031F79CD-4C5E-D24F-635E-7A7B4878110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65" name="Freeform 64">
                <a:extLst>
                  <a:ext uri="{FF2B5EF4-FFF2-40B4-BE49-F238E27FC236}">
                    <a16:creationId xmlns:a16="http://schemas.microsoft.com/office/drawing/2014/main" id="{DAD1797E-9105-FA8E-4A81-FDC253F04EA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66" name="Freeform 65">
                <a:extLst>
                  <a:ext uri="{FF2B5EF4-FFF2-40B4-BE49-F238E27FC236}">
                    <a16:creationId xmlns:a16="http://schemas.microsoft.com/office/drawing/2014/main" id="{6CDD0DC3-97C4-C10E-1058-099303CC93F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67" name="Freeform 66">
                <a:extLst>
                  <a:ext uri="{FF2B5EF4-FFF2-40B4-BE49-F238E27FC236}">
                    <a16:creationId xmlns:a16="http://schemas.microsoft.com/office/drawing/2014/main" id="{CEBC9053-842B-8221-2B9E-1E02856F997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9" name="Graphic 8">
              <a:extLst>
                <a:ext uri="{FF2B5EF4-FFF2-40B4-BE49-F238E27FC236}">
                  <a16:creationId xmlns:a16="http://schemas.microsoft.com/office/drawing/2014/main" id="{C3D6A2E6-7175-657A-FFEE-732370A03645}"/>
                </a:ext>
              </a:extLst>
            </p:cNvPr>
            <p:cNvGrpSpPr/>
            <p:nvPr/>
          </p:nvGrpSpPr>
          <p:grpSpPr>
            <a:xfrm>
              <a:off x="265625" y="6323271"/>
              <a:ext cx="1249223" cy="190348"/>
              <a:chOff x="265625" y="6323271"/>
              <a:chExt cx="1249223" cy="190348"/>
            </a:xfrm>
            <a:solidFill>
              <a:srgbClr val="000000"/>
            </a:solidFill>
          </p:grpSpPr>
          <p:sp>
            <p:nvSpPr>
              <p:cNvPr id="40" name="Freeform 39">
                <a:extLst>
                  <a:ext uri="{FF2B5EF4-FFF2-40B4-BE49-F238E27FC236}">
                    <a16:creationId xmlns:a16="http://schemas.microsoft.com/office/drawing/2014/main" id="{6EE5B3D8-4F75-F4A5-6852-90C7E67B399F}"/>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8D359421-6F5E-68EB-A130-9078431086FE}"/>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3B593B1C-97BF-E3FD-9202-FAE7DC7D404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684036B4-CA32-5C66-D108-9873B6C3702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76DBD31D-FDBB-F787-B22E-2F397F09B54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98164034-B26F-5ACB-9B90-EBBD1F9B1137}"/>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347DB589-B53E-03EB-2555-D38B1A06D8EF}"/>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6" name="TextBox 5">
            <a:extLst>
              <a:ext uri="{FF2B5EF4-FFF2-40B4-BE49-F238E27FC236}">
                <a16:creationId xmlns:a16="http://schemas.microsoft.com/office/drawing/2014/main" id="{E6F05D4E-954E-5EA3-A012-EBA68A5DEAED}"/>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42300816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Title Slide – Leaf with Circle">
    <p:spTree>
      <p:nvGrpSpPr>
        <p:cNvPr id="1" name=""/>
        <p:cNvGrpSpPr/>
        <p:nvPr/>
      </p:nvGrpSpPr>
      <p:grpSpPr>
        <a:xfrm>
          <a:off x="0" y="0"/>
          <a:ext cx="0" cy="0"/>
          <a:chOff x="0" y="0"/>
          <a:chExt cx="0" cy="0"/>
        </a:xfrm>
      </p:grpSpPr>
      <p:pic>
        <p:nvPicPr>
          <p:cNvPr id="3" name="Graphic 2">
            <a:extLst>
              <a:ext uri="{FF2B5EF4-FFF2-40B4-BE49-F238E27FC236}">
                <a16:creationId xmlns:a16="http://schemas.microsoft.com/office/drawing/2014/main" id="{29C5D994-E647-E15F-5855-615355B14580}"/>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l="1042" r="1973" b="1787"/>
          <a:stretch>
            <a:fillRect/>
          </a:stretch>
        </p:blipFill>
        <p:spPr>
          <a:xfrm>
            <a:off x="0" y="658109"/>
            <a:ext cx="12188825" cy="6205839"/>
          </a:xfrm>
          <a:custGeom>
            <a:avLst/>
            <a:gdLst>
              <a:gd name="connsiteX0" fmla="*/ 0 w 12192401"/>
              <a:gd name="connsiteY0" fmla="*/ 0 h 6207660"/>
              <a:gd name="connsiteX1" fmla="*/ 12192401 w 12192401"/>
              <a:gd name="connsiteY1" fmla="*/ 0 h 6207660"/>
              <a:gd name="connsiteX2" fmla="*/ 12192401 w 12192401"/>
              <a:gd name="connsiteY2" fmla="*/ 6207660 h 6207660"/>
              <a:gd name="connsiteX3" fmla="*/ 0 w 12192401"/>
              <a:gd name="connsiteY3" fmla="*/ 6207660 h 6207660"/>
            </a:gdLst>
            <a:ahLst/>
            <a:cxnLst>
              <a:cxn ang="0">
                <a:pos x="connsiteX0" y="connsiteY0"/>
              </a:cxn>
              <a:cxn ang="0">
                <a:pos x="connsiteX1" y="connsiteY1"/>
              </a:cxn>
              <a:cxn ang="0">
                <a:pos x="connsiteX2" y="connsiteY2"/>
              </a:cxn>
              <a:cxn ang="0">
                <a:pos x="connsiteX3" y="connsiteY3"/>
              </a:cxn>
            </a:cxnLst>
            <a:rect l="l" t="t" r="r" b="b"/>
            <a:pathLst>
              <a:path w="12192401" h="6207660">
                <a:moveTo>
                  <a:pt x="0" y="0"/>
                </a:moveTo>
                <a:lnTo>
                  <a:pt x="12192401" y="0"/>
                </a:lnTo>
                <a:lnTo>
                  <a:pt x="12192401" y="6207660"/>
                </a:lnTo>
                <a:lnTo>
                  <a:pt x="0" y="6207660"/>
                </a:lnTo>
                <a:close/>
              </a:path>
            </a:pathLst>
          </a:custGeom>
          <a:effectLst>
            <a:outerShdw blurRad="241300" sx="102000" sy="102000" algn="ctr" rotWithShape="0">
              <a:schemeClr val="accent3">
                <a:alpha val="15000"/>
              </a:schemeClr>
            </a:outerShdw>
          </a:effectLst>
        </p:spPr>
      </p:pic>
      <p:sp>
        <p:nvSpPr>
          <p:cNvPr id="4" name="Freeform: Shape 3">
            <a:extLst>
              <a:ext uri="{FF2B5EF4-FFF2-40B4-BE49-F238E27FC236}">
                <a16:creationId xmlns:a16="http://schemas.microsoft.com/office/drawing/2014/main" id="{6814E578-7DFB-C273-472E-4EAD46D26ACD}"/>
              </a:ext>
            </a:extLst>
          </p:cNvPr>
          <p:cNvSpPr/>
          <p:nvPr userDrawn="1"/>
        </p:nvSpPr>
        <p:spPr>
          <a:xfrm>
            <a:off x="-3811" y="-260"/>
            <a:ext cx="6334843" cy="4737302"/>
          </a:xfrm>
          <a:custGeom>
            <a:avLst/>
            <a:gdLst>
              <a:gd name="connsiteX0" fmla="*/ 0 w 6334843"/>
              <a:gd name="connsiteY0" fmla="*/ 0 h 4737302"/>
              <a:gd name="connsiteX1" fmla="*/ 6334843 w 6334843"/>
              <a:gd name="connsiteY1" fmla="*/ 0 h 4737302"/>
              <a:gd name="connsiteX2" fmla="*/ 1987292 w 6334843"/>
              <a:gd name="connsiteY2" fmla="*/ 4347552 h 4737302"/>
              <a:gd name="connsiteX3" fmla="*/ 1046384 w 6334843"/>
              <a:gd name="connsiteY3" fmla="*/ 4737302 h 4737302"/>
              <a:gd name="connsiteX4" fmla="*/ 0 w 6334843"/>
              <a:gd name="connsiteY4" fmla="*/ 4737302 h 473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843" h="4737302">
                <a:moveTo>
                  <a:pt x="0" y="0"/>
                </a:moveTo>
                <a:lnTo>
                  <a:pt x="6334843" y="0"/>
                </a:lnTo>
                <a:lnTo>
                  <a:pt x="1987292" y="4347552"/>
                </a:lnTo>
                <a:cubicBezTo>
                  <a:pt x="1737727" y="4597117"/>
                  <a:pt x="1399274" y="4737302"/>
                  <a:pt x="1046384" y="4737302"/>
                </a:cubicBezTo>
                <a:lnTo>
                  <a:pt x="0" y="4737302"/>
                </a:lnTo>
                <a:close/>
              </a:path>
            </a:pathLst>
          </a:custGeom>
          <a:gradFill flip="none" rotWithShape="1">
            <a:gsLst>
              <a:gs pos="7000">
                <a:schemeClr val="accent4"/>
              </a:gs>
              <a:gs pos="83000">
                <a:schemeClr val="accent3"/>
              </a:gs>
            </a:gsLst>
            <a:lin ang="19200000" scaled="0"/>
            <a:tileRect/>
          </a:gradFill>
          <a:ln w="0"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03689AEB-304C-881F-44CE-28E14E31AD6E}"/>
              </a:ext>
            </a:extLst>
          </p:cNvPr>
          <p:cNvSpPr/>
          <p:nvPr userDrawn="1"/>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chemeClr val="accent4"/>
              </a:gs>
            </a:gsLst>
            <a:lin ang="0" scaled="1"/>
          </a:gradFill>
          <a:ln w="0" cap="flat">
            <a:noFill/>
            <a:prstDash val="solid"/>
            <a:miter/>
          </a:ln>
        </p:spPr>
        <p:txBody>
          <a:bodyPr rtlCol="0" anchor="ctr"/>
          <a:lstStyle/>
          <a:p>
            <a:endParaRPr lang="en-US"/>
          </a:p>
        </p:txBody>
      </p:sp>
      <p:sp>
        <p:nvSpPr>
          <p:cNvPr id="2" name="Title click to edit"/>
          <p:cNvSpPr>
            <a:spLocks noGrp="1"/>
          </p:cNvSpPr>
          <p:nvPr>
            <p:ph type="title" hasCustomPrompt="1"/>
          </p:nvPr>
        </p:nvSpPr>
        <p:spPr>
          <a:xfrm>
            <a:off x="6592949" y="1701846"/>
            <a:ext cx="5102866" cy="1234440"/>
          </a:xfrm>
        </p:spPr>
        <p:txBody>
          <a:bodyPr wrap="square" anchor="b"/>
          <a:lstStyle>
            <a:lvl1pPr algn="l">
              <a:defRPr sz="4000" b="0" cap="none" baseline="0">
                <a:solidFill>
                  <a:schemeClr val="accent2"/>
                </a:solidFill>
              </a:defRPr>
            </a:lvl1pPr>
          </a:lstStyle>
          <a:p>
            <a:r>
              <a:rPr lang="en-US"/>
              <a:t>Title Slide – Green Theme</a:t>
            </a:r>
          </a:p>
        </p:txBody>
      </p:sp>
      <p:sp>
        <p:nvSpPr>
          <p:cNvPr id="128" name="Subtitle click to edit">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592948" y="2986547"/>
            <a:ext cx="5116452"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subtitle placeholder</a:t>
            </a:r>
          </a:p>
        </p:txBody>
      </p:sp>
      <p:sp>
        <p:nvSpPr>
          <p:cNvPr id="7" name="Click to edit Speaker Name ">
            <a:extLst>
              <a:ext uri="{FF2B5EF4-FFF2-40B4-BE49-F238E27FC236}">
                <a16:creationId xmlns:a16="http://schemas.microsoft.com/office/drawing/2014/main" id="{DEA43E1E-B208-4DC4-9D6A-01669D00DA14}"/>
              </a:ext>
            </a:extLst>
          </p:cNvPr>
          <p:cNvSpPr>
            <a:spLocks noGrp="1"/>
          </p:cNvSpPr>
          <p:nvPr>
            <p:ph type="body" sz="quarter" idx="11" hasCustomPrompt="1"/>
          </p:nvPr>
        </p:nvSpPr>
        <p:spPr>
          <a:xfrm>
            <a:off x="6592948" y="4737425"/>
            <a:ext cx="5402202" cy="355601"/>
          </a:xfrm>
        </p:spPr>
        <p:txBody>
          <a:bodyPr anchor="b"/>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dirty="0"/>
              <a:t>Speaker Name (Insert pronouns)</a:t>
            </a:r>
          </a:p>
        </p:txBody>
      </p:sp>
      <p:sp>
        <p:nvSpPr>
          <p:cNvPr id="129" name="Click to edit role">
            <a:extLst>
              <a:ext uri="{FF2B5EF4-FFF2-40B4-BE49-F238E27FC236}">
                <a16:creationId xmlns:a16="http://schemas.microsoft.com/office/drawing/2014/main" id="{2111BB8B-7B37-4FB4-B2CD-984FE1C6C5E4}"/>
              </a:ext>
            </a:extLst>
          </p:cNvPr>
          <p:cNvSpPr>
            <a:spLocks noGrp="1"/>
          </p:cNvSpPr>
          <p:nvPr>
            <p:ph type="body" sz="quarter" idx="12" hasCustomPrompt="1"/>
          </p:nvPr>
        </p:nvSpPr>
        <p:spPr>
          <a:xfrm>
            <a:off x="6592948" y="5117480"/>
            <a:ext cx="5402202" cy="355601"/>
          </a:xfrm>
        </p:spPr>
        <p:txBody>
          <a:bodyPr/>
          <a:lstStyle>
            <a:lvl1pPr algn="l">
              <a:buNone/>
              <a:defRPr sz="1600">
                <a:solidFill>
                  <a:schemeClr val="tx1"/>
                </a:solidFill>
              </a:defRPr>
            </a:lvl1pPr>
          </a:lstStyle>
          <a:p>
            <a:pPr lvl="0"/>
            <a:r>
              <a:rPr lang="en-US" dirty="0"/>
              <a:t>Role / Division, Broadcom</a:t>
            </a:r>
          </a:p>
        </p:txBody>
      </p:sp>
      <p:sp>
        <p:nvSpPr>
          <p:cNvPr id="18" name="Click to edit role">
            <a:extLst>
              <a:ext uri="{FF2B5EF4-FFF2-40B4-BE49-F238E27FC236}">
                <a16:creationId xmlns:a16="http://schemas.microsoft.com/office/drawing/2014/main" id="{006FF8D0-7AF6-C549-9BFB-E838D6CDCA0E}"/>
              </a:ext>
            </a:extLst>
          </p:cNvPr>
          <p:cNvSpPr>
            <a:spLocks noGrp="1"/>
          </p:cNvSpPr>
          <p:nvPr>
            <p:ph type="body" sz="quarter" idx="14" hasCustomPrompt="1"/>
          </p:nvPr>
        </p:nvSpPr>
        <p:spPr>
          <a:xfrm>
            <a:off x="6592948" y="5485986"/>
            <a:ext cx="5402202" cy="355601"/>
          </a:xfrm>
        </p:spPr>
        <p:txBody>
          <a:bodyPr/>
          <a:lstStyle>
            <a:lvl1pPr algn="l">
              <a:buNone/>
              <a:defRPr sz="1400">
                <a:solidFill>
                  <a:schemeClr val="tx1"/>
                </a:solidFill>
              </a:defRPr>
            </a:lvl1pPr>
          </a:lstStyle>
          <a:p>
            <a:pPr lvl="0"/>
            <a:r>
              <a:rPr lang="en-US"/>
              <a:t>Date</a:t>
            </a:r>
          </a:p>
        </p:txBody>
      </p:sp>
      <p:sp>
        <p:nvSpPr>
          <p:cNvPr id="53" name="TextBox 52">
            <a:extLst>
              <a:ext uri="{FF2B5EF4-FFF2-40B4-BE49-F238E27FC236}">
                <a16:creationId xmlns:a16="http://schemas.microsoft.com/office/drawing/2014/main" id="{E7C16DC6-55CF-F240-9C11-02E1D9563D27}"/>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55" name="Graphic 8">
            <a:extLst>
              <a:ext uri="{FF2B5EF4-FFF2-40B4-BE49-F238E27FC236}">
                <a16:creationId xmlns:a16="http://schemas.microsoft.com/office/drawing/2014/main" id="{BAF838CA-49F3-885B-C026-D4C6B5E51AA9}"/>
              </a:ext>
            </a:extLst>
          </p:cNvPr>
          <p:cNvGrpSpPr/>
          <p:nvPr userDrawn="1"/>
        </p:nvGrpSpPr>
        <p:grpSpPr>
          <a:xfrm>
            <a:off x="265625" y="6323271"/>
            <a:ext cx="1249223" cy="369648"/>
            <a:chOff x="265625" y="6323271"/>
            <a:chExt cx="1249223" cy="369648"/>
          </a:xfrm>
          <a:solidFill>
            <a:srgbClr val="000000"/>
          </a:solidFill>
        </p:grpSpPr>
        <p:grpSp>
          <p:nvGrpSpPr>
            <p:cNvPr id="56" name="Graphic 8">
              <a:extLst>
                <a:ext uri="{FF2B5EF4-FFF2-40B4-BE49-F238E27FC236}">
                  <a16:creationId xmlns:a16="http://schemas.microsoft.com/office/drawing/2014/main" id="{91AFFF59-3E20-ED5A-C64D-6AD2EC10FA71}"/>
                </a:ext>
              </a:extLst>
            </p:cNvPr>
            <p:cNvGrpSpPr/>
            <p:nvPr/>
          </p:nvGrpSpPr>
          <p:grpSpPr>
            <a:xfrm>
              <a:off x="745455" y="6594444"/>
              <a:ext cx="722662" cy="98475"/>
              <a:chOff x="745455" y="6594444"/>
              <a:chExt cx="722662" cy="98475"/>
            </a:xfrm>
            <a:solidFill>
              <a:srgbClr val="000000"/>
            </a:solidFill>
          </p:grpSpPr>
          <p:sp>
            <p:nvSpPr>
              <p:cNvPr id="131" name="Freeform 130">
                <a:extLst>
                  <a:ext uri="{FF2B5EF4-FFF2-40B4-BE49-F238E27FC236}">
                    <a16:creationId xmlns:a16="http://schemas.microsoft.com/office/drawing/2014/main" id="{26A3A367-AF7A-3CE1-7219-BF42CFB83015}"/>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87557BA2-6363-9310-7758-7E46B2725CB3}"/>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133" name="Freeform 132">
                <a:extLst>
                  <a:ext uri="{FF2B5EF4-FFF2-40B4-BE49-F238E27FC236}">
                    <a16:creationId xmlns:a16="http://schemas.microsoft.com/office/drawing/2014/main" id="{98E3995A-00E8-9970-E347-1DB03372641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134" name="Freeform 133">
                <a:extLst>
                  <a:ext uri="{FF2B5EF4-FFF2-40B4-BE49-F238E27FC236}">
                    <a16:creationId xmlns:a16="http://schemas.microsoft.com/office/drawing/2014/main" id="{E557F3F2-0097-5608-0D6B-ADBD20A05750}"/>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135" name="Freeform 134">
                <a:extLst>
                  <a:ext uri="{FF2B5EF4-FFF2-40B4-BE49-F238E27FC236}">
                    <a16:creationId xmlns:a16="http://schemas.microsoft.com/office/drawing/2014/main" id="{A1EE9404-4BD9-8680-1C8A-3B583B49285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36" name="Freeform 135">
                <a:extLst>
                  <a:ext uri="{FF2B5EF4-FFF2-40B4-BE49-F238E27FC236}">
                    <a16:creationId xmlns:a16="http://schemas.microsoft.com/office/drawing/2014/main" id="{FC84855E-D060-5D16-8F8D-2BD34D9B94F5}"/>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137" name="Freeform 136">
                <a:extLst>
                  <a:ext uri="{FF2B5EF4-FFF2-40B4-BE49-F238E27FC236}">
                    <a16:creationId xmlns:a16="http://schemas.microsoft.com/office/drawing/2014/main" id="{031F79CD-4C5E-D24F-635E-7A7B4878110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138" name="Freeform 137">
                <a:extLst>
                  <a:ext uri="{FF2B5EF4-FFF2-40B4-BE49-F238E27FC236}">
                    <a16:creationId xmlns:a16="http://schemas.microsoft.com/office/drawing/2014/main" id="{DAD1797E-9105-FA8E-4A81-FDC253F04EA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139" name="Freeform 138">
                <a:extLst>
                  <a:ext uri="{FF2B5EF4-FFF2-40B4-BE49-F238E27FC236}">
                    <a16:creationId xmlns:a16="http://schemas.microsoft.com/office/drawing/2014/main" id="{6CDD0DC3-97C4-C10E-1058-099303CC93F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CEBC9053-842B-8221-2B9E-1E02856F997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57" name="Graphic 8">
              <a:extLst>
                <a:ext uri="{FF2B5EF4-FFF2-40B4-BE49-F238E27FC236}">
                  <a16:creationId xmlns:a16="http://schemas.microsoft.com/office/drawing/2014/main" id="{C3D6A2E6-7175-657A-FFEE-732370A03645}"/>
                </a:ext>
              </a:extLst>
            </p:cNvPr>
            <p:cNvGrpSpPr/>
            <p:nvPr/>
          </p:nvGrpSpPr>
          <p:grpSpPr>
            <a:xfrm>
              <a:off x="265625" y="6323271"/>
              <a:ext cx="1249223" cy="190348"/>
              <a:chOff x="265625" y="6323271"/>
              <a:chExt cx="1249223" cy="190348"/>
            </a:xfrm>
            <a:solidFill>
              <a:srgbClr val="000000"/>
            </a:solidFill>
          </p:grpSpPr>
          <p:sp>
            <p:nvSpPr>
              <p:cNvPr id="58" name="Freeform 57">
                <a:extLst>
                  <a:ext uri="{FF2B5EF4-FFF2-40B4-BE49-F238E27FC236}">
                    <a16:creationId xmlns:a16="http://schemas.microsoft.com/office/drawing/2014/main" id="{6EE5B3D8-4F75-F4A5-6852-90C7E67B399F}"/>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8D359421-6F5E-68EB-A130-9078431086FE}"/>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3B593B1C-97BF-E3FD-9202-FAE7DC7D404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684036B4-CA32-5C66-D108-9873B6C3702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76DBD31D-FDBB-F787-B22E-2F397F09B54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98164034-B26F-5ACB-9B90-EBBD1F9B1137}"/>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347DB589-B53E-03EB-2555-D38B1A06D8EF}"/>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8" name="Oval 7">
            <a:extLst>
              <a:ext uri="{FF2B5EF4-FFF2-40B4-BE49-F238E27FC236}">
                <a16:creationId xmlns:a16="http://schemas.microsoft.com/office/drawing/2014/main" id="{9E091982-7055-D398-D730-EADC38C8FE42}"/>
              </a:ext>
            </a:extLst>
          </p:cNvPr>
          <p:cNvSpPr/>
          <p:nvPr userDrawn="1"/>
        </p:nvSpPr>
        <p:spPr>
          <a:xfrm>
            <a:off x="1635271" y="1308100"/>
            <a:ext cx="4241798" cy="4241794"/>
          </a:xfrm>
          <a:prstGeom prst="ellipse">
            <a:avLst/>
          </a:prstGeom>
          <a:solidFill>
            <a:schemeClr val="bg1">
              <a:alpha val="25000"/>
            </a:schemeClr>
          </a:solidFill>
          <a:ln w="349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9" name="Oval 8">
            <a:extLst>
              <a:ext uri="{FF2B5EF4-FFF2-40B4-BE49-F238E27FC236}">
                <a16:creationId xmlns:a16="http://schemas.microsoft.com/office/drawing/2014/main" id="{C3FF71C5-1781-D09E-0CDD-BC5E72D6D23F}"/>
              </a:ext>
            </a:extLst>
          </p:cNvPr>
          <p:cNvSpPr/>
          <p:nvPr userDrawn="1"/>
        </p:nvSpPr>
        <p:spPr>
          <a:xfrm rot="13500000">
            <a:off x="1954577" y="1627406"/>
            <a:ext cx="3603186" cy="3603182"/>
          </a:xfrm>
          <a:prstGeom prst="ellipse">
            <a:avLst/>
          </a:prstGeom>
          <a:solidFill>
            <a:schemeClr val="bg1"/>
          </a:solidFill>
          <a:ln w="69850">
            <a:gradFill>
              <a:gsLst>
                <a:gs pos="0">
                  <a:schemeClr val="accent3"/>
                </a:gs>
                <a:gs pos="68000">
                  <a:schemeClr val="accent4"/>
                </a:gs>
                <a:gs pos="100000">
                  <a:schemeClr val="accent4"/>
                </a:gs>
                <a:gs pos="33000">
                  <a:schemeClr val="accent3"/>
                </a:gs>
              </a:gsLst>
              <a:lin ang="2700000" scaled="0"/>
            </a:gra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6" name="TextBox 5">
            <a:extLst>
              <a:ext uri="{FF2B5EF4-FFF2-40B4-BE49-F238E27FC236}">
                <a16:creationId xmlns:a16="http://schemas.microsoft.com/office/drawing/2014/main" id="{D2AD4204-99EB-FF02-17EB-BF91B2BA2D72}"/>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0650705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14="http://schemas.microsoft.com/office/drawing/2010/main" xmlns:a16="http://schemas.microsoft.com/office/drawing/2014/main"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p:cSld name="Title Slide – Aqua">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6007DB4E-DF1B-4B7A-6FC4-46981281D8D1}"/>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l="1042" r="1973" b="1787"/>
          <a:stretch>
            <a:fillRect/>
          </a:stretch>
        </p:blipFill>
        <p:spPr>
          <a:xfrm>
            <a:off x="0" y="658109"/>
            <a:ext cx="12188825" cy="6205839"/>
          </a:xfrm>
          <a:custGeom>
            <a:avLst/>
            <a:gdLst>
              <a:gd name="connsiteX0" fmla="*/ 0 w 12192401"/>
              <a:gd name="connsiteY0" fmla="*/ 0 h 6207660"/>
              <a:gd name="connsiteX1" fmla="*/ 12192401 w 12192401"/>
              <a:gd name="connsiteY1" fmla="*/ 0 h 6207660"/>
              <a:gd name="connsiteX2" fmla="*/ 12192401 w 12192401"/>
              <a:gd name="connsiteY2" fmla="*/ 6207660 h 6207660"/>
              <a:gd name="connsiteX3" fmla="*/ 0 w 12192401"/>
              <a:gd name="connsiteY3" fmla="*/ 6207660 h 6207660"/>
            </a:gdLst>
            <a:ahLst/>
            <a:cxnLst>
              <a:cxn ang="0">
                <a:pos x="connsiteX0" y="connsiteY0"/>
              </a:cxn>
              <a:cxn ang="0">
                <a:pos x="connsiteX1" y="connsiteY1"/>
              </a:cxn>
              <a:cxn ang="0">
                <a:pos x="connsiteX2" y="connsiteY2"/>
              </a:cxn>
              <a:cxn ang="0">
                <a:pos x="connsiteX3" y="connsiteY3"/>
              </a:cxn>
            </a:cxnLst>
            <a:rect l="l" t="t" r="r" b="b"/>
            <a:pathLst>
              <a:path w="12192401" h="6207660">
                <a:moveTo>
                  <a:pt x="0" y="0"/>
                </a:moveTo>
                <a:lnTo>
                  <a:pt x="12192401" y="0"/>
                </a:lnTo>
                <a:lnTo>
                  <a:pt x="12192401" y="6207660"/>
                </a:lnTo>
                <a:lnTo>
                  <a:pt x="0" y="6207660"/>
                </a:lnTo>
                <a:close/>
              </a:path>
            </a:pathLst>
          </a:custGeom>
          <a:effectLst>
            <a:outerShdw blurRad="241300" sx="102000" sy="102000" algn="ctr" rotWithShape="0">
              <a:schemeClr val="accent3">
                <a:alpha val="15000"/>
              </a:schemeClr>
            </a:outerShdw>
          </a:effectLst>
        </p:spPr>
      </p:pic>
      <p:sp>
        <p:nvSpPr>
          <p:cNvPr id="12" name="Freeform: Shape 11">
            <a:extLst>
              <a:ext uri="{FF2B5EF4-FFF2-40B4-BE49-F238E27FC236}">
                <a16:creationId xmlns:a16="http://schemas.microsoft.com/office/drawing/2014/main" id="{A93B8B11-A691-8250-9E87-65BB5A241D07}"/>
              </a:ext>
            </a:extLst>
          </p:cNvPr>
          <p:cNvSpPr/>
          <p:nvPr/>
        </p:nvSpPr>
        <p:spPr>
          <a:xfrm>
            <a:off x="-3811" y="-260"/>
            <a:ext cx="6334843" cy="4737302"/>
          </a:xfrm>
          <a:custGeom>
            <a:avLst/>
            <a:gdLst>
              <a:gd name="connsiteX0" fmla="*/ 0 w 6334843"/>
              <a:gd name="connsiteY0" fmla="*/ 0 h 4737302"/>
              <a:gd name="connsiteX1" fmla="*/ 6334843 w 6334843"/>
              <a:gd name="connsiteY1" fmla="*/ 0 h 4737302"/>
              <a:gd name="connsiteX2" fmla="*/ 1987292 w 6334843"/>
              <a:gd name="connsiteY2" fmla="*/ 4347552 h 4737302"/>
              <a:gd name="connsiteX3" fmla="*/ 1046384 w 6334843"/>
              <a:gd name="connsiteY3" fmla="*/ 4737302 h 4737302"/>
              <a:gd name="connsiteX4" fmla="*/ 0 w 6334843"/>
              <a:gd name="connsiteY4" fmla="*/ 4737302 h 473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843" h="4737302">
                <a:moveTo>
                  <a:pt x="0" y="0"/>
                </a:moveTo>
                <a:lnTo>
                  <a:pt x="6334843" y="0"/>
                </a:lnTo>
                <a:lnTo>
                  <a:pt x="1987292" y="4347552"/>
                </a:lnTo>
                <a:cubicBezTo>
                  <a:pt x="1737727" y="4597117"/>
                  <a:pt x="1399274" y="4737302"/>
                  <a:pt x="1046384" y="4737302"/>
                </a:cubicBezTo>
                <a:lnTo>
                  <a:pt x="0" y="4737302"/>
                </a:lnTo>
                <a:close/>
              </a:path>
            </a:pathLst>
          </a:custGeom>
          <a:gradFill flip="none" rotWithShape="1">
            <a:gsLst>
              <a:gs pos="16000">
                <a:schemeClr val="accent2"/>
              </a:gs>
              <a:gs pos="90000">
                <a:schemeClr val="accent3"/>
              </a:gs>
            </a:gsLst>
            <a:lin ang="19200000" scaled="0"/>
            <a:tileRect/>
          </a:gradFill>
          <a:ln w="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F3963894-AB1A-DA1F-BF82-7542D160FA67}"/>
              </a:ext>
            </a:extLst>
          </p:cNvPr>
          <p:cNvSpPr/>
          <p:nvPr/>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chemeClr val="accent2"/>
              </a:gs>
            </a:gsLst>
            <a:lin ang="0" scaled="1"/>
          </a:gradFill>
          <a:ln w="0" cap="flat">
            <a:noFill/>
            <a:prstDash val="solid"/>
            <a:miter/>
          </a:ln>
        </p:spPr>
        <p:txBody>
          <a:bodyPr rtlCol="0" anchor="ctr"/>
          <a:lstStyle/>
          <a:p>
            <a:endParaRPr lang="en-US" dirty="0"/>
          </a:p>
        </p:txBody>
      </p:sp>
      <p:sp>
        <p:nvSpPr>
          <p:cNvPr id="13" name="Click to edit Speaker Name ">
            <a:extLst>
              <a:ext uri="{FF2B5EF4-FFF2-40B4-BE49-F238E27FC236}">
                <a16:creationId xmlns:a16="http://schemas.microsoft.com/office/drawing/2014/main" id="{BE8CF301-A89D-F446-8E25-48C52B357C1E}"/>
              </a:ext>
            </a:extLst>
          </p:cNvPr>
          <p:cNvSpPr>
            <a:spLocks noGrp="1"/>
          </p:cNvSpPr>
          <p:nvPr>
            <p:ph type="body" sz="quarter" idx="11" hasCustomPrompt="1"/>
          </p:nvPr>
        </p:nvSpPr>
        <p:spPr>
          <a:xfrm>
            <a:off x="6592948" y="4737425"/>
            <a:ext cx="5402202" cy="355601"/>
          </a:xfrm>
        </p:spPr>
        <p:txBody>
          <a:bodyPr anchor="b"/>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a:t>Speaker Name (Insert pronouns)</a:t>
            </a:r>
          </a:p>
        </p:txBody>
      </p:sp>
      <p:sp>
        <p:nvSpPr>
          <p:cNvPr id="14" name="Click to edit role">
            <a:extLst>
              <a:ext uri="{FF2B5EF4-FFF2-40B4-BE49-F238E27FC236}">
                <a16:creationId xmlns:a16="http://schemas.microsoft.com/office/drawing/2014/main" id="{A6793BDF-BE4B-0441-BDFD-DE9B2F59D3D0}"/>
              </a:ext>
            </a:extLst>
          </p:cNvPr>
          <p:cNvSpPr>
            <a:spLocks noGrp="1"/>
          </p:cNvSpPr>
          <p:nvPr>
            <p:ph type="body" sz="quarter" idx="12" hasCustomPrompt="1"/>
          </p:nvPr>
        </p:nvSpPr>
        <p:spPr>
          <a:xfrm>
            <a:off x="6592948" y="5117480"/>
            <a:ext cx="5402202" cy="355601"/>
          </a:xfrm>
        </p:spPr>
        <p:txBody>
          <a:bodyPr/>
          <a:lstStyle>
            <a:lvl1pPr algn="l">
              <a:buNone/>
              <a:defRPr sz="1600">
                <a:solidFill>
                  <a:schemeClr val="tx1"/>
                </a:solidFill>
              </a:defRPr>
            </a:lvl1pPr>
          </a:lstStyle>
          <a:p>
            <a:pPr lvl="0"/>
            <a:r>
              <a:rPr lang="en-US" dirty="0"/>
              <a:t>Role / Division, Broadcom</a:t>
            </a:r>
          </a:p>
        </p:txBody>
      </p:sp>
      <p:sp>
        <p:nvSpPr>
          <p:cNvPr id="17" name="Click to edit role">
            <a:extLst>
              <a:ext uri="{FF2B5EF4-FFF2-40B4-BE49-F238E27FC236}">
                <a16:creationId xmlns:a16="http://schemas.microsoft.com/office/drawing/2014/main" id="{DF9375A3-70DB-2E43-AFE1-9357176168C4}"/>
              </a:ext>
            </a:extLst>
          </p:cNvPr>
          <p:cNvSpPr>
            <a:spLocks noGrp="1"/>
          </p:cNvSpPr>
          <p:nvPr>
            <p:ph type="body" sz="quarter" idx="14" hasCustomPrompt="1"/>
          </p:nvPr>
        </p:nvSpPr>
        <p:spPr>
          <a:xfrm>
            <a:off x="6592948" y="5485986"/>
            <a:ext cx="5402202" cy="355601"/>
          </a:xfrm>
        </p:spPr>
        <p:txBody>
          <a:bodyPr/>
          <a:lstStyle>
            <a:lvl1pPr algn="l">
              <a:buNone/>
              <a:defRPr sz="1400">
                <a:solidFill>
                  <a:schemeClr val="tx1"/>
                </a:solidFill>
              </a:defRPr>
            </a:lvl1pPr>
          </a:lstStyle>
          <a:p>
            <a:pPr lvl="0"/>
            <a:r>
              <a:rPr lang="en-US"/>
              <a:t>Date</a:t>
            </a:r>
          </a:p>
        </p:txBody>
      </p:sp>
      <p:grpSp>
        <p:nvGrpSpPr>
          <p:cNvPr id="8" name="Graphic 8">
            <a:extLst>
              <a:ext uri="{FF2B5EF4-FFF2-40B4-BE49-F238E27FC236}">
                <a16:creationId xmlns:a16="http://schemas.microsoft.com/office/drawing/2014/main" id="{D1A5F4CE-EB72-C266-1B3B-9C54BD2303E1}"/>
              </a:ext>
            </a:extLst>
          </p:cNvPr>
          <p:cNvGrpSpPr/>
          <p:nvPr/>
        </p:nvGrpSpPr>
        <p:grpSpPr>
          <a:xfrm>
            <a:off x="265625" y="6323271"/>
            <a:ext cx="1249223" cy="369648"/>
            <a:chOff x="265625" y="6323271"/>
            <a:chExt cx="1249223" cy="369648"/>
          </a:xfrm>
          <a:solidFill>
            <a:srgbClr val="000000"/>
          </a:solidFill>
        </p:grpSpPr>
        <p:grpSp>
          <p:nvGrpSpPr>
            <p:cNvPr id="9" name="Graphic 8">
              <a:extLst>
                <a:ext uri="{FF2B5EF4-FFF2-40B4-BE49-F238E27FC236}">
                  <a16:creationId xmlns:a16="http://schemas.microsoft.com/office/drawing/2014/main" id="{2137E5D9-482E-8131-7FF0-1050E105997F}"/>
                </a:ext>
              </a:extLst>
            </p:cNvPr>
            <p:cNvGrpSpPr/>
            <p:nvPr/>
          </p:nvGrpSpPr>
          <p:grpSpPr>
            <a:xfrm>
              <a:off x="745455" y="6594444"/>
              <a:ext cx="722662" cy="98475"/>
              <a:chOff x="745455" y="6594444"/>
              <a:chExt cx="722662" cy="98475"/>
            </a:xfrm>
            <a:solidFill>
              <a:srgbClr val="000000"/>
            </a:solidFill>
          </p:grpSpPr>
          <p:sp>
            <p:nvSpPr>
              <p:cNvPr id="23" name="Freeform 22">
                <a:extLst>
                  <a:ext uri="{FF2B5EF4-FFF2-40B4-BE49-F238E27FC236}">
                    <a16:creationId xmlns:a16="http://schemas.microsoft.com/office/drawing/2014/main" id="{401D4578-40C7-2585-4FDC-D46680518109}"/>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7D357427-0517-5C7D-A2F9-9FA354E4992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1F2840FE-B7E9-55F1-1465-C3EC98EC0ACE}"/>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935EB82F-29DB-B50B-2148-8B6B0BBCAF7F}"/>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88238D6F-727C-429B-85BB-BB97763DD8B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9C614CC9-29E5-4669-6FEA-79EC278FE091}"/>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77E21B9D-99B5-B6C1-54E7-0043458780C4}"/>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4D857C41-1105-53B4-027A-9AAD9B68FE20}"/>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8E094421-7705-4F5D-AD3D-5BE22A2FAF77}"/>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485723E5-9424-E475-7092-E94E9597350E}"/>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10" name="Graphic 8">
              <a:extLst>
                <a:ext uri="{FF2B5EF4-FFF2-40B4-BE49-F238E27FC236}">
                  <a16:creationId xmlns:a16="http://schemas.microsoft.com/office/drawing/2014/main" id="{C1BCA891-9818-3C98-5E5D-CAAA5BC1C8D8}"/>
                </a:ext>
              </a:extLst>
            </p:cNvPr>
            <p:cNvGrpSpPr/>
            <p:nvPr/>
          </p:nvGrpSpPr>
          <p:grpSpPr>
            <a:xfrm>
              <a:off x="265625" y="6323271"/>
              <a:ext cx="1249223" cy="190348"/>
              <a:chOff x="265625" y="6323271"/>
              <a:chExt cx="1249223" cy="190348"/>
            </a:xfrm>
            <a:solidFill>
              <a:srgbClr val="000000"/>
            </a:solidFill>
          </p:grpSpPr>
          <p:sp>
            <p:nvSpPr>
              <p:cNvPr id="11" name="Freeform 10">
                <a:extLst>
                  <a:ext uri="{FF2B5EF4-FFF2-40B4-BE49-F238E27FC236}">
                    <a16:creationId xmlns:a16="http://schemas.microsoft.com/office/drawing/2014/main" id="{88AEA6DD-162C-57F8-3709-64B3B9BC62BC}"/>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6" name="Freeform 15">
                <a:extLst>
                  <a:ext uri="{FF2B5EF4-FFF2-40B4-BE49-F238E27FC236}">
                    <a16:creationId xmlns:a16="http://schemas.microsoft.com/office/drawing/2014/main" id="{FC17F96D-EC21-771A-4BFB-097D052B25FC}"/>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D310231D-256A-7136-6FBC-2E63F32653FC}"/>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4D14B69E-286C-4E39-05BC-F4A507A000E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C86A5B8B-2CA3-DA7C-8F1D-838462A9013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CDAF0B3D-FBD5-4563-20CD-70B391907C0A}"/>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BC54CD76-F7DE-5D47-2726-1FB2EE8F9EBE}"/>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 name="Title click to edit">
            <a:extLst>
              <a:ext uri="{FF2B5EF4-FFF2-40B4-BE49-F238E27FC236}">
                <a16:creationId xmlns:a16="http://schemas.microsoft.com/office/drawing/2014/main" id="{3D2AD2AB-2D36-6FA3-D90D-BBA20ECE200F}"/>
              </a:ext>
            </a:extLst>
          </p:cNvPr>
          <p:cNvSpPr>
            <a:spLocks noGrp="1"/>
          </p:cNvSpPr>
          <p:nvPr>
            <p:ph type="title" hasCustomPrompt="1"/>
          </p:nvPr>
        </p:nvSpPr>
        <p:spPr>
          <a:xfrm>
            <a:off x="6592949" y="1701846"/>
            <a:ext cx="5102866" cy="1234440"/>
          </a:xfrm>
        </p:spPr>
        <p:txBody>
          <a:bodyPr wrap="square" anchor="b"/>
          <a:lstStyle>
            <a:lvl1pPr algn="l">
              <a:defRPr sz="4000" b="0" cap="none" baseline="0">
                <a:solidFill>
                  <a:schemeClr val="accent2"/>
                </a:solidFill>
              </a:defRPr>
            </a:lvl1pPr>
          </a:lstStyle>
          <a:p>
            <a:r>
              <a:rPr lang="en-US"/>
              <a:t>Title Slide – Blue Theme</a:t>
            </a:r>
          </a:p>
        </p:txBody>
      </p:sp>
      <p:sp>
        <p:nvSpPr>
          <p:cNvPr id="4" name="Subtitle click to edit">
            <a:extLst>
              <a:ext uri="{FF2B5EF4-FFF2-40B4-BE49-F238E27FC236}">
                <a16:creationId xmlns:a16="http://schemas.microsoft.com/office/drawing/2014/main" id="{CC0EBB9D-D839-7841-ED94-78F86A22AB93}"/>
              </a:ext>
            </a:extLst>
          </p:cNvPr>
          <p:cNvSpPr>
            <a:spLocks noGrp="1"/>
          </p:cNvSpPr>
          <p:nvPr>
            <p:ph type="subTitle" idx="10" hasCustomPrompt="1"/>
          </p:nvPr>
        </p:nvSpPr>
        <p:spPr>
          <a:xfrm>
            <a:off x="6592948" y="2986547"/>
            <a:ext cx="5116452"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placeholder</a:t>
            </a:r>
          </a:p>
        </p:txBody>
      </p:sp>
      <p:sp>
        <p:nvSpPr>
          <p:cNvPr id="35" name="Freeform: Shape 14">
            <a:extLst>
              <a:ext uri="{FF2B5EF4-FFF2-40B4-BE49-F238E27FC236}">
                <a16:creationId xmlns:a16="http://schemas.microsoft.com/office/drawing/2014/main" id="{F3963894-AB1A-DA1F-BF82-7542D160FA67}"/>
              </a:ext>
            </a:extLst>
          </p:cNvPr>
          <p:cNvSpPr/>
          <p:nvPr userDrawn="1"/>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chemeClr val="accent2"/>
              </a:gs>
            </a:gsLst>
            <a:lin ang="0" scaled="1"/>
          </a:gradFill>
          <a:ln w="0" cap="flat">
            <a:noFill/>
            <a:prstDash val="solid"/>
            <a:miter/>
          </a:ln>
        </p:spPr>
        <p:txBody>
          <a:bodyPr rtlCol="0" anchor="ctr"/>
          <a:lstStyle/>
          <a:p>
            <a:endParaRPr lang="en-US" dirty="0"/>
          </a:p>
        </p:txBody>
      </p:sp>
      <p:grpSp>
        <p:nvGrpSpPr>
          <p:cNvPr id="38" name="Graphic 8">
            <a:extLst>
              <a:ext uri="{FF2B5EF4-FFF2-40B4-BE49-F238E27FC236}">
                <a16:creationId xmlns:a16="http://schemas.microsoft.com/office/drawing/2014/main" id="{D1A5F4CE-EB72-C266-1B3B-9C54BD2303E1}"/>
              </a:ext>
            </a:extLst>
          </p:cNvPr>
          <p:cNvGrpSpPr/>
          <p:nvPr userDrawn="1"/>
        </p:nvGrpSpPr>
        <p:grpSpPr>
          <a:xfrm>
            <a:off x="265625" y="6323271"/>
            <a:ext cx="1249223" cy="369648"/>
            <a:chOff x="265625" y="6323271"/>
            <a:chExt cx="1249223" cy="369648"/>
          </a:xfrm>
          <a:solidFill>
            <a:srgbClr val="000000"/>
          </a:solidFill>
        </p:grpSpPr>
        <p:grpSp>
          <p:nvGrpSpPr>
            <p:cNvPr id="39" name="Graphic 8">
              <a:extLst>
                <a:ext uri="{FF2B5EF4-FFF2-40B4-BE49-F238E27FC236}">
                  <a16:creationId xmlns:a16="http://schemas.microsoft.com/office/drawing/2014/main" id="{2137E5D9-482E-8131-7FF0-1050E105997F}"/>
                </a:ext>
              </a:extLst>
            </p:cNvPr>
            <p:cNvGrpSpPr/>
            <p:nvPr/>
          </p:nvGrpSpPr>
          <p:grpSpPr>
            <a:xfrm>
              <a:off x="745455" y="6594444"/>
              <a:ext cx="722662" cy="98475"/>
              <a:chOff x="745455" y="6594444"/>
              <a:chExt cx="722662" cy="98475"/>
            </a:xfrm>
            <a:solidFill>
              <a:srgbClr val="000000"/>
            </a:solidFill>
          </p:grpSpPr>
          <p:sp>
            <p:nvSpPr>
              <p:cNvPr id="48" name="Freeform 47">
                <a:extLst>
                  <a:ext uri="{FF2B5EF4-FFF2-40B4-BE49-F238E27FC236}">
                    <a16:creationId xmlns:a16="http://schemas.microsoft.com/office/drawing/2014/main" id="{401D4578-40C7-2585-4FDC-D46680518109}"/>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7D357427-0517-5C7D-A2F9-9FA354E4992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1F2840FE-B7E9-55F1-1465-C3EC98EC0ACE}"/>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935EB82F-29DB-B50B-2148-8B6B0BBCAF7F}"/>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88238D6F-727C-429B-85BB-BB97763DD8B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9C614CC9-29E5-4669-6FEA-79EC278FE091}"/>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77E21B9D-99B5-B6C1-54E7-0043458780C4}"/>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4D857C41-1105-53B4-027A-9AAD9B68FE20}"/>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8E094421-7705-4F5D-AD3D-5BE22A2FAF77}"/>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485723E5-9424-E475-7092-E94E9597350E}"/>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40" name="Graphic 8">
              <a:extLst>
                <a:ext uri="{FF2B5EF4-FFF2-40B4-BE49-F238E27FC236}">
                  <a16:creationId xmlns:a16="http://schemas.microsoft.com/office/drawing/2014/main" id="{C1BCA891-9818-3C98-5E5D-CAAA5BC1C8D8}"/>
                </a:ext>
              </a:extLst>
            </p:cNvPr>
            <p:cNvGrpSpPr/>
            <p:nvPr/>
          </p:nvGrpSpPr>
          <p:grpSpPr>
            <a:xfrm>
              <a:off x="265625" y="6323271"/>
              <a:ext cx="1249223" cy="190348"/>
              <a:chOff x="265625" y="6323271"/>
              <a:chExt cx="1249223" cy="190348"/>
            </a:xfrm>
            <a:solidFill>
              <a:srgbClr val="000000"/>
            </a:solidFill>
          </p:grpSpPr>
          <p:sp>
            <p:nvSpPr>
              <p:cNvPr id="41" name="Freeform 40">
                <a:extLst>
                  <a:ext uri="{FF2B5EF4-FFF2-40B4-BE49-F238E27FC236}">
                    <a16:creationId xmlns:a16="http://schemas.microsoft.com/office/drawing/2014/main" id="{88AEA6DD-162C-57F8-3709-64B3B9BC62BC}"/>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FC17F96D-EC21-771A-4BFB-097D052B25FC}"/>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D310231D-256A-7136-6FBC-2E63F32653FC}"/>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4D14B69E-286C-4E39-05BC-F4A507A000E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C86A5B8B-2CA3-DA7C-8F1D-838462A9013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CDAF0B3D-FBD5-4563-20CD-70B391907C0A}"/>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BC54CD76-F7DE-5D47-2726-1FB2EE8F9EBE}"/>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5" name="TextBox 4">
            <a:extLst>
              <a:ext uri="{FF2B5EF4-FFF2-40B4-BE49-F238E27FC236}">
                <a16:creationId xmlns:a16="http://schemas.microsoft.com/office/drawing/2014/main" id="{DAC4568A-0320-BB95-EB37-40F255DCBF74}"/>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664608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14="http://schemas.microsoft.com/office/drawing/2010/main" xmlns:a16="http://schemas.microsoft.com/office/drawing/2014/main"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Title Slide – Aqua with Circle">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6007DB4E-DF1B-4B7A-6FC4-46981281D8D1}"/>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l="1042" r="1973" b="1787"/>
          <a:stretch>
            <a:fillRect/>
          </a:stretch>
        </p:blipFill>
        <p:spPr>
          <a:xfrm>
            <a:off x="0" y="658109"/>
            <a:ext cx="12188825" cy="6205839"/>
          </a:xfrm>
          <a:custGeom>
            <a:avLst/>
            <a:gdLst>
              <a:gd name="connsiteX0" fmla="*/ 0 w 12192401"/>
              <a:gd name="connsiteY0" fmla="*/ 0 h 6207660"/>
              <a:gd name="connsiteX1" fmla="*/ 12192401 w 12192401"/>
              <a:gd name="connsiteY1" fmla="*/ 0 h 6207660"/>
              <a:gd name="connsiteX2" fmla="*/ 12192401 w 12192401"/>
              <a:gd name="connsiteY2" fmla="*/ 6207660 h 6207660"/>
              <a:gd name="connsiteX3" fmla="*/ 0 w 12192401"/>
              <a:gd name="connsiteY3" fmla="*/ 6207660 h 6207660"/>
            </a:gdLst>
            <a:ahLst/>
            <a:cxnLst>
              <a:cxn ang="0">
                <a:pos x="connsiteX0" y="connsiteY0"/>
              </a:cxn>
              <a:cxn ang="0">
                <a:pos x="connsiteX1" y="connsiteY1"/>
              </a:cxn>
              <a:cxn ang="0">
                <a:pos x="connsiteX2" y="connsiteY2"/>
              </a:cxn>
              <a:cxn ang="0">
                <a:pos x="connsiteX3" y="connsiteY3"/>
              </a:cxn>
            </a:cxnLst>
            <a:rect l="l" t="t" r="r" b="b"/>
            <a:pathLst>
              <a:path w="12192401" h="6207660">
                <a:moveTo>
                  <a:pt x="0" y="0"/>
                </a:moveTo>
                <a:lnTo>
                  <a:pt x="12192401" y="0"/>
                </a:lnTo>
                <a:lnTo>
                  <a:pt x="12192401" y="6207660"/>
                </a:lnTo>
                <a:lnTo>
                  <a:pt x="0" y="6207660"/>
                </a:lnTo>
                <a:close/>
              </a:path>
            </a:pathLst>
          </a:custGeom>
          <a:effectLst>
            <a:outerShdw blurRad="241300" sx="102000" sy="102000" algn="ctr" rotWithShape="0">
              <a:schemeClr val="accent3">
                <a:alpha val="15000"/>
              </a:schemeClr>
            </a:outerShdw>
          </a:effectLst>
        </p:spPr>
      </p:pic>
      <p:sp>
        <p:nvSpPr>
          <p:cNvPr id="12" name="Freeform: Shape 11">
            <a:extLst>
              <a:ext uri="{FF2B5EF4-FFF2-40B4-BE49-F238E27FC236}">
                <a16:creationId xmlns:a16="http://schemas.microsoft.com/office/drawing/2014/main" id="{A93B8B11-A691-8250-9E87-65BB5A241D07}"/>
              </a:ext>
            </a:extLst>
          </p:cNvPr>
          <p:cNvSpPr/>
          <p:nvPr userDrawn="1"/>
        </p:nvSpPr>
        <p:spPr>
          <a:xfrm>
            <a:off x="-3811" y="-260"/>
            <a:ext cx="6334843" cy="4737302"/>
          </a:xfrm>
          <a:custGeom>
            <a:avLst/>
            <a:gdLst>
              <a:gd name="connsiteX0" fmla="*/ 0 w 6334843"/>
              <a:gd name="connsiteY0" fmla="*/ 0 h 4737302"/>
              <a:gd name="connsiteX1" fmla="*/ 6334843 w 6334843"/>
              <a:gd name="connsiteY1" fmla="*/ 0 h 4737302"/>
              <a:gd name="connsiteX2" fmla="*/ 1987292 w 6334843"/>
              <a:gd name="connsiteY2" fmla="*/ 4347552 h 4737302"/>
              <a:gd name="connsiteX3" fmla="*/ 1046384 w 6334843"/>
              <a:gd name="connsiteY3" fmla="*/ 4737302 h 4737302"/>
              <a:gd name="connsiteX4" fmla="*/ 0 w 6334843"/>
              <a:gd name="connsiteY4" fmla="*/ 4737302 h 473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843" h="4737302">
                <a:moveTo>
                  <a:pt x="0" y="0"/>
                </a:moveTo>
                <a:lnTo>
                  <a:pt x="6334843" y="0"/>
                </a:lnTo>
                <a:lnTo>
                  <a:pt x="1987292" y="4347552"/>
                </a:lnTo>
                <a:cubicBezTo>
                  <a:pt x="1737727" y="4597117"/>
                  <a:pt x="1399274" y="4737302"/>
                  <a:pt x="1046384" y="4737302"/>
                </a:cubicBezTo>
                <a:lnTo>
                  <a:pt x="0" y="4737302"/>
                </a:lnTo>
                <a:close/>
              </a:path>
            </a:pathLst>
          </a:custGeom>
          <a:gradFill flip="none" rotWithShape="1">
            <a:gsLst>
              <a:gs pos="16000">
                <a:schemeClr val="accent2"/>
              </a:gs>
              <a:gs pos="90000">
                <a:schemeClr val="accent3"/>
              </a:gs>
            </a:gsLst>
            <a:lin ang="19200000" scaled="0"/>
            <a:tileRect/>
          </a:gradFill>
          <a:ln w="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F3963894-AB1A-DA1F-BF82-7542D160FA67}"/>
              </a:ext>
            </a:extLst>
          </p:cNvPr>
          <p:cNvSpPr/>
          <p:nvPr userDrawn="1"/>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chemeClr val="accent2"/>
              </a:gs>
            </a:gsLst>
            <a:lin ang="0" scaled="1"/>
          </a:gradFill>
          <a:ln w="0" cap="flat">
            <a:noFill/>
            <a:prstDash val="solid"/>
            <a:miter/>
          </a:ln>
        </p:spPr>
        <p:txBody>
          <a:bodyPr rtlCol="0" anchor="ctr"/>
          <a:lstStyle/>
          <a:p>
            <a:endParaRPr lang="en-US"/>
          </a:p>
        </p:txBody>
      </p:sp>
      <p:sp>
        <p:nvSpPr>
          <p:cNvPr id="13" name="Click to edit Speaker Name ">
            <a:extLst>
              <a:ext uri="{FF2B5EF4-FFF2-40B4-BE49-F238E27FC236}">
                <a16:creationId xmlns:a16="http://schemas.microsoft.com/office/drawing/2014/main" id="{BE8CF301-A89D-F446-8E25-48C52B357C1E}"/>
              </a:ext>
            </a:extLst>
          </p:cNvPr>
          <p:cNvSpPr>
            <a:spLocks noGrp="1"/>
          </p:cNvSpPr>
          <p:nvPr>
            <p:ph type="body" sz="quarter" idx="11" hasCustomPrompt="1"/>
          </p:nvPr>
        </p:nvSpPr>
        <p:spPr>
          <a:xfrm>
            <a:off x="6592948" y="4737425"/>
            <a:ext cx="5402202" cy="355601"/>
          </a:xfrm>
        </p:spPr>
        <p:txBody>
          <a:bodyPr anchor="b"/>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a:t>Speaker Name (Insert pronouns)</a:t>
            </a:r>
          </a:p>
        </p:txBody>
      </p:sp>
      <p:sp>
        <p:nvSpPr>
          <p:cNvPr id="14" name="Click to edit role">
            <a:extLst>
              <a:ext uri="{FF2B5EF4-FFF2-40B4-BE49-F238E27FC236}">
                <a16:creationId xmlns:a16="http://schemas.microsoft.com/office/drawing/2014/main" id="{A6793BDF-BE4B-0441-BDFD-DE9B2F59D3D0}"/>
              </a:ext>
            </a:extLst>
          </p:cNvPr>
          <p:cNvSpPr>
            <a:spLocks noGrp="1"/>
          </p:cNvSpPr>
          <p:nvPr>
            <p:ph type="body" sz="quarter" idx="12" hasCustomPrompt="1"/>
          </p:nvPr>
        </p:nvSpPr>
        <p:spPr>
          <a:xfrm>
            <a:off x="6592948" y="5117480"/>
            <a:ext cx="5402202" cy="355601"/>
          </a:xfrm>
        </p:spPr>
        <p:txBody>
          <a:bodyPr/>
          <a:lstStyle>
            <a:lvl1pPr algn="l">
              <a:buNone/>
              <a:defRPr sz="1600">
                <a:solidFill>
                  <a:schemeClr val="tx1"/>
                </a:solidFill>
              </a:defRPr>
            </a:lvl1pPr>
          </a:lstStyle>
          <a:p>
            <a:pPr lvl="0"/>
            <a:r>
              <a:rPr lang="en-US" dirty="0"/>
              <a:t>Role / Division, Broadcom</a:t>
            </a:r>
          </a:p>
        </p:txBody>
      </p:sp>
      <p:sp>
        <p:nvSpPr>
          <p:cNvPr id="17" name="Click to edit role">
            <a:extLst>
              <a:ext uri="{FF2B5EF4-FFF2-40B4-BE49-F238E27FC236}">
                <a16:creationId xmlns:a16="http://schemas.microsoft.com/office/drawing/2014/main" id="{DF9375A3-70DB-2E43-AFE1-9357176168C4}"/>
              </a:ext>
            </a:extLst>
          </p:cNvPr>
          <p:cNvSpPr>
            <a:spLocks noGrp="1"/>
          </p:cNvSpPr>
          <p:nvPr>
            <p:ph type="body" sz="quarter" idx="14" hasCustomPrompt="1"/>
          </p:nvPr>
        </p:nvSpPr>
        <p:spPr>
          <a:xfrm>
            <a:off x="6592948" y="5485986"/>
            <a:ext cx="5402202" cy="355601"/>
          </a:xfrm>
        </p:spPr>
        <p:txBody>
          <a:bodyPr/>
          <a:lstStyle>
            <a:lvl1pPr algn="l">
              <a:buNone/>
              <a:defRPr sz="1400">
                <a:solidFill>
                  <a:schemeClr val="tx1"/>
                </a:solidFill>
              </a:defRPr>
            </a:lvl1pPr>
          </a:lstStyle>
          <a:p>
            <a:pPr lvl="0"/>
            <a:r>
              <a:rPr lang="en-US"/>
              <a:t>Date</a:t>
            </a:r>
          </a:p>
        </p:txBody>
      </p:sp>
      <p:sp>
        <p:nvSpPr>
          <p:cNvPr id="6" name="TextBox 5">
            <a:extLst>
              <a:ext uri="{FF2B5EF4-FFF2-40B4-BE49-F238E27FC236}">
                <a16:creationId xmlns:a16="http://schemas.microsoft.com/office/drawing/2014/main" id="{637374D7-31CF-09EC-1E50-C790A2982A03}"/>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8" name="Graphic 8">
            <a:extLst>
              <a:ext uri="{FF2B5EF4-FFF2-40B4-BE49-F238E27FC236}">
                <a16:creationId xmlns:a16="http://schemas.microsoft.com/office/drawing/2014/main" id="{D1A5F4CE-EB72-C266-1B3B-9C54BD2303E1}"/>
              </a:ext>
            </a:extLst>
          </p:cNvPr>
          <p:cNvGrpSpPr/>
          <p:nvPr userDrawn="1"/>
        </p:nvGrpSpPr>
        <p:grpSpPr>
          <a:xfrm>
            <a:off x="265625" y="6323271"/>
            <a:ext cx="1249223" cy="369648"/>
            <a:chOff x="265625" y="6323271"/>
            <a:chExt cx="1249223" cy="369648"/>
          </a:xfrm>
          <a:solidFill>
            <a:srgbClr val="000000"/>
          </a:solidFill>
        </p:grpSpPr>
        <p:grpSp>
          <p:nvGrpSpPr>
            <p:cNvPr id="9" name="Graphic 8">
              <a:extLst>
                <a:ext uri="{FF2B5EF4-FFF2-40B4-BE49-F238E27FC236}">
                  <a16:creationId xmlns:a16="http://schemas.microsoft.com/office/drawing/2014/main" id="{2137E5D9-482E-8131-7FF0-1050E105997F}"/>
                </a:ext>
              </a:extLst>
            </p:cNvPr>
            <p:cNvGrpSpPr/>
            <p:nvPr/>
          </p:nvGrpSpPr>
          <p:grpSpPr>
            <a:xfrm>
              <a:off x="745455" y="6594444"/>
              <a:ext cx="722662" cy="98475"/>
              <a:chOff x="745455" y="6594444"/>
              <a:chExt cx="722662" cy="98475"/>
            </a:xfrm>
            <a:solidFill>
              <a:srgbClr val="000000"/>
            </a:solidFill>
          </p:grpSpPr>
          <p:sp>
            <p:nvSpPr>
              <p:cNvPr id="23" name="Freeform 22">
                <a:extLst>
                  <a:ext uri="{FF2B5EF4-FFF2-40B4-BE49-F238E27FC236}">
                    <a16:creationId xmlns:a16="http://schemas.microsoft.com/office/drawing/2014/main" id="{401D4578-40C7-2585-4FDC-D46680518109}"/>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7D357427-0517-5C7D-A2F9-9FA354E4992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F2840FE-B7E9-55F1-1465-C3EC98EC0ACE}"/>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935EB82F-29DB-B50B-2148-8B6B0BBCAF7F}"/>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88238D6F-727C-429B-85BB-BB97763DD8B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9C614CC9-29E5-4669-6FEA-79EC278FE091}"/>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77E21B9D-99B5-B6C1-54E7-0043458780C4}"/>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4D857C41-1105-53B4-027A-9AAD9B68FE20}"/>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8E094421-7705-4F5D-AD3D-5BE22A2FAF77}"/>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485723E5-9424-E475-7092-E94E9597350E}"/>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10" name="Graphic 8">
              <a:extLst>
                <a:ext uri="{FF2B5EF4-FFF2-40B4-BE49-F238E27FC236}">
                  <a16:creationId xmlns:a16="http://schemas.microsoft.com/office/drawing/2014/main" id="{C1BCA891-9818-3C98-5E5D-CAAA5BC1C8D8}"/>
                </a:ext>
              </a:extLst>
            </p:cNvPr>
            <p:cNvGrpSpPr/>
            <p:nvPr/>
          </p:nvGrpSpPr>
          <p:grpSpPr>
            <a:xfrm>
              <a:off x="265625" y="6323271"/>
              <a:ext cx="1249223" cy="190348"/>
              <a:chOff x="265625" y="6323271"/>
              <a:chExt cx="1249223" cy="190348"/>
            </a:xfrm>
            <a:solidFill>
              <a:srgbClr val="000000"/>
            </a:solidFill>
          </p:grpSpPr>
          <p:sp>
            <p:nvSpPr>
              <p:cNvPr id="11" name="Freeform 10">
                <a:extLst>
                  <a:ext uri="{FF2B5EF4-FFF2-40B4-BE49-F238E27FC236}">
                    <a16:creationId xmlns:a16="http://schemas.microsoft.com/office/drawing/2014/main" id="{88AEA6DD-162C-57F8-3709-64B3B9BC62BC}"/>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FC17F96D-EC21-771A-4BFB-097D052B25FC}"/>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D310231D-256A-7136-6FBC-2E63F32653FC}"/>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4D14B69E-286C-4E39-05BC-F4A507A000E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C86A5B8B-2CA3-DA7C-8F1D-838462A9013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CDAF0B3D-FBD5-4563-20CD-70B391907C0A}"/>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BC54CD76-F7DE-5D47-2726-1FB2EE8F9EBE}"/>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3" name="Title click to edit">
            <a:extLst>
              <a:ext uri="{FF2B5EF4-FFF2-40B4-BE49-F238E27FC236}">
                <a16:creationId xmlns:a16="http://schemas.microsoft.com/office/drawing/2014/main" id="{3D2AD2AB-2D36-6FA3-D90D-BBA20ECE200F}"/>
              </a:ext>
            </a:extLst>
          </p:cNvPr>
          <p:cNvSpPr>
            <a:spLocks noGrp="1"/>
          </p:cNvSpPr>
          <p:nvPr>
            <p:ph type="title" hasCustomPrompt="1"/>
          </p:nvPr>
        </p:nvSpPr>
        <p:spPr>
          <a:xfrm>
            <a:off x="6592949" y="1701846"/>
            <a:ext cx="5102866" cy="1234440"/>
          </a:xfrm>
        </p:spPr>
        <p:txBody>
          <a:bodyPr wrap="square" anchor="b"/>
          <a:lstStyle>
            <a:lvl1pPr algn="l">
              <a:defRPr sz="4000" b="0" cap="none" baseline="0">
                <a:solidFill>
                  <a:schemeClr val="accent2"/>
                </a:solidFill>
              </a:defRPr>
            </a:lvl1pPr>
          </a:lstStyle>
          <a:p>
            <a:r>
              <a:rPr lang="en-US"/>
              <a:t>Title Slide – Blue Theme</a:t>
            </a:r>
          </a:p>
        </p:txBody>
      </p:sp>
      <p:sp>
        <p:nvSpPr>
          <p:cNvPr id="4" name="Subtitle click to edit">
            <a:extLst>
              <a:ext uri="{FF2B5EF4-FFF2-40B4-BE49-F238E27FC236}">
                <a16:creationId xmlns:a16="http://schemas.microsoft.com/office/drawing/2014/main" id="{CC0EBB9D-D839-7841-ED94-78F86A22AB93}"/>
              </a:ext>
            </a:extLst>
          </p:cNvPr>
          <p:cNvSpPr>
            <a:spLocks noGrp="1"/>
          </p:cNvSpPr>
          <p:nvPr>
            <p:ph type="subTitle" idx="10" hasCustomPrompt="1"/>
          </p:nvPr>
        </p:nvSpPr>
        <p:spPr>
          <a:xfrm>
            <a:off x="6592948" y="2986547"/>
            <a:ext cx="5116452"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placeholder</a:t>
            </a:r>
          </a:p>
        </p:txBody>
      </p:sp>
      <p:sp>
        <p:nvSpPr>
          <p:cNvPr id="34" name="Oval 33">
            <a:extLst>
              <a:ext uri="{FF2B5EF4-FFF2-40B4-BE49-F238E27FC236}">
                <a16:creationId xmlns:a16="http://schemas.microsoft.com/office/drawing/2014/main" id="{6235731F-D467-27EF-D54B-724CE1A8D409}"/>
              </a:ext>
            </a:extLst>
          </p:cNvPr>
          <p:cNvSpPr/>
          <p:nvPr userDrawn="1"/>
        </p:nvSpPr>
        <p:spPr>
          <a:xfrm>
            <a:off x="1635271" y="1308100"/>
            <a:ext cx="4241798" cy="4241794"/>
          </a:xfrm>
          <a:prstGeom prst="ellipse">
            <a:avLst/>
          </a:prstGeom>
          <a:solidFill>
            <a:schemeClr val="bg1">
              <a:alpha val="25000"/>
            </a:schemeClr>
          </a:solidFill>
          <a:ln w="349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35" name="Oval 34">
            <a:extLst>
              <a:ext uri="{FF2B5EF4-FFF2-40B4-BE49-F238E27FC236}">
                <a16:creationId xmlns:a16="http://schemas.microsoft.com/office/drawing/2014/main" id="{D95B89AD-05DE-37E6-B009-0E5DE1C3CFEF}"/>
              </a:ext>
            </a:extLst>
          </p:cNvPr>
          <p:cNvSpPr/>
          <p:nvPr userDrawn="1"/>
        </p:nvSpPr>
        <p:spPr>
          <a:xfrm rot="13500000">
            <a:off x="1954577" y="1627406"/>
            <a:ext cx="3603186" cy="3603182"/>
          </a:xfrm>
          <a:prstGeom prst="ellipse">
            <a:avLst/>
          </a:prstGeom>
          <a:solidFill>
            <a:schemeClr val="bg1"/>
          </a:solidFill>
          <a:ln w="69850">
            <a:gradFill>
              <a:gsLst>
                <a:gs pos="0">
                  <a:schemeClr val="accent2"/>
                </a:gs>
                <a:gs pos="68000">
                  <a:schemeClr val="accent3"/>
                </a:gs>
                <a:gs pos="100000">
                  <a:schemeClr val="accent2"/>
                </a:gs>
                <a:gs pos="33000">
                  <a:schemeClr val="accent3"/>
                </a:gs>
              </a:gsLst>
              <a:lin ang="2700000" scaled="0"/>
            </a:gra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5" name="TextBox 4">
            <a:extLst>
              <a:ext uri="{FF2B5EF4-FFF2-40B4-BE49-F238E27FC236}">
                <a16:creationId xmlns:a16="http://schemas.microsoft.com/office/drawing/2014/main" id="{F352DECA-F587-38EB-8678-F76026EC7BE7}"/>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10606518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14="http://schemas.microsoft.com/office/drawing/2010/main" xmlns:a16="http://schemas.microsoft.com/office/drawing/2014/main"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p:cSld name="Title Slide – Plum">
    <p:spTree>
      <p:nvGrpSpPr>
        <p:cNvPr id="1" name=""/>
        <p:cNvGrpSpPr/>
        <p:nvPr/>
      </p:nvGrpSpPr>
      <p:grpSpPr>
        <a:xfrm>
          <a:off x="0" y="0"/>
          <a:ext cx="0" cy="0"/>
          <a:chOff x="0" y="0"/>
          <a:chExt cx="0" cy="0"/>
        </a:xfrm>
      </p:grpSpPr>
      <p:pic>
        <p:nvPicPr>
          <p:cNvPr id="56" name="Graphic 55">
            <a:extLst>
              <a:ext uri="{FF2B5EF4-FFF2-40B4-BE49-F238E27FC236}">
                <a16:creationId xmlns:a16="http://schemas.microsoft.com/office/drawing/2014/main" id="{CC06A3C2-D9D3-F0BE-4283-65EFB0C40361}"/>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l="1042" r="1973" b="1787"/>
          <a:stretch>
            <a:fillRect/>
          </a:stretch>
        </p:blipFill>
        <p:spPr>
          <a:xfrm>
            <a:off x="0" y="658109"/>
            <a:ext cx="12188825" cy="6205839"/>
          </a:xfrm>
          <a:custGeom>
            <a:avLst/>
            <a:gdLst>
              <a:gd name="connsiteX0" fmla="*/ 0 w 12192401"/>
              <a:gd name="connsiteY0" fmla="*/ 0 h 6207660"/>
              <a:gd name="connsiteX1" fmla="*/ 12192401 w 12192401"/>
              <a:gd name="connsiteY1" fmla="*/ 0 h 6207660"/>
              <a:gd name="connsiteX2" fmla="*/ 12192401 w 12192401"/>
              <a:gd name="connsiteY2" fmla="*/ 6207660 h 6207660"/>
              <a:gd name="connsiteX3" fmla="*/ 0 w 12192401"/>
              <a:gd name="connsiteY3" fmla="*/ 6207660 h 6207660"/>
            </a:gdLst>
            <a:ahLst/>
            <a:cxnLst>
              <a:cxn ang="0">
                <a:pos x="connsiteX0" y="connsiteY0"/>
              </a:cxn>
              <a:cxn ang="0">
                <a:pos x="connsiteX1" y="connsiteY1"/>
              </a:cxn>
              <a:cxn ang="0">
                <a:pos x="connsiteX2" y="connsiteY2"/>
              </a:cxn>
              <a:cxn ang="0">
                <a:pos x="connsiteX3" y="connsiteY3"/>
              </a:cxn>
            </a:cxnLst>
            <a:rect l="l" t="t" r="r" b="b"/>
            <a:pathLst>
              <a:path w="12192401" h="6207660">
                <a:moveTo>
                  <a:pt x="0" y="0"/>
                </a:moveTo>
                <a:lnTo>
                  <a:pt x="12192401" y="0"/>
                </a:lnTo>
                <a:lnTo>
                  <a:pt x="12192401" y="6207660"/>
                </a:lnTo>
                <a:lnTo>
                  <a:pt x="0" y="6207660"/>
                </a:lnTo>
                <a:close/>
              </a:path>
            </a:pathLst>
          </a:custGeom>
          <a:effectLst>
            <a:outerShdw blurRad="241300" sx="102000" sy="102000" algn="ctr" rotWithShape="0">
              <a:schemeClr val="accent3">
                <a:alpha val="15000"/>
              </a:schemeClr>
            </a:outerShdw>
          </a:effectLst>
        </p:spPr>
      </p:pic>
      <p:sp>
        <p:nvSpPr>
          <p:cNvPr id="42" name="Freeform: Shape 41">
            <a:extLst>
              <a:ext uri="{FF2B5EF4-FFF2-40B4-BE49-F238E27FC236}">
                <a16:creationId xmlns:a16="http://schemas.microsoft.com/office/drawing/2014/main" id="{044BC68A-DC70-D408-944E-73F6554FC359}"/>
              </a:ext>
            </a:extLst>
          </p:cNvPr>
          <p:cNvSpPr/>
          <p:nvPr userDrawn="1"/>
        </p:nvSpPr>
        <p:spPr>
          <a:xfrm>
            <a:off x="-3811" y="-260"/>
            <a:ext cx="6334843" cy="4737302"/>
          </a:xfrm>
          <a:custGeom>
            <a:avLst/>
            <a:gdLst>
              <a:gd name="connsiteX0" fmla="*/ 0 w 6334843"/>
              <a:gd name="connsiteY0" fmla="*/ 0 h 4737302"/>
              <a:gd name="connsiteX1" fmla="*/ 6334843 w 6334843"/>
              <a:gd name="connsiteY1" fmla="*/ 0 h 4737302"/>
              <a:gd name="connsiteX2" fmla="*/ 1987292 w 6334843"/>
              <a:gd name="connsiteY2" fmla="*/ 4347552 h 4737302"/>
              <a:gd name="connsiteX3" fmla="*/ 1046384 w 6334843"/>
              <a:gd name="connsiteY3" fmla="*/ 4737302 h 4737302"/>
              <a:gd name="connsiteX4" fmla="*/ 0 w 6334843"/>
              <a:gd name="connsiteY4" fmla="*/ 4737302 h 473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843" h="4737302">
                <a:moveTo>
                  <a:pt x="0" y="0"/>
                </a:moveTo>
                <a:lnTo>
                  <a:pt x="6334843" y="0"/>
                </a:lnTo>
                <a:lnTo>
                  <a:pt x="1987292" y="4347552"/>
                </a:lnTo>
                <a:cubicBezTo>
                  <a:pt x="1737727" y="4597117"/>
                  <a:pt x="1399274" y="4737302"/>
                  <a:pt x="1046384" y="4737302"/>
                </a:cubicBezTo>
                <a:lnTo>
                  <a:pt x="0" y="4737302"/>
                </a:lnTo>
                <a:close/>
              </a:path>
            </a:pathLst>
          </a:custGeom>
          <a:gradFill flip="none" rotWithShape="1">
            <a:gsLst>
              <a:gs pos="45000">
                <a:srgbClr val="4764A1"/>
              </a:gs>
              <a:gs pos="16000">
                <a:schemeClr val="accent5"/>
              </a:gs>
              <a:gs pos="90000">
                <a:schemeClr val="accent3"/>
              </a:gs>
            </a:gsLst>
            <a:lin ang="19200000" scaled="0"/>
            <a:tileRect/>
          </a:gradFill>
          <a:ln w="0" cap="flat">
            <a:noFill/>
            <a:prstDash val="solid"/>
            <a:miter/>
          </a:ln>
        </p:spPr>
        <p:txBody>
          <a:bodyPr rtlCol="0" anchor="ctr"/>
          <a:lstStyle/>
          <a:p>
            <a:endParaRPr lang="en-US" dirty="0"/>
          </a:p>
        </p:txBody>
      </p:sp>
      <p:sp>
        <p:nvSpPr>
          <p:cNvPr id="14" name="Click to edit Speaker Name ">
            <a:extLst>
              <a:ext uri="{FF2B5EF4-FFF2-40B4-BE49-F238E27FC236}">
                <a16:creationId xmlns:a16="http://schemas.microsoft.com/office/drawing/2014/main" id="{179DB1F6-DFFE-5E43-994F-B7DBFB112CAC}"/>
              </a:ext>
            </a:extLst>
          </p:cNvPr>
          <p:cNvSpPr>
            <a:spLocks noGrp="1"/>
          </p:cNvSpPr>
          <p:nvPr>
            <p:ph type="body" sz="quarter" idx="11" hasCustomPrompt="1"/>
          </p:nvPr>
        </p:nvSpPr>
        <p:spPr>
          <a:xfrm>
            <a:off x="6592948" y="4737425"/>
            <a:ext cx="5402202" cy="355601"/>
          </a:xfrm>
        </p:spPr>
        <p:txBody>
          <a:bodyPr anchor="b"/>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a:t>Speaker Name (Insert pronouns)</a:t>
            </a:r>
          </a:p>
        </p:txBody>
      </p:sp>
      <p:sp>
        <p:nvSpPr>
          <p:cNvPr id="15" name="Click to edit role">
            <a:extLst>
              <a:ext uri="{FF2B5EF4-FFF2-40B4-BE49-F238E27FC236}">
                <a16:creationId xmlns:a16="http://schemas.microsoft.com/office/drawing/2014/main" id="{6C710D35-A62F-6545-8876-C6793E801C84}"/>
              </a:ext>
            </a:extLst>
          </p:cNvPr>
          <p:cNvSpPr>
            <a:spLocks noGrp="1"/>
          </p:cNvSpPr>
          <p:nvPr>
            <p:ph type="body" sz="quarter" idx="12" hasCustomPrompt="1"/>
          </p:nvPr>
        </p:nvSpPr>
        <p:spPr>
          <a:xfrm>
            <a:off x="6592948" y="5117480"/>
            <a:ext cx="5402202" cy="355601"/>
          </a:xfrm>
        </p:spPr>
        <p:txBody>
          <a:bodyPr/>
          <a:lstStyle>
            <a:lvl1pPr algn="l">
              <a:buNone/>
              <a:defRPr sz="1600">
                <a:solidFill>
                  <a:schemeClr val="tx1"/>
                </a:solidFill>
              </a:defRPr>
            </a:lvl1pPr>
          </a:lstStyle>
          <a:p>
            <a:pPr lvl="0"/>
            <a:r>
              <a:rPr lang="en-US" dirty="0"/>
              <a:t>Role / Division, Broadcom</a:t>
            </a:r>
          </a:p>
        </p:txBody>
      </p:sp>
      <p:sp>
        <p:nvSpPr>
          <p:cNvPr id="17" name="Click to edit role">
            <a:extLst>
              <a:ext uri="{FF2B5EF4-FFF2-40B4-BE49-F238E27FC236}">
                <a16:creationId xmlns:a16="http://schemas.microsoft.com/office/drawing/2014/main" id="{B7F8A130-4773-4943-B490-D62738C5089B}"/>
              </a:ext>
            </a:extLst>
          </p:cNvPr>
          <p:cNvSpPr>
            <a:spLocks noGrp="1"/>
          </p:cNvSpPr>
          <p:nvPr>
            <p:ph type="body" sz="quarter" idx="14" hasCustomPrompt="1"/>
          </p:nvPr>
        </p:nvSpPr>
        <p:spPr>
          <a:xfrm>
            <a:off x="6592948" y="5485986"/>
            <a:ext cx="5402202" cy="355601"/>
          </a:xfrm>
        </p:spPr>
        <p:txBody>
          <a:bodyPr/>
          <a:lstStyle>
            <a:lvl1pPr algn="l">
              <a:buNone/>
              <a:defRPr sz="1400">
                <a:solidFill>
                  <a:schemeClr val="tx1"/>
                </a:solidFill>
              </a:defRPr>
            </a:lvl1pPr>
          </a:lstStyle>
          <a:p>
            <a:pPr lvl="0"/>
            <a:r>
              <a:rPr lang="en-US"/>
              <a:t>Date</a:t>
            </a:r>
          </a:p>
        </p:txBody>
      </p:sp>
      <p:grpSp>
        <p:nvGrpSpPr>
          <p:cNvPr id="8" name="Graphic 8">
            <a:extLst>
              <a:ext uri="{FF2B5EF4-FFF2-40B4-BE49-F238E27FC236}">
                <a16:creationId xmlns:a16="http://schemas.microsoft.com/office/drawing/2014/main" id="{4F10736E-6ED5-0C6E-6075-508D9F639A18}"/>
              </a:ext>
            </a:extLst>
          </p:cNvPr>
          <p:cNvGrpSpPr/>
          <p:nvPr/>
        </p:nvGrpSpPr>
        <p:grpSpPr>
          <a:xfrm>
            <a:off x="265625" y="6323271"/>
            <a:ext cx="1249223" cy="369648"/>
            <a:chOff x="265625" y="6323271"/>
            <a:chExt cx="1249223" cy="369648"/>
          </a:xfrm>
          <a:solidFill>
            <a:srgbClr val="000000"/>
          </a:solidFill>
        </p:grpSpPr>
        <p:grpSp>
          <p:nvGrpSpPr>
            <p:cNvPr id="9" name="Graphic 8">
              <a:extLst>
                <a:ext uri="{FF2B5EF4-FFF2-40B4-BE49-F238E27FC236}">
                  <a16:creationId xmlns:a16="http://schemas.microsoft.com/office/drawing/2014/main" id="{D557BC25-A922-05FC-1A76-D49030DB2267}"/>
                </a:ext>
              </a:extLst>
            </p:cNvPr>
            <p:cNvGrpSpPr/>
            <p:nvPr/>
          </p:nvGrpSpPr>
          <p:grpSpPr>
            <a:xfrm>
              <a:off x="745455" y="6594444"/>
              <a:ext cx="722662" cy="98475"/>
              <a:chOff x="745455" y="6594444"/>
              <a:chExt cx="722662" cy="98475"/>
            </a:xfrm>
            <a:solidFill>
              <a:srgbClr val="000000"/>
            </a:solidFill>
          </p:grpSpPr>
          <p:sp>
            <p:nvSpPr>
              <p:cNvPr id="23" name="Freeform 22">
                <a:extLst>
                  <a:ext uri="{FF2B5EF4-FFF2-40B4-BE49-F238E27FC236}">
                    <a16:creationId xmlns:a16="http://schemas.microsoft.com/office/drawing/2014/main" id="{E523BF60-312B-1E34-6880-BC3B5C2FB758}"/>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6E52B076-2610-E4C9-CEC0-57CF7104EE0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8CC2BE44-AF25-347C-4A92-7783845A362B}"/>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34953679-859B-D0DA-4ABF-07E9F272DAD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DB109C9C-4551-1EB8-2259-0F9209674E9E}"/>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929155CA-1046-8977-BCEE-14423F67DFAE}"/>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9217C2BD-2BFB-EBAE-BCB1-6E002578E6C9}"/>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66D9CBF5-66C1-BF9F-86E0-C51B10B8BECF}"/>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B2149A32-E8CE-21A2-AF4D-E3E8EF4CD02E}"/>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780C4423-7890-B27D-0AD6-86D259CD1CFD}"/>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10" name="Graphic 8">
              <a:extLst>
                <a:ext uri="{FF2B5EF4-FFF2-40B4-BE49-F238E27FC236}">
                  <a16:creationId xmlns:a16="http://schemas.microsoft.com/office/drawing/2014/main" id="{E499E6B1-EF26-255F-D439-2060C0C8D8C4}"/>
                </a:ext>
              </a:extLst>
            </p:cNvPr>
            <p:cNvGrpSpPr/>
            <p:nvPr/>
          </p:nvGrpSpPr>
          <p:grpSpPr>
            <a:xfrm>
              <a:off x="265625" y="6323271"/>
              <a:ext cx="1249223" cy="190348"/>
              <a:chOff x="265625" y="6323271"/>
              <a:chExt cx="1249223" cy="190348"/>
            </a:xfrm>
            <a:solidFill>
              <a:srgbClr val="000000"/>
            </a:solidFill>
          </p:grpSpPr>
          <p:sp>
            <p:nvSpPr>
              <p:cNvPr id="11" name="Freeform 10">
                <a:extLst>
                  <a:ext uri="{FF2B5EF4-FFF2-40B4-BE49-F238E27FC236}">
                    <a16:creationId xmlns:a16="http://schemas.microsoft.com/office/drawing/2014/main" id="{5D3E6056-C980-C277-4EB0-3122E1B3783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6" name="Freeform 15">
                <a:extLst>
                  <a:ext uri="{FF2B5EF4-FFF2-40B4-BE49-F238E27FC236}">
                    <a16:creationId xmlns:a16="http://schemas.microsoft.com/office/drawing/2014/main" id="{BCA28A45-3EC9-4897-18A7-3B83D668F037}"/>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E1542068-8764-5E63-7689-E23588FB9F96}"/>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82CE85A8-18B9-28CA-3CA7-AF69CD0E7E65}"/>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7240059C-90E8-4CCA-BF9E-22A49938C59A}"/>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78783A41-2765-E1DC-1DCD-C4E2CF3FF0E8}"/>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354F7A79-211B-C147-2C67-7F3BF390F35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 name="Title click to edit">
            <a:extLst>
              <a:ext uri="{FF2B5EF4-FFF2-40B4-BE49-F238E27FC236}">
                <a16:creationId xmlns:a16="http://schemas.microsoft.com/office/drawing/2014/main" id="{7692B9CF-CBD9-8BB1-F230-4EB7B6F8F864}"/>
              </a:ext>
            </a:extLst>
          </p:cNvPr>
          <p:cNvSpPr>
            <a:spLocks noGrp="1"/>
          </p:cNvSpPr>
          <p:nvPr>
            <p:ph type="title" hasCustomPrompt="1"/>
          </p:nvPr>
        </p:nvSpPr>
        <p:spPr>
          <a:xfrm>
            <a:off x="6592949" y="1701846"/>
            <a:ext cx="5102866" cy="1234440"/>
          </a:xfrm>
        </p:spPr>
        <p:txBody>
          <a:bodyPr wrap="square" anchor="b"/>
          <a:lstStyle>
            <a:lvl1pPr algn="l">
              <a:defRPr sz="4000" b="0" cap="none" baseline="0">
                <a:solidFill>
                  <a:schemeClr val="accent2"/>
                </a:solidFill>
              </a:defRPr>
            </a:lvl1pPr>
          </a:lstStyle>
          <a:p>
            <a:r>
              <a:rPr lang="en-US"/>
              <a:t>Title Slide – Purple Theme</a:t>
            </a:r>
          </a:p>
        </p:txBody>
      </p:sp>
      <p:sp>
        <p:nvSpPr>
          <p:cNvPr id="4" name="Subtitle click to edit">
            <a:extLst>
              <a:ext uri="{FF2B5EF4-FFF2-40B4-BE49-F238E27FC236}">
                <a16:creationId xmlns:a16="http://schemas.microsoft.com/office/drawing/2014/main" id="{5D44BD56-856D-6181-240D-ED5454B98CF0}"/>
              </a:ext>
            </a:extLst>
          </p:cNvPr>
          <p:cNvSpPr>
            <a:spLocks noGrp="1"/>
          </p:cNvSpPr>
          <p:nvPr>
            <p:ph type="subTitle" idx="10" hasCustomPrompt="1"/>
          </p:nvPr>
        </p:nvSpPr>
        <p:spPr>
          <a:xfrm>
            <a:off x="6592948" y="2986547"/>
            <a:ext cx="5116452"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placeholder</a:t>
            </a:r>
          </a:p>
        </p:txBody>
      </p:sp>
      <p:sp>
        <p:nvSpPr>
          <p:cNvPr id="68" name="Freeform: Shape 67">
            <a:extLst>
              <a:ext uri="{FF2B5EF4-FFF2-40B4-BE49-F238E27FC236}">
                <a16:creationId xmlns:a16="http://schemas.microsoft.com/office/drawing/2014/main" id="{0D16AAF9-608F-69E5-7209-741EB708452B}"/>
              </a:ext>
            </a:extLst>
          </p:cNvPr>
          <p:cNvSpPr/>
          <p:nvPr/>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rgbClr val="6C4B91"/>
              </a:gs>
            </a:gsLst>
            <a:lin ang="0" scaled="1"/>
          </a:gradFill>
          <a:ln w="0" cap="flat">
            <a:noFill/>
            <a:prstDash val="solid"/>
            <a:miter/>
          </a:ln>
        </p:spPr>
        <p:txBody>
          <a:bodyPr rtlCol="0" anchor="ctr"/>
          <a:lstStyle/>
          <a:p>
            <a:endParaRPr lang="en-US" dirty="0"/>
          </a:p>
        </p:txBody>
      </p:sp>
      <p:grpSp>
        <p:nvGrpSpPr>
          <p:cNvPr id="37" name="Graphic 8">
            <a:extLst>
              <a:ext uri="{FF2B5EF4-FFF2-40B4-BE49-F238E27FC236}">
                <a16:creationId xmlns:a16="http://schemas.microsoft.com/office/drawing/2014/main" id="{4F10736E-6ED5-0C6E-6075-508D9F639A18}"/>
              </a:ext>
            </a:extLst>
          </p:cNvPr>
          <p:cNvGrpSpPr/>
          <p:nvPr userDrawn="1"/>
        </p:nvGrpSpPr>
        <p:grpSpPr>
          <a:xfrm>
            <a:off x="265625" y="6323271"/>
            <a:ext cx="1249223" cy="369648"/>
            <a:chOff x="265625" y="6323271"/>
            <a:chExt cx="1249223" cy="369648"/>
          </a:xfrm>
          <a:solidFill>
            <a:srgbClr val="000000"/>
          </a:solidFill>
        </p:grpSpPr>
        <p:grpSp>
          <p:nvGrpSpPr>
            <p:cNvPr id="38" name="Graphic 8">
              <a:extLst>
                <a:ext uri="{FF2B5EF4-FFF2-40B4-BE49-F238E27FC236}">
                  <a16:creationId xmlns:a16="http://schemas.microsoft.com/office/drawing/2014/main" id="{D557BC25-A922-05FC-1A76-D49030DB2267}"/>
                </a:ext>
              </a:extLst>
            </p:cNvPr>
            <p:cNvGrpSpPr/>
            <p:nvPr/>
          </p:nvGrpSpPr>
          <p:grpSpPr>
            <a:xfrm>
              <a:off x="745455" y="6594444"/>
              <a:ext cx="722662" cy="98475"/>
              <a:chOff x="745455" y="6594444"/>
              <a:chExt cx="722662" cy="98475"/>
            </a:xfrm>
            <a:solidFill>
              <a:srgbClr val="000000"/>
            </a:solidFill>
          </p:grpSpPr>
          <p:sp>
            <p:nvSpPr>
              <p:cNvPr id="48" name="Freeform 47">
                <a:extLst>
                  <a:ext uri="{FF2B5EF4-FFF2-40B4-BE49-F238E27FC236}">
                    <a16:creationId xmlns:a16="http://schemas.microsoft.com/office/drawing/2014/main" id="{E523BF60-312B-1E34-6880-BC3B5C2FB758}"/>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6E52B076-2610-E4C9-CEC0-57CF7104EE0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8CC2BE44-AF25-347C-4A92-7783845A362B}"/>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34953679-859B-D0DA-4ABF-07E9F272DAD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DB109C9C-4551-1EB8-2259-0F9209674E9E}"/>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929155CA-1046-8977-BCEE-14423F67DFAE}"/>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9217C2BD-2BFB-EBAE-BCB1-6E002578E6C9}"/>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66D9CBF5-66C1-BF9F-86E0-C51B10B8BECF}"/>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B2149A32-E8CE-21A2-AF4D-E3E8EF4CD02E}"/>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8" name="Freeform 57">
                <a:extLst>
                  <a:ext uri="{FF2B5EF4-FFF2-40B4-BE49-F238E27FC236}">
                    <a16:creationId xmlns:a16="http://schemas.microsoft.com/office/drawing/2014/main" id="{780C4423-7890-B27D-0AD6-86D259CD1CFD}"/>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9" name="Graphic 8">
              <a:extLst>
                <a:ext uri="{FF2B5EF4-FFF2-40B4-BE49-F238E27FC236}">
                  <a16:creationId xmlns:a16="http://schemas.microsoft.com/office/drawing/2014/main" id="{E499E6B1-EF26-255F-D439-2060C0C8D8C4}"/>
                </a:ext>
              </a:extLst>
            </p:cNvPr>
            <p:cNvGrpSpPr/>
            <p:nvPr/>
          </p:nvGrpSpPr>
          <p:grpSpPr>
            <a:xfrm>
              <a:off x="265625" y="6323271"/>
              <a:ext cx="1249223" cy="190348"/>
              <a:chOff x="265625" y="6323271"/>
              <a:chExt cx="1249223" cy="190348"/>
            </a:xfrm>
            <a:solidFill>
              <a:srgbClr val="000000"/>
            </a:solidFill>
          </p:grpSpPr>
          <p:sp>
            <p:nvSpPr>
              <p:cNvPr id="40" name="Freeform 39">
                <a:extLst>
                  <a:ext uri="{FF2B5EF4-FFF2-40B4-BE49-F238E27FC236}">
                    <a16:creationId xmlns:a16="http://schemas.microsoft.com/office/drawing/2014/main" id="{5D3E6056-C980-C277-4EB0-3122E1B3783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BCA28A45-3EC9-4897-18A7-3B83D668F037}"/>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E1542068-8764-5E63-7689-E23588FB9F96}"/>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82CE85A8-18B9-28CA-3CA7-AF69CD0E7E65}"/>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7240059C-90E8-4CCA-BF9E-22A49938C59A}"/>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78783A41-2765-E1DC-1DCD-C4E2CF3FF0E8}"/>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354F7A79-211B-C147-2C67-7F3BF390F35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59" name="Freeform: Shape 67">
            <a:extLst>
              <a:ext uri="{FF2B5EF4-FFF2-40B4-BE49-F238E27FC236}">
                <a16:creationId xmlns:a16="http://schemas.microsoft.com/office/drawing/2014/main" id="{0D16AAF9-608F-69E5-7209-741EB708452B}"/>
              </a:ext>
            </a:extLst>
          </p:cNvPr>
          <p:cNvSpPr/>
          <p:nvPr userDrawn="1"/>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rgbClr val="6C4B91"/>
              </a:gs>
            </a:gsLst>
            <a:lin ang="0" scaled="1"/>
          </a:gradFill>
          <a:ln w="0" cap="flat">
            <a:noFill/>
            <a:prstDash val="solid"/>
            <a:miter/>
          </a:ln>
        </p:spPr>
        <p:txBody>
          <a:bodyPr rtlCol="0" anchor="ctr"/>
          <a:lstStyle/>
          <a:p>
            <a:endParaRPr lang="en-US" dirty="0"/>
          </a:p>
        </p:txBody>
      </p:sp>
      <p:sp>
        <p:nvSpPr>
          <p:cNvPr id="2" name="TextBox 1">
            <a:extLst>
              <a:ext uri="{FF2B5EF4-FFF2-40B4-BE49-F238E27FC236}">
                <a16:creationId xmlns:a16="http://schemas.microsoft.com/office/drawing/2014/main" id="{FA76E0D8-08E5-5C29-F0C2-9A437B893DA8}"/>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33749510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14="http://schemas.microsoft.com/office/drawing/2010/main" xmlns:a16="http://schemas.microsoft.com/office/drawing/2014/main"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Title Slide – Plum with Circle">
    <p:spTree>
      <p:nvGrpSpPr>
        <p:cNvPr id="1" name=""/>
        <p:cNvGrpSpPr/>
        <p:nvPr/>
      </p:nvGrpSpPr>
      <p:grpSpPr>
        <a:xfrm>
          <a:off x="0" y="0"/>
          <a:ext cx="0" cy="0"/>
          <a:chOff x="0" y="0"/>
          <a:chExt cx="0" cy="0"/>
        </a:xfrm>
      </p:grpSpPr>
      <p:pic>
        <p:nvPicPr>
          <p:cNvPr id="56" name="Graphic 55">
            <a:extLst>
              <a:ext uri="{FF2B5EF4-FFF2-40B4-BE49-F238E27FC236}">
                <a16:creationId xmlns:a16="http://schemas.microsoft.com/office/drawing/2014/main" id="{CC06A3C2-D9D3-F0BE-4283-65EFB0C40361}"/>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l="1042" r="1973" b="1787"/>
          <a:stretch>
            <a:fillRect/>
          </a:stretch>
        </p:blipFill>
        <p:spPr>
          <a:xfrm>
            <a:off x="0" y="658109"/>
            <a:ext cx="12188825" cy="6205839"/>
          </a:xfrm>
          <a:custGeom>
            <a:avLst/>
            <a:gdLst>
              <a:gd name="connsiteX0" fmla="*/ 0 w 12192401"/>
              <a:gd name="connsiteY0" fmla="*/ 0 h 6207660"/>
              <a:gd name="connsiteX1" fmla="*/ 12192401 w 12192401"/>
              <a:gd name="connsiteY1" fmla="*/ 0 h 6207660"/>
              <a:gd name="connsiteX2" fmla="*/ 12192401 w 12192401"/>
              <a:gd name="connsiteY2" fmla="*/ 6207660 h 6207660"/>
              <a:gd name="connsiteX3" fmla="*/ 0 w 12192401"/>
              <a:gd name="connsiteY3" fmla="*/ 6207660 h 6207660"/>
            </a:gdLst>
            <a:ahLst/>
            <a:cxnLst>
              <a:cxn ang="0">
                <a:pos x="connsiteX0" y="connsiteY0"/>
              </a:cxn>
              <a:cxn ang="0">
                <a:pos x="connsiteX1" y="connsiteY1"/>
              </a:cxn>
              <a:cxn ang="0">
                <a:pos x="connsiteX2" y="connsiteY2"/>
              </a:cxn>
              <a:cxn ang="0">
                <a:pos x="connsiteX3" y="connsiteY3"/>
              </a:cxn>
            </a:cxnLst>
            <a:rect l="l" t="t" r="r" b="b"/>
            <a:pathLst>
              <a:path w="12192401" h="6207660">
                <a:moveTo>
                  <a:pt x="0" y="0"/>
                </a:moveTo>
                <a:lnTo>
                  <a:pt x="12192401" y="0"/>
                </a:lnTo>
                <a:lnTo>
                  <a:pt x="12192401" y="6207660"/>
                </a:lnTo>
                <a:lnTo>
                  <a:pt x="0" y="6207660"/>
                </a:lnTo>
                <a:close/>
              </a:path>
            </a:pathLst>
          </a:custGeom>
          <a:effectLst>
            <a:outerShdw blurRad="241300" sx="102000" sy="102000" algn="ctr" rotWithShape="0">
              <a:schemeClr val="accent3">
                <a:alpha val="15000"/>
              </a:schemeClr>
            </a:outerShdw>
          </a:effectLst>
        </p:spPr>
      </p:pic>
      <p:sp>
        <p:nvSpPr>
          <p:cNvPr id="42" name="Freeform: Shape 41">
            <a:extLst>
              <a:ext uri="{FF2B5EF4-FFF2-40B4-BE49-F238E27FC236}">
                <a16:creationId xmlns:a16="http://schemas.microsoft.com/office/drawing/2014/main" id="{044BC68A-DC70-D408-944E-73F6554FC359}"/>
              </a:ext>
            </a:extLst>
          </p:cNvPr>
          <p:cNvSpPr/>
          <p:nvPr userDrawn="1"/>
        </p:nvSpPr>
        <p:spPr>
          <a:xfrm>
            <a:off x="-3811" y="-260"/>
            <a:ext cx="6334843" cy="4737302"/>
          </a:xfrm>
          <a:custGeom>
            <a:avLst/>
            <a:gdLst>
              <a:gd name="connsiteX0" fmla="*/ 0 w 6334843"/>
              <a:gd name="connsiteY0" fmla="*/ 0 h 4737302"/>
              <a:gd name="connsiteX1" fmla="*/ 6334843 w 6334843"/>
              <a:gd name="connsiteY1" fmla="*/ 0 h 4737302"/>
              <a:gd name="connsiteX2" fmla="*/ 1987292 w 6334843"/>
              <a:gd name="connsiteY2" fmla="*/ 4347552 h 4737302"/>
              <a:gd name="connsiteX3" fmla="*/ 1046384 w 6334843"/>
              <a:gd name="connsiteY3" fmla="*/ 4737302 h 4737302"/>
              <a:gd name="connsiteX4" fmla="*/ 0 w 6334843"/>
              <a:gd name="connsiteY4" fmla="*/ 4737302 h 473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843" h="4737302">
                <a:moveTo>
                  <a:pt x="0" y="0"/>
                </a:moveTo>
                <a:lnTo>
                  <a:pt x="6334843" y="0"/>
                </a:lnTo>
                <a:lnTo>
                  <a:pt x="1987292" y="4347552"/>
                </a:lnTo>
                <a:cubicBezTo>
                  <a:pt x="1737727" y="4597117"/>
                  <a:pt x="1399274" y="4737302"/>
                  <a:pt x="1046384" y="4737302"/>
                </a:cubicBezTo>
                <a:lnTo>
                  <a:pt x="0" y="4737302"/>
                </a:lnTo>
                <a:close/>
              </a:path>
            </a:pathLst>
          </a:custGeom>
          <a:gradFill flip="none" rotWithShape="1">
            <a:gsLst>
              <a:gs pos="45000">
                <a:srgbClr val="4764A1"/>
              </a:gs>
              <a:gs pos="16000">
                <a:schemeClr val="accent5"/>
              </a:gs>
              <a:gs pos="90000">
                <a:schemeClr val="accent3"/>
              </a:gs>
            </a:gsLst>
            <a:lin ang="19200000" scaled="0"/>
            <a:tileRect/>
          </a:gradFill>
          <a:ln w="0" cap="flat">
            <a:noFill/>
            <a:prstDash val="solid"/>
            <a:miter/>
          </a:ln>
        </p:spPr>
        <p:txBody>
          <a:bodyPr rtlCol="0" anchor="ctr"/>
          <a:lstStyle/>
          <a:p>
            <a:endParaRPr lang="en-US"/>
          </a:p>
        </p:txBody>
      </p:sp>
      <p:sp>
        <p:nvSpPr>
          <p:cNvPr id="14" name="Click to edit Speaker Name ">
            <a:extLst>
              <a:ext uri="{FF2B5EF4-FFF2-40B4-BE49-F238E27FC236}">
                <a16:creationId xmlns:a16="http://schemas.microsoft.com/office/drawing/2014/main" id="{179DB1F6-DFFE-5E43-994F-B7DBFB112CAC}"/>
              </a:ext>
            </a:extLst>
          </p:cNvPr>
          <p:cNvSpPr>
            <a:spLocks noGrp="1"/>
          </p:cNvSpPr>
          <p:nvPr>
            <p:ph type="body" sz="quarter" idx="11" hasCustomPrompt="1"/>
          </p:nvPr>
        </p:nvSpPr>
        <p:spPr>
          <a:xfrm>
            <a:off x="6592948" y="4737425"/>
            <a:ext cx="5402202" cy="355601"/>
          </a:xfrm>
        </p:spPr>
        <p:txBody>
          <a:bodyPr anchor="b"/>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a:t>Speaker Name (Insert pronouns)</a:t>
            </a:r>
          </a:p>
        </p:txBody>
      </p:sp>
      <p:sp>
        <p:nvSpPr>
          <p:cNvPr id="15" name="Click to edit role">
            <a:extLst>
              <a:ext uri="{FF2B5EF4-FFF2-40B4-BE49-F238E27FC236}">
                <a16:creationId xmlns:a16="http://schemas.microsoft.com/office/drawing/2014/main" id="{6C710D35-A62F-6545-8876-C6793E801C84}"/>
              </a:ext>
            </a:extLst>
          </p:cNvPr>
          <p:cNvSpPr>
            <a:spLocks noGrp="1"/>
          </p:cNvSpPr>
          <p:nvPr>
            <p:ph type="body" sz="quarter" idx="12" hasCustomPrompt="1"/>
          </p:nvPr>
        </p:nvSpPr>
        <p:spPr>
          <a:xfrm>
            <a:off x="6592948" y="5117480"/>
            <a:ext cx="5402202" cy="355601"/>
          </a:xfrm>
        </p:spPr>
        <p:txBody>
          <a:bodyPr/>
          <a:lstStyle>
            <a:lvl1pPr algn="l">
              <a:buNone/>
              <a:defRPr sz="1600">
                <a:solidFill>
                  <a:schemeClr val="tx1"/>
                </a:solidFill>
              </a:defRPr>
            </a:lvl1pPr>
          </a:lstStyle>
          <a:p>
            <a:pPr lvl="0"/>
            <a:r>
              <a:rPr lang="en-US" dirty="0"/>
              <a:t>Role / Division, Broadcom</a:t>
            </a:r>
          </a:p>
        </p:txBody>
      </p:sp>
      <p:sp>
        <p:nvSpPr>
          <p:cNvPr id="17" name="Click to edit role">
            <a:extLst>
              <a:ext uri="{FF2B5EF4-FFF2-40B4-BE49-F238E27FC236}">
                <a16:creationId xmlns:a16="http://schemas.microsoft.com/office/drawing/2014/main" id="{B7F8A130-4773-4943-B490-D62738C5089B}"/>
              </a:ext>
            </a:extLst>
          </p:cNvPr>
          <p:cNvSpPr>
            <a:spLocks noGrp="1"/>
          </p:cNvSpPr>
          <p:nvPr>
            <p:ph type="body" sz="quarter" idx="14" hasCustomPrompt="1"/>
          </p:nvPr>
        </p:nvSpPr>
        <p:spPr>
          <a:xfrm>
            <a:off x="6592948" y="5485986"/>
            <a:ext cx="5402202" cy="355601"/>
          </a:xfrm>
        </p:spPr>
        <p:txBody>
          <a:bodyPr/>
          <a:lstStyle>
            <a:lvl1pPr algn="l">
              <a:buNone/>
              <a:defRPr sz="1400">
                <a:solidFill>
                  <a:schemeClr val="tx1"/>
                </a:solidFill>
              </a:defRPr>
            </a:lvl1pPr>
          </a:lstStyle>
          <a:p>
            <a:pPr lvl="0"/>
            <a:r>
              <a:rPr lang="en-US"/>
              <a:t>Date</a:t>
            </a:r>
          </a:p>
        </p:txBody>
      </p:sp>
      <p:sp>
        <p:nvSpPr>
          <p:cNvPr id="6" name="TextBox 5">
            <a:extLst>
              <a:ext uri="{FF2B5EF4-FFF2-40B4-BE49-F238E27FC236}">
                <a16:creationId xmlns:a16="http://schemas.microsoft.com/office/drawing/2014/main" id="{C55FCA4A-3F9C-7DAB-9369-0176B268F0A9}"/>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8" name="Graphic 8">
            <a:extLst>
              <a:ext uri="{FF2B5EF4-FFF2-40B4-BE49-F238E27FC236}">
                <a16:creationId xmlns:a16="http://schemas.microsoft.com/office/drawing/2014/main" id="{4F10736E-6ED5-0C6E-6075-508D9F639A18}"/>
              </a:ext>
            </a:extLst>
          </p:cNvPr>
          <p:cNvGrpSpPr/>
          <p:nvPr userDrawn="1"/>
        </p:nvGrpSpPr>
        <p:grpSpPr>
          <a:xfrm>
            <a:off x="265625" y="6323271"/>
            <a:ext cx="1249223" cy="369648"/>
            <a:chOff x="265625" y="6323271"/>
            <a:chExt cx="1249223" cy="369648"/>
          </a:xfrm>
          <a:solidFill>
            <a:srgbClr val="000000"/>
          </a:solidFill>
        </p:grpSpPr>
        <p:grpSp>
          <p:nvGrpSpPr>
            <p:cNvPr id="9" name="Graphic 8">
              <a:extLst>
                <a:ext uri="{FF2B5EF4-FFF2-40B4-BE49-F238E27FC236}">
                  <a16:creationId xmlns:a16="http://schemas.microsoft.com/office/drawing/2014/main" id="{D557BC25-A922-05FC-1A76-D49030DB2267}"/>
                </a:ext>
              </a:extLst>
            </p:cNvPr>
            <p:cNvGrpSpPr/>
            <p:nvPr/>
          </p:nvGrpSpPr>
          <p:grpSpPr>
            <a:xfrm>
              <a:off x="745455" y="6594444"/>
              <a:ext cx="722662" cy="98475"/>
              <a:chOff x="745455" y="6594444"/>
              <a:chExt cx="722662" cy="98475"/>
            </a:xfrm>
            <a:solidFill>
              <a:srgbClr val="000000"/>
            </a:solidFill>
          </p:grpSpPr>
          <p:sp>
            <p:nvSpPr>
              <p:cNvPr id="23" name="Freeform 22">
                <a:extLst>
                  <a:ext uri="{FF2B5EF4-FFF2-40B4-BE49-F238E27FC236}">
                    <a16:creationId xmlns:a16="http://schemas.microsoft.com/office/drawing/2014/main" id="{E523BF60-312B-1E34-6880-BC3B5C2FB758}"/>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6E52B076-2610-E4C9-CEC0-57CF7104EE0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8CC2BE44-AF25-347C-4A92-7783845A362B}"/>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34953679-859B-D0DA-4ABF-07E9F272DAD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DB109C9C-4551-1EB8-2259-0F9209674E9E}"/>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929155CA-1046-8977-BCEE-14423F67DFAE}"/>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9217C2BD-2BFB-EBAE-BCB1-6E002578E6C9}"/>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66D9CBF5-66C1-BF9F-86E0-C51B10B8BECF}"/>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B2149A32-E8CE-21A2-AF4D-E3E8EF4CD02E}"/>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780C4423-7890-B27D-0AD6-86D259CD1CFD}"/>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10" name="Graphic 8">
              <a:extLst>
                <a:ext uri="{FF2B5EF4-FFF2-40B4-BE49-F238E27FC236}">
                  <a16:creationId xmlns:a16="http://schemas.microsoft.com/office/drawing/2014/main" id="{E499E6B1-EF26-255F-D439-2060C0C8D8C4}"/>
                </a:ext>
              </a:extLst>
            </p:cNvPr>
            <p:cNvGrpSpPr/>
            <p:nvPr/>
          </p:nvGrpSpPr>
          <p:grpSpPr>
            <a:xfrm>
              <a:off x="265625" y="6323271"/>
              <a:ext cx="1249223" cy="190348"/>
              <a:chOff x="265625" y="6323271"/>
              <a:chExt cx="1249223" cy="190348"/>
            </a:xfrm>
            <a:solidFill>
              <a:srgbClr val="000000"/>
            </a:solidFill>
          </p:grpSpPr>
          <p:sp>
            <p:nvSpPr>
              <p:cNvPr id="11" name="Freeform 10">
                <a:extLst>
                  <a:ext uri="{FF2B5EF4-FFF2-40B4-BE49-F238E27FC236}">
                    <a16:creationId xmlns:a16="http://schemas.microsoft.com/office/drawing/2014/main" id="{5D3E6056-C980-C277-4EB0-3122E1B3783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BCA28A45-3EC9-4897-18A7-3B83D668F037}"/>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E1542068-8764-5E63-7689-E23588FB9F96}"/>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82CE85A8-18B9-28CA-3CA7-AF69CD0E7E65}"/>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7240059C-90E8-4CCA-BF9E-22A49938C59A}"/>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78783A41-2765-E1DC-1DCD-C4E2CF3FF0E8}"/>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354F7A79-211B-C147-2C67-7F3BF390F35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3" name="Title click to edit">
            <a:extLst>
              <a:ext uri="{FF2B5EF4-FFF2-40B4-BE49-F238E27FC236}">
                <a16:creationId xmlns:a16="http://schemas.microsoft.com/office/drawing/2014/main" id="{7692B9CF-CBD9-8BB1-F230-4EB7B6F8F864}"/>
              </a:ext>
            </a:extLst>
          </p:cNvPr>
          <p:cNvSpPr>
            <a:spLocks noGrp="1"/>
          </p:cNvSpPr>
          <p:nvPr>
            <p:ph type="title" hasCustomPrompt="1"/>
          </p:nvPr>
        </p:nvSpPr>
        <p:spPr>
          <a:xfrm>
            <a:off x="6592949" y="1701846"/>
            <a:ext cx="5102866" cy="1234440"/>
          </a:xfrm>
        </p:spPr>
        <p:txBody>
          <a:bodyPr wrap="square" anchor="b"/>
          <a:lstStyle>
            <a:lvl1pPr algn="l">
              <a:defRPr sz="4000" b="0" cap="none" baseline="0">
                <a:solidFill>
                  <a:schemeClr val="accent2"/>
                </a:solidFill>
              </a:defRPr>
            </a:lvl1pPr>
          </a:lstStyle>
          <a:p>
            <a:r>
              <a:rPr lang="en-US" dirty="0"/>
              <a:t>Title Slide – Purple Theme</a:t>
            </a:r>
          </a:p>
        </p:txBody>
      </p:sp>
      <p:sp>
        <p:nvSpPr>
          <p:cNvPr id="4" name="Subtitle click to edit">
            <a:extLst>
              <a:ext uri="{FF2B5EF4-FFF2-40B4-BE49-F238E27FC236}">
                <a16:creationId xmlns:a16="http://schemas.microsoft.com/office/drawing/2014/main" id="{5D44BD56-856D-6181-240D-ED5454B98CF0}"/>
              </a:ext>
            </a:extLst>
          </p:cNvPr>
          <p:cNvSpPr>
            <a:spLocks noGrp="1"/>
          </p:cNvSpPr>
          <p:nvPr>
            <p:ph type="subTitle" idx="10" hasCustomPrompt="1"/>
          </p:nvPr>
        </p:nvSpPr>
        <p:spPr>
          <a:xfrm>
            <a:off x="6592948" y="2986547"/>
            <a:ext cx="5116452"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placeholder</a:t>
            </a:r>
          </a:p>
        </p:txBody>
      </p:sp>
      <p:sp>
        <p:nvSpPr>
          <p:cNvPr id="68" name="Freeform: Shape 67">
            <a:extLst>
              <a:ext uri="{FF2B5EF4-FFF2-40B4-BE49-F238E27FC236}">
                <a16:creationId xmlns:a16="http://schemas.microsoft.com/office/drawing/2014/main" id="{0D16AAF9-608F-69E5-7209-741EB708452B}"/>
              </a:ext>
            </a:extLst>
          </p:cNvPr>
          <p:cNvSpPr/>
          <p:nvPr userDrawn="1"/>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rgbClr val="6C4B91"/>
              </a:gs>
            </a:gsLst>
            <a:lin ang="0" scaled="1"/>
          </a:gradFill>
          <a:ln w="0" cap="flat">
            <a:noFill/>
            <a:prstDash val="solid"/>
            <a:miter/>
          </a:ln>
        </p:spPr>
        <p:txBody>
          <a:bodyPr rtlCol="0" anchor="ctr"/>
          <a:lstStyle/>
          <a:p>
            <a:endParaRPr lang="en-US"/>
          </a:p>
        </p:txBody>
      </p:sp>
      <p:sp>
        <p:nvSpPr>
          <p:cNvPr id="2" name="Oval 1">
            <a:extLst>
              <a:ext uri="{FF2B5EF4-FFF2-40B4-BE49-F238E27FC236}">
                <a16:creationId xmlns:a16="http://schemas.microsoft.com/office/drawing/2014/main" id="{7EEF8CCC-ED0F-770B-FFBE-2EC7788ABA9E}"/>
              </a:ext>
            </a:extLst>
          </p:cNvPr>
          <p:cNvSpPr/>
          <p:nvPr userDrawn="1"/>
        </p:nvSpPr>
        <p:spPr>
          <a:xfrm>
            <a:off x="1635271" y="1308100"/>
            <a:ext cx="4241798" cy="4241794"/>
          </a:xfrm>
          <a:prstGeom prst="ellipse">
            <a:avLst/>
          </a:prstGeom>
          <a:solidFill>
            <a:schemeClr val="bg1">
              <a:alpha val="25000"/>
            </a:schemeClr>
          </a:solidFill>
          <a:ln w="349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5" name="Oval 4">
            <a:extLst>
              <a:ext uri="{FF2B5EF4-FFF2-40B4-BE49-F238E27FC236}">
                <a16:creationId xmlns:a16="http://schemas.microsoft.com/office/drawing/2014/main" id="{119BEB69-CD61-51C2-524B-9F4A73E93B9D}"/>
              </a:ext>
            </a:extLst>
          </p:cNvPr>
          <p:cNvSpPr/>
          <p:nvPr userDrawn="1"/>
        </p:nvSpPr>
        <p:spPr>
          <a:xfrm rot="13500000">
            <a:off x="1954577" y="1627406"/>
            <a:ext cx="3603186" cy="3603182"/>
          </a:xfrm>
          <a:prstGeom prst="ellipse">
            <a:avLst/>
          </a:prstGeom>
          <a:solidFill>
            <a:schemeClr val="bg1"/>
          </a:solidFill>
          <a:ln w="69850">
            <a:gradFill>
              <a:gsLst>
                <a:gs pos="3670">
                  <a:schemeClr val="accent5"/>
                </a:gs>
                <a:gs pos="40000">
                  <a:schemeClr val="accent2"/>
                </a:gs>
                <a:gs pos="90000">
                  <a:schemeClr val="accent5"/>
                </a:gs>
                <a:gs pos="67000">
                  <a:schemeClr val="accent5"/>
                </a:gs>
              </a:gsLst>
              <a:lin ang="2700000" scaled="0"/>
            </a:gra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7" name="TextBox 6">
            <a:extLst>
              <a:ext uri="{FF2B5EF4-FFF2-40B4-BE49-F238E27FC236}">
                <a16:creationId xmlns:a16="http://schemas.microsoft.com/office/drawing/2014/main" id="{40999261-6785-9C1D-8C6B-CABB7CFCD132}"/>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2151676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14="http://schemas.microsoft.com/office/drawing/2010/main" xmlns:a16="http://schemas.microsoft.com/office/drawing/2014/main"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p:cSld name="VCF-light-title-a">
    <p:spTree>
      <p:nvGrpSpPr>
        <p:cNvPr id="1" name=""/>
        <p:cNvGrpSpPr/>
        <p:nvPr/>
      </p:nvGrpSpPr>
      <p:grpSpPr>
        <a:xfrm>
          <a:off x="0" y="0"/>
          <a:ext cx="0" cy="0"/>
          <a:chOff x="0" y="0"/>
          <a:chExt cx="0" cy="0"/>
        </a:xfrm>
      </p:grpSpPr>
      <p:pic>
        <p:nvPicPr>
          <p:cNvPr id="9" name="Picture 8" descr="A blue and purple logo&#10;&#10;AI-generated content may be incorrect.">
            <a:extLst>
              <a:ext uri="{FF2B5EF4-FFF2-40B4-BE49-F238E27FC236}">
                <a16:creationId xmlns:a16="http://schemas.microsoft.com/office/drawing/2014/main" id="{088E83B3-06E8-3422-25B9-678291A06476}"/>
              </a:ext>
            </a:extLst>
          </p:cNvPr>
          <p:cNvPicPr>
            <a:picLocks noChangeAspect="1"/>
          </p:cNvPicPr>
          <p:nvPr userDrawn="1"/>
        </p:nvPicPr>
        <p:blipFill>
          <a:blip r:embed="rId2"/>
          <a:stretch>
            <a:fillRect/>
          </a:stretch>
        </p:blipFill>
        <p:spPr>
          <a:xfrm>
            <a:off x="-1" y="893"/>
            <a:ext cx="12188825" cy="6856212"/>
          </a:xfrm>
          <a:prstGeom prst="rect">
            <a:avLst/>
          </a:prstGeom>
        </p:spPr>
      </p:pic>
      <p:sp>
        <p:nvSpPr>
          <p:cNvPr id="8" name="TextBox 7">
            <a:extLst>
              <a:ext uri="{FF2B5EF4-FFF2-40B4-BE49-F238E27FC236}">
                <a16:creationId xmlns:a16="http://schemas.microsoft.com/office/drawing/2014/main" id="{3C7B8C08-E55B-5997-3ADB-17EE656EFF8A}"/>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
        <p:nvSpPr>
          <p:cNvPr id="2" name="Title click to edit"/>
          <p:cNvSpPr>
            <a:spLocks noGrp="1"/>
          </p:cNvSpPr>
          <p:nvPr>
            <p:ph type="title" hasCustomPrompt="1"/>
          </p:nvPr>
        </p:nvSpPr>
        <p:spPr>
          <a:xfrm>
            <a:off x="633266" y="1701846"/>
            <a:ext cx="4735225" cy="1234440"/>
          </a:xfrm>
        </p:spPr>
        <p:txBody>
          <a:bodyPr wrap="square" anchor="b"/>
          <a:lstStyle>
            <a:lvl1pPr algn="l">
              <a:defRPr sz="4000" b="0" cap="none" baseline="0">
                <a:solidFill>
                  <a:schemeClr val="accent2"/>
                </a:solidFill>
              </a:defRPr>
            </a:lvl1pPr>
          </a:lstStyle>
          <a:p>
            <a:r>
              <a:rPr lang="en-US" dirty="0"/>
              <a:t>Title Slide – Light Theme</a:t>
            </a:r>
          </a:p>
        </p:txBody>
      </p:sp>
      <p:sp>
        <p:nvSpPr>
          <p:cNvPr id="128" name="Subtitle click to edit">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34245" y="2986547"/>
            <a:ext cx="4747832"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subtitle placeholder</a:t>
            </a:r>
          </a:p>
        </p:txBody>
      </p:sp>
      <p:sp>
        <p:nvSpPr>
          <p:cNvPr id="7" name="Click to edit Speaker Name ">
            <a:extLst>
              <a:ext uri="{FF2B5EF4-FFF2-40B4-BE49-F238E27FC236}">
                <a16:creationId xmlns:a16="http://schemas.microsoft.com/office/drawing/2014/main" id="{DEA43E1E-B208-4DC4-9D6A-01669D00DA14}"/>
              </a:ext>
            </a:extLst>
          </p:cNvPr>
          <p:cNvSpPr>
            <a:spLocks noGrp="1"/>
          </p:cNvSpPr>
          <p:nvPr>
            <p:ph type="body" sz="quarter" idx="11" hasCustomPrompt="1"/>
          </p:nvPr>
        </p:nvSpPr>
        <p:spPr>
          <a:xfrm>
            <a:off x="654831" y="4737425"/>
            <a:ext cx="5012995" cy="355601"/>
          </a:xfrm>
        </p:spPr>
        <p:txBody>
          <a:bodyPr anchor="b"/>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dirty="0"/>
              <a:t>Speaker Name (Insert pronouns)</a:t>
            </a:r>
          </a:p>
        </p:txBody>
      </p:sp>
      <p:sp>
        <p:nvSpPr>
          <p:cNvPr id="129" name="Click to edit role">
            <a:extLst>
              <a:ext uri="{FF2B5EF4-FFF2-40B4-BE49-F238E27FC236}">
                <a16:creationId xmlns:a16="http://schemas.microsoft.com/office/drawing/2014/main" id="{2111BB8B-7B37-4FB4-B2CD-984FE1C6C5E4}"/>
              </a:ext>
            </a:extLst>
          </p:cNvPr>
          <p:cNvSpPr>
            <a:spLocks noGrp="1"/>
          </p:cNvSpPr>
          <p:nvPr>
            <p:ph type="body" sz="quarter" idx="12" hasCustomPrompt="1"/>
          </p:nvPr>
        </p:nvSpPr>
        <p:spPr>
          <a:xfrm>
            <a:off x="654831" y="5117480"/>
            <a:ext cx="5012995" cy="355601"/>
          </a:xfrm>
        </p:spPr>
        <p:txBody>
          <a:bodyPr anchor="t"/>
          <a:lstStyle>
            <a:lvl1pPr algn="l">
              <a:buNone/>
              <a:defRPr sz="1600">
                <a:solidFill>
                  <a:schemeClr val="tx1"/>
                </a:solidFill>
              </a:defRPr>
            </a:lvl1pPr>
          </a:lstStyle>
          <a:p>
            <a:pPr lvl="0"/>
            <a:r>
              <a:rPr lang="en-US" dirty="0"/>
              <a:t>Role / Division, Broadcom</a:t>
            </a:r>
          </a:p>
        </p:txBody>
      </p:sp>
      <p:sp>
        <p:nvSpPr>
          <p:cNvPr id="18" name="Click to edit role">
            <a:extLst>
              <a:ext uri="{FF2B5EF4-FFF2-40B4-BE49-F238E27FC236}">
                <a16:creationId xmlns:a16="http://schemas.microsoft.com/office/drawing/2014/main" id="{006FF8D0-7AF6-C549-9BFB-E838D6CDCA0E}"/>
              </a:ext>
            </a:extLst>
          </p:cNvPr>
          <p:cNvSpPr>
            <a:spLocks noGrp="1"/>
          </p:cNvSpPr>
          <p:nvPr>
            <p:ph type="body" sz="quarter" idx="14" hasCustomPrompt="1"/>
          </p:nvPr>
        </p:nvSpPr>
        <p:spPr>
          <a:xfrm>
            <a:off x="654831" y="5485986"/>
            <a:ext cx="5012995" cy="355601"/>
          </a:xfrm>
        </p:spPr>
        <p:txBody>
          <a:bodyPr anchor="ctr"/>
          <a:lstStyle>
            <a:lvl1pPr algn="l">
              <a:buNone/>
              <a:defRPr sz="1600">
                <a:solidFill>
                  <a:schemeClr val="tx1"/>
                </a:solidFill>
              </a:defRPr>
            </a:lvl1pPr>
          </a:lstStyle>
          <a:p>
            <a:pPr lvl="0"/>
            <a:r>
              <a:rPr lang="en-US"/>
              <a:t>Date</a:t>
            </a:r>
          </a:p>
        </p:txBody>
      </p:sp>
      <p:grpSp>
        <p:nvGrpSpPr>
          <p:cNvPr id="55" name="Graphic 8">
            <a:extLst>
              <a:ext uri="{FF2B5EF4-FFF2-40B4-BE49-F238E27FC236}">
                <a16:creationId xmlns:a16="http://schemas.microsoft.com/office/drawing/2014/main" id="{BAF838CA-49F3-885B-C026-D4C6B5E51AA9}"/>
              </a:ext>
            </a:extLst>
          </p:cNvPr>
          <p:cNvGrpSpPr/>
          <p:nvPr/>
        </p:nvGrpSpPr>
        <p:grpSpPr>
          <a:xfrm>
            <a:off x="265625" y="6323271"/>
            <a:ext cx="1249223" cy="369648"/>
            <a:chOff x="265625" y="6323271"/>
            <a:chExt cx="1249223" cy="369648"/>
          </a:xfrm>
          <a:solidFill>
            <a:srgbClr val="000000"/>
          </a:solidFill>
        </p:grpSpPr>
        <p:grpSp>
          <p:nvGrpSpPr>
            <p:cNvPr id="56" name="Graphic 8">
              <a:extLst>
                <a:ext uri="{FF2B5EF4-FFF2-40B4-BE49-F238E27FC236}">
                  <a16:creationId xmlns:a16="http://schemas.microsoft.com/office/drawing/2014/main" id="{91AFFF59-3E20-ED5A-C64D-6AD2EC10FA71}"/>
                </a:ext>
              </a:extLst>
            </p:cNvPr>
            <p:cNvGrpSpPr/>
            <p:nvPr/>
          </p:nvGrpSpPr>
          <p:grpSpPr>
            <a:xfrm>
              <a:off x="745455" y="6594444"/>
              <a:ext cx="722662" cy="98475"/>
              <a:chOff x="745455" y="6594444"/>
              <a:chExt cx="722662" cy="98475"/>
            </a:xfrm>
            <a:solidFill>
              <a:srgbClr val="000000"/>
            </a:solidFill>
          </p:grpSpPr>
          <p:sp>
            <p:nvSpPr>
              <p:cNvPr id="131" name="Freeform 130">
                <a:extLst>
                  <a:ext uri="{FF2B5EF4-FFF2-40B4-BE49-F238E27FC236}">
                    <a16:creationId xmlns:a16="http://schemas.microsoft.com/office/drawing/2014/main" id="{26A3A367-AF7A-3CE1-7219-BF42CFB83015}"/>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132" name="Freeform 131">
                <a:extLst>
                  <a:ext uri="{FF2B5EF4-FFF2-40B4-BE49-F238E27FC236}">
                    <a16:creationId xmlns:a16="http://schemas.microsoft.com/office/drawing/2014/main" id="{87557BA2-6363-9310-7758-7E46B2725CB3}"/>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133" name="Freeform 132">
                <a:extLst>
                  <a:ext uri="{FF2B5EF4-FFF2-40B4-BE49-F238E27FC236}">
                    <a16:creationId xmlns:a16="http://schemas.microsoft.com/office/drawing/2014/main" id="{98E3995A-00E8-9970-E347-1DB03372641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134" name="Freeform 133">
                <a:extLst>
                  <a:ext uri="{FF2B5EF4-FFF2-40B4-BE49-F238E27FC236}">
                    <a16:creationId xmlns:a16="http://schemas.microsoft.com/office/drawing/2014/main" id="{E557F3F2-0097-5608-0D6B-ADBD20A05750}"/>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135" name="Freeform 134">
                <a:extLst>
                  <a:ext uri="{FF2B5EF4-FFF2-40B4-BE49-F238E27FC236}">
                    <a16:creationId xmlns:a16="http://schemas.microsoft.com/office/drawing/2014/main" id="{A1EE9404-4BD9-8680-1C8A-3B583B49285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136" name="Freeform 135">
                <a:extLst>
                  <a:ext uri="{FF2B5EF4-FFF2-40B4-BE49-F238E27FC236}">
                    <a16:creationId xmlns:a16="http://schemas.microsoft.com/office/drawing/2014/main" id="{FC84855E-D060-5D16-8F8D-2BD34D9B94F5}"/>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137" name="Freeform 136">
                <a:extLst>
                  <a:ext uri="{FF2B5EF4-FFF2-40B4-BE49-F238E27FC236}">
                    <a16:creationId xmlns:a16="http://schemas.microsoft.com/office/drawing/2014/main" id="{031F79CD-4C5E-D24F-635E-7A7B4878110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138" name="Freeform 137">
                <a:extLst>
                  <a:ext uri="{FF2B5EF4-FFF2-40B4-BE49-F238E27FC236}">
                    <a16:creationId xmlns:a16="http://schemas.microsoft.com/office/drawing/2014/main" id="{DAD1797E-9105-FA8E-4A81-FDC253F04EA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139" name="Freeform 138">
                <a:extLst>
                  <a:ext uri="{FF2B5EF4-FFF2-40B4-BE49-F238E27FC236}">
                    <a16:creationId xmlns:a16="http://schemas.microsoft.com/office/drawing/2014/main" id="{6CDD0DC3-97C4-C10E-1058-099303CC93F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140" name="Freeform 139">
                <a:extLst>
                  <a:ext uri="{FF2B5EF4-FFF2-40B4-BE49-F238E27FC236}">
                    <a16:creationId xmlns:a16="http://schemas.microsoft.com/office/drawing/2014/main" id="{CEBC9053-842B-8221-2B9E-1E02856F997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57" name="Graphic 8">
              <a:extLst>
                <a:ext uri="{FF2B5EF4-FFF2-40B4-BE49-F238E27FC236}">
                  <a16:creationId xmlns:a16="http://schemas.microsoft.com/office/drawing/2014/main" id="{C3D6A2E6-7175-657A-FFEE-732370A03645}"/>
                </a:ext>
              </a:extLst>
            </p:cNvPr>
            <p:cNvGrpSpPr/>
            <p:nvPr/>
          </p:nvGrpSpPr>
          <p:grpSpPr>
            <a:xfrm>
              <a:off x="265625" y="6323271"/>
              <a:ext cx="1249223" cy="190348"/>
              <a:chOff x="265625" y="6323271"/>
              <a:chExt cx="1249223" cy="190348"/>
            </a:xfrm>
            <a:solidFill>
              <a:srgbClr val="000000"/>
            </a:solidFill>
          </p:grpSpPr>
          <p:sp>
            <p:nvSpPr>
              <p:cNvPr id="58" name="Freeform 57">
                <a:extLst>
                  <a:ext uri="{FF2B5EF4-FFF2-40B4-BE49-F238E27FC236}">
                    <a16:creationId xmlns:a16="http://schemas.microsoft.com/office/drawing/2014/main" id="{6EE5B3D8-4F75-F4A5-6852-90C7E67B399F}"/>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59" name="Freeform 58">
                <a:extLst>
                  <a:ext uri="{FF2B5EF4-FFF2-40B4-BE49-F238E27FC236}">
                    <a16:creationId xmlns:a16="http://schemas.microsoft.com/office/drawing/2014/main" id="{8D359421-6F5E-68EB-A130-9078431086FE}"/>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60" name="Freeform 59">
                <a:extLst>
                  <a:ext uri="{FF2B5EF4-FFF2-40B4-BE49-F238E27FC236}">
                    <a16:creationId xmlns:a16="http://schemas.microsoft.com/office/drawing/2014/main" id="{3B593B1C-97BF-E3FD-9202-FAE7DC7D404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61" name="Freeform 60">
                <a:extLst>
                  <a:ext uri="{FF2B5EF4-FFF2-40B4-BE49-F238E27FC236}">
                    <a16:creationId xmlns:a16="http://schemas.microsoft.com/office/drawing/2014/main" id="{684036B4-CA32-5C66-D108-9873B6C3702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62" name="Freeform 61">
                <a:extLst>
                  <a:ext uri="{FF2B5EF4-FFF2-40B4-BE49-F238E27FC236}">
                    <a16:creationId xmlns:a16="http://schemas.microsoft.com/office/drawing/2014/main" id="{76DBD31D-FDBB-F787-B22E-2F397F09B54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63" name="Freeform 62">
                <a:extLst>
                  <a:ext uri="{FF2B5EF4-FFF2-40B4-BE49-F238E27FC236}">
                    <a16:creationId xmlns:a16="http://schemas.microsoft.com/office/drawing/2014/main" id="{98164034-B26F-5ACB-9B90-EBBD1F9B1137}"/>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30" name="Freeform 129">
                <a:extLst>
                  <a:ext uri="{FF2B5EF4-FFF2-40B4-BE49-F238E27FC236}">
                    <a16:creationId xmlns:a16="http://schemas.microsoft.com/office/drawing/2014/main" id="{347DB589-B53E-03EB-2555-D38B1A06D8EF}"/>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grpSp>
        <p:nvGrpSpPr>
          <p:cNvPr id="37" name="Graphic 8">
            <a:extLst>
              <a:ext uri="{FF2B5EF4-FFF2-40B4-BE49-F238E27FC236}">
                <a16:creationId xmlns:a16="http://schemas.microsoft.com/office/drawing/2014/main" id="{BAF838CA-49F3-885B-C026-D4C6B5E51AA9}"/>
              </a:ext>
            </a:extLst>
          </p:cNvPr>
          <p:cNvGrpSpPr/>
          <p:nvPr userDrawn="1"/>
        </p:nvGrpSpPr>
        <p:grpSpPr>
          <a:xfrm>
            <a:off x="265625" y="6323271"/>
            <a:ext cx="1249223" cy="369648"/>
            <a:chOff x="265625" y="6323271"/>
            <a:chExt cx="1249223" cy="369648"/>
          </a:xfrm>
          <a:solidFill>
            <a:srgbClr val="000000"/>
          </a:solidFill>
        </p:grpSpPr>
        <p:grpSp>
          <p:nvGrpSpPr>
            <p:cNvPr id="38" name="Graphic 8">
              <a:extLst>
                <a:ext uri="{FF2B5EF4-FFF2-40B4-BE49-F238E27FC236}">
                  <a16:creationId xmlns:a16="http://schemas.microsoft.com/office/drawing/2014/main" id="{91AFFF59-3E20-ED5A-C64D-6AD2EC10FA71}"/>
                </a:ext>
              </a:extLst>
            </p:cNvPr>
            <p:cNvGrpSpPr/>
            <p:nvPr/>
          </p:nvGrpSpPr>
          <p:grpSpPr>
            <a:xfrm>
              <a:off x="745455" y="6594444"/>
              <a:ext cx="722662" cy="98475"/>
              <a:chOff x="745455" y="6594444"/>
              <a:chExt cx="722662" cy="98475"/>
            </a:xfrm>
            <a:solidFill>
              <a:srgbClr val="000000"/>
            </a:solidFill>
          </p:grpSpPr>
          <p:sp>
            <p:nvSpPr>
              <p:cNvPr id="47" name="Freeform 46">
                <a:extLst>
                  <a:ext uri="{FF2B5EF4-FFF2-40B4-BE49-F238E27FC236}">
                    <a16:creationId xmlns:a16="http://schemas.microsoft.com/office/drawing/2014/main" id="{26A3A367-AF7A-3CE1-7219-BF42CFB83015}"/>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87557BA2-6363-9310-7758-7E46B2725CB3}"/>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98E3995A-00E8-9970-E347-1DB03372641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E557F3F2-0097-5608-0D6B-ADBD20A05750}"/>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A1EE9404-4BD9-8680-1C8A-3B583B49285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FC84855E-D060-5D16-8F8D-2BD34D9B94F5}"/>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64" name="Freeform 63">
                <a:extLst>
                  <a:ext uri="{FF2B5EF4-FFF2-40B4-BE49-F238E27FC236}">
                    <a16:creationId xmlns:a16="http://schemas.microsoft.com/office/drawing/2014/main" id="{031F79CD-4C5E-D24F-635E-7A7B4878110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65" name="Freeform 64">
                <a:extLst>
                  <a:ext uri="{FF2B5EF4-FFF2-40B4-BE49-F238E27FC236}">
                    <a16:creationId xmlns:a16="http://schemas.microsoft.com/office/drawing/2014/main" id="{DAD1797E-9105-FA8E-4A81-FDC253F04EA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66" name="Freeform 65">
                <a:extLst>
                  <a:ext uri="{FF2B5EF4-FFF2-40B4-BE49-F238E27FC236}">
                    <a16:creationId xmlns:a16="http://schemas.microsoft.com/office/drawing/2014/main" id="{6CDD0DC3-97C4-C10E-1058-099303CC93F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67" name="Freeform 66">
                <a:extLst>
                  <a:ext uri="{FF2B5EF4-FFF2-40B4-BE49-F238E27FC236}">
                    <a16:creationId xmlns:a16="http://schemas.microsoft.com/office/drawing/2014/main" id="{CEBC9053-842B-8221-2B9E-1E02856F997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9" name="Graphic 8">
              <a:extLst>
                <a:ext uri="{FF2B5EF4-FFF2-40B4-BE49-F238E27FC236}">
                  <a16:creationId xmlns:a16="http://schemas.microsoft.com/office/drawing/2014/main" id="{C3D6A2E6-7175-657A-FFEE-732370A03645}"/>
                </a:ext>
              </a:extLst>
            </p:cNvPr>
            <p:cNvGrpSpPr/>
            <p:nvPr/>
          </p:nvGrpSpPr>
          <p:grpSpPr>
            <a:xfrm>
              <a:off x="265625" y="6323271"/>
              <a:ext cx="1249223" cy="190348"/>
              <a:chOff x="265625" y="6323271"/>
              <a:chExt cx="1249223" cy="190348"/>
            </a:xfrm>
            <a:solidFill>
              <a:srgbClr val="000000"/>
            </a:solidFill>
          </p:grpSpPr>
          <p:sp>
            <p:nvSpPr>
              <p:cNvPr id="40" name="Freeform 39">
                <a:extLst>
                  <a:ext uri="{FF2B5EF4-FFF2-40B4-BE49-F238E27FC236}">
                    <a16:creationId xmlns:a16="http://schemas.microsoft.com/office/drawing/2014/main" id="{6EE5B3D8-4F75-F4A5-6852-90C7E67B399F}"/>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8D359421-6F5E-68EB-A130-9078431086FE}"/>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3B593B1C-97BF-E3FD-9202-FAE7DC7D404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684036B4-CA32-5C66-D108-9873B6C3702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76DBD31D-FDBB-F787-B22E-2F397F09B54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98164034-B26F-5ACB-9B90-EBBD1F9B1137}"/>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347DB589-B53E-03EB-2555-D38B1A06D8EF}"/>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pic>
        <p:nvPicPr>
          <p:cNvPr id="3" name="Graphic 2">
            <a:extLst>
              <a:ext uri="{FF2B5EF4-FFF2-40B4-BE49-F238E27FC236}">
                <a16:creationId xmlns:a16="http://schemas.microsoft.com/office/drawing/2014/main" id="{7A74F6F2-D5AA-DDD5-DBE7-9788B252F9B1}"/>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33266" y="570134"/>
            <a:ext cx="2857719" cy="562472"/>
          </a:xfrm>
          <a:prstGeom prst="rect">
            <a:avLst/>
          </a:prstGeom>
        </p:spPr>
      </p:pic>
    </p:spTree>
    <p:extLst>
      <p:ext uri="{BB962C8B-B14F-4D97-AF65-F5344CB8AC3E}">
        <p14:creationId xmlns:p14="http://schemas.microsoft.com/office/powerpoint/2010/main" val="26960431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16="http://schemas.microsoft.com/office/drawing/2014/main"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p:cSld name="1_VCF-light-title-a">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3C7B8C08-E55B-5997-3ADB-17EE656EFF8A}"/>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
        <p:nvSpPr>
          <p:cNvPr id="2" name="Title click to edit"/>
          <p:cNvSpPr>
            <a:spLocks noGrp="1"/>
          </p:cNvSpPr>
          <p:nvPr>
            <p:ph type="title" hasCustomPrompt="1"/>
          </p:nvPr>
        </p:nvSpPr>
        <p:spPr>
          <a:xfrm>
            <a:off x="633266" y="1701846"/>
            <a:ext cx="4735225" cy="1234440"/>
          </a:xfrm>
        </p:spPr>
        <p:txBody>
          <a:bodyPr wrap="square" anchor="b"/>
          <a:lstStyle>
            <a:lvl1pPr algn="l">
              <a:defRPr sz="4000" b="0" cap="none" baseline="0">
                <a:solidFill>
                  <a:schemeClr val="accent2"/>
                </a:solidFill>
              </a:defRPr>
            </a:lvl1pPr>
          </a:lstStyle>
          <a:p>
            <a:r>
              <a:rPr lang="en-US" dirty="0"/>
              <a:t>Title Slide – Light Theme</a:t>
            </a:r>
          </a:p>
        </p:txBody>
      </p:sp>
      <p:sp>
        <p:nvSpPr>
          <p:cNvPr id="128" name="Subtitle click to edit">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34245" y="2986547"/>
            <a:ext cx="4747832"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subtitle placeholder</a:t>
            </a:r>
          </a:p>
        </p:txBody>
      </p:sp>
      <p:sp>
        <p:nvSpPr>
          <p:cNvPr id="7" name="Click to edit Speaker Name ">
            <a:extLst>
              <a:ext uri="{FF2B5EF4-FFF2-40B4-BE49-F238E27FC236}">
                <a16:creationId xmlns:a16="http://schemas.microsoft.com/office/drawing/2014/main" id="{DEA43E1E-B208-4DC4-9D6A-01669D00DA14}"/>
              </a:ext>
            </a:extLst>
          </p:cNvPr>
          <p:cNvSpPr>
            <a:spLocks noGrp="1"/>
          </p:cNvSpPr>
          <p:nvPr>
            <p:ph type="body" sz="quarter" idx="11" hasCustomPrompt="1"/>
          </p:nvPr>
        </p:nvSpPr>
        <p:spPr>
          <a:xfrm>
            <a:off x="654831" y="4737425"/>
            <a:ext cx="5012995" cy="355601"/>
          </a:xfrm>
        </p:spPr>
        <p:txBody>
          <a:bodyPr anchor="ctr"/>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dirty="0"/>
              <a:t>Speaker Name (Insert pronouns)</a:t>
            </a:r>
          </a:p>
        </p:txBody>
      </p:sp>
      <p:sp>
        <p:nvSpPr>
          <p:cNvPr id="129" name="Click to edit role">
            <a:extLst>
              <a:ext uri="{FF2B5EF4-FFF2-40B4-BE49-F238E27FC236}">
                <a16:creationId xmlns:a16="http://schemas.microsoft.com/office/drawing/2014/main" id="{2111BB8B-7B37-4FB4-B2CD-984FE1C6C5E4}"/>
              </a:ext>
            </a:extLst>
          </p:cNvPr>
          <p:cNvSpPr>
            <a:spLocks noGrp="1"/>
          </p:cNvSpPr>
          <p:nvPr>
            <p:ph type="body" sz="quarter" idx="12" hasCustomPrompt="1"/>
          </p:nvPr>
        </p:nvSpPr>
        <p:spPr>
          <a:xfrm>
            <a:off x="654831" y="5117480"/>
            <a:ext cx="5012995" cy="355601"/>
          </a:xfrm>
        </p:spPr>
        <p:txBody>
          <a:bodyPr anchor="ctr"/>
          <a:lstStyle>
            <a:lvl1pPr algn="l">
              <a:buNone/>
              <a:defRPr sz="1600">
                <a:solidFill>
                  <a:schemeClr val="tx1"/>
                </a:solidFill>
              </a:defRPr>
            </a:lvl1pPr>
          </a:lstStyle>
          <a:p>
            <a:pPr lvl="0"/>
            <a:r>
              <a:rPr lang="en-US" dirty="0"/>
              <a:t>Role / Division, Broadcom</a:t>
            </a:r>
          </a:p>
        </p:txBody>
      </p:sp>
      <p:sp>
        <p:nvSpPr>
          <p:cNvPr id="18" name="Click to edit role">
            <a:extLst>
              <a:ext uri="{FF2B5EF4-FFF2-40B4-BE49-F238E27FC236}">
                <a16:creationId xmlns:a16="http://schemas.microsoft.com/office/drawing/2014/main" id="{006FF8D0-7AF6-C549-9BFB-E838D6CDCA0E}"/>
              </a:ext>
            </a:extLst>
          </p:cNvPr>
          <p:cNvSpPr>
            <a:spLocks noGrp="1"/>
          </p:cNvSpPr>
          <p:nvPr>
            <p:ph type="body" sz="quarter" idx="14" hasCustomPrompt="1"/>
          </p:nvPr>
        </p:nvSpPr>
        <p:spPr>
          <a:xfrm>
            <a:off x="654831" y="5485986"/>
            <a:ext cx="5012995" cy="355601"/>
          </a:xfrm>
        </p:spPr>
        <p:txBody>
          <a:bodyPr anchor="ctr"/>
          <a:lstStyle>
            <a:lvl1pPr algn="l">
              <a:buNone/>
              <a:defRPr sz="1600">
                <a:solidFill>
                  <a:schemeClr val="tx1"/>
                </a:solidFill>
              </a:defRPr>
            </a:lvl1pPr>
          </a:lstStyle>
          <a:p>
            <a:pPr lvl="0"/>
            <a:r>
              <a:rPr lang="en-US"/>
              <a:t>Date</a:t>
            </a:r>
          </a:p>
        </p:txBody>
      </p:sp>
      <p:grpSp>
        <p:nvGrpSpPr>
          <p:cNvPr id="55" name="Graphic 8">
            <a:extLst>
              <a:ext uri="{FF2B5EF4-FFF2-40B4-BE49-F238E27FC236}">
                <a16:creationId xmlns:a16="http://schemas.microsoft.com/office/drawing/2014/main" id="{BAF838CA-49F3-885B-C026-D4C6B5E51AA9}"/>
              </a:ext>
            </a:extLst>
          </p:cNvPr>
          <p:cNvGrpSpPr/>
          <p:nvPr/>
        </p:nvGrpSpPr>
        <p:grpSpPr>
          <a:xfrm>
            <a:off x="265625" y="6323271"/>
            <a:ext cx="1249223" cy="369648"/>
            <a:chOff x="265625" y="6323271"/>
            <a:chExt cx="1249223" cy="369648"/>
          </a:xfrm>
          <a:solidFill>
            <a:srgbClr val="000000"/>
          </a:solidFill>
        </p:grpSpPr>
        <p:grpSp>
          <p:nvGrpSpPr>
            <p:cNvPr id="56" name="Graphic 8">
              <a:extLst>
                <a:ext uri="{FF2B5EF4-FFF2-40B4-BE49-F238E27FC236}">
                  <a16:creationId xmlns:a16="http://schemas.microsoft.com/office/drawing/2014/main" id="{91AFFF59-3E20-ED5A-C64D-6AD2EC10FA71}"/>
                </a:ext>
              </a:extLst>
            </p:cNvPr>
            <p:cNvGrpSpPr/>
            <p:nvPr/>
          </p:nvGrpSpPr>
          <p:grpSpPr>
            <a:xfrm>
              <a:off x="745455" y="6594444"/>
              <a:ext cx="722662" cy="98475"/>
              <a:chOff x="745455" y="6594444"/>
              <a:chExt cx="722662" cy="98475"/>
            </a:xfrm>
            <a:solidFill>
              <a:srgbClr val="000000"/>
            </a:solidFill>
          </p:grpSpPr>
          <p:sp>
            <p:nvSpPr>
              <p:cNvPr id="131" name="Freeform 130">
                <a:extLst>
                  <a:ext uri="{FF2B5EF4-FFF2-40B4-BE49-F238E27FC236}">
                    <a16:creationId xmlns:a16="http://schemas.microsoft.com/office/drawing/2014/main" id="{26A3A367-AF7A-3CE1-7219-BF42CFB83015}"/>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132" name="Freeform 131">
                <a:extLst>
                  <a:ext uri="{FF2B5EF4-FFF2-40B4-BE49-F238E27FC236}">
                    <a16:creationId xmlns:a16="http://schemas.microsoft.com/office/drawing/2014/main" id="{87557BA2-6363-9310-7758-7E46B2725CB3}"/>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133" name="Freeform 132">
                <a:extLst>
                  <a:ext uri="{FF2B5EF4-FFF2-40B4-BE49-F238E27FC236}">
                    <a16:creationId xmlns:a16="http://schemas.microsoft.com/office/drawing/2014/main" id="{98E3995A-00E8-9970-E347-1DB03372641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134" name="Freeform 133">
                <a:extLst>
                  <a:ext uri="{FF2B5EF4-FFF2-40B4-BE49-F238E27FC236}">
                    <a16:creationId xmlns:a16="http://schemas.microsoft.com/office/drawing/2014/main" id="{E557F3F2-0097-5608-0D6B-ADBD20A05750}"/>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135" name="Freeform 134">
                <a:extLst>
                  <a:ext uri="{FF2B5EF4-FFF2-40B4-BE49-F238E27FC236}">
                    <a16:creationId xmlns:a16="http://schemas.microsoft.com/office/drawing/2014/main" id="{A1EE9404-4BD9-8680-1C8A-3B583B49285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136" name="Freeform 135">
                <a:extLst>
                  <a:ext uri="{FF2B5EF4-FFF2-40B4-BE49-F238E27FC236}">
                    <a16:creationId xmlns:a16="http://schemas.microsoft.com/office/drawing/2014/main" id="{FC84855E-D060-5D16-8F8D-2BD34D9B94F5}"/>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137" name="Freeform 136">
                <a:extLst>
                  <a:ext uri="{FF2B5EF4-FFF2-40B4-BE49-F238E27FC236}">
                    <a16:creationId xmlns:a16="http://schemas.microsoft.com/office/drawing/2014/main" id="{031F79CD-4C5E-D24F-635E-7A7B4878110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138" name="Freeform 137">
                <a:extLst>
                  <a:ext uri="{FF2B5EF4-FFF2-40B4-BE49-F238E27FC236}">
                    <a16:creationId xmlns:a16="http://schemas.microsoft.com/office/drawing/2014/main" id="{DAD1797E-9105-FA8E-4A81-FDC253F04EA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139" name="Freeform 138">
                <a:extLst>
                  <a:ext uri="{FF2B5EF4-FFF2-40B4-BE49-F238E27FC236}">
                    <a16:creationId xmlns:a16="http://schemas.microsoft.com/office/drawing/2014/main" id="{6CDD0DC3-97C4-C10E-1058-099303CC93F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140" name="Freeform 139">
                <a:extLst>
                  <a:ext uri="{FF2B5EF4-FFF2-40B4-BE49-F238E27FC236}">
                    <a16:creationId xmlns:a16="http://schemas.microsoft.com/office/drawing/2014/main" id="{CEBC9053-842B-8221-2B9E-1E02856F997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57" name="Graphic 8">
              <a:extLst>
                <a:ext uri="{FF2B5EF4-FFF2-40B4-BE49-F238E27FC236}">
                  <a16:creationId xmlns:a16="http://schemas.microsoft.com/office/drawing/2014/main" id="{C3D6A2E6-7175-657A-FFEE-732370A03645}"/>
                </a:ext>
              </a:extLst>
            </p:cNvPr>
            <p:cNvGrpSpPr/>
            <p:nvPr/>
          </p:nvGrpSpPr>
          <p:grpSpPr>
            <a:xfrm>
              <a:off x="265625" y="6323271"/>
              <a:ext cx="1249223" cy="190348"/>
              <a:chOff x="265625" y="6323271"/>
              <a:chExt cx="1249223" cy="190348"/>
            </a:xfrm>
            <a:solidFill>
              <a:srgbClr val="000000"/>
            </a:solidFill>
          </p:grpSpPr>
          <p:sp>
            <p:nvSpPr>
              <p:cNvPr id="58" name="Freeform 57">
                <a:extLst>
                  <a:ext uri="{FF2B5EF4-FFF2-40B4-BE49-F238E27FC236}">
                    <a16:creationId xmlns:a16="http://schemas.microsoft.com/office/drawing/2014/main" id="{6EE5B3D8-4F75-F4A5-6852-90C7E67B399F}"/>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59" name="Freeform 58">
                <a:extLst>
                  <a:ext uri="{FF2B5EF4-FFF2-40B4-BE49-F238E27FC236}">
                    <a16:creationId xmlns:a16="http://schemas.microsoft.com/office/drawing/2014/main" id="{8D359421-6F5E-68EB-A130-9078431086FE}"/>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60" name="Freeform 59">
                <a:extLst>
                  <a:ext uri="{FF2B5EF4-FFF2-40B4-BE49-F238E27FC236}">
                    <a16:creationId xmlns:a16="http://schemas.microsoft.com/office/drawing/2014/main" id="{3B593B1C-97BF-E3FD-9202-FAE7DC7D404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61" name="Freeform 60">
                <a:extLst>
                  <a:ext uri="{FF2B5EF4-FFF2-40B4-BE49-F238E27FC236}">
                    <a16:creationId xmlns:a16="http://schemas.microsoft.com/office/drawing/2014/main" id="{684036B4-CA32-5C66-D108-9873B6C3702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62" name="Freeform 61">
                <a:extLst>
                  <a:ext uri="{FF2B5EF4-FFF2-40B4-BE49-F238E27FC236}">
                    <a16:creationId xmlns:a16="http://schemas.microsoft.com/office/drawing/2014/main" id="{76DBD31D-FDBB-F787-B22E-2F397F09B54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63" name="Freeform 62">
                <a:extLst>
                  <a:ext uri="{FF2B5EF4-FFF2-40B4-BE49-F238E27FC236}">
                    <a16:creationId xmlns:a16="http://schemas.microsoft.com/office/drawing/2014/main" id="{98164034-B26F-5ACB-9B90-EBBD1F9B1137}"/>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30" name="Freeform 129">
                <a:extLst>
                  <a:ext uri="{FF2B5EF4-FFF2-40B4-BE49-F238E27FC236}">
                    <a16:creationId xmlns:a16="http://schemas.microsoft.com/office/drawing/2014/main" id="{347DB589-B53E-03EB-2555-D38B1A06D8EF}"/>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grpSp>
        <p:nvGrpSpPr>
          <p:cNvPr id="37" name="Graphic 8">
            <a:extLst>
              <a:ext uri="{FF2B5EF4-FFF2-40B4-BE49-F238E27FC236}">
                <a16:creationId xmlns:a16="http://schemas.microsoft.com/office/drawing/2014/main" id="{BAF838CA-49F3-885B-C026-D4C6B5E51AA9}"/>
              </a:ext>
            </a:extLst>
          </p:cNvPr>
          <p:cNvGrpSpPr/>
          <p:nvPr userDrawn="1"/>
        </p:nvGrpSpPr>
        <p:grpSpPr>
          <a:xfrm>
            <a:off x="265625" y="6323271"/>
            <a:ext cx="1249223" cy="369648"/>
            <a:chOff x="265625" y="6323271"/>
            <a:chExt cx="1249223" cy="369648"/>
          </a:xfrm>
          <a:solidFill>
            <a:srgbClr val="000000"/>
          </a:solidFill>
        </p:grpSpPr>
        <p:grpSp>
          <p:nvGrpSpPr>
            <p:cNvPr id="38" name="Graphic 8">
              <a:extLst>
                <a:ext uri="{FF2B5EF4-FFF2-40B4-BE49-F238E27FC236}">
                  <a16:creationId xmlns:a16="http://schemas.microsoft.com/office/drawing/2014/main" id="{91AFFF59-3E20-ED5A-C64D-6AD2EC10FA71}"/>
                </a:ext>
              </a:extLst>
            </p:cNvPr>
            <p:cNvGrpSpPr/>
            <p:nvPr/>
          </p:nvGrpSpPr>
          <p:grpSpPr>
            <a:xfrm>
              <a:off x="745455" y="6594444"/>
              <a:ext cx="722662" cy="98475"/>
              <a:chOff x="745455" y="6594444"/>
              <a:chExt cx="722662" cy="98475"/>
            </a:xfrm>
            <a:solidFill>
              <a:srgbClr val="000000"/>
            </a:solidFill>
          </p:grpSpPr>
          <p:sp>
            <p:nvSpPr>
              <p:cNvPr id="47" name="Freeform 46">
                <a:extLst>
                  <a:ext uri="{FF2B5EF4-FFF2-40B4-BE49-F238E27FC236}">
                    <a16:creationId xmlns:a16="http://schemas.microsoft.com/office/drawing/2014/main" id="{26A3A367-AF7A-3CE1-7219-BF42CFB83015}"/>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87557BA2-6363-9310-7758-7E46B2725CB3}"/>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98E3995A-00E8-9970-E347-1DB03372641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E557F3F2-0097-5608-0D6B-ADBD20A05750}"/>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A1EE9404-4BD9-8680-1C8A-3B583B49285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FC84855E-D060-5D16-8F8D-2BD34D9B94F5}"/>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64" name="Freeform 63">
                <a:extLst>
                  <a:ext uri="{FF2B5EF4-FFF2-40B4-BE49-F238E27FC236}">
                    <a16:creationId xmlns:a16="http://schemas.microsoft.com/office/drawing/2014/main" id="{031F79CD-4C5E-D24F-635E-7A7B4878110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65" name="Freeform 64">
                <a:extLst>
                  <a:ext uri="{FF2B5EF4-FFF2-40B4-BE49-F238E27FC236}">
                    <a16:creationId xmlns:a16="http://schemas.microsoft.com/office/drawing/2014/main" id="{DAD1797E-9105-FA8E-4A81-FDC253F04EA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66" name="Freeform 65">
                <a:extLst>
                  <a:ext uri="{FF2B5EF4-FFF2-40B4-BE49-F238E27FC236}">
                    <a16:creationId xmlns:a16="http://schemas.microsoft.com/office/drawing/2014/main" id="{6CDD0DC3-97C4-C10E-1058-099303CC93F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67" name="Freeform 66">
                <a:extLst>
                  <a:ext uri="{FF2B5EF4-FFF2-40B4-BE49-F238E27FC236}">
                    <a16:creationId xmlns:a16="http://schemas.microsoft.com/office/drawing/2014/main" id="{CEBC9053-842B-8221-2B9E-1E02856F997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9" name="Graphic 8">
              <a:extLst>
                <a:ext uri="{FF2B5EF4-FFF2-40B4-BE49-F238E27FC236}">
                  <a16:creationId xmlns:a16="http://schemas.microsoft.com/office/drawing/2014/main" id="{C3D6A2E6-7175-657A-FFEE-732370A03645}"/>
                </a:ext>
              </a:extLst>
            </p:cNvPr>
            <p:cNvGrpSpPr/>
            <p:nvPr/>
          </p:nvGrpSpPr>
          <p:grpSpPr>
            <a:xfrm>
              <a:off x="265625" y="6323271"/>
              <a:ext cx="1249223" cy="190348"/>
              <a:chOff x="265625" y="6323271"/>
              <a:chExt cx="1249223" cy="190348"/>
            </a:xfrm>
            <a:solidFill>
              <a:srgbClr val="000000"/>
            </a:solidFill>
          </p:grpSpPr>
          <p:sp>
            <p:nvSpPr>
              <p:cNvPr id="40" name="Freeform 39">
                <a:extLst>
                  <a:ext uri="{FF2B5EF4-FFF2-40B4-BE49-F238E27FC236}">
                    <a16:creationId xmlns:a16="http://schemas.microsoft.com/office/drawing/2014/main" id="{6EE5B3D8-4F75-F4A5-6852-90C7E67B399F}"/>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8D359421-6F5E-68EB-A130-9078431086FE}"/>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3B593B1C-97BF-E3FD-9202-FAE7DC7D404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684036B4-CA32-5C66-D108-9873B6C3702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76DBD31D-FDBB-F787-B22E-2F397F09B54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98164034-B26F-5ACB-9B90-EBBD1F9B1137}"/>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347DB589-B53E-03EB-2555-D38B1A06D8EF}"/>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pic>
        <p:nvPicPr>
          <p:cNvPr id="3" name="Graphic 2">
            <a:extLst>
              <a:ext uri="{FF2B5EF4-FFF2-40B4-BE49-F238E27FC236}">
                <a16:creationId xmlns:a16="http://schemas.microsoft.com/office/drawing/2014/main" id="{7A74F6F2-D5AA-DDD5-DBE7-9788B252F9B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33266" y="570134"/>
            <a:ext cx="2857719" cy="562472"/>
          </a:xfrm>
          <a:prstGeom prst="rect">
            <a:avLst/>
          </a:prstGeom>
        </p:spPr>
      </p:pic>
      <p:pic>
        <p:nvPicPr>
          <p:cNvPr id="4" name="Picture 3" descr="A logo of a cloud computing system&#10;&#10;AI-generated content may be incorrect.">
            <a:extLst>
              <a:ext uri="{FF2B5EF4-FFF2-40B4-BE49-F238E27FC236}">
                <a16:creationId xmlns:a16="http://schemas.microsoft.com/office/drawing/2014/main" id="{C0A5C69D-C50F-B894-9915-BBC4902F0810}"/>
              </a:ext>
            </a:extLst>
          </p:cNvPr>
          <p:cNvPicPr>
            <a:picLocks noChangeAspect="1"/>
          </p:cNvPicPr>
          <p:nvPr userDrawn="1"/>
        </p:nvPicPr>
        <p:blipFill>
          <a:blip r:embed="rId4"/>
          <a:stretch>
            <a:fillRect/>
          </a:stretch>
        </p:blipFill>
        <p:spPr>
          <a:xfrm>
            <a:off x="5330825" y="0"/>
            <a:ext cx="6858000" cy="6858000"/>
          </a:xfrm>
          <a:prstGeom prst="rect">
            <a:avLst/>
          </a:prstGeom>
        </p:spPr>
      </p:pic>
    </p:spTree>
    <p:extLst>
      <p:ext uri="{BB962C8B-B14F-4D97-AF65-F5344CB8AC3E}">
        <p14:creationId xmlns:p14="http://schemas.microsoft.com/office/powerpoint/2010/main" val="31582052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16="http://schemas.microsoft.com/office/drawing/2014/main"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Disclaimer - RevRec">
    <p:spTree>
      <p:nvGrpSpPr>
        <p:cNvPr id="1" name=""/>
        <p:cNvGrpSpPr/>
        <p:nvPr/>
      </p:nvGrpSpPr>
      <p:grpSpPr>
        <a:xfrm>
          <a:off x="0" y="0"/>
          <a:ext cx="0" cy="0"/>
          <a:chOff x="0" y="0"/>
          <a:chExt cx="0" cy="0"/>
        </a:xfrm>
      </p:grpSpPr>
      <p:sp>
        <p:nvSpPr>
          <p:cNvPr id="2" name="page number">
            <a:extLst>
              <a:ext uri="{FF2B5EF4-FFF2-40B4-BE49-F238E27FC236}">
                <a16:creationId xmlns:a16="http://schemas.microsoft.com/office/drawing/2014/main" id="{B85AE0A0-04F0-DD06-B7B7-2F519FD602F0}"/>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6" name="TextBox 5">
            <a:extLst>
              <a:ext uri="{FF2B5EF4-FFF2-40B4-BE49-F238E27FC236}">
                <a16:creationId xmlns:a16="http://schemas.microsoft.com/office/drawing/2014/main" id="{34C98CD6-73CF-0CA2-1B0C-AEEF52456990}"/>
              </a:ext>
            </a:extLst>
          </p:cNvPr>
          <p:cNvSpPr txBox="1"/>
          <p:nvPr userDrawn="1"/>
        </p:nvSpPr>
        <p:spPr>
          <a:xfrm>
            <a:off x="579809" y="285278"/>
            <a:ext cx="1861387" cy="508473"/>
          </a:xfrm>
          <a:prstGeom prst="rect">
            <a:avLst/>
          </a:prstGeom>
          <a:noFill/>
        </p:spPr>
        <p:txBody>
          <a:bodyPr wrap="square" lIns="0" tIns="0" rIns="0" bIns="0" rtlCol="0">
            <a:spAutoFit/>
          </a:bodyPr>
          <a:lstStyle/>
          <a:p>
            <a:pPr algn="l">
              <a:lnSpc>
                <a:spcPct val="130000"/>
              </a:lnSpc>
            </a:pPr>
            <a:r>
              <a:rPr lang="en-US" sz="2800" dirty="0">
                <a:solidFill>
                  <a:schemeClr val="accent2"/>
                </a:solidFill>
                <a:latin typeface="+mj-lt"/>
              </a:rPr>
              <a:t>Disclaimer</a:t>
            </a:r>
            <a:endParaRPr lang="en-US" sz="1800" dirty="0">
              <a:solidFill>
                <a:schemeClr val="accent2"/>
              </a:solidFill>
              <a:latin typeface="+mj-lt"/>
            </a:endParaRPr>
          </a:p>
        </p:txBody>
      </p:sp>
      <p:sp>
        <p:nvSpPr>
          <p:cNvPr id="7" name="TextBox 6">
            <a:extLst>
              <a:ext uri="{FF2B5EF4-FFF2-40B4-BE49-F238E27FC236}">
                <a16:creationId xmlns:a16="http://schemas.microsoft.com/office/drawing/2014/main" id="{811EB471-E9F1-2457-B0CC-19A2442ED13B}"/>
              </a:ext>
            </a:extLst>
          </p:cNvPr>
          <p:cNvSpPr txBox="1"/>
          <p:nvPr userDrawn="1"/>
        </p:nvSpPr>
        <p:spPr>
          <a:xfrm>
            <a:off x="592865" y="1062111"/>
            <a:ext cx="10898075" cy="4929207"/>
          </a:xfrm>
          <a:prstGeom prst="rect">
            <a:avLst/>
          </a:prstGeom>
          <a:noFill/>
        </p:spPr>
        <p:txBody>
          <a:bodyPr wrap="square" lIns="0" tIns="0" rIns="0" bIns="0" rtlCol="0">
            <a:noAutofit/>
          </a:bodyPr>
          <a:lstStyle/>
          <a:p>
            <a:pPr marL="0" lvl="0" indent="0" algn="l" rtl="0">
              <a:lnSpc>
                <a:spcPct val="100000"/>
              </a:lnSpc>
              <a:spcBef>
                <a:spcPts val="0"/>
              </a:spcBef>
              <a:spcAft>
                <a:spcPts val="0"/>
              </a:spcAft>
              <a:buClr>
                <a:srgbClr val="3F3F3F"/>
              </a:buClr>
              <a:buSzPts val="1798"/>
              <a:buFont typeface="Arial" panose="020B0604020202020204" pitchFamily="34" charset="0"/>
              <a:buNone/>
            </a:pPr>
            <a:r>
              <a:rPr lang="en-US" sz="1600" b="0" i="0" u="none" strike="noStrike" cap="none"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rPr>
              <a:t>Certain information in this presentation may outline Broadcom's general product direction. </a:t>
            </a:r>
            <a:endParaRPr lang="en-US" sz="1600" dirty="0"/>
          </a:p>
          <a:p>
            <a:pPr marL="114173" lvl="0" indent="0" algn="l" rtl="0">
              <a:lnSpc>
                <a:spcPct val="100000"/>
              </a:lnSpc>
              <a:spcBef>
                <a:spcPts val="0"/>
              </a:spcBef>
              <a:spcAft>
                <a:spcPts val="0"/>
              </a:spcAft>
              <a:buClr>
                <a:srgbClr val="3F3F3F"/>
              </a:buClr>
              <a:buSzPts val="1798"/>
              <a:buFont typeface="Arial" panose="020B0604020202020204" pitchFamily="34" charset="0"/>
              <a:buNone/>
            </a:pPr>
            <a:endParaRPr lang="en-US" sz="1600"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endParaRPr>
          </a:p>
          <a:p>
            <a:pPr marL="0" lvl="0" indent="0" algn="l" rtl="0">
              <a:lnSpc>
                <a:spcPct val="100000"/>
              </a:lnSpc>
              <a:spcBef>
                <a:spcPts val="0"/>
              </a:spcBef>
              <a:spcAft>
                <a:spcPts val="0"/>
              </a:spcAft>
              <a:buClr>
                <a:srgbClr val="3F3F3F"/>
              </a:buClr>
              <a:buSzPts val="1798"/>
              <a:buFont typeface="Arial" panose="020B0604020202020204" pitchFamily="34" charset="0"/>
              <a:buNone/>
            </a:pPr>
            <a:r>
              <a:rPr lang="en-US" sz="1600" b="0" i="0" u="none" strike="noStrike" cap="none"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rPr>
              <a:t>This presentation shall not serve to (</a:t>
            </a:r>
            <a:r>
              <a:rPr lang="en-US" sz="1600" b="0" i="0" u="none" strike="noStrike" cap="none" dirty="0" err="1">
                <a:latin typeface="Arial" panose="020B0604020202020204" pitchFamily="34" charset="0"/>
                <a:ea typeface="Arial" panose="020B0604020202020204" pitchFamily="34" charset="0"/>
                <a:cs typeface="Arial" panose="020B0604020202020204" pitchFamily="34" charset="0"/>
                <a:sym typeface="Arial" panose="020B0604020202020204" pitchFamily="34" charset="0"/>
              </a:rPr>
              <a:t>i</a:t>
            </a:r>
            <a:r>
              <a:rPr lang="en-US" sz="1600" b="0" i="0" u="none" strike="noStrike" cap="none"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rPr>
              <a:t>) affect the rights and/or obligations of Broadcom or its licensees under any existing or future license agreement or services agreement relating to any Broadcom software product; or (ii) amend any product documentation or specifications for any Broadcom software product. </a:t>
            </a:r>
            <a:endParaRPr lang="en-US" sz="1600" dirty="0"/>
          </a:p>
          <a:p>
            <a:pPr marL="114173" lvl="0" indent="0" algn="l" rtl="0">
              <a:lnSpc>
                <a:spcPct val="100000"/>
              </a:lnSpc>
              <a:spcBef>
                <a:spcPts val="0"/>
              </a:spcBef>
              <a:spcAft>
                <a:spcPts val="0"/>
              </a:spcAft>
              <a:buClr>
                <a:srgbClr val="3F3F3F"/>
              </a:buClr>
              <a:buSzPts val="1798"/>
              <a:buFont typeface="Arial" panose="020B0604020202020204" pitchFamily="34" charset="0"/>
              <a:buNone/>
            </a:pPr>
            <a:endParaRPr lang="en-US" sz="1600"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endParaRPr>
          </a:p>
          <a:p>
            <a:pPr marL="0" lvl="0" indent="0" algn="l" rtl="0">
              <a:lnSpc>
                <a:spcPct val="100000"/>
              </a:lnSpc>
              <a:spcBef>
                <a:spcPts val="0"/>
              </a:spcBef>
              <a:spcAft>
                <a:spcPts val="0"/>
              </a:spcAft>
              <a:buClr>
                <a:srgbClr val="3F3F3F"/>
              </a:buClr>
              <a:buSzPts val="1798"/>
              <a:buFont typeface="Arial" panose="020B0604020202020204" pitchFamily="34" charset="0"/>
              <a:buNone/>
            </a:pPr>
            <a:r>
              <a:rPr lang="en-US" sz="1600" b="0" i="0" u="none" strike="noStrike" cap="none"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rPr>
              <a:t>This presentation is based on current information and resource allocations and is subject to change or withdrawal by Broadcom at any time without notice. </a:t>
            </a:r>
            <a:endParaRPr lang="en-US" sz="1600" dirty="0"/>
          </a:p>
          <a:p>
            <a:pPr marL="114173" lvl="0" indent="0" algn="l" rtl="0">
              <a:lnSpc>
                <a:spcPct val="100000"/>
              </a:lnSpc>
              <a:spcBef>
                <a:spcPts val="0"/>
              </a:spcBef>
              <a:spcAft>
                <a:spcPts val="0"/>
              </a:spcAft>
              <a:buClr>
                <a:srgbClr val="3F3F3F"/>
              </a:buClr>
              <a:buSzPts val="1798"/>
              <a:buFont typeface="Arial" panose="020B0604020202020204" pitchFamily="34" charset="0"/>
              <a:buNone/>
            </a:pPr>
            <a:endParaRPr lang="en-US" sz="1600"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endParaRPr>
          </a:p>
          <a:p>
            <a:pPr marL="0" lvl="0" indent="0" algn="l" rtl="0">
              <a:lnSpc>
                <a:spcPct val="100000"/>
              </a:lnSpc>
              <a:spcBef>
                <a:spcPts val="0"/>
              </a:spcBef>
              <a:spcAft>
                <a:spcPts val="0"/>
              </a:spcAft>
              <a:buClr>
                <a:srgbClr val="3F3F3F"/>
              </a:buClr>
              <a:buSzPts val="1798"/>
              <a:buFont typeface="Arial" panose="020B0604020202020204" pitchFamily="34" charset="0"/>
              <a:buNone/>
            </a:pPr>
            <a:r>
              <a:rPr lang="en-US" sz="1600" b="0" i="0" u="none" strike="noStrike" cap="none"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rPr>
              <a:t>The development, release and timing of any features or functionality described in this presentation remain at Broadcom's sole discretion. </a:t>
            </a:r>
            <a:endParaRPr lang="en-US" sz="1600" dirty="0"/>
          </a:p>
          <a:p>
            <a:pPr marL="114173" lvl="0" indent="0" algn="l" rtl="0">
              <a:lnSpc>
                <a:spcPct val="100000"/>
              </a:lnSpc>
              <a:spcBef>
                <a:spcPts val="0"/>
              </a:spcBef>
              <a:spcAft>
                <a:spcPts val="0"/>
              </a:spcAft>
              <a:buClr>
                <a:srgbClr val="3F3F3F"/>
              </a:buClr>
              <a:buSzPts val="1798"/>
              <a:buFont typeface="Arial" panose="020B0604020202020204" pitchFamily="34" charset="0"/>
              <a:buNone/>
            </a:pPr>
            <a:endParaRPr lang="en-US" sz="1600"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endParaRPr>
          </a:p>
          <a:p>
            <a:pPr marL="0" lvl="0" indent="0" algn="l" rtl="0">
              <a:lnSpc>
                <a:spcPct val="100000"/>
              </a:lnSpc>
              <a:spcBef>
                <a:spcPts val="0"/>
              </a:spcBef>
              <a:spcAft>
                <a:spcPts val="0"/>
              </a:spcAft>
              <a:buClr>
                <a:srgbClr val="3F3F3F"/>
              </a:buClr>
              <a:buSzPts val="1798"/>
              <a:buFont typeface="Arial" panose="020B0604020202020204" pitchFamily="34" charset="0"/>
              <a:buNone/>
            </a:pPr>
            <a:r>
              <a:rPr lang="en-US" sz="1600" b="0" i="0" u="none" strike="noStrike" cap="none"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rPr>
              <a:t>Notwithstanding anything in this presentation to the contrary, upon the general availability of any future Broadcom product release referenced in this presentation, Broadcom may make such release available to new licensees in the form of a regularly scheduled major product release. </a:t>
            </a:r>
            <a:endParaRPr lang="en-US" sz="1600" dirty="0"/>
          </a:p>
          <a:p>
            <a:pPr marL="114173" lvl="0" indent="0" algn="l" rtl="0">
              <a:lnSpc>
                <a:spcPct val="100000"/>
              </a:lnSpc>
              <a:spcBef>
                <a:spcPts val="0"/>
              </a:spcBef>
              <a:spcAft>
                <a:spcPts val="0"/>
              </a:spcAft>
              <a:buClr>
                <a:srgbClr val="3F3F3F"/>
              </a:buClr>
              <a:buSzPts val="1798"/>
              <a:buFont typeface="Arial" panose="020B0604020202020204" pitchFamily="34" charset="0"/>
              <a:buNone/>
            </a:pPr>
            <a:endParaRPr lang="en-US" sz="1600"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endParaRPr>
          </a:p>
          <a:p>
            <a:pPr marL="0" lvl="0" indent="0" algn="l" rtl="0">
              <a:lnSpc>
                <a:spcPct val="100000"/>
              </a:lnSpc>
              <a:spcBef>
                <a:spcPts val="0"/>
              </a:spcBef>
              <a:spcAft>
                <a:spcPts val="0"/>
              </a:spcAft>
              <a:buClr>
                <a:srgbClr val="3F3F3F"/>
              </a:buClr>
              <a:buSzPts val="1798"/>
              <a:buFont typeface="Arial" panose="020B0604020202020204" pitchFamily="34" charset="0"/>
              <a:buNone/>
            </a:pPr>
            <a:r>
              <a:rPr lang="en-US" sz="1600" b="0" i="0" u="none" strike="noStrike" cap="none"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rPr>
              <a:t>Such release may be made available to licensees of the product who are active subscribers to  Broadcom maintenance and support, on a when and if-available basis. </a:t>
            </a:r>
            <a:endParaRPr lang="en-US" sz="1600" dirty="0"/>
          </a:p>
          <a:p>
            <a:pPr marL="114173" lvl="0" indent="0" algn="l" rtl="0">
              <a:lnSpc>
                <a:spcPct val="100000"/>
              </a:lnSpc>
              <a:spcBef>
                <a:spcPts val="0"/>
              </a:spcBef>
              <a:spcAft>
                <a:spcPts val="0"/>
              </a:spcAft>
              <a:buClr>
                <a:srgbClr val="3F3F3F"/>
              </a:buClr>
              <a:buSzPts val="1798"/>
              <a:buFont typeface="Arial" panose="020B0604020202020204" pitchFamily="34" charset="0"/>
              <a:buNone/>
            </a:pPr>
            <a:endParaRPr lang="en-US" sz="1600"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endParaRPr>
          </a:p>
          <a:p>
            <a:pPr marL="0" lvl="0" indent="0" algn="l" rtl="0">
              <a:lnSpc>
                <a:spcPct val="100000"/>
              </a:lnSpc>
              <a:spcBef>
                <a:spcPts val="0"/>
              </a:spcBef>
              <a:spcAft>
                <a:spcPts val="0"/>
              </a:spcAft>
              <a:buClr>
                <a:srgbClr val="3F3F3F"/>
              </a:buClr>
              <a:buSzPts val="1798"/>
              <a:buFont typeface="Arial" panose="020B0604020202020204" pitchFamily="34" charset="0"/>
              <a:buNone/>
            </a:pPr>
            <a:r>
              <a:rPr lang="en-US" sz="1600" b="0" i="0" u="none" strike="noStrike" cap="none" dirty="0">
                <a:latin typeface="Arial" panose="020B0604020202020204" pitchFamily="34" charset="0"/>
                <a:ea typeface="Arial" panose="020B0604020202020204" pitchFamily="34" charset="0"/>
                <a:cs typeface="Arial" panose="020B0604020202020204" pitchFamily="34" charset="0"/>
                <a:sym typeface="Arial" panose="020B0604020202020204" pitchFamily="34" charset="0"/>
              </a:rPr>
              <a:t>The information in this presentation is not deemed to be incorporated into any contract.</a:t>
            </a:r>
            <a:endParaRPr lang="en-US" sz="1600" dirty="0"/>
          </a:p>
        </p:txBody>
      </p:sp>
    </p:spTree>
    <p:extLst>
      <p:ext uri="{BB962C8B-B14F-4D97-AF65-F5344CB8AC3E}">
        <p14:creationId xmlns:p14="http://schemas.microsoft.com/office/powerpoint/2010/main" val="29134213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Disclaimer - Regulatory">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17DBA86B-6376-6BE6-E240-280A6DAB3FEF}"/>
              </a:ext>
            </a:extLst>
          </p:cNvPr>
          <p:cNvSpPr txBox="1"/>
          <p:nvPr userDrawn="1"/>
        </p:nvSpPr>
        <p:spPr>
          <a:xfrm>
            <a:off x="579809" y="285278"/>
            <a:ext cx="1861387" cy="508473"/>
          </a:xfrm>
          <a:prstGeom prst="rect">
            <a:avLst/>
          </a:prstGeom>
          <a:noFill/>
        </p:spPr>
        <p:txBody>
          <a:bodyPr wrap="square" lIns="0" tIns="0" rIns="0" bIns="0" rtlCol="0">
            <a:spAutoFit/>
          </a:bodyPr>
          <a:lstStyle/>
          <a:p>
            <a:pPr algn="l">
              <a:lnSpc>
                <a:spcPct val="130000"/>
              </a:lnSpc>
            </a:pPr>
            <a:r>
              <a:rPr lang="en-US" sz="2800" dirty="0">
                <a:solidFill>
                  <a:schemeClr val="accent2"/>
                </a:solidFill>
                <a:latin typeface="+mj-lt"/>
              </a:rPr>
              <a:t>Disclaimer</a:t>
            </a:r>
            <a:endParaRPr lang="en-US" sz="1800" dirty="0">
              <a:solidFill>
                <a:schemeClr val="accent2"/>
              </a:solidFill>
              <a:latin typeface="+mj-lt"/>
            </a:endParaRPr>
          </a:p>
        </p:txBody>
      </p:sp>
      <p:pic>
        <p:nvPicPr>
          <p:cNvPr id="34" name="Picture 33" descr="A magnifying glass over a cloud&#10;&#10;Description automatically generated">
            <a:extLst>
              <a:ext uri="{FF2B5EF4-FFF2-40B4-BE49-F238E27FC236}">
                <a16:creationId xmlns:a16="http://schemas.microsoft.com/office/drawing/2014/main" id="{99AA4D96-2102-53BA-4F59-8B81999AA439}"/>
              </a:ext>
            </a:extLst>
          </p:cNvPr>
          <p:cNvPicPr>
            <a:picLocks noChangeAspect="1"/>
          </p:cNvPicPr>
          <p:nvPr userDrawn="1"/>
        </p:nvPicPr>
        <p:blipFill>
          <a:blip r:embed="rId2"/>
          <a:stretch>
            <a:fillRect/>
          </a:stretch>
        </p:blipFill>
        <p:spPr>
          <a:xfrm>
            <a:off x="6925011" y="4046283"/>
            <a:ext cx="5929314" cy="2964657"/>
          </a:xfrm>
          <a:prstGeom prst="rect">
            <a:avLst/>
          </a:prstGeom>
        </p:spPr>
      </p:pic>
      <p:sp>
        <p:nvSpPr>
          <p:cNvPr id="2" name="TextBox 1">
            <a:extLst>
              <a:ext uri="{FF2B5EF4-FFF2-40B4-BE49-F238E27FC236}">
                <a16:creationId xmlns:a16="http://schemas.microsoft.com/office/drawing/2014/main" id="{F3C246B1-DC1F-7690-A28D-3D06B3A1014A}"/>
              </a:ext>
            </a:extLst>
          </p:cNvPr>
          <p:cNvSpPr txBox="1"/>
          <p:nvPr userDrawn="1"/>
        </p:nvSpPr>
        <p:spPr>
          <a:xfrm>
            <a:off x="592865" y="1062111"/>
            <a:ext cx="10898075" cy="4929207"/>
          </a:xfrm>
          <a:prstGeom prst="rect">
            <a:avLst/>
          </a:prstGeom>
          <a:noFill/>
        </p:spPr>
        <p:txBody>
          <a:bodyPr wrap="square" lIns="0" tIns="0" rIns="0" bIns="0" rtlCol="0">
            <a:noAutofit/>
          </a:bodyPr>
          <a:lstStyle/>
          <a:p>
            <a:pPr marL="0" lvl="0" indent="0" defTabSz="914126">
              <a:spcBef>
                <a:spcPts val="0"/>
              </a:spcBef>
              <a:buClrTx/>
              <a:buSzTx/>
              <a:buFont typeface="Arial" panose="020B0604020202020204" pitchFamily="34" charset="0"/>
              <a:buNone/>
              <a:defRPr/>
            </a:pPr>
            <a:r>
              <a:rPr lang="en-US" sz="1800" dirty="0">
                <a:solidFill>
                  <a:srgbClr val="3F3F3F"/>
                </a:solidFill>
              </a:rPr>
              <a:t>This document is intended to provide general guidance for organizations that are considering Broadcom solutions. The information contained in this document is for educational and informational purposes only.</a:t>
            </a:r>
          </a:p>
          <a:p>
            <a:pPr marL="0" lvl="0" indent="0" defTabSz="914126">
              <a:spcBef>
                <a:spcPts val="0"/>
              </a:spcBef>
              <a:buClrTx/>
              <a:buSzTx/>
              <a:buFont typeface="Arial" panose="020B0604020202020204" pitchFamily="34" charset="0"/>
              <a:buNone/>
              <a:defRPr/>
            </a:pPr>
            <a:endParaRPr lang="en-US" sz="1800" dirty="0">
              <a:solidFill>
                <a:srgbClr val="3F3F3F"/>
              </a:solidFill>
            </a:endParaRPr>
          </a:p>
          <a:p>
            <a:pPr marL="0" lvl="0" indent="0" defTabSz="914126">
              <a:spcBef>
                <a:spcPts val="0"/>
              </a:spcBef>
              <a:buClrTx/>
              <a:buSzTx/>
              <a:buFont typeface="Arial" panose="020B0604020202020204" pitchFamily="34" charset="0"/>
              <a:buNone/>
              <a:defRPr/>
            </a:pPr>
            <a:r>
              <a:rPr lang="en-US" sz="1800" dirty="0">
                <a:solidFill>
                  <a:srgbClr val="3F3F3F"/>
                </a:solidFill>
              </a:rPr>
              <a:t>This document is not intended to provide advice and is provided “AS IS.”  </a:t>
            </a:r>
          </a:p>
          <a:p>
            <a:pPr marL="0" lvl="0" indent="0" defTabSz="914126">
              <a:spcBef>
                <a:spcPts val="0"/>
              </a:spcBef>
              <a:buClrTx/>
              <a:buSzTx/>
              <a:buFont typeface="Arial" panose="020B0604020202020204" pitchFamily="34" charset="0"/>
              <a:buNone/>
              <a:defRPr/>
            </a:pPr>
            <a:endParaRPr lang="en-US" sz="1800" dirty="0">
              <a:solidFill>
                <a:srgbClr val="3F3F3F"/>
              </a:solidFill>
            </a:endParaRPr>
          </a:p>
          <a:p>
            <a:pPr marL="0" lvl="0" indent="0" defTabSz="914126">
              <a:spcBef>
                <a:spcPts val="0"/>
              </a:spcBef>
              <a:buClrTx/>
              <a:buSzTx/>
              <a:buFont typeface="Arial" panose="020B0604020202020204" pitchFamily="34" charset="0"/>
              <a:buNone/>
              <a:defRPr/>
            </a:pPr>
            <a:r>
              <a:rPr lang="en-US" sz="1800" dirty="0">
                <a:solidFill>
                  <a:srgbClr val="3F3F3F"/>
                </a:solidFill>
              </a:rPr>
              <a:t>Broadcom makes no claims, promises, or guarantees about the accuracy, completeness, or adequacy of the information contained herein.</a:t>
            </a:r>
          </a:p>
          <a:p>
            <a:pPr marL="0" lvl="0" indent="0" defTabSz="914126">
              <a:spcBef>
                <a:spcPts val="0"/>
              </a:spcBef>
              <a:buClrTx/>
              <a:buSzTx/>
              <a:buFont typeface="Arial" panose="020B0604020202020204" pitchFamily="34" charset="0"/>
              <a:buNone/>
              <a:defRPr/>
            </a:pPr>
            <a:endParaRPr lang="en-US" sz="1800" dirty="0">
              <a:solidFill>
                <a:srgbClr val="3F3F3F"/>
              </a:solidFill>
            </a:endParaRPr>
          </a:p>
          <a:p>
            <a:pPr marL="0" lvl="0" indent="0" defTabSz="914126">
              <a:spcBef>
                <a:spcPts val="0"/>
              </a:spcBef>
              <a:buClrTx/>
              <a:buSzTx/>
              <a:buFont typeface="Arial" panose="020B0604020202020204" pitchFamily="34" charset="0"/>
              <a:buNone/>
              <a:defRPr/>
            </a:pPr>
            <a:r>
              <a:rPr lang="en-US" sz="1800" dirty="0">
                <a:solidFill>
                  <a:srgbClr val="3F3F3F"/>
                </a:solidFill>
              </a:rPr>
              <a:t>Organizations should engage appropriate legal, business, technical, and audit expertise within their specific organization for review of requirements and effectiveness of implementations.</a:t>
            </a:r>
          </a:p>
        </p:txBody>
      </p:sp>
    </p:spTree>
    <p:extLst>
      <p:ext uri="{BB962C8B-B14F-4D97-AF65-F5344CB8AC3E}">
        <p14:creationId xmlns:p14="http://schemas.microsoft.com/office/powerpoint/2010/main" val="675298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730" name="page number">
            <a:extLst>
              <a:ext uri="{FF2B5EF4-FFF2-40B4-BE49-F238E27FC236}">
                <a16:creationId xmlns:a16="http://schemas.microsoft.com/office/drawing/2014/main" id="{AB8D1A6B-3CE6-468D-804E-6300F8B6DC81}"/>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5" name="page number">
            <a:extLst>
              <a:ext uri="{FF2B5EF4-FFF2-40B4-BE49-F238E27FC236}">
                <a16:creationId xmlns:a16="http://schemas.microsoft.com/office/drawing/2014/main" id="{AB8D1A6B-3CE6-468D-804E-6300F8B6DC81}"/>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4" name="Text Placeholder 3">
            <a:extLst>
              <a:ext uri="{FF2B5EF4-FFF2-40B4-BE49-F238E27FC236}">
                <a16:creationId xmlns:a16="http://schemas.microsoft.com/office/drawing/2014/main" id="{B6CCD82C-92EF-52E3-6D43-409D112BB960}"/>
              </a:ext>
            </a:extLst>
          </p:cNvPr>
          <p:cNvSpPr>
            <a:spLocks noGrp="1"/>
          </p:cNvSpPr>
          <p:nvPr>
            <p:ph type="body" sz="quarter" idx="24"/>
          </p:nvPr>
        </p:nvSpPr>
        <p:spPr>
          <a:xfrm>
            <a:off x="609600" y="1267608"/>
            <a:ext cx="1939925" cy="1969770"/>
          </a:xfrm>
        </p:spPr>
        <p:txBody>
          <a:bodyPr>
            <a:spAutoFit/>
          </a:bodyPr>
          <a:lstStyle>
            <a:lvl1pPr>
              <a:defRPr sz="3200">
                <a:solidFill>
                  <a:schemeClr val="accent2"/>
                </a:solidFill>
                <a:latin typeface="+mj-lt"/>
              </a:defRPr>
            </a:lvl1pPr>
          </a:lstStyle>
          <a:p>
            <a:pPr lvl="0"/>
            <a:r>
              <a:rPr lang="en-US"/>
              <a:t>Click to edit Master text styles</a:t>
            </a:r>
          </a:p>
        </p:txBody>
      </p:sp>
      <p:sp>
        <p:nvSpPr>
          <p:cNvPr id="7" name="Text Placeholder 6">
            <a:extLst>
              <a:ext uri="{FF2B5EF4-FFF2-40B4-BE49-F238E27FC236}">
                <a16:creationId xmlns:a16="http://schemas.microsoft.com/office/drawing/2014/main" id="{E948148D-4A41-A447-0432-B69E69A94358}"/>
              </a:ext>
            </a:extLst>
          </p:cNvPr>
          <p:cNvSpPr>
            <a:spLocks noGrp="1"/>
          </p:cNvSpPr>
          <p:nvPr>
            <p:ph type="body" sz="quarter" idx="25"/>
          </p:nvPr>
        </p:nvSpPr>
        <p:spPr>
          <a:xfrm>
            <a:off x="2894013" y="1267608"/>
            <a:ext cx="7335837" cy="4337050"/>
          </a:xfrm>
        </p:spPr>
        <p:txBody>
          <a:bodyPr/>
          <a:lstStyle>
            <a:lvl1pPr marL="342900" indent="-342900">
              <a:buClr>
                <a:schemeClr val="accent2"/>
              </a:buClr>
              <a:buFont typeface="Arial" panose="020B0604020202020204" pitchFamily="34" charset="0"/>
              <a:buChar char="•"/>
              <a:defRPr sz="2800"/>
            </a:lvl1pPr>
            <a:lvl2pPr marL="804863" indent="-347663">
              <a:buClr>
                <a:schemeClr val="accent2"/>
              </a:buClr>
              <a:defRPr sz="2400"/>
            </a:lvl2pPr>
            <a:lvl3pPr marL="1033463" indent="-346075">
              <a:buClr>
                <a:schemeClr val="accent2"/>
              </a:buClr>
              <a:defRPr sz="2000"/>
            </a:lvl3pPr>
            <a:lvl4pPr marL="1262063" indent="-342900">
              <a:buClr>
                <a:schemeClr val="accent2"/>
              </a:buClr>
              <a:defRPr sz="1800"/>
            </a:lvl4pPr>
            <a:lvl5pPr marL="1490663" indent="-347663">
              <a:buClr>
                <a:schemeClr val="accent2"/>
              </a:buCl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688014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Section Header – Leaf">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8" y="938794"/>
            <a:ext cx="6427626" cy="1229360"/>
          </a:xfrm>
        </p:spPr>
        <p:txBody>
          <a:bodyPr wrap="square" anchor="b"/>
          <a:lstStyle>
            <a:lvl1pPr algn="l">
              <a:defRPr sz="3600" b="0" cap="none" baseline="0">
                <a:solidFill>
                  <a:schemeClr val="accent2"/>
                </a:solidFill>
              </a:defRPr>
            </a:lvl1pPr>
          </a:lstStyle>
          <a:p>
            <a:r>
              <a:rPr lang="en-US"/>
              <a:t>Section Title Option 1</a:t>
            </a:r>
            <a:br>
              <a:rPr lang="en-US"/>
            </a:br>
            <a:r>
              <a:rPr lang="en-US"/>
              <a:t>Green Theme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text</a:t>
            </a:r>
          </a:p>
        </p:txBody>
      </p:sp>
      <p:sp>
        <p:nvSpPr>
          <p:cNvPr id="14" name="page number">
            <a:extLst>
              <a:ext uri="{FF2B5EF4-FFF2-40B4-BE49-F238E27FC236}">
                <a16:creationId xmlns:a16="http://schemas.microsoft.com/office/drawing/2014/main" id="{20A83C12-6BEB-4E4C-9FB0-AA1FB4C661B1}"/>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11" name="Freeform: Shape 10">
            <a:extLst>
              <a:ext uri="{FF2B5EF4-FFF2-40B4-BE49-F238E27FC236}">
                <a16:creationId xmlns:a16="http://schemas.microsoft.com/office/drawing/2014/main" id="{4D880B34-1E61-BED8-9D19-CC47E69A1FF0}"/>
              </a:ext>
            </a:extLst>
          </p:cNvPr>
          <p:cNvSpPr/>
          <p:nvPr userDrawn="1"/>
        </p:nvSpPr>
        <p:spPr>
          <a:xfrm>
            <a:off x="6525510" y="666685"/>
            <a:ext cx="5663315" cy="5331994"/>
          </a:xfrm>
          <a:custGeom>
            <a:avLst/>
            <a:gdLst>
              <a:gd name="connsiteX0" fmla="*/ 5663315 w 5663315"/>
              <a:gd name="connsiteY0" fmla="*/ 0 h 5331994"/>
              <a:gd name="connsiteX1" fmla="*/ 5663315 w 5663315"/>
              <a:gd name="connsiteY1" fmla="*/ 2653504 h 5331994"/>
              <a:gd name="connsiteX2" fmla="*/ 3356810 w 5663315"/>
              <a:gd name="connsiteY2" fmla="*/ 4960016 h 5331994"/>
              <a:gd name="connsiteX3" fmla="*/ 2458806 w 5663315"/>
              <a:gd name="connsiteY3" fmla="*/ 5331994 h 5331994"/>
              <a:gd name="connsiteX4" fmla="*/ 127247 w 5663315"/>
              <a:gd name="connsiteY4" fmla="*/ 5331994 h 5331994"/>
              <a:gd name="connsiteX5" fmla="*/ 37459 w 5663315"/>
              <a:gd name="connsiteY5" fmla="*/ 5115208 h 5331994"/>
              <a:gd name="connsiteX6" fmla="*/ 4781475 w 5663315"/>
              <a:gd name="connsiteY6" fmla="*/ 371179 h 5331994"/>
              <a:gd name="connsiteX7" fmla="*/ 5553942 w 5663315"/>
              <a:gd name="connsiteY7" fmla="*/ 5414 h 533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3315" h="5331994">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21000">
                <a:schemeClr val="accent4"/>
              </a:gs>
              <a:gs pos="89000">
                <a:schemeClr val="accent3"/>
              </a:gs>
            </a:gsLst>
            <a:lin ang="18900000" scaled="1"/>
          </a:gradFill>
          <a:ln w="0" cap="flat">
            <a:noFill/>
            <a:prstDash val="solid"/>
            <a:miter/>
          </a:ln>
        </p:spPr>
        <p:txBody>
          <a:bodyPr rtlCol="0" anchor="ctr"/>
          <a:lstStyle/>
          <a:p>
            <a:endParaRPr lang="en-US" dirty="0"/>
          </a:p>
        </p:txBody>
      </p:sp>
      <p:sp>
        <p:nvSpPr>
          <p:cNvPr id="6" name="page number">
            <a:extLst>
              <a:ext uri="{FF2B5EF4-FFF2-40B4-BE49-F238E27FC236}">
                <a16:creationId xmlns:a16="http://schemas.microsoft.com/office/drawing/2014/main" id="{20A83C12-6BEB-4E4C-9FB0-AA1FB4C661B1}"/>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2672547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Section Header – Aqua">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a:t>Section Title Option 2</a:t>
            </a:r>
            <a:br>
              <a:rPr lang="en-US"/>
            </a:br>
            <a:r>
              <a:rPr lang="en-US"/>
              <a:t>Blue Theme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text</a:t>
            </a:r>
          </a:p>
        </p:txBody>
      </p:sp>
      <p:sp>
        <p:nvSpPr>
          <p:cNvPr id="15" name="page number">
            <a:extLst>
              <a:ext uri="{FF2B5EF4-FFF2-40B4-BE49-F238E27FC236}">
                <a16:creationId xmlns:a16="http://schemas.microsoft.com/office/drawing/2014/main" id="{274E202C-D42A-664B-A387-688ED8610969}"/>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4" name="Freeform: Shape 3">
            <a:extLst>
              <a:ext uri="{FF2B5EF4-FFF2-40B4-BE49-F238E27FC236}">
                <a16:creationId xmlns:a16="http://schemas.microsoft.com/office/drawing/2014/main" id="{BBDEC133-91F8-98FE-DF2D-3917EC311D68}"/>
              </a:ext>
            </a:extLst>
          </p:cNvPr>
          <p:cNvSpPr/>
          <p:nvPr/>
        </p:nvSpPr>
        <p:spPr>
          <a:xfrm>
            <a:off x="6524631" y="635863"/>
            <a:ext cx="5663315" cy="5331994"/>
          </a:xfrm>
          <a:custGeom>
            <a:avLst/>
            <a:gdLst>
              <a:gd name="connsiteX0" fmla="*/ 5663315 w 5663315"/>
              <a:gd name="connsiteY0" fmla="*/ 0 h 5331994"/>
              <a:gd name="connsiteX1" fmla="*/ 5663315 w 5663315"/>
              <a:gd name="connsiteY1" fmla="*/ 2653504 h 5331994"/>
              <a:gd name="connsiteX2" fmla="*/ 3356810 w 5663315"/>
              <a:gd name="connsiteY2" fmla="*/ 4960016 h 5331994"/>
              <a:gd name="connsiteX3" fmla="*/ 2458806 w 5663315"/>
              <a:gd name="connsiteY3" fmla="*/ 5331994 h 5331994"/>
              <a:gd name="connsiteX4" fmla="*/ 127247 w 5663315"/>
              <a:gd name="connsiteY4" fmla="*/ 5331994 h 5331994"/>
              <a:gd name="connsiteX5" fmla="*/ 37459 w 5663315"/>
              <a:gd name="connsiteY5" fmla="*/ 5115208 h 5331994"/>
              <a:gd name="connsiteX6" fmla="*/ 4781475 w 5663315"/>
              <a:gd name="connsiteY6" fmla="*/ 371179 h 5331994"/>
              <a:gd name="connsiteX7" fmla="*/ 5553942 w 5663315"/>
              <a:gd name="connsiteY7" fmla="*/ 5414 h 533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3315" h="5331994">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21000">
                <a:schemeClr val="accent2"/>
              </a:gs>
              <a:gs pos="89000">
                <a:schemeClr val="accent3"/>
              </a:gs>
            </a:gsLst>
            <a:lin ang="18900000" scaled="1"/>
          </a:gradFill>
          <a:ln w="0" cap="flat">
            <a:noFill/>
            <a:prstDash val="solid"/>
            <a:miter/>
          </a:ln>
        </p:spPr>
        <p:txBody>
          <a:bodyPr rtlCol="0" anchor="ctr"/>
          <a:lstStyle/>
          <a:p>
            <a:endParaRPr lang="en-US" dirty="0"/>
          </a:p>
        </p:txBody>
      </p:sp>
      <p:sp>
        <p:nvSpPr>
          <p:cNvPr id="6" name="page number">
            <a:extLst>
              <a:ext uri="{FF2B5EF4-FFF2-40B4-BE49-F238E27FC236}">
                <a16:creationId xmlns:a16="http://schemas.microsoft.com/office/drawing/2014/main" id="{274E202C-D42A-664B-A387-688ED8610969}"/>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1024626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Section Header – Plum">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55971" cy="1229360"/>
          </a:xfrm>
        </p:spPr>
        <p:txBody>
          <a:bodyPr wrap="square" anchor="b"/>
          <a:lstStyle>
            <a:lvl1pPr algn="l">
              <a:defRPr sz="3600" b="0" cap="none" baseline="0">
                <a:solidFill>
                  <a:schemeClr val="accent2"/>
                </a:solidFill>
              </a:defRPr>
            </a:lvl1pPr>
          </a:lstStyle>
          <a:p>
            <a:r>
              <a:rPr lang="en-US"/>
              <a:t>Section Title Option 3 </a:t>
            </a:r>
            <a:br>
              <a:rPr lang="en-US"/>
            </a:br>
            <a:r>
              <a:rPr lang="en-US"/>
              <a:t>Purple Theme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4211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text</a:t>
            </a:r>
          </a:p>
        </p:txBody>
      </p:sp>
      <p:sp>
        <p:nvSpPr>
          <p:cNvPr id="15" name="page number">
            <a:extLst>
              <a:ext uri="{FF2B5EF4-FFF2-40B4-BE49-F238E27FC236}">
                <a16:creationId xmlns:a16="http://schemas.microsoft.com/office/drawing/2014/main" id="{8424C6A4-7F55-9842-969F-317F913DCB90}"/>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4" name="Freeform: Shape 3">
            <a:extLst>
              <a:ext uri="{FF2B5EF4-FFF2-40B4-BE49-F238E27FC236}">
                <a16:creationId xmlns:a16="http://schemas.microsoft.com/office/drawing/2014/main" id="{D43FD454-1DEA-D13A-0DE1-B9CABA1ED1FE}"/>
              </a:ext>
            </a:extLst>
          </p:cNvPr>
          <p:cNvSpPr/>
          <p:nvPr/>
        </p:nvSpPr>
        <p:spPr>
          <a:xfrm>
            <a:off x="6524631" y="635863"/>
            <a:ext cx="5663315" cy="5331994"/>
          </a:xfrm>
          <a:custGeom>
            <a:avLst/>
            <a:gdLst>
              <a:gd name="connsiteX0" fmla="*/ 5663315 w 5663315"/>
              <a:gd name="connsiteY0" fmla="*/ 0 h 5331994"/>
              <a:gd name="connsiteX1" fmla="*/ 5663315 w 5663315"/>
              <a:gd name="connsiteY1" fmla="*/ 2653504 h 5331994"/>
              <a:gd name="connsiteX2" fmla="*/ 3356810 w 5663315"/>
              <a:gd name="connsiteY2" fmla="*/ 4960016 h 5331994"/>
              <a:gd name="connsiteX3" fmla="*/ 2458806 w 5663315"/>
              <a:gd name="connsiteY3" fmla="*/ 5331994 h 5331994"/>
              <a:gd name="connsiteX4" fmla="*/ 127247 w 5663315"/>
              <a:gd name="connsiteY4" fmla="*/ 5331994 h 5331994"/>
              <a:gd name="connsiteX5" fmla="*/ 37459 w 5663315"/>
              <a:gd name="connsiteY5" fmla="*/ 5115208 h 5331994"/>
              <a:gd name="connsiteX6" fmla="*/ 4781475 w 5663315"/>
              <a:gd name="connsiteY6" fmla="*/ 371179 h 5331994"/>
              <a:gd name="connsiteX7" fmla="*/ 5553942 w 5663315"/>
              <a:gd name="connsiteY7" fmla="*/ 5414 h 533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3315" h="5331994">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21000">
                <a:schemeClr val="accent5"/>
              </a:gs>
              <a:gs pos="89000">
                <a:schemeClr val="accent3"/>
              </a:gs>
            </a:gsLst>
            <a:lin ang="18900000" scaled="1"/>
          </a:gradFill>
          <a:ln w="0" cap="flat">
            <a:noFill/>
            <a:prstDash val="solid"/>
            <a:miter/>
          </a:ln>
        </p:spPr>
        <p:txBody>
          <a:bodyPr rtlCol="0" anchor="ctr"/>
          <a:lstStyle/>
          <a:p>
            <a:endParaRPr lang="en-US" dirty="0"/>
          </a:p>
        </p:txBody>
      </p:sp>
      <p:sp>
        <p:nvSpPr>
          <p:cNvPr id="6" name="page number">
            <a:extLst>
              <a:ext uri="{FF2B5EF4-FFF2-40B4-BE49-F238E27FC236}">
                <a16:creationId xmlns:a16="http://schemas.microsoft.com/office/drawing/2014/main" id="{8424C6A4-7F55-9842-969F-317F913DCB90}"/>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5219801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Section Header – Aqua - RBLF">
    <p:spTree>
      <p:nvGrpSpPr>
        <p:cNvPr id="1" name=""/>
        <p:cNvGrpSpPr/>
        <p:nvPr/>
      </p:nvGrpSpPr>
      <p:grpSpPr>
        <a:xfrm>
          <a:off x="0" y="0"/>
          <a:ext cx="0" cy="0"/>
          <a:chOff x="0" y="0"/>
          <a:chExt cx="0" cy="0"/>
        </a:xfrm>
      </p:grpSpPr>
      <p:sp>
        <p:nvSpPr>
          <p:cNvPr id="15" name="page number">
            <a:extLst>
              <a:ext uri="{FF2B5EF4-FFF2-40B4-BE49-F238E27FC236}">
                <a16:creationId xmlns:a16="http://schemas.microsoft.com/office/drawing/2014/main" id="{274E202C-D42A-664B-A387-688ED8610969}"/>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4" name="Freeform: Shape 3">
            <a:extLst>
              <a:ext uri="{FF2B5EF4-FFF2-40B4-BE49-F238E27FC236}">
                <a16:creationId xmlns:a16="http://schemas.microsoft.com/office/drawing/2014/main" id="{BBDEC133-91F8-98FE-DF2D-3917EC311D68}"/>
              </a:ext>
            </a:extLst>
          </p:cNvPr>
          <p:cNvSpPr/>
          <p:nvPr/>
        </p:nvSpPr>
        <p:spPr>
          <a:xfrm>
            <a:off x="6524631" y="635863"/>
            <a:ext cx="5663315" cy="5331994"/>
          </a:xfrm>
          <a:custGeom>
            <a:avLst/>
            <a:gdLst>
              <a:gd name="connsiteX0" fmla="*/ 5663315 w 5663315"/>
              <a:gd name="connsiteY0" fmla="*/ 0 h 5331994"/>
              <a:gd name="connsiteX1" fmla="*/ 5663315 w 5663315"/>
              <a:gd name="connsiteY1" fmla="*/ 2653504 h 5331994"/>
              <a:gd name="connsiteX2" fmla="*/ 3356810 w 5663315"/>
              <a:gd name="connsiteY2" fmla="*/ 4960016 h 5331994"/>
              <a:gd name="connsiteX3" fmla="*/ 2458806 w 5663315"/>
              <a:gd name="connsiteY3" fmla="*/ 5331994 h 5331994"/>
              <a:gd name="connsiteX4" fmla="*/ 127247 w 5663315"/>
              <a:gd name="connsiteY4" fmla="*/ 5331994 h 5331994"/>
              <a:gd name="connsiteX5" fmla="*/ 37459 w 5663315"/>
              <a:gd name="connsiteY5" fmla="*/ 5115208 h 5331994"/>
              <a:gd name="connsiteX6" fmla="*/ 4781475 w 5663315"/>
              <a:gd name="connsiteY6" fmla="*/ 371179 h 5331994"/>
              <a:gd name="connsiteX7" fmla="*/ 5553942 w 5663315"/>
              <a:gd name="connsiteY7" fmla="*/ 5414 h 533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3315" h="5331994">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21000">
                <a:schemeClr val="accent2"/>
              </a:gs>
              <a:gs pos="89000">
                <a:schemeClr val="accent3"/>
              </a:gs>
            </a:gsLst>
            <a:lin ang="18900000" scaled="1"/>
          </a:gradFill>
          <a:ln w="0" cap="flat">
            <a:noFill/>
            <a:prstDash val="solid"/>
            <a:miter/>
          </a:ln>
        </p:spPr>
        <p:txBody>
          <a:bodyPr rtlCol="0" anchor="ctr"/>
          <a:lstStyle/>
          <a:p>
            <a:endParaRPr lang="en-US" dirty="0"/>
          </a:p>
        </p:txBody>
      </p:sp>
      <p:sp>
        <p:nvSpPr>
          <p:cNvPr id="6" name="page number">
            <a:extLst>
              <a:ext uri="{FF2B5EF4-FFF2-40B4-BE49-F238E27FC236}">
                <a16:creationId xmlns:a16="http://schemas.microsoft.com/office/drawing/2014/main" id="{274E202C-D42A-664B-A387-688ED8610969}"/>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3" name="Freeform 17">
            <a:extLst>
              <a:ext uri="{FF2B5EF4-FFF2-40B4-BE49-F238E27FC236}">
                <a16:creationId xmlns:a16="http://schemas.microsoft.com/office/drawing/2014/main" id="{AA8AB603-8151-B92A-7BB6-D43CB0D7CBEC}"/>
              </a:ext>
            </a:extLst>
          </p:cNvPr>
          <p:cNvSpPr/>
          <p:nvPr userDrawn="1"/>
        </p:nvSpPr>
        <p:spPr>
          <a:xfrm>
            <a:off x="804256" y="1630700"/>
            <a:ext cx="5930781" cy="1234713"/>
          </a:xfrm>
          <a:custGeom>
            <a:avLst/>
            <a:gdLst>
              <a:gd name="connsiteX0" fmla="*/ 0 w 3431443"/>
              <a:gd name="connsiteY0" fmla="*/ 0 h 635534"/>
              <a:gd name="connsiteX1" fmla="*/ 1144128 w 3431443"/>
              <a:gd name="connsiteY1" fmla="*/ 0 h 635534"/>
              <a:gd name="connsiteX2" fmla="*/ 1255762 w 3431443"/>
              <a:gd name="connsiteY2" fmla="*/ 0 h 635534"/>
              <a:gd name="connsiteX3" fmla="*/ 1409044 w 3431443"/>
              <a:gd name="connsiteY3" fmla="*/ 0 h 635534"/>
              <a:gd name="connsiteX4" fmla="*/ 3151090 w 3431443"/>
              <a:gd name="connsiteY4" fmla="*/ 0 h 635534"/>
              <a:gd name="connsiteX5" fmla="*/ 3262725 w 3431443"/>
              <a:gd name="connsiteY5" fmla="*/ 0 h 635534"/>
              <a:gd name="connsiteX6" fmla="*/ 3416007 w 3431443"/>
              <a:gd name="connsiteY6" fmla="*/ 0 h 635534"/>
              <a:gd name="connsiteX7" fmla="*/ 3426902 w 3431443"/>
              <a:gd name="connsiteY7" fmla="*/ 26300 h 635534"/>
              <a:gd name="connsiteX8" fmla="*/ 2862779 w 3431443"/>
              <a:gd name="connsiteY8" fmla="*/ 590421 h 635534"/>
              <a:gd name="connsiteX9" fmla="*/ 2753853 w 3431443"/>
              <a:gd name="connsiteY9" fmla="*/ 635534 h 635534"/>
              <a:gd name="connsiteX10" fmla="*/ 2488937 w 3431443"/>
              <a:gd name="connsiteY10" fmla="*/ 635534 h 635534"/>
              <a:gd name="connsiteX11" fmla="*/ 746891 w 3431443"/>
              <a:gd name="connsiteY11" fmla="*/ 635534 h 635534"/>
              <a:gd name="connsiteX12" fmla="*/ 481974 w 3431443"/>
              <a:gd name="connsiteY12" fmla="*/ 635534 h 635534"/>
              <a:gd name="connsiteX13" fmla="*/ 0 w 3431443"/>
              <a:gd name="connsiteY13" fmla="*/ 635534 h 635534"/>
              <a:gd name="connsiteX14" fmla="*/ 0 w 3431443"/>
              <a:gd name="connsiteY14" fmla="*/ 0 h 63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31443" h="635534">
                <a:moveTo>
                  <a:pt x="0" y="0"/>
                </a:moveTo>
                <a:lnTo>
                  <a:pt x="1144128" y="0"/>
                </a:lnTo>
                <a:lnTo>
                  <a:pt x="1255762" y="0"/>
                </a:lnTo>
                <a:lnTo>
                  <a:pt x="1409044" y="0"/>
                </a:lnTo>
                <a:lnTo>
                  <a:pt x="3151090" y="0"/>
                </a:lnTo>
                <a:lnTo>
                  <a:pt x="3262725" y="0"/>
                </a:lnTo>
                <a:lnTo>
                  <a:pt x="3416007" y="0"/>
                </a:lnTo>
                <a:cubicBezTo>
                  <a:pt x="3429726" y="0"/>
                  <a:pt x="3436607" y="16595"/>
                  <a:pt x="3426902" y="26300"/>
                </a:cubicBezTo>
                <a:lnTo>
                  <a:pt x="2862779" y="590421"/>
                </a:lnTo>
                <a:cubicBezTo>
                  <a:pt x="2833892" y="619309"/>
                  <a:pt x="2794715" y="635534"/>
                  <a:pt x="2753853" y="635534"/>
                </a:cubicBezTo>
                <a:lnTo>
                  <a:pt x="2488937" y="635534"/>
                </a:lnTo>
                <a:lnTo>
                  <a:pt x="746891" y="635534"/>
                </a:lnTo>
                <a:lnTo>
                  <a:pt x="481974" y="635534"/>
                </a:lnTo>
                <a:lnTo>
                  <a:pt x="0" y="635534"/>
                </a:lnTo>
                <a:lnTo>
                  <a:pt x="0" y="0"/>
                </a:lnTo>
                <a:close/>
              </a:path>
            </a:pathLst>
          </a:custGeom>
          <a:gradFill>
            <a:gsLst>
              <a:gs pos="0">
                <a:srgbClr val="0098C7">
                  <a:alpha val="24705"/>
                </a:srgbClr>
              </a:gs>
              <a:gs pos="99000">
                <a:srgbClr val="005C8A">
                  <a:alpha val="24705"/>
                </a:srgbClr>
              </a:gs>
              <a:gs pos="100000">
                <a:srgbClr val="005C8A">
                  <a:alpha val="24705"/>
                </a:srgbClr>
              </a:gs>
            </a:gsLst>
            <a:lin ang="10800000" scaled="0"/>
          </a:gradFill>
          <a:ln>
            <a:noFill/>
          </a:ln>
        </p:spPr>
        <p:txBody>
          <a:bodyPr spcFirstLastPara="1" wrap="square" lIns="0" tIns="0" rIns="0" bIns="0" anchor="ctr" anchorCtr="0">
            <a:noAutofit/>
          </a:bodyPr>
          <a:lstStyle/>
          <a:p>
            <a:pPr marL="0" marR="0" lvl="0" indent="0" algn="ctr" defTabSz="914171" rtl="0" eaLnBrk="1" fontAlgn="auto" latinLnBrk="0" hangingPunct="1">
              <a:lnSpc>
                <a:spcPct val="90000"/>
              </a:lnSpc>
              <a:spcBef>
                <a:spcPts val="0"/>
              </a:spcBef>
              <a:spcAft>
                <a:spcPts val="0"/>
              </a:spcAft>
              <a:buClrTx/>
              <a:buSzTx/>
              <a:buFontTx/>
              <a:buNone/>
              <a:tabLst/>
              <a:defRPr/>
            </a:pPr>
            <a:endParaRPr kumimoji="0" sz="15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 name="Freeform 8">
            <a:extLst>
              <a:ext uri="{FF2B5EF4-FFF2-40B4-BE49-F238E27FC236}">
                <a16:creationId xmlns:a16="http://schemas.microsoft.com/office/drawing/2014/main" id="{A985BF41-1393-853F-6DDF-DD489DE2FE8F}"/>
              </a:ext>
            </a:extLst>
          </p:cNvPr>
          <p:cNvSpPr/>
          <p:nvPr userDrawn="1"/>
        </p:nvSpPr>
        <p:spPr>
          <a:xfrm>
            <a:off x="0" y="1322675"/>
            <a:ext cx="6667828" cy="1645919"/>
          </a:xfrm>
          <a:custGeom>
            <a:avLst/>
            <a:gdLst>
              <a:gd name="connsiteX0" fmla="*/ 0 w 3205327"/>
              <a:gd name="connsiteY0" fmla="*/ 0 h 731416"/>
              <a:gd name="connsiteX1" fmla="*/ 572932 w 3205327"/>
              <a:gd name="connsiteY1" fmla="*/ 0 h 731416"/>
              <a:gd name="connsiteX2" fmla="*/ 701409 w 3205327"/>
              <a:gd name="connsiteY2" fmla="*/ 0 h 731416"/>
              <a:gd name="connsiteX3" fmla="*/ 877816 w 3205327"/>
              <a:gd name="connsiteY3" fmla="*/ 0 h 731416"/>
              <a:gd name="connsiteX4" fmla="*/ 2882678 w 3205327"/>
              <a:gd name="connsiteY4" fmla="*/ 0 h 731416"/>
              <a:gd name="connsiteX5" fmla="*/ 3011155 w 3205327"/>
              <a:gd name="connsiteY5" fmla="*/ 0 h 731416"/>
              <a:gd name="connsiteX6" fmla="*/ 3187562 w 3205327"/>
              <a:gd name="connsiteY6" fmla="*/ 0 h 731416"/>
              <a:gd name="connsiteX7" fmla="*/ 3200101 w 3205327"/>
              <a:gd name="connsiteY7" fmla="*/ 30268 h 731416"/>
              <a:gd name="connsiteX8" fmla="*/ 2550871 w 3205327"/>
              <a:gd name="connsiteY8" fmla="*/ 679497 h 731416"/>
              <a:gd name="connsiteX9" fmla="*/ 2425512 w 3205327"/>
              <a:gd name="connsiteY9" fmla="*/ 731416 h 731416"/>
              <a:gd name="connsiteX10" fmla="*/ 2120628 w 3205327"/>
              <a:gd name="connsiteY10" fmla="*/ 731416 h 731416"/>
              <a:gd name="connsiteX11" fmla="*/ 115766 w 3205327"/>
              <a:gd name="connsiteY11" fmla="*/ 731416 h 731416"/>
              <a:gd name="connsiteX12" fmla="*/ 0 w 3205327"/>
              <a:gd name="connsiteY12" fmla="*/ 731416 h 731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05327" h="731416">
                <a:moveTo>
                  <a:pt x="0" y="0"/>
                </a:moveTo>
                <a:lnTo>
                  <a:pt x="572932" y="0"/>
                </a:lnTo>
                <a:lnTo>
                  <a:pt x="701409" y="0"/>
                </a:lnTo>
                <a:lnTo>
                  <a:pt x="877816" y="0"/>
                </a:lnTo>
                <a:lnTo>
                  <a:pt x="2882678" y="0"/>
                </a:lnTo>
                <a:lnTo>
                  <a:pt x="3011155" y="0"/>
                </a:lnTo>
                <a:lnTo>
                  <a:pt x="3187562" y="0"/>
                </a:lnTo>
                <a:cubicBezTo>
                  <a:pt x="3203351" y="0"/>
                  <a:pt x="3211270" y="19099"/>
                  <a:pt x="3200101" y="30268"/>
                </a:cubicBezTo>
                <a:lnTo>
                  <a:pt x="2550871" y="679497"/>
                </a:lnTo>
                <a:cubicBezTo>
                  <a:pt x="2517626" y="712743"/>
                  <a:pt x="2472538" y="731416"/>
                  <a:pt x="2425512" y="731416"/>
                </a:cubicBezTo>
                <a:lnTo>
                  <a:pt x="2120628" y="731416"/>
                </a:lnTo>
                <a:lnTo>
                  <a:pt x="115766" y="731416"/>
                </a:lnTo>
                <a:lnTo>
                  <a:pt x="0" y="731416"/>
                </a:lnTo>
                <a:close/>
              </a:path>
            </a:pathLst>
          </a:custGeom>
          <a:gradFill>
            <a:gsLst>
              <a:gs pos="0">
                <a:schemeClr val="accent3"/>
              </a:gs>
              <a:gs pos="36000">
                <a:schemeClr val="accent2"/>
              </a:gs>
            </a:gsLst>
            <a:lin ang="10800000" scaled="0"/>
          </a:gradFill>
          <a:ln>
            <a:noFill/>
          </a:ln>
        </p:spPr>
        <p:txBody>
          <a:bodyPr spcFirstLastPara="1" wrap="square" lIns="0" tIns="0" rIns="0" bIns="0" anchor="ctr" anchorCtr="0">
            <a:noAutofit/>
          </a:bodyPr>
          <a:lstStyle/>
          <a:p>
            <a:pPr marL="0" marR="0" lvl="0" indent="0" algn="ctr" defTabSz="914171" rtl="0" eaLnBrk="1" fontAlgn="auto" latinLnBrk="0" hangingPunct="1">
              <a:lnSpc>
                <a:spcPct val="90000"/>
              </a:lnSpc>
              <a:spcBef>
                <a:spcPts val="0"/>
              </a:spcBef>
              <a:spcAft>
                <a:spcPts val="0"/>
              </a:spcAft>
              <a:buClrTx/>
              <a:buSzTx/>
              <a:buFontTx/>
              <a:buNone/>
              <a:tabLst/>
              <a:defRPr/>
            </a:pPr>
            <a:endParaRPr kumimoji="0" sz="15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bg1"/>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Tree>
    <p:extLst>
      <p:ext uri="{BB962C8B-B14F-4D97-AF65-F5344CB8AC3E}">
        <p14:creationId xmlns:p14="http://schemas.microsoft.com/office/powerpoint/2010/main" val="2250156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p:cSld name="Section Header – Aqua - RBLF - Photo">
    <p:spTree>
      <p:nvGrpSpPr>
        <p:cNvPr id="1" name=""/>
        <p:cNvGrpSpPr/>
        <p:nvPr/>
      </p:nvGrpSpPr>
      <p:grpSpPr>
        <a:xfrm>
          <a:off x="0" y="0"/>
          <a:ext cx="0" cy="0"/>
          <a:chOff x="0" y="0"/>
          <a:chExt cx="0" cy="0"/>
        </a:xfrm>
      </p:grpSpPr>
      <p:sp>
        <p:nvSpPr>
          <p:cNvPr id="15" name="page number">
            <a:extLst>
              <a:ext uri="{FF2B5EF4-FFF2-40B4-BE49-F238E27FC236}">
                <a16:creationId xmlns:a16="http://schemas.microsoft.com/office/drawing/2014/main" id="{274E202C-D42A-664B-A387-688ED8610969}"/>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6" name="page number">
            <a:extLst>
              <a:ext uri="{FF2B5EF4-FFF2-40B4-BE49-F238E27FC236}">
                <a16:creationId xmlns:a16="http://schemas.microsoft.com/office/drawing/2014/main" id="{274E202C-D42A-664B-A387-688ED8610969}"/>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3" name="Freeform 17">
            <a:extLst>
              <a:ext uri="{FF2B5EF4-FFF2-40B4-BE49-F238E27FC236}">
                <a16:creationId xmlns:a16="http://schemas.microsoft.com/office/drawing/2014/main" id="{AA8AB603-8151-B92A-7BB6-D43CB0D7CBEC}"/>
              </a:ext>
            </a:extLst>
          </p:cNvPr>
          <p:cNvSpPr/>
          <p:nvPr userDrawn="1"/>
        </p:nvSpPr>
        <p:spPr>
          <a:xfrm>
            <a:off x="804256" y="1630700"/>
            <a:ext cx="5930781" cy="1234713"/>
          </a:xfrm>
          <a:custGeom>
            <a:avLst/>
            <a:gdLst>
              <a:gd name="connsiteX0" fmla="*/ 0 w 3431443"/>
              <a:gd name="connsiteY0" fmla="*/ 0 h 635534"/>
              <a:gd name="connsiteX1" fmla="*/ 1144128 w 3431443"/>
              <a:gd name="connsiteY1" fmla="*/ 0 h 635534"/>
              <a:gd name="connsiteX2" fmla="*/ 1255762 w 3431443"/>
              <a:gd name="connsiteY2" fmla="*/ 0 h 635534"/>
              <a:gd name="connsiteX3" fmla="*/ 1409044 w 3431443"/>
              <a:gd name="connsiteY3" fmla="*/ 0 h 635534"/>
              <a:gd name="connsiteX4" fmla="*/ 3151090 w 3431443"/>
              <a:gd name="connsiteY4" fmla="*/ 0 h 635534"/>
              <a:gd name="connsiteX5" fmla="*/ 3262725 w 3431443"/>
              <a:gd name="connsiteY5" fmla="*/ 0 h 635534"/>
              <a:gd name="connsiteX6" fmla="*/ 3416007 w 3431443"/>
              <a:gd name="connsiteY6" fmla="*/ 0 h 635534"/>
              <a:gd name="connsiteX7" fmla="*/ 3426902 w 3431443"/>
              <a:gd name="connsiteY7" fmla="*/ 26300 h 635534"/>
              <a:gd name="connsiteX8" fmla="*/ 2862779 w 3431443"/>
              <a:gd name="connsiteY8" fmla="*/ 590421 h 635534"/>
              <a:gd name="connsiteX9" fmla="*/ 2753853 w 3431443"/>
              <a:gd name="connsiteY9" fmla="*/ 635534 h 635534"/>
              <a:gd name="connsiteX10" fmla="*/ 2488937 w 3431443"/>
              <a:gd name="connsiteY10" fmla="*/ 635534 h 635534"/>
              <a:gd name="connsiteX11" fmla="*/ 746891 w 3431443"/>
              <a:gd name="connsiteY11" fmla="*/ 635534 h 635534"/>
              <a:gd name="connsiteX12" fmla="*/ 481974 w 3431443"/>
              <a:gd name="connsiteY12" fmla="*/ 635534 h 635534"/>
              <a:gd name="connsiteX13" fmla="*/ 0 w 3431443"/>
              <a:gd name="connsiteY13" fmla="*/ 635534 h 635534"/>
              <a:gd name="connsiteX14" fmla="*/ 0 w 3431443"/>
              <a:gd name="connsiteY14" fmla="*/ 0 h 63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31443" h="635534">
                <a:moveTo>
                  <a:pt x="0" y="0"/>
                </a:moveTo>
                <a:lnTo>
                  <a:pt x="1144128" y="0"/>
                </a:lnTo>
                <a:lnTo>
                  <a:pt x="1255762" y="0"/>
                </a:lnTo>
                <a:lnTo>
                  <a:pt x="1409044" y="0"/>
                </a:lnTo>
                <a:lnTo>
                  <a:pt x="3151090" y="0"/>
                </a:lnTo>
                <a:lnTo>
                  <a:pt x="3262725" y="0"/>
                </a:lnTo>
                <a:lnTo>
                  <a:pt x="3416007" y="0"/>
                </a:lnTo>
                <a:cubicBezTo>
                  <a:pt x="3429726" y="0"/>
                  <a:pt x="3436607" y="16595"/>
                  <a:pt x="3426902" y="26300"/>
                </a:cubicBezTo>
                <a:lnTo>
                  <a:pt x="2862779" y="590421"/>
                </a:lnTo>
                <a:cubicBezTo>
                  <a:pt x="2833892" y="619309"/>
                  <a:pt x="2794715" y="635534"/>
                  <a:pt x="2753853" y="635534"/>
                </a:cubicBezTo>
                <a:lnTo>
                  <a:pt x="2488937" y="635534"/>
                </a:lnTo>
                <a:lnTo>
                  <a:pt x="746891" y="635534"/>
                </a:lnTo>
                <a:lnTo>
                  <a:pt x="481974" y="635534"/>
                </a:lnTo>
                <a:lnTo>
                  <a:pt x="0" y="635534"/>
                </a:lnTo>
                <a:lnTo>
                  <a:pt x="0" y="0"/>
                </a:lnTo>
                <a:close/>
              </a:path>
            </a:pathLst>
          </a:custGeom>
          <a:gradFill>
            <a:gsLst>
              <a:gs pos="0">
                <a:srgbClr val="0098C7">
                  <a:alpha val="24705"/>
                </a:srgbClr>
              </a:gs>
              <a:gs pos="99000">
                <a:srgbClr val="005C8A">
                  <a:alpha val="24705"/>
                </a:srgbClr>
              </a:gs>
              <a:gs pos="100000">
                <a:srgbClr val="005C8A">
                  <a:alpha val="24705"/>
                </a:srgbClr>
              </a:gs>
            </a:gsLst>
            <a:lin ang="10800000" scaled="0"/>
          </a:gradFill>
          <a:ln>
            <a:noFill/>
          </a:ln>
        </p:spPr>
        <p:txBody>
          <a:bodyPr spcFirstLastPara="1" wrap="square" lIns="0" tIns="0" rIns="0" bIns="0" anchor="ctr" anchorCtr="0">
            <a:noAutofit/>
          </a:bodyPr>
          <a:lstStyle/>
          <a:p>
            <a:pPr marL="0" marR="0" lvl="0" indent="0" algn="ctr" defTabSz="914171" rtl="0" eaLnBrk="1" fontAlgn="auto" latinLnBrk="0" hangingPunct="1">
              <a:lnSpc>
                <a:spcPct val="90000"/>
              </a:lnSpc>
              <a:spcBef>
                <a:spcPts val="0"/>
              </a:spcBef>
              <a:spcAft>
                <a:spcPts val="0"/>
              </a:spcAft>
              <a:buClrTx/>
              <a:buSzTx/>
              <a:buFontTx/>
              <a:buNone/>
              <a:tabLst/>
              <a:defRPr/>
            </a:pPr>
            <a:endParaRPr kumimoji="0" sz="15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 name="Freeform 8">
            <a:extLst>
              <a:ext uri="{FF2B5EF4-FFF2-40B4-BE49-F238E27FC236}">
                <a16:creationId xmlns:a16="http://schemas.microsoft.com/office/drawing/2014/main" id="{A985BF41-1393-853F-6DDF-DD489DE2FE8F}"/>
              </a:ext>
            </a:extLst>
          </p:cNvPr>
          <p:cNvSpPr/>
          <p:nvPr userDrawn="1"/>
        </p:nvSpPr>
        <p:spPr>
          <a:xfrm>
            <a:off x="0" y="1322675"/>
            <a:ext cx="6667828" cy="1645919"/>
          </a:xfrm>
          <a:custGeom>
            <a:avLst/>
            <a:gdLst>
              <a:gd name="connsiteX0" fmla="*/ 0 w 3205327"/>
              <a:gd name="connsiteY0" fmla="*/ 0 h 731416"/>
              <a:gd name="connsiteX1" fmla="*/ 572932 w 3205327"/>
              <a:gd name="connsiteY1" fmla="*/ 0 h 731416"/>
              <a:gd name="connsiteX2" fmla="*/ 701409 w 3205327"/>
              <a:gd name="connsiteY2" fmla="*/ 0 h 731416"/>
              <a:gd name="connsiteX3" fmla="*/ 877816 w 3205327"/>
              <a:gd name="connsiteY3" fmla="*/ 0 h 731416"/>
              <a:gd name="connsiteX4" fmla="*/ 2882678 w 3205327"/>
              <a:gd name="connsiteY4" fmla="*/ 0 h 731416"/>
              <a:gd name="connsiteX5" fmla="*/ 3011155 w 3205327"/>
              <a:gd name="connsiteY5" fmla="*/ 0 h 731416"/>
              <a:gd name="connsiteX6" fmla="*/ 3187562 w 3205327"/>
              <a:gd name="connsiteY6" fmla="*/ 0 h 731416"/>
              <a:gd name="connsiteX7" fmla="*/ 3200101 w 3205327"/>
              <a:gd name="connsiteY7" fmla="*/ 30268 h 731416"/>
              <a:gd name="connsiteX8" fmla="*/ 2550871 w 3205327"/>
              <a:gd name="connsiteY8" fmla="*/ 679497 h 731416"/>
              <a:gd name="connsiteX9" fmla="*/ 2425512 w 3205327"/>
              <a:gd name="connsiteY9" fmla="*/ 731416 h 731416"/>
              <a:gd name="connsiteX10" fmla="*/ 2120628 w 3205327"/>
              <a:gd name="connsiteY10" fmla="*/ 731416 h 731416"/>
              <a:gd name="connsiteX11" fmla="*/ 115766 w 3205327"/>
              <a:gd name="connsiteY11" fmla="*/ 731416 h 731416"/>
              <a:gd name="connsiteX12" fmla="*/ 0 w 3205327"/>
              <a:gd name="connsiteY12" fmla="*/ 731416 h 731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05327" h="731416">
                <a:moveTo>
                  <a:pt x="0" y="0"/>
                </a:moveTo>
                <a:lnTo>
                  <a:pt x="572932" y="0"/>
                </a:lnTo>
                <a:lnTo>
                  <a:pt x="701409" y="0"/>
                </a:lnTo>
                <a:lnTo>
                  <a:pt x="877816" y="0"/>
                </a:lnTo>
                <a:lnTo>
                  <a:pt x="2882678" y="0"/>
                </a:lnTo>
                <a:lnTo>
                  <a:pt x="3011155" y="0"/>
                </a:lnTo>
                <a:lnTo>
                  <a:pt x="3187562" y="0"/>
                </a:lnTo>
                <a:cubicBezTo>
                  <a:pt x="3203351" y="0"/>
                  <a:pt x="3211270" y="19099"/>
                  <a:pt x="3200101" y="30268"/>
                </a:cubicBezTo>
                <a:lnTo>
                  <a:pt x="2550871" y="679497"/>
                </a:lnTo>
                <a:cubicBezTo>
                  <a:pt x="2517626" y="712743"/>
                  <a:pt x="2472538" y="731416"/>
                  <a:pt x="2425512" y="731416"/>
                </a:cubicBezTo>
                <a:lnTo>
                  <a:pt x="2120628" y="731416"/>
                </a:lnTo>
                <a:lnTo>
                  <a:pt x="115766" y="731416"/>
                </a:lnTo>
                <a:lnTo>
                  <a:pt x="0" y="731416"/>
                </a:lnTo>
                <a:close/>
              </a:path>
            </a:pathLst>
          </a:custGeom>
          <a:gradFill>
            <a:gsLst>
              <a:gs pos="0">
                <a:schemeClr val="accent3"/>
              </a:gs>
              <a:gs pos="36000">
                <a:schemeClr val="accent2"/>
              </a:gs>
            </a:gsLst>
            <a:lin ang="10800000" scaled="0"/>
          </a:gradFill>
          <a:ln>
            <a:noFill/>
          </a:ln>
        </p:spPr>
        <p:txBody>
          <a:bodyPr spcFirstLastPara="1" wrap="square" lIns="0" tIns="0" rIns="0" bIns="0" anchor="ctr" anchorCtr="0">
            <a:noAutofit/>
          </a:bodyPr>
          <a:lstStyle/>
          <a:p>
            <a:pPr marL="0" marR="0" lvl="0" indent="0" algn="ctr" defTabSz="914171" rtl="0" eaLnBrk="1" fontAlgn="auto" latinLnBrk="0" hangingPunct="1">
              <a:lnSpc>
                <a:spcPct val="90000"/>
              </a:lnSpc>
              <a:spcBef>
                <a:spcPts val="0"/>
              </a:spcBef>
              <a:spcAft>
                <a:spcPts val="0"/>
              </a:spcAft>
              <a:buClrTx/>
              <a:buSzTx/>
              <a:buFontTx/>
              <a:buNone/>
              <a:tabLst/>
              <a:defRPr/>
            </a:pPr>
            <a:endParaRPr kumimoji="0" sz="15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bg1"/>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Tree>
    <p:extLst>
      <p:ext uri="{BB962C8B-B14F-4D97-AF65-F5344CB8AC3E}">
        <p14:creationId xmlns:p14="http://schemas.microsoft.com/office/powerpoint/2010/main" val="20383858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p:cSld name="Section Header – Photo">
    <p:bg>
      <p:bgPr>
        <a:solidFill>
          <a:schemeClr val="bg1"/>
        </a:solidFill>
        <a:effectLst/>
      </p:bgPr>
    </p:bg>
    <p:spTree>
      <p:nvGrpSpPr>
        <p:cNvPr id="1" name=""/>
        <p:cNvGrpSpPr/>
        <p:nvPr/>
      </p:nvGrpSpPr>
      <p:grpSpPr>
        <a:xfrm>
          <a:off x="0" y="0"/>
          <a:ext cx="0" cy="0"/>
          <a:chOff x="0" y="0"/>
          <a:chExt cx="0" cy="0"/>
        </a:xfrm>
      </p:grpSpPr>
      <p:pic>
        <p:nvPicPr>
          <p:cNvPr id="20" name="Picture 19" descr="A blue sky with white clouds&#10;&#10;Description automatically generated">
            <a:extLst>
              <a:ext uri="{FF2B5EF4-FFF2-40B4-BE49-F238E27FC236}">
                <a16:creationId xmlns:a16="http://schemas.microsoft.com/office/drawing/2014/main" id="{D1601FB6-7205-3D56-8322-782554EE9238}"/>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4679974" y="1239062"/>
            <a:ext cx="7508851" cy="5631638"/>
          </a:xfrm>
          <a:prstGeom prst="rect">
            <a:avLst/>
          </a:prstGeom>
        </p:spPr>
      </p:pic>
      <p:pic>
        <p:nvPicPr>
          <p:cNvPr id="21" name="Picture 20">
            <a:extLst>
              <a:ext uri="{FF2B5EF4-FFF2-40B4-BE49-F238E27FC236}">
                <a16:creationId xmlns:a16="http://schemas.microsoft.com/office/drawing/2014/main" id="{4FB41C97-3B72-BBBF-039B-56D8186F8F96}"/>
              </a:ext>
            </a:extLst>
          </p:cNvPr>
          <p:cNvPicPr>
            <a:picLocks noChangeAspect="1"/>
          </p:cNvPicPr>
          <p:nvPr/>
        </p:nvPicPr>
        <p:blipFill>
          <a:blip r:embed="rId3"/>
          <a:stretch>
            <a:fillRect/>
          </a:stretch>
        </p:blipFill>
        <p:spPr>
          <a:xfrm>
            <a:off x="879" y="-496"/>
            <a:ext cx="12187945" cy="6858495"/>
          </a:xfrm>
          <a:prstGeom prst="rect">
            <a:avLst/>
          </a:prstGeom>
        </p:spPr>
      </p:pic>
      <p:sp>
        <p:nvSpPr>
          <p:cNvPr id="15" name="Freeform: Shape 14">
            <a:extLst>
              <a:ext uri="{FF2B5EF4-FFF2-40B4-BE49-F238E27FC236}">
                <a16:creationId xmlns:a16="http://schemas.microsoft.com/office/drawing/2014/main" id="{C417634E-D293-9DD1-5893-0DC6BD57B448}"/>
              </a:ext>
            </a:extLst>
          </p:cNvPr>
          <p:cNvSpPr/>
          <p:nvPr/>
        </p:nvSpPr>
        <p:spPr>
          <a:xfrm>
            <a:off x="5801096" y="1239062"/>
            <a:ext cx="6406144" cy="5618939"/>
          </a:xfrm>
          <a:custGeom>
            <a:avLst/>
            <a:gdLst>
              <a:gd name="connsiteX0" fmla="*/ 6312206 w 6406144"/>
              <a:gd name="connsiteY0" fmla="*/ 0 h 5618939"/>
              <a:gd name="connsiteX1" fmla="*/ 6406144 w 6406144"/>
              <a:gd name="connsiteY1" fmla="*/ 0 h 5618939"/>
              <a:gd name="connsiteX2" fmla="*/ 6406144 w 6406144"/>
              <a:gd name="connsiteY2" fmla="*/ 76059 h 5618939"/>
              <a:gd name="connsiteX3" fmla="*/ 6312206 w 6406144"/>
              <a:gd name="connsiteY3" fmla="*/ 76059 h 5618939"/>
              <a:gd name="connsiteX4" fmla="*/ 5192668 w 6406144"/>
              <a:gd name="connsiteY4" fmla="*/ 539757 h 5618939"/>
              <a:gd name="connsiteX5" fmla="*/ 118525 w 6406144"/>
              <a:gd name="connsiteY5" fmla="*/ 5613965 h 5618939"/>
              <a:gd name="connsiteX6" fmla="*/ 113031 w 6406144"/>
              <a:gd name="connsiteY6" fmla="*/ 5618939 h 5618939"/>
              <a:gd name="connsiteX7" fmla="*/ 0 w 6406144"/>
              <a:gd name="connsiteY7" fmla="*/ 5618939 h 5618939"/>
              <a:gd name="connsiteX8" fmla="*/ 64758 w 6406144"/>
              <a:gd name="connsiteY8" fmla="*/ 5560198 h 5618939"/>
              <a:gd name="connsiteX9" fmla="*/ 5138965 w 6406144"/>
              <a:gd name="connsiteY9" fmla="*/ 485927 h 5618939"/>
              <a:gd name="connsiteX10" fmla="*/ 5677265 w 6406144"/>
              <a:gd name="connsiteY10" fmla="*/ 126279 h 5618939"/>
              <a:gd name="connsiteX11" fmla="*/ 6312206 w 6406144"/>
              <a:gd name="connsiteY11" fmla="*/ 0 h 561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06144" h="5618939">
                <a:moveTo>
                  <a:pt x="6312206" y="0"/>
                </a:moveTo>
                <a:lnTo>
                  <a:pt x="6406144" y="0"/>
                </a:lnTo>
                <a:lnTo>
                  <a:pt x="6406144" y="76059"/>
                </a:lnTo>
                <a:lnTo>
                  <a:pt x="6312206" y="76059"/>
                </a:lnTo>
                <a:cubicBezTo>
                  <a:pt x="5892268" y="76059"/>
                  <a:pt x="5489557" y="242868"/>
                  <a:pt x="5192668" y="539757"/>
                </a:cubicBezTo>
                <a:lnTo>
                  <a:pt x="118525" y="5613965"/>
                </a:lnTo>
                <a:lnTo>
                  <a:pt x="113031" y="5618939"/>
                </a:lnTo>
                <a:lnTo>
                  <a:pt x="0" y="5618939"/>
                </a:lnTo>
                <a:lnTo>
                  <a:pt x="64758" y="5560198"/>
                </a:lnTo>
                <a:lnTo>
                  <a:pt x="5138965" y="485927"/>
                </a:lnTo>
                <a:cubicBezTo>
                  <a:pt x="5293805" y="331086"/>
                  <a:pt x="5474927" y="210064"/>
                  <a:pt x="5677265" y="126279"/>
                </a:cubicBezTo>
                <a:cubicBezTo>
                  <a:pt x="5879602" y="42494"/>
                  <a:pt x="6093212" y="0"/>
                  <a:pt x="6312206" y="0"/>
                </a:cubicBezTo>
                <a:close/>
              </a:path>
            </a:pathLst>
          </a:custGeom>
          <a:gradFill>
            <a:gsLst>
              <a:gs pos="22000">
                <a:schemeClr val="accent3"/>
              </a:gs>
              <a:gs pos="80000">
                <a:schemeClr val="accent4"/>
              </a:gs>
            </a:gsLst>
            <a:lin ang="0" scaled="1"/>
          </a:gradFill>
          <a:ln w="0" cap="flat">
            <a:noFill/>
            <a:prstDash val="solid"/>
            <a:miter/>
          </a:ln>
        </p:spPr>
        <p:txBody>
          <a:bodyPr rtlCol="0" anchor="ctr"/>
          <a:lstStyle/>
          <a:p>
            <a:endParaRPr lang="en-US" dirty="0"/>
          </a:p>
        </p:txBody>
      </p:sp>
      <p:sp>
        <p:nvSpPr>
          <p:cNvPr id="17" name="Title 1">
            <a:extLst>
              <a:ext uri="{FF2B5EF4-FFF2-40B4-BE49-F238E27FC236}">
                <a16:creationId xmlns:a16="http://schemas.microsoft.com/office/drawing/2014/main" id="{2AC6091C-E947-4C0C-85B0-C87C084ACBB4}"/>
              </a:ext>
            </a:extLst>
          </p:cNvPr>
          <p:cNvSpPr>
            <a:spLocks noGrp="1"/>
          </p:cNvSpPr>
          <p:nvPr>
            <p:ph type="title" hasCustomPrompt="1"/>
          </p:nvPr>
        </p:nvSpPr>
        <p:spPr>
          <a:xfrm>
            <a:off x="589108" y="938794"/>
            <a:ext cx="6427626" cy="1229360"/>
          </a:xfrm>
        </p:spPr>
        <p:txBody>
          <a:bodyPr wrap="square" anchor="b"/>
          <a:lstStyle>
            <a:lvl1pPr algn="l">
              <a:defRPr sz="3600" b="0" cap="none" baseline="0">
                <a:solidFill>
                  <a:schemeClr val="accent2"/>
                </a:solidFill>
              </a:defRPr>
            </a:lvl1pPr>
          </a:lstStyle>
          <a:p>
            <a:r>
              <a:rPr lang="en-US" dirty="0"/>
              <a:t>Section Title</a:t>
            </a:r>
            <a:br>
              <a:rPr lang="en-US" dirty="0"/>
            </a:br>
            <a:r>
              <a:rPr lang="en-US" dirty="0"/>
              <a:t>with photo</a:t>
            </a:r>
          </a:p>
        </p:txBody>
      </p:sp>
      <p:sp>
        <p:nvSpPr>
          <p:cNvPr id="18" name="Subtitle">
            <a:extLst>
              <a:ext uri="{FF2B5EF4-FFF2-40B4-BE49-F238E27FC236}">
                <a16:creationId xmlns:a16="http://schemas.microsoft.com/office/drawing/2014/main" id="{A2044BBD-0109-43FF-A52D-8FA2841A4DF6}"/>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text</a:t>
            </a:r>
          </a:p>
        </p:txBody>
      </p:sp>
      <p:sp>
        <p:nvSpPr>
          <p:cNvPr id="4" name="TextBox 3">
            <a:extLst>
              <a:ext uri="{FF2B5EF4-FFF2-40B4-BE49-F238E27FC236}">
                <a16:creationId xmlns:a16="http://schemas.microsoft.com/office/drawing/2014/main" id="{5C20FE76-7A87-7399-596D-E0FEF058B0CD}"/>
              </a:ext>
            </a:extLst>
          </p:cNvPr>
          <p:cNvSpPr txBox="1"/>
          <p:nvPr/>
        </p:nvSpPr>
        <p:spPr>
          <a:xfrm>
            <a:off x="1645084" y="6461498"/>
            <a:ext cx="2806859" cy="125484"/>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Broadcom Proprietary and Confidential. Copyright © 2024 Broadcom.  </a:t>
            </a:r>
          </a:p>
        </p:txBody>
      </p:sp>
      <p:grpSp>
        <p:nvGrpSpPr>
          <p:cNvPr id="6" name="Graphic 8">
            <a:extLst>
              <a:ext uri="{FF2B5EF4-FFF2-40B4-BE49-F238E27FC236}">
                <a16:creationId xmlns:a16="http://schemas.microsoft.com/office/drawing/2014/main" id="{5FB75E1E-5ECF-39E5-683F-83EA2E7C5F92}"/>
              </a:ext>
            </a:extLst>
          </p:cNvPr>
          <p:cNvGrpSpPr/>
          <p:nvPr/>
        </p:nvGrpSpPr>
        <p:grpSpPr>
          <a:xfrm>
            <a:off x="265625" y="6323271"/>
            <a:ext cx="1249223" cy="369648"/>
            <a:chOff x="265625" y="6323271"/>
            <a:chExt cx="1249223" cy="369648"/>
          </a:xfrm>
          <a:solidFill>
            <a:srgbClr val="000000"/>
          </a:solidFill>
        </p:grpSpPr>
        <p:grpSp>
          <p:nvGrpSpPr>
            <p:cNvPr id="7" name="Graphic 8">
              <a:extLst>
                <a:ext uri="{FF2B5EF4-FFF2-40B4-BE49-F238E27FC236}">
                  <a16:creationId xmlns:a16="http://schemas.microsoft.com/office/drawing/2014/main" id="{A736F19C-96C1-E942-EC49-229F7A3B68F2}"/>
                </a:ext>
              </a:extLst>
            </p:cNvPr>
            <p:cNvGrpSpPr/>
            <p:nvPr/>
          </p:nvGrpSpPr>
          <p:grpSpPr>
            <a:xfrm>
              <a:off x="745455" y="6594444"/>
              <a:ext cx="722662" cy="98475"/>
              <a:chOff x="745455" y="6594444"/>
              <a:chExt cx="722662" cy="98475"/>
            </a:xfrm>
            <a:solidFill>
              <a:srgbClr val="000000"/>
            </a:solidFill>
          </p:grpSpPr>
          <p:sp>
            <p:nvSpPr>
              <p:cNvPr id="26" name="Freeform 25">
                <a:extLst>
                  <a:ext uri="{FF2B5EF4-FFF2-40B4-BE49-F238E27FC236}">
                    <a16:creationId xmlns:a16="http://schemas.microsoft.com/office/drawing/2014/main" id="{EB1A2322-1B68-222D-5C7B-21BC4BC5E9B2}"/>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E3142B55-436D-ED55-5414-22B3121F6B0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A95B898B-465D-B4F2-6571-A666D3CD81EC}"/>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A6885C5F-AB44-9AFC-AF3D-CFDB30C35748}"/>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2ABC8F96-B643-EE7D-4B62-9CBDC7BFD07B}"/>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42B7B857-129B-BC06-1EE1-5C3BC6B5267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33" name="Freeform 32">
                <a:extLst>
                  <a:ext uri="{FF2B5EF4-FFF2-40B4-BE49-F238E27FC236}">
                    <a16:creationId xmlns:a16="http://schemas.microsoft.com/office/drawing/2014/main" id="{DE7871B6-7C77-63CC-29EB-8804C9EC8002}"/>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4" name="Freeform 33">
                <a:extLst>
                  <a:ext uri="{FF2B5EF4-FFF2-40B4-BE49-F238E27FC236}">
                    <a16:creationId xmlns:a16="http://schemas.microsoft.com/office/drawing/2014/main" id="{5CACC287-3144-5F41-8878-740F834ADF8A}"/>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5" name="Freeform 34">
                <a:extLst>
                  <a:ext uri="{FF2B5EF4-FFF2-40B4-BE49-F238E27FC236}">
                    <a16:creationId xmlns:a16="http://schemas.microsoft.com/office/drawing/2014/main" id="{F8C02031-CB2A-138B-7806-B09A9CE926CA}"/>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6" name="Freeform 35">
                <a:extLst>
                  <a:ext uri="{FF2B5EF4-FFF2-40B4-BE49-F238E27FC236}">
                    <a16:creationId xmlns:a16="http://schemas.microsoft.com/office/drawing/2014/main" id="{78B31A38-6074-8D62-E841-01F7C003A861}"/>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8" name="Graphic 8">
              <a:extLst>
                <a:ext uri="{FF2B5EF4-FFF2-40B4-BE49-F238E27FC236}">
                  <a16:creationId xmlns:a16="http://schemas.microsoft.com/office/drawing/2014/main" id="{77DD52C8-412A-7D6C-40F7-9F9263703088}"/>
                </a:ext>
              </a:extLst>
            </p:cNvPr>
            <p:cNvGrpSpPr/>
            <p:nvPr/>
          </p:nvGrpSpPr>
          <p:grpSpPr>
            <a:xfrm>
              <a:off x="265625" y="6323271"/>
              <a:ext cx="1249223" cy="190348"/>
              <a:chOff x="265625" y="6323271"/>
              <a:chExt cx="1249223" cy="190348"/>
            </a:xfrm>
            <a:solidFill>
              <a:srgbClr val="000000"/>
            </a:solidFill>
          </p:grpSpPr>
          <p:sp>
            <p:nvSpPr>
              <p:cNvPr id="9" name="Freeform 8">
                <a:extLst>
                  <a:ext uri="{FF2B5EF4-FFF2-40B4-BE49-F238E27FC236}">
                    <a16:creationId xmlns:a16="http://schemas.microsoft.com/office/drawing/2014/main" id="{FA0598CE-0EFB-5D16-AD05-A617D8FD011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0" name="Freeform 9">
                <a:extLst>
                  <a:ext uri="{FF2B5EF4-FFF2-40B4-BE49-F238E27FC236}">
                    <a16:creationId xmlns:a16="http://schemas.microsoft.com/office/drawing/2014/main" id="{1B18338C-ED9F-9E96-D92B-177F967C7B38}"/>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1" name="Freeform 10">
                <a:extLst>
                  <a:ext uri="{FF2B5EF4-FFF2-40B4-BE49-F238E27FC236}">
                    <a16:creationId xmlns:a16="http://schemas.microsoft.com/office/drawing/2014/main" id="{49AA51AF-6364-0953-6B79-D6A5BB8E5A57}"/>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2" name="Freeform 11">
                <a:extLst>
                  <a:ext uri="{FF2B5EF4-FFF2-40B4-BE49-F238E27FC236}">
                    <a16:creationId xmlns:a16="http://schemas.microsoft.com/office/drawing/2014/main" id="{BA45DA74-A818-75F8-ADB4-89A89BB2FAA4}"/>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7CCC9E1A-1D2F-F8A5-404B-348175CD2EAD}"/>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4" name="Freeform 13">
                <a:extLst>
                  <a:ext uri="{FF2B5EF4-FFF2-40B4-BE49-F238E27FC236}">
                    <a16:creationId xmlns:a16="http://schemas.microsoft.com/office/drawing/2014/main" id="{866EE839-CF73-18CC-B4C4-9D7E5AFFDB12}"/>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0634225E-0119-0295-531B-BE94DFF783F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19" name="page number">
            <a:extLst>
              <a:ext uri="{FF2B5EF4-FFF2-40B4-BE49-F238E27FC236}">
                <a16:creationId xmlns:a16="http://schemas.microsoft.com/office/drawing/2014/main" id="{75CEFF6F-DEAE-124A-A7E8-4A2D776D0794}"/>
              </a:ext>
            </a:extLst>
          </p:cNvPr>
          <p:cNvSpPr txBox="1"/>
          <p:nvPr/>
        </p:nvSpPr>
        <p:spPr bwMode="white">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bg1"/>
                </a:solidFill>
              </a:rPr>
              <a:pPr lvl="0" algn="r"/>
              <a:t>‹#›</a:t>
            </a:fld>
            <a:endParaRPr lang="en-US" dirty="0">
              <a:solidFill>
                <a:schemeClr val="bg1"/>
              </a:solidFill>
            </a:endParaRPr>
          </a:p>
        </p:txBody>
      </p:sp>
      <p:pic>
        <p:nvPicPr>
          <p:cNvPr id="30" name="Picture 29" descr="A blue sky with white clouds&#10;&#10;Description automatically generated">
            <a:extLst>
              <a:ext uri="{FF2B5EF4-FFF2-40B4-BE49-F238E27FC236}">
                <a16:creationId xmlns:a16="http://schemas.microsoft.com/office/drawing/2014/main" id="{D1601FB6-7205-3D56-8322-782554EE9238}"/>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679974" y="1239062"/>
            <a:ext cx="7508851" cy="5631638"/>
          </a:xfrm>
          <a:prstGeom prst="rect">
            <a:avLst/>
          </a:prstGeom>
        </p:spPr>
      </p:pic>
      <p:pic>
        <p:nvPicPr>
          <p:cNvPr id="37" name="Picture 36">
            <a:extLst>
              <a:ext uri="{FF2B5EF4-FFF2-40B4-BE49-F238E27FC236}">
                <a16:creationId xmlns:a16="http://schemas.microsoft.com/office/drawing/2014/main" id="{4FB41C97-3B72-BBBF-039B-56D8186F8F96}"/>
              </a:ext>
            </a:extLst>
          </p:cNvPr>
          <p:cNvPicPr>
            <a:picLocks noChangeAspect="1"/>
          </p:cNvPicPr>
          <p:nvPr userDrawn="1"/>
        </p:nvPicPr>
        <p:blipFill>
          <a:blip r:embed="rId3"/>
          <a:stretch>
            <a:fillRect/>
          </a:stretch>
        </p:blipFill>
        <p:spPr>
          <a:xfrm>
            <a:off x="879" y="-496"/>
            <a:ext cx="12187945" cy="6858495"/>
          </a:xfrm>
          <a:prstGeom prst="rect">
            <a:avLst/>
          </a:prstGeom>
        </p:spPr>
      </p:pic>
      <p:sp>
        <p:nvSpPr>
          <p:cNvPr id="38" name="Freeform: Shape 14">
            <a:extLst>
              <a:ext uri="{FF2B5EF4-FFF2-40B4-BE49-F238E27FC236}">
                <a16:creationId xmlns:a16="http://schemas.microsoft.com/office/drawing/2014/main" id="{C417634E-D293-9DD1-5893-0DC6BD57B448}"/>
              </a:ext>
            </a:extLst>
          </p:cNvPr>
          <p:cNvSpPr/>
          <p:nvPr userDrawn="1"/>
        </p:nvSpPr>
        <p:spPr>
          <a:xfrm>
            <a:off x="5801096" y="1239062"/>
            <a:ext cx="6406144" cy="5618939"/>
          </a:xfrm>
          <a:custGeom>
            <a:avLst/>
            <a:gdLst>
              <a:gd name="connsiteX0" fmla="*/ 6312206 w 6406144"/>
              <a:gd name="connsiteY0" fmla="*/ 0 h 5618939"/>
              <a:gd name="connsiteX1" fmla="*/ 6406144 w 6406144"/>
              <a:gd name="connsiteY1" fmla="*/ 0 h 5618939"/>
              <a:gd name="connsiteX2" fmla="*/ 6406144 w 6406144"/>
              <a:gd name="connsiteY2" fmla="*/ 76059 h 5618939"/>
              <a:gd name="connsiteX3" fmla="*/ 6312206 w 6406144"/>
              <a:gd name="connsiteY3" fmla="*/ 76059 h 5618939"/>
              <a:gd name="connsiteX4" fmla="*/ 5192668 w 6406144"/>
              <a:gd name="connsiteY4" fmla="*/ 539757 h 5618939"/>
              <a:gd name="connsiteX5" fmla="*/ 118525 w 6406144"/>
              <a:gd name="connsiteY5" fmla="*/ 5613965 h 5618939"/>
              <a:gd name="connsiteX6" fmla="*/ 113031 w 6406144"/>
              <a:gd name="connsiteY6" fmla="*/ 5618939 h 5618939"/>
              <a:gd name="connsiteX7" fmla="*/ 0 w 6406144"/>
              <a:gd name="connsiteY7" fmla="*/ 5618939 h 5618939"/>
              <a:gd name="connsiteX8" fmla="*/ 64758 w 6406144"/>
              <a:gd name="connsiteY8" fmla="*/ 5560198 h 5618939"/>
              <a:gd name="connsiteX9" fmla="*/ 5138965 w 6406144"/>
              <a:gd name="connsiteY9" fmla="*/ 485927 h 5618939"/>
              <a:gd name="connsiteX10" fmla="*/ 5677265 w 6406144"/>
              <a:gd name="connsiteY10" fmla="*/ 126279 h 5618939"/>
              <a:gd name="connsiteX11" fmla="*/ 6312206 w 6406144"/>
              <a:gd name="connsiteY11" fmla="*/ 0 h 561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06144" h="5618939">
                <a:moveTo>
                  <a:pt x="6312206" y="0"/>
                </a:moveTo>
                <a:lnTo>
                  <a:pt x="6406144" y="0"/>
                </a:lnTo>
                <a:lnTo>
                  <a:pt x="6406144" y="76059"/>
                </a:lnTo>
                <a:lnTo>
                  <a:pt x="6312206" y="76059"/>
                </a:lnTo>
                <a:cubicBezTo>
                  <a:pt x="5892268" y="76059"/>
                  <a:pt x="5489557" y="242868"/>
                  <a:pt x="5192668" y="539757"/>
                </a:cubicBezTo>
                <a:lnTo>
                  <a:pt x="118525" y="5613965"/>
                </a:lnTo>
                <a:lnTo>
                  <a:pt x="113031" y="5618939"/>
                </a:lnTo>
                <a:lnTo>
                  <a:pt x="0" y="5618939"/>
                </a:lnTo>
                <a:lnTo>
                  <a:pt x="64758" y="5560198"/>
                </a:lnTo>
                <a:lnTo>
                  <a:pt x="5138965" y="485927"/>
                </a:lnTo>
                <a:cubicBezTo>
                  <a:pt x="5293805" y="331086"/>
                  <a:pt x="5474927" y="210064"/>
                  <a:pt x="5677265" y="126279"/>
                </a:cubicBezTo>
                <a:cubicBezTo>
                  <a:pt x="5879602" y="42494"/>
                  <a:pt x="6093212" y="0"/>
                  <a:pt x="6312206" y="0"/>
                </a:cubicBezTo>
                <a:close/>
              </a:path>
            </a:pathLst>
          </a:custGeom>
          <a:gradFill>
            <a:gsLst>
              <a:gs pos="22000">
                <a:schemeClr val="accent3"/>
              </a:gs>
              <a:gs pos="80000">
                <a:schemeClr val="accent4"/>
              </a:gs>
            </a:gsLst>
            <a:lin ang="0" scaled="1"/>
          </a:gradFill>
          <a:ln w="0" cap="flat">
            <a:noFill/>
            <a:prstDash val="solid"/>
            <a:miter/>
          </a:ln>
        </p:spPr>
        <p:txBody>
          <a:bodyPr rtlCol="0" anchor="ctr"/>
          <a:lstStyle/>
          <a:p>
            <a:endParaRPr lang="en-US" dirty="0"/>
          </a:p>
        </p:txBody>
      </p:sp>
      <p:grpSp>
        <p:nvGrpSpPr>
          <p:cNvPr id="41" name="Graphic 8">
            <a:extLst>
              <a:ext uri="{FF2B5EF4-FFF2-40B4-BE49-F238E27FC236}">
                <a16:creationId xmlns:a16="http://schemas.microsoft.com/office/drawing/2014/main" id="{5FB75E1E-5ECF-39E5-683F-83EA2E7C5F92}"/>
              </a:ext>
            </a:extLst>
          </p:cNvPr>
          <p:cNvGrpSpPr/>
          <p:nvPr userDrawn="1"/>
        </p:nvGrpSpPr>
        <p:grpSpPr>
          <a:xfrm>
            <a:off x="265625" y="6323271"/>
            <a:ext cx="1249223" cy="369648"/>
            <a:chOff x="265625" y="6323271"/>
            <a:chExt cx="1249223" cy="369648"/>
          </a:xfrm>
          <a:solidFill>
            <a:srgbClr val="000000"/>
          </a:solidFill>
        </p:grpSpPr>
        <p:grpSp>
          <p:nvGrpSpPr>
            <p:cNvPr id="42" name="Graphic 8">
              <a:extLst>
                <a:ext uri="{FF2B5EF4-FFF2-40B4-BE49-F238E27FC236}">
                  <a16:creationId xmlns:a16="http://schemas.microsoft.com/office/drawing/2014/main" id="{A736F19C-96C1-E942-EC49-229F7A3B68F2}"/>
                </a:ext>
              </a:extLst>
            </p:cNvPr>
            <p:cNvGrpSpPr/>
            <p:nvPr/>
          </p:nvGrpSpPr>
          <p:grpSpPr>
            <a:xfrm>
              <a:off x="745455" y="6594444"/>
              <a:ext cx="722662" cy="98475"/>
              <a:chOff x="745455" y="6594444"/>
              <a:chExt cx="722662" cy="98475"/>
            </a:xfrm>
            <a:solidFill>
              <a:srgbClr val="000000"/>
            </a:solidFill>
          </p:grpSpPr>
          <p:sp>
            <p:nvSpPr>
              <p:cNvPr id="51" name="Freeform 50">
                <a:extLst>
                  <a:ext uri="{FF2B5EF4-FFF2-40B4-BE49-F238E27FC236}">
                    <a16:creationId xmlns:a16="http://schemas.microsoft.com/office/drawing/2014/main" id="{EB1A2322-1B68-222D-5C7B-21BC4BC5E9B2}"/>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E3142B55-436D-ED55-5414-22B3121F6B0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A95B898B-465D-B4F2-6571-A666D3CD81EC}"/>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A6885C5F-AB44-9AFC-AF3D-CFDB30C35748}"/>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2ABC8F96-B643-EE7D-4B62-9CBDC7BFD07B}"/>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42B7B857-129B-BC06-1EE1-5C3BC6B5267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DE7871B6-7C77-63CC-29EB-8804C9EC8002}"/>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8" name="Freeform 57">
                <a:extLst>
                  <a:ext uri="{FF2B5EF4-FFF2-40B4-BE49-F238E27FC236}">
                    <a16:creationId xmlns:a16="http://schemas.microsoft.com/office/drawing/2014/main" id="{5CACC287-3144-5F41-8878-740F834ADF8A}"/>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9" name="Freeform 58">
                <a:extLst>
                  <a:ext uri="{FF2B5EF4-FFF2-40B4-BE49-F238E27FC236}">
                    <a16:creationId xmlns:a16="http://schemas.microsoft.com/office/drawing/2014/main" id="{F8C02031-CB2A-138B-7806-B09A9CE926CA}"/>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60" name="Freeform 59">
                <a:extLst>
                  <a:ext uri="{FF2B5EF4-FFF2-40B4-BE49-F238E27FC236}">
                    <a16:creationId xmlns:a16="http://schemas.microsoft.com/office/drawing/2014/main" id="{78B31A38-6074-8D62-E841-01F7C003A861}"/>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43" name="Graphic 8">
              <a:extLst>
                <a:ext uri="{FF2B5EF4-FFF2-40B4-BE49-F238E27FC236}">
                  <a16:creationId xmlns:a16="http://schemas.microsoft.com/office/drawing/2014/main" id="{77DD52C8-412A-7D6C-40F7-9F9263703088}"/>
                </a:ext>
              </a:extLst>
            </p:cNvPr>
            <p:cNvGrpSpPr/>
            <p:nvPr/>
          </p:nvGrpSpPr>
          <p:grpSpPr>
            <a:xfrm>
              <a:off x="265625" y="6323271"/>
              <a:ext cx="1249223" cy="190348"/>
              <a:chOff x="265625" y="6323271"/>
              <a:chExt cx="1249223" cy="190348"/>
            </a:xfrm>
            <a:solidFill>
              <a:srgbClr val="000000"/>
            </a:solidFill>
          </p:grpSpPr>
          <p:sp>
            <p:nvSpPr>
              <p:cNvPr id="44" name="Freeform 43">
                <a:extLst>
                  <a:ext uri="{FF2B5EF4-FFF2-40B4-BE49-F238E27FC236}">
                    <a16:creationId xmlns:a16="http://schemas.microsoft.com/office/drawing/2014/main" id="{FA0598CE-0EFB-5D16-AD05-A617D8FD011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1B18338C-ED9F-9E96-D92B-177F967C7B38}"/>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49AA51AF-6364-0953-6B79-D6A5BB8E5A57}"/>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BA45DA74-A818-75F8-ADB4-89A89BB2FAA4}"/>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7CCC9E1A-1D2F-F8A5-404B-348175CD2EAD}"/>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866EE839-CF73-18CC-B4C4-9D7E5AFFDB12}"/>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0634225E-0119-0295-531B-BE94DFF783F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61" name="page number">
            <a:extLst>
              <a:ext uri="{FF2B5EF4-FFF2-40B4-BE49-F238E27FC236}">
                <a16:creationId xmlns:a16="http://schemas.microsoft.com/office/drawing/2014/main" id="{75CEFF6F-DEAE-124A-A7E8-4A2D776D0794}"/>
              </a:ext>
            </a:extLst>
          </p:cNvPr>
          <p:cNvSpPr txBox="1"/>
          <p:nvPr userDrawn="1"/>
        </p:nvSpPr>
        <p:spPr bwMode="white">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bg1"/>
                </a:solidFill>
              </a:rPr>
              <a:pPr lvl="0" algn="r"/>
              <a:t>‹#›</a:t>
            </a:fld>
            <a:endParaRPr lang="en-US" dirty="0">
              <a:solidFill>
                <a:schemeClr val="bg1"/>
              </a:solidFill>
            </a:endParaRPr>
          </a:p>
        </p:txBody>
      </p:sp>
      <p:sp>
        <p:nvSpPr>
          <p:cNvPr id="3" name="TextBox 2">
            <a:extLst>
              <a:ext uri="{FF2B5EF4-FFF2-40B4-BE49-F238E27FC236}">
                <a16:creationId xmlns:a16="http://schemas.microsoft.com/office/drawing/2014/main" id="{23947260-FA76-99A5-7F64-73F3D1395242}"/>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0192988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4="http://schemas.microsoft.com/office/drawing/2010/main" xmlns:a16="http://schemas.microsoft.com/office/drawing/2014/main" xmlns="">
      <p:transition spd="med">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Section Header - Big Photo">
    <p:bg>
      <p:bgPr>
        <a:blipFill dpi="0" rotWithShape="1">
          <a:blip r:embed="rId2"/>
          <a:srcRect/>
          <a:stretch>
            <a:fillRect/>
          </a:stretch>
        </a:blipFill>
        <a:effectLst/>
      </p:bgPr>
    </p:bg>
    <p:spTree>
      <p:nvGrpSpPr>
        <p:cNvPr id="1" name=""/>
        <p:cNvGrpSpPr/>
        <p:nvPr/>
      </p:nvGrpSpPr>
      <p:grpSpPr>
        <a:xfrm>
          <a:off x="0" y="0"/>
          <a:ext cx="0" cy="0"/>
          <a:chOff x="0" y="0"/>
          <a:chExt cx="0" cy="0"/>
        </a:xfrm>
      </p:grpSpPr>
      <p:sp>
        <p:nvSpPr>
          <p:cNvPr id="27" name="Freeform: Shape 26">
            <a:extLst>
              <a:ext uri="{FF2B5EF4-FFF2-40B4-BE49-F238E27FC236}">
                <a16:creationId xmlns:a16="http://schemas.microsoft.com/office/drawing/2014/main" id="{4D51256C-8571-417A-8656-22A594F4B289}"/>
              </a:ext>
              <a:ext uri="{C183D7F6-B498-43B3-948B-1728B52AA6E4}">
                <adec:decorative xmlns:adec="http://schemas.microsoft.com/office/drawing/2017/decorative" val="1"/>
              </a:ext>
            </a:extLst>
          </p:cNvPr>
          <p:cNvSpPr/>
          <p:nvPr userDrawn="1"/>
        </p:nvSpPr>
        <p:spPr>
          <a:xfrm rot="2700000">
            <a:off x="298211" y="-4053279"/>
            <a:ext cx="6293364" cy="12454818"/>
          </a:xfrm>
          <a:custGeom>
            <a:avLst/>
            <a:gdLst>
              <a:gd name="connsiteX0" fmla="*/ 0 w 6293364"/>
              <a:gd name="connsiteY0" fmla="*/ 6293364 h 12454818"/>
              <a:gd name="connsiteX1" fmla="*/ 6293364 w 6293364"/>
              <a:gd name="connsiteY1" fmla="*/ 0 h 12454818"/>
              <a:gd name="connsiteX2" fmla="*/ 6293364 w 6293364"/>
              <a:gd name="connsiteY2" fmla="*/ 9715045 h 12454818"/>
              <a:gd name="connsiteX3" fmla="*/ 3553591 w 6293364"/>
              <a:gd name="connsiteY3" fmla="*/ 12454818 h 12454818"/>
              <a:gd name="connsiteX4" fmla="*/ 0 w 6293364"/>
              <a:gd name="connsiteY4" fmla="*/ 8901227 h 124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364" h="12454818">
                <a:moveTo>
                  <a:pt x="0" y="6293364"/>
                </a:moveTo>
                <a:lnTo>
                  <a:pt x="6293364" y="0"/>
                </a:lnTo>
                <a:lnTo>
                  <a:pt x="6293364" y="9715045"/>
                </a:lnTo>
                <a:lnTo>
                  <a:pt x="3553591" y="12454818"/>
                </a:lnTo>
                <a:lnTo>
                  <a:pt x="0" y="8901227"/>
                </a:lnTo>
                <a:close/>
              </a:path>
            </a:pathLst>
          </a:custGeom>
          <a:gradFill>
            <a:gsLst>
              <a:gs pos="0">
                <a:schemeClr val="bg1">
                  <a:alpha val="31000"/>
                </a:schemeClr>
              </a:gs>
              <a:gs pos="58000">
                <a:schemeClr val="bg1"/>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spcAft>
                <a:spcPts val="600"/>
              </a:spcAft>
            </a:pPr>
            <a:endParaRPr lang="en-US" sz="1200" dirty="0">
              <a:solidFill>
                <a:schemeClr val="bg1"/>
              </a:solidFill>
            </a:endParaRPr>
          </a:p>
        </p:txBody>
      </p:sp>
      <p:grpSp>
        <p:nvGrpSpPr>
          <p:cNvPr id="3" name="Graphic 8">
            <a:extLst>
              <a:ext uri="{FF2B5EF4-FFF2-40B4-BE49-F238E27FC236}">
                <a16:creationId xmlns:a16="http://schemas.microsoft.com/office/drawing/2014/main" id="{B6C5F822-7E15-1E81-F25D-DF7ED279C3A7}"/>
              </a:ext>
            </a:extLst>
          </p:cNvPr>
          <p:cNvGrpSpPr/>
          <p:nvPr userDrawn="1"/>
        </p:nvGrpSpPr>
        <p:grpSpPr>
          <a:xfrm>
            <a:off x="265625" y="6323271"/>
            <a:ext cx="1249223" cy="369648"/>
            <a:chOff x="265625" y="6323271"/>
            <a:chExt cx="1249223" cy="369648"/>
          </a:xfrm>
          <a:solidFill>
            <a:schemeClr val="bg2">
              <a:lumMod val="25000"/>
            </a:schemeClr>
          </a:solidFill>
        </p:grpSpPr>
        <p:grpSp>
          <p:nvGrpSpPr>
            <p:cNvPr id="4" name="Graphic 8">
              <a:extLst>
                <a:ext uri="{FF2B5EF4-FFF2-40B4-BE49-F238E27FC236}">
                  <a16:creationId xmlns:a16="http://schemas.microsoft.com/office/drawing/2014/main" id="{050231E7-043E-DBC1-31D0-4D9FCE59EDF6}"/>
                </a:ext>
              </a:extLst>
            </p:cNvPr>
            <p:cNvGrpSpPr/>
            <p:nvPr/>
          </p:nvGrpSpPr>
          <p:grpSpPr>
            <a:xfrm>
              <a:off x="745455" y="6594444"/>
              <a:ext cx="722662" cy="98475"/>
              <a:chOff x="745455" y="6594444"/>
              <a:chExt cx="722662" cy="98475"/>
            </a:xfrm>
            <a:grpFill/>
          </p:grpSpPr>
          <p:sp>
            <p:nvSpPr>
              <p:cNvPr id="14" name="Freeform 25">
                <a:extLst>
                  <a:ext uri="{FF2B5EF4-FFF2-40B4-BE49-F238E27FC236}">
                    <a16:creationId xmlns:a16="http://schemas.microsoft.com/office/drawing/2014/main" id="{CC5F3555-CD13-4FBD-41DF-A3EDA7AEB39E}"/>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p>
            </p:txBody>
          </p:sp>
          <p:sp>
            <p:nvSpPr>
              <p:cNvPr id="16" name="Freeform 26">
                <a:extLst>
                  <a:ext uri="{FF2B5EF4-FFF2-40B4-BE49-F238E27FC236}">
                    <a16:creationId xmlns:a16="http://schemas.microsoft.com/office/drawing/2014/main" id="{47767025-D836-AC70-A077-D8E864C37094}"/>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p>
            </p:txBody>
          </p:sp>
          <p:sp>
            <p:nvSpPr>
              <p:cNvPr id="18" name="Freeform 27">
                <a:extLst>
                  <a:ext uri="{FF2B5EF4-FFF2-40B4-BE49-F238E27FC236}">
                    <a16:creationId xmlns:a16="http://schemas.microsoft.com/office/drawing/2014/main" id="{B0EF6345-6417-63BA-9E28-D1DABC8BB680}"/>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p>
            </p:txBody>
          </p:sp>
          <p:sp>
            <p:nvSpPr>
              <p:cNvPr id="19" name="Freeform 28">
                <a:extLst>
                  <a:ext uri="{FF2B5EF4-FFF2-40B4-BE49-F238E27FC236}">
                    <a16:creationId xmlns:a16="http://schemas.microsoft.com/office/drawing/2014/main" id="{EB63E0E9-BA94-FDD1-2316-DC455A1DD655}"/>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p>
            </p:txBody>
          </p:sp>
          <p:sp>
            <p:nvSpPr>
              <p:cNvPr id="20" name="Freeform 30">
                <a:extLst>
                  <a:ext uri="{FF2B5EF4-FFF2-40B4-BE49-F238E27FC236}">
                    <a16:creationId xmlns:a16="http://schemas.microsoft.com/office/drawing/2014/main" id="{A4A79810-0D6F-5237-86DC-F893B3FEA314}"/>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p>
            </p:txBody>
          </p:sp>
          <p:sp>
            <p:nvSpPr>
              <p:cNvPr id="21" name="Freeform 31">
                <a:extLst>
                  <a:ext uri="{FF2B5EF4-FFF2-40B4-BE49-F238E27FC236}">
                    <a16:creationId xmlns:a16="http://schemas.microsoft.com/office/drawing/2014/main" id="{8B26C191-B8A5-EB3A-F0A9-7CF5F95C6E20}"/>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p>
            </p:txBody>
          </p:sp>
          <p:sp>
            <p:nvSpPr>
              <p:cNvPr id="22" name="Freeform 32">
                <a:extLst>
                  <a:ext uri="{FF2B5EF4-FFF2-40B4-BE49-F238E27FC236}">
                    <a16:creationId xmlns:a16="http://schemas.microsoft.com/office/drawing/2014/main" id="{5856E783-6D53-1E87-B1D5-32DB719E09BD}"/>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p>
            </p:txBody>
          </p:sp>
          <p:sp>
            <p:nvSpPr>
              <p:cNvPr id="23" name="Freeform 33">
                <a:extLst>
                  <a:ext uri="{FF2B5EF4-FFF2-40B4-BE49-F238E27FC236}">
                    <a16:creationId xmlns:a16="http://schemas.microsoft.com/office/drawing/2014/main" id="{558AA556-8B14-0A87-0A02-9A04B645035E}"/>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p>
            </p:txBody>
          </p:sp>
          <p:sp>
            <p:nvSpPr>
              <p:cNvPr id="24" name="Freeform 34">
                <a:extLst>
                  <a:ext uri="{FF2B5EF4-FFF2-40B4-BE49-F238E27FC236}">
                    <a16:creationId xmlns:a16="http://schemas.microsoft.com/office/drawing/2014/main" id="{C43C98BB-4784-80EC-2DE9-86515BD84CF9}"/>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p>
            </p:txBody>
          </p:sp>
          <p:sp>
            <p:nvSpPr>
              <p:cNvPr id="25" name="Freeform 35">
                <a:extLst>
                  <a:ext uri="{FF2B5EF4-FFF2-40B4-BE49-F238E27FC236}">
                    <a16:creationId xmlns:a16="http://schemas.microsoft.com/office/drawing/2014/main" id="{0D5C17FF-3FFC-AF4F-FFA9-C244E3DBDE58}"/>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p>
            </p:txBody>
          </p:sp>
        </p:grpSp>
        <p:grpSp>
          <p:nvGrpSpPr>
            <p:cNvPr id="5" name="Graphic 8">
              <a:extLst>
                <a:ext uri="{FF2B5EF4-FFF2-40B4-BE49-F238E27FC236}">
                  <a16:creationId xmlns:a16="http://schemas.microsoft.com/office/drawing/2014/main" id="{CD75E61F-8EF9-D81D-3A64-1CE4DD75533C}"/>
                </a:ext>
              </a:extLst>
            </p:cNvPr>
            <p:cNvGrpSpPr/>
            <p:nvPr/>
          </p:nvGrpSpPr>
          <p:grpSpPr>
            <a:xfrm>
              <a:off x="265625" y="6323271"/>
              <a:ext cx="1249223" cy="190348"/>
              <a:chOff x="265625" y="6323271"/>
              <a:chExt cx="1249223" cy="190348"/>
            </a:xfrm>
            <a:grpFill/>
          </p:grpSpPr>
          <p:sp>
            <p:nvSpPr>
              <p:cNvPr id="6" name="Freeform 8">
                <a:extLst>
                  <a:ext uri="{FF2B5EF4-FFF2-40B4-BE49-F238E27FC236}">
                    <a16:creationId xmlns:a16="http://schemas.microsoft.com/office/drawing/2014/main" id="{8481F6A3-8FCB-9C64-7177-C878C6B59082}"/>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p>
            </p:txBody>
          </p:sp>
          <p:sp>
            <p:nvSpPr>
              <p:cNvPr id="7" name="Freeform 9">
                <a:extLst>
                  <a:ext uri="{FF2B5EF4-FFF2-40B4-BE49-F238E27FC236}">
                    <a16:creationId xmlns:a16="http://schemas.microsoft.com/office/drawing/2014/main" id="{1DDC6738-739D-E2F9-B369-1B6A494480E3}"/>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p>
            </p:txBody>
          </p:sp>
          <p:sp>
            <p:nvSpPr>
              <p:cNvPr id="9" name="Freeform 10">
                <a:extLst>
                  <a:ext uri="{FF2B5EF4-FFF2-40B4-BE49-F238E27FC236}">
                    <a16:creationId xmlns:a16="http://schemas.microsoft.com/office/drawing/2014/main" id="{BF228DE0-CA31-E23D-34DB-B8255B0B0650}"/>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p>
            </p:txBody>
          </p:sp>
          <p:sp>
            <p:nvSpPr>
              <p:cNvPr id="10" name="Freeform 11">
                <a:extLst>
                  <a:ext uri="{FF2B5EF4-FFF2-40B4-BE49-F238E27FC236}">
                    <a16:creationId xmlns:a16="http://schemas.microsoft.com/office/drawing/2014/main" id="{4EC95BBC-AAEC-7BF9-41CE-6BE4F18B87C4}"/>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p>
            </p:txBody>
          </p:sp>
          <p:sp>
            <p:nvSpPr>
              <p:cNvPr id="11" name="Freeform 12">
                <a:extLst>
                  <a:ext uri="{FF2B5EF4-FFF2-40B4-BE49-F238E27FC236}">
                    <a16:creationId xmlns:a16="http://schemas.microsoft.com/office/drawing/2014/main" id="{B70B1692-1818-F82A-303C-0E73DEAEF201}"/>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p>
            </p:txBody>
          </p:sp>
          <p:sp>
            <p:nvSpPr>
              <p:cNvPr id="12" name="Freeform 13">
                <a:extLst>
                  <a:ext uri="{FF2B5EF4-FFF2-40B4-BE49-F238E27FC236}">
                    <a16:creationId xmlns:a16="http://schemas.microsoft.com/office/drawing/2014/main" id="{25C284E4-4A7E-0464-F9D7-BA119CF55B18}"/>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p>
            </p:txBody>
          </p:sp>
          <p:sp>
            <p:nvSpPr>
              <p:cNvPr id="13" name="Freeform 24">
                <a:extLst>
                  <a:ext uri="{FF2B5EF4-FFF2-40B4-BE49-F238E27FC236}">
                    <a16:creationId xmlns:a16="http://schemas.microsoft.com/office/drawing/2014/main" id="{0B831A31-DEED-1DA0-2F6A-CFE84CFABDAF}"/>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p>
            </p:txBody>
          </p:sp>
        </p:grpSp>
      </p:grpSp>
      <p:sp>
        <p:nvSpPr>
          <p:cNvPr id="26" name="page number">
            <a:extLst>
              <a:ext uri="{FF2B5EF4-FFF2-40B4-BE49-F238E27FC236}">
                <a16:creationId xmlns:a16="http://schemas.microsoft.com/office/drawing/2014/main" id="{98D4E5F4-4B93-9D10-4748-C1BAFD550BFC}"/>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fld id="{7A51DB15-7364-4F0B-A3A0-1309F8830053}" type="slidenum">
              <a:rPr kumimoji="0" lang="en-US" sz="800" b="0" i="0" u="none" strike="noStrike" kern="1200" cap="none" spc="0" normalizeH="0" baseline="0" noProof="0" smtClean="0">
                <a:ln>
                  <a:noFill/>
                </a:ln>
                <a:solidFill>
                  <a:schemeClr val="bg1"/>
                </a:solidFill>
                <a:effectLst/>
                <a:uLnTx/>
                <a:uFillTx/>
                <a:latin typeface="Arial" panose="020B0604020202020204" pitchFamily="34" charset="0"/>
                <a:ea typeface="Arial" panose="020B0604020202020204" pitchFamily="34" charset="0"/>
              </a:rPr>
              <a:pPr marL="0" marR="0" lvl="0" indent="0" algn="r" defTabSz="914400" rtl="0" eaLnBrk="1" fontAlgn="auto" latinLnBrk="0" hangingPunct="1">
                <a:lnSpc>
                  <a:spcPct val="9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chemeClr val="bg1"/>
              </a:solidFill>
              <a:effectLst/>
              <a:uLnTx/>
              <a:uFillTx/>
              <a:latin typeface="Arial" panose="020B0604020202020204" pitchFamily="34" charset="0"/>
              <a:ea typeface="Arial" panose="020B0604020202020204" pitchFamily="34" charset="0"/>
            </a:endParaRPr>
          </a:p>
        </p:txBody>
      </p:sp>
      <p:sp>
        <p:nvSpPr>
          <p:cNvPr id="2" name="Title 1">
            <a:extLst>
              <a:ext uri="{FF2B5EF4-FFF2-40B4-BE49-F238E27FC236}">
                <a16:creationId xmlns:a16="http://schemas.microsoft.com/office/drawing/2014/main" id="{B7CC1487-C9D3-FFF9-B797-3986FA4E3C97}"/>
              </a:ext>
            </a:extLst>
          </p:cNvPr>
          <p:cNvSpPr>
            <a:spLocks noGrp="1"/>
          </p:cNvSpPr>
          <p:nvPr>
            <p:ph type="title" hasCustomPrompt="1"/>
          </p:nvPr>
        </p:nvSpPr>
        <p:spPr>
          <a:xfrm>
            <a:off x="589108" y="938794"/>
            <a:ext cx="6427626" cy="1229360"/>
          </a:xfrm>
        </p:spPr>
        <p:txBody>
          <a:bodyPr wrap="square" anchor="b"/>
          <a:lstStyle>
            <a:lvl1pPr algn="l">
              <a:defRPr sz="3600" b="0" cap="none" baseline="0">
                <a:solidFill>
                  <a:schemeClr val="accent2"/>
                </a:solidFill>
              </a:defRPr>
            </a:lvl1pPr>
          </a:lstStyle>
          <a:p>
            <a:r>
              <a:rPr lang="en-US" dirty="0"/>
              <a:t>Section Title</a:t>
            </a:r>
            <a:br>
              <a:rPr lang="en-US" dirty="0"/>
            </a:br>
            <a:r>
              <a:rPr lang="en-US" dirty="0"/>
              <a:t>with Photo</a:t>
            </a:r>
          </a:p>
        </p:txBody>
      </p:sp>
      <p:sp>
        <p:nvSpPr>
          <p:cNvPr id="15" name="Subtitle">
            <a:extLst>
              <a:ext uri="{FF2B5EF4-FFF2-40B4-BE49-F238E27FC236}">
                <a16:creationId xmlns:a16="http://schemas.microsoft.com/office/drawing/2014/main" id="{6366CB2A-8FF3-60D9-C71B-488AC884C780}"/>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text</a:t>
            </a:r>
          </a:p>
        </p:txBody>
      </p:sp>
    </p:spTree>
    <p:extLst>
      <p:ext uri="{BB962C8B-B14F-4D97-AF65-F5344CB8AC3E}">
        <p14:creationId xmlns:p14="http://schemas.microsoft.com/office/powerpoint/2010/main" val="20007002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p:cSld name="Section Header – Aqua - VCF 9">
    <p:spTree>
      <p:nvGrpSpPr>
        <p:cNvPr id="1" name=""/>
        <p:cNvGrpSpPr/>
        <p:nvPr/>
      </p:nvGrpSpPr>
      <p:grpSpPr>
        <a:xfrm>
          <a:off x="0" y="0"/>
          <a:ext cx="0" cy="0"/>
          <a:chOff x="0" y="0"/>
          <a:chExt cx="0" cy="0"/>
        </a:xfrm>
      </p:grpSpPr>
      <p:sp>
        <p:nvSpPr>
          <p:cNvPr id="15" name="page number">
            <a:extLst>
              <a:ext uri="{FF2B5EF4-FFF2-40B4-BE49-F238E27FC236}">
                <a16:creationId xmlns:a16="http://schemas.microsoft.com/office/drawing/2014/main" id="{274E202C-D42A-664B-A387-688ED8610969}"/>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6" name="page number">
            <a:extLst>
              <a:ext uri="{FF2B5EF4-FFF2-40B4-BE49-F238E27FC236}">
                <a16:creationId xmlns:a16="http://schemas.microsoft.com/office/drawing/2014/main" id="{274E202C-D42A-664B-A387-688ED8610969}"/>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2" name="Title 1"/>
          <p:cNvSpPr>
            <a:spLocks noGrp="1"/>
          </p:cNvSpPr>
          <p:nvPr>
            <p:ph type="title" hasCustomPrompt="1"/>
          </p:nvPr>
        </p:nvSpPr>
        <p:spPr>
          <a:xfrm>
            <a:off x="589107" y="938794"/>
            <a:ext cx="6587869" cy="1229360"/>
          </a:xfrm>
        </p:spPr>
        <p:txBody>
          <a:bodyPr wrap="square" anchor="b"/>
          <a:lstStyle>
            <a:lvl1pPr algn="l">
              <a:defRPr sz="40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accent2"/>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pic>
        <p:nvPicPr>
          <p:cNvPr id="4" name="Picture 3" descr="A logo of a cloud computing system&#10;&#10;AI-generated content may be incorrect.">
            <a:extLst>
              <a:ext uri="{FF2B5EF4-FFF2-40B4-BE49-F238E27FC236}">
                <a16:creationId xmlns:a16="http://schemas.microsoft.com/office/drawing/2014/main" id="{426B88A1-F096-8B45-B00A-19D682059EAE}"/>
              </a:ext>
            </a:extLst>
          </p:cNvPr>
          <p:cNvPicPr>
            <a:picLocks noChangeAspect="1"/>
          </p:cNvPicPr>
          <p:nvPr userDrawn="1"/>
        </p:nvPicPr>
        <p:blipFill>
          <a:blip r:embed="rId2"/>
          <a:stretch>
            <a:fillRect/>
          </a:stretch>
        </p:blipFill>
        <p:spPr>
          <a:xfrm>
            <a:off x="5330825" y="0"/>
            <a:ext cx="6858000" cy="6858000"/>
          </a:xfrm>
          <a:prstGeom prst="rect">
            <a:avLst/>
          </a:prstGeom>
        </p:spPr>
      </p:pic>
      <p:sp>
        <p:nvSpPr>
          <p:cNvPr id="7" name="TextBox 6">
            <a:extLst>
              <a:ext uri="{FF2B5EF4-FFF2-40B4-BE49-F238E27FC236}">
                <a16:creationId xmlns:a16="http://schemas.microsoft.com/office/drawing/2014/main" id="{3B693DBA-1AF8-3509-8427-F09C1C08540D}"/>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grpSp>
        <p:nvGrpSpPr>
          <p:cNvPr id="8" name="Graphic 8">
            <a:extLst>
              <a:ext uri="{FF2B5EF4-FFF2-40B4-BE49-F238E27FC236}">
                <a16:creationId xmlns:a16="http://schemas.microsoft.com/office/drawing/2014/main" id="{BA41B683-B0AB-9D2B-E65C-4AB61AF90985}"/>
              </a:ext>
            </a:extLst>
          </p:cNvPr>
          <p:cNvGrpSpPr/>
          <p:nvPr userDrawn="1"/>
        </p:nvGrpSpPr>
        <p:grpSpPr>
          <a:xfrm>
            <a:off x="265625" y="6323271"/>
            <a:ext cx="1249223" cy="369648"/>
            <a:chOff x="265625" y="6323271"/>
            <a:chExt cx="1249223" cy="369648"/>
          </a:xfrm>
          <a:solidFill>
            <a:srgbClr val="000000"/>
          </a:solidFill>
        </p:grpSpPr>
        <p:grpSp>
          <p:nvGrpSpPr>
            <p:cNvPr id="9" name="Graphic 8">
              <a:extLst>
                <a:ext uri="{FF2B5EF4-FFF2-40B4-BE49-F238E27FC236}">
                  <a16:creationId xmlns:a16="http://schemas.microsoft.com/office/drawing/2014/main" id="{ECF7C266-E1A2-13EE-A18D-9BDF378216CD}"/>
                </a:ext>
              </a:extLst>
            </p:cNvPr>
            <p:cNvGrpSpPr/>
            <p:nvPr/>
          </p:nvGrpSpPr>
          <p:grpSpPr>
            <a:xfrm>
              <a:off x="745455" y="6594444"/>
              <a:ext cx="722662" cy="98475"/>
              <a:chOff x="745455" y="6594444"/>
              <a:chExt cx="722662" cy="98475"/>
            </a:xfrm>
            <a:solidFill>
              <a:srgbClr val="000000"/>
            </a:solidFill>
          </p:grpSpPr>
          <p:sp>
            <p:nvSpPr>
              <p:cNvPr id="19" name="Freeform 130">
                <a:extLst>
                  <a:ext uri="{FF2B5EF4-FFF2-40B4-BE49-F238E27FC236}">
                    <a16:creationId xmlns:a16="http://schemas.microsoft.com/office/drawing/2014/main" id="{7539B4E9-A595-F1CA-C721-BF25DB7A51B2}"/>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0" name="Freeform 131">
                <a:extLst>
                  <a:ext uri="{FF2B5EF4-FFF2-40B4-BE49-F238E27FC236}">
                    <a16:creationId xmlns:a16="http://schemas.microsoft.com/office/drawing/2014/main" id="{F3810F62-BFA7-1D90-525D-5B1BC7AFAD13}"/>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1" name="Freeform 132">
                <a:extLst>
                  <a:ext uri="{FF2B5EF4-FFF2-40B4-BE49-F238E27FC236}">
                    <a16:creationId xmlns:a16="http://schemas.microsoft.com/office/drawing/2014/main" id="{AD9C223A-C061-2C73-4FFD-1010DF5B0ABE}"/>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2" name="Freeform 133">
                <a:extLst>
                  <a:ext uri="{FF2B5EF4-FFF2-40B4-BE49-F238E27FC236}">
                    <a16:creationId xmlns:a16="http://schemas.microsoft.com/office/drawing/2014/main" id="{7040F64B-C60D-060A-4B8C-C4CD036F6EBD}"/>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3" name="Freeform 134">
                <a:extLst>
                  <a:ext uri="{FF2B5EF4-FFF2-40B4-BE49-F238E27FC236}">
                    <a16:creationId xmlns:a16="http://schemas.microsoft.com/office/drawing/2014/main" id="{09A88873-A4F9-02A7-5E7A-9F2FA1117708}"/>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4" name="Freeform 135">
                <a:extLst>
                  <a:ext uri="{FF2B5EF4-FFF2-40B4-BE49-F238E27FC236}">
                    <a16:creationId xmlns:a16="http://schemas.microsoft.com/office/drawing/2014/main" id="{F78BCDA8-2691-FD35-4B37-9FB39CAA7CA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5" name="Freeform 136">
                <a:extLst>
                  <a:ext uri="{FF2B5EF4-FFF2-40B4-BE49-F238E27FC236}">
                    <a16:creationId xmlns:a16="http://schemas.microsoft.com/office/drawing/2014/main" id="{F3712F08-6CF8-260E-1F86-60A5072C74A0}"/>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26" name="Freeform 137">
                <a:extLst>
                  <a:ext uri="{FF2B5EF4-FFF2-40B4-BE49-F238E27FC236}">
                    <a16:creationId xmlns:a16="http://schemas.microsoft.com/office/drawing/2014/main" id="{F5DF81EB-99C8-39DA-8D3B-8F733F4F3DF5}"/>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27" name="Freeform 138">
                <a:extLst>
                  <a:ext uri="{FF2B5EF4-FFF2-40B4-BE49-F238E27FC236}">
                    <a16:creationId xmlns:a16="http://schemas.microsoft.com/office/drawing/2014/main" id="{4AE06F7E-B10E-FD05-4338-735CA86D8AF9}"/>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139">
                <a:extLst>
                  <a:ext uri="{FF2B5EF4-FFF2-40B4-BE49-F238E27FC236}">
                    <a16:creationId xmlns:a16="http://schemas.microsoft.com/office/drawing/2014/main" id="{09B67B90-B9B8-3945-182B-435BD29BC93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10" name="Graphic 8">
              <a:extLst>
                <a:ext uri="{FF2B5EF4-FFF2-40B4-BE49-F238E27FC236}">
                  <a16:creationId xmlns:a16="http://schemas.microsoft.com/office/drawing/2014/main" id="{430F2F4C-84E4-604F-E564-5FD93C0E350D}"/>
                </a:ext>
              </a:extLst>
            </p:cNvPr>
            <p:cNvGrpSpPr/>
            <p:nvPr/>
          </p:nvGrpSpPr>
          <p:grpSpPr>
            <a:xfrm>
              <a:off x="265625" y="6323271"/>
              <a:ext cx="1249223" cy="190348"/>
              <a:chOff x="265625" y="6323271"/>
              <a:chExt cx="1249223" cy="190348"/>
            </a:xfrm>
            <a:solidFill>
              <a:srgbClr val="000000"/>
            </a:solidFill>
          </p:grpSpPr>
          <p:sp>
            <p:nvSpPr>
              <p:cNvPr id="11" name="Freeform 57">
                <a:extLst>
                  <a:ext uri="{FF2B5EF4-FFF2-40B4-BE49-F238E27FC236}">
                    <a16:creationId xmlns:a16="http://schemas.microsoft.com/office/drawing/2014/main" id="{D4C6103E-A87F-20FE-B9BE-85C022A4FCC8}"/>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2" name="Freeform 58">
                <a:extLst>
                  <a:ext uri="{FF2B5EF4-FFF2-40B4-BE49-F238E27FC236}">
                    <a16:creationId xmlns:a16="http://schemas.microsoft.com/office/drawing/2014/main" id="{45F2586A-C91C-2B4E-BD24-C10D626E487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3" name="Freeform 59">
                <a:extLst>
                  <a:ext uri="{FF2B5EF4-FFF2-40B4-BE49-F238E27FC236}">
                    <a16:creationId xmlns:a16="http://schemas.microsoft.com/office/drawing/2014/main" id="{066F603A-0CF7-D042-569F-2187C641F059}"/>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4" name="Freeform 60">
                <a:extLst>
                  <a:ext uri="{FF2B5EF4-FFF2-40B4-BE49-F238E27FC236}">
                    <a16:creationId xmlns:a16="http://schemas.microsoft.com/office/drawing/2014/main" id="{4CCEAF0D-6756-2DCD-BE90-744F1AEC094B}"/>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6" name="Freeform 61">
                <a:extLst>
                  <a:ext uri="{FF2B5EF4-FFF2-40B4-BE49-F238E27FC236}">
                    <a16:creationId xmlns:a16="http://schemas.microsoft.com/office/drawing/2014/main" id="{A2C66ACE-1E68-2C18-1774-49761E17EF11}"/>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7" name="Freeform 62">
                <a:extLst>
                  <a:ext uri="{FF2B5EF4-FFF2-40B4-BE49-F238E27FC236}">
                    <a16:creationId xmlns:a16="http://schemas.microsoft.com/office/drawing/2014/main" id="{509938C4-2C1C-BF8C-2590-57193AB38A40}"/>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8" name="Freeform 129">
                <a:extLst>
                  <a:ext uri="{FF2B5EF4-FFF2-40B4-BE49-F238E27FC236}">
                    <a16:creationId xmlns:a16="http://schemas.microsoft.com/office/drawing/2014/main" id="{A6845E6C-2E3F-3279-C86B-E2FD8864CB58}"/>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grpSp>
        <p:nvGrpSpPr>
          <p:cNvPr id="29" name="Graphic 8">
            <a:extLst>
              <a:ext uri="{FF2B5EF4-FFF2-40B4-BE49-F238E27FC236}">
                <a16:creationId xmlns:a16="http://schemas.microsoft.com/office/drawing/2014/main" id="{36A9DE32-D381-0B93-00A4-300CBF26D168}"/>
              </a:ext>
            </a:extLst>
          </p:cNvPr>
          <p:cNvGrpSpPr/>
          <p:nvPr userDrawn="1"/>
        </p:nvGrpSpPr>
        <p:grpSpPr>
          <a:xfrm>
            <a:off x="265625" y="6323271"/>
            <a:ext cx="1249223" cy="369648"/>
            <a:chOff x="265625" y="6323271"/>
            <a:chExt cx="1249223" cy="369648"/>
          </a:xfrm>
          <a:solidFill>
            <a:srgbClr val="000000"/>
          </a:solidFill>
        </p:grpSpPr>
        <p:grpSp>
          <p:nvGrpSpPr>
            <p:cNvPr id="30" name="Graphic 8">
              <a:extLst>
                <a:ext uri="{FF2B5EF4-FFF2-40B4-BE49-F238E27FC236}">
                  <a16:creationId xmlns:a16="http://schemas.microsoft.com/office/drawing/2014/main" id="{6A9C07A6-12B3-BB81-8DB4-27D12B980CAA}"/>
                </a:ext>
              </a:extLst>
            </p:cNvPr>
            <p:cNvGrpSpPr/>
            <p:nvPr/>
          </p:nvGrpSpPr>
          <p:grpSpPr>
            <a:xfrm>
              <a:off x="745455" y="6594444"/>
              <a:ext cx="722662" cy="98475"/>
              <a:chOff x="745455" y="6594444"/>
              <a:chExt cx="722662" cy="98475"/>
            </a:xfrm>
            <a:solidFill>
              <a:srgbClr val="000000"/>
            </a:solidFill>
          </p:grpSpPr>
          <p:sp>
            <p:nvSpPr>
              <p:cNvPr id="39" name="Freeform 46">
                <a:extLst>
                  <a:ext uri="{FF2B5EF4-FFF2-40B4-BE49-F238E27FC236}">
                    <a16:creationId xmlns:a16="http://schemas.microsoft.com/office/drawing/2014/main" id="{37509C6F-021A-7933-7DD0-E89B0216BF77}"/>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0" name="Freeform 47">
                <a:extLst>
                  <a:ext uri="{FF2B5EF4-FFF2-40B4-BE49-F238E27FC236}">
                    <a16:creationId xmlns:a16="http://schemas.microsoft.com/office/drawing/2014/main" id="{E18F6B23-213C-0C6F-D135-D4D2D62937D2}"/>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41" name="Freeform 48">
                <a:extLst>
                  <a:ext uri="{FF2B5EF4-FFF2-40B4-BE49-F238E27FC236}">
                    <a16:creationId xmlns:a16="http://schemas.microsoft.com/office/drawing/2014/main" id="{17CF02F5-9006-69D3-DA44-C5E6D1D8422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42" name="Freeform 49">
                <a:extLst>
                  <a:ext uri="{FF2B5EF4-FFF2-40B4-BE49-F238E27FC236}">
                    <a16:creationId xmlns:a16="http://schemas.microsoft.com/office/drawing/2014/main" id="{DDF9F94C-FA5C-A519-6ED9-B249F1B1A228}"/>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43" name="Freeform 50">
                <a:extLst>
                  <a:ext uri="{FF2B5EF4-FFF2-40B4-BE49-F238E27FC236}">
                    <a16:creationId xmlns:a16="http://schemas.microsoft.com/office/drawing/2014/main" id="{345B7B9D-7B42-B4E7-730D-5919A2E4E76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44" name="Freeform 51">
                <a:extLst>
                  <a:ext uri="{FF2B5EF4-FFF2-40B4-BE49-F238E27FC236}">
                    <a16:creationId xmlns:a16="http://schemas.microsoft.com/office/drawing/2014/main" id="{EDECCBE7-AC54-5606-E78D-115D67BC5FC9}"/>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45" name="Freeform 63">
                <a:extLst>
                  <a:ext uri="{FF2B5EF4-FFF2-40B4-BE49-F238E27FC236}">
                    <a16:creationId xmlns:a16="http://schemas.microsoft.com/office/drawing/2014/main" id="{BD1CE2B9-7CD8-00BE-53F4-A2E51E3366DA}"/>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46" name="Freeform 64">
                <a:extLst>
                  <a:ext uri="{FF2B5EF4-FFF2-40B4-BE49-F238E27FC236}">
                    <a16:creationId xmlns:a16="http://schemas.microsoft.com/office/drawing/2014/main" id="{0F5CFCD4-5693-874A-4A41-6D1CF7930D56}"/>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47" name="Freeform 65">
                <a:extLst>
                  <a:ext uri="{FF2B5EF4-FFF2-40B4-BE49-F238E27FC236}">
                    <a16:creationId xmlns:a16="http://schemas.microsoft.com/office/drawing/2014/main" id="{B52712D3-017E-D525-E74A-234810DE92AB}"/>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48" name="Freeform 66">
                <a:extLst>
                  <a:ext uri="{FF2B5EF4-FFF2-40B4-BE49-F238E27FC236}">
                    <a16:creationId xmlns:a16="http://schemas.microsoft.com/office/drawing/2014/main" id="{F0351A4F-15B0-7E77-3E08-6BA1437B7A52}"/>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1" name="Graphic 8">
              <a:extLst>
                <a:ext uri="{FF2B5EF4-FFF2-40B4-BE49-F238E27FC236}">
                  <a16:creationId xmlns:a16="http://schemas.microsoft.com/office/drawing/2014/main" id="{97A54B62-9E00-6AD8-E660-D86088586CFB}"/>
                </a:ext>
              </a:extLst>
            </p:cNvPr>
            <p:cNvGrpSpPr/>
            <p:nvPr/>
          </p:nvGrpSpPr>
          <p:grpSpPr>
            <a:xfrm>
              <a:off x="265625" y="6323271"/>
              <a:ext cx="1249223" cy="190348"/>
              <a:chOff x="265625" y="6323271"/>
              <a:chExt cx="1249223" cy="190348"/>
            </a:xfrm>
            <a:solidFill>
              <a:srgbClr val="000000"/>
            </a:solidFill>
          </p:grpSpPr>
          <p:sp>
            <p:nvSpPr>
              <p:cNvPr id="32" name="Freeform 39">
                <a:extLst>
                  <a:ext uri="{FF2B5EF4-FFF2-40B4-BE49-F238E27FC236}">
                    <a16:creationId xmlns:a16="http://schemas.microsoft.com/office/drawing/2014/main" id="{23EFD307-0C04-F22A-22E0-7BB4A43DD178}"/>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33" name="Freeform 40">
                <a:extLst>
                  <a:ext uri="{FF2B5EF4-FFF2-40B4-BE49-F238E27FC236}">
                    <a16:creationId xmlns:a16="http://schemas.microsoft.com/office/drawing/2014/main" id="{1D2C1228-3EC5-E812-39CF-A109F695D40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34" name="Freeform 41">
                <a:extLst>
                  <a:ext uri="{FF2B5EF4-FFF2-40B4-BE49-F238E27FC236}">
                    <a16:creationId xmlns:a16="http://schemas.microsoft.com/office/drawing/2014/main" id="{290DD39C-7983-9110-395A-58608A3F7645}"/>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35" name="Freeform 42">
                <a:extLst>
                  <a:ext uri="{FF2B5EF4-FFF2-40B4-BE49-F238E27FC236}">
                    <a16:creationId xmlns:a16="http://schemas.microsoft.com/office/drawing/2014/main" id="{C78AA538-F08A-3687-ACDD-1B16B5BDF6D6}"/>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36" name="Freeform 43">
                <a:extLst>
                  <a:ext uri="{FF2B5EF4-FFF2-40B4-BE49-F238E27FC236}">
                    <a16:creationId xmlns:a16="http://schemas.microsoft.com/office/drawing/2014/main" id="{5CF89995-A3D5-E107-184C-484B5D079531}"/>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37" name="Freeform 44">
                <a:extLst>
                  <a:ext uri="{FF2B5EF4-FFF2-40B4-BE49-F238E27FC236}">
                    <a16:creationId xmlns:a16="http://schemas.microsoft.com/office/drawing/2014/main" id="{889C72A9-67B2-3E28-33EA-172D28A24905}"/>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38" name="Freeform 45">
                <a:extLst>
                  <a:ext uri="{FF2B5EF4-FFF2-40B4-BE49-F238E27FC236}">
                    <a16:creationId xmlns:a16="http://schemas.microsoft.com/office/drawing/2014/main" id="{D96A0CD1-CBF6-DE6C-99F4-7D7354A880DF}"/>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375766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p:cSld name="Quote – Leaf">
    <p:spTree>
      <p:nvGrpSpPr>
        <p:cNvPr id="1" name=""/>
        <p:cNvGrpSpPr/>
        <p:nvPr/>
      </p:nvGrpSpPr>
      <p:grpSpPr>
        <a:xfrm>
          <a:off x="0" y="0"/>
          <a:ext cx="0" cy="0"/>
          <a:chOff x="0" y="0"/>
          <a:chExt cx="0" cy="0"/>
        </a:xfrm>
      </p:grpSpPr>
      <p:sp>
        <p:nvSpPr>
          <p:cNvPr id="21" name="Text Placeholder 7">
            <a:extLst>
              <a:ext uri="{FF2B5EF4-FFF2-40B4-BE49-F238E27FC236}">
                <a16:creationId xmlns:a16="http://schemas.microsoft.com/office/drawing/2014/main" id="{608D3F09-D706-3940-8906-CE0F09AC4BB6}"/>
              </a:ext>
            </a:extLst>
          </p:cNvPr>
          <p:cNvSpPr>
            <a:spLocks noGrp="1"/>
          </p:cNvSpPr>
          <p:nvPr>
            <p:ph type="body" sz="quarter" idx="16" hasCustomPrompt="1"/>
          </p:nvPr>
        </p:nvSpPr>
        <p:spPr>
          <a:xfrm>
            <a:off x="438912" y="1600200"/>
            <a:ext cx="5413248" cy="3200400"/>
          </a:xfrm>
        </p:spPr>
        <p:txBody>
          <a:bodyPr anchor="b"/>
          <a:lstStyle>
            <a:lvl1pPr marL="169863" indent="-169863">
              <a:buClrTx/>
              <a:buSzPct val="100000"/>
              <a:buFont typeface="Arial" panose="020B0604020202020204" pitchFamily="34" charset="0"/>
              <a:buChar char="“"/>
              <a:defRPr sz="2800">
                <a:solidFill>
                  <a:schemeClr val="accent2"/>
                </a:solidFill>
              </a:defRPr>
            </a:lvl1pPr>
            <a:lvl2pPr marL="457200" indent="-184150">
              <a:buClrTx/>
              <a:buFont typeface="Arial" panose="020B0604020202020204" pitchFamily="34" charset="0"/>
              <a:buChar char="“"/>
              <a:defRPr>
                <a:solidFill>
                  <a:schemeClr val="bg1"/>
                </a:solidFill>
              </a:defRPr>
            </a:lvl2pPr>
            <a:lvl3pPr marL="744538" indent="-169863">
              <a:buClrTx/>
              <a:buFont typeface="Arial" panose="020B0604020202020204" pitchFamily="34" charset="0"/>
              <a:buChar char="“"/>
              <a:defRPr>
                <a:solidFill>
                  <a:schemeClr val="bg1"/>
                </a:solidFill>
              </a:defRPr>
            </a:lvl3pPr>
            <a:lvl4pPr marL="969963" indent="-166688">
              <a:buClrTx/>
              <a:buFont typeface="Arial" panose="020B0604020202020204" pitchFamily="34" charset="0"/>
              <a:buChar char="“"/>
              <a:defRPr>
                <a:solidFill>
                  <a:schemeClr val="bg1"/>
                </a:solidFill>
              </a:defRPr>
            </a:lvl4pPr>
            <a:lvl5pPr marL="1143000" indent="-138113">
              <a:buClrTx/>
              <a:buFont typeface="Arial" panose="020B0604020202020204" pitchFamily="34" charset="0"/>
              <a:buChar char="“"/>
              <a:defRPr>
                <a:solidFill>
                  <a:schemeClr val="bg1"/>
                </a:solidFill>
              </a:defRPr>
            </a:lvl5pPr>
          </a:lstStyle>
          <a:p>
            <a:pPr lvl="0"/>
            <a:r>
              <a:rPr lang="en-US" dirty="0"/>
              <a:t>Quote text on left, green parallelograms on the right.”</a:t>
            </a:r>
          </a:p>
        </p:txBody>
      </p:sp>
      <p:sp>
        <p:nvSpPr>
          <p:cNvPr id="19" name="Text Placeholder 10">
            <a:extLst>
              <a:ext uri="{FF2B5EF4-FFF2-40B4-BE49-F238E27FC236}">
                <a16:creationId xmlns:a16="http://schemas.microsoft.com/office/drawing/2014/main" id="{C1E51E88-6733-7942-B20E-2C56F8B2ED21}"/>
              </a:ext>
            </a:extLst>
          </p:cNvPr>
          <p:cNvSpPr>
            <a:spLocks noGrp="1"/>
          </p:cNvSpPr>
          <p:nvPr>
            <p:ph type="body" sz="quarter" idx="17" hasCustomPrompt="1"/>
          </p:nvPr>
        </p:nvSpPr>
        <p:spPr>
          <a:xfrm>
            <a:off x="612648" y="5065776"/>
            <a:ext cx="4581144" cy="274320"/>
          </a:xfrm>
        </p:spPr>
        <p:txBody>
          <a:bodyPr/>
          <a:lstStyle>
            <a:lvl1pPr>
              <a:defRPr sz="1800">
                <a:solidFill>
                  <a:schemeClr val="tx1"/>
                </a:solidFill>
              </a:defRPr>
            </a:lvl1pPr>
          </a:lstStyle>
          <a:p>
            <a:pPr lvl="0"/>
            <a:r>
              <a:rPr lang="en-US" dirty="0"/>
              <a:t>Source Name</a:t>
            </a:r>
          </a:p>
        </p:txBody>
      </p:sp>
      <p:sp>
        <p:nvSpPr>
          <p:cNvPr id="11" name="Picture Placeholder 11" descr="logo placeholder: click to insert logo or delete box if not needed">
            <a:extLst>
              <a:ext uri="{FF2B5EF4-FFF2-40B4-BE49-F238E27FC236}">
                <a16:creationId xmlns:a16="http://schemas.microsoft.com/office/drawing/2014/main" id="{90CA8A2D-22C2-3546-ACA3-B76C2A2C9541}"/>
              </a:ext>
            </a:extLst>
          </p:cNvPr>
          <p:cNvSpPr>
            <a:spLocks noGrp="1"/>
          </p:cNvSpPr>
          <p:nvPr>
            <p:ph type="pic" sz="quarter" idx="4294967295" hasCustomPrompt="1"/>
          </p:nvPr>
        </p:nvSpPr>
        <p:spPr>
          <a:xfrm>
            <a:off x="8925484" y="4619335"/>
            <a:ext cx="2740025" cy="1371600"/>
          </a:xfrm>
        </p:spPr>
        <p:txBody>
          <a:bodyPr/>
          <a:lstStyle/>
          <a:p>
            <a:r>
              <a:rPr lang="en-US" dirty="0"/>
              <a:t>Click to insert logo or delete box if not needed</a:t>
            </a:r>
          </a:p>
        </p:txBody>
      </p:sp>
      <p:sp>
        <p:nvSpPr>
          <p:cNvPr id="17" name="page number">
            <a:extLst>
              <a:ext uri="{FF2B5EF4-FFF2-40B4-BE49-F238E27FC236}">
                <a16:creationId xmlns:a16="http://schemas.microsoft.com/office/drawing/2014/main" id="{81F6B6E3-D446-FF48-A968-0E6ED9485DE5}"/>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grpSp>
        <p:nvGrpSpPr>
          <p:cNvPr id="5" name="Graphic 8">
            <a:extLst>
              <a:ext uri="{FF2B5EF4-FFF2-40B4-BE49-F238E27FC236}">
                <a16:creationId xmlns:a16="http://schemas.microsoft.com/office/drawing/2014/main" id="{C621A2F7-988C-ED6D-1AAA-CEAF06253999}"/>
              </a:ext>
            </a:extLst>
          </p:cNvPr>
          <p:cNvGrpSpPr/>
          <p:nvPr/>
        </p:nvGrpSpPr>
        <p:grpSpPr>
          <a:xfrm>
            <a:off x="265625" y="6323271"/>
            <a:ext cx="1249223" cy="369648"/>
            <a:chOff x="265625" y="6323271"/>
            <a:chExt cx="1249223" cy="369648"/>
          </a:xfrm>
          <a:solidFill>
            <a:srgbClr val="000000"/>
          </a:solidFill>
        </p:grpSpPr>
        <p:grpSp>
          <p:nvGrpSpPr>
            <p:cNvPr id="6" name="Graphic 8">
              <a:extLst>
                <a:ext uri="{FF2B5EF4-FFF2-40B4-BE49-F238E27FC236}">
                  <a16:creationId xmlns:a16="http://schemas.microsoft.com/office/drawing/2014/main" id="{4A6ACE21-0A03-EC70-5DBC-8E24FC06ADF2}"/>
                </a:ext>
              </a:extLst>
            </p:cNvPr>
            <p:cNvGrpSpPr/>
            <p:nvPr/>
          </p:nvGrpSpPr>
          <p:grpSpPr>
            <a:xfrm>
              <a:off x="745455" y="6594444"/>
              <a:ext cx="722662" cy="98475"/>
              <a:chOff x="745455" y="6594444"/>
              <a:chExt cx="722662" cy="98475"/>
            </a:xfrm>
            <a:solidFill>
              <a:srgbClr val="000000"/>
            </a:solidFill>
          </p:grpSpPr>
          <p:sp>
            <p:nvSpPr>
              <p:cNvPr id="20" name="Freeform 19">
                <a:extLst>
                  <a:ext uri="{FF2B5EF4-FFF2-40B4-BE49-F238E27FC236}">
                    <a16:creationId xmlns:a16="http://schemas.microsoft.com/office/drawing/2014/main" id="{EE83912F-EA49-AA8F-3B48-225EEF2EA8BC}"/>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CCD1DC55-84B7-B92A-BCFA-DFC508914BD4}"/>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9C7F5544-2C4C-9EB4-BFC3-2118CC2F9BEA}"/>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8F4FBC32-8CCB-A8DE-008D-E983BC49C597}"/>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B4DB09DF-6B90-E805-64A1-73441DB3E36E}"/>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CE5B325E-5171-7178-FE92-B40E2F02AF4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601EA8AE-D6A6-69F1-6D6F-08D9ABD7A248}"/>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313CAF36-8DCE-BF49-8252-4504197E4A92}"/>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53212E81-53F5-5829-40FB-278F96FDFA6C}"/>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3338560F-F08F-341E-96FD-FB179B1E809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7" name="Graphic 8">
              <a:extLst>
                <a:ext uri="{FF2B5EF4-FFF2-40B4-BE49-F238E27FC236}">
                  <a16:creationId xmlns:a16="http://schemas.microsoft.com/office/drawing/2014/main" id="{DC09D6A6-FC34-3B36-E8EC-98961A5FA1BD}"/>
                </a:ext>
              </a:extLst>
            </p:cNvPr>
            <p:cNvGrpSpPr/>
            <p:nvPr/>
          </p:nvGrpSpPr>
          <p:grpSpPr>
            <a:xfrm>
              <a:off x="265625" y="6323271"/>
              <a:ext cx="1249223" cy="190348"/>
              <a:chOff x="265625" y="6323271"/>
              <a:chExt cx="1249223" cy="190348"/>
            </a:xfrm>
            <a:solidFill>
              <a:srgbClr val="000000"/>
            </a:solidFill>
          </p:grpSpPr>
          <p:sp>
            <p:nvSpPr>
              <p:cNvPr id="8" name="Freeform 7">
                <a:extLst>
                  <a:ext uri="{FF2B5EF4-FFF2-40B4-BE49-F238E27FC236}">
                    <a16:creationId xmlns:a16="http://schemas.microsoft.com/office/drawing/2014/main" id="{9CCE1282-066F-6767-9D2B-FE3B24B48F39}"/>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9" name="Freeform 8">
                <a:extLst>
                  <a:ext uri="{FF2B5EF4-FFF2-40B4-BE49-F238E27FC236}">
                    <a16:creationId xmlns:a16="http://schemas.microsoft.com/office/drawing/2014/main" id="{87A55781-F6F4-75D8-D30A-EFE0009E6C3A}"/>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0" name="Freeform 9">
                <a:extLst>
                  <a:ext uri="{FF2B5EF4-FFF2-40B4-BE49-F238E27FC236}">
                    <a16:creationId xmlns:a16="http://schemas.microsoft.com/office/drawing/2014/main" id="{06E5A16E-7654-E118-45E7-5CF8ECB9510D}"/>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2" name="Freeform 11">
                <a:extLst>
                  <a:ext uri="{FF2B5EF4-FFF2-40B4-BE49-F238E27FC236}">
                    <a16:creationId xmlns:a16="http://schemas.microsoft.com/office/drawing/2014/main" id="{5416A2B2-8CB4-B23D-B227-F3FAAF99834D}"/>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03A1E132-C6A0-D3F7-1605-AAC4E663D921}"/>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4" name="Freeform 13">
                <a:extLst>
                  <a:ext uri="{FF2B5EF4-FFF2-40B4-BE49-F238E27FC236}">
                    <a16:creationId xmlns:a16="http://schemas.microsoft.com/office/drawing/2014/main" id="{03331D7F-C33C-F017-A7E8-936854F6A83C}"/>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D1EAD065-3541-65E6-D334-D9E34E0883DA}"/>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48" name="Freeform: Shape 47">
            <a:extLst>
              <a:ext uri="{FF2B5EF4-FFF2-40B4-BE49-F238E27FC236}">
                <a16:creationId xmlns:a16="http://schemas.microsoft.com/office/drawing/2014/main" id="{659E5035-F2CA-5C90-AD93-9207A8ED2F62}"/>
              </a:ext>
            </a:extLst>
          </p:cNvPr>
          <p:cNvSpPr/>
          <p:nvPr userDrawn="1"/>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45000">
                <a:srgbClr val="299B75"/>
              </a:gs>
              <a:gs pos="80000">
                <a:srgbClr val="61A30E"/>
              </a:gs>
            </a:gsLst>
            <a:lin ang="0" scaled="1"/>
          </a:gradFill>
          <a:ln w="0" cap="flat">
            <a:noFill/>
            <a:prstDash val="solid"/>
            <a:miter/>
          </a:ln>
        </p:spPr>
        <p:txBody>
          <a:bodyPr rtlCol="0" anchor="ctr"/>
          <a:lstStyle/>
          <a:p>
            <a:endParaRPr lang="en-US" dirty="0"/>
          </a:p>
        </p:txBody>
      </p:sp>
      <p:sp>
        <p:nvSpPr>
          <p:cNvPr id="34" name="page number">
            <a:extLst>
              <a:ext uri="{FF2B5EF4-FFF2-40B4-BE49-F238E27FC236}">
                <a16:creationId xmlns:a16="http://schemas.microsoft.com/office/drawing/2014/main" id="{81F6B6E3-D446-FF48-A968-0E6ED9485DE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grpSp>
        <p:nvGrpSpPr>
          <p:cNvPr id="37" name="Graphic 8">
            <a:extLst>
              <a:ext uri="{FF2B5EF4-FFF2-40B4-BE49-F238E27FC236}">
                <a16:creationId xmlns:a16="http://schemas.microsoft.com/office/drawing/2014/main" id="{C621A2F7-988C-ED6D-1AAA-CEAF06253999}"/>
              </a:ext>
            </a:extLst>
          </p:cNvPr>
          <p:cNvGrpSpPr/>
          <p:nvPr userDrawn="1"/>
        </p:nvGrpSpPr>
        <p:grpSpPr>
          <a:xfrm>
            <a:off x="265625" y="6323271"/>
            <a:ext cx="1249223" cy="369648"/>
            <a:chOff x="265625" y="6323271"/>
            <a:chExt cx="1249223" cy="369648"/>
          </a:xfrm>
          <a:solidFill>
            <a:srgbClr val="000000"/>
          </a:solidFill>
        </p:grpSpPr>
        <p:grpSp>
          <p:nvGrpSpPr>
            <p:cNvPr id="38" name="Graphic 8">
              <a:extLst>
                <a:ext uri="{FF2B5EF4-FFF2-40B4-BE49-F238E27FC236}">
                  <a16:creationId xmlns:a16="http://schemas.microsoft.com/office/drawing/2014/main" id="{4A6ACE21-0A03-EC70-5DBC-8E24FC06ADF2}"/>
                </a:ext>
              </a:extLst>
            </p:cNvPr>
            <p:cNvGrpSpPr/>
            <p:nvPr/>
          </p:nvGrpSpPr>
          <p:grpSpPr>
            <a:xfrm>
              <a:off x="745455" y="6594444"/>
              <a:ext cx="722662" cy="98475"/>
              <a:chOff x="745455" y="6594444"/>
              <a:chExt cx="722662" cy="98475"/>
            </a:xfrm>
            <a:solidFill>
              <a:srgbClr val="000000"/>
            </a:solidFill>
          </p:grpSpPr>
          <p:sp>
            <p:nvSpPr>
              <p:cNvPr id="49" name="Freeform 48">
                <a:extLst>
                  <a:ext uri="{FF2B5EF4-FFF2-40B4-BE49-F238E27FC236}">
                    <a16:creationId xmlns:a16="http://schemas.microsoft.com/office/drawing/2014/main" id="{EE83912F-EA49-AA8F-3B48-225EEF2EA8BC}"/>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CCD1DC55-84B7-B92A-BCFA-DFC508914BD4}"/>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9C7F5544-2C4C-9EB4-BFC3-2118CC2F9BEA}"/>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8F4FBC32-8CCB-A8DE-008D-E983BC49C597}"/>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B4DB09DF-6B90-E805-64A1-73441DB3E36E}"/>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CE5B325E-5171-7178-FE92-B40E2F02AF4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601EA8AE-D6A6-69F1-6D6F-08D9ABD7A248}"/>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313CAF36-8DCE-BF49-8252-4504197E4A92}"/>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53212E81-53F5-5829-40FB-278F96FDFA6C}"/>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8" name="Freeform 57">
                <a:extLst>
                  <a:ext uri="{FF2B5EF4-FFF2-40B4-BE49-F238E27FC236}">
                    <a16:creationId xmlns:a16="http://schemas.microsoft.com/office/drawing/2014/main" id="{3338560F-F08F-341E-96FD-FB179B1E809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9" name="Graphic 8">
              <a:extLst>
                <a:ext uri="{FF2B5EF4-FFF2-40B4-BE49-F238E27FC236}">
                  <a16:creationId xmlns:a16="http://schemas.microsoft.com/office/drawing/2014/main" id="{DC09D6A6-FC34-3B36-E8EC-98961A5FA1BD}"/>
                </a:ext>
              </a:extLst>
            </p:cNvPr>
            <p:cNvGrpSpPr/>
            <p:nvPr/>
          </p:nvGrpSpPr>
          <p:grpSpPr>
            <a:xfrm>
              <a:off x="265625" y="6323271"/>
              <a:ext cx="1249223" cy="190348"/>
              <a:chOff x="265625" y="6323271"/>
              <a:chExt cx="1249223" cy="190348"/>
            </a:xfrm>
            <a:solidFill>
              <a:srgbClr val="000000"/>
            </a:solidFill>
          </p:grpSpPr>
          <p:sp>
            <p:nvSpPr>
              <p:cNvPr id="40" name="Freeform 39">
                <a:extLst>
                  <a:ext uri="{FF2B5EF4-FFF2-40B4-BE49-F238E27FC236}">
                    <a16:creationId xmlns:a16="http://schemas.microsoft.com/office/drawing/2014/main" id="{9CCE1282-066F-6767-9D2B-FE3B24B48F39}"/>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87A55781-F6F4-75D8-D30A-EFE0009E6C3A}"/>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06E5A16E-7654-E118-45E7-5CF8ECB9510D}"/>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5416A2B2-8CB4-B23D-B227-F3FAAF99834D}"/>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03A1E132-C6A0-D3F7-1605-AAC4E663D921}"/>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03331D7F-C33C-F017-A7E8-936854F6A83C}"/>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D1EAD065-3541-65E6-D334-D9E34E0883DA}"/>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 name="TextBox 2">
            <a:extLst>
              <a:ext uri="{FF2B5EF4-FFF2-40B4-BE49-F238E27FC236}">
                <a16:creationId xmlns:a16="http://schemas.microsoft.com/office/drawing/2014/main" id="{A9A8E157-0B0B-6FF1-18E9-97BC0A1FEDB9}"/>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7299202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p:cSld name="Quote – Aqua">
    <p:spTree>
      <p:nvGrpSpPr>
        <p:cNvPr id="1" name=""/>
        <p:cNvGrpSpPr/>
        <p:nvPr/>
      </p:nvGrpSpPr>
      <p:grpSpPr>
        <a:xfrm>
          <a:off x="0" y="0"/>
          <a:ext cx="0" cy="0"/>
          <a:chOff x="0" y="0"/>
          <a:chExt cx="0" cy="0"/>
        </a:xfrm>
      </p:grpSpPr>
      <p:sp>
        <p:nvSpPr>
          <p:cNvPr id="33" name="Freeform: Shape 1">
            <a:extLst>
              <a:ext uri="{FF2B5EF4-FFF2-40B4-BE49-F238E27FC236}">
                <a16:creationId xmlns:a16="http://schemas.microsoft.com/office/drawing/2014/main" id="{A2B10396-5330-52E9-6CAB-81B94A8222ED}"/>
              </a:ext>
            </a:extLst>
          </p:cNvPr>
          <p:cNvSpPr/>
          <p:nvPr userDrawn="1"/>
        </p:nvSpPr>
        <p:spPr>
          <a:xfrm>
            <a:off x="0" y="0"/>
            <a:ext cx="12188825" cy="6033051"/>
          </a:xfrm>
          <a:custGeom>
            <a:avLst/>
            <a:gdLst>
              <a:gd name="connsiteX0" fmla="*/ 0 w 12197292"/>
              <a:gd name="connsiteY0" fmla="*/ 0 h 6041519"/>
              <a:gd name="connsiteX1" fmla="*/ 12197292 w 12197292"/>
              <a:gd name="connsiteY1" fmla="*/ 0 h 6041519"/>
              <a:gd name="connsiteX2" fmla="*/ 12197292 w 12197292"/>
              <a:gd name="connsiteY2" fmla="*/ 1911192 h 6041519"/>
              <a:gd name="connsiteX3" fmla="*/ 11193762 w 12197292"/>
              <a:gd name="connsiteY3" fmla="*/ 1911192 h 6041519"/>
              <a:gd name="connsiteX4" fmla="*/ 10074486 w 12197292"/>
              <a:gd name="connsiteY4" fmla="*/ 2374782 h 6041519"/>
              <a:gd name="connsiteX5" fmla="*/ 6871338 w 12197292"/>
              <a:gd name="connsiteY5" fmla="*/ 5577930 h 6041519"/>
              <a:gd name="connsiteX6" fmla="*/ 5752064 w 12197292"/>
              <a:gd name="connsiteY6" fmla="*/ 6041519 h 6041519"/>
              <a:gd name="connsiteX7" fmla="*/ 0 w 12197292"/>
              <a:gd name="connsiteY7" fmla="*/ 6041519 h 6041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7292" h="6041519">
                <a:moveTo>
                  <a:pt x="0" y="0"/>
                </a:moveTo>
                <a:lnTo>
                  <a:pt x="12197292" y="0"/>
                </a:lnTo>
                <a:lnTo>
                  <a:pt x="12197292" y="1911192"/>
                </a:lnTo>
                <a:lnTo>
                  <a:pt x="11193762" y="1911192"/>
                </a:lnTo>
                <a:cubicBezTo>
                  <a:pt x="10773986" y="1911192"/>
                  <a:pt x="10371368" y="2077963"/>
                  <a:pt x="10074486" y="2374782"/>
                </a:cubicBezTo>
                <a:lnTo>
                  <a:pt x="6871338" y="5577930"/>
                </a:lnTo>
                <a:cubicBezTo>
                  <a:pt x="6574521" y="5874749"/>
                  <a:pt x="6171901" y="6041519"/>
                  <a:pt x="5752064" y="6041519"/>
                </a:cubicBezTo>
                <a:lnTo>
                  <a:pt x="0" y="6041519"/>
                </a:lnTo>
                <a:close/>
              </a:path>
            </a:pathLst>
          </a:custGeom>
          <a:solidFill>
            <a:schemeClr val="bg1"/>
          </a:solidFill>
          <a:ln w="0" cap="flat">
            <a:noFill/>
            <a:prstDash val="solid"/>
            <a:miter/>
          </a:ln>
          <a:effectLst/>
        </p:spPr>
        <p:txBody>
          <a:bodyPr rtlCol="0" anchor="ctr"/>
          <a:lstStyle/>
          <a:p>
            <a:pPr lvl="0"/>
            <a:endParaRPr lang="en-US" dirty="0"/>
          </a:p>
        </p:txBody>
      </p:sp>
      <p:sp>
        <p:nvSpPr>
          <p:cNvPr id="15" name="Freeform: Shape 14">
            <a:extLst>
              <a:ext uri="{FF2B5EF4-FFF2-40B4-BE49-F238E27FC236}">
                <a16:creationId xmlns:a16="http://schemas.microsoft.com/office/drawing/2014/main" id="{61B00066-9E85-96DD-B59A-251D959E616C}"/>
              </a:ext>
            </a:extLst>
          </p:cNvPr>
          <p:cNvSpPr/>
          <p:nvPr/>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80000">
                <a:schemeClr val="accent2"/>
              </a:gs>
            </a:gsLst>
            <a:lin ang="0" scaled="1"/>
          </a:gradFill>
          <a:ln w="0" cap="flat">
            <a:noFill/>
            <a:prstDash val="solid"/>
            <a:miter/>
          </a:ln>
        </p:spPr>
        <p:txBody>
          <a:bodyPr rtlCol="0" anchor="ctr"/>
          <a:lstStyle/>
          <a:p>
            <a:endParaRPr lang="en-US" dirty="0"/>
          </a:p>
        </p:txBody>
      </p:sp>
      <p:sp>
        <p:nvSpPr>
          <p:cNvPr id="21" name="Text Placeholder 7">
            <a:extLst>
              <a:ext uri="{FF2B5EF4-FFF2-40B4-BE49-F238E27FC236}">
                <a16:creationId xmlns:a16="http://schemas.microsoft.com/office/drawing/2014/main" id="{608D3F09-D706-3940-8906-CE0F09AC4BB6}"/>
              </a:ext>
            </a:extLst>
          </p:cNvPr>
          <p:cNvSpPr>
            <a:spLocks noGrp="1"/>
          </p:cNvSpPr>
          <p:nvPr>
            <p:ph type="body" sz="quarter" idx="16" hasCustomPrompt="1"/>
          </p:nvPr>
        </p:nvSpPr>
        <p:spPr>
          <a:xfrm>
            <a:off x="438912" y="1600200"/>
            <a:ext cx="5413248" cy="3200400"/>
          </a:xfrm>
        </p:spPr>
        <p:txBody>
          <a:bodyPr anchor="b"/>
          <a:lstStyle>
            <a:lvl1pPr marL="169863" indent="-169863">
              <a:buClrTx/>
              <a:buSzPct val="100000"/>
              <a:buFont typeface="Arial" panose="020B0604020202020204" pitchFamily="34" charset="0"/>
              <a:buChar char="“"/>
              <a:defRPr sz="2800">
                <a:solidFill>
                  <a:schemeClr val="accent2"/>
                </a:solidFill>
              </a:defRPr>
            </a:lvl1pPr>
            <a:lvl2pPr marL="457200" indent="-184150">
              <a:buClrTx/>
              <a:buFont typeface="Arial" panose="020B0604020202020204" pitchFamily="34" charset="0"/>
              <a:buChar char="“"/>
              <a:defRPr>
                <a:solidFill>
                  <a:schemeClr val="bg1"/>
                </a:solidFill>
              </a:defRPr>
            </a:lvl2pPr>
            <a:lvl3pPr marL="744538" indent="-169863">
              <a:buClrTx/>
              <a:buFont typeface="Arial" panose="020B0604020202020204" pitchFamily="34" charset="0"/>
              <a:buChar char="“"/>
              <a:defRPr>
                <a:solidFill>
                  <a:schemeClr val="bg1"/>
                </a:solidFill>
              </a:defRPr>
            </a:lvl3pPr>
            <a:lvl4pPr marL="969963" indent="-166688">
              <a:buClrTx/>
              <a:buFont typeface="Arial" panose="020B0604020202020204" pitchFamily="34" charset="0"/>
              <a:buChar char="“"/>
              <a:defRPr>
                <a:solidFill>
                  <a:schemeClr val="bg1"/>
                </a:solidFill>
              </a:defRPr>
            </a:lvl4pPr>
            <a:lvl5pPr marL="1143000" indent="-138113">
              <a:buClrTx/>
              <a:buFont typeface="Arial" panose="020B0604020202020204" pitchFamily="34" charset="0"/>
              <a:buChar char="“"/>
              <a:defRPr>
                <a:solidFill>
                  <a:schemeClr val="bg1"/>
                </a:solidFill>
              </a:defRPr>
            </a:lvl5pPr>
          </a:lstStyle>
          <a:p>
            <a:pPr lvl="0"/>
            <a:r>
              <a:rPr lang="en-US"/>
              <a:t>Quote text on left, blue parallelograms on the right.”</a:t>
            </a:r>
          </a:p>
        </p:txBody>
      </p:sp>
      <p:sp>
        <p:nvSpPr>
          <p:cNvPr id="19" name="Text Placeholder 10">
            <a:extLst>
              <a:ext uri="{FF2B5EF4-FFF2-40B4-BE49-F238E27FC236}">
                <a16:creationId xmlns:a16="http://schemas.microsoft.com/office/drawing/2014/main" id="{C1E51E88-6733-7942-B20E-2C56F8B2ED21}"/>
              </a:ext>
            </a:extLst>
          </p:cNvPr>
          <p:cNvSpPr>
            <a:spLocks noGrp="1"/>
          </p:cNvSpPr>
          <p:nvPr>
            <p:ph type="body" sz="quarter" idx="17" hasCustomPrompt="1"/>
          </p:nvPr>
        </p:nvSpPr>
        <p:spPr>
          <a:xfrm>
            <a:off x="612648" y="5065776"/>
            <a:ext cx="4581144" cy="274320"/>
          </a:xfrm>
        </p:spPr>
        <p:txBody>
          <a:bodyPr/>
          <a:lstStyle>
            <a:lvl1pPr marL="285750" indent="-285750">
              <a:defRPr lang="en-US" sz="1800" kern="1200" dirty="0">
                <a:solidFill>
                  <a:schemeClr val="tx1"/>
                </a:solidFill>
                <a:latin typeface="+mn-lt"/>
                <a:ea typeface="+mn-ea"/>
                <a:cs typeface="+mn-cs"/>
              </a:defRPr>
            </a:lvl1pPr>
          </a:lstStyle>
          <a:p>
            <a:pPr marL="0" lvl="0" indent="0" algn="l" defTabSz="914400" rtl="0" eaLnBrk="1" latinLnBrk="0" hangingPunct="1">
              <a:lnSpc>
                <a:spcPct val="100000"/>
              </a:lnSpc>
              <a:spcBef>
                <a:spcPts val="1200"/>
              </a:spcBef>
              <a:buClr>
                <a:schemeClr val="tx1">
                  <a:lumMod val="60000"/>
                  <a:lumOff val="40000"/>
                </a:schemeClr>
              </a:buClr>
              <a:buSzPct val="90000"/>
              <a:buFont typeface="Arial" panose="020B0604020202020204" pitchFamily="34" charset="0"/>
              <a:buChar char="​"/>
            </a:pPr>
            <a:r>
              <a:rPr lang="en-US" dirty="0"/>
              <a:t>Source Name</a:t>
            </a:r>
          </a:p>
        </p:txBody>
      </p:sp>
      <p:sp>
        <p:nvSpPr>
          <p:cNvPr id="11" name="Picture Placeholder 11" descr="logo placeholder: click to insert logo or delete box if not needed">
            <a:extLst>
              <a:ext uri="{FF2B5EF4-FFF2-40B4-BE49-F238E27FC236}">
                <a16:creationId xmlns:a16="http://schemas.microsoft.com/office/drawing/2014/main" id="{A92ABA6C-6064-9743-BF58-8AB21015448D}"/>
              </a:ext>
            </a:extLst>
          </p:cNvPr>
          <p:cNvSpPr>
            <a:spLocks noGrp="1"/>
          </p:cNvSpPr>
          <p:nvPr>
            <p:ph type="pic" sz="quarter" idx="4294967295" hasCustomPrompt="1"/>
          </p:nvPr>
        </p:nvSpPr>
        <p:spPr>
          <a:xfrm>
            <a:off x="8925484" y="4619335"/>
            <a:ext cx="2740025" cy="1371600"/>
          </a:xfrm>
        </p:spPr>
        <p:txBody>
          <a:bodyPr/>
          <a:lstStyle/>
          <a:p>
            <a:r>
              <a:rPr lang="en-US" dirty="0"/>
              <a:t>Click to insert logo or delete box if not needed</a:t>
            </a:r>
          </a:p>
        </p:txBody>
      </p:sp>
      <p:sp>
        <p:nvSpPr>
          <p:cNvPr id="17" name="page number">
            <a:extLst>
              <a:ext uri="{FF2B5EF4-FFF2-40B4-BE49-F238E27FC236}">
                <a16:creationId xmlns:a16="http://schemas.microsoft.com/office/drawing/2014/main" id="{DBC60254-9AEC-2A49-ABD6-870EE5B97F6C}"/>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grpSp>
        <p:nvGrpSpPr>
          <p:cNvPr id="5" name="Graphic 8">
            <a:extLst>
              <a:ext uri="{FF2B5EF4-FFF2-40B4-BE49-F238E27FC236}">
                <a16:creationId xmlns:a16="http://schemas.microsoft.com/office/drawing/2014/main" id="{B4758132-41E7-3AF2-6888-E57AAB57C2D4}"/>
              </a:ext>
            </a:extLst>
          </p:cNvPr>
          <p:cNvGrpSpPr/>
          <p:nvPr/>
        </p:nvGrpSpPr>
        <p:grpSpPr>
          <a:xfrm>
            <a:off x="265625" y="6323271"/>
            <a:ext cx="1249223" cy="369648"/>
            <a:chOff x="265625" y="6323271"/>
            <a:chExt cx="1249223" cy="369648"/>
          </a:xfrm>
          <a:solidFill>
            <a:srgbClr val="000000"/>
          </a:solidFill>
        </p:grpSpPr>
        <p:grpSp>
          <p:nvGrpSpPr>
            <p:cNvPr id="6" name="Graphic 8">
              <a:extLst>
                <a:ext uri="{FF2B5EF4-FFF2-40B4-BE49-F238E27FC236}">
                  <a16:creationId xmlns:a16="http://schemas.microsoft.com/office/drawing/2014/main" id="{841EEAAB-23AC-D47F-388D-63F547C46C21}"/>
                </a:ext>
              </a:extLst>
            </p:cNvPr>
            <p:cNvGrpSpPr/>
            <p:nvPr/>
          </p:nvGrpSpPr>
          <p:grpSpPr>
            <a:xfrm>
              <a:off x="745455" y="6594444"/>
              <a:ext cx="722662" cy="98475"/>
              <a:chOff x="745455" y="6594444"/>
              <a:chExt cx="722662" cy="98475"/>
            </a:xfrm>
            <a:solidFill>
              <a:srgbClr val="000000"/>
            </a:solidFill>
          </p:grpSpPr>
          <p:sp>
            <p:nvSpPr>
              <p:cNvPr id="20" name="Freeform 19">
                <a:extLst>
                  <a:ext uri="{FF2B5EF4-FFF2-40B4-BE49-F238E27FC236}">
                    <a16:creationId xmlns:a16="http://schemas.microsoft.com/office/drawing/2014/main" id="{839177EB-25CC-E79E-A327-2BF623A161BE}"/>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B93DD2BC-5C52-5195-64BD-BFCD915CF82D}"/>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C90A28C3-198B-4594-AB38-1CE30B5D0214}"/>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E0E9C1D5-3541-16BA-CEE1-D36FB913E53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77E6E0D3-D668-DC02-6C5C-D264C0A21A06}"/>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0E12C13F-B40E-0E62-F7DF-0FA5A72F12BC}"/>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67D0ED2A-A79A-EDD1-6128-A2BB3C97035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18F3992B-F766-6C32-DA41-32FB6C066B84}"/>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86DC7707-25A9-7955-BDAC-5DF1F39C7B34}"/>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83F4BF48-49F0-33A3-0F4E-FEADBAE31AC5}"/>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7" name="Graphic 8">
              <a:extLst>
                <a:ext uri="{FF2B5EF4-FFF2-40B4-BE49-F238E27FC236}">
                  <a16:creationId xmlns:a16="http://schemas.microsoft.com/office/drawing/2014/main" id="{9F293A06-D73B-D05A-23FE-FA9269E430A6}"/>
                </a:ext>
              </a:extLst>
            </p:cNvPr>
            <p:cNvGrpSpPr/>
            <p:nvPr/>
          </p:nvGrpSpPr>
          <p:grpSpPr>
            <a:xfrm>
              <a:off x="265625" y="6323271"/>
              <a:ext cx="1249223" cy="190348"/>
              <a:chOff x="265625" y="6323271"/>
              <a:chExt cx="1249223" cy="190348"/>
            </a:xfrm>
            <a:solidFill>
              <a:srgbClr val="000000"/>
            </a:solidFill>
          </p:grpSpPr>
          <p:sp>
            <p:nvSpPr>
              <p:cNvPr id="8" name="Freeform 7">
                <a:extLst>
                  <a:ext uri="{FF2B5EF4-FFF2-40B4-BE49-F238E27FC236}">
                    <a16:creationId xmlns:a16="http://schemas.microsoft.com/office/drawing/2014/main" id="{2E537BBB-F233-E0B1-8E78-2148B6BFDBBE}"/>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9" name="Freeform 8">
                <a:extLst>
                  <a:ext uri="{FF2B5EF4-FFF2-40B4-BE49-F238E27FC236}">
                    <a16:creationId xmlns:a16="http://schemas.microsoft.com/office/drawing/2014/main" id="{642831E7-C031-4A62-CFCB-77A23B83A3F0}"/>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0" name="Freeform 9">
                <a:extLst>
                  <a:ext uri="{FF2B5EF4-FFF2-40B4-BE49-F238E27FC236}">
                    <a16:creationId xmlns:a16="http://schemas.microsoft.com/office/drawing/2014/main" id="{59491B63-148F-0FC2-21A9-ABC99A899BCD}"/>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2" name="Freeform 11">
                <a:extLst>
                  <a:ext uri="{FF2B5EF4-FFF2-40B4-BE49-F238E27FC236}">
                    <a16:creationId xmlns:a16="http://schemas.microsoft.com/office/drawing/2014/main" id="{00C0482C-FE70-D0EB-BC58-46565B7E646F}"/>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BA9FFF7A-6D39-6D56-9C49-47587F5E2D5F}"/>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4" name="Freeform 13">
                <a:extLst>
                  <a:ext uri="{FF2B5EF4-FFF2-40B4-BE49-F238E27FC236}">
                    <a16:creationId xmlns:a16="http://schemas.microsoft.com/office/drawing/2014/main" id="{C4F1373C-9ED7-35FB-11BE-D84A18B28D6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7237885B-F058-C3AD-B633-20EEB1A8AE27}"/>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5" name="page number">
            <a:extLst>
              <a:ext uri="{FF2B5EF4-FFF2-40B4-BE49-F238E27FC236}">
                <a16:creationId xmlns:a16="http://schemas.microsoft.com/office/drawing/2014/main" id="{DBC60254-9AEC-2A49-ABD6-870EE5B97F6C}"/>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grpSp>
        <p:nvGrpSpPr>
          <p:cNvPr id="38" name="Graphic 8">
            <a:extLst>
              <a:ext uri="{FF2B5EF4-FFF2-40B4-BE49-F238E27FC236}">
                <a16:creationId xmlns:a16="http://schemas.microsoft.com/office/drawing/2014/main" id="{B4758132-41E7-3AF2-6888-E57AAB57C2D4}"/>
              </a:ext>
            </a:extLst>
          </p:cNvPr>
          <p:cNvGrpSpPr/>
          <p:nvPr userDrawn="1"/>
        </p:nvGrpSpPr>
        <p:grpSpPr>
          <a:xfrm>
            <a:off x="265625" y="6323271"/>
            <a:ext cx="1249223" cy="369648"/>
            <a:chOff x="265625" y="6323271"/>
            <a:chExt cx="1249223" cy="369648"/>
          </a:xfrm>
          <a:solidFill>
            <a:srgbClr val="000000"/>
          </a:solidFill>
        </p:grpSpPr>
        <p:grpSp>
          <p:nvGrpSpPr>
            <p:cNvPr id="39" name="Graphic 8">
              <a:extLst>
                <a:ext uri="{FF2B5EF4-FFF2-40B4-BE49-F238E27FC236}">
                  <a16:creationId xmlns:a16="http://schemas.microsoft.com/office/drawing/2014/main" id="{841EEAAB-23AC-D47F-388D-63F547C46C21}"/>
                </a:ext>
              </a:extLst>
            </p:cNvPr>
            <p:cNvGrpSpPr/>
            <p:nvPr/>
          </p:nvGrpSpPr>
          <p:grpSpPr>
            <a:xfrm>
              <a:off x="745455" y="6594444"/>
              <a:ext cx="722662" cy="98475"/>
              <a:chOff x="745455" y="6594444"/>
              <a:chExt cx="722662" cy="98475"/>
            </a:xfrm>
            <a:solidFill>
              <a:srgbClr val="000000"/>
            </a:solidFill>
          </p:grpSpPr>
          <p:sp>
            <p:nvSpPr>
              <p:cNvPr id="48" name="Freeform 47">
                <a:extLst>
                  <a:ext uri="{FF2B5EF4-FFF2-40B4-BE49-F238E27FC236}">
                    <a16:creationId xmlns:a16="http://schemas.microsoft.com/office/drawing/2014/main" id="{839177EB-25CC-E79E-A327-2BF623A161BE}"/>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B93DD2BC-5C52-5195-64BD-BFCD915CF82D}"/>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C90A28C3-198B-4594-AB38-1CE30B5D0214}"/>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E0E9C1D5-3541-16BA-CEE1-D36FB913E53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77E6E0D3-D668-DC02-6C5C-D264C0A21A06}"/>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0E12C13F-B40E-0E62-F7DF-0FA5A72F12BC}"/>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67D0ED2A-A79A-EDD1-6128-A2BB3C97035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18F3992B-F766-6C32-DA41-32FB6C066B84}"/>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86DC7707-25A9-7955-BDAC-5DF1F39C7B34}"/>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83F4BF48-49F0-33A3-0F4E-FEADBAE31AC5}"/>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40" name="Graphic 8">
              <a:extLst>
                <a:ext uri="{FF2B5EF4-FFF2-40B4-BE49-F238E27FC236}">
                  <a16:creationId xmlns:a16="http://schemas.microsoft.com/office/drawing/2014/main" id="{9F293A06-D73B-D05A-23FE-FA9269E430A6}"/>
                </a:ext>
              </a:extLst>
            </p:cNvPr>
            <p:cNvGrpSpPr/>
            <p:nvPr/>
          </p:nvGrpSpPr>
          <p:grpSpPr>
            <a:xfrm>
              <a:off x="265625" y="6323271"/>
              <a:ext cx="1249223" cy="190348"/>
              <a:chOff x="265625" y="6323271"/>
              <a:chExt cx="1249223" cy="190348"/>
            </a:xfrm>
            <a:solidFill>
              <a:srgbClr val="000000"/>
            </a:solidFill>
          </p:grpSpPr>
          <p:sp>
            <p:nvSpPr>
              <p:cNvPr id="41" name="Freeform 40">
                <a:extLst>
                  <a:ext uri="{FF2B5EF4-FFF2-40B4-BE49-F238E27FC236}">
                    <a16:creationId xmlns:a16="http://schemas.microsoft.com/office/drawing/2014/main" id="{2E537BBB-F233-E0B1-8E78-2148B6BFDBBE}"/>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642831E7-C031-4A62-CFCB-77A23B83A3F0}"/>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59491B63-148F-0FC2-21A9-ABC99A899BCD}"/>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00C0482C-FE70-D0EB-BC58-46565B7E646F}"/>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BA9FFF7A-6D39-6D56-9C49-47587F5E2D5F}"/>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C4F1373C-9ED7-35FB-11BE-D84A18B28D6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7237885B-F058-C3AD-B633-20EEB1A8AE27}"/>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 name="TextBox 2">
            <a:extLst>
              <a:ext uri="{FF2B5EF4-FFF2-40B4-BE49-F238E27FC236}">
                <a16:creationId xmlns:a16="http://schemas.microsoft.com/office/drawing/2014/main" id="{F067D46B-3BAF-FC5E-6BBB-503B5B6BCA1C}"/>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3969442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p:cSld name="Quote – Plum">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5791E300-9585-C59E-EED2-EB5190E58F2C}"/>
              </a:ext>
            </a:extLst>
          </p:cNvPr>
          <p:cNvSpPr/>
          <p:nvPr/>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90000">
                <a:schemeClr val="accent5"/>
              </a:gs>
            </a:gsLst>
            <a:lin ang="0" scaled="1"/>
          </a:gradFill>
          <a:ln w="0" cap="flat">
            <a:noFill/>
            <a:prstDash val="solid"/>
            <a:miter/>
          </a:ln>
        </p:spPr>
        <p:txBody>
          <a:bodyPr rtlCol="0" anchor="ctr"/>
          <a:lstStyle/>
          <a:p>
            <a:endParaRPr lang="en-US" dirty="0"/>
          </a:p>
        </p:txBody>
      </p:sp>
      <p:sp>
        <p:nvSpPr>
          <p:cNvPr id="21" name="Text Placeholder 7">
            <a:extLst>
              <a:ext uri="{FF2B5EF4-FFF2-40B4-BE49-F238E27FC236}">
                <a16:creationId xmlns:a16="http://schemas.microsoft.com/office/drawing/2014/main" id="{608D3F09-D706-3940-8906-CE0F09AC4BB6}"/>
              </a:ext>
            </a:extLst>
          </p:cNvPr>
          <p:cNvSpPr>
            <a:spLocks noGrp="1"/>
          </p:cNvSpPr>
          <p:nvPr>
            <p:ph type="body" sz="quarter" idx="16" hasCustomPrompt="1"/>
          </p:nvPr>
        </p:nvSpPr>
        <p:spPr>
          <a:xfrm>
            <a:off x="438912" y="1600200"/>
            <a:ext cx="5462158" cy="3200400"/>
          </a:xfrm>
        </p:spPr>
        <p:txBody>
          <a:bodyPr anchor="b"/>
          <a:lstStyle>
            <a:lvl1pPr marL="169863" indent="-169863">
              <a:buClrTx/>
              <a:buSzPct val="100000"/>
              <a:buFont typeface="Arial" panose="020B0604020202020204" pitchFamily="34" charset="0"/>
              <a:buChar char="“"/>
              <a:defRPr sz="2800">
                <a:solidFill>
                  <a:schemeClr val="accent2"/>
                </a:solidFill>
              </a:defRPr>
            </a:lvl1pPr>
            <a:lvl2pPr marL="457200" indent="-184150">
              <a:buClrTx/>
              <a:buFont typeface="Arial" panose="020B0604020202020204" pitchFamily="34" charset="0"/>
              <a:buChar char="“"/>
              <a:defRPr>
                <a:solidFill>
                  <a:schemeClr val="bg1"/>
                </a:solidFill>
              </a:defRPr>
            </a:lvl2pPr>
            <a:lvl3pPr marL="744538" indent="-169863">
              <a:buClrTx/>
              <a:buFont typeface="Arial" panose="020B0604020202020204" pitchFamily="34" charset="0"/>
              <a:buChar char="“"/>
              <a:defRPr>
                <a:solidFill>
                  <a:schemeClr val="bg1"/>
                </a:solidFill>
              </a:defRPr>
            </a:lvl3pPr>
            <a:lvl4pPr marL="969963" indent="-166688">
              <a:buClrTx/>
              <a:buFont typeface="Arial" panose="020B0604020202020204" pitchFamily="34" charset="0"/>
              <a:buChar char="“"/>
              <a:defRPr>
                <a:solidFill>
                  <a:schemeClr val="bg1"/>
                </a:solidFill>
              </a:defRPr>
            </a:lvl4pPr>
            <a:lvl5pPr marL="1143000" indent="-138113">
              <a:buClrTx/>
              <a:buFont typeface="Arial" panose="020B0604020202020204" pitchFamily="34" charset="0"/>
              <a:buChar char="“"/>
              <a:defRPr>
                <a:solidFill>
                  <a:schemeClr val="bg1"/>
                </a:solidFill>
              </a:defRPr>
            </a:lvl5pPr>
          </a:lstStyle>
          <a:p>
            <a:pPr lvl="0"/>
            <a:r>
              <a:rPr lang="en-US"/>
              <a:t>Quote text on left, purple parallelograms on the right.”</a:t>
            </a:r>
          </a:p>
        </p:txBody>
      </p:sp>
      <p:sp>
        <p:nvSpPr>
          <p:cNvPr id="19" name="Text Placeholder 10">
            <a:extLst>
              <a:ext uri="{FF2B5EF4-FFF2-40B4-BE49-F238E27FC236}">
                <a16:creationId xmlns:a16="http://schemas.microsoft.com/office/drawing/2014/main" id="{C1E51E88-6733-7942-B20E-2C56F8B2ED21}"/>
              </a:ext>
            </a:extLst>
          </p:cNvPr>
          <p:cNvSpPr>
            <a:spLocks noGrp="1"/>
          </p:cNvSpPr>
          <p:nvPr>
            <p:ph type="body" sz="quarter" idx="17" hasCustomPrompt="1"/>
          </p:nvPr>
        </p:nvSpPr>
        <p:spPr>
          <a:xfrm>
            <a:off x="612648" y="5065776"/>
            <a:ext cx="4581144" cy="274320"/>
          </a:xfrm>
        </p:spPr>
        <p:txBody>
          <a:bodyPr/>
          <a:lstStyle>
            <a:lvl1pPr marL="285750" indent="-285750">
              <a:defRPr lang="en-US" sz="1800" kern="1200" dirty="0">
                <a:solidFill>
                  <a:schemeClr val="tx1"/>
                </a:solidFill>
                <a:latin typeface="+mn-lt"/>
                <a:ea typeface="+mn-ea"/>
                <a:cs typeface="+mn-cs"/>
              </a:defRPr>
            </a:lvl1pPr>
          </a:lstStyle>
          <a:p>
            <a:pPr marL="0" lvl="0" indent="0" algn="l" defTabSz="914400" rtl="0" eaLnBrk="1" latinLnBrk="0" hangingPunct="1">
              <a:lnSpc>
                <a:spcPct val="100000"/>
              </a:lnSpc>
              <a:spcBef>
                <a:spcPts val="1200"/>
              </a:spcBef>
              <a:buClr>
                <a:schemeClr val="tx1">
                  <a:lumMod val="60000"/>
                  <a:lumOff val="40000"/>
                </a:schemeClr>
              </a:buClr>
              <a:buSzPct val="90000"/>
              <a:buFont typeface="Arial" panose="020B0604020202020204" pitchFamily="34" charset="0"/>
              <a:buChar char="​"/>
            </a:pPr>
            <a:r>
              <a:rPr lang="en-US" dirty="0"/>
              <a:t>Source Name</a:t>
            </a:r>
          </a:p>
        </p:txBody>
      </p:sp>
      <p:sp>
        <p:nvSpPr>
          <p:cNvPr id="11" name="Picture Placeholder 11" descr="logo placeholder: click to insert logo or delete box if not needed">
            <a:extLst>
              <a:ext uri="{FF2B5EF4-FFF2-40B4-BE49-F238E27FC236}">
                <a16:creationId xmlns:a16="http://schemas.microsoft.com/office/drawing/2014/main" id="{953CF3A7-833E-B042-A405-AB46430C4476}"/>
              </a:ext>
            </a:extLst>
          </p:cNvPr>
          <p:cNvSpPr>
            <a:spLocks noGrp="1"/>
          </p:cNvSpPr>
          <p:nvPr>
            <p:ph type="pic" sz="quarter" idx="4294967295" hasCustomPrompt="1"/>
          </p:nvPr>
        </p:nvSpPr>
        <p:spPr>
          <a:xfrm>
            <a:off x="8925484" y="4619335"/>
            <a:ext cx="2740025" cy="1371600"/>
          </a:xfrm>
        </p:spPr>
        <p:txBody>
          <a:bodyPr/>
          <a:lstStyle/>
          <a:p>
            <a:r>
              <a:rPr lang="en-US" dirty="0"/>
              <a:t>Click to insert logo or delete box if not needed</a:t>
            </a:r>
          </a:p>
        </p:txBody>
      </p:sp>
      <p:sp>
        <p:nvSpPr>
          <p:cNvPr id="17" name="page number">
            <a:extLst>
              <a:ext uri="{FF2B5EF4-FFF2-40B4-BE49-F238E27FC236}">
                <a16:creationId xmlns:a16="http://schemas.microsoft.com/office/drawing/2014/main" id="{D03B3F1E-BEE4-0C40-B954-F58A7FCE9AE3}"/>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grpSp>
        <p:nvGrpSpPr>
          <p:cNvPr id="7" name="Graphic 8">
            <a:extLst>
              <a:ext uri="{FF2B5EF4-FFF2-40B4-BE49-F238E27FC236}">
                <a16:creationId xmlns:a16="http://schemas.microsoft.com/office/drawing/2014/main" id="{47818FA4-8AE2-A4B0-1EE8-9FE4A6BDD41B}"/>
              </a:ext>
            </a:extLst>
          </p:cNvPr>
          <p:cNvGrpSpPr/>
          <p:nvPr/>
        </p:nvGrpSpPr>
        <p:grpSpPr>
          <a:xfrm>
            <a:off x="265625" y="6323271"/>
            <a:ext cx="1249223" cy="369648"/>
            <a:chOff x="265625" y="6323271"/>
            <a:chExt cx="1249223" cy="369648"/>
          </a:xfrm>
          <a:solidFill>
            <a:srgbClr val="000000"/>
          </a:solidFill>
        </p:grpSpPr>
        <p:grpSp>
          <p:nvGrpSpPr>
            <p:cNvPr id="8" name="Graphic 8">
              <a:extLst>
                <a:ext uri="{FF2B5EF4-FFF2-40B4-BE49-F238E27FC236}">
                  <a16:creationId xmlns:a16="http://schemas.microsoft.com/office/drawing/2014/main" id="{906FE88E-54E3-F8F3-4AD1-B3FBBC7E3CA3}"/>
                </a:ext>
              </a:extLst>
            </p:cNvPr>
            <p:cNvGrpSpPr/>
            <p:nvPr/>
          </p:nvGrpSpPr>
          <p:grpSpPr>
            <a:xfrm>
              <a:off x="745455" y="6594444"/>
              <a:ext cx="722662" cy="98475"/>
              <a:chOff x="745455" y="6594444"/>
              <a:chExt cx="722662" cy="98475"/>
            </a:xfrm>
            <a:solidFill>
              <a:srgbClr val="000000"/>
            </a:solidFill>
          </p:grpSpPr>
          <p:sp>
            <p:nvSpPr>
              <p:cNvPr id="25" name="Freeform 24">
                <a:extLst>
                  <a:ext uri="{FF2B5EF4-FFF2-40B4-BE49-F238E27FC236}">
                    <a16:creationId xmlns:a16="http://schemas.microsoft.com/office/drawing/2014/main" id="{54A0F722-B555-E2A4-6E62-A0DD337E8B5C}"/>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CE114C9D-2007-BC9E-F8AA-887AAF26A734}"/>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30CB1C40-B903-28F3-C47C-EE2DF741FB96}"/>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5F87C1F4-D1C4-5FD0-7410-12E7D3F9CF6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E2B126C2-3690-5E26-6606-DC917F25582A}"/>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608446EC-DFFD-44E5-1C5F-06F1ADF8E18C}"/>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4D0F02A7-67C9-E3C0-51B8-692EC9B9B966}"/>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6865D6C8-4059-8F52-0699-D70C865CD04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3" name="Freeform 32">
                <a:extLst>
                  <a:ext uri="{FF2B5EF4-FFF2-40B4-BE49-F238E27FC236}">
                    <a16:creationId xmlns:a16="http://schemas.microsoft.com/office/drawing/2014/main" id="{7EA55EE1-6F19-AA1B-CC75-7F97E97AAA97}"/>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4" name="Freeform 33">
                <a:extLst>
                  <a:ext uri="{FF2B5EF4-FFF2-40B4-BE49-F238E27FC236}">
                    <a16:creationId xmlns:a16="http://schemas.microsoft.com/office/drawing/2014/main" id="{CEA15FB2-7F2D-EC93-1A40-74348B9A6E0D}"/>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9" name="Graphic 8">
              <a:extLst>
                <a:ext uri="{FF2B5EF4-FFF2-40B4-BE49-F238E27FC236}">
                  <a16:creationId xmlns:a16="http://schemas.microsoft.com/office/drawing/2014/main" id="{8DA67385-AEE0-35D7-24E9-3A1C9A997AB6}"/>
                </a:ext>
              </a:extLst>
            </p:cNvPr>
            <p:cNvGrpSpPr/>
            <p:nvPr/>
          </p:nvGrpSpPr>
          <p:grpSpPr>
            <a:xfrm>
              <a:off x="265625" y="6323271"/>
              <a:ext cx="1249223" cy="190348"/>
              <a:chOff x="265625" y="6323271"/>
              <a:chExt cx="1249223" cy="190348"/>
            </a:xfrm>
            <a:solidFill>
              <a:srgbClr val="000000"/>
            </a:solidFill>
          </p:grpSpPr>
          <p:sp>
            <p:nvSpPr>
              <p:cNvPr id="10" name="Freeform 9">
                <a:extLst>
                  <a:ext uri="{FF2B5EF4-FFF2-40B4-BE49-F238E27FC236}">
                    <a16:creationId xmlns:a16="http://schemas.microsoft.com/office/drawing/2014/main" id="{E140BF28-9D00-E372-4C58-192831AB25B7}"/>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2" name="Freeform 11">
                <a:extLst>
                  <a:ext uri="{FF2B5EF4-FFF2-40B4-BE49-F238E27FC236}">
                    <a16:creationId xmlns:a16="http://schemas.microsoft.com/office/drawing/2014/main" id="{9502AFFA-C636-75B6-47E4-75665F32F63A}"/>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255A0F95-5DB1-12F9-464F-DAACA1FAD4F0}"/>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4" name="Freeform 13">
                <a:extLst>
                  <a:ext uri="{FF2B5EF4-FFF2-40B4-BE49-F238E27FC236}">
                    <a16:creationId xmlns:a16="http://schemas.microsoft.com/office/drawing/2014/main" id="{E6E8C204-FC1F-FDD2-FE85-ED3286B80D6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A65EBA96-8564-79A7-2A73-18756ED609DC}"/>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CCC651D2-5530-6772-23D5-458FB86B627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63F018CD-2167-521F-44FD-1C199026C8F4}"/>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6" name="Freeform: Shape 2">
            <a:extLst>
              <a:ext uri="{FF2B5EF4-FFF2-40B4-BE49-F238E27FC236}">
                <a16:creationId xmlns:a16="http://schemas.microsoft.com/office/drawing/2014/main" id="{5791E300-9585-C59E-EED2-EB5190E58F2C}"/>
              </a:ext>
            </a:extLst>
          </p:cNvPr>
          <p:cNvSpPr/>
          <p:nvPr userDrawn="1"/>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90000">
                <a:schemeClr val="accent5"/>
              </a:gs>
            </a:gsLst>
            <a:lin ang="0" scaled="1"/>
          </a:gradFill>
          <a:ln w="0" cap="flat">
            <a:noFill/>
            <a:prstDash val="solid"/>
            <a:miter/>
          </a:ln>
        </p:spPr>
        <p:txBody>
          <a:bodyPr rtlCol="0" anchor="ctr"/>
          <a:lstStyle/>
          <a:p>
            <a:endParaRPr lang="en-US" dirty="0"/>
          </a:p>
        </p:txBody>
      </p:sp>
      <p:sp>
        <p:nvSpPr>
          <p:cNvPr id="37" name="page number">
            <a:extLst>
              <a:ext uri="{FF2B5EF4-FFF2-40B4-BE49-F238E27FC236}">
                <a16:creationId xmlns:a16="http://schemas.microsoft.com/office/drawing/2014/main" id="{D03B3F1E-BEE4-0C40-B954-F58A7FCE9AE3}"/>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grpSp>
        <p:nvGrpSpPr>
          <p:cNvPr id="40" name="Graphic 8">
            <a:extLst>
              <a:ext uri="{FF2B5EF4-FFF2-40B4-BE49-F238E27FC236}">
                <a16:creationId xmlns:a16="http://schemas.microsoft.com/office/drawing/2014/main" id="{47818FA4-8AE2-A4B0-1EE8-9FE4A6BDD41B}"/>
              </a:ext>
            </a:extLst>
          </p:cNvPr>
          <p:cNvGrpSpPr/>
          <p:nvPr userDrawn="1"/>
        </p:nvGrpSpPr>
        <p:grpSpPr>
          <a:xfrm>
            <a:off x="265625" y="6323271"/>
            <a:ext cx="1249223" cy="369648"/>
            <a:chOff x="265625" y="6323271"/>
            <a:chExt cx="1249223" cy="369648"/>
          </a:xfrm>
          <a:solidFill>
            <a:srgbClr val="000000"/>
          </a:solidFill>
        </p:grpSpPr>
        <p:grpSp>
          <p:nvGrpSpPr>
            <p:cNvPr id="41" name="Graphic 8">
              <a:extLst>
                <a:ext uri="{FF2B5EF4-FFF2-40B4-BE49-F238E27FC236}">
                  <a16:creationId xmlns:a16="http://schemas.microsoft.com/office/drawing/2014/main" id="{906FE88E-54E3-F8F3-4AD1-B3FBBC7E3CA3}"/>
                </a:ext>
              </a:extLst>
            </p:cNvPr>
            <p:cNvGrpSpPr/>
            <p:nvPr/>
          </p:nvGrpSpPr>
          <p:grpSpPr>
            <a:xfrm>
              <a:off x="745455" y="6594444"/>
              <a:ext cx="722662" cy="98475"/>
              <a:chOff x="745455" y="6594444"/>
              <a:chExt cx="722662" cy="98475"/>
            </a:xfrm>
            <a:solidFill>
              <a:srgbClr val="000000"/>
            </a:solidFill>
          </p:grpSpPr>
          <p:sp>
            <p:nvSpPr>
              <p:cNvPr id="50" name="Freeform 49">
                <a:extLst>
                  <a:ext uri="{FF2B5EF4-FFF2-40B4-BE49-F238E27FC236}">
                    <a16:creationId xmlns:a16="http://schemas.microsoft.com/office/drawing/2014/main" id="{54A0F722-B555-E2A4-6E62-A0DD337E8B5C}"/>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CE114C9D-2007-BC9E-F8AA-887AAF26A734}"/>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30CB1C40-B903-28F3-C47C-EE2DF741FB96}"/>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5F87C1F4-D1C4-5FD0-7410-12E7D3F9CF6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E2B126C2-3690-5E26-6606-DC917F25582A}"/>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608446EC-DFFD-44E5-1C5F-06F1ADF8E18C}"/>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4D0F02A7-67C9-E3C0-51B8-692EC9B9B966}"/>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6865D6C8-4059-8F52-0699-D70C865CD04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8" name="Freeform 57">
                <a:extLst>
                  <a:ext uri="{FF2B5EF4-FFF2-40B4-BE49-F238E27FC236}">
                    <a16:creationId xmlns:a16="http://schemas.microsoft.com/office/drawing/2014/main" id="{7EA55EE1-6F19-AA1B-CC75-7F97E97AAA97}"/>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9" name="Freeform 58">
                <a:extLst>
                  <a:ext uri="{FF2B5EF4-FFF2-40B4-BE49-F238E27FC236}">
                    <a16:creationId xmlns:a16="http://schemas.microsoft.com/office/drawing/2014/main" id="{CEA15FB2-7F2D-EC93-1A40-74348B9A6E0D}"/>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42" name="Graphic 8">
              <a:extLst>
                <a:ext uri="{FF2B5EF4-FFF2-40B4-BE49-F238E27FC236}">
                  <a16:creationId xmlns:a16="http://schemas.microsoft.com/office/drawing/2014/main" id="{8DA67385-AEE0-35D7-24E9-3A1C9A997AB6}"/>
                </a:ext>
              </a:extLst>
            </p:cNvPr>
            <p:cNvGrpSpPr/>
            <p:nvPr/>
          </p:nvGrpSpPr>
          <p:grpSpPr>
            <a:xfrm>
              <a:off x="265625" y="6323271"/>
              <a:ext cx="1249223" cy="190348"/>
              <a:chOff x="265625" y="6323271"/>
              <a:chExt cx="1249223" cy="190348"/>
            </a:xfrm>
            <a:solidFill>
              <a:srgbClr val="000000"/>
            </a:solidFill>
          </p:grpSpPr>
          <p:sp>
            <p:nvSpPr>
              <p:cNvPr id="43" name="Freeform 42">
                <a:extLst>
                  <a:ext uri="{FF2B5EF4-FFF2-40B4-BE49-F238E27FC236}">
                    <a16:creationId xmlns:a16="http://schemas.microsoft.com/office/drawing/2014/main" id="{E140BF28-9D00-E372-4C58-192831AB25B7}"/>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9502AFFA-C636-75B6-47E4-75665F32F63A}"/>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255A0F95-5DB1-12F9-464F-DAACA1FAD4F0}"/>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E6E8C204-FC1F-FDD2-FE85-ED3286B80D6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A65EBA96-8564-79A7-2A73-18756ED609DC}"/>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CCC651D2-5530-6772-23D5-458FB86B627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63F018CD-2167-521F-44FD-1C199026C8F4}"/>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5" name="TextBox 4">
            <a:extLst>
              <a:ext uri="{FF2B5EF4-FFF2-40B4-BE49-F238E27FC236}">
                <a16:creationId xmlns:a16="http://schemas.microsoft.com/office/drawing/2014/main" id="{ADDD0B23-63DE-6951-34B4-9D6FD0B6A5F1}"/>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0334413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p:cSld name="Quote – Photo">
    <p:bg>
      <p:bgRef idx="1001">
        <a:schemeClr val="bg1"/>
      </p:bgRef>
    </p:bg>
    <p:spTree>
      <p:nvGrpSpPr>
        <p:cNvPr id="1" name=""/>
        <p:cNvGrpSpPr/>
        <p:nvPr/>
      </p:nvGrpSpPr>
      <p:grpSpPr>
        <a:xfrm>
          <a:off x="0" y="0"/>
          <a:ext cx="0" cy="0"/>
          <a:chOff x="0" y="0"/>
          <a:chExt cx="0" cy="0"/>
        </a:xfrm>
      </p:grpSpPr>
      <p:pic>
        <p:nvPicPr>
          <p:cNvPr id="32" name="Picture 31" descr="Looking up view of a tall building with glass windows&#10;&#10;Description automatically generated">
            <a:extLst>
              <a:ext uri="{FF2B5EF4-FFF2-40B4-BE49-F238E27FC236}">
                <a16:creationId xmlns:a16="http://schemas.microsoft.com/office/drawing/2014/main" id="{B3DA20F2-2D53-3AEB-2E52-5879AB1D3B2C}"/>
              </a:ext>
            </a:extLst>
          </p:cNvPr>
          <p:cNvPicPr>
            <a:picLocks noChangeAspect="1"/>
          </p:cNvPicPr>
          <p:nvPr/>
        </p:nvPicPr>
        <p:blipFill rotWithShape="1">
          <a:blip r:embed="rId2" cstate="screen">
            <a:alphaModFix/>
            <a:extLst>
              <a:ext uri="{28A0092B-C50C-407E-A947-70E740481C1C}">
                <a14:useLocalDpi xmlns:a14="http://schemas.microsoft.com/office/drawing/2010/main"/>
              </a:ext>
            </a:extLst>
          </a:blip>
          <a:srcRect/>
          <a:stretch/>
        </p:blipFill>
        <p:spPr>
          <a:xfrm>
            <a:off x="1829993" y="0"/>
            <a:ext cx="10358832" cy="6858000"/>
          </a:xfrm>
          <a:prstGeom prst="rect">
            <a:avLst/>
          </a:prstGeom>
        </p:spPr>
      </p:pic>
      <p:sp>
        <p:nvSpPr>
          <p:cNvPr id="9" name="Rectangle 8">
            <a:extLst>
              <a:ext uri="{FF2B5EF4-FFF2-40B4-BE49-F238E27FC236}">
                <a16:creationId xmlns:a16="http://schemas.microsoft.com/office/drawing/2014/main" id="{39644796-3BE2-09B0-F95D-F4AB56E62FD2}"/>
              </a:ext>
            </a:extLst>
          </p:cNvPr>
          <p:cNvSpPr/>
          <p:nvPr/>
        </p:nvSpPr>
        <p:spPr>
          <a:xfrm>
            <a:off x="0" y="0"/>
            <a:ext cx="12182348" cy="6858000"/>
          </a:xfrm>
          <a:prstGeom prst="rect">
            <a:avLst/>
          </a:prstGeom>
          <a:gradFill>
            <a:gsLst>
              <a:gs pos="59553">
                <a:srgbClr val="FFFFFF">
                  <a:alpha val="0"/>
                </a:srgbClr>
              </a:gs>
              <a:gs pos="35000">
                <a:srgbClr val="FFFFFF"/>
              </a:gs>
              <a:gs pos="78000">
                <a:srgbClr val="FFFFFF">
                  <a:alpha val="0"/>
                </a:srgbClr>
              </a:gs>
            </a:gsLst>
            <a:lin ang="0" scaled="1"/>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0" name="Freeform: Shape 9">
            <a:extLst>
              <a:ext uri="{FF2B5EF4-FFF2-40B4-BE49-F238E27FC236}">
                <a16:creationId xmlns:a16="http://schemas.microsoft.com/office/drawing/2014/main" id="{6DAA0A2E-4B76-3DD4-CF2D-B4E2E491F351}"/>
              </a:ext>
            </a:extLst>
          </p:cNvPr>
          <p:cNvSpPr/>
          <p:nvPr/>
        </p:nvSpPr>
        <p:spPr>
          <a:xfrm>
            <a:off x="6477" y="0"/>
            <a:ext cx="10295334" cy="6040452"/>
          </a:xfrm>
          <a:custGeom>
            <a:avLst/>
            <a:gdLst>
              <a:gd name="connsiteX0" fmla="*/ 10186830 w 10295334"/>
              <a:gd name="connsiteY0" fmla="*/ 0 h 6040452"/>
              <a:gd name="connsiteX1" fmla="*/ 10295334 w 10295334"/>
              <a:gd name="connsiteY1" fmla="*/ 0 h 6040452"/>
              <a:gd name="connsiteX2" fmla="*/ 4722761 w 10295334"/>
              <a:gd name="connsiteY2" fmla="*/ 5572574 h 6040452"/>
              <a:gd name="connsiteX3" fmla="*/ 3593131 w 10295334"/>
              <a:gd name="connsiteY3" fmla="*/ 6040452 h 6040452"/>
              <a:gd name="connsiteX4" fmla="*/ 0 w 10295334"/>
              <a:gd name="connsiteY4" fmla="*/ 6040452 h 6040452"/>
              <a:gd name="connsiteX5" fmla="*/ 0 w 10295334"/>
              <a:gd name="connsiteY5" fmla="*/ 5963772 h 6040452"/>
              <a:gd name="connsiteX6" fmla="*/ 3593131 w 10295334"/>
              <a:gd name="connsiteY6" fmla="*/ 5963772 h 6040452"/>
              <a:gd name="connsiteX7" fmla="*/ 4175135 w 10295334"/>
              <a:gd name="connsiteY7" fmla="*/ 5847985 h 6040452"/>
              <a:gd name="connsiteX8" fmla="*/ 4668509 w 10295334"/>
              <a:gd name="connsiteY8" fmla="*/ 5518323 h 60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95334" h="6040452">
                <a:moveTo>
                  <a:pt x="10186830" y="0"/>
                </a:moveTo>
                <a:lnTo>
                  <a:pt x="10295334" y="0"/>
                </a:lnTo>
                <a:lnTo>
                  <a:pt x="4722761" y="5572574"/>
                </a:lnTo>
                <a:cubicBezTo>
                  <a:pt x="4423133" y="5872139"/>
                  <a:pt x="4016790" y="6040452"/>
                  <a:pt x="3593131" y="6040452"/>
                </a:cubicBezTo>
                <a:lnTo>
                  <a:pt x="0" y="6040452"/>
                </a:lnTo>
                <a:lnTo>
                  <a:pt x="0" y="5963772"/>
                </a:lnTo>
                <a:lnTo>
                  <a:pt x="3593131" y="5963772"/>
                </a:lnTo>
                <a:cubicBezTo>
                  <a:pt x="3793842" y="5963772"/>
                  <a:pt x="3989696" y="5924793"/>
                  <a:pt x="4175135" y="5847985"/>
                </a:cubicBezTo>
                <a:cubicBezTo>
                  <a:pt x="4360575" y="5771176"/>
                  <a:pt x="4526588" y="5660245"/>
                  <a:pt x="4668509" y="5518323"/>
                </a:cubicBezTo>
                <a:close/>
              </a:path>
            </a:pathLst>
          </a:custGeom>
          <a:gradFill>
            <a:gsLst>
              <a:gs pos="12000">
                <a:schemeClr val="accent3"/>
              </a:gs>
              <a:gs pos="85000">
                <a:schemeClr val="accent2"/>
              </a:gs>
            </a:gsLst>
            <a:lin ang="0" scaled="1"/>
          </a:gradFill>
          <a:ln w="0" cap="flat">
            <a:noFill/>
            <a:prstDash val="solid"/>
            <a:miter/>
          </a:ln>
        </p:spPr>
        <p:txBody>
          <a:bodyPr rtlCol="0" anchor="ctr"/>
          <a:lstStyle/>
          <a:p>
            <a:endParaRPr lang="en-US" dirty="0"/>
          </a:p>
        </p:txBody>
      </p:sp>
      <p:sp>
        <p:nvSpPr>
          <p:cNvPr id="3" name="TextBox 2">
            <a:extLst>
              <a:ext uri="{FF2B5EF4-FFF2-40B4-BE49-F238E27FC236}">
                <a16:creationId xmlns:a16="http://schemas.microsoft.com/office/drawing/2014/main" id="{BACD6F3E-7865-E329-FB61-00E1B7D783BB}"/>
              </a:ext>
            </a:extLst>
          </p:cNvPr>
          <p:cNvSpPr txBox="1"/>
          <p:nvPr/>
        </p:nvSpPr>
        <p:spPr>
          <a:xfrm>
            <a:off x="1645084" y="6461498"/>
            <a:ext cx="2806859" cy="125484"/>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Broadcom Proprietary and Confidential. Copyright © 2024 Broadcom.  </a:t>
            </a:r>
          </a:p>
        </p:txBody>
      </p:sp>
      <p:grpSp>
        <p:nvGrpSpPr>
          <p:cNvPr id="5" name="Graphic 8">
            <a:extLst>
              <a:ext uri="{FF2B5EF4-FFF2-40B4-BE49-F238E27FC236}">
                <a16:creationId xmlns:a16="http://schemas.microsoft.com/office/drawing/2014/main" id="{3E09CBA6-627D-2768-152C-A25B87CF790A}"/>
              </a:ext>
            </a:extLst>
          </p:cNvPr>
          <p:cNvGrpSpPr/>
          <p:nvPr/>
        </p:nvGrpSpPr>
        <p:grpSpPr>
          <a:xfrm>
            <a:off x="265625" y="6323271"/>
            <a:ext cx="1249223" cy="369648"/>
            <a:chOff x="265625" y="6323271"/>
            <a:chExt cx="1249223" cy="369648"/>
          </a:xfrm>
          <a:solidFill>
            <a:srgbClr val="000000"/>
          </a:solidFill>
        </p:grpSpPr>
        <p:grpSp>
          <p:nvGrpSpPr>
            <p:cNvPr id="6" name="Graphic 8">
              <a:extLst>
                <a:ext uri="{FF2B5EF4-FFF2-40B4-BE49-F238E27FC236}">
                  <a16:creationId xmlns:a16="http://schemas.microsoft.com/office/drawing/2014/main" id="{685DA75B-DA1C-13EF-F3C8-ACEE2C668A7F}"/>
                </a:ext>
              </a:extLst>
            </p:cNvPr>
            <p:cNvGrpSpPr/>
            <p:nvPr/>
          </p:nvGrpSpPr>
          <p:grpSpPr>
            <a:xfrm>
              <a:off x="745455" y="6594444"/>
              <a:ext cx="722662" cy="98475"/>
              <a:chOff x="745455" y="6594444"/>
              <a:chExt cx="722662" cy="98475"/>
            </a:xfrm>
            <a:solidFill>
              <a:srgbClr val="000000"/>
            </a:solidFill>
          </p:grpSpPr>
          <p:sp>
            <p:nvSpPr>
              <p:cNvPr id="21" name="Freeform 20">
                <a:extLst>
                  <a:ext uri="{FF2B5EF4-FFF2-40B4-BE49-F238E27FC236}">
                    <a16:creationId xmlns:a16="http://schemas.microsoft.com/office/drawing/2014/main" id="{6E43D9EF-A9B1-97EC-9CAB-0367B664C9D0}"/>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5B127822-510F-D59E-2401-DACD4D6BA077}"/>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3" name="Freeform 22">
                <a:extLst>
                  <a:ext uri="{FF2B5EF4-FFF2-40B4-BE49-F238E27FC236}">
                    <a16:creationId xmlns:a16="http://schemas.microsoft.com/office/drawing/2014/main" id="{F3E9315B-DD78-18E2-9951-D8120BAD9160}"/>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E2AF63A1-86BF-B1C3-A3F5-517003C7A96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0AC22223-58F9-DB0C-9D61-94D7B8E8C1F4}"/>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1114E784-D17D-A2C2-757A-7B9912824867}"/>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DF09BAA7-F77F-FEDC-A8A8-F10B9350FFF7}"/>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0A1F18F3-D078-404B-FFBA-A4E33B81476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0DA5E4E2-82BF-54FB-780E-193386E0F471}"/>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61295929-CD29-6FBF-CE14-3BC84AB4A1F6}"/>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7" name="Graphic 8">
              <a:extLst>
                <a:ext uri="{FF2B5EF4-FFF2-40B4-BE49-F238E27FC236}">
                  <a16:creationId xmlns:a16="http://schemas.microsoft.com/office/drawing/2014/main" id="{E1BC8CC5-030B-A124-A179-FC1B1CB93618}"/>
                </a:ext>
              </a:extLst>
            </p:cNvPr>
            <p:cNvGrpSpPr/>
            <p:nvPr/>
          </p:nvGrpSpPr>
          <p:grpSpPr>
            <a:xfrm>
              <a:off x="265625" y="6323271"/>
              <a:ext cx="1249223" cy="190348"/>
              <a:chOff x="265625" y="6323271"/>
              <a:chExt cx="1249223" cy="190348"/>
            </a:xfrm>
            <a:solidFill>
              <a:srgbClr val="000000"/>
            </a:solidFill>
          </p:grpSpPr>
          <p:sp>
            <p:nvSpPr>
              <p:cNvPr id="12" name="Freeform 11">
                <a:extLst>
                  <a:ext uri="{FF2B5EF4-FFF2-40B4-BE49-F238E27FC236}">
                    <a16:creationId xmlns:a16="http://schemas.microsoft.com/office/drawing/2014/main" id="{8263E9E0-CE6D-2469-4DAA-AAD461690F95}"/>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54E7CD3B-64B1-7447-7A83-5830224748C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4" name="Freeform 13">
                <a:extLst>
                  <a:ext uri="{FF2B5EF4-FFF2-40B4-BE49-F238E27FC236}">
                    <a16:creationId xmlns:a16="http://schemas.microsoft.com/office/drawing/2014/main" id="{3C5659AD-F571-B436-FA9E-F3EB0D45050A}"/>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6" name="Freeform 15">
                <a:extLst>
                  <a:ext uri="{FF2B5EF4-FFF2-40B4-BE49-F238E27FC236}">
                    <a16:creationId xmlns:a16="http://schemas.microsoft.com/office/drawing/2014/main" id="{6775BD55-89FE-BF4D-F689-E5F5188D1010}"/>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80CF7C26-1A1F-1F80-46D4-8309C39F0CA9}"/>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C0E1496F-2BE6-5149-BE29-0376ABD59D69}"/>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4C0A74FC-F5C6-E572-32D2-2A39D4551EAD}"/>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8" name="Text Placeholder 7">
            <a:extLst>
              <a:ext uri="{FF2B5EF4-FFF2-40B4-BE49-F238E27FC236}">
                <a16:creationId xmlns:a16="http://schemas.microsoft.com/office/drawing/2014/main" id="{B6C21BA7-C6D2-446E-8FD2-266107E90C49}"/>
              </a:ext>
            </a:extLst>
          </p:cNvPr>
          <p:cNvSpPr>
            <a:spLocks noGrp="1"/>
          </p:cNvSpPr>
          <p:nvPr>
            <p:ph type="body" sz="quarter" idx="16" hasCustomPrompt="1"/>
          </p:nvPr>
        </p:nvSpPr>
        <p:spPr>
          <a:xfrm>
            <a:off x="438912" y="1600200"/>
            <a:ext cx="4754880" cy="3200400"/>
          </a:xfrm>
        </p:spPr>
        <p:txBody>
          <a:bodyPr anchor="b"/>
          <a:lstStyle>
            <a:lvl1pPr marL="169863" indent="-169863">
              <a:buClrTx/>
              <a:buSzPct val="100000"/>
              <a:buFont typeface="Arial" panose="020B0604020202020204" pitchFamily="34" charset="0"/>
              <a:buChar char="“"/>
              <a:defRPr sz="2800">
                <a:solidFill>
                  <a:schemeClr val="accent2"/>
                </a:solidFill>
              </a:defRPr>
            </a:lvl1pPr>
            <a:lvl2pPr marL="457200" indent="-184150">
              <a:buClrTx/>
              <a:buFont typeface="Arial" panose="020B0604020202020204" pitchFamily="34" charset="0"/>
              <a:buChar char="“"/>
              <a:defRPr>
                <a:solidFill>
                  <a:schemeClr val="bg1"/>
                </a:solidFill>
              </a:defRPr>
            </a:lvl2pPr>
            <a:lvl3pPr marL="744538" indent="-169863">
              <a:buClrTx/>
              <a:buFont typeface="Arial" panose="020B0604020202020204" pitchFamily="34" charset="0"/>
              <a:buChar char="“"/>
              <a:defRPr>
                <a:solidFill>
                  <a:schemeClr val="bg1"/>
                </a:solidFill>
              </a:defRPr>
            </a:lvl3pPr>
            <a:lvl4pPr marL="969963" indent="-166688">
              <a:buClrTx/>
              <a:buFont typeface="Arial" panose="020B0604020202020204" pitchFamily="34" charset="0"/>
              <a:buChar char="“"/>
              <a:defRPr>
                <a:solidFill>
                  <a:schemeClr val="bg1"/>
                </a:solidFill>
              </a:defRPr>
            </a:lvl4pPr>
            <a:lvl5pPr marL="1143000" indent="-138113">
              <a:buClrTx/>
              <a:buFont typeface="Arial" panose="020B0604020202020204" pitchFamily="34" charset="0"/>
              <a:buChar char="“"/>
              <a:defRPr>
                <a:solidFill>
                  <a:schemeClr val="bg1"/>
                </a:solidFill>
              </a:defRPr>
            </a:lvl5pPr>
          </a:lstStyle>
          <a:p>
            <a:pPr lvl="0"/>
            <a:r>
              <a:rPr lang="en-US"/>
              <a:t>Quote page with photo showing a building. Click to replace text.”</a:t>
            </a:r>
          </a:p>
        </p:txBody>
      </p:sp>
      <p:sp>
        <p:nvSpPr>
          <p:cNvPr id="11" name="Text Placeholder 10">
            <a:extLst>
              <a:ext uri="{FF2B5EF4-FFF2-40B4-BE49-F238E27FC236}">
                <a16:creationId xmlns:a16="http://schemas.microsoft.com/office/drawing/2014/main" id="{0762CBDD-60C2-443D-88B5-C596896049D8}"/>
              </a:ext>
            </a:extLst>
          </p:cNvPr>
          <p:cNvSpPr>
            <a:spLocks noGrp="1"/>
          </p:cNvSpPr>
          <p:nvPr>
            <p:ph type="body" sz="quarter" idx="17" hasCustomPrompt="1"/>
          </p:nvPr>
        </p:nvSpPr>
        <p:spPr>
          <a:xfrm>
            <a:off x="612648" y="5065776"/>
            <a:ext cx="3591052" cy="674624"/>
          </a:xfrm>
        </p:spPr>
        <p:txBody>
          <a:bodyPr/>
          <a:lstStyle>
            <a:lvl1pPr marL="285750" indent="-285750">
              <a:defRPr lang="en-US" sz="1800" kern="1200" dirty="0">
                <a:solidFill>
                  <a:schemeClr val="tx1"/>
                </a:solidFill>
                <a:latin typeface="+mn-lt"/>
                <a:ea typeface="+mn-ea"/>
                <a:cs typeface="+mn-cs"/>
              </a:defRPr>
            </a:lvl1pPr>
          </a:lstStyle>
          <a:p>
            <a:pPr marL="0" lvl="0" indent="0" algn="l" defTabSz="914400" rtl="0" eaLnBrk="1" latinLnBrk="0" hangingPunct="1">
              <a:lnSpc>
                <a:spcPct val="100000"/>
              </a:lnSpc>
              <a:spcBef>
                <a:spcPts val="1200"/>
              </a:spcBef>
              <a:buClr>
                <a:schemeClr val="tx1">
                  <a:lumMod val="60000"/>
                  <a:lumOff val="40000"/>
                </a:schemeClr>
              </a:buClr>
              <a:buSzPct val="90000"/>
              <a:buFont typeface="Arial" panose="020B0604020202020204" pitchFamily="34" charset="0"/>
              <a:buChar char="​"/>
            </a:pPr>
            <a:r>
              <a:rPr lang="en-US" dirty="0"/>
              <a:t>Source Name</a:t>
            </a:r>
          </a:p>
        </p:txBody>
      </p:sp>
      <p:sp>
        <p:nvSpPr>
          <p:cNvPr id="15" name="page number">
            <a:extLst>
              <a:ext uri="{FF2B5EF4-FFF2-40B4-BE49-F238E27FC236}">
                <a16:creationId xmlns:a16="http://schemas.microsoft.com/office/drawing/2014/main" id="{65B8D505-D55C-B546-9B33-22157CD80DE2}"/>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bg1"/>
                </a:solidFill>
              </a:rPr>
              <a:pPr lvl="0" algn="r"/>
              <a:t>‹#›</a:t>
            </a:fld>
            <a:endParaRPr lang="en-US" dirty="0">
              <a:solidFill>
                <a:schemeClr val="bg1"/>
              </a:solidFill>
            </a:endParaRPr>
          </a:p>
        </p:txBody>
      </p:sp>
      <p:pic>
        <p:nvPicPr>
          <p:cNvPr id="31" name="Picture 30" descr="Looking up view of a tall building with glass windows&#10;&#10;Description automatically generated">
            <a:extLst>
              <a:ext uri="{FF2B5EF4-FFF2-40B4-BE49-F238E27FC236}">
                <a16:creationId xmlns:a16="http://schemas.microsoft.com/office/drawing/2014/main" id="{B3DA20F2-2D53-3AEB-2E52-5879AB1D3B2C}"/>
              </a:ext>
            </a:extLst>
          </p:cNvPr>
          <p:cNvPicPr>
            <a:picLocks noChangeAspect="1"/>
          </p:cNvPicPr>
          <p:nvPr userDrawn="1"/>
        </p:nvPicPr>
        <p:blipFill rotWithShape="1">
          <a:blip r:embed="rId2" cstate="screen">
            <a:alphaModFix/>
            <a:extLst>
              <a:ext uri="{28A0092B-C50C-407E-A947-70E740481C1C}">
                <a14:useLocalDpi xmlns:a14="http://schemas.microsoft.com/office/drawing/2010/main"/>
              </a:ext>
            </a:extLst>
          </a:blip>
          <a:srcRect/>
          <a:stretch/>
        </p:blipFill>
        <p:spPr>
          <a:xfrm>
            <a:off x="1829993" y="0"/>
            <a:ext cx="10358832" cy="6858000"/>
          </a:xfrm>
          <a:prstGeom prst="rect">
            <a:avLst/>
          </a:prstGeom>
        </p:spPr>
      </p:pic>
      <p:sp>
        <p:nvSpPr>
          <p:cNvPr id="33" name="Rectangle 32">
            <a:extLst>
              <a:ext uri="{FF2B5EF4-FFF2-40B4-BE49-F238E27FC236}">
                <a16:creationId xmlns:a16="http://schemas.microsoft.com/office/drawing/2014/main" id="{39644796-3BE2-09B0-F95D-F4AB56E62FD2}"/>
              </a:ext>
            </a:extLst>
          </p:cNvPr>
          <p:cNvSpPr/>
          <p:nvPr userDrawn="1"/>
        </p:nvSpPr>
        <p:spPr>
          <a:xfrm>
            <a:off x="0" y="0"/>
            <a:ext cx="12182348" cy="6858000"/>
          </a:xfrm>
          <a:prstGeom prst="rect">
            <a:avLst/>
          </a:prstGeom>
          <a:gradFill>
            <a:gsLst>
              <a:gs pos="59553">
                <a:srgbClr val="FFFFFF">
                  <a:alpha val="0"/>
                </a:srgbClr>
              </a:gs>
              <a:gs pos="35000">
                <a:srgbClr val="FFFFFF"/>
              </a:gs>
              <a:gs pos="78000">
                <a:srgbClr val="FFFFFF">
                  <a:alpha val="0"/>
                </a:srgbClr>
              </a:gs>
            </a:gsLst>
            <a:lin ang="0" scaled="1"/>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34" name="Freeform: Shape 9">
            <a:extLst>
              <a:ext uri="{FF2B5EF4-FFF2-40B4-BE49-F238E27FC236}">
                <a16:creationId xmlns:a16="http://schemas.microsoft.com/office/drawing/2014/main" id="{6DAA0A2E-4B76-3DD4-CF2D-B4E2E491F351}"/>
              </a:ext>
            </a:extLst>
          </p:cNvPr>
          <p:cNvSpPr/>
          <p:nvPr userDrawn="1"/>
        </p:nvSpPr>
        <p:spPr>
          <a:xfrm>
            <a:off x="0" y="0"/>
            <a:ext cx="10295334" cy="6040452"/>
          </a:xfrm>
          <a:custGeom>
            <a:avLst/>
            <a:gdLst>
              <a:gd name="connsiteX0" fmla="*/ 10186830 w 10295334"/>
              <a:gd name="connsiteY0" fmla="*/ 0 h 6040452"/>
              <a:gd name="connsiteX1" fmla="*/ 10295334 w 10295334"/>
              <a:gd name="connsiteY1" fmla="*/ 0 h 6040452"/>
              <a:gd name="connsiteX2" fmla="*/ 4722761 w 10295334"/>
              <a:gd name="connsiteY2" fmla="*/ 5572574 h 6040452"/>
              <a:gd name="connsiteX3" fmla="*/ 3593131 w 10295334"/>
              <a:gd name="connsiteY3" fmla="*/ 6040452 h 6040452"/>
              <a:gd name="connsiteX4" fmla="*/ 0 w 10295334"/>
              <a:gd name="connsiteY4" fmla="*/ 6040452 h 6040452"/>
              <a:gd name="connsiteX5" fmla="*/ 0 w 10295334"/>
              <a:gd name="connsiteY5" fmla="*/ 5963772 h 6040452"/>
              <a:gd name="connsiteX6" fmla="*/ 3593131 w 10295334"/>
              <a:gd name="connsiteY6" fmla="*/ 5963772 h 6040452"/>
              <a:gd name="connsiteX7" fmla="*/ 4175135 w 10295334"/>
              <a:gd name="connsiteY7" fmla="*/ 5847985 h 6040452"/>
              <a:gd name="connsiteX8" fmla="*/ 4668509 w 10295334"/>
              <a:gd name="connsiteY8" fmla="*/ 5518323 h 60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95334" h="6040452">
                <a:moveTo>
                  <a:pt x="10186830" y="0"/>
                </a:moveTo>
                <a:lnTo>
                  <a:pt x="10295334" y="0"/>
                </a:lnTo>
                <a:lnTo>
                  <a:pt x="4722761" y="5572574"/>
                </a:lnTo>
                <a:cubicBezTo>
                  <a:pt x="4423133" y="5872139"/>
                  <a:pt x="4016790" y="6040452"/>
                  <a:pt x="3593131" y="6040452"/>
                </a:cubicBezTo>
                <a:lnTo>
                  <a:pt x="0" y="6040452"/>
                </a:lnTo>
                <a:lnTo>
                  <a:pt x="0" y="5963772"/>
                </a:lnTo>
                <a:lnTo>
                  <a:pt x="3593131" y="5963772"/>
                </a:lnTo>
                <a:cubicBezTo>
                  <a:pt x="3793842" y="5963772"/>
                  <a:pt x="3989696" y="5924793"/>
                  <a:pt x="4175135" y="5847985"/>
                </a:cubicBezTo>
                <a:cubicBezTo>
                  <a:pt x="4360575" y="5771176"/>
                  <a:pt x="4526588" y="5660245"/>
                  <a:pt x="4668509" y="5518323"/>
                </a:cubicBezTo>
                <a:close/>
              </a:path>
            </a:pathLst>
          </a:custGeom>
          <a:gradFill>
            <a:gsLst>
              <a:gs pos="12000">
                <a:schemeClr val="accent3"/>
              </a:gs>
              <a:gs pos="85000">
                <a:schemeClr val="accent2"/>
              </a:gs>
            </a:gsLst>
            <a:lin ang="0" scaled="1"/>
          </a:gradFill>
          <a:ln w="0" cap="flat">
            <a:noFill/>
            <a:prstDash val="solid"/>
            <a:miter/>
          </a:ln>
        </p:spPr>
        <p:txBody>
          <a:bodyPr rtlCol="0" anchor="ctr"/>
          <a:lstStyle/>
          <a:p>
            <a:endParaRPr lang="en-US" dirty="0"/>
          </a:p>
        </p:txBody>
      </p:sp>
      <p:grpSp>
        <p:nvGrpSpPr>
          <p:cNvPr id="37" name="Graphic 8">
            <a:extLst>
              <a:ext uri="{FF2B5EF4-FFF2-40B4-BE49-F238E27FC236}">
                <a16:creationId xmlns:a16="http://schemas.microsoft.com/office/drawing/2014/main" id="{3E09CBA6-627D-2768-152C-A25B87CF790A}"/>
              </a:ext>
            </a:extLst>
          </p:cNvPr>
          <p:cNvGrpSpPr/>
          <p:nvPr userDrawn="1"/>
        </p:nvGrpSpPr>
        <p:grpSpPr>
          <a:xfrm>
            <a:off x="265625" y="6323271"/>
            <a:ext cx="1249223" cy="369648"/>
            <a:chOff x="265625" y="6323271"/>
            <a:chExt cx="1249223" cy="369648"/>
          </a:xfrm>
          <a:solidFill>
            <a:srgbClr val="000000"/>
          </a:solidFill>
        </p:grpSpPr>
        <p:grpSp>
          <p:nvGrpSpPr>
            <p:cNvPr id="38" name="Graphic 8">
              <a:extLst>
                <a:ext uri="{FF2B5EF4-FFF2-40B4-BE49-F238E27FC236}">
                  <a16:creationId xmlns:a16="http://schemas.microsoft.com/office/drawing/2014/main" id="{685DA75B-DA1C-13EF-F3C8-ACEE2C668A7F}"/>
                </a:ext>
              </a:extLst>
            </p:cNvPr>
            <p:cNvGrpSpPr/>
            <p:nvPr/>
          </p:nvGrpSpPr>
          <p:grpSpPr>
            <a:xfrm>
              <a:off x="745455" y="6594444"/>
              <a:ext cx="722662" cy="98475"/>
              <a:chOff x="745455" y="6594444"/>
              <a:chExt cx="722662" cy="98475"/>
            </a:xfrm>
            <a:solidFill>
              <a:srgbClr val="000000"/>
            </a:solidFill>
          </p:grpSpPr>
          <p:sp>
            <p:nvSpPr>
              <p:cNvPr id="47" name="Freeform 46">
                <a:extLst>
                  <a:ext uri="{FF2B5EF4-FFF2-40B4-BE49-F238E27FC236}">
                    <a16:creationId xmlns:a16="http://schemas.microsoft.com/office/drawing/2014/main" id="{6E43D9EF-A9B1-97EC-9CAB-0367B664C9D0}"/>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5B127822-510F-D59E-2401-DACD4D6BA077}"/>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F3E9315B-DD78-18E2-9951-D8120BAD9160}"/>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E2AF63A1-86BF-B1C3-A3F5-517003C7A96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0AC22223-58F9-DB0C-9D61-94D7B8E8C1F4}"/>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1114E784-D17D-A2C2-757A-7B9912824867}"/>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DF09BAA7-F77F-FEDC-A8A8-F10B9350FFF7}"/>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0A1F18F3-D078-404B-FFBA-A4E33B81476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0DA5E4E2-82BF-54FB-780E-193386E0F471}"/>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61295929-CD29-6FBF-CE14-3BC84AB4A1F6}"/>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9" name="Graphic 8">
              <a:extLst>
                <a:ext uri="{FF2B5EF4-FFF2-40B4-BE49-F238E27FC236}">
                  <a16:creationId xmlns:a16="http://schemas.microsoft.com/office/drawing/2014/main" id="{E1BC8CC5-030B-A124-A179-FC1B1CB93618}"/>
                </a:ext>
              </a:extLst>
            </p:cNvPr>
            <p:cNvGrpSpPr/>
            <p:nvPr/>
          </p:nvGrpSpPr>
          <p:grpSpPr>
            <a:xfrm>
              <a:off x="265625" y="6323271"/>
              <a:ext cx="1249223" cy="190348"/>
              <a:chOff x="265625" y="6323271"/>
              <a:chExt cx="1249223" cy="190348"/>
            </a:xfrm>
            <a:solidFill>
              <a:srgbClr val="000000"/>
            </a:solidFill>
          </p:grpSpPr>
          <p:sp>
            <p:nvSpPr>
              <p:cNvPr id="40" name="Freeform 39">
                <a:extLst>
                  <a:ext uri="{FF2B5EF4-FFF2-40B4-BE49-F238E27FC236}">
                    <a16:creationId xmlns:a16="http://schemas.microsoft.com/office/drawing/2014/main" id="{8263E9E0-CE6D-2469-4DAA-AAD461690F95}"/>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54E7CD3B-64B1-7447-7A83-5830224748C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3C5659AD-F571-B436-FA9E-F3EB0D45050A}"/>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6775BD55-89FE-BF4D-F689-E5F5188D1010}"/>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80CF7C26-1A1F-1F80-46D4-8309C39F0CA9}"/>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C0E1496F-2BE6-5149-BE29-0376ABD59D69}"/>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4C0A74FC-F5C6-E572-32D2-2A39D4551EAD}"/>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57" name="page number">
            <a:extLst>
              <a:ext uri="{FF2B5EF4-FFF2-40B4-BE49-F238E27FC236}">
                <a16:creationId xmlns:a16="http://schemas.microsoft.com/office/drawing/2014/main" id="{65B8D505-D55C-B546-9B33-22157CD80DE2}"/>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bg1"/>
                </a:solidFill>
              </a:rPr>
              <a:pPr lvl="0" algn="r"/>
              <a:t>‹#›</a:t>
            </a:fld>
            <a:endParaRPr lang="en-US" dirty="0">
              <a:solidFill>
                <a:schemeClr val="bg1"/>
              </a:solidFill>
            </a:endParaRPr>
          </a:p>
        </p:txBody>
      </p:sp>
      <p:sp>
        <p:nvSpPr>
          <p:cNvPr id="17" name="TextBox 16">
            <a:extLst>
              <a:ext uri="{FF2B5EF4-FFF2-40B4-BE49-F238E27FC236}">
                <a16:creationId xmlns:a16="http://schemas.microsoft.com/office/drawing/2014/main" id="{0D3A3CDD-4D8E-3CB0-B95C-B4DE8B5B02E4}"/>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178700034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a14="http://schemas.microsoft.com/office/drawing/2010/main" xmlns:a16="http://schemas.microsoft.com/office/drawing/2014/main"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D90EF1-7A6F-4CAE-80CD-2BC8A8107F0C}"/>
              </a:ext>
            </a:extLst>
          </p:cNvPr>
          <p:cNvSpPr>
            <a:spLocks noGrp="1"/>
          </p:cNvSpPr>
          <p:nvPr>
            <p:ph type="title" hasCustomPrompt="1"/>
          </p:nvPr>
        </p:nvSpPr>
        <p:spPr/>
        <p:txBody>
          <a:bodyPr/>
          <a:lstStyle>
            <a:lvl1pPr>
              <a:defRPr>
                <a:solidFill>
                  <a:schemeClr val="accent2"/>
                </a:solidFill>
              </a:defRPr>
            </a:lvl1pPr>
          </a:lstStyle>
          <a:p>
            <a:r>
              <a:rPr lang="en-US"/>
              <a:t>Click to Add One Line Title</a:t>
            </a:r>
          </a:p>
        </p:txBody>
      </p:sp>
      <p:sp>
        <p:nvSpPr>
          <p:cNvPr id="6" name="page number">
            <a:extLst>
              <a:ext uri="{FF2B5EF4-FFF2-40B4-BE49-F238E27FC236}">
                <a16:creationId xmlns:a16="http://schemas.microsoft.com/office/drawing/2014/main" id="{F2584149-C6DB-AE45-B715-90B7DF169DD6}"/>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4" name="page number">
            <a:extLst>
              <a:ext uri="{FF2B5EF4-FFF2-40B4-BE49-F238E27FC236}">
                <a16:creationId xmlns:a16="http://schemas.microsoft.com/office/drawing/2014/main" id="{F2584149-C6DB-AE45-B715-90B7DF169DD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2993477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Title and Sub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D90EF1-7A6F-4CAE-80CD-2BC8A8107F0C}"/>
              </a:ext>
            </a:extLst>
          </p:cNvPr>
          <p:cNvSpPr>
            <a:spLocks noGrp="1"/>
          </p:cNvSpPr>
          <p:nvPr>
            <p:ph type="title" hasCustomPrompt="1"/>
          </p:nvPr>
        </p:nvSpPr>
        <p:spPr/>
        <p:txBody>
          <a:bodyPr/>
          <a:lstStyle>
            <a:lvl1pPr>
              <a:defRPr>
                <a:solidFill>
                  <a:schemeClr val="accent2"/>
                </a:solidFill>
              </a:defRPr>
            </a:lvl1pPr>
          </a:lstStyle>
          <a:p>
            <a:r>
              <a:rPr lang="en-US"/>
              <a:t>Click to Add One Line Title</a:t>
            </a:r>
          </a:p>
        </p:txBody>
      </p:sp>
      <p:sp>
        <p:nvSpPr>
          <p:cNvPr id="9" name="Subtitle 2">
            <a:extLst>
              <a:ext uri="{FF2B5EF4-FFF2-40B4-BE49-F238E27FC236}">
                <a16:creationId xmlns:a16="http://schemas.microsoft.com/office/drawing/2014/main" id="{C28211D2-9BBA-4EB9-8867-E2CC72E9E0D1}"/>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6" name="page number">
            <a:extLst>
              <a:ext uri="{FF2B5EF4-FFF2-40B4-BE49-F238E27FC236}">
                <a16:creationId xmlns:a16="http://schemas.microsoft.com/office/drawing/2014/main" id="{F2584149-C6DB-AE45-B715-90B7DF169DD6}"/>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5" name="page number">
            <a:extLst>
              <a:ext uri="{FF2B5EF4-FFF2-40B4-BE49-F238E27FC236}">
                <a16:creationId xmlns:a16="http://schemas.microsoft.com/office/drawing/2014/main" id="{F2584149-C6DB-AE45-B715-90B7DF169DD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7840259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Title, Sub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924E83-0498-4D8B-94A0-3FF7CDD8F127}"/>
              </a:ext>
            </a:extLst>
          </p:cNvPr>
          <p:cNvSpPr>
            <a:spLocks noGrp="1"/>
          </p:cNvSpPr>
          <p:nvPr>
            <p:ph type="title" hasCustomPrompt="1"/>
          </p:nvPr>
        </p:nvSpPr>
        <p:spPr/>
        <p:txBody>
          <a:bodyPr/>
          <a:lstStyle>
            <a:lvl1pPr>
              <a:defRPr>
                <a:solidFill>
                  <a:schemeClr val="accent2"/>
                </a:solidFill>
              </a:defRPr>
            </a:lvl1pPr>
          </a:lstStyle>
          <a:p>
            <a:r>
              <a:rPr lang="en-US"/>
              <a:t>Single Content Layout Click to Add One Line Title</a:t>
            </a:r>
          </a:p>
        </p:txBody>
      </p:sp>
      <p:sp>
        <p:nvSpPr>
          <p:cNvPr id="8" name="Subtitle 2">
            <a:extLst>
              <a:ext uri="{FF2B5EF4-FFF2-40B4-BE49-F238E27FC236}">
                <a16:creationId xmlns:a16="http://schemas.microsoft.com/office/drawing/2014/main" id="{216D2F66-BB7F-4F0E-A224-A105F87676EF}"/>
              </a:ext>
            </a:extLst>
          </p:cNvPr>
          <p:cNvSpPr>
            <a:spLocks noGrp="1"/>
          </p:cNvSpPr>
          <p:nvPr>
            <p:ph type="subTitle" idx="10" hasCustomPrompt="1"/>
          </p:nvPr>
        </p:nvSpPr>
        <p:spPr>
          <a:xfrm>
            <a:off x="592866" y="811830"/>
            <a:ext cx="1098794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18" name="Content Placeholder 17">
            <a:extLst>
              <a:ext uri="{FF2B5EF4-FFF2-40B4-BE49-F238E27FC236}">
                <a16:creationId xmlns:a16="http://schemas.microsoft.com/office/drawing/2014/main" id="{D034FA3F-D529-4D8B-B6EC-A8341FCAF67E}"/>
              </a:ext>
            </a:extLst>
          </p:cNvPr>
          <p:cNvSpPr>
            <a:spLocks noGrp="1"/>
          </p:cNvSpPr>
          <p:nvPr>
            <p:ph sz="quarter" idx="14" hasCustomPrompt="1"/>
          </p:nvPr>
        </p:nvSpPr>
        <p:spPr>
          <a:xfrm>
            <a:off x="616505" y="1600201"/>
            <a:ext cx="10972800" cy="4572000"/>
          </a:xfrm>
        </p:spPr>
        <p:txBody>
          <a:bodyPr/>
          <a:lstStyle>
            <a:lvl1pPr>
              <a:spcBef>
                <a:spcPts val="0"/>
              </a:spcBef>
              <a:defRPr>
                <a:solidFill>
                  <a:schemeClr val="tx1"/>
                </a:solidFill>
              </a:defRPr>
            </a:lvl1pPr>
            <a:lvl2pPr>
              <a:spcBef>
                <a:spcPts val="0"/>
              </a:spcBef>
              <a:buClr>
                <a:schemeClr val="bg2">
                  <a:lumMod val="25000"/>
                </a:schemeClr>
              </a:buClr>
              <a:defRPr>
                <a:solidFill>
                  <a:schemeClr val="tx1"/>
                </a:solidFill>
              </a:defRPr>
            </a:lvl2pPr>
            <a:lvl3pPr>
              <a:spcBef>
                <a:spcPts val="0"/>
              </a:spcBef>
              <a:buClr>
                <a:schemeClr val="bg2">
                  <a:lumMod val="25000"/>
                </a:schemeClr>
              </a:buClr>
              <a:defRPr>
                <a:solidFill>
                  <a:schemeClr val="tx1"/>
                </a:solidFill>
              </a:defRPr>
            </a:lvl3pPr>
            <a:lvl4pPr>
              <a:spcBef>
                <a:spcPts val="0"/>
              </a:spcBef>
              <a:buClr>
                <a:schemeClr val="bg2">
                  <a:lumMod val="25000"/>
                </a:schemeClr>
              </a:buClr>
              <a:defRPr>
                <a:solidFill>
                  <a:schemeClr val="tx1"/>
                </a:solidFill>
              </a:defRPr>
            </a:lvl4pPr>
            <a:lvl5pPr>
              <a:spcBef>
                <a:spcPts val="0"/>
              </a:spcBef>
              <a:buClr>
                <a:schemeClr val="bg2">
                  <a:lumMod val="25000"/>
                </a:schemeClr>
              </a:buClr>
              <a:defRPr>
                <a:solidFill>
                  <a:schemeClr val="tx1"/>
                </a:solidFill>
              </a:defRPr>
            </a:lvl5pPr>
            <a:lvl6pPr>
              <a:buClr>
                <a:schemeClr val="bg2">
                  <a:lumMod val="25000"/>
                </a:schemeClr>
              </a:buClr>
              <a:defRPr>
                <a:solidFill>
                  <a:schemeClr val="bg2">
                    <a:lumMod val="25000"/>
                  </a:schemeClr>
                </a:solidFill>
              </a:defRPr>
            </a:lvl6pPr>
            <a:lvl7pPr>
              <a:defRPr/>
            </a:lvl7pPr>
            <a:lvl8pPr>
              <a:defRPr/>
            </a:lvl8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page number">
            <a:extLst>
              <a:ext uri="{FF2B5EF4-FFF2-40B4-BE49-F238E27FC236}">
                <a16:creationId xmlns:a16="http://schemas.microsoft.com/office/drawing/2014/main" id="{175B5FDB-839C-A941-B264-01387F31F005}"/>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6" name="page number">
            <a:extLst>
              <a:ext uri="{FF2B5EF4-FFF2-40B4-BE49-F238E27FC236}">
                <a16:creationId xmlns:a16="http://schemas.microsoft.com/office/drawing/2014/main" id="{175B5FDB-839C-A941-B264-01387F31F00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0387809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Two-Content Balance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000E4C6-16B5-49A9-898A-3B53C5AB065D}"/>
              </a:ext>
            </a:extLst>
          </p:cNvPr>
          <p:cNvSpPr>
            <a:spLocks noGrp="1"/>
          </p:cNvSpPr>
          <p:nvPr>
            <p:ph type="title" hasCustomPrompt="1"/>
          </p:nvPr>
        </p:nvSpPr>
        <p:spPr/>
        <p:txBody>
          <a:bodyPr/>
          <a:lstStyle>
            <a:lvl1pPr>
              <a:defRPr>
                <a:solidFill>
                  <a:schemeClr val="accent2"/>
                </a:solidFill>
              </a:defRPr>
            </a:lvl1pPr>
          </a:lstStyle>
          <a:p>
            <a:r>
              <a:rPr lang="en-US"/>
              <a:t>Two-content Layout Click to Add One Line Title</a:t>
            </a:r>
          </a:p>
        </p:txBody>
      </p:sp>
      <p:sp>
        <p:nvSpPr>
          <p:cNvPr id="8" name="Subtitle 2">
            <a:extLst>
              <a:ext uri="{FF2B5EF4-FFF2-40B4-BE49-F238E27FC236}">
                <a16:creationId xmlns:a16="http://schemas.microsoft.com/office/drawing/2014/main" id="{38535540-CB20-4CD5-9F73-DB64F5A49CD3}"/>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4" name="Content Placeholder 3">
            <a:extLst>
              <a:ext uri="{FF2B5EF4-FFF2-40B4-BE49-F238E27FC236}">
                <a16:creationId xmlns:a16="http://schemas.microsoft.com/office/drawing/2014/main" id="{87AF420A-ED2C-4AD1-A28B-EB26178557DE}"/>
              </a:ext>
            </a:extLst>
          </p:cNvPr>
          <p:cNvSpPr>
            <a:spLocks noGrp="1"/>
          </p:cNvSpPr>
          <p:nvPr>
            <p:ph sz="quarter" idx="17" hasCustomPrompt="1"/>
          </p:nvPr>
        </p:nvSpPr>
        <p:spPr>
          <a:xfrm>
            <a:off x="608013" y="1600200"/>
            <a:ext cx="5313783" cy="4572000"/>
          </a:xfrm>
        </p:spPr>
        <p:txBody>
          <a:bodyPr vert="horz" lIns="0" tIns="0" rIns="0" bIns="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lang="en-US" sz="1200" dirty="0">
                <a:solidFill>
                  <a:schemeClr val="tx1"/>
                </a:solidFill>
              </a:defRPr>
            </a:lvl6pPr>
            <a:lvl7pPr>
              <a:defRPr lang="en-US" sz="1200" dirty="0">
                <a:solidFill>
                  <a:schemeClr val="tx1"/>
                </a:solidFill>
              </a:defRPr>
            </a:lvl7pPr>
            <a:lvl8pPr>
              <a:defRPr lang="en-US" sz="1200" dirty="0">
                <a:solidFill>
                  <a:schemeClr val="tx1"/>
                </a:solidFill>
              </a:defRPr>
            </a:lvl8pPr>
            <a:lvl9pPr>
              <a:defRPr lang="en-US" sz="1200" dirty="0">
                <a:solidFill>
                  <a:schemeClr val="tx1"/>
                </a:solidFill>
              </a:defRPr>
            </a:lvl9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12" name="Content Placeholder 3">
            <a:extLst>
              <a:ext uri="{FF2B5EF4-FFF2-40B4-BE49-F238E27FC236}">
                <a16:creationId xmlns:a16="http://schemas.microsoft.com/office/drawing/2014/main" id="{CD860A49-A98C-4F0E-AB34-4E13B89D5EBC}"/>
              </a:ext>
            </a:extLst>
          </p:cNvPr>
          <p:cNvSpPr>
            <a:spLocks noGrp="1"/>
          </p:cNvSpPr>
          <p:nvPr>
            <p:ph sz="quarter" idx="18" hasCustomPrompt="1"/>
          </p:nvPr>
        </p:nvSpPr>
        <p:spPr>
          <a:xfrm>
            <a:off x="6321287" y="1600200"/>
            <a:ext cx="5313783" cy="4572000"/>
          </a:xfrm>
        </p:spPr>
        <p:txBody>
          <a:bodyPr vert="horz" lIns="0" tIns="0" rIns="0" bIns="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lang="en-US" sz="1200" dirty="0">
                <a:solidFill>
                  <a:schemeClr val="tx1"/>
                </a:solidFill>
              </a:defRPr>
            </a:lvl6pPr>
            <a:lvl7pPr>
              <a:defRPr lang="en-US" sz="1200" dirty="0">
                <a:solidFill>
                  <a:schemeClr val="tx1"/>
                </a:solidFill>
              </a:defRPr>
            </a:lvl7pPr>
            <a:lvl8pPr>
              <a:defRPr lang="en-US" sz="1200" dirty="0">
                <a:solidFill>
                  <a:schemeClr val="tx1"/>
                </a:solidFill>
              </a:defRPr>
            </a:lvl8pPr>
            <a:lvl9pPr>
              <a:defRPr lang="en-US" sz="1200" dirty="0">
                <a:solidFill>
                  <a:schemeClr val="tx1"/>
                </a:solidFill>
              </a:defRPr>
            </a:lvl9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7" name="page number">
            <a:extLst>
              <a:ext uri="{FF2B5EF4-FFF2-40B4-BE49-F238E27FC236}">
                <a16:creationId xmlns:a16="http://schemas.microsoft.com/office/drawing/2014/main" id="{306FFEC8-099C-484D-841A-7FCB225B1895}"/>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9" name="page number">
            <a:extLst>
              <a:ext uri="{FF2B5EF4-FFF2-40B4-BE49-F238E27FC236}">
                <a16:creationId xmlns:a16="http://schemas.microsoft.com/office/drawing/2014/main" id="{306FFEC8-099C-484D-841A-7FCB225B189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17049194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Two-Content Balanced Color on Right">
    <p:spTree>
      <p:nvGrpSpPr>
        <p:cNvPr id="1" name=""/>
        <p:cNvGrpSpPr/>
        <p:nvPr/>
      </p:nvGrpSpPr>
      <p:grpSpPr>
        <a:xfrm>
          <a:off x="0" y="0"/>
          <a:ext cx="0" cy="0"/>
          <a:chOff x="0" y="0"/>
          <a:chExt cx="0" cy="0"/>
        </a:xfrm>
      </p:grpSpPr>
      <p:sp>
        <p:nvSpPr>
          <p:cNvPr id="72" name="Content Placeholder 17">
            <a:extLst>
              <a:ext uri="{FF2B5EF4-FFF2-40B4-BE49-F238E27FC236}">
                <a16:creationId xmlns:a16="http://schemas.microsoft.com/office/drawing/2014/main" id="{A0456ED3-FDC5-4E29-B939-E35EA08477CA}"/>
              </a:ext>
            </a:extLst>
          </p:cNvPr>
          <p:cNvSpPr>
            <a:spLocks noGrp="1"/>
          </p:cNvSpPr>
          <p:nvPr>
            <p:ph sz="quarter" idx="16" hasCustomPrompt="1"/>
          </p:nvPr>
        </p:nvSpPr>
        <p:spPr bwMode="ltGray">
          <a:xfrm>
            <a:off x="6323381" y="1600201"/>
            <a:ext cx="5865445" cy="4572000"/>
          </a:xfrm>
          <a:solidFill>
            <a:srgbClr val="F4F8FA"/>
          </a:solidFill>
        </p:spPr>
        <p:txBody>
          <a:bodyPr vert="horz" lIns="457200" tIns="457200" rIns="457200" bIns="45720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8" name="Subtitle 2">
            <a:extLst>
              <a:ext uri="{FF2B5EF4-FFF2-40B4-BE49-F238E27FC236}">
                <a16:creationId xmlns:a16="http://schemas.microsoft.com/office/drawing/2014/main" id="{38535540-CB20-4CD5-9F73-DB64F5A49CD3}"/>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3" name="Title 2">
            <a:extLst>
              <a:ext uri="{FF2B5EF4-FFF2-40B4-BE49-F238E27FC236}">
                <a16:creationId xmlns:a16="http://schemas.microsoft.com/office/drawing/2014/main" id="{E000E4C6-16B5-49A9-898A-3B53C5AB065D}"/>
              </a:ext>
            </a:extLst>
          </p:cNvPr>
          <p:cNvSpPr>
            <a:spLocks noGrp="1"/>
          </p:cNvSpPr>
          <p:nvPr>
            <p:ph type="title" hasCustomPrompt="1"/>
          </p:nvPr>
        </p:nvSpPr>
        <p:spPr/>
        <p:txBody>
          <a:bodyPr/>
          <a:lstStyle>
            <a:lvl1pPr>
              <a:defRPr>
                <a:solidFill>
                  <a:schemeClr val="accent2"/>
                </a:solidFill>
              </a:defRPr>
            </a:lvl1pPr>
          </a:lstStyle>
          <a:p>
            <a:r>
              <a:rPr lang="en-US"/>
              <a:t>Two-content Layout: Graphic on Left, Text on Right - Click to Edit</a:t>
            </a:r>
          </a:p>
        </p:txBody>
      </p:sp>
      <p:sp>
        <p:nvSpPr>
          <p:cNvPr id="7" name="page number">
            <a:extLst>
              <a:ext uri="{FF2B5EF4-FFF2-40B4-BE49-F238E27FC236}">
                <a16:creationId xmlns:a16="http://schemas.microsoft.com/office/drawing/2014/main" id="{1727F760-24DE-9A42-B7E9-356D8DC2BDAE}"/>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2" name="Content Placeholder 17">
            <a:extLst>
              <a:ext uri="{FF2B5EF4-FFF2-40B4-BE49-F238E27FC236}">
                <a16:creationId xmlns:a16="http://schemas.microsoft.com/office/drawing/2014/main" id="{DCC3C30A-44C0-E837-19B2-6A2DFD1C7D7F}"/>
              </a:ext>
            </a:extLst>
          </p:cNvPr>
          <p:cNvSpPr>
            <a:spLocks noGrp="1"/>
          </p:cNvSpPr>
          <p:nvPr>
            <p:ph sz="quarter" idx="17" hasCustomPrompt="1"/>
          </p:nvPr>
        </p:nvSpPr>
        <p:spPr bwMode="ltGray">
          <a:xfrm>
            <a:off x="0" y="1600201"/>
            <a:ext cx="5893593" cy="4572000"/>
          </a:xfrm>
          <a:noFill/>
        </p:spPr>
        <p:txBody>
          <a:bodyPr vert="horz" lIns="594360" tIns="457200" rIns="457200" bIns="45720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9" name="page number">
            <a:extLst>
              <a:ext uri="{FF2B5EF4-FFF2-40B4-BE49-F238E27FC236}">
                <a16:creationId xmlns:a16="http://schemas.microsoft.com/office/drawing/2014/main" id="{1727F760-24DE-9A42-B7E9-356D8DC2BDAE}"/>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16273594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Two-Content Balanced Color on Lef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000E4C6-16B5-49A9-898A-3B53C5AB065D}"/>
              </a:ext>
            </a:extLst>
          </p:cNvPr>
          <p:cNvSpPr>
            <a:spLocks noGrp="1"/>
          </p:cNvSpPr>
          <p:nvPr>
            <p:ph type="title" hasCustomPrompt="1"/>
          </p:nvPr>
        </p:nvSpPr>
        <p:spPr/>
        <p:txBody>
          <a:bodyPr/>
          <a:lstStyle>
            <a:lvl1pPr>
              <a:defRPr>
                <a:solidFill>
                  <a:schemeClr val="accent2"/>
                </a:solidFill>
              </a:defRPr>
            </a:lvl1pPr>
          </a:lstStyle>
          <a:p>
            <a:r>
              <a:rPr lang="en-US"/>
              <a:t>Two-content Layout: Text on Left, Graphic on Right - Click to Edit</a:t>
            </a:r>
          </a:p>
        </p:txBody>
      </p:sp>
      <p:sp>
        <p:nvSpPr>
          <p:cNvPr id="8" name="Subtitle 2">
            <a:extLst>
              <a:ext uri="{FF2B5EF4-FFF2-40B4-BE49-F238E27FC236}">
                <a16:creationId xmlns:a16="http://schemas.microsoft.com/office/drawing/2014/main" id="{38535540-CB20-4CD5-9F73-DB64F5A49CD3}"/>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10" name="page number">
            <a:extLst>
              <a:ext uri="{FF2B5EF4-FFF2-40B4-BE49-F238E27FC236}">
                <a16:creationId xmlns:a16="http://schemas.microsoft.com/office/drawing/2014/main" id="{4FD1F5D3-21E9-5341-B48A-48F1E4CF33AB}"/>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2" name="Content Placeholder 17">
            <a:extLst>
              <a:ext uri="{FF2B5EF4-FFF2-40B4-BE49-F238E27FC236}">
                <a16:creationId xmlns:a16="http://schemas.microsoft.com/office/drawing/2014/main" id="{D7F87D5F-EABF-6E97-FCBB-22D4040C1B63}"/>
              </a:ext>
            </a:extLst>
          </p:cNvPr>
          <p:cNvSpPr>
            <a:spLocks noGrp="1"/>
          </p:cNvSpPr>
          <p:nvPr>
            <p:ph sz="quarter" idx="16" hasCustomPrompt="1"/>
          </p:nvPr>
        </p:nvSpPr>
        <p:spPr bwMode="ltGray">
          <a:xfrm>
            <a:off x="6323381" y="1600201"/>
            <a:ext cx="5865445" cy="4572000"/>
          </a:xfrm>
          <a:noFill/>
        </p:spPr>
        <p:txBody>
          <a:bodyPr vert="horz" lIns="457200" tIns="457200" rIns="457200" bIns="45720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4" name="Content Placeholder 17">
            <a:extLst>
              <a:ext uri="{FF2B5EF4-FFF2-40B4-BE49-F238E27FC236}">
                <a16:creationId xmlns:a16="http://schemas.microsoft.com/office/drawing/2014/main" id="{CA8AC63D-F94C-D60E-8AB3-9211BDCC455C}"/>
              </a:ext>
            </a:extLst>
          </p:cNvPr>
          <p:cNvSpPr>
            <a:spLocks noGrp="1"/>
          </p:cNvSpPr>
          <p:nvPr>
            <p:ph sz="quarter" idx="17" hasCustomPrompt="1"/>
          </p:nvPr>
        </p:nvSpPr>
        <p:spPr bwMode="ltGray">
          <a:xfrm>
            <a:off x="0" y="1600201"/>
            <a:ext cx="5893593" cy="4572000"/>
          </a:xfrm>
          <a:solidFill>
            <a:srgbClr val="F4F8FA"/>
          </a:solidFill>
        </p:spPr>
        <p:txBody>
          <a:bodyPr vert="horz" lIns="594360" tIns="457200" rIns="457200" bIns="45720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7" name="page number">
            <a:extLst>
              <a:ext uri="{FF2B5EF4-FFF2-40B4-BE49-F238E27FC236}">
                <a16:creationId xmlns:a16="http://schemas.microsoft.com/office/drawing/2014/main" id="{4FD1F5D3-21E9-5341-B48A-48F1E4CF33AB}"/>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8227123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6A1FE0B-90B1-4BED-9AA5-6DC9F6424E67}"/>
              </a:ext>
            </a:extLst>
          </p:cNvPr>
          <p:cNvSpPr>
            <a:spLocks noGrp="1"/>
          </p:cNvSpPr>
          <p:nvPr>
            <p:ph type="title" hasCustomPrompt="1"/>
          </p:nvPr>
        </p:nvSpPr>
        <p:spPr/>
        <p:txBody>
          <a:bodyPr/>
          <a:lstStyle>
            <a:lvl1pPr>
              <a:defRPr>
                <a:solidFill>
                  <a:schemeClr val="accent2"/>
                </a:solidFill>
              </a:defRPr>
            </a:lvl1pPr>
          </a:lstStyle>
          <a:p>
            <a:r>
              <a:rPr lang="en-US"/>
              <a:t>Two-content Text Comparison Layout</a:t>
            </a:r>
          </a:p>
        </p:txBody>
      </p:sp>
      <p:sp>
        <p:nvSpPr>
          <p:cNvPr id="13" name="Subtitle 2">
            <a:extLst>
              <a:ext uri="{FF2B5EF4-FFF2-40B4-BE49-F238E27FC236}">
                <a16:creationId xmlns:a16="http://schemas.microsoft.com/office/drawing/2014/main" id="{D541C7AA-97CA-4F96-9506-F144DA2CD8E2}"/>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11" name="Text Placeholder 4">
            <a:extLst>
              <a:ext uri="{FF2B5EF4-FFF2-40B4-BE49-F238E27FC236}">
                <a16:creationId xmlns:a16="http://schemas.microsoft.com/office/drawing/2014/main" id="{9E550D89-51A7-894E-88FB-394F3178F2EC}"/>
              </a:ext>
            </a:extLst>
          </p:cNvPr>
          <p:cNvSpPr>
            <a:spLocks noGrp="1"/>
          </p:cNvSpPr>
          <p:nvPr>
            <p:ph type="body" sz="quarter" idx="17" hasCustomPrompt="1"/>
          </p:nvPr>
        </p:nvSpPr>
        <p:spPr bwMode="gray">
          <a:xfrm>
            <a:off x="592866" y="1600202"/>
            <a:ext cx="5287234" cy="875370"/>
          </a:xfrm>
          <a:noFill/>
        </p:spPr>
        <p:txBody>
          <a:bodyPr vert="horz" lIns="0" tIns="91440" rIns="457200" bIns="91440" rtlCol="0" anchor="b">
            <a:noAutofit/>
          </a:bodyPr>
          <a:lstStyle>
            <a:lvl1pPr>
              <a:defRPr lang="en-US" dirty="0">
                <a:solidFill>
                  <a:schemeClr val="accent2"/>
                </a:solidFill>
              </a:defRPr>
            </a:lvl1pPr>
          </a:lstStyle>
          <a:p>
            <a:pPr lvl="0"/>
            <a:r>
              <a:rPr lang="en-US"/>
              <a:t>Click to add header </a:t>
            </a:r>
          </a:p>
        </p:txBody>
      </p:sp>
      <p:sp>
        <p:nvSpPr>
          <p:cNvPr id="14" name="Rectangle 13">
            <a:extLst>
              <a:ext uri="{FF2B5EF4-FFF2-40B4-BE49-F238E27FC236}">
                <a16:creationId xmlns:a16="http://schemas.microsoft.com/office/drawing/2014/main" id="{AA1B5F83-A93D-544C-8DB4-B164DBF2F72D}"/>
              </a:ext>
              <a:ext uri="{C183D7F6-B498-43B3-948B-1728B52AA6E4}">
                <adec:decorative xmlns:adec="http://schemas.microsoft.com/office/drawing/2017/decorative" val="1"/>
              </a:ext>
            </a:extLst>
          </p:cNvPr>
          <p:cNvSpPr/>
          <p:nvPr/>
        </p:nvSpPr>
        <p:spPr>
          <a:xfrm>
            <a:off x="592865" y="2484176"/>
            <a:ext cx="528723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0" name="Content Placeholder 17">
            <a:extLst>
              <a:ext uri="{FF2B5EF4-FFF2-40B4-BE49-F238E27FC236}">
                <a16:creationId xmlns:a16="http://schemas.microsoft.com/office/drawing/2014/main" id="{0170DFD5-97D2-3349-AE52-EB22861A6880}"/>
              </a:ext>
            </a:extLst>
          </p:cNvPr>
          <p:cNvSpPr>
            <a:spLocks noGrp="1"/>
          </p:cNvSpPr>
          <p:nvPr>
            <p:ph sz="quarter" idx="14" hasCustomPrompt="1"/>
          </p:nvPr>
        </p:nvSpPr>
        <p:spPr bwMode="gray">
          <a:xfrm>
            <a:off x="592865" y="2621020"/>
            <a:ext cx="5315794" cy="3544027"/>
          </a:xfrm>
        </p:spPr>
        <p:txBody>
          <a:bodyPr vert="horz" lIns="0" tIns="0" rIns="0" bIns="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ext Placeholder 4">
            <a:extLst>
              <a:ext uri="{FF2B5EF4-FFF2-40B4-BE49-F238E27FC236}">
                <a16:creationId xmlns:a16="http://schemas.microsoft.com/office/drawing/2014/main" id="{961E082F-F30B-BC46-BB99-CA9B65C08128}"/>
              </a:ext>
            </a:extLst>
          </p:cNvPr>
          <p:cNvSpPr>
            <a:spLocks noGrp="1"/>
          </p:cNvSpPr>
          <p:nvPr>
            <p:ph type="body" sz="quarter" idx="18" hasCustomPrompt="1"/>
          </p:nvPr>
        </p:nvSpPr>
        <p:spPr bwMode="gray">
          <a:xfrm>
            <a:off x="6308726" y="1600202"/>
            <a:ext cx="5287234" cy="875370"/>
          </a:xfrm>
          <a:noFill/>
        </p:spPr>
        <p:txBody>
          <a:bodyPr vert="horz" lIns="0" tIns="91440" rIns="457200" bIns="91440" rtlCol="0" anchor="b">
            <a:noAutofit/>
          </a:bodyPr>
          <a:lstStyle>
            <a:lvl1pPr>
              <a:defRPr lang="en-US" sz="2000">
                <a:solidFill>
                  <a:schemeClr val="accent4"/>
                </a:solidFill>
              </a:defRPr>
            </a:lvl1pPr>
          </a:lstStyle>
          <a:p>
            <a:pPr lvl="0"/>
            <a:r>
              <a:rPr lang="en-US"/>
              <a:t>Click to add header </a:t>
            </a:r>
          </a:p>
        </p:txBody>
      </p:sp>
      <p:sp>
        <p:nvSpPr>
          <p:cNvPr id="16" name="Rectangle 15">
            <a:extLst>
              <a:ext uri="{FF2B5EF4-FFF2-40B4-BE49-F238E27FC236}">
                <a16:creationId xmlns:a16="http://schemas.microsoft.com/office/drawing/2014/main" id="{417D4F8B-2025-D14C-A41E-9C0B401DE6B0}"/>
              </a:ext>
              <a:ext uri="{C183D7F6-B498-43B3-948B-1728B52AA6E4}">
                <adec:decorative xmlns:adec="http://schemas.microsoft.com/office/drawing/2017/decorative" val="1"/>
              </a:ext>
            </a:extLst>
          </p:cNvPr>
          <p:cNvSpPr/>
          <p:nvPr/>
        </p:nvSpPr>
        <p:spPr>
          <a:xfrm>
            <a:off x="6303874" y="2484176"/>
            <a:ext cx="528723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9" name="Content Placeholder 17">
            <a:extLst>
              <a:ext uri="{FF2B5EF4-FFF2-40B4-BE49-F238E27FC236}">
                <a16:creationId xmlns:a16="http://schemas.microsoft.com/office/drawing/2014/main" id="{3EE56D9F-2DF2-4F43-A13A-4844DFE465AC}"/>
              </a:ext>
            </a:extLst>
          </p:cNvPr>
          <p:cNvSpPr>
            <a:spLocks noGrp="1"/>
          </p:cNvSpPr>
          <p:nvPr>
            <p:ph sz="quarter" idx="16" hasCustomPrompt="1"/>
          </p:nvPr>
        </p:nvSpPr>
        <p:spPr bwMode="gray">
          <a:xfrm>
            <a:off x="6308143" y="2621280"/>
            <a:ext cx="5287234" cy="3575124"/>
          </a:xfrm>
        </p:spPr>
        <p:txBody>
          <a:bodyPr vert="horz" lIns="0" tIns="0" rIns="0" bIns="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stStyle>
          <a:p>
            <a:pPr lvl="0"/>
            <a:r>
              <a:rPr lang="en-US"/>
              <a:t>Click to add text</a:t>
            </a:r>
          </a:p>
          <a:p>
            <a:pPr lvl="1"/>
            <a:r>
              <a:rPr lang="en-US"/>
              <a:t>Second level</a:t>
            </a:r>
          </a:p>
          <a:p>
            <a:pPr lvl="2"/>
            <a:r>
              <a:rPr lang="en-US"/>
              <a:t>Third level</a:t>
            </a:r>
          </a:p>
          <a:p>
            <a:pPr lvl="3"/>
            <a:r>
              <a:rPr lang="en-US"/>
              <a:t>Fourth level</a:t>
            </a:r>
          </a:p>
          <a:p>
            <a:pPr lvl="4"/>
            <a:r>
              <a:rPr lang="en-US"/>
              <a:t>Fifth level</a:t>
            </a:r>
          </a:p>
        </p:txBody>
      </p:sp>
      <p:sp>
        <p:nvSpPr>
          <p:cNvPr id="12" name="page number">
            <a:extLst>
              <a:ext uri="{FF2B5EF4-FFF2-40B4-BE49-F238E27FC236}">
                <a16:creationId xmlns:a16="http://schemas.microsoft.com/office/drawing/2014/main" id="{3E816477-50B7-9248-BE5F-B9062610CEEE}"/>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17" name="Rectangle 16">
            <a:extLst>
              <a:ext uri="{FF2B5EF4-FFF2-40B4-BE49-F238E27FC236}">
                <a16:creationId xmlns:a16="http://schemas.microsoft.com/office/drawing/2014/main" id="{AA1B5F83-A93D-544C-8DB4-B164DBF2F72D}"/>
              </a:ext>
              <a:ext uri="{C183D7F6-B498-43B3-948B-1728B52AA6E4}">
                <adec:decorative xmlns:adec="http://schemas.microsoft.com/office/drawing/2017/decorative" val="1"/>
              </a:ext>
            </a:extLst>
          </p:cNvPr>
          <p:cNvSpPr/>
          <p:nvPr userDrawn="1"/>
        </p:nvSpPr>
        <p:spPr>
          <a:xfrm>
            <a:off x="592865" y="2484176"/>
            <a:ext cx="528723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8" name="Rectangle 17">
            <a:extLst>
              <a:ext uri="{FF2B5EF4-FFF2-40B4-BE49-F238E27FC236}">
                <a16:creationId xmlns:a16="http://schemas.microsoft.com/office/drawing/2014/main" id="{417D4F8B-2025-D14C-A41E-9C0B401DE6B0}"/>
              </a:ext>
              <a:ext uri="{C183D7F6-B498-43B3-948B-1728B52AA6E4}">
                <adec:decorative xmlns:adec="http://schemas.microsoft.com/office/drawing/2017/decorative" val="1"/>
              </a:ext>
            </a:extLst>
          </p:cNvPr>
          <p:cNvSpPr/>
          <p:nvPr userDrawn="1"/>
        </p:nvSpPr>
        <p:spPr>
          <a:xfrm>
            <a:off x="6303874" y="2484176"/>
            <a:ext cx="528723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19" name="page number">
            <a:extLst>
              <a:ext uri="{FF2B5EF4-FFF2-40B4-BE49-F238E27FC236}">
                <a16:creationId xmlns:a16="http://schemas.microsoft.com/office/drawing/2014/main" id="{3E816477-50B7-9248-BE5F-B9062610CEEE}"/>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2844582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Three-Content Comparis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5F2C94F-DA57-4BDB-8E5C-E4A0C7522314}"/>
              </a:ext>
            </a:extLst>
          </p:cNvPr>
          <p:cNvSpPr>
            <a:spLocks noGrp="1"/>
          </p:cNvSpPr>
          <p:nvPr>
            <p:ph type="title" hasCustomPrompt="1"/>
          </p:nvPr>
        </p:nvSpPr>
        <p:spPr/>
        <p:txBody>
          <a:bodyPr/>
          <a:lstStyle>
            <a:lvl1pPr>
              <a:defRPr>
                <a:solidFill>
                  <a:schemeClr val="accent2"/>
                </a:solidFill>
              </a:defRPr>
            </a:lvl1pPr>
          </a:lstStyle>
          <a:p>
            <a:r>
              <a:rPr lang="en-US"/>
              <a:t>Three-content Layout – Three Horizontal Text Boxes</a:t>
            </a:r>
          </a:p>
        </p:txBody>
      </p:sp>
      <p:sp>
        <p:nvSpPr>
          <p:cNvPr id="13" name="Subtitle 2">
            <a:extLst>
              <a:ext uri="{FF2B5EF4-FFF2-40B4-BE49-F238E27FC236}">
                <a16:creationId xmlns:a16="http://schemas.microsoft.com/office/drawing/2014/main" id="{FC59F98B-A991-4DEC-A409-289E778CB84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24" name="Text Placeholder 3">
            <a:extLst>
              <a:ext uri="{FF2B5EF4-FFF2-40B4-BE49-F238E27FC236}">
                <a16:creationId xmlns:a16="http://schemas.microsoft.com/office/drawing/2014/main" id="{E0956C27-3D46-7745-A4A9-42842784C100}"/>
              </a:ext>
            </a:extLst>
          </p:cNvPr>
          <p:cNvSpPr>
            <a:spLocks noGrp="1"/>
          </p:cNvSpPr>
          <p:nvPr>
            <p:ph type="body" sz="quarter" idx="28" hasCustomPrompt="1"/>
          </p:nvPr>
        </p:nvSpPr>
        <p:spPr>
          <a:xfrm>
            <a:off x="592866" y="1600200"/>
            <a:ext cx="3593592" cy="914400"/>
          </a:xfrm>
          <a:noFill/>
        </p:spPr>
        <p:txBody>
          <a:bodyPr lIns="0" tIns="91440" rIns="182880" bIns="91440" anchor="b"/>
          <a:lstStyle>
            <a:lvl1pPr>
              <a:defRPr sz="1800">
                <a:solidFill>
                  <a:schemeClr val="accent2"/>
                </a:solidFill>
              </a:defRPr>
            </a:lvl1pPr>
            <a:lvl2pPr marL="0" indent="0">
              <a:buFont typeface="Arial" panose="020B0604020202020204" pitchFamily="34" charset="0"/>
              <a:buChar char="​"/>
              <a:defRPr sz="1800">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add header</a:t>
            </a:r>
          </a:p>
        </p:txBody>
      </p:sp>
      <p:sp>
        <p:nvSpPr>
          <p:cNvPr id="27" name="Rectangle 26">
            <a:extLst>
              <a:ext uri="{FF2B5EF4-FFF2-40B4-BE49-F238E27FC236}">
                <a16:creationId xmlns:a16="http://schemas.microsoft.com/office/drawing/2014/main" id="{B164666E-28C9-844E-91D8-ECA2F1E57595}"/>
              </a:ext>
              <a:ext uri="{C183D7F6-B498-43B3-948B-1728B52AA6E4}">
                <adec:decorative xmlns:adec="http://schemas.microsoft.com/office/drawing/2017/decorative" val="1"/>
              </a:ext>
            </a:extLst>
          </p:cNvPr>
          <p:cNvSpPr/>
          <p:nvPr/>
        </p:nvSpPr>
        <p:spPr>
          <a:xfrm>
            <a:off x="592866" y="2509480"/>
            <a:ext cx="3593592"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26" name="Text Placeholder 3">
            <a:extLst>
              <a:ext uri="{FF2B5EF4-FFF2-40B4-BE49-F238E27FC236}">
                <a16:creationId xmlns:a16="http://schemas.microsoft.com/office/drawing/2014/main" id="{88975597-2DC5-4748-87A2-37C22D522B0B}"/>
              </a:ext>
            </a:extLst>
          </p:cNvPr>
          <p:cNvSpPr>
            <a:spLocks noGrp="1"/>
          </p:cNvSpPr>
          <p:nvPr>
            <p:ph type="body" sz="quarter" idx="26" hasCustomPrompt="1"/>
          </p:nvPr>
        </p:nvSpPr>
        <p:spPr>
          <a:xfrm>
            <a:off x="4297616" y="1600200"/>
            <a:ext cx="3593592" cy="914400"/>
          </a:xfrm>
          <a:noFill/>
        </p:spPr>
        <p:txBody>
          <a:bodyPr lIns="0" tIns="91440" rIns="182880" bIns="91440" anchor="b"/>
          <a:lstStyle>
            <a:lvl1pPr>
              <a:defRPr sz="1800">
                <a:solidFill>
                  <a:schemeClr val="accent3"/>
                </a:solidFill>
              </a:defRPr>
            </a:lvl1pPr>
            <a:lvl2pPr marL="0" indent="0">
              <a:buFont typeface="Arial" panose="020B0604020202020204" pitchFamily="34" charset="0"/>
              <a:buChar char="​"/>
              <a:defRPr sz="1800">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add header</a:t>
            </a:r>
          </a:p>
        </p:txBody>
      </p:sp>
      <p:sp>
        <p:nvSpPr>
          <p:cNvPr id="25" name="Text Placeholder 3">
            <a:extLst>
              <a:ext uri="{FF2B5EF4-FFF2-40B4-BE49-F238E27FC236}">
                <a16:creationId xmlns:a16="http://schemas.microsoft.com/office/drawing/2014/main" id="{F48BF931-C509-8F46-8576-3656F9F4BA19}"/>
              </a:ext>
            </a:extLst>
          </p:cNvPr>
          <p:cNvSpPr>
            <a:spLocks noGrp="1"/>
          </p:cNvSpPr>
          <p:nvPr>
            <p:ph type="body" sz="quarter" idx="23" hasCustomPrompt="1"/>
          </p:nvPr>
        </p:nvSpPr>
        <p:spPr>
          <a:xfrm>
            <a:off x="8001859" y="1600200"/>
            <a:ext cx="3593592" cy="914400"/>
          </a:xfrm>
          <a:noFill/>
        </p:spPr>
        <p:txBody>
          <a:bodyPr lIns="0" tIns="91440" rIns="182880" bIns="91440" anchor="b"/>
          <a:lstStyle>
            <a:lvl1pPr>
              <a:defRPr sz="1800">
                <a:solidFill>
                  <a:schemeClr val="accent4"/>
                </a:solidFill>
              </a:defRPr>
            </a:lvl1pPr>
            <a:lvl2pPr marL="0" indent="0">
              <a:buFont typeface="Arial" panose="020B0604020202020204" pitchFamily="34" charset="0"/>
              <a:buChar char="​"/>
              <a:defRPr sz="1800">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add header</a:t>
            </a:r>
          </a:p>
        </p:txBody>
      </p:sp>
      <p:sp>
        <p:nvSpPr>
          <p:cNvPr id="29" name="Rectangle 28">
            <a:extLst>
              <a:ext uri="{FF2B5EF4-FFF2-40B4-BE49-F238E27FC236}">
                <a16:creationId xmlns:a16="http://schemas.microsoft.com/office/drawing/2014/main" id="{97B963A1-3810-7A40-8918-6D6D68B4A836}"/>
              </a:ext>
              <a:ext uri="{C183D7F6-B498-43B3-948B-1728B52AA6E4}">
                <adec:decorative xmlns:adec="http://schemas.microsoft.com/office/drawing/2017/decorative" val="1"/>
              </a:ext>
            </a:extLst>
          </p:cNvPr>
          <p:cNvSpPr/>
          <p:nvPr/>
        </p:nvSpPr>
        <p:spPr>
          <a:xfrm>
            <a:off x="8001859" y="2509480"/>
            <a:ext cx="3593592"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5" name="page number">
            <a:extLst>
              <a:ext uri="{FF2B5EF4-FFF2-40B4-BE49-F238E27FC236}">
                <a16:creationId xmlns:a16="http://schemas.microsoft.com/office/drawing/2014/main" id="{7788490C-B63E-8E46-A9C1-9CF865F7FA57}"/>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2" name="Rectangle 1">
            <a:extLst>
              <a:ext uri="{FF2B5EF4-FFF2-40B4-BE49-F238E27FC236}">
                <a16:creationId xmlns:a16="http://schemas.microsoft.com/office/drawing/2014/main" id="{E17DA4B3-27AC-8A64-FD5E-59AEAE0D8559}"/>
              </a:ext>
              <a:ext uri="{C183D7F6-B498-43B3-948B-1728B52AA6E4}">
                <adec:decorative xmlns:adec="http://schemas.microsoft.com/office/drawing/2017/decorative" val="1"/>
              </a:ext>
            </a:extLst>
          </p:cNvPr>
          <p:cNvSpPr/>
          <p:nvPr/>
        </p:nvSpPr>
        <p:spPr>
          <a:xfrm>
            <a:off x="4297616" y="2509480"/>
            <a:ext cx="3593592"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7" name="Text Placeholder 6">
            <a:extLst>
              <a:ext uri="{FF2B5EF4-FFF2-40B4-BE49-F238E27FC236}">
                <a16:creationId xmlns:a16="http://schemas.microsoft.com/office/drawing/2014/main" id="{34AF0ECF-E71C-8AC9-36B9-29CB570B16D7}"/>
              </a:ext>
            </a:extLst>
          </p:cNvPr>
          <p:cNvSpPr>
            <a:spLocks noGrp="1"/>
          </p:cNvSpPr>
          <p:nvPr>
            <p:ph type="body" sz="quarter" idx="29"/>
          </p:nvPr>
        </p:nvSpPr>
        <p:spPr>
          <a:xfrm>
            <a:off x="592866" y="2649538"/>
            <a:ext cx="3594100" cy="3522662"/>
          </a:xfrm>
        </p:spPr>
        <p:txBody>
          <a:bodyPr/>
          <a:lstStyle>
            <a:lvl1pPr>
              <a:defRPr sz="1600">
                <a:solidFill>
                  <a:schemeClr val="tx1"/>
                </a:solidFill>
              </a:defRPr>
            </a:lvl1pPr>
            <a:lvl2pPr>
              <a:defRPr sz="1400">
                <a:solidFill>
                  <a:schemeClr val="tx1"/>
                </a:solidFill>
              </a:defRPr>
            </a:lvl2pPr>
            <a:lvl3pPr>
              <a:defRPr sz="1200">
                <a:solidFill>
                  <a:schemeClr val="tx1"/>
                </a:solidFill>
              </a:defRPr>
            </a:lvl3pPr>
            <a:lvl4pPr>
              <a:defRPr sz="1100">
                <a:solidFill>
                  <a:schemeClr val="tx1"/>
                </a:solidFill>
              </a:defRPr>
            </a:lvl4pPr>
            <a:lvl5pPr>
              <a:defRPr sz="11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ext Placeholder 6">
            <a:extLst>
              <a:ext uri="{FF2B5EF4-FFF2-40B4-BE49-F238E27FC236}">
                <a16:creationId xmlns:a16="http://schemas.microsoft.com/office/drawing/2014/main" id="{D43B6B0E-4AB9-6144-29E4-820FC763DE97}"/>
              </a:ext>
            </a:extLst>
          </p:cNvPr>
          <p:cNvSpPr>
            <a:spLocks noGrp="1"/>
          </p:cNvSpPr>
          <p:nvPr>
            <p:ph type="body" sz="quarter" idx="30"/>
          </p:nvPr>
        </p:nvSpPr>
        <p:spPr>
          <a:xfrm>
            <a:off x="4297616" y="2649538"/>
            <a:ext cx="3594100" cy="3522662"/>
          </a:xfrm>
        </p:spPr>
        <p:txBody>
          <a:bodyPr/>
          <a:lstStyle>
            <a:lvl1pPr>
              <a:defRPr sz="1600">
                <a:solidFill>
                  <a:schemeClr val="tx1"/>
                </a:solidFill>
              </a:defRPr>
            </a:lvl1pPr>
            <a:lvl2pPr>
              <a:defRPr sz="1400">
                <a:solidFill>
                  <a:schemeClr val="tx1"/>
                </a:solidFill>
              </a:defRPr>
            </a:lvl2pPr>
            <a:lvl3pPr>
              <a:defRPr sz="1200">
                <a:solidFill>
                  <a:schemeClr val="tx1"/>
                </a:solidFill>
              </a:defRPr>
            </a:lvl3pPr>
            <a:lvl4pPr>
              <a:defRPr sz="1100">
                <a:solidFill>
                  <a:schemeClr val="tx1"/>
                </a:solidFill>
              </a:defRPr>
            </a:lvl4pPr>
            <a:lvl5pPr>
              <a:defRPr sz="11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6">
            <a:extLst>
              <a:ext uri="{FF2B5EF4-FFF2-40B4-BE49-F238E27FC236}">
                <a16:creationId xmlns:a16="http://schemas.microsoft.com/office/drawing/2014/main" id="{FEE5625D-A2F8-6592-7C13-07EAF5CBBC33}"/>
              </a:ext>
            </a:extLst>
          </p:cNvPr>
          <p:cNvSpPr>
            <a:spLocks noGrp="1"/>
          </p:cNvSpPr>
          <p:nvPr>
            <p:ph type="body" sz="quarter" idx="31"/>
          </p:nvPr>
        </p:nvSpPr>
        <p:spPr>
          <a:xfrm>
            <a:off x="8001859" y="2649538"/>
            <a:ext cx="3594100" cy="3522662"/>
          </a:xfrm>
        </p:spPr>
        <p:txBody>
          <a:bodyPr/>
          <a:lstStyle>
            <a:lvl1pPr>
              <a:defRPr sz="1600">
                <a:solidFill>
                  <a:schemeClr val="tx1"/>
                </a:solidFill>
              </a:defRPr>
            </a:lvl1pPr>
            <a:lvl2pPr>
              <a:defRPr sz="1400">
                <a:solidFill>
                  <a:schemeClr val="tx1"/>
                </a:solidFill>
              </a:defRPr>
            </a:lvl2pPr>
            <a:lvl3pPr>
              <a:defRPr sz="1200">
                <a:solidFill>
                  <a:schemeClr val="tx1"/>
                </a:solidFill>
              </a:defRPr>
            </a:lvl3pPr>
            <a:lvl4pPr>
              <a:defRPr sz="1100">
                <a:solidFill>
                  <a:schemeClr val="tx1"/>
                </a:solidFill>
              </a:defRPr>
            </a:lvl4pPr>
            <a:lvl5pPr>
              <a:defRPr sz="11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Rectangle 13">
            <a:extLst>
              <a:ext uri="{FF2B5EF4-FFF2-40B4-BE49-F238E27FC236}">
                <a16:creationId xmlns:a16="http://schemas.microsoft.com/office/drawing/2014/main" id="{B164666E-28C9-844E-91D8-ECA2F1E57595}"/>
              </a:ext>
              <a:ext uri="{C183D7F6-B498-43B3-948B-1728B52AA6E4}">
                <adec:decorative xmlns:adec="http://schemas.microsoft.com/office/drawing/2017/decorative" val="1"/>
              </a:ext>
            </a:extLst>
          </p:cNvPr>
          <p:cNvSpPr/>
          <p:nvPr userDrawn="1"/>
        </p:nvSpPr>
        <p:spPr>
          <a:xfrm>
            <a:off x="592866" y="2509480"/>
            <a:ext cx="3593592"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6" name="Rectangle 15">
            <a:extLst>
              <a:ext uri="{FF2B5EF4-FFF2-40B4-BE49-F238E27FC236}">
                <a16:creationId xmlns:a16="http://schemas.microsoft.com/office/drawing/2014/main" id="{97B963A1-3810-7A40-8918-6D6D68B4A836}"/>
              </a:ext>
              <a:ext uri="{C183D7F6-B498-43B3-948B-1728B52AA6E4}">
                <adec:decorative xmlns:adec="http://schemas.microsoft.com/office/drawing/2017/decorative" val="1"/>
              </a:ext>
            </a:extLst>
          </p:cNvPr>
          <p:cNvSpPr/>
          <p:nvPr userDrawn="1"/>
        </p:nvSpPr>
        <p:spPr>
          <a:xfrm>
            <a:off x="8001859" y="2509480"/>
            <a:ext cx="3593592"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7" name="page number">
            <a:extLst>
              <a:ext uri="{FF2B5EF4-FFF2-40B4-BE49-F238E27FC236}">
                <a16:creationId xmlns:a16="http://schemas.microsoft.com/office/drawing/2014/main" id="{7788490C-B63E-8E46-A9C1-9CF865F7FA57}"/>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18" name="Rectangle 17">
            <a:extLst>
              <a:ext uri="{FF2B5EF4-FFF2-40B4-BE49-F238E27FC236}">
                <a16:creationId xmlns:a16="http://schemas.microsoft.com/office/drawing/2014/main" id="{E17DA4B3-27AC-8A64-FD5E-59AEAE0D8559}"/>
              </a:ext>
              <a:ext uri="{C183D7F6-B498-43B3-948B-1728B52AA6E4}">
                <adec:decorative xmlns:adec="http://schemas.microsoft.com/office/drawing/2017/decorative" val="1"/>
              </a:ext>
            </a:extLst>
          </p:cNvPr>
          <p:cNvSpPr/>
          <p:nvPr userDrawn="1"/>
        </p:nvSpPr>
        <p:spPr>
          <a:xfrm>
            <a:off x="4297616" y="2509480"/>
            <a:ext cx="3593592"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Tree>
    <p:extLst>
      <p:ext uri="{BB962C8B-B14F-4D97-AF65-F5344CB8AC3E}">
        <p14:creationId xmlns:p14="http://schemas.microsoft.com/office/powerpoint/2010/main" val="18805978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Two Content Dynamic – Lef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346AD2E-9306-49E7-A98B-7D26E458C2B2}"/>
              </a:ext>
            </a:extLst>
          </p:cNvPr>
          <p:cNvSpPr>
            <a:spLocks noGrp="1"/>
          </p:cNvSpPr>
          <p:nvPr>
            <p:ph type="title" hasCustomPrompt="1"/>
          </p:nvPr>
        </p:nvSpPr>
        <p:spPr/>
        <p:txBody>
          <a:bodyPr wrap="none"/>
          <a:lstStyle>
            <a:lvl1pPr>
              <a:defRPr>
                <a:solidFill>
                  <a:schemeClr val="accent2"/>
                </a:solidFill>
              </a:defRPr>
            </a:lvl1pPr>
          </a:lstStyle>
          <a:p>
            <a:r>
              <a:rPr lang="en-US"/>
              <a:t>Two-content Layout – Highlight Text on Left, Text/Graphic on Right</a:t>
            </a:r>
          </a:p>
        </p:txBody>
      </p:sp>
      <p:sp>
        <p:nvSpPr>
          <p:cNvPr id="14" name="Subtitle 2">
            <a:extLst>
              <a:ext uri="{FF2B5EF4-FFF2-40B4-BE49-F238E27FC236}">
                <a16:creationId xmlns:a16="http://schemas.microsoft.com/office/drawing/2014/main" id="{551435C2-3F7C-4835-8DB0-71E2C00537CF}"/>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7" name="Rectangle 6">
            <a:extLst>
              <a:ext uri="{FF2B5EF4-FFF2-40B4-BE49-F238E27FC236}">
                <a16:creationId xmlns:a16="http://schemas.microsoft.com/office/drawing/2014/main" id="{D864AC6E-1611-244C-BA28-696924BAB259}"/>
              </a:ext>
              <a:ext uri="{C183D7F6-B498-43B3-948B-1728B52AA6E4}">
                <adec:decorative xmlns:adec="http://schemas.microsoft.com/office/drawing/2017/decorative" val="1"/>
              </a:ext>
            </a:extLst>
          </p:cNvPr>
          <p:cNvSpPr/>
          <p:nvPr/>
        </p:nvSpPr>
        <p:spPr>
          <a:xfrm flipV="1">
            <a:off x="0" y="1552601"/>
            <a:ext cx="2894012" cy="5486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4" name="Text Placeholder 3">
            <a:extLst>
              <a:ext uri="{FF2B5EF4-FFF2-40B4-BE49-F238E27FC236}">
                <a16:creationId xmlns:a16="http://schemas.microsoft.com/office/drawing/2014/main" id="{830FD232-93CB-4B54-A933-93C11B099F7A}"/>
              </a:ext>
            </a:extLst>
          </p:cNvPr>
          <p:cNvSpPr>
            <a:spLocks noGrp="1"/>
          </p:cNvSpPr>
          <p:nvPr>
            <p:ph type="body" sz="quarter" idx="20" hasCustomPrompt="1"/>
          </p:nvPr>
        </p:nvSpPr>
        <p:spPr>
          <a:xfrm>
            <a:off x="0" y="1609531"/>
            <a:ext cx="2894013" cy="4572000"/>
          </a:xfrm>
          <a:solidFill>
            <a:srgbClr val="F4F8FA"/>
          </a:solidFill>
        </p:spPr>
        <p:txBody>
          <a:bodyPr vert="horz" lIns="274320" tIns="457200" rIns="457200" bIns="457200" rtlCol="0">
            <a:noAutofit/>
          </a:bodyPr>
          <a:lstStyle>
            <a:lvl1pPr>
              <a:defRPr lang="en-US" sz="1800" dirty="0">
                <a:solidFill>
                  <a:schemeClr val="accent2"/>
                </a:solidFill>
              </a:defRPr>
            </a:lvl1pPr>
            <a:lvl2pPr>
              <a:buClr>
                <a:schemeClr val="accent2"/>
              </a:buClr>
              <a:defRPr lang="en-US" sz="1600" dirty="0" smtClean="0">
                <a:solidFill>
                  <a:schemeClr val="accent2"/>
                </a:solidFill>
              </a:defRPr>
            </a:lvl2pPr>
            <a:lvl3pPr>
              <a:buClr>
                <a:schemeClr val="accent2"/>
              </a:buClr>
              <a:defRPr lang="en-US" sz="1400" dirty="0" smtClean="0">
                <a:solidFill>
                  <a:schemeClr val="accent2"/>
                </a:solidFill>
              </a:defRPr>
            </a:lvl3pPr>
            <a:lvl4pPr>
              <a:buClr>
                <a:schemeClr val="accent2"/>
              </a:buClr>
              <a:defRPr lang="en-US" sz="1200" dirty="0" smtClean="0">
                <a:solidFill>
                  <a:schemeClr val="accent2"/>
                </a:solidFill>
              </a:defRPr>
            </a:lvl4pPr>
            <a:lvl5pPr>
              <a:buClr>
                <a:schemeClr val="accent2"/>
              </a:buClr>
              <a:defRPr lang="en-US" sz="1200" dirty="0">
                <a:solidFill>
                  <a:schemeClr val="accent2"/>
                </a:solidFill>
              </a:defRPr>
            </a:lvl5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0">
            <a:extLst>
              <a:ext uri="{FF2B5EF4-FFF2-40B4-BE49-F238E27FC236}">
                <a16:creationId xmlns:a16="http://schemas.microsoft.com/office/drawing/2014/main" id="{577AE2CA-1B34-4F04-BD7F-F624F20E94FB}"/>
              </a:ext>
            </a:extLst>
          </p:cNvPr>
          <p:cNvSpPr>
            <a:spLocks noGrp="1"/>
          </p:cNvSpPr>
          <p:nvPr>
            <p:ph sz="quarter" idx="19" hasCustomPrompt="1"/>
          </p:nvPr>
        </p:nvSpPr>
        <p:spPr>
          <a:xfrm>
            <a:off x="3351213" y="1609531"/>
            <a:ext cx="8229600" cy="4572000"/>
          </a:xfrm>
        </p:spPr>
        <p:txBody>
          <a:bodyPr vert="horz" lIns="0" tIns="457200" rIns="0" bIns="0" rtlCol="0">
            <a:noAutofit/>
          </a:bodyPr>
          <a:lstStyle>
            <a:lvl1pPr>
              <a:defRPr lang="en-US" dirty="0" smtClean="0">
                <a:solidFill>
                  <a:schemeClr val="tx1"/>
                </a:solidFill>
              </a:defRPr>
            </a:lvl1pPr>
            <a:lvl2pPr>
              <a:defRPr lang="en-US" dirty="0" smtClean="0">
                <a:solidFill>
                  <a:schemeClr val="tx1"/>
                </a:solidFill>
              </a:defRPr>
            </a:lvl2pPr>
            <a:lvl3pPr>
              <a:defRPr lang="en-US" dirty="0" smtClean="0">
                <a:solidFill>
                  <a:schemeClr val="tx1"/>
                </a:solidFill>
              </a:defRPr>
            </a:lvl3pPr>
            <a:lvl4pPr>
              <a:defRPr lang="en-US" dirty="0" smtClean="0">
                <a:solidFill>
                  <a:schemeClr val="tx1"/>
                </a:solidFill>
              </a:defRPr>
            </a:lvl4pPr>
            <a:lvl5pPr>
              <a:defRPr lang="en-US" dirty="0" smtClean="0">
                <a:solidFill>
                  <a:schemeClr val="tx1"/>
                </a:solidFill>
              </a:defRPr>
            </a:lvl5pPr>
            <a:lvl6pPr>
              <a:defRPr lang="en-US" dirty="0" smtClean="0">
                <a:solidFill>
                  <a:schemeClr val="tx1"/>
                </a:solidFill>
              </a:defRPr>
            </a:lvl6pPr>
            <a:lvl7pPr>
              <a:defRPr lang="en-US" dirty="0" smtClean="0">
                <a:solidFill>
                  <a:schemeClr val="tx1"/>
                </a:solidFill>
              </a:defRPr>
            </a:lvl7pPr>
            <a:lvl8pPr>
              <a:defRPr lang="en-US" dirty="0">
                <a:solidFill>
                  <a:schemeClr val="tx1"/>
                </a:solidFill>
              </a:defRPr>
            </a:lvl8pPr>
          </a:lstStyle>
          <a:p>
            <a:pPr lvl="0"/>
            <a:r>
              <a:rPr lang="en-US" dirty="0"/>
              <a:t>Click to add graph, diagram or text</a:t>
            </a:r>
          </a:p>
          <a:p>
            <a:pPr lvl="1"/>
            <a:r>
              <a:rPr lang="en-US" dirty="0"/>
              <a:t>Second level</a:t>
            </a:r>
          </a:p>
          <a:p>
            <a:pPr lvl="2"/>
            <a:r>
              <a:rPr lang="en-US" dirty="0"/>
              <a:t>Third level</a:t>
            </a:r>
          </a:p>
          <a:p>
            <a:pPr lvl="3"/>
            <a:r>
              <a:rPr lang="en-US" dirty="0"/>
              <a:t>Fourth level</a:t>
            </a:r>
          </a:p>
          <a:p>
            <a:pPr lvl="4"/>
            <a:r>
              <a:rPr lang="en-US" dirty="0"/>
              <a:t>Fifth level</a:t>
            </a:r>
          </a:p>
          <a:p>
            <a:pPr marL="1270000" lvl="5" indent="-117475"/>
            <a:r>
              <a:rPr lang="en-US" dirty="0"/>
              <a:t>Sixth level</a:t>
            </a:r>
          </a:p>
          <a:p>
            <a:pPr marL="1438275" lvl="6" indent="-117475"/>
            <a:r>
              <a:rPr lang="en-US" dirty="0"/>
              <a:t>Seventh level</a:t>
            </a:r>
          </a:p>
          <a:p>
            <a:pPr marL="1554163" lvl="7" indent="-115888">
              <a:lnSpc>
                <a:spcPct val="90000"/>
              </a:lnSpc>
            </a:pPr>
            <a:r>
              <a:rPr lang="en-US" dirty="0"/>
              <a:t>Ninth level</a:t>
            </a:r>
          </a:p>
        </p:txBody>
      </p:sp>
      <p:sp>
        <p:nvSpPr>
          <p:cNvPr id="8" name="page number">
            <a:extLst>
              <a:ext uri="{FF2B5EF4-FFF2-40B4-BE49-F238E27FC236}">
                <a16:creationId xmlns:a16="http://schemas.microsoft.com/office/drawing/2014/main" id="{1A93E906-C928-C345-B032-1F5C677FAEDD}"/>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9" name="Rectangle 8">
            <a:extLst>
              <a:ext uri="{FF2B5EF4-FFF2-40B4-BE49-F238E27FC236}">
                <a16:creationId xmlns:a16="http://schemas.microsoft.com/office/drawing/2014/main" id="{D864AC6E-1611-244C-BA28-696924BAB259}"/>
              </a:ext>
              <a:ext uri="{C183D7F6-B498-43B3-948B-1728B52AA6E4}">
                <adec:decorative xmlns:adec="http://schemas.microsoft.com/office/drawing/2017/decorative" val="1"/>
              </a:ext>
            </a:extLst>
          </p:cNvPr>
          <p:cNvSpPr/>
          <p:nvPr userDrawn="1"/>
        </p:nvSpPr>
        <p:spPr>
          <a:xfrm flipV="1">
            <a:off x="0" y="1552601"/>
            <a:ext cx="2894012" cy="5486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10" name="page number">
            <a:extLst>
              <a:ext uri="{FF2B5EF4-FFF2-40B4-BE49-F238E27FC236}">
                <a16:creationId xmlns:a16="http://schemas.microsoft.com/office/drawing/2014/main" id="{1A93E906-C928-C345-B032-1F5C677FAEDD}"/>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3646956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Two Content Dynamic – Righ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92A934A-AC6B-460C-9C93-B13CF6B6263F}"/>
              </a:ext>
            </a:extLst>
          </p:cNvPr>
          <p:cNvSpPr>
            <a:spLocks noGrp="1"/>
          </p:cNvSpPr>
          <p:nvPr>
            <p:ph type="title" hasCustomPrompt="1"/>
          </p:nvPr>
        </p:nvSpPr>
        <p:spPr/>
        <p:txBody>
          <a:bodyPr wrap="none"/>
          <a:lstStyle>
            <a:lvl1pPr>
              <a:defRPr>
                <a:solidFill>
                  <a:schemeClr val="accent2"/>
                </a:solidFill>
              </a:defRPr>
            </a:lvl1pPr>
          </a:lstStyle>
          <a:p>
            <a:r>
              <a:rPr lang="en-US"/>
              <a:t>Two-content Layout – Highlight Text on Right, Text/Graphic on Left</a:t>
            </a:r>
          </a:p>
        </p:txBody>
      </p:sp>
      <p:sp>
        <p:nvSpPr>
          <p:cNvPr id="14" name="Subtitle 2">
            <a:extLst>
              <a:ext uri="{FF2B5EF4-FFF2-40B4-BE49-F238E27FC236}">
                <a16:creationId xmlns:a16="http://schemas.microsoft.com/office/drawing/2014/main" id="{F6F5131D-84AE-4294-83A1-243FE1C81A8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9" name="page number">
            <a:extLst>
              <a:ext uri="{FF2B5EF4-FFF2-40B4-BE49-F238E27FC236}">
                <a16:creationId xmlns:a16="http://schemas.microsoft.com/office/drawing/2014/main" id="{EA3FFB13-8625-D245-BD64-AAC7CCCB5B64}"/>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2" name="Rectangle 1">
            <a:extLst>
              <a:ext uri="{FF2B5EF4-FFF2-40B4-BE49-F238E27FC236}">
                <a16:creationId xmlns:a16="http://schemas.microsoft.com/office/drawing/2014/main" id="{85B60DB8-F067-969E-72B5-4E90025E5BF8}"/>
              </a:ext>
              <a:ext uri="{C183D7F6-B498-43B3-948B-1728B52AA6E4}">
                <adec:decorative xmlns:adec="http://schemas.microsoft.com/office/drawing/2017/decorative" val="1"/>
              </a:ext>
            </a:extLst>
          </p:cNvPr>
          <p:cNvSpPr/>
          <p:nvPr/>
        </p:nvSpPr>
        <p:spPr>
          <a:xfrm flipV="1">
            <a:off x="9294812" y="1552601"/>
            <a:ext cx="2894012" cy="5486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4" name="Text Placeholder 3">
            <a:extLst>
              <a:ext uri="{FF2B5EF4-FFF2-40B4-BE49-F238E27FC236}">
                <a16:creationId xmlns:a16="http://schemas.microsoft.com/office/drawing/2014/main" id="{CEB93DEE-AB9E-C81E-DF9C-D1BE09F22E09}"/>
              </a:ext>
            </a:extLst>
          </p:cNvPr>
          <p:cNvSpPr>
            <a:spLocks noGrp="1"/>
          </p:cNvSpPr>
          <p:nvPr>
            <p:ph type="body" sz="quarter" idx="20" hasCustomPrompt="1"/>
          </p:nvPr>
        </p:nvSpPr>
        <p:spPr>
          <a:xfrm>
            <a:off x="9294812" y="1609531"/>
            <a:ext cx="2894013" cy="4572000"/>
          </a:xfrm>
          <a:solidFill>
            <a:srgbClr val="F4F8FA"/>
          </a:solidFill>
        </p:spPr>
        <p:txBody>
          <a:bodyPr vert="horz" lIns="274320" tIns="457200" rIns="457200" bIns="457200" rtlCol="0">
            <a:noAutofit/>
          </a:bodyPr>
          <a:lstStyle>
            <a:lvl1pPr>
              <a:defRPr lang="en-US" sz="1800" dirty="0">
                <a:solidFill>
                  <a:schemeClr val="accent2"/>
                </a:solidFill>
              </a:defRPr>
            </a:lvl1pPr>
            <a:lvl2pPr>
              <a:buClr>
                <a:schemeClr val="accent2"/>
              </a:buClr>
              <a:defRPr lang="en-US" sz="1600" dirty="0" smtClean="0">
                <a:solidFill>
                  <a:schemeClr val="accent2"/>
                </a:solidFill>
              </a:defRPr>
            </a:lvl2pPr>
            <a:lvl3pPr>
              <a:buClr>
                <a:schemeClr val="accent2"/>
              </a:buClr>
              <a:defRPr lang="en-US" sz="1400" dirty="0" smtClean="0">
                <a:solidFill>
                  <a:schemeClr val="accent2"/>
                </a:solidFill>
              </a:defRPr>
            </a:lvl3pPr>
            <a:lvl4pPr>
              <a:buClr>
                <a:schemeClr val="accent2"/>
              </a:buClr>
              <a:defRPr lang="en-US" sz="1200" dirty="0" smtClean="0">
                <a:solidFill>
                  <a:schemeClr val="accent2"/>
                </a:solidFill>
              </a:defRPr>
            </a:lvl4pPr>
            <a:lvl5pPr>
              <a:buClr>
                <a:schemeClr val="accent2"/>
              </a:buClr>
              <a:defRPr lang="en-US" sz="1200" dirty="0">
                <a:solidFill>
                  <a:schemeClr val="accent2"/>
                </a:solidFill>
              </a:defRPr>
            </a:lvl5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10">
            <a:extLst>
              <a:ext uri="{FF2B5EF4-FFF2-40B4-BE49-F238E27FC236}">
                <a16:creationId xmlns:a16="http://schemas.microsoft.com/office/drawing/2014/main" id="{DC18C6BC-2416-B51C-F45A-9BCC874B47ED}"/>
              </a:ext>
            </a:extLst>
          </p:cNvPr>
          <p:cNvSpPr>
            <a:spLocks noGrp="1"/>
          </p:cNvSpPr>
          <p:nvPr>
            <p:ph sz="quarter" idx="19" hasCustomPrompt="1"/>
          </p:nvPr>
        </p:nvSpPr>
        <p:spPr>
          <a:xfrm>
            <a:off x="579809" y="1607465"/>
            <a:ext cx="8229600" cy="4572000"/>
          </a:xfrm>
        </p:spPr>
        <p:txBody>
          <a:bodyPr vert="horz" lIns="594360" tIns="457200" rIns="0" bIns="0" rtlCol="0">
            <a:noAutofit/>
          </a:bodyPr>
          <a:lstStyle>
            <a:lvl1pPr>
              <a:defRPr lang="en-US" dirty="0" smtClean="0">
                <a:solidFill>
                  <a:schemeClr val="tx1"/>
                </a:solidFill>
              </a:defRPr>
            </a:lvl1pPr>
            <a:lvl2pPr>
              <a:defRPr lang="en-US" dirty="0" smtClean="0">
                <a:solidFill>
                  <a:schemeClr val="tx1"/>
                </a:solidFill>
              </a:defRPr>
            </a:lvl2pPr>
            <a:lvl3pPr>
              <a:defRPr lang="en-US" dirty="0" smtClean="0">
                <a:solidFill>
                  <a:schemeClr val="tx1"/>
                </a:solidFill>
              </a:defRPr>
            </a:lvl3pPr>
            <a:lvl4pPr>
              <a:defRPr lang="en-US" dirty="0" smtClean="0">
                <a:solidFill>
                  <a:schemeClr val="tx1"/>
                </a:solidFill>
              </a:defRPr>
            </a:lvl4pPr>
            <a:lvl5pPr>
              <a:defRPr lang="en-US" dirty="0" smtClean="0">
                <a:solidFill>
                  <a:schemeClr val="tx1"/>
                </a:solidFill>
              </a:defRPr>
            </a:lvl5pPr>
            <a:lvl6pPr>
              <a:defRPr lang="en-US" dirty="0" smtClean="0">
                <a:solidFill>
                  <a:schemeClr val="tx1"/>
                </a:solidFill>
              </a:defRPr>
            </a:lvl6pPr>
            <a:lvl7pPr>
              <a:defRPr lang="en-US" dirty="0" smtClean="0">
                <a:solidFill>
                  <a:schemeClr val="tx1"/>
                </a:solidFill>
              </a:defRPr>
            </a:lvl7pPr>
            <a:lvl8pPr>
              <a:defRPr lang="en-US" dirty="0">
                <a:solidFill>
                  <a:schemeClr val="tx1"/>
                </a:solidFill>
              </a:defRPr>
            </a:lvl8pPr>
          </a:lstStyle>
          <a:p>
            <a:pPr lvl="0"/>
            <a:r>
              <a:rPr lang="en-US" dirty="0"/>
              <a:t>Click to add graph, diagram or text</a:t>
            </a:r>
          </a:p>
          <a:p>
            <a:pPr lvl="1"/>
            <a:r>
              <a:rPr lang="en-US" dirty="0"/>
              <a:t>Second level</a:t>
            </a:r>
          </a:p>
          <a:p>
            <a:pPr lvl="2"/>
            <a:r>
              <a:rPr lang="en-US" dirty="0"/>
              <a:t>Third level</a:t>
            </a:r>
          </a:p>
          <a:p>
            <a:pPr lvl="3"/>
            <a:r>
              <a:rPr lang="en-US" dirty="0"/>
              <a:t>Fourth level</a:t>
            </a:r>
          </a:p>
          <a:p>
            <a:pPr lvl="4"/>
            <a:r>
              <a:rPr lang="en-US" dirty="0"/>
              <a:t>Fifth level</a:t>
            </a:r>
          </a:p>
          <a:p>
            <a:pPr marL="1270000" lvl="5" indent="-117475"/>
            <a:r>
              <a:rPr lang="en-US" dirty="0"/>
              <a:t>Sixth level</a:t>
            </a:r>
          </a:p>
          <a:p>
            <a:pPr marL="1438275" lvl="6" indent="-117475"/>
            <a:r>
              <a:rPr lang="en-US" dirty="0"/>
              <a:t>Seventh level</a:t>
            </a:r>
          </a:p>
          <a:p>
            <a:pPr marL="1554163" lvl="7" indent="-115888">
              <a:lnSpc>
                <a:spcPct val="90000"/>
              </a:lnSpc>
            </a:pPr>
            <a:r>
              <a:rPr lang="en-US" dirty="0"/>
              <a:t>Ninth level</a:t>
            </a:r>
          </a:p>
        </p:txBody>
      </p:sp>
      <p:sp>
        <p:nvSpPr>
          <p:cNvPr id="8" name="page number">
            <a:extLst>
              <a:ext uri="{FF2B5EF4-FFF2-40B4-BE49-F238E27FC236}">
                <a16:creationId xmlns:a16="http://schemas.microsoft.com/office/drawing/2014/main" id="{EA3FFB13-8625-D245-BD64-AAC7CCCB5B6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10" name="Rectangle 9">
            <a:extLst>
              <a:ext uri="{FF2B5EF4-FFF2-40B4-BE49-F238E27FC236}">
                <a16:creationId xmlns:a16="http://schemas.microsoft.com/office/drawing/2014/main" id="{85B60DB8-F067-969E-72B5-4E90025E5BF8}"/>
              </a:ext>
              <a:ext uri="{C183D7F6-B498-43B3-948B-1728B52AA6E4}">
                <adec:decorative xmlns:adec="http://schemas.microsoft.com/office/drawing/2017/decorative" val="1"/>
              </a:ext>
            </a:extLst>
          </p:cNvPr>
          <p:cNvSpPr/>
          <p:nvPr userDrawn="1"/>
        </p:nvSpPr>
        <p:spPr>
          <a:xfrm flipV="1">
            <a:off x="9294812" y="1552601"/>
            <a:ext cx="2894012" cy="5486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Tree>
    <p:extLst>
      <p:ext uri="{BB962C8B-B14F-4D97-AF65-F5344CB8AC3E}">
        <p14:creationId xmlns:p14="http://schemas.microsoft.com/office/powerpoint/2010/main" val="2136262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Diagram with Content on Righ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157BCD9-063B-4ED4-B68C-092EC2C342E6}"/>
              </a:ext>
            </a:extLst>
          </p:cNvPr>
          <p:cNvSpPr>
            <a:spLocks noGrp="1"/>
          </p:cNvSpPr>
          <p:nvPr>
            <p:ph type="title" hasCustomPrompt="1"/>
          </p:nvPr>
        </p:nvSpPr>
        <p:spPr/>
        <p:txBody>
          <a:bodyPr wrap="none"/>
          <a:lstStyle>
            <a:lvl1pPr>
              <a:defRPr>
                <a:solidFill>
                  <a:schemeClr val="accent2"/>
                </a:solidFill>
              </a:defRPr>
            </a:lvl1pPr>
          </a:lstStyle>
          <a:p>
            <a:r>
              <a:rPr lang="en-US"/>
              <a:t>Diagram with Content</a:t>
            </a:r>
          </a:p>
        </p:txBody>
      </p:sp>
      <p:sp>
        <p:nvSpPr>
          <p:cNvPr id="9" name="Subtitle 2">
            <a:extLst>
              <a:ext uri="{FF2B5EF4-FFF2-40B4-BE49-F238E27FC236}">
                <a16:creationId xmlns:a16="http://schemas.microsoft.com/office/drawing/2014/main" id="{A0D276D7-17CD-46AB-99B2-97FD34FEEFF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7" name="Rectangle 6">
            <a:extLst>
              <a:ext uri="{FF2B5EF4-FFF2-40B4-BE49-F238E27FC236}">
                <a16:creationId xmlns:a16="http://schemas.microsoft.com/office/drawing/2014/main" id="{F7E2C737-3A4D-924A-88B5-FA4D5C8A07C7}"/>
              </a:ext>
              <a:ext uri="{C183D7F6-B498-43B3-948B-1728B52AA6E4}">
                <adec:decorative xmlns:adec="http://schemas.microsoft.com/office/drawing/2017/decorative" val="1"/>
              </a:ext>
            </a:extLst>
          </p:cNvPr>
          <p:cNvSpPr/>
          <p:nvPr/>
        </p:nvSpPr>
        <p:spPr>
          <a:xfrm flipV="1">
            <a:off x="8380072" y="1589923"/>
            <a:ext cx="3808754" cy="8261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5" name="Text Placeholder 4">
            <a:extLst>
              <a:ext uri="{FF2B5EF4-FFF2-40B4-BE49-F238E27FC236}">
                <a16:creationId xmlns:a16="http://schemas.microsoft.com/office/drawing/2014/main" id="{7F7496CC-9DD2-4299-850C-005958FB65CC}"/>
              </a:ext>
            </a:extLst>
          </p:cNvPr>
          <p:cNvSpPr>
            <a:spLocks noGrp="1"/>
          </p:cNvSpPr>
          <p:nvPr>
            <p:ph type="body" sz="quarter" idx="17" hasCustomPrompt="1"/>
          </p:nvPr>
        </p:nvSpPr>
        <p:spPr>
          <a:xfrm>
            <a:off x="8380413" y="1600200"/>
            <a:ext cx="3808412" cy="4572000"/>
          </a:xfrm>
        </p:spPr>
        <p:txBody>
          <a:bodyPr tIns="457200" rIns="594360" bIns="457200"/>
          <a:lstStyle>
            <a:lvl1pPr>
              <a:defRPr sz="1600">
                <a:solidFill>
                  <a:schemeClr val="accent2"/>
                </a:solidFill>
              </a:defRPr>
            </a:lvl1pPr>
            <a:lvl2pPr>
              <a:buClr>
                <a:schemeClr val="accent2"/>
              </a:buClr>
              <a:defRPr sz="1400">
                <a:solidFill>
                  <a:schemeClr val="accent2"/>
                </a:solidFill>
              </a:defRPr>
            </a:lvl2pPr>
            <a:lvl3pPr>
              <a:buClr>
                <a:schemeClr val="accent2"/>
              </a:buClr>
              <a:defRPr sz="1200">
                <a:solidFill>
                  <a:schemeClr val="accent2"/>
                </a:solidFill>
              </a:defRPr>
            </a:lvl3pPr>
            <a:lvl4pPr>
              <a:buClr>
                <a:schemeClr val="accent2"/>
              </a:buClr>
              <a:defRPr sz="1100">
                <a:solidFill>
                  <a:schemeClr val="accent2"/>
                </a:solidFill>
              </a:defRPr>
            </a:lvl4pPr>
            <a:lvl5pPr>
              <a:buClr>
                <a:schemeClr val="accent2"/>
              </a:buClr>
              <a:defRPr sz="1100">
                <a:solidFill>
                  <a:schemeClr val="accent2"/>
                </a:solidFill>
              </a:defRPr>
            </a:lvl5pPr>
            <a:lvl6pPr>
              <a:buClr>
                <a:schemeClr val="accent2"/>
              </a:buClr>
              <a:defRPr sz="1100">
                <a:solidFill>
                  <a:schemeClr val="accent2"/>
                </a:solidFill>
              </a:defRPr>
            </a:lvl6pPr>
            <a:lvl7pPr>
              <a:buClr>
                <a:schemeClr val="accent2"/>
              </a:buClr>
              <a:defRPr sz="1100">
                <a:solidFill>
                  <a:schemeClr val="accent2"/>
                </a:solidFill>
              </a:defRPr>
            </a:lvl7pPr>
            <a:lvl8pPr>
              <a:buClr>
                <a:schemeClr val="accent2"/>
              </a:buClr>
              <a:defRPr sz="1100">
                <a:solidFill>
                  <a:schemeClr val="accent2"/>
                </a:solidFill>
              </a:defRPr>
            </a:lvl8pPr>
            <a:lvl9pPr>
              <a:buClr>
                <a:schemeClr val="accent2"/>
              </a:buClr>
              <a:defRPr sz="1100">
                <a:solidFill>
                  <a:schemeClr val="accent2"/>
                </a:solidFill>
              </a:defRPr>
            </a:lvl9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11" name="page number">
            <a:extLst>
              <a:ext uri="{FF2B5EF4-FFF2-40B4-BE49-F238E27FC236}">
                <a16:creationId xmlns:a16="http://schemas.microsoft.com/office/drawing/2014/main" id="{0D34A4A0-0C07-994F-9539-A07F4B06F184}"/>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2" name="Content Placeholder 17">
            <a:extLst>
              <a:ext uri="{FF2B5EF4-FFF2-40B4-BE49-F238E27FC236}">
                <a16:creationId xmlns:a16="http://schemas.microsoft.com/office/drawing/2014/main" id="{C05F02B7-B99F-8424-E971-B7478FAB40DE}"/>
              </a:ext>
            </a:extLst>
          </p:cNvPr>
          <p:cNvSpPr>
            <a:spLocks noGrp="1"/>
          </p:cNvSpPr>
          <p:nvPr>
            <p:ph sz="quarter" idx="14" hasCustomPrompt="1"/>
          </p:nvPr>
        </p:nvSpPr>
        <p:spPr bwMode="ltGray">
          <a:xfrm>
            <a:off x="608012" y="1600201"/>
            <a:ext cx="7398303" cy="4572000"/>
          </a:xfrm>
          <a:noFill/>
        </p:spPr>
        <p:txBody>
          <a:bodyPr vert="horz" lIns="594360" tIns="1371600" rIns="457200" bIns="457200" rtlCol="0">
            <a:noAutofit/>
          </a:bodyPr>
          <a:lstStyle>
            <a:lvl1pPr algn="ctr">
              <a:spcBef>
                <a:spcPts val="1200"/>
              </a:spcBef>
              <a:defRPr lang="en-US" sz="1100" dirty="0">
                <a:solidFill>
                  <a:schemeClr val="tx1"/>
                </a:solidFill>
              </a:defRPr>
            </a:lvl1pPr>
            <a:lvl2pPr>
              <a:buClr>
                <a:schemeClr val="bg1"/>
              </a:buClr>
              <a:defRPr lang="en-US" sz="1600" dirty="0">
                <a:solidFill>
                  <a:schemeClr val="bg1"/>
                </a:solidFill>
              </a:defRPr>
            </a:lvl2pPr>
            <a:lvl3pPr>
              <a:buClr>
                <a:schemeClr val="bg1"/>
              </a:buClr>
              <a:defRPr lang="en-US" sz="1400" dirty="0">
                <a:solidFill>
                  <a:schemeClr val="bg1"/>
                </a:solidFill>
              </a:defRPr>
            </a:lvl3pPr>
            <a:lvl4pPr>
              <a:buClr>
                <a:schemeClr val="bg1"/>
              </a:buClr>
              <a:defRPr lang="en-US" sz="1200" dirty="0">
                <a:solidFill>
                  <a:schemeClr val="bg1"/>
                </a:solidFill>
              </a:defRPr>
            </a:lvl4pPr>
            <a:lvl5pPr>
              <a:buClr>
                <a:schemeClr val="bg1"/>
              </a:buClr>
              <a:defRPr lang="en-US" sz="1200" dirty="0">
                <a:solidFill>
                  <a:schemeClr val="bg1"/>
                </a:solidFill>
              </a:defRPr>
            </a:lvl5pPr>
            <a:lvl6pPr>
              <a:buClrTx/>
              <a:defRPr sz="1800">
                <a:solidFill>
                  <a:schemeClr val="bg1"/>
                </a:solidFill>
              </a:defRPr>
            </a:lvl6pPr>
            <a:lvl7pPr>
              <a:buClrTx/>
              <a:defRPr sz="1400">
                <a:solidFill>
                  <a:schemeClr val="bg1"/>
                </a:solidFill>
              </a:defRPr>
            </a:lvl7pPr>
            <a:lvl8pPr>
              <a:buClrTx/>
              <a:defRPr sz="1200">
                <a:solidFill>
                  <a:schemeClr val="bg1"/>
                </a:solidFill>
              </a:defRPr>
            </a:lvl8pPr>
            <a:lvl9pPr>
              <a:buClrTx/>
              <a:defRPr sz="1800">
                <a:solidFill>
                  <a:schemeClr val="bg1"/>
                </a:solidFill>
              </a:defRPr>
            </a:lvl9pPr>
          </a:lstStyle>
          <a:p>
            <a:pPr lvl="0"/>
            <a:r>
              <a:rPr lang="en-US" dirty="0"/>
              <a:t>NOTE: This is intended for a diagram only.</a:t>
            </a:r>
            <a:br>
              <a:rPr lang="en-US" dirty="0"/>
            </a:br>
            <a:r>
              <a:rPr lang="en-US" dirty="0"/>
              <a:t>Not recommended to add text here, as it’s not formatted for it. </a:t>
            </a:r>
          </a:p>
        </p:txBody>
      </p:sp>
      <p:sp>
        <p:nvSpPr>
          <p:cNvPr id="8" name="Rectangle 7">
            <a:extLst>
              <a:ext uri="{FF2B5EF4-FFF2-40B4-BE49-F238E27FC236}">
                <a16:creationId xmlns:a16="http://schemas.microsoft.com/office/drawing/2014/main" id="{F7E2C737-3A4D-924A-88B5-FA4D5C8A07C7}"/>
              </a:ext>
              <a:ext uri="{C183D7F6-B498-43B3-948B-1728B52AA6E4}">
                <adec:decorative xmlns:adec="http://schemas.microsoft.com/office/drawing/2017/decorative" val="1"/>
              </a:ext>
            </a:extLst>
          </p:cNvPr>
          <p:cNvSpPr/>
          <p:nvPr userDrawn="1"/>
        </p:nvSpPr>
        <p:spPr>
          <a:xfrm flipV="1">
            <a:off x="8380072" y="1589923"/>
            <a:ext cx="3808754" cy="8261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10" name="page number">
            <a:extLst>
              <a:ext uri="{FF2B5EF4-FFF2-40B4-BE49-F238E27FC236}">
                <a16:creationId xmlns:a16="http://schemas.microsoft.com/office/drawing/2014/main" id="{0D34A4A0-0C07-994F-9539-A07F4B06F18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21876759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Diagram with Outcome, Benefi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E15888C-CFB4-4BEC-9B94-46E698DFC481}"/>
              </a:ext>
            </a:extLst>
          </p:cNvPr>
          <p:cNvSpPr>
            <a:spLocks noGrp="1"/>
          </p:cNvSpPr>
          <p:nvPr>
            <p:ph type="title" hasCustomPrompt="1"/>
          </p:nvPr>
        </p:nvSpPr>
        <p:spPr/>
        <p:txBody>
          <a:bodyPr wrap="none"/>
          <a:lstStyle>
            <a:lvl1pPr>
              <a:defRPr>
                <a:solidFill>
                  <a:schemeClr val="accent2"/>
                </a:solidFill>
              </a:defRPr>
            </a:lvl1pPr>
          </a:lstStyle>
          <a:p>
            <a:r>
              <a:rPr lang="en-US"/>
              <a:t>Diagram with Outcome/Benefit Content</a:t>
            </a:r>
          </a:p>
        </p:txBody>
      </p:sp>
      <p:sp>
        <p:nvSpPr>
          <p:cNvPr id="19" name="Subtitle 2">
            <a:extLst>
              <a:ext uri="{FF2B5EF4-FFF2-40B4-BE49-F238E27FC236}">
                <a16:creationId xmlns:a16="http://schemas.microsoft.com/office/drawing/2014/main" id="{E9D6A872-88BD-4DFC-AFFD-1E9BEEB6533B}"/>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cxnSp>
        <p:nvCxnSpPr>
          <p:cNvPr id="138" name="Straight Connector 137">
            <a:extLst>
              <a:ext uri="{FF2B5EF4-FFF2-40B4-BE49-F238E27FC236}">
                <a16:creationId xmlns:a16="http://schemas.microsoft.com/office/drawing/2014/main" id="{56D4D92B-574E-4F63-A5BA-8F7282B54C27}"/>
              </a:ext>
              <a:ext uri="{C183D7F6-B498-43B3-948B-1728B52AA6E4}">
                <adec:decorative xmlns:adec="http://schemas.microsoft.com/office/drawing/2017/decorative" val="1"/>
              </a:ext>
            </a:extLst>
          </p:cNvPr>
          <p:cNvCxnSpPr>
            <a:cxnSpLocks/>
          </p:cNvCxnSpPr>
          <p:nvPr/>
        </p:nvCxnSpPr>
        <p:spPr>
          <a:xfrm>
            <a:off x="8380413" y="1608668"/>
            <a:ext cx="3808412" cy="0"/>
          </a:xfrm>
          <a:prstGeom prst="line">
            <a:avLst/>
          </a:prstGeom>
          <a:ln w="25400">
            <a:solidFill>
              <a:schemeClr val="accent2"/>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Text Placeholder 6">
            <a:extLst>
              <a:ext uri="{FF2B5EF4-FFF2-40B4-BE49-F238E27FC236}">
                <a16:creationId xmlns:a16="http://schemas.microsoft.com/office/drawing/2014/main" id="{9005EB21-86C3-42EF-BFE7-549D9EA3645A}"/>
              </a:ext>
            </a:extLst>
          </p:cNvPr>
          <p:cNvSpPr>
            <a:spLocks noGrp="1"/>
          </p:cNvSpPr>
          <p:nvPr>
            <p:ph type="body" sz="quarter" idx="17" hasCustomPrompt="1"/>
          </p:nvPr>
        </p:nvSpPr>
        <p:spPr>
          <a:xfrm>
            <a:off x="8380413" y="1699688"/>
            <a:ext cx="3200400" cy="298450"/>
          </a:xfrm>
        </p:spPr>
        <p:txBody>
          <a:bodyPr anchor="b"/>
          <a:lstStyle>
            <a:lvl1pPr>
              <a:defRPr sz="1800">
                <a:solidFill>
                  <a:schemeClr val="accent2"/>
                </a:solidFill>
              </a:defRPr>
            </a:lvl1pPr>
            <a:lvl5pPr>
              <a:defRPr/>
            </a:lvl5pPr>
          </a:lstStyle>
          <a:p>
            <a:pPr lvl="0"/>
            <a:r>
              <a:rPr lang="en-US"/>
              <a:t>Outcome</a:t>
            </a:r>
          </a:p>
        </p:txBody>
      </p:sp>
      <p:sp>
        <p:nvSpPr>
          <p:cNvPr id="4" name="Text Placeholder 3">
            <a:extLst>
              <a:ext uri="{FF2B5EF4-FFF2-40B4-BE49-F238E27FC236}">
                <a16:creationId xmlns:a16="http://schemas.microsoft.com/office/drawing/2014/main" id="{A8781D19-2DDB-4D83-983D-3D159A7DE7C0}"/>
              </a:ext>
            </a:extLst>
          </p:cNvPr>
          <p:cNvSpPr>
            <a:spLocks noGrp="1"/>
          </p:cNvSpPr>
          <p:nvPr>
            <p:ph type="body" sz="quarter" idx="20" hasCustomPrompt="1"/>
          </p:nvPr>
        </p:nvSpPr>
        <p:spPr>
          <a:xfrm>
            <a:off x="8378825" y="2063048"/>
            <a:ext cx="3201988" cy="1600200"/>
          </a:xfrm>
        </p:spPr>
        <p:txBody>
          <a:bodyPr/>
          <a:lstStyle>
            <a:lvl1pPr>
              <a:defRPr sz="1600">
                <a:solidFill>
                  <a:schemeClr val="tx1"/>
                </a:solidFill>
              </a:defRPr>
            </a:lvl1pPr>
            <a:lvl2pPr>
              <a:defRPr sz="1400">
                <a:solidFill>
                  <a:schemeClr val="tx1"/>
                </a:solidFill>
              </a:defRPr>
            </a:lvl2pPr>
            <a:lvl3pPr>
              <a:defRPr sz="1400">
                <a:solidFill>
                  <a:schemeClr val="tx1"/>
                </a:solidFill>
              </a:defRPr>
            </a:lvl3pPr>
          </a:lstStyle>
          <a:p>
            <a:pPr lvl="0"/>
            <a:r>
              <a:rPr lang="en-US" dirty="0"/>
              <a:t>Click to add text</a:t>
            </a:r>
          </a:p>
          <a:p>
            <a:pPr lvl="1"/>
            <a:r>
              <a:rPr lang="en-US" dirty="0"/>
              <a:t>Second level</a:t>
            </a:r>
          </a:p>
          <a:p>
            <a:pPr lvl="2"/>
            <a:r>
              <a:rPr lang="en-US" dirty="0"/>
              <a:t>Third level</a:t>
            </a:r>
          </a:p>
        </p:txBody>
      </p:sp>
      <p:cxnSp>
        <p:nvCxnSpPr>
          <p:cNvPr id="75" name="Straight Connector 74">
            <a:extLst>
              <a:ext uri="{FF2B5EF4-FFF2-40B4-BE49-F238E27FC236}">
                <a16:creationId xmlns:a16="http://schemas.microsoft.com/office/drawing/2014/main" id="{F789B473-DDE6-4450-A111-3761F341AAE3}"/>
              </a:ext>
              <a:ext uri="{C183D7F6-B498-43B3-948B-1728B52AA6E4}">
                <adec:decorative xmlns:adec="http://schemas.microsoft.com/office/drawing/2017/decorative" val="1"/>
              </a:ext>
            </a:extLst>
          </p:cNvPr>
          <p:cNvCxnSpPr>
            <a:cxnSpLocks/>
          </p:cNvCxnSpPr>
          <p:nvPr/>
        </p:nvCxnSpPr>
        <p:spPr>
          <a:xfrm>
            <a:off x="8380413" y="3872441"/>
            <a:ext cx="3808412" cy="0"/>
          </a:xfrm>
          <a:prstGeom prst="line">
            <a:avLst/>
          </a:prstGeom>
          <a:ln w="25400">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 name="Text Placeholder 6">
            <a:extLst>
              <a:ext uri="{FF2B5EF4-FFF2-40B4-BE49-F238E27FC236}">
                <a16:creationId xmlns:a16="http://schemas.microsoft.com/office/drawing/2014/main" id="{0D0977FA-A4CA-4F1F-8109-D7498D165EDD}"/>
              </a:ext>
            </a:extLst>
          </p:cNvPr>
          <p:cNvSpPr>
            <a:spLocks noGrp="1"/>
          </p:cNvSpPr>
          <p:nvPr>
            <p:ph type="body" sz="quarter" idx="19" hasCustomPrompt="1"/>
          </p:nvPr>
        </p:nvSpPr>
        <p:spPr>
          <a:xfrm>
            <a:off x="8380413" y="3972469"/>
            <a:ext cx="3200400" cy="298450"/>
          </a:xfrm>
        </p:spPr>
        <p:txBody>
          <a:bodyPr anchor="b"/>
          <a:lstStyle>
            <a:lvl1pPr>
              <a:defRPr sz="1800">
                <a:solidFill>
                  <a:schemeClr val="accent4"/>
                </a:solidFill>
              </a:defRPr>
            </a:lvl1pPr>
            <a:lvl5pPr>
              <a:defRPr/>
            </a:lvl5pPr>
          </a:lstStyle>
          <a:p>
            <a:pPr lvl="0"/>
            <a:r>
              <a:rPr lang="en-US"/>
              <a:t>Benefit</a:t>
            </a:r>
          </a:p>
        </p:txBody>
      </p:sp>
      <p:sp>
        <p:nvSpPr>
          <p:cNvPr id="16" name="Text Placeholder 3">
            <a:extLst>
              <a:ext uri="{FF2B5EF4-FFF2-40B4-BE49-F238E27FC236}">
                <a16:creationId xmlns:a16="http://schemas.microsoft.com/office/drawing/2014/main" id="{BB1458BF-96C1-46C6-A67F-AD0FB4B4E5C0}"/>
              </a:ext>
            </a:extLst>
          </p:cNvPr>
          <p:cNvSpPr>
            <a:spLocks noGrp="1"/>
          </p:cNvSpPr>
          <p:nvPr>
            <p:ph type="body" sz="quarter" idx="21" hasCustomPrompt="1"/>
          </p:nvPr>
        </p:nvSpPr>
        <p:spPr>
          <a:xfrm>
            <a:off x="8378825" y="4347904"/>
            <a:ext cx="3201988" cy="1600200"/>
          </a:xfrm>
        </p:spPr>
        <p:txBody>
          <a:bodyPr/>
          <a:lstStyle>
            <a:lvl1pPr>
              <a:defRPr sz="1600">
                <a:solidFill>
                  <a:schemeClr val="tx1"/>
                </a:solidFill>
              </a:defRPr>
            </a:lvl1pPr>
            <a:lvl2pPr>
              <a:defRPr sz="1400">
                <a:solidFill>
                  <a:schemeClr val="tx1"/>
                </a:solidFill>
              </a:defRPr>
            </a:lvl2pPr>
            <a:lvl3pPr>
              <a:defRPr sz="1400">
                <a:solidFill>
                  <a:schemeClr val="tx1"/>
                </a:solidFill>
              </a:defRPr>
            </a:lvl3pPr>
          </a:lstStyle>
          <a:p>
            <a:pPr lvl="0"/>
            <a:r>
              <a:rPr lang="en-US"/>
              <a:t>Click to add text</a:t>
            </a:r>
          </a:p>
          <a:p>
            <a:pPr lvl="1"/>
            <a:r>
              <a:rPr lang="en-US"/>
              <a:t>Second level</a:t>
            </a:r>
          </a:p>
          <a:p>
            <a:pPr lvl="2"/>
            <a:r>
              <a:rPr lang="en-US"/>
              <a:t>Third level</a:t>
            </a:r>
          </a:p>
        </p:txBody>
      </p:sp>
      <p:sp>
        <p:nvSpPr>
          <p:cNvPr id="13" name="page number">
            <a:extLst>
              <a:ext uri="{FF2B5EF4-FFF2-40B4-BE49-F238E27FC236}">
                <a16:creationId xmlns:a16="http://schemas.microsoft.com/office/drawing/2014/main" id="{2520CB7B-27A1-0749-95BA-681D8A0535D2}"/>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2" name="Content Placeholder 17">
            <a:extLst>
              <a:ext uri="{FF2B5EF4-FFF2-40B4-BE49-F238E27FC236}">
                <a16:creationId xmlns:a16="http://schemas.microsoft.com/office/drawing/2014/main" id="{81258617-CE72-E542-2E67-9B2874ED90B7}"/>
              </a:ext>
            </a:extLst>
          </p:cNvPr>
          <p:cNvSpPr>
            <a:spLocks noGrp="1"/>
          </p:cNvSpPr>
          <p:nvPr>
            <p:ph sz="quarter" idx="14" hasCustomPrompt="1"/>
          </p:nvPr>
        </p:nvSpPr>
        <p:spPr bwMode="ltGray">
          <a:xfrm>
            <a:off x="608012" y="1600201"/>
            <a:ext cx="7398303" cy="4572000"/>
          </a:xfrm>
          <a:noFill/>
        </p:spPr>
        <p:txBody>
          <a:bodyPr vert="horz" lIns="594360" tIns="1371600" rIns="457200" bIns="457200" rtlCol="0">
            <a:noAutofit/>
          </a:bodyPr>
          <a:lstStyle>
            <a:lvl1pPr algn="ctr">
              <a:spcBef>
                <a:spcPts val="1200"/>
              </a:spcBef>
              <a:defRPr lang="en-US" sz="1100" dirty="0">
                <a:solidFill>
                  <a:schemeClr val="tx1"/>
                </a:solidFill>
              </a:defRPr>
            </a:lvl1pPr>
            <a:lvl2pPr>
              <a:buClr>
                <a:schemeClr val="bg1"/>
              </a:buClr>
              <a:defRPr lang="en-US" sz="1600" dirty="0">
                <a:solidFill>
                  <a:schemeClr val="bg1"/>
                </a:solidFill>
              </a:defRPr>
            </a:lvl2pPr>
            <a:lvl3pPr>
              <a:buClr>
                <a:schemeClr val="bg1"/>
              </a:buClr>
              <a:defRPr lang="en-US" sz="1400" dirty="0">
                <a:solidFill>
                  <a:schemeClr val="bg1"/>
                </a:solidFill>
              </a:defRPr>
            </a:lvl3pPr>
            <a:lvl4pPr>
              <a:buClr>
                <a:schemeClr val="bg1"/>
              </a:buClr>
              <a:defRPr lang="en-US" sz="1200" dirty="0">
                <a:solidFill>
                  <a:schemeClr val="bg1"/>
                </a:solidFill>
              </a:defRPr>
            </a:lvl4pPr>
            <a:lvl5pPr>
              <a:buClr>
                <a:schemeClr val="bg1"/>
              </a:buClr>
              <a:defRPr lang="en-US" sz="1200" dirty="0">
                <a:solidFill>
                  <a:schemeClr val="bg1"/>
                </a:solidFill>
              </a:defRPr>
            </a:lvl5pPr>
            <a:lvl6pPr>
              <a:buClrTx/>
              <a:defRPr sz="1800">
                <a:solidFill>
                  <a:schemeClr val="bg1"/>
                </a:solidFill>
              </a:defRPr>
            </a:lvl6pPr>
            <a:lvl7pPr>
              <a:buClrTx/>
              <a:defRPr sz="1400">
                <a:solidFill>
                  <a:schemeClr val="bg1"/>
                </a:solidFill>
              </a:defRPr>
            </a:lvl7pPr>
            <a:lvl8pPr>
              <a:buClrTx/>
              <a:defRPr sz="1200">
                <a:solidFill>
                  <a:schemeClr val="bg1"/>
                </a:solidFill>
              </a:defRPr>
            </a:lvl8pPr>
            <a:lvl9pPr>
              <a:buClrTx/>
              <a:defRPr sz="1800">
                <a:solidFill>
                  <a:schemeClr val="bg1"/>
                </a:solidFill>
              </a:defRPr>
            </a:lvl9pPr>
          </a:lstStyle>
          <a:p>
            <a:pPr lvl="0"/>
            <a:r>
              <a:rPr lang="en-US"/>
              <a:t>NOTE: This is intended for a diagram only.</a:t>
            </a:r>
            <a:br>
              <a:rPr lang="en-US"/>
            </a:br>
            <a:r>
              <a:rPr lang="en-US"/>
              <a:t>Not recommended to add text here, as it’s not formatted for it. </a:t>
            </a:r>
          </a:p>
        </p:txBody>
      </p:sp>
      <p:cxnSp>
        <p:nvCxnSpPr>
          <p:cNvPr id="12" name="Straight Connector 11">
            <a:extLst>
              <a:ext uri="{FF2B5EF4-FFF2-40B4-BE49-F238E27FC236}">
                <a16:creationId xmlns:a16="http://schemas.microsoft.com/office/drawing/2014/main" id="{56D4D92B-574E-4F63-A5BA-8F7282B54C27}"/>
              </a:ext>
              <a:ext uri="{C183D7F6-B498-43B3-948B-1728B52AA6E4}">
                <adec:decorative xmlns:adec="http://schemas.microsoft.com/office/drawing/2017/decorative" val="1"/>
              </a:ext>
            </a:extLst>
          </p:cNvPr>
          <p:cNvCxnSpPr>
            <a:cxnSpLocks/>
          </p:cNvCxnSpPr>
          <p:nvPr userDrawn="1"/>
        </p:nvCxnSpPr>
        <p:spPr>
          <a:xfrm>
            <a:off x="8380413" y="1608668"/>
            <a:ext cx="3808412" cy="0"/>
          </a:xfrm>
          <a:prstGeom prst="line">
            <a:avLst/>
          </a:prstGeom>
          <a:ln w="25400">
            <a:solidFill>
              <a:schemeClr val="accent2"/>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789B473-DDE6-4450-A111-3761F341AAE3}"/>
              </a:ext>
              <a:ext uri="{C183D7F6-B498-43B3-948B-1728B52AA6E4}">
                <adec:decorative xmlns:adec="http://schemas.microsoft.com/office/drawing/2017/decorative" val="1"/>
              </a:ext>
            </a:extLst>
          </p:cNvPr>
          <p:cNvCxnSpPr>
            <a:cxnSpLocks/>
          </p:cNvCxnSpPr>
          <p:nvPr userDrawn="1"/>
        </p:nvCxnSpPr>
        <p:spPr>
          <a:xfrm>
            <a:off x="8380413" y="3872441"/>
            <a:ext cx="3808412" cy="0"/>
          </a:xfrm>
          <a:prstGeom prst="line">
            <a:avLst/>
          </a:prstGeom>
          <a:ln w="25400">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page number">
            <a:extLst>
              <a:ext uri="{FF2B5EF4-FFF2-40B4-BE49-F238E27FC236}">
                <a16:creationId xmlns:a16="http://schemas.microsoft.com/office/drawing/2014/main" id="{2520CB7B-27A1-0749-95BA-681D8A0535D2}"/>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5450809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p:cSld name="Customer Success">
    <p:spTree>
      <p:nvGrpSpPr>
        <p:cNvPr id="1" name=""/>
        <p:cNvGrpSpPr/>
        <p:nvPr/>
      </p:nvGrpSpPr>
      <p:grpSpPr>
        <a:xfrm>
          <a:off x="0" y="0"/>
          <a:ext cx="0" cy="0"/>
          <a:chOff x="0" y="0"/>
          <a:chExt cx="0" cy="0"/>
        </a:xfrm>
      </p:grpSpPr>
      <p:sp>
        <p:nvSpPr>
          <p:cNvPr id="53" name="Title 1">
            <a:extLst>
              <a:ext uri="{FF2B5EF4-FFF2-40B4-BE49-F238E27FC236}">
                <a16:creationId xmlns:a16="http://schemas.microsoft.com/office/drawing/2014/main" id="{05E46EAA-9D16-0D47-AF18-92C449033DAC}"/>
              </a:ext>
            </a:extLst>
          </p:cNvPr>
          <p:cNvSpPr>
            <a:spLocks noGrp="1"/>
          </p:cNvSpPr>
          <p:nvPr>
            <p:ph type="title" hasCustomPrompt="1"/>
          </p:nvPr>
        </p:nvSpPr>
        <p:spPr>
          <a:xfrm>
            <a:off x="579809" y="412751"/>
            <a:ext cx="11001004" cy="381000"/>
          </a:xfrm>
        </p:spPr>
        <p:txBody>
          <a:bodyPr/>
          <a:lstStyle>
            <a:lvl1pPr>
              <a:defRPr>
                <a:solidFill>
                  <a:schemeClr val="accent2"/>
                </a:solidFill>
              </a:defRPr>
            </a:lvl1pPr>
          </a:lstStyle>
          <a:p>
            <a:r>
              <a:rPr lang="en-US"/>
              <a:t>Customer Success – add Company Name here</a:t>
            </a:r>
          </a:p>
        </p:txBody>
      </p:sp>
      <p:sp>
        <p:nvSpPr>
          <p:cNvPr id="52" name="Subtitle 2">
            <a:extLst>
              <a:ext uri="{FF2B5EF4-FFF2-40B4-BE49-F238E27FC236}">
                <a16:creationId xmlns:a16="http://schemas.microsoft.com/office/drawing/2014/main" id="{CEFD99AC-6466-F04E-8E45-7EEEEA01BA6C}"/>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the highlighted business impact</a:t>
            </a:r>
          </a:p>
        </p:txBody>
      </p:sp>
      <p:cxnSp>
        <p:nvCxnSpPr>
          <p:cNvPr id="30" name="Straight Connector 29">
            <a:extLst>
              <a:ext uri="{FF2B5EF4-FFF2-40B4-BE49-F238E27FC236}">
                <a16:creationId xmlns:a16="http://schemas.microsoft.com/office/drawing/2014/main" id="{14F46384-B6E3-0D43-924E-874DEC2344B1}"/>
              </a:ext>
              <a:ext uri="{C183D7F6-B498-43B3-948B-1728B52AA6E4}">
                <adec:decorative xmlns:adec="http://schemas.microsoft.com/office/drawing/2017/decorative" val="1"/>
              </a:ext>
            </a:extLst>
          </p:cNvPr>
          <p:cNvCxnSpPr>
            <a:cxnSpLocks/>
          </p:cNvCxnSpPr>
          <p:nvPr/>
        </p:nvCxnSpPr>
        <p:spPr>
          <a:xfrm>
            <a:off x="609600" y="1552248"/>
            <a:ext cx="3471746" cy="0"/>
          </a:xfrm>
          <a:prstGeom prst="line">
            <a:avLst/>
          </a:prstGeom>
          <a:ln w="22225">
            <a:solidFill>
              <a:schemeClr val="accent2"/>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Content Placeholder 17">
            <a:extLst>
              <a:ext uri="{FF2B5EF4-FFF2-40B4-BE49-F238E27FC236}">
                <a16:creationId xmlns:a16="http://schemas.microsoft.com/office/drawing/2014/main" id="{767C0863-B9D1-344E-A978-CD49E9400F6F}"/>
              </a:ext>
            </a:extLst>
          </p:cNvPr>
          <p:cNvSpPr>
            <a:spLocks noGrp="1"/>
          </p:cNvSpPr>
          <p:nvPr>
            <p:ph sz="quarter" idx="16" hasCustomPrompt="1"/>
          </p:nvPr>
        </p:nvSpPr>
        <p:spPr>
          <a:xfrm>
            <a:off x="611645" y="1901093"/>
            <a:ext cx="3201848" cy="1214595"/>
          </a:xfrm>
          <a:noFill/>
        </p:spPr>
        <p:txBody>
          <a:bodyPr vert="horz" lIns="0" tIns="0" rIns="0" bIns="457200" rtlCol="0">
            <a:noAutofit/>
          </a:bodyPr>
          <a:lstStyle>
            <a:lvl1pPr>
              <a:lnSpc>
                <a:spcPct val="100000"/>
              </a:lnSpc>
              <a:spcBef>
                <a:spcPts val="0"/>
              </a:spcBef>
              <a:spcAft>
                <a:spcPts val="300"/>
              </a:spcAft>
              <a:defRPr lang="en-US" sz="1050" dirty="0">
                <a:solidFill>
                  <a:schemeClr val="tx1"/>
                </a:solidFill>
              </a:defRPr>
            </a:lvl1pPr>
            <a:lvl2pPr marL="114300" indent="-114300">
              <a:lnSpc>
                <a:spcPct val="100000"/>
              </a:lnSpc>
              <a:spcBef>
                <a:spcPts val="0"/>
              </a:spcBef>
              <a:spcAft>
                <a:spcPts val="300"/>
              </a:spcAft>
              <a:defRPr lang="en-US" sz="1000" dirty="0">
                <a:solidFill>
                  <a:schemeClr val="tx1"/>
                </a:solidFill>
              </a:defRPr>
            </a:lvl2pPr>
            <a:lvl3pPr>
              <a:defRPr lang="en-US" sz="1400" dirty="0">
                <a:solidFill>
                  <a:schemeClr val="tx2"/>
                </a:solidFill>
              </a:defRPr>
            </a:lvl3pPr>
            <a:lvl4pPr>
              <a:defRPr lang="en-US" sz="1200" dirty="0">
                <a:solidFill>
                  <a:schemeClr val="tx2"/>
                </a:solidFill>
              </a:defRPr>
            </a:lvl4pPr>
            <a:lvl5pPr>
              <a:defRPr lang="en-US" sz="1200" dirty="0">
                <a:solidFill>
                  <a:schemeClr val="tx2"/>
                </a:solidFill>
              </a:defRPr>
            </a:lvl5pPr>
          </a:lstStyle>
          <a:p>
            <a:pPr lvl="0"/>
            <a:r>
              <a:rPr lang="en-US" dirty="0"/>
              <a:t>Click to add text</a:t>
            </a:r>
          </a:p>
          <a:p>
            <a:pPr lvl="1"/>
            <a:r>
              <a:rPr lang="en-US" dirty="0"/>
              <a:t>Second level</a:t>
            </a:r>
          </a:p>
        </p:txBody>
      </p:sp>
      <p:cxnSp>
        <p:nvCxnSpPr>
          <p:cNvPr id="39" name="Straight Connector 38">
            <a:extLst>
              <a:ext uri="{FF2B5EF4-FFF2-40B4-BE49-F238E27FC236}">
                <a16:creationId xmlns:a16="http://schemas.microsoft.com/office/drawing/2014/main" id="{33526770-8F35-FB4A-8638-521D0DA87F6C}"/>
              </a:ext>
              <a:ext uri="{C183D7F6-B498-43B3-948B-1728B52AA6E4}">
                <adec:decorative xmlns:adec="http://schemas.microsoft.com/office/drawing/2017/decorative" val="1"/>
              </a:ext>
            </a:extLst>
          </p:cNvPr>
          <p:cNvCxnSpPr>
            <a:cxnSpLocks/>
          </p:cNvCxnSpPr>
          <p:nvPr/>
        </p:nvCxnSpPr>
        <p:spPr>
          <a:xfrm>
            <a:off x="4412165" y="1552248"/>
            <a:ext cx="3471746" cy="0"/>
          </a:xfrm>
          <a:prstGeom prst="line">
            <a:avLst/>
          </a:prstGeom>
          <a:ln w="22225">
            <a:solidFill>
              <a:schemeClr val="accent2"/>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7" name="Content Placeholder 17">
            <a:extLst>
              <a:ext uri="{FF2B5EF4-FFF2-40B4-BE49-F238E27FC236}">
                <a16:creationId xmlns:a16="http://schemas.microsoft.com/office/drawing/2014/main" id="{A2B343CF-FF49-7E4F-A7C9-0593553254F3}"/>
              </a:ext>
            </a:extLst>
          </p:cNvPr>
          <p:cNvSpPr>
            <a:spLocks noGrp="1"/>
          </p:cNvSpPr>
          <p:nvPr>
            <p:ph sz="quarter" idx="20" hasCustomPrompt="1"/>
          </p:nvPr>
        </p:nvSpPr>
        <p:spPr>
          <a:xfrm>
            <a:off x="4414210" y="1901094"/>
            <a:ext cx="3201848" cy="1225566"/>
          </a:xfrm>
          <a:noFill/>
        </p:spPr>
        <p:txBody>
          <a:bodyPr vert="horz" lIns="0" tIns="0" rIns="0" bIns="457200" rtlCol="0">
            <a:noAutofit/>
          </a:bodyPr>
          <a:lstStyle>
            <a:lvl1pPr>
              <a:lnSpc>
                <a:spcPct val="100000"/>
              </a:lnSpc>
              <a:spcBef>
                <a:spcPts val="0"/>
              </a:spcBef>
              <a:spcAft>
                <a:spcPts val="300"/>
              </a:spcAft>
              <a:defRPr lang="en-US" sz="1050" dirty="0">
                <a:solidFill>
                  <a:schemeClr val="tx1"/>
                </a:solidFill>
              </a:defRPr>
            </a:lvl1pPr>
            <a:lvl2pPr marL="114300" indent="-114300">
              <a:lnSpc>
                <a:spcPct val="100000"/>
              </a:lnSpc>
              <a:spcBef>
                <a:spcPts val="0"/>
              </a:spcBef>
              <a:spcAft>
                <a:spcPts val="300"/>
              </a:spcAft>
              <a:defRPr lang="en-US" sz="1000" dirty="0">
                <a:solidFill>
                  <a:schemeClr val="tx1"/>
                </a:solidFill>
              </a:defRPr>
            </a:lvl2pPr>
            <a:lvl3pPr>
              <a:defRPr lang="en-US" sz="1400" dirty="0">
                <a:solidFill>
                  <a:schemeClr val="tx2"/>
                </a:solidFill>
              </a:defRPr>
            </a:lvl3pPr>
            <a:lvl4pPr>
              <a:defRPr lang="en-US" sz="1200" dirty="0">
                <a:solidFill>
                  <a:schemeClr val="tx2"/>
                </a:solidFill>
              </a:defRPr>
            </a:lvl4pPr>
            <a:lvl5pPr>
              <a:defRPr lang="en-US" sz="1200" dirty="0">
                <a:solidFill>
                  <a:schemeClr val="tx2"/>
                </a:solidFill>
              </a:defRPr>
            </a:lvl5pPr>
          </a:lstStyle>
          <a:p>
            <a:pPr lvl="0"/>
            <a:r>
              <a:rPr lang="en-US"/>
              <a:t>Click to add text</a:t>
            </a:r>
          </a:p>
          <a:p>
            <a:pPr lvl="1"/>
            <a:r>
              <a:rPr lang="en-US"/>
              <a:t>Second level</a:t>
            </a:r>
          </a:p>
        </p:txBody>
      </p:sp>
      <p:cxnSp>
        <p:nvCxnSpPr>
          <p:cNvPr id="31" name="Straight Connector 30">
            <a:extLst>
              <a:ext uri="{FF2B5EF4-FFF2-40B4-BE49-F238E27FC236}">
                <a16:creationId xmlns:a16="http://schemas.microsoft.com/office/drawing/2014/main" id="{73C08A52-2522-8C40-B8B1-C98FEBB888F7}"/>
              </a:ext>
              <a:ext uri="{C183D7F6-B498-43B3-948B-1728B52AA6E4}">
                <adec:decorative xmlns:adec="http://schemas.microsoft.com/office/drawing/2017/decorative" val="1"/>
              </a:ext>
            </a:extLst>
          </p:cNvPr>
          <p:cNvCxnSpPr>
            <a:cxnSpLocks/>
          </p:cNvCxnSpPr>
          <p:nvPr/>
        </p:nvCxnSpPr>
        <p:spPr>
          <a:xfrm>
            <a:off x="609600" y="3325372"/>
            <a:ext cx="3471746" cy="0"/>
          </a:xfrm>
          <a:prstGeom prst="line">
            <a:avLst/>
          </a:prstGeom>
          <a:ln w="22225">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Content Placeholder 17">
            <a:extLst>
              <a:ext uri="{FF2B5EF4-FFF2-40B4-BE49-F238E27FC236}">
                <a16:creationId xmlns:a16="http://schemas.microsoft.com/office/drawing/2014/main" id="{65BA7F3E-AD8D-A54C-B026-DAA8FC9C0540}"/>
              </a:ext>
            </a:extLst>
          </p:cNvPr>
          <p:cNvSpPr>
            <a:spLocks noGrp="1"/>
          </p:cNvSpPr>
          <p:nvPr>
            <p:ph sz="quarter" idx="18" hasCustomPrompt="1"/>
          </p:nvPr>
        </p:nvSpPr>
        <p:spPr>
          <a:xfrm>
            <a:off x="611645" y="3693430"/>
            <a:ext cx="3201848" cy="1110049"/>
          </a:xfrm>
          <a:noFill/>
        </p:spPr>
        <p:txBody>
          <a:bodyPr vert="horz" lIns="0" tIns="0" rIns="0" bIns="457200" rtlCol="0">
            <a:noAutofit/>
          </a:bodyPr>
          <a:lstStyle>
            <a:lvl1pPr>
              <a:lnSpc>
                <a:spcPct val="100000"/>
              </a:lnSpc>
              <a:spcBef>
                <a:spcPts val="0"/>
              </a:spcBef>
              <a:spcAft>
                <a:spcPts val="300"/>
              </a:spcAft>
              <a:defRPr lang="en-US" sz="1050" dirty="0">
                <a:solidFill>
                  <a:schemeClr val="tx1"/>
                </a:solidFill>
              </a:defRPr>
            </a:lvl1pPr>
            <a:lvl2pPr marL="114300" indent="-114300">
              <a:lnSpc>
                <a:spcPct val="100000"/>
              </a:lnSpc>
              <a:spcBef>
                <a:spcPts val="0"/>
              </a:spcBef>
              <a:spcAft>
                <a:spcPts val="300"/>
              </a:spcAft>
              <a:defRPr lang="en-US" sz="1000" dirty="0">
                <a:solidFill>
                  <a:schemeClr val="tx1"/>
                </a:solidFill>
              </a:defRPr>
            </a:lvl2pPr>
            <a:lvl3pPr>
              <a:defRPr lang="en-US" sz="1400" dirty="0">
                <a:solidFill>
                  <a:schemeClr val="tx2"/>
                </a:solidFill>
              </a:defRPr>
            </a:lvl3pPr>
            <a:lvl4pPr>
              <a:defRPr lang="en-US" sz="1200" dirty="0">
                <a:solidFill>
                  <a:schemeClr val="tx2"/>
                </a:solidFill>
              </a:defRPr>
            </a:lvl4pPr>
            <a:lvl5pPr>
              <a:defRPr lang="en-US" sz="1200" dirty="0">
                <a:solidFill>
                  <a:schemeClr val="tx2"/>
                </a:solidFill>
              </a:defRPr>
            </a:lvl5pPr>
          </a:lstStyle>
          <a:p>
            <a:pPr lvl="0"/>
            <a:r>
              <a:rPr lang="en-US"/>
              <a:t>Click to add text</a:t>
            </a:r>
          </a:p>
          <a:p>
            <a:pPr lvl="1"/>
            <a:r>
              <a:rPr lang="en-US"/>
              <a:t>Second level</a:t>
            </a:r>
          </a:p>
        </p:txBody>
      </p:sp>
      <p:cxnSp>
        <p:nvCxnSpPr>
          <p:cNvPr id="40" name="Straight Connector 39">
            <a:extLst>
              <a:ext uri="{FF2B5EF4-FFF2-40B4-BE49-F238E27FC236}">
                <a16:creationId xmlns:a16="http://schemas.microsoft.com/office/drawing/2014/main" id="{9B57CCC6-06B1-7342-99B0-BC7C8FBE5E73}"/>
              </a:ext>
              <a:ext uri="{C183D7F6-B498-43B3-948B-1728B52AA6E4}">
                <adec:decorative xmlns:adec="http://schemas.microsoft.com/office/drawing/2017/decorative" val="1"/>
              </a:ext>
            </a:extLst>
          </p:cNvPr>
          <p:cNvCxnSpPr>
            <a:cxnSpLocks/>
          </p:cNvCxnSpPr>
          <p:nvPr/>
        </p:nvCxnSpPr>
        <p:spPr>
          <a:xfrm>
            <a:off x="4412165" y="3325372"/>
            <a:ext cx="3471746" cy="0"/>
          </a:xfrm>
          <a:prstGeom prst="line">
            <a:avLst/>
          </a:prstGeom>
          <a:ln w="22225">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Content Placeholder 17">
            <a:extLst>
              <a:ext uri="{FF2B5EF4-FFF2-40B4-BE49-F238E27FC236}">
                <a16:creationId xmlns:a16="http://schemas.microsoft.com/office/drawing/2014/main" id="{3265790D-1104-8D4D-A8C6-F7A7E77F664C}"/>
              </a:ext>
            </a:extLst>
          </p:cNvPr>
          <p:cNvSpPr>
            <a:spLocks noGrp="1"/>
          </p:cNvSpPr>
          <p:nvPr>
            <p:ph sz="quarter" idx="22" hasCustomPrompt="1"/>
          </p:nvPr>
        </p:nvSpPr>
        <p:spPr>
          <a:xfrm>
            <a:off x="4414210" y="3693430"/>
            <a:ext cx="3201848" cy="1132351"/>
          </a:xfrm>
          <a:noFill/>
        </p:spPr>
        <p:txBody>
          <a:bodyPr vert="horz" lIns="0" tIns="0" rIns="0" bIns="457200" rtlCol="0">
            <a:noAutofit/>
          </a:bodyPr>
          <a:lstStyle>
            <a:lvl1pPr>
              <a:lnSpc>
                <a:spcPct val="100000"/>
              </a:lnSpc>
              <a:spcBef>
                <a:spcPts val="0"/>
              </a:spcBef>
              <a:spcAft>
                <a:spcPts val="300"/>
              </a:spcAft>
              <a:defRPr lang="en-US" sz="1050" dirty="0">
                <a:solidFill>
                  <a:schemeClr val="tx1"/>
                </a:solidFill>
              </a:defRPr>
            </a:lvl1pPr>
            <a:lvl2pPr marL="114300" indent="-114300">
              <a:lnSpc>
                <a:spcPct val="100000"/>
              </a:lnSpc>
              <a:spcBef>
                <a:spcPts val="0"/>
              </a:spcBef>
              <a:spcAft>
                <a:spcPts val="300"/>
              </a:spcAft>
              <a:defRPr lang="en-US" sz="1000" dirty="0">
                <a:solidFill>
                  <a:schemeClr val="tx1"/>
                </a:solidFill>
              </a:defRPr>
            </a:lvl2pPr>
            <a:lvl3pPr>
              <a:defRPr lang="en-US" sz="1400" dirty="0">
                <a:solidFill>
                  <a:schemeClr val="tx2"/>
                </a:solidFill>
              </a:defRPr>
            </a:lvl3pPr>
            <a:lvl4pPr>
              <a:defRPr lang="en-US" sz="1200" dirty="0">
                <a:solidFill>
                  <a:schemeClr val="tx2"/>
                </a:solidFill>
              </a:defRPr>
            </a:lvl4pPr>
            <a:lvl5pPr>
              <a:defRPr lang="en-US" sz="1200" dirty="0">
                <a:solidFill>
                  <a:schemeClr val="tx2"/>
                </a:solidFill>
              </a:defRPr>
            </a:lvl5pPr>
          </a:lstStyle>
          <a:p>
            <a:pPr lvl="0"/>
            <a:r>
              <a:rPr lang="en-US"/>
              <a:t>Click to add text</a:t>
            </a:r>
          </a:p>
          <a:p>
            <a:pPr lvl="1"/>
            <a:r>
              <a:rPr lang="en-US"/>
              <a:t>Second level</a:t>
            </a:r>
          </a:p>
        </p:txBody>
      </p:sp>
      <p:cxnSp>
        <p:nvCxnSpPr>
          <p:cNvPr id="55" name="Straight Connector 54">
            <a:extLst>
              <a:ext uri="{FF2B5EF4-FFF2-40B4-BE49-F238E27FC236}">
                <a16:creationId xmlns:a16="http://schemas.microsoft.com/office/drawing/2014/main" id="{23C87E7C-5ED2-214E-8A38-ED05177A65DC}"/>
              </a:ext>
              <a:ext uri="{C183D7F6-B498-43B3-948B-1728B52AA6E4}">
                <adec:decorative xmlns:adec="http://schemas.microsoft.com/office/drawing/2017/decorative" val="1"/>
              </a:ext>
            </a:extLst>
          </p:cNvPr>
          <p:cNvCxnSpPr>
            <a:cxnSpLocks/>
          </p:cNvCxnSpPr>
          <p:nvPr/>
        </p:nvCxnSpPr>
        <p:spPr>
          <a:xfrm>
            <a:off x="608739" y="5022214"/>
            <a:ext cx="3471746" cy="0"/>
          </a:xfrm>
          <a:prstGeom prst="line">
            <a:avLst/>
          </a:prstGeom>
          <a:ln w="22225">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Text Placeholder 6">
            <a:extLst>
              <a:ext uri="{FF2B5EF4-FFF2-40B4-BE49-F238E27FC236}">
                <a16:creationId xmlns:a16="http://schemas.microsoft.com/office/drawing/2014/main" id="{F0EFE66F-363C-804E-BABD-F54C3E33FDEA}"/>
              </a:ext>
            </a:extLst>
          </p:cNvPr>
          <p:cNvSpPr>
            <a:spLocks noGrp="1"/>
          </p:cNvSpPr>
          <p:nvPr>
            <p:ph type="body" sz="quarter" idx="31" hasCustomPrompt="1"/>
          </p:nvPr>
        </p:nvSpPr>
        <p:spPr>
          <a:xfrm>
            <a:off x="613093" y="5327336"/>
            <a:ext cx="3200400" cy="227454"/>
          </a:xfrm>
        </p:spPr>
        <p:txBody>
          <a:bodyPr anchor="b"/>
          <a:lstStyle>
            <a:lvl1pPr algn="l">
              <a:lnSpc>
                <a:spcPct val="100000"/>
              </a:lnSpc>
              <a:spcBef>
                <a:spcPts val="0"/>
              </a:spcBef>
              <a:defRPr sz="1000">
                <a:solidFill>
                  <a:schemeClr val="tx1"/>
                </a:solidFill>
              </a:defRPr>
            </a:lvl1pPr>
            <a:lvl5pPr>
              <a:defRPr/>
            </a:lvl5pPr>
          </a:lstStyle>
          <a:p>
            <a:pPr lvl="0"/>
            <a:r>
              <a:rPr lang="en-US"/>
              <a:t>Product One</a:t>
            </a:r>
          </a:p>
        </p:txBody>
      </p:sp>
      <p:sp>
        <p:nvSpPr>
          <p:cNvPr id="57" name="Text Placeholder 6">
            <a:extLst>
              <a:ext uri="{FF2B5EF4-FFF2-40B4-BE49-F238E27FC236}">
                <a16:creationId xmlns:a16="http://schemas.microsoft.com/office/drawing/2014/main" id="{0166C751-50F5-8B4F-9A97-B83901E78B00}"/>
              </a:ext>
            </a:extLst>
          </p:cNvPr>
          <p:cNvSpPr>
            <a:spLocks noGrp="1"/>
          </p:cNvSpPr>
          <p:nvPr>
            <p:ph type="body" sz="quarter" idx="33" hasCustomPrompt="1"/>
          </p:nvPr>
        </p:nvSpPr>
        <p:spPr>
          <a:xfrm>
            <a:off x="613093" y="5593624"/>
            <a:ext cx="3200400" cy="227454"/>
          </a:xfrm>
        </p:spPr>
        <p:txBody>
          <a:bodyPr anchor="b"/>
          <a:lstStyle>
            <a:lvl1pPr algn="l">
              <a:lnSpc>
                <a:spcPct val="100000"/>
              </a:lnSpc>
              <a:spcBef>
                <a:spcPts val="0"/>
              </a:spcBef>
              <a:defRPr sz="1000">
                <a:solidFill>
                  <a:schemeClr val="tx1"/>
                </a:solidFill>
              </a:defRPr>
            </a:lvl1pPr>
            <a:lvl5pPr>
              <a:defRPr/>
            </a:lvl5pPr>
          </a:lstStyle>
          <a:p>
            <a:pPr lvl="0"/>
            <a:r>
              <a:rPr lang="en-US"/>
              <a:t>Product Two</a:t>
            </a:r>
          </a:p>
        </p:txBody>
      </p:sp>
      <p:sp>
        <p:nvSpPr>
          <p:cNvPr id="58" name="Text Placeholder 6">
            <a:extLst>
              <a:ext uri="{FF2B5EF4-FFF2-40B4-BE49-F238E27FC236}">
                <a16:creationId xmlns:a16="http://schemas.microsoft.com/office/drawing/2014/main" id="{0D57825D-E522-644D-8F4A-0B77A7036EBF}"/>
              </a:ext>
            </a:extLst>
          </p:cNvPr>
          <p:cNvSpPr>
            <a:spLocks noGrp="1"/>
          </p:cNvSpPr>
          <p:nvPr>
            <p:ph type="body" sz="quarter" idx="35" hasCustomPrompt="1"/>
          </p:nvPr>
        </p:nvSpPr>
        <p:spPr>
          <a:xfrm>
            <a:off x="613093" y="5859911"/>
            <a:ext cx="3200400" cy="227454"/>
          </a:xfrm>
        </p:spPr>
        <p:txBody>
          <a:bodyPr anchor="b"/>
          <a:lstStyle>
            <a:lvl1pPr algn="l">
              <a:lnSpc>
                <a:spcPct val="100000"/>
              </a:lnSpc>
              <a:spcBef>
                <a:spcPts val="0"/>
              </a:spcBef>
              <a:defRPr sz="1000">
                <a:solidFill>
                  <a:schemeClr val="tx1"/>
                </a:solidFill>
              </a:defRPr>
            </a:lvl1pPr>
            <a:lvl5pPr>
              <a:defRPr/>
            </a:lvl5pPr>
          </a:lstStyle>
          <a:p>
            <a:pPr lvl="0"/>
            <a:r>
              <a:rPr lang="en-US"/>
              <a:t>Product Three</a:t>
            </a:r>
          </a:p>
        </p:txBody>
      </p:sp>
      <p:sp>
        <p:nvSpPr>
          <p:cNvPr id="61" name="Text Placeholder 6">
            <a:extLst>
              <a:ext uri="{FF2B5EF4-FFF2-40B4-BE49-F238E27FC236}">
                <a16:creationId xmlns:a16="http://schemas.microsoft.com/office/drawing/2014/main" id="{EBAAD5C6-0007-A84B-A2C2-FCC2F00B4295}"/>
              </a:ext>
            </a:extLst>
          </p:cNvPr>
          <p:cNvSpPr>
            <a:spLocks noGrp="1"/>
          </p:cNvSpPr>
          <p:nvPr>
            <p:ph type="body" sz="quarter" idx="36" hasCustomPrompt="1"/>
          </p:nvPr>
        </p:nvSpPr>
        <p:spPr>
          <a:xfrm>
            <a:off x="4400790" y="5327336"/>
            <a:ext cx="3227148" cy="227454"/>
          </a:xfrm>
        </p:spPr>
        <p:txBody>
          <a:bodyPr anchor="b"/>
          <a:lstStyle>
            <a:lvl1pPr algn="l">
              <a:lnSpc>
                <a:spcPct val="100000"/>
              </a:lnSpc>
              <a:spcBef>
                <a:spcPts val="0"/>
              </a:spcBef>
              <a:defRPr sz="1000">
                <a:solidFill>
                  <a:schemeClr val="tx1"/>
                </a:solidFill>
              </a:defRPr>
            </a:lvl1pPr>
            <a:lvl5pPr>
              <a:defRPr/>
            </a:lvl5pPr>
          </a:lstStyle>
          <a:p>
            <a:pPr lvl="0"/>
            <a:r>
              <a:rPr lang="en-US"/>
              <a:t>Priority One</a:t>
            </a:r>
          </a:p>
        </p:txBody>
      </p:sp>
      <p:sp>
        <p:nvSpPr>
          <p:cNvPr id="62" name="Text Placeholder 6">
            <a:extLst>
              <a:ext uri="{FF2B5EF4-FFF2-40B4-BE49-F238E27FC236}">
                <a16:creationId xmlns:a16="http://schemas.microsoft.com/office/drawing/2014/main" id="{A8B7A6ED-D85B-2E4C-BCD6-D130232A3F76}"/>
              </a:ext>
            </a:extLst>
          </p:cNvPr>
          <p:cNvSpPr>
            <a:spLocks noGrp="1"/>
          </p:cNvSpPr>
          <p:nvPr>
            <p:ph type="body" sz="quarter" idx="37" hasCustomPrompt="1"/>
          </p:nvPr>
        </p:nvSpPr>
        <p:spPr>
          <a:xfrm>
            <a:off x="4400790" y="5593624"/>
            <a:ext cx="3227148" cy="227454"/>
          </a:xfrm>
        </p:spPr>
        <p:txBody>
          <a:bodyPr anchor="b"/>
          <a:lstStyle>
            <a:lvl1pPr algn="l">
              <a:lnSpc>
                <a:spcPct val="100000"/>
              </a:lnSpc>
              <a:spcBef>
                <a:spcPts val="0"/>
              </a:spcBef>
              <a:defRPr sz="1000">
                <a:solidFill>
                  <a:schemeClr val="tx1"/>
                </a:solidFill>
              </a:defRPr>
            </a:lvl1pPr>
            <a:lvl5pPr>
              <a:defRPr/>
            </a:lvl5pPr>
          </a:lstStyle>
          <a:p>
            <a:pPr lvl="0"/>
            <a:r>
              <a:rPr lang="en-US"/>
              <a:t>Priority Two</a:t>
            </a:r>
          </a:p>
        </p:txBody>
      </p:sp>
      <p:sp>
        <p:nvSpPr>
          <p:cNvPr id="63" name="Text Placeholder 6">
            <a:extLst>
              <a:ext uri="{FF2B5EF4-FFF2-40B4-BE49-F238E27FC236}">
                <a16:creationId xmlns:a16="http://schemas.microsoft.com/office/drawing/2014/main" id="{C507BC1F-4225-8C48-9110-5D75D900FFC0}"/>
              </a:ext>
            </a:extLst>
          </p:cNvPr>
          <p:cNvSpPr>
            <a:spLocks noGrp="1"/>
          </p:cNvSpPr>
          <p:nvPr>
            <p:ph type="body" sz="quarter" idx="38" hasCustomPrompt="1"/>
          </p:nvPr>
        </p:nvSpPr>
        <p:spPr>
          <a:xfrm>
            <a:off x="4400790" y="5859911"/>
            <a:ext cx="3227148" cy="227454"/>
          </a:xfrm>
        </p:spPr>
        <p:txBody>
          <a:bodyPr anchor="b"/>
          <a:lstStyle>
            <a:lvl1pPr algn="l">
              <a:lnSpc>
                <a:spcPct val="100000"/>
              </a:lnSpc>
              <a:spcBef>
                <a:spcPts val="0"/>
              </a:spcBef>
              <a:defRPr sz="1000">
                <a:solidFill>
                  <a:schemeClr val="tx1"/>
                </a:solidFill>
              </a:defRPr>
            </a:lvl1pPr>
            <a:lvl5pPr>
              <a:defRPr/>
            </a:lvl5pPr>
          </a:lstStyle>
          <a:p>
            <a:pPr lvl="0"/>
            <a:r>
              <a:rPr lang="en-US"/>
              <a:t>Priority Three</a:t>
            </a:r>
          </a:p>
        </p:txBody>
      </p:sp>
      <p:sp>
        <p:nvSpPr>
          <p:cNvPr id="45" name="Picture Placeholder 8">
            <a:extLst>
              <a:ext uri="{FF2B5EF4-FFF2-40B4-BE49-F238E27FC236}">
                <a16:creationId xmlns:a16="http://schemas.microsoft.com/office/drawing/2014/main" id="{231A51E8-5046-A444-8DFA-A0B8E647C4F2}"/>
              </a:ext>
            </a:extLst>
          </p:cNvPr>
          <p:cNvSpPr>
            <a:spLocks noGrp="1"/>
          </p:cNvSpPr>
          <p:nvPr>
            <p:ph type="pic" sz="quarter" idx="25" hasCustomPrompt="1"/>
          </p:nvPr>
        </p:nvSpPr>
        <p:spPr>
          <a:xfrm>
            <a:off x="9207965" y="1600200"/>
            <a:ext cx="1841500" cy="660399"/>
          </a:xfrm>
        </p:spPr>
        <p:txBody>
          <a:bodyPr anchor="ctr"/>
          <a:lstStyle>
            <a:lvl1pPr algn="ctr">
              <a:lnSpc>
                <a:spcPct val="100000"/>
              </a:lnSpc>
              <a:spcBef>
                <a:spcPts val="0"/>
              </a:spcBef>
              <a:defRPr>
                <a:solidFill>
                  <a:schemeClr val="tx1"/>
                </a:solidFill>
              </a:defRPr>
            </a:lvl1pPr>
          </a:lstStyle>
          <a:p>
            <a:r>
              <a:rPr lang="en-US" dirty="0"/>
              <a:t>Insert Logo here</a:t>
            </a:r>
          </a:p>
        </p:txBody>
      </p:sp>
      <p:sp>
        <p:nvSpPr>
          <p:cNvPr id="44" name="Text Placeholder 10">
            <a:extLst>
              <a:ext uri="{FF2B5EF4-FFF2-40B4-BE49-F238E27FC236}">
                <a16:creationId xmlns:a16="http://schemas.microsoft.com/office/drawing/2014/main" id="{81E8E56D-8554-4E46-BBBC-E98827D1EE1F}"/>
              </a:ext>
            </a:extLst>
          </p:cNvPr>
          <p:cNvSpPr>
            <a:spLocks noGrp="1"/>
          </p:cNvSpPr>
          <p:nvPr>
            <p:ph type="body" sz="quarter" idx="27" hasCustomPrompt="1"/>
          </p:nvPr>
        </p:nvSpPr>
        <p:spPr>
          <a:xfrm>
            <a:off x="8509465" y="2347933"/>
            <a:ext cx="3206750" cy="241300"/>
          </a:xfrm>
        </p:spPr>
        <p:txBody>
          <a:bodyPr anchor="ctr"/>
          <a:lstStyle>
            <a:lvl1pPr algn="ctr">
              <a:lnSpc>
                <a:spcPct val="100000"/>
              </a:lnSpc>
              <a:spcBef>
                <a:spcPts val="0"/>
              </a:spcBef>
              <a:defRPr sz="1200">
                <a:solidFill>
                  <a:schemeClr val="tx1"/>
                </a:solidFill>
              </a:defRPr>
            </a:lvl1pPr>
            <a:lvl2pPr marL="0" indent="0" algn="ctr">
              <a:buFont typeface="Arial" panose="020B0604020202020204" pitchFamily="34" charset="0"/>
              <a:buChar char="​"/>
              <a:defRPr sz="1200">
                <a:solidFill>
                  <a:schemeClr val="accent1"/>
                </a:solidFill>
              </a:defRPr>
            </a:lvl2pPr>
            <a:lvl3pPr marL="0" indent="0" algn="ctr">
              <a:buFont typeface="Arial" panose="020B0604020202020204" pitchFamily="34" charset="0"/>
              <a:buChar char="​"/>
              <a:defRPr sz="1200">
                <a:solidFill>
                  <a:schemeClr val="accent1"/>
                </a:solidFill>
              </a:defRPr>
            </a:lvl3pPr>
            <a:lvl4pPr marL="0" indent="0" algn="ctr">
              <a:buFont typeface="Arial" panose="020B0604020202020204" pitchFamily="34" charset="0"/>
              <a:buChar char="​"/>
              <a:defRPr sz="1200">
                <a:solidFill>
                  <a:schemeClr val="accent1"/>
                </a:solidFill>
              </a:defRPr>
            </a:lvl4pPr>
            <a:lvl5pPr marL="0" indent="0" algn="ctr">
              <a:buFont typeface="Arial" panose="020B0604020202020204" pitchFamily="34" charset="0"/>
              <a:buChar char="​"/>
              <a:defRPr sz="1200">
                <a:solidFill>
                  <a:schemeClr val="accent1"/>
                </a:solidFill>
              </a:defRPr>
            </a:lvl5pPr>
          </a:lstStyle>
          <a:p>
            <a:pPr lvl="0"/>
            <a:r>
              <a:rPr lang="en-US"/>
              <a:t>Location</a:t>
            </a:r>
          </a:p>
        </p:txBody>
      </p:sp>
      <p:sp>
        <p:nvSpPr>
          <p:cNvPr id="43" name="Text Placeholder 10">
            <a:extLst>
              <a:ext uri="{FF2B5EF4-FFF2-40B4-BE49-F238E27FC236}">
                <a16:creationId xmlns:a16="http://schemas.microsoft.com/office/drawing/2014/main" id="{59903D24-0D11-174E-9765-B2914D00A88C}"/>
              </a:ext>
            </a:extLst>
          </p:cNvPr>
          <p:cNvSpPr>
            <a:spLocks noGrp="1"/>
          </p:cNvSpPr>
          <p:nvPr>
            <p:ph type="body" sz="quarter" idx="28" hasCustomPrompt="1"/>
          </p:nvPr>
        </p:nvSpPr>
        <p:spPr>
          <a:xfrm>
            <a:off x="8509465" y="2647290"/>
            <a:ext cx="3206750" cy="241300"/>
          </a:xfrm>
        </p:spPr>
        <p:txBody>
          <a:bodyPr anchor="ctr"/>
          <a:lstStyle>
            <a:lvl1pPr algn="ctr">
              <a:lnSpc>
                <a:spcPct val="100000"/>
              </a:lnSpc>
              <a:spcBef>
                <a:spcPts val="0"/>
              </a:spcBef>
              <a:defRPr sz="1200">
                <a:solidFill>
                  <a:schemeClr val="tx1"/>
                </a:solidFill>
              </a:defRPr>
            </a:lvl1pPr>
            <a:lvl2pPr marL="0" indent="0" algn="ctr">
              <a:buFont typeface="Arial" panose="020B0604020202020204" pitchFamily="34" charset="0"/>
              <a:buChar char="​"/>
              <a:defRPr sz="1200">
                <a:solidFill>
                  <a:schemeClr val="accent1"/>
                </a:solidFill>
              </a:defRPr>
            </a:lvl2pPr>
            <a:lvl3pPr marL="0" indent="0" algn="ctr">
              <a:buFont typeface="Arial" panose="020B0604020202020204" pitchFamily="34" charset="0"/>
              <a:buChar char="​"/>
              <a:defRPr sz="1200">
                <a:solidFill>
                  <a:schemeClr val="accent1"/>
                </a:solidFill>
              </a:defRPr>
            </a:lvl3pPr>
            <a:lvl4pPr marL="0" indent="0" algn="ctr">
              <a:buFont typeface="Arial" panose="020B0604020202020204" pitchFamily="34" charset="0"/>
              <a:buChar char="​"/>
              <a:defRPr sz="1200">
                <a:solidFill>
                  <a:schemeClr val="accent1"/>
                </a:solidFill>
              </a:defRPr>
            </a:lvl4pPr>
            <a:lvl5pPr marL="0" indent="0" algn="ctr">
              <a:buFont typeface="Arial" panose="020B0604020202020204" pitchFamily="34" charset="0"/>
              <a:buChar char="​"/>
              <a:defRPr sz="1200">
                <a:solidFill>
                  <a:schemeClr val="accent1"/>
                </a:solidFill>
              </a:defRPr>
            </a:lvl5pPr>
          </a:lstStyle>
          <a:p>
            <a:pPr lvl="0"/>
            <a:r>
              <a:rPr lang="en-US"/>
              <a:t>Industry</a:t>
            </a:r>
          </a:p>
        </p:txBody>
      </p:sp>
      <p:sp>
        <p:nvSpPr>
          <p:cNvPr id="42" name="Picture Placeholder 5">
            <a:extLst>
              <a:ext uri="{FF2B5EF4-FFF2-40B4-BE49-F238E27FC236}">
                <a16:creationId xmlns:a16="http://schemas.microsoft.com/office/drawing/2014/main" id="{2EDE5296-3D34-0C47-A404-38FF5A22C6D8}"/>
              </a:ext>
            </a:extLst>
          </p:cNvPr>
          <p:cNvSpPr>
            <a:spLocks noGrp="1"/>
          </p:cNvSpPr>
          <p:nvPr>
            <p:ph type="pic" sz="quarter" idx="24"/>
          </p:nvPr>
        </p:nvSpPr>
        <p:spPr>
          <a:xfrm>
            <a:off x="8515815" y="2971800"/>
            <a:ext cx="3194050" cy="1828800"/>
          </a:xfrm>
        </p:spPr>
        <p:txBody>
          <a:bodyPr/>
          <a:lstStyle>
            <a:lvl1pPr>
              <a:lnSpc>
                <a:spcPct val="100000"/>
              </a:lnSpc>
              <a:spcBef>
                <a:spcPts val="0"/>
              </a:spcBef>
              <a:defRPr>
                <a:solidFill>
                  <a:schemeClr val="tx1"/>
                </a:solidFill>
              </a:defRPr>
            </a:lvl1pPr>
          </a:lstStyle>
          <a:p>
            <a:r>
              <a:rPr lang="en-US"/>
              <a:t>Click icon to add picture</a:t>
            </a:r>
            <a:endParaRPr lang="en-US" dirty="0"/>
          </a:p>
        </p:txBody>
      </p:sp>
      <p:sp>
        <p:nvSpPr>
          <p:cNvPr id="41" name="Text Placeholder 10">
            <a:extLst>
              <a:ext uri="{FF2B5EF4-FFF2-40B4-BE49-F238E27FC236}">
                <a16:creationId xmlns:a16="http://schemas.microsoft.com/office/drawing/2014/main" id="{C7B1EDB8-ADF5-9C41-B4C4-26AA9C0B9D24}"/>
              </a:ext>
            </a:extLst>
          </p:cNvPr>
          <p:cNvSpPr>
            <a:spLocks noGrp="1"/>
          </p:cNvSpPr>
          <p:nvPr>
            <p:ph type="body" sz="quarter" idx="26" hasCustomPrompt="1"/>
          </p:nvPr>
        </p:nvSpPr>
        <p:spPr>
          <a:xfrm>
            <a:off x="8515815" y="5022214"/>
            <a:ext cx="3200400" cy="1153795"/>
          </a:xfrm>
        </p:spPr>
        <p:txBody>
          <a:bodyPr/>
          <a:lstStyle>
            <a:lvl1pPr algn="ctr">
              <a:lnSpc>
                <a:spcPct val="100000"/>
              </a:lnSpc>
              <a:spcBef>
                <a:spcPts val="0"/>
              </a:spcBef>
              <a:defRPr sz="1400">
                <a:solidFill>
                  <a:schemeClr val="tx1"/>
                </a:solidFill>
              </a:defRPr>
            </a:lvl1pPr>
            <a:lvl2pPr marL="0" indent="0" algn="ctr">
              <a:lnSpc>
                <a:spcPct val="100000"/>
              </a:lnSpc>
              <a:spcBef>
                <a:spcPts val="0"/>
              </a:spcBef>
              <a:buFont typeface="Arial" panose="020B0604020202020204" pitchFamily="34" charset="0"/>
              <a:buChar char="​"/>
              <a:defRPr sz="1200">
                <a:solidFill>
                  <a:schemeClr val="tx1"/>
                </a:solidFill>
              </a:defRPr>
            </a:lvl2pPr>
            <a:lvl3pPr marL="0" indent="0" algn="ctr">
              <a:buFont typeface="Arial" panose="020B0604020202020204" pitchFamily="34" charset="0"/>
              <a:buNone/>
              <a:defRPr sz="1200">
                <a:solidFill>
                  <a:schemeClr val="accent1"/>
                </a:solidFill>
              </a:defRPr>
            </a:lvl3pPr>
            <a:lvl4pPr marL="0" indent="0" algn="ctr">
              <a:buFont typeface="Arial" panose="020B0604020202020204" pitchFamily="34" charset="0"/>
              <a:buChar char="​"/>
              <a:defRPr sz="1200">
                <a:solidFill>
                  <a:schemeClr val="accent1"/>
                </a:solidFill>
              </a:defRPr>
            </a:lvl4pPr>
            <a:lvl5pPr marL="0" indent="0" algn="ctr">
              <a:buFont typeface="Arial" panose="020B0604020202020204" pitchFamily="34" charset="0"/>
              <a:buChar char="​"/>
              <a:defRPr sz="1200">
                <a:solidFill>
                  <a:schemeClr val="accent1"/>
                </a:solidFill>
              </a:defRPr>
            </a:lvl5pPr>
          </a:lstStyle>
          <a:p>
            <a:pPr lvl="0"/>
            <a:r>
              <a:rPr lang="en-US"/>
              <a:t>Click to add text</a:t>
            </a:r>
          </a:p>
          <a:p>
            <a:pPr lvl="1"/>
            <a:r>
              <a:rPr lang="en-US"/>
              <a:t>Second level</a:t>
            </a:r>
          </a:p>
        </p:txBody>
      </p:sp>
      <p:sp>
        <p:nvSpPr>
          <p:cNvPr id="33" name="page number">
            <a:extLst>
              <a:ext uri="{FF2B5EF4-FFF2-40B4-BE49-F238E27FC236}">
                <a16:creationId xmlns:a16="http://schemas.microsoft.com/office/drawing/2014/main" id="{CB20449E-0760-3743-8E7C-7D6BA7165F7F}"/>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cxnSp>
        <p:nvCxnSpPr>
          <p:cNvPr id="2" name="Straight Connector 1">
            <a:extLst>
              <a:ext uri="{FF2B5EF4-FFF2-40B4-BE49-F238E27FC236}">
                <a16:creationId xmlns:a16="http://schemas.microsoft.com/office/drawing/2014/main" id="{5CABBF0D-1BD1-F9E7-64FF-6B8D87E611B7}"/>
              </a:ext>
              <a:ext uri="{C183D7F6-B498-43B3-948B-1728B52AA6E4}">
                <adec:decorative xmlns:adec="http://schemas.microsoft.com/office/drawing/2017/decorative" val="1"/>
              </a:ext>
            </a:extLst>
          </p:cNvPr>
          <p:cNvCxnSpPr>
            <a:cxnSpLocks/>
          </p:cNvCxnSpPr>
          <p:nvPr/>
        </p:nvCxnSpPr>
        <p:spPr>
          <a:xfrm>
            <a:off x="4412165" y="5022214"/>
            <a:ext cx="3471746" cy="0"/>
          </a:xfrm>
          <a:prstGeom prst="line">
            <a:avLst/>
          </a:prstGeom>
          <a:ln w="22225">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Text Placeholder 15">
            <a:extLst>
              <a:ext uri="{FF2B5EF4-FFF2-40B4-BE49-F238E27FC236}">
                <a16:creationId xmlns:a16="http://schemas.microsoft.com/office/drawing/2014/main" id="{2906119E-8D41-BF4A-7D53-2FBB71F653C6}"/>
              </a:ext>
            </a:extLst>
          </p:cNvPr>
          <p:cNvSpPr>
            <a:spLocks noGrp="1"/>
          </p:cNvSpPr>
          <p:nvPr>
            <p:ph type="body" sz="quarter" idx="41" hasCustomPrompt="1"/>
          </p:nvPr>
        </p:nvSpPr>
        <p:spPr>
          <a:xfrm>
            <a:off x="608013" y="1552575"/>
            <a:ext cx="3201987" cy="219075"/>
          </a:xfrm>
        </p:spPr>
        <p:txBody>
          <a:bodyPr anchor="b" anchorCtr="0"/>
          <a:lstStyle>
            <a:lvl1pPr>
              <a:defRPr sz="1200" cap="all" baseline="0">
                <a:solidFill>
                  <a:schemeClr val="accent2"/>
                </a:solidFill>
              </a:defRPr>
            </a:lvl1pPr>
          </a:lstStyle>
          <a:p>
            <a:pPr lvl="0"/>
            <a:r>
              <a:rPr lang="en-US" dirty="0"/>
              <a:t>About</a:t>
            </a:r>
          </a:p>
        </p:txBody>
      </p:sp>
      <p:sp>
        <p:nvSpPr>
          <p:cNvPr id="18" name="Text Placeholder 17">
            <a:extLst>
              <a:ext uri="{FF2B5EF4-FFF2-40B4-BE49-F238E27FC236}">
                <a16:creationId xmlns:a16="http://schemas.microsoft.com/office/drawing/2014/main" id="{D52D6E64-9DD1-43CD-C247-B83E374482F5}"/>
              </a:ext>
            </a:extLst>
          </p:cNvPr>
          <p:cNvSpPr>
            <a:spLocks noGrp="1"/>
          </p:cNvSpPr>
          <p:nvPr>
            <p:ph type="body" sz="quarter" idx="42" hasCustomPrompt="1"/>
          </p:nvPr>
        </p:nvSpPr>
        <p:spPr>
          <a:xfrm>
            <a:off x="4411663" y="1552575"/>
            <a:ext cx="3201987" cy="219075"/>
          </a:xfrm>
        </p:spPr>
        <p:txBody>
          <a:bodyPr anchor="b" anchorCtr="0"/>
          <a:lstStyle>
            <a:lvl1pPr>
              <a:defRPr sz="1200" cap="all" baseline="0">
                <a:solidFill>
                  <a:schemeClr val="accent2"/>
                </a:solidFill>
              </a:defRPr>
            </a:lvl1pPr>
          </a:lstStyle>
          <a:p>
            <a:pPr lvl="0"/>
            <a:r>
              <a:rPr lang="en-US" dirty="0"/>
              <a:t>solution</a:t>
            </a:r>
          </a:p>
        </p:txBody>
      </p:sp>
      <p:sp>
        <p:nvSpPr>
          <p:cNvPr id="20" name="Text Placeholder 19">
            <a:extLst>
              <a:ext uri="{FF2B5EF4-FFF2-40B4-BE49-F238E27FC236}">
                <a16:creationId xmlns:a16="http://schemas.microsoft.com/office/drawing/2014/main" id="{D02A9C0F-4D4C-0EEC-0E20-65368D11774B}"/>
              </a:ext>
            </a:extLst>
          </p:cNvPr>
          <p:cNvSpPr>
            <a:spLocks noGrp="1"/>
          </p:cNvSpPr>
          <p:nvPr>
            <p:ph type="body" sz="quarter" idx="43" hasCustomPrompt="1"/>
          </p:nvPr>
        </p:nvSpPr>
        <p:spPr>
          <a:xfrm>
            <a:off x="608013" y="3338514"/>
            <a:ext cx="3201987" cy="219075"/>
          </a:xfrm>
        </p:spPr>
        <p:txBody>
          <a:bodyPr anchor="b" anchorCtr="0"/>
          <a:lstStyle>
            <a:lvl1pPr>
              <a:defRPr sz="1200" cap="all" baseline="0">
                <a:solidFill>
                  <a:schemeClr val="accent3"/>
                </a:solidFill>
              </a:defRPr>
            </a:lvl1pPr>
          </a:lstStyle>
          <a:p>
            <a:pPr lvl="0"/>
            <a:r>
              <a:rPr lang="en-US" dirty="0"/>
              <a:t>challenges</a:t>
            </a:r>
          </a:p>
        </p:txBody>
      </p:sp>
      <p:sp>
        <p:nvSpPr>
          <p:cNvPr id="22" name="Text Placeholder 21">
            <a:extLst>
              <a:ext uri="{FF2B5EF4-FFF2-40B4-BE49-F238E27FC236}">
                <a16:creationId xmlns:a16="http://schemas.microsoft.com/office/drawing/2014/main" id="{1DEF5052-BBAD-A22B-0D68-BBBFD706375E}"/>
              </a:ext>
            </a:extLst>
          </p:cNvPr>
          <p:cNvSpPr>
            <a:spLocks noGrp="1"/>
          </p:cNvSpPr>
          <p:nvPr>
            <p:ph type="body" sz="quarter" idx="44" hasCustomPrompt="1"/>
          </p:nvPr>
        </p:nvSpPr>
        <p:spPr>
          <a:xfrm>
            <a:off x="4427538" y="3338514"/>
            <a:ext cx="3201987" cy="219075"/>
          </a:xfrm>
        </p:spPr>
        <p:txBody>
          <a:bodyPr anchor="b" anchorCtr="0"/>
          <a:lstStyle>
            <a:lvl1pPr>
              <a:defRPr sz="1200" cap="all" baseline="0">
                <a:solidFill>
                  <a:schemeClr val="accent3"/>
                </a:solidFill>
              </a:defRPr>
            </a:lvl1pPr>
          </a:lstStyle>
          <a:p>
            <a:pPr lvl="0"/>
            <a:r>
              <a:rPr lang="en-US"/>
              <a:t>impact</a:t>
            </a:r>
          </a:p>
        </p:txBody>
      </p:sp>
      <p:sp>
        <p:nvSpPr>
          <p:cNvPr id="24" name="Text Placeholder 23">
            <a:extLst>
              <a:ext uri="{FF2B5EF4-FFF2-40B4-BE49-F238E27FC236}">
                <a16:creationId xmlns:a16="http://schemas.microsoft.com/office/drawing/2014/main" id="{9FFF9CD2-0893-33FB-480A-506C7095C2FA}"/>
              </a:ext>
            </a:extLst>
          </p:cNvPr>
          <p:cNvSpPr>
            <a:spLocks noGrp="1"/>
          </p:cNvSpPr>
          <p:nvPr>
            <p:ph type="body" sz="quarter" idx="45" hasCustomPrompt="1"/>
          </p:nvPr>
        </p:nvSpPr>
        <p:spPr>
          <a:xfrm>
            <a:off x="608013" y="5022850"/>
            <a:ext cx="3200400" cy="227013"/>
          </a:xfrm>
        </p:spPr>
        <p:txBody>
          <a:bodyPr anchor="b" anchorCtr="0"/>
          <a:lstStyle>
            <a:lvl1pPr>
              <a:defRPr sz="1200" cap="all" baseline="0">
                <a:solidFill>
                  <a:schemeClr val="accent4"/>
                </a:solidFill>
              </a:defRPr>
            </a:lvl1pPr>
          </a:lstStyle>
          <a:p>
            <a:pPr lvl="0"/>
            <a:r>
              <a:rPr lang="en-US"/>
              <a:t>products</a:t>
            </a:r>
          </a:p>
        </p:txBody>
      </p:sp>
      <p:sp>
        <p:nvSpPr>
          <p:cNvPr id="26" name="Text Placeholder 25">
            <a:extLst>
              <a:ext uri="{FF2B5EF4-FFF2-40B4-BE49-F238E27FC236}">
                <a16:creationId xmlns:a16="http://schemas.microsoft.com/office/drawing/2014/main" id="{F2B49FE0-BA78-9DF9-AB7D-9F52651E93AD}"/>
              </a:ext>
            </a:extLst>
          </p:cNvPr>
          <p:cNvSpPr>
            <a:spLocks noGrp="1"/>
          </p:cNvSpPr>
          <p:nvPr>
            <p:ph type="body" sz="quarter" idx="46" hasCustomPrompt="1"/>
          </p:nvPr>
        </p:nvSpPr>
        <p:spPr>
          <a:xfrm>
            <a:off x="4427538" y="5022850"/>
            <a:ext cx="3200400" cy="227013"/>
          </a:xfrm>
        </p:spPr>
        <p:txBody>
          <a:bodyPr anchor="b" anchorCtr="0"/>
          <a:lstStyle>
            <a:lvl1pPr>
              <a:defRPr sz="1200" cap="all" baseline="0">
                <a:solidFill>
                  <a:schemeClr val="accent4"/>
                </a:solidFill>
              </a:defRPr>
            </a:lvl1pPr>
          </a:lstStyle>
          <a:p>
            <a:pPr lvl="0"/>
            <a:r>
              <a:rPr lang="en-US"/>
              <a:t>Strategic priorities</a:t>
            </a:r>
          </a:p>
        </p:txBody>
      </p:sp>
      <p:cxnSp>
        <p:nvCxnSpPr>
          <p:cNvPr id="32" name="Straight Connector 31">
            <a:extLst>
              <a:ext uri="{FF2B5EF4-FFF2-40B4-BE49-F238E27FC236}">
                <a16:creationId xmlns:a16="http://schemas.microsoft.com/office/drawing/2014/main" id="{14F46384-B6E3-0D43-924E-874DEC2344B1}"/>
              </a:ext>
              <a:ext uri="{C183D7F6-B498-43B3-948B-1728B52AA6E4}">
                <adec:decorative xmlns:adec="http://schemas.microsoft.com/office/drawing/2017/decorative" val="1"/>
              </a:ext>
            </a:extLst>
          </p:cNvPr>
          <p:cNvCxnSpPr>
            <a:cxnSpLocks/>
          </p:cNvCxnSpPr>
          <p:nvPr userDrawn="1"/>
        </p:nvCxnSpPr>
        <p:spPr>
          <a:xfrm>
            <a:off x="609600" y="1552248"/>
            <a:ext cx="3471746" cy="0"/>
          </a:xfrm>
          <a:prstGeom prst="line">
            <a:avLst/>
          </a:prstGeom>
          <a:ln w="22225">
            <a:solidFill>
              <a:schemeClr val="accent2"/>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33526770-8F35-FB4A-8638-521D0DA87F6C}"/>
              </a:ext>
              <a:ext uri="{C183D7F6-B498-43B3-948B-1728B52AA6E4}">
                <adec:decorative xmlns:adec="http://schemas.microsoft.com/office/drawing/2017/decorative" val="1"/>
              </a:ext>
            </a:extLst>
          </p:cNvPr>
          <p:cNvCxnSpPr>
            <a:cxnSpLocks/>
          </p:cNvCxnSpPr>
          <p:nvPr userDrawn="1"/>
        </p:nvCxnSpPr>
        <p:spPr>
          <a:xfrm>
            <a:off x="4412165" y="1552248"/>
            <a:ext cx="3471746" cy="0"/>
          </a:xfrm>
          <a:prstGeom prst="line">
            <a:avLst/>
          </a:prstGeom>
          <a:ln w="22225">
            <a:solidFill>
              <a:schemeClr val="accent2"/>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3C08A52-2522-8C40-B8B1-C98FEBB888F7}"/>
              </a:ext>
              <a:ext uri="{C183D7F6-B498-43B3-948B-1728B52AA6E4}">
                <adec:decorative xmlns:adec="http://schemas.microsoft.com/office/drawing/2017/decorative" val="1"/>
              </a:ext>
            </a:extLst>
          </p:cNvPr>
          <p:cNvCxnSpPr>
            <a:cxnSpLocks/>
          </p:cNvCxnSpPr>
          <p:nvPr userDrawn="1"/>
        </p:nvCxnSpPr>
        <p:spPr>
          <a:xfrm>
            <a:off x="609600" y="3325372"/>
            <a:ext cx="3471746" cy="0"/>
          </a:xfrm>
          <a:prstGeom prst="line">
            <a:avLst/>
          </a:prstGeom>
          <a:ln w="22225">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B57CCC6-06B1-7342-99B0-BC7C8FBE5E73}"/>
              </a:ext>
              <a:ext uri="{C183D7F6-B498-43B3-948B-1728B52AA6E4}">
                <adec:decorative xmlns:adec="http://schemas.microsoft.com/office/drawing/2017/decorative" val="1"/>
              </a:ext>
            </a:extLst>
          </p:cNvPr>
          <p:cNvCxnSpPr>
            <a:cxnSpLocks/>
          </p:cNvCxnSpPr>
          <p:nvPr userDrawn="1"/>
        </p:nvCxnSpPr>
        <p:spPr>
          <a:xfrm>
            <a:off x="4412165" y="3325372"/>
            <a:ext cx="3471746" cy="0"/>
          </a:xfrm>
          <a:prstGeom prst="line">
            <a:avLst/>
          </a:prstGeom>
          <a:ln w="22225">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3C87E7C-5ED2-214E-8A38-ED05177A65DC}"/>
              </a:ext>
              <a:ext uri="{C183D7F6-B498-43B3-948B-1728B52AA6E4}">
                <adec:decorative xmlns:adec="http://schemas.microsoft.com/office/drawing/2017/decorative" val="1"/>
              </a:ext>
            </a:extLst>
          </p:cNvPr>
          <p:cNvCxnSpPr>
            <a:cxnSpLocks/>
          </p:cNvCxnSpPr>
          <p:nvPr userDrawn="1"/>
        </p:nvCxnSpPr>
        <p:spPr>
          <a:xfrm>
            <a:off x="608739" y="5022214"/>
            <a:ext cx="3471746" cy="0"/>
          </a:xfrm>
          <a:prstGeom prst="line">
            <a:avLst/>
          </a:prstGeom>
          <a:ln w="22225">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page number">
            <a:extLst>
              <a:ext uri="{FF2B5EF4-FFF2-40B4-BE49-F238E27FC236}">
                <a16:creationId xmlns:a16="http://schemas.microsoft.com/office/drawing/2014/main" id="{CB20449E-0760-3743-8E7C-7D6BA7165F7F}"/>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cxnSp>
        <p:nvCxnSpPr>
          <p:cNvPr id="49" name="Straight Connector 48">
            <a:extLst>
              <a:ext uri="{FF2B5EF4-FFF2-40B4-BE49-F238E27FC236}">
                <a16:creationId xmlns:a16="http://schemas.microsoft.com/office/drawing/2014/main" id="{5CABBF0D-1BD1-F9E7-64FF-6B8D87E611B7}"/>
              </a:ext>
              <a:ext uri="{C183D7F6-B498-43B3-948B-1728B52AA6E4}">
                <adec:decorative xmlns:adec="http://schemas.microsoft.com/office/drawing/2017/decorative" val="1"/>
              </a:ext>
            </a:extLst>
          </p:cNvPr>
          <p:cNvCxnSpPr>
            <a:cxnSpLocks/>
          </p:cNvCxnSpPr>
          <p:nvPr userDrawn="1"/>
        </p:nvCxnSpPr>
        <p:spPr>
          <a:xfrm>
            <a:off x="4412165" y="5022214"/>
            <a:ext cx="3471746" cy="0"/>
          </a:xfrm>
          <a:prstGeom prst="line">
            <a:avLst/>
          </a:prstGeom>
          <a:ln w="22225">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72193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p:cSld name="Three Icon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4C5A99F-0678-4DC4-A266-1AD031E9C8E4}"/>
              </a:ext>
            </a:extLst>
          </p:cNvPr>
          <p:cNvSpPr>
            <a:spLocks noGrp="1"/>
          </p:cNvSpPr>
          <p:nvPr>
            <p:ph type="title" hasCustomPrompt="1"/>
          </p:nvPr>
        </p:nvSpPr>
        <p:spPr/>
        <p:txBody>
          <a:bodyPr/>
          <a:lstStyle>
            <a:lvl1pPr>
              <a:defRPr>
                <a:solidFill>
                  <a:schemeClr val="accent2"/>
                </a:solidFill>
              </a:defRPr>
            </a:lvl1pPr>
          </a:lstStyle>
          <a:p>
            <a:r>
              <a:rPr lang="en-US"/>
              <a:t>Three Icon Placeholders with Text Descriptions</a:t>
            </a:r>
          </a:p>
        </p:txBody>
      </p:sp>
      <p:sp>
        <p:nvSpPr>
          <p:cNvPr id="12" name="Subtitle 2">
            <a:extLst>
              <a:ext uri="{FF2B5EF4-FFF2-40B4-BE49-F238E27FC236}">
                <a16:creationId xmlns:a16="http://schemas.microsoft.com/office/drawing/2014/main" id="{4EBF1472-E940-4CC7-B5D3-349346A425A8}"/>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21" name="Oval 20">
            <a:extLst>
              <a:ext uri="{FF2B5EF4-FFF2-40B4-BE49-F238E27FC236}">
                <a16:creationId xmlns:a16="http://schemas.microsoft.com/office/drawing/2014/main" id="{B1C210DC-5DBB-4F0D-875F-CD8AAAB938CE}"/>
              </a:ext>
              <a:ext uri="{C183D7F6-B498-43B3-948B-1728B52AA6E4}">
                <adec:decorative xmlns:adec="http://schemas.microsoft.com/office/drawing/2017/decorative" val="1"/>
              </a:ext>
            </a:extLst>
          </p:cNvPr>
          <p:cNvSpPr/>
          <p:nvPr/>
        </p:nvSpPr>
        <p:spPr bwMode="gray">
          <a:xfrm>
            <a:off x="1981877" y="2055429"/>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endParaRPr>
          </a:p>
        </p:txBody>
      </p:sp>
      <p:sp>
        <p:nvSpPr>
          <p:cNvPr id="13" name="Text Placeholder 3">
            <a:extLst>
              <a:ext uri="{FF2B5EF4-FFF2-40B4-BE49-F238E27FC236}">
                <a16:creationId xmlns:a16="http://schemas.microsoft.com/office/drawing/2014/main" id="{83C9F48F-8CFB-DD45-AE7E-6A5DE26F9510}"/>
              </a:ext>
            </a:extLst>
          </p:cNvPr>
          <p:cNvSpPr>
            <a:spLocks noGrp="1"/>
          </p:cNvSpPr>
          <p:nvPr>
            <p:ph type="body" sz="quarter" idx="21" hasCustomPrompt="1"/>
          </p:nvPr>
        </p:nvSpPr>
        <p:spPr>
          <a:xfrm>
            <a:off x="2188103" y="2419650"/>
            <a:ext cx="1396669" cy="1100516"/>
          </a:xfrm>
        </p:spPr>
        <p:txBody>
          <a:bodyPr anchor="ctr" anchorCtr="0"/>
          <a:lstStyle>
            <a:lvl1pPr algn="ctr">
              <a:lnSpc>
                <a:spcPct val="100000"/>
              </a:lnSpc>
              <a:spcBef>
                <a:spcPts val="600"/>
              </a:spcBef>
              <a:defRPr sz="1800">
                <a:solidFill>
                  <a:schemeClr val="accent4"/>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4" name="Text Placeholder 3">
            <a:extLst>
              <a:ext uri="{FF2B5EF4-FFF2-40B4-BE49-F238E27FC236}">
                <a16:creationId xmlns:a16="http://schemas.microsoft.com/office/drawing/2014/main" id="{B9CC9B40-9AF4-4EF7-8384-2ACE79EA95C9}"/>
              </a:ext>
            </a:extLst>
          </p:cNvPr>
          <p:cNvSpPr>
            <a:spLocks noGrp="1"/>
          </p:cNvSpPr>
          <p:nvPr>
            <p:ph type="body" sz="quarter" idx="18" hasCustomPrompt="1"/>
          </p:nvPr>
        </p:nvSpPr>
        <p:spPr>
          <a:xfrm>
            <a:off x="1525905" y="4267940"/>
            <a:ext cx="2744788" cy="1458912"/>
          </a:xfrm>
        </p:spPr>
        <p:txBody>
          <a:bodyPr/>
          <a:lstStyle>
            <a:lvl1pPr algn="ctr">
              <a:lnSpc>
                <a:spcPct val="100000"/>
              </a:lnSpc>
              <a:spcBef>
                <a:spcPts val="600"/>
              </a:spcBef>
              <a:defRPr sz="2400">
                <a:solidFill>
                  <a:schemeClr val="accent4"/>
                </a:solidFill>
              </a:defRPr>
            </a:lvl1pPr>
            <a:lvl2pPr marL="0" indent="0" algn="ctr">
              <a:lnSpc>
                <a:spcPct val="100000"/>
              </a:lnSpc>
              <a:spcBef>
                <a:spcPts val="600"/>
              </a:spcBef>
              <a:buFont typeface="Arial" panose="020B0604020202020204" pitchFamily="34" charset="0"/>
              <a:buChar char="​"/>
              <a:defRPr>
                <a:solidFill>
                  <a:schemeClr val="tx1"/>
                </a:solidFill>
              </a:defRPr>
            </a:lvl2pPr>
          </a:lstStyle>
          <a:p>
            <a:pPr lvl="0"/>
            <a:r>
              <a:rPr lang="en-US" dirty="0"/>
              <a:t>Click to add text here</a:t>
            </a:r>
          </a:p>
          <a:p>
            <a:pPr lvl="1"/>
            <a:r>
              <a:rPr lang="en-US" dirty="0"/>
              <a:t>Second level</a:t>
            </a:r>
          </a:p>
        </p:txBody>
      </p:sp>
      <p:sp>
        <p:nvSpPr>
          <p:cNvPr id="23" name="Oval 22">
            <a:extLst>
              <a:ext uri="{FF2B5EF4-FFF2-40B4-BE49-F238E27FC236}">
                <a16:creationId xmlns:a16="http://schemas.microsoft.com/office/drawing/2014/main" id="{6FECF9D0-D7A8-43DD-B38D-E1090C0B322F}"/>
              </a:ext>
              <a:ext uri="{C183D7F6-B498-43B3-948B-1728B52AA6E4}">
                <adec:decorative xmlns:adec="http://schemas.microsoft.com/office/drawing/2017/decorative" val="1"/>
              </a:ext>
            </a:extLst>
          </p:cNvPr>
          <p:cNvSpPr/>
          <p:nvPr/>
        </p:nvSpPr>
        <p:spPr bwMode="gray">
          <a:xfrm>
            <a:off x="5184924" y="2055429"/>
            <a:ext cx="1828959" cy="1828959"/>
          </a:xfrm>
          <a:prstGeom prst="ellipse">
            <a:avLst/>
          </a:prstGeom>
          <a:no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Text Placeholder 3">
            <a:extLst>
              <a:ext uri="{FF2B5EF4-FFF2-40B4-BE49-F238E27FC236}">
                <a16:creationId xmlns:a16="http://schemas.microsoft.com/office/drawing/2014/main" id="{04DBEFEC-821B-4F4E-8D5E-E6843BF1AEAD}"/>
              </a:ext>
            </a:extLst>
          </p:cNvPr>
          <p:cNvSpPr>
            <a:spLocks noGrp="1"/>
          </p:cNvSpPr>
          <p:nvPr>
            <p:ph type="body" sz="quarter" idx="22" hasCustomPrompt="1"/>
          </p:nvPr>
        </p:nvSpPr>
        <p:spPr>
          <a:xfrm>
            <a:off x="5408612" y="2419650"/>
            <a:ext cx="1396669" cy="1100516"/>
          </a:xfrm>
        </p:spPr>
        <p:txBody>
          <a:bodyPr anchor="ctr" anchorCtr="0"/>
          <a:lstStyle>
            <a:lvl1pPr algn="ctr">
              <a:lnSpc>
                <a:spcPct val="100000"/>
              </a:lnSpc>
              <a:spcBef>
                <a:spcPts val="600"/>
              </a:spcBef>
              <a:defRPr sz="1800">
                <a:solidFill>
                  <a:schemeClr val="accent3"/>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14" name="Text Placeholder 3">
            <a:extLst>
              <a:ext uri="{FF2B5EF4-FFF2-40B4-BE49-F238E27FC236}">
                <a16:creationId xmlns:a16="http://schemas.microsoft.com/office/drawing/2014/main" id="{D69CA39A-E967-4A68-A944-35C345A456D5}"/>
              </a:ext>
            </a:extLst>
          </p:cNvPr>
          <p:cNvSpPr>
            <a:spLocks noGrp="1"/>
          </p:cNvSpPr>
          <p:nvPr>
            <p:ph type="body" sz="quarter" idx="19" hasCustomPrompt="1"/>
          </p:nvPr>
        </p:nvSpPr>
        <p:spPr>
          <a:xfrm>
            <a:off x="4721225" y="4267940"/>
            <a:ext cx="2744788" cy="1458912"/>
          </a:xfrm>
        </p:spPr>
        <p:txBody>
          <a:bodyPr/>
          <a:lstStyle>
            <a:lvl1pPr algn="ctr">
              <a:lnSpc>
                <a:spcPct val="100000"/>
              </a:lnSpc>
              <a:spcBef>
                <a:spcPts val="600"/>
              </a:spcBef>
              <a:defRPr sz="2400">
                <a:solidFill>
                  <a:schemeClr val="accent3"/>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mn-lt"/>
                <a:ea typeface="+mn-ea"/>
                <a:cs typeface="+mn-cs"/>
              </a:defRPr>
            </a:lvl2pPr>
          </a:lstStyle>
          <a:p>
            <a:pPr lvl="0"/>
            <a:r>
              <a:rPr lang="en-US" dirty="0"/>
              <a:t>Click to add text here</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2" name="Oval 21">
            <a:extLst>
              <a:ext uri="{FF2B5EF4-FFF2-40B4-BE49-F238E27FC236}">
                <a16:creationId xmlns:a16="http://schemas.microsoft.com/office/drawing/2014/main" id="{446F04B0-7860-407F-85B7-42E38FAFE34B}"/>
              </a:ext>
              <a:ext uri="{C183D7F6-B498-43B3-948B-1728B52AA6E4}">
                <adec:decorative xmlns:adec="http://schemas.microsoft.com/office/drawing/2017/decorative" val="1"/>
              </a:ext>
            </a:extLst>
          </p:cNvPr>
          <p:cNvSpPr/>
          <p:nvPr/>
        </p:nvSpPr>
        <p:spPr bwMode="gray">
          <a:xfrm>
            <a:off x="8389301" y="2055429"/>
            <a:ext cx="1828959" cy="1828959"/>
          </a:xfrm>
          <a:prstGeom prst="ellipse">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Text Placeholder 3">
            <a:extLst>
              <a:ext uri="{FF2B5EF4-FFF2-40B4-BE49-F238E27FC236}">
                <a16:creationId xmlns:a16="http://schemas.microsoft.com/office/drawing/2014/main" id="{41A16A22-350B-4B24-A3CD-4D5DE470DEEB}"/>
              </a:ext>
            </a:extLst>
          </p:cNvPr>
          <p:cNvSpPr>
            <a:spLocks noGrp="1"/>
          </p:cNvSpPr>
          <p:nvPr>
            <p:ph type="body" sz="quarter" idx="20" hasCustomPrompt="1"/>
          </p:nvPr>
        </p:nvSpPr>
        <p:spPr>
          <a:xfrm>
            <a:off x="7923213" y="4267940"/>
            <a:ext cx="2744788" cy="1458912"/>
          </a:xfrm>
        </p:spPr>
        <p:txBody>
          <a:bodyPr/>
          <a:lstStyle>
            <a:lvl1pPr algn="ctr">
              <a:lnSpc>
                <a:spcPct val="100000"/>
              </a:lnSpc>
              <a:spcBef>
                <a:spcPts val="600"/>
              </a:spcBef>
              <a:defRPr sz="2400">
                <a:solidFill>
                  <a:schemeClr val="accent2"/>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mn-lt"/>
                <a:ea typeface="+mn-ea"/>
                <a:cs typeface="+mn-cs"/>
              </a:defRPr>
            </a:lvl2pPr>
          </a:lstStyle>
          <a:p>
            <a:pPr lvl="0"/>
            <a:r>
              <a:rPr lang="en-US" dirty="0"/>
              <a:t>Click to add text here</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17" name="Text Placeholder 3">
            <a:extLst>
              <a:ext uri="{FF2B5EF4-FFF2-40B4-BE49-F238E27FC236}">
                <a16:creationId xmlns:a16="http://schemas.microsoft.com/office/drawing/2014/main" id="{0545A424-E307-E14F-A89B-1A531D114FD0}"/>
              </a:ext>
            </a:extLst>
          </p:cNvPr>
          <p:cNvSpPr>
            <a:spLocks noGrp="1"/>
          </p:cNvSpPr>
          <p:nvPr>
            <p:ph type="body" sz="quarter" idx="23" hasCustomPrompt="1"/>
          </p:nvPr>
        </p:nvSpPr>
        <p:spPr>
          <a:xfrm>
            <a:off x="8609012" y="2419650"/>
            <a:ext cx="1396669" cy="1100516"/>
          </a:xfrm>
        </p:spPr>
        <p:txBody>
          <a:bodyPr anchor="ctr" anchorCtr="0"/>
          <a:lstStyle>
            <a:lvl1pPr algn="ctr">
              <a:lnSpc>
                <a:spcPct val="100000"/>
              </a:lnSpc>
              <a:spcBef>
                <a:spcPts val="600"/>
              </a:spcBef>
              <a:defRPr sz="1800">
                <a:solidFill>
                  <a:schemeClr val="accent2"/>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19" name="page number">
            <a:extLst>
              <a:ext uri="{FF2B5EF4-FFF2-40B4-BE49-F238E27FC236}">
                <a16:creationId xmlns:a16="http://schemas.microsoft.com/office/drawing/2014/main" id="{6122FC91-666D-7A42-9D21-9800CF4E3706}"/>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18" name="Oval 17">
            <a:extLst>
              <a:ext uri="{FF2B5EF4-FFF2-40B4-BE49-F238E27FC236}">
                <a16:creationId xmlns:a16="http://schemas.microsoft.com/office/drawing/2014/main" id="{B1C210DC-5DBB-4F0D-875F-CD8AAAB938CE}"/>
              </a:ext>
              <a:ext uri="{C183D7F6-B498-43B3-948B-1728B52AA6E4}">
                <adec:decorative xmlns:adec="http://schemas.microsoft.com/office/drawing/2017/decorative" val="1"/>
              </a:ext>
            </a:extLst>
          </p:cNvPr>
          <p:cNvSpPr/>
          <p:nvPr userDrawn="1"/>
        </p:nvSpPr>
        <p:spPr bwMode="gray">
          <a:xfrm>
            <a:off x="1981877" y="2055429"/>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endParaRPr>
          </a:p>
        </p:txBody>
      </p:sp>
      <p:sp>
        <p:nvSpPr>
          <p:cNvPr id="20" name="Oval 19">
            <a:extLst>
              <a:ext uri="{FF2B5EF4-FFF2-40B4-BE49-F238E27FC236}">
                <a16:creationId xmlns:a16="http://schemas.microsoft.com/office/drawing/2014/main" id="{6FECF9D0-D7A8-43DD-B38D-E1090C0B322F}"/>
              </a:ext>
              <a:ext uri="{C183D7F6-B498-43B3-948B-1728B52AA6E4}">
                <adec:decorative xmlns:adec="http://schemas.microsoft.com/office/drawing/2017/decorative" val="1"/>
              </a:ext>
            </a:extLst>
          </p:cNvPr>
          <p:cNvSpPr/>
          <p:nvPr userDrawn="1"/>
        </p:nvSpPr>
        <p:spPr bwMode="gray">
          <a:xfrm>
            <a:off x="5184924" y="2055429"/>
            <a:ext cx="1828959" cy="1828959"/>
          </a:xfrm>
          <a:prstGeom prst="ellipse">
            <a:avLst/>
          </a:prstGeom>
          <a:no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Oval 23">
            <a:extLst>
              <a:ext uri="{FF2B5EF4-FFF2-40B4-BE49-F238E27FC236}">
                <a16:creationId xmlns:a16="http://schemas.microsoft.com/office/drawing/2014/main" id="{446F04B0-7860-407F-85B7-42E38FAFE34B}"/>
              </a:ext>
              <a:ext uri="{C183D7F6-B498-43B3-948B-1728B52AA6E4}">
                <adec:decorative xmlns:adec="http://schemas.microsoft.com/office/drawing/2017/decorative" val="1"/>
              </a:ext>
            </a:extLst>
          </p:cNvPr>
          <p:cNvSpPr/>
          <p:nvPr userDrawn="1"/>
        </p:nvSpPr>
        <p:spPr bwMode="gray">
          <a:xfrm>
            <a:off x="8389301" y="2055429"/>
            <a:ext cx="1828959" cy="1828959"/>
          </a:xfrm>
          <a:prstGeom prst="ellipse">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page number">
            <a:extLst>
              <a:ext uri="{FF2B5EF4-FFF2-40B4-BE49-F238E27FC236}">
                <a16:creationId xmlns:a16="http://schemas.microsoft.com/office/drawing/2014/main" id="{6122FC91-666D-7A42-9D21-9800CF4E370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5630208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hree Icon - Fancy">
    <p:spTree>
      <p:nvGrpSpPr>
        <p:cNvPr id="1" name=""/>
        <p:cNvGrpSpPr/>
        <p:nvPr/>
      </p:nvGrpSpPr>
      <p:grpSpPr>
        <a:xfrm>
          <a:off x="0" y="0"/>
          <a:ext cx="0" cy="0"/>
          <a:chOff x="0" y="0"/>
          <a:chExt cx="0" cy="0"/>
        </a:xfrm>
      </p:grpSpPr>
      <p:sp>
        <p:nvSpPr>
          <p:cNvPr id="6" name="Oval 5">
            <a:extLst>
              <a:ext uri="{FF2B5EF4-FFF2-40B4-BE49-F238E27FC236}">
                <a16:creationId xmlns:a16="http://schemas.microsoft.com/office/drawing/2014/main" id="{601F6BC8-890F-E2DA-3AF7-13EDFB2F57AD}"/>
              </a:ext>
            </a:extLst>
          </p:cNvPr>
          <p:cNvSpPr>
            <a:spLocks/>
          </p:cNvSpPr>
          <p:nvPr userDrawn="1"/>
        </p:nvSpPr>
        <p:spPr>
          <a:xfrm>
            <a:off x="8226351" y="1899065"/>
            <a:ext cx="2141686" cy="2141686"/>
          </a:xfrm>
          <a:prstGeom prst="ellipse">
            <a:avLst/>
          </a:prstGeom>
          <a:solidFill>
            <a:schemeClr val="accent2">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 name="Oval 4">
            <a:extLst>
              <a:ext uri="{FF2B5EF4-FFF2-40B4-BE49-F238E27FC236}">
                <a16:creationId xmlns:a16="http://schemas.microsoft.com/office/drawing/2014/main" id="{CAD2CE7C-A738-5DAC-E359-C64BB0405D4D}"/>
              </a:ext>
            </a:extLst>
          </p:cNvPr>
          <p:cNvSpPr>
            <a:spLocks/>
          </p:cNvSpPr>
          <p:nvPr userDrawn="1"/>
        </p:nvSpPr>
        <p:spPr>
          <a:xfrm>
            <a:off x="5023569" y="1899065"/>
            <a:ext cx="2141686" cy="2141686"/>
          </a:xfrm>
          <a:prstGeom prst="ellipse">
            <a:avLst/>
          </a:prstGeom>
          <a:solidFill>
            <a:schemeClr val="accent3">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 name="Oval 1">
            <a:extLst>
              <a:ext uri="{FF2B5EF4-FFF2-40B4-BE49-F238E27FC236}">
                <a16:creationId xmlns:a16="http://schemas.microsoft.com/office/drawing/2014/main" id="{D8410044-EE97-EC7C-9316-78E9B303D358}"/>
              </a:ext>
            </a:extLst>
          </p:cNvPr>
          <p:cNvSpPr>
            <a:spLocks/>
          </p:cNvSpPr>
          <p:nvPr userDrawn="1"/>
        </p:nvSpPr>
        <p:spPr>
          <a:xfrm>
            <a:off x="1820788" y="1899065"/>
            <a:ext cx="2141686" cy="2141686"/>
          </a:xfrm>
          <a:prstGeom prst="ellipse">
            <a:avLst/>
          </a:prstGeom>
          <a:solidFill>
            <a:schemeClr val="accent4">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 name="Title 2">
            <a:extLst>
              <a:ext uri="{FF2B5EF4-FFF2-40B4-BE49-F238E27FC236}">
                <a16:creationId xmlns:a16="http://schemas.microsoft.com/office/drawing/2014/main" id="{14C5A99F-0678-4DC4-A266-1AD031E9C8E4}"/>
              </a:ext>
            </a:extLst>
          </p:cNvPr>
          <p:cNvSpPr>
            <a:spLocks noGrp="1"/>
          </p:cNvSpPr>
          <p:nvPr>
            <p:ph type="title" hasCustomPrompt="1"/>
          </p:nvPr>
        </p:nvSpPr>
        <p:spPr/>
        <p:txBody>
          <a:bodyPr/>
          <a:lstStyle>
            <a:lvl1pPr>
              <a:defRPr>
                <a:solidFill>
                  <a:schemeClr val="accent2"/>
                </a:solidFill>
              </a:defRPr>
            </a:lvl1pPr>
          </a:lstStyle>
          <a:p>
            <a:r>
              <a:rPr lang="en-US"/>
              <a:t>Three Icon Placeholders with Text Descriptions</a:t>
            </a:r>
          </a:p>
        </p:txBody>
      </p:sp>
      <p:sp>
        <p:nvSpPr>
          <p:cNvPr id="12" name="Subtitle 2">
            <a:extLst>
              <a:ext uri="{FF2B5EF4-FFF2-40B4-BE49-F238E27FC236}">
                <a16:creationId xmlns:a16="http://schemas.microsoft.com/office/drawing/2014/main" id="{4EBF1472-E940-4CC7-B5D3-349346A425A8}"/>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21" name="Oval 20">
            <a:extLst>
              <a:ext uri="{FF2B5EF4-FFF2-40B4-BE49-F238E27FC236}">
                <a16:creationId xmlns:a16="http://schemas.microsoft.com/office/drawing/2014/main" id="{B1C210DC-5DBB-4F0D-875F-CD8AAAB938CE}"/>
              </a:ext>
              <a:ext uri="{C183D7F6-B498-43B3-948B-1728B52AA6E4}">
                <adec:decorative xmlns:adec="http://schemas.microsoft.com/office/drawing/2017/decorative" val="1"/>
              </a:ext>
            </a:extLst>
          </p:cNvPr>
          <p:cNvSpPr/>
          <p:nvPr userDrawn="1"/>
        </p:nvSpPr>
        <p:spPr bwMode="gray">
          <a:xfrm>
            <a:off x="1981877" y="2055429"/>
            <a:ext cx="1828959" cy="1828959"/>
          </a:xfrm>
          <a:prstGeom prst="ellipse">
            <a:avLst/>
          </a:prstGeom>
          <a:solidFill>
            <a:schemeClr val="bg1"/>
          </a:solid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accent4"/>
              </a:solidFill>
            </a:endParaRPr>
          </a:p>
        </p:txBody>
      </p:sp>
      <p:sp>
        <p:nvSpPr>
          <p:cNvPr id="13" name="Text Placeholder 3">
            <a:extLst>
              <a:ext uri="{FF2B5EF4-FFF2-40B4-BE49-F238E27FC236}">
                <a16:creationId xmlns:a16="http://schemas.microsoft.com/office/drawing/2014/main" id="{83C9F48F-8CFB-DD45-AE7E-6A5DE26F9510}"/>
              </a:ext>
            </a:extLst>
          </p:cNvPr>
          <p:cNvSpPr>
            <a:spLocks noGrp="1"/>
          </p:cNvSpPr>
          <p:nvPr>
            <p:ph type="body" sz="quarter" idx="21" hasCustomPrompt="1"/>
          </p:nvPr>
        </p:nvSpPr>
        <p:spPr>
          <a:xfrm>
            <a:off x="2188103" y="2419650"/>
            <a:ext cx="1396669" cy="1100516"/>
          </a:xfrm>
        </p:spPr>
        <p:txBody>
          <a:bodyPr anchor="ctr" anchorCtr="0"/>
          <a:lstStyle>
            <a:lvl1pPr algn="ctr">
              <a:lnSpc>
                <a:spcPct val="100000"/>
              </a:lnSpc>
              <a:spcBef>
                <a:spcPts val="600"/>
              </a:spcBef>
              <a:defRPr sz="1800">
                <a:solidFill>
                  <a:schemeClr val="accent4"/>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4" name="Text Placeholder 3">
            <a:extLst>
              <a:ext uri="{FF2B5EF4-FFF2-40B4-BE49-F238E27FC236}">
                <a16:creationId xmlns:a16="http://schemas.microsoft.com/office/drawing/2014/main" id="{B9CC9B40-9AF4-4EF7-8384-2ACE79EA95C9}"/>
              </a:ext>
            </a:extLst>
          </p:cNvPr>
          <p:cNvSpPr>
            <a:spLocks noGrp="1"/>
          </p:cNvSpPr>
          <p:nvPr>
            <p:ph type="body" sz="quarter" idx="18" hasCustomPrompt="1"/>
          </p:nvPr>
        </p:nvSpPr>
        <p:spPr>
          <a:xfrm>
            <a:off x="1525905" y="4267940"/>
            <a:ext cx="2744788" cy="1458912"/>
          </a:xfrm>
        </p:spPr>
        <p:txBody>
          <a:bodyPr/>
          <a:lstStyle>
            <a:lvl1pPr algn="ctr">
              <a:lnSpc>
                <a:spcPct val="100000"/>
              </a:lnSpc>
              <a:spcBef>
                <a:spcPts val="600"/>
              </a:spcBef>
              <a:defRPr sz="2400">
                <a:solidFill>
                  <a:schemeClr val="accent4"/>
                </a:solidFill>
              </a:defRPr>
            </a:lvl1pPr>
            <a:lvl2pPr marL="0" indent="0" algn="ctr">
              <a:lnSpc>
                <a:spcPct val="100000"/>
              </a:lnSpc>
              <a:spcBef>
                <a:spcPts val="600"/>
              </a:spcBef>
              <a:buFont typeface="Arial" panose="020B0604020202020204" pitchFamily="34" charset="0"/>
              <a:buChar char="​"/>
              <a:defRPr>
                <a:solidFill>
                  <a:schemeClr val="tx1"/>
                </a:solidFill>
              </a:defRPr>
            </a:lvl2pPr>
          </a:lstStyle>
          <a:p>
            <a:pPr lvl="0"/>
            <a:r>
              <a:rPr lang="en-US" dirty="0"/>
              <a:t>Click to add text here</a:t>
            </a:r>
          </a:p>
          <a:p>
            <a:pPr lvl="1"/>
            <a:r>
              <a:rPr lang="en-US" dirty="0"/>
              <a:t>Second level</a:t>
            </a:r>
          </a:p>
        </p:txBody>
      </p:sp>
      <p:sp>
        <p:nvSpPr>
          <p:cNvPr id="23" name="Oval 22">
            <a:extLst>
              <a:ext uri="{FF2B5EF4-FFF2-40B4-BE49-F238E27FC236}">
                <a16:creationId xmlns:a16="http://schemas.microsoft.com/office/drawing/2014/main" id="{6FECF9D0-D7A8-43DD-B38D-E1090C0B322F}"/>
              </a:ext>
              <a:ext uri="{C183D7F6-B498-43B3-948B-1728B52AA6E4}">
                <adec:decorative xmlns:adec="http://schemas.microsoft.com/office/drawing/2017/decorative" val="1"/>
              </a:ext>
            </a:extLst>
          </p:cNvPr>
          <p:cNvSpPr/>
          <p:nvPr userDrawn="1"/>
        </p:nvSpPr>
        <p:spPr bwMode="gray">
          <a:xfrm>
            <a:off x="5184924" y="2055429"/>
            <a:ext cx="1828959" cy="1828959"/>
          </a:xfrm>
          <a:prstGeom prst="ellipse">
            <a:avLst/>
          </a:prstGeom>
          <a:solidFill>
            <a:schemeClr val="bg1"/>
          </a:solid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6" name="Text Placeholder 3">
            <a:extLst>
              <a:ext uri="{FF2B5EF4-FFF2-40B4-BE49-F238E27FC236}">
                <a16:creationId xmlns:a16="http://schemas.microsoft.com/office/drawing/2014/main" id="{04DBEFEC-821B-4F4E-8D5E-E6843BF1AEAD}"/>
              </a:ext>
            </a:extLst>
          </p:cNvPr>
          <p:cNvSpPr>
            <a:spLocks noGrp="1"/>
          </p:cNvSpPr>
          <p:nvPr>
            <p:ph type="body" sz="quarter" idx="22" hasCustomPrompt="1"/>
          </p:nvPr>
        </p:nvSpPr>
        <p:spPr>
          <a:xfrm>
            <a:off x="5408612" y="2419650"/>
            <a:ext cx="1396669" cy="1100516"/>
          </a:xfrm>
        </p:spPr>
        <p:txBody>
          <a:bodyPr anchor="ctr" anchorCtr="0"/>
          <a:lstStyle>
            <a:lvl1pPr algn="ctr">
              <a:lnSpc>
                <a:spcPct val="100000"/>
              </a:lnSpc>
              <a:spcBef>
                <a:spcPts val="600"/>
              </a:spcBef>
              <a:defRPr sz="1800">
                <a:solidFill>
                  <a:schemeClr val="accent3"/>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14" name="Text Placeholder 3">
            <a:extLst>
              <a:ext uri="{FF2B5EF4-FFF2-40B4-BE49-F238E27FC236}">
                <a16:creationId xmlns:a16="http://schemas.microsoft.com/office/drawing/2014/main" id="{D69CA39A-E967-4A68-A944-35C345A456D5}"/>
              </a:ext>
            </a:extLst>
          </p:cNvPr>
          <p:cNvSpPr>
            <a:spLocks noGrp="1"/>
          </p:cNvSpPr>
          <p:nvPr>
            <p:ph type="body" sz="quarter" idx="19" hasCustomPrompt="1"/>
          </p:nvPr>
        </p:nvSpPr>
        <p:spPr>
          <a:xfrm>
            <a:off x="4721225" y="4267940"/>
            <a:ext cx="2744788" cy="1458912"/>
          </a:xfrm>
        </p:spPr>
        <p:txBody>
          <a:bodyPr/>
          <a:lstStyle>
            <a:lvl1pPr algn="ctr">
              <a:lnSpc>
                <a:spcPct val="100000"/>
              </a:lnSpc>
              <a:spcBef>
                <a:spcPts val="600"/>
              </a:spcBef>
              <a:defRPr sz="2400">
                <a:solidFill>
                  <a:schemeClr val="accent3"/>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mn-lt"/>
                <a:ea typeface="+mn-ea"/>
                <a:cs typeface="+mn-cs"/>
              </a:defRPr>
            </a:lvl2pPr>
          </a:lstStyle>
          <a:p>
            <a:pPr lvl="0"/>
            <a:r>
              <a:rPr lang="en-US" dirty="0"/>
              <a:t>Click to add text here</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2" name="Oval 21">
            <a:extLst>
              <a:ext uri="{FF2B5EF4-FFF2-40B4-BE49-F238E27FC236}">
                <a16:creationId xmlns:a16="http://schemas.microsoft.com/office/drawing/2014/main" id="{446F04B0-7860-407F-85B7-42E38FAFE34B}"/>
              </a:ext>
              <a:ext uri="{C183D7F6-B498-43B3-948B-1728B52AA6E4}">
                <adec:decorative xmlns:adec="http://schemas.microsoft.com/office/drawing/2017/decorative" val="1"/>
              </a:ext>
            </a:extLst>
          </p:cNvPr>
          <p:cNvSpPr/>
          <p:nvPr userDrawn="1"/>
        </p:nvSpPr>
        <p:spPr bwMode="gray">
          <a:xfrm>
            <a:off x="8389301" y="2055429"/>
            <a:ext cx="1828959" cy="1828959"/>
          </a:xfrm>
          <a:prstGeom prst="ellipse">
            <a:avLst/>
          </a:prstGeom>
          <a:solidFill>
            <a:schemeClr val="bg1"/>
          </a:solid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5" name="Text Placeholder 3">
            <a:extLst>
              <a:ext uri="{FF2B5EF4-FFF2-40B4-BE49-F238E27FC236}">
                <a16:creationId xmlns:a16="http://schemas.microsoft.com/office/drawing/2014/main" id="{41A16A22-350B-4B24-A3CD-4D5DE470DEEB}"/>
              </a:ext>
            </a:extLst>
          </p:cNvPr>
          <p:cNvSpPr>
            <a:spLocks noGrp="1"/>
          </p:cNvSpPr>
          <p:nvPr>
            <p:ph type="body" sz="quarter" idx="20" hasCustomPrompt="1"/>
          </p:nvPr>
        </p:nvSpPr>
        <p:spPr>
          <a:xfrm>
            <a:off x="7923213" y="4267940"/>
            <a:ext cx="2744788" cy="1458912"/>
          </a:xfrm>
        </p:spPr>
        <p:txBody>
          <a:bodyPr/>
          <a:lstStyle>
            <a:lvl1pPr algn="ctr">
              <a:lnSpc>
                <a:spcPct val="100000"/>
              </a:lnSpc>
              <a:spcBef>
                <a:spcPts val="600"/>
              </a:spcBef>
              <a:defRPr sz="2400">
                <a:solidFill>
                  <a:schemeClr val="accent2"/>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mn-lt"/>
                <a:ea typeface="+mn-ea"/>
                <a:cs typeface="+mn-cs"/>
              </a:defRPr>
            </a:lvl2pPr>
          </a:lstStyle>
          <a:p>
            <a:pPr lvl="0"/>
            <a:r>
              <a:rPr lang="en-US" dirty="0"/>
              <a:t>Click to add text here</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17" name="Text Placeholder 3">
            <a:extLst>
              <a:ext uri="{FF2B5EF4-FFF2-40B4-BE49-F238E27FC236}">
                <a16:creationId xmlns:a16="http://schemas.microsoft.com/office/drawing/2014/main" id="{0545A424-E307-E14F-A89B-1A531D114FD0}"/>
              </a:ext>
            </a:extLst>
          </p:cNvPr>
          <p:cNvSpPr>
            <a:spLocks noGrp="1"/>
          </p:cNvSpPr>
          <p:nvPr>
            <p:ph type="body" sz="quarter" idx="23" hasCustomPrompt="1"/>
          </p:nvPr>
        </p:nvSpPr>
        <p:spPr>
          <a:xfrm>
            <a:off x="8609012" y="2419650"/>
            <a:ext cx="1396669" cy="1100516"/>
          </a:xfrm>
        </p:spPr>
        <p:txBody>
          <a:bodyPr anchor="ctr" anchorCtr="0"/>
          <a:lstStyle>
            <a:lvl1pPr algn="ctr">
              <a:lnSpc>
                <a:spcPct val="100000"/>
              </a:lnSpc>
              <a:spcBef>
                <a:spcPts val="600"/>
              </a:spcBef>
              <a:defRPr sz="1800">
                <a:solidFill>
                  <a:schemeClr val="accent2"/>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19" name="page number">
            <a:extLst>
              <a:ext uri="{FF2B5EF4-FFF2-40B4-BE49-F238E27FC236}">
                <a16:creationId xmlns:a16="http://schemas.microsoft.com/office/drawing/2014/main" id="{6122FC91-666D-7A42-9D21-9800CF4E370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Tree>
    <p:extLst>
      <p:ext uri="{BB962C8B-B14F-4D97-AF65-F5344CB8AC3E}">
        <p14:creationId xmlns:p14="http://schemas.microsoft.com/office/powerpoint/2010/main" val="39771052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hree Icon - Fancy - RBLF">
    <p:spTree>
      <p:nvGrpSpPr>
        <p:cNvPr id="1" name=""/>
        <p:cNvGrpSpPr/>
        <p:nvPr/>
      </p:nvGrpSpPr>
      <p:grpSpPr>
        <a:xfrm>
          <a:off x="0" y="0"/>
          <a:ext cx="0" cy="0"/>
          <a:chOff x="0" y="0"/>
          <a:chExt cx="0" cy="0"/>
        </a:xfrm>
      </p:grpSpPr>
      <p:sp>
        <p:nvSpPr>
          <p:cNvPr id="6" name="Oval 5">
            <a:extLst>
              <a:ext uri="{FF2B5EF4-FFF2-40B4-BE49-F238E27FC236}">
                <a16:creationId xmlns:a16="http://schemas.microsoft.com/office/drawing/2014/main" id="{601F6BC8-890F-E2DA-3AF7-13EDFB2F57AD}"/>
              </a:ext>
            </a:extLst>
          </p:cNvPr>
          <p:cNvSpPr>
            <a:spLocks/>
          </p:cNvSpPr>
          <p:nvPr userDrawn="1"/>
        </p:nvSpPr>
        <p:spPr>
          <a:xfrm>
            <a:off x="8226351" y="1899065"/>
            <a:ext cx="2141686" cy="2141686"/>
          </a:xfrm>
          <a:prstGeom prst="ellipse">
            <a:avLst/>
          </a:prstGeom>
          <a:solidFill>
            <a:schemeClr val="accent2">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5" name="Oval 4">
            <a:extLst>
              <a:ext uri="{FF2B5EF4-FFF2-40B4-BE49-F238E27FC236}">
                <a16:creationId xmlns:a16="http://schemas.microsoft.com/office/drawing/2014/main" id="{CAD2CE7C-A738-5DAC-E359-C64BB0405D4D}"/>
              </a:ext>
            </a:extLst>
          </p:cNvPr>
          <p:cNvSpPr>
            <a:spLocks/>
          </p:cNvSpPr>
          <p:nvPr userDrawn="1"/>
        </p:nvSpPr>
        <p:spPr>
          <a:xfrm>
            <a:off x="5023569" y="1899065"/>
            <a:ext cx="2141686" cy="2141686"/>
          </a:xfrm>
          <a:prstGeom prst="ellipse">
            <a:avLst/>
          </a:prstGeom>
          <a:solidFill>
            <a:schemeClr val="accent3">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2" name="Oval 1">
            <a:extLst>
              <a:ext uri="{FF2B5EF4-FFF2-40B4-BE49-F238E27FC236}">
                <a16:creationId xmlns:a16="http://schemas.microsoft.com/office/drawing/2014/main" id="{D8410044-EE97-EC7C-9316-78E9B303D358}"/>
              </a:ext>
            </a:extLst>
          </p:cNvPr>
          <p:cNvSpPr>
            <a:spLocks/>
          </p:cNvSpPr>
          <p:nvPr userDrawn="1"/>
        </p:nvSpPr>
        <p:spPr>
          <a:xfrm>
            <a:off x="1820788" y="1899065"/>
            <a:ext cx="2141686" cy="2141686"/>
          </a:xfrm>
          <a:prstGeom prst="ellipse">
            <a:avLst/>
          </a:prstGeom>
          <a:solidFill>
            <a:schemeClr val="accent4">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3" name="Title 2">
            <a:extLst>
              <a:ext uri="{FF2B5EF4-FFF2-40B4-BE49-F238E27FC236}">
                <a16:creationId xmlns:a16="http://schemas.microsoft.com/office/drawing/2014/main" id="{14C5A99F-0678-4DC4-A266-1AD031E9C8E4}"/>
              </a:ext>
            </a:extLst>
          </p:cNvPr>
          <p:cNvSpPr>
            <a:spLocks noGrp="1"/>
          </p:cNvSpPr>
          <p:nvPr>
            <p:ph type="title" hasCustomPrompt="1"/>
          </p:nvPr>
        </p:nvSpPr>
        <p:spPr/>
        <p:txBody>
          <a:bodyPr/>
          <a:lstStyle>
            <a:lvl1pPr>
              <a:defRPr>
                <a:solidFill>
                  <a:schemeClr val="accent2"/>
                </a:solidFill>
              </a:defRPr>
            </a:lvl1pPr>
          </a:lstStyle>
          <a:p>
            <a:r>
              <a:rPr lang="en-US"/>
              <a:t>Three Icon Placeholders with Text Descriptions</a:t>
            </a:r>
          </a:p>
        </p:txBody>
      </p:sp>
      <p:sp>
        <p:nvSpPr>
          <p:cNvPr id="12" name="Subtitle 2">
            <a:extLst>
              <a:ext uri="{FF2B5EF4-FFF2-40B4-BE49-F238E27FC236}">
                <a16:creationId xmlns:a16="http://schemas.microsoft.com/office/drawing/2014/main" id="{4EBF1472-E940-4CC7-B5D3-349346A425A8}"/>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Arial" panose="020B0604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21" name="Oval 20">
            <a:extLst>
              <a:ext uri="{FF2B5EF4-FFF2-40B4-BE49-F238E27FC236}">
                <a16:creationId xmlns:a16="http://schemas.microsoft.com/office/drawing/2014/main" id="{B1C210DC-5DBB-4F0D-875F-CD8AAAB938CE}"/>
              </a:ext>
              <a:ext uri="{C183D7F6-B498-43B3-948B-1728B52AA6E4}">
                <adec:decorative xmlns:adec="http://schemas.microsoft.com/office/drawing/2017/decorative" val="1"/>
              </a:ext>
            </a:extLst>
          </p:cNvPr>
          <p:cNvSpPr/>
          <p:nvPr userDrawn="1"/>
        </p:nvSpPr>
        <p:spPr bwMode="gray">
          <a:xfrm>
            <a:off x="1981877" y="2055429"/>
            <a:ext cx="1828959" cy="1828959"/>
          </a:xfrm>
          <a:prstGeom prst="ellipse">
            <a:avLst/>
          </a:prstGeom>
          <a:solidFill>
            <a:schemeClr val="accent4"/>
          </a:solid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latin typeface="Arial" panose="020B0604020202020204" pitchFamily="34" charset="0"/>
            </a:endParaRPr>
          </a:p>
        </p:txBody>
      </p:sp>
      <p:sp>
        <p:nvSpPr>
          <p:cNvPr id="13" name="Text Placeholder 3">
            <a:extLst>
              <a:ext uri="{FF2B5EF4-FFF2-40B4-BE49-F238E27FC236}">
                <a16:creationId xmlns:a16="http://schemas.microsoft.com/office/drawing/2014/main" id="{83C9F48F-8CFB-DD45-AE7E-6A5DE26F9510}"/>
              </a:ext>
            </a:extLst>
          </p:cNvPr>
          <p:cNvSpPr>
            <a:spLocks noGrp="1"/>
          </p:cNvSpPr>
          <p:nvPr>
            <p:ph type="body" sz="quarter" idx="21" hasCustomPrompt="1"/>
          </p:nvPr>
        </p:nvSpPr>
        <p:spPr>
          <a:xfrm>
            <a:off x="2188103" y="2419650"/>
            <a:ext cx="1396669" cy="1100516"/>
          </a:xfrm>
        </p:spPr>
        <p:txBody>
          <a:bodyPr anchor="ctr" anchorCtr="0"/>
          <a:lstStyle>
            <a:lvl1pPr algn="ctr">
              <a:lnSpc>
                <a:spcPct val="100000"/>
              </a:lnSpc>
              <a:spcBef>
                <a:spcPts val="600"/>
              </a:spcBef>
              <a:defRPr sz="1800">
                <a:solidFill>
                  <a:schemeClr val="bg1"/>
                </a:solidFill>
              </a:defRPr>
            </a:lvl1pPr>
            <a:lvl2pPr marL="0" indent="0" algn="ctr">
              <a:lnSpc>
                <a:spcPct val="100000"/>
              </a:lnSpc>
              <a:spcBef>
                <a:spcPts val="600"/>
              </a:spcBef>
              <a:buFont typeface="Arial" panose="020B0604020202020204" pitchFamily="34" charset="0"/>
              <a:buChar char="​"/>
              <a:defRPr/>
            </a:lvl2pPr>
          </a:lstStyle>
          <a:p>
            <a:pPr lvl="0"/>
            <a:r>
              <a:rPr lang="en-US" dirty="0"/>
              <a:t>add icon</a:t>
            </a:r>
            <a:br>
              <a:rPr lang="en-US" dirty="0"/>
            </a:br>
            <a:r>
              <a:rPr lang="en-US" dirty="0"/>
              <a:t>or text</a:t>
            </a:r>
          </a:p>
        </p:txBody>
      </p:sp>
      <p:sp>
        <p:nvSpPr>
          <p:cNvPr id="4" name="Text Placeholder 3">
            <a:extLst>
              <a:ext uri="{FF2B5EF4-FFF2-40B4-BE49-F238E27FC236}">
                <a16:creationId xmlns:a16="http://schemas.microsoft.com/office/drawing/2014/main" id="{B9CC9B40-9AF4-4EF7-8384-2ACE79EA95C9}"/>
              </a:ext>
            </a:extLst>
          </p:cNvPr>
          <p:cNvSpPr>
            <a:spLocks noGrp="1"/>
          </p:cNvSpPr>
          <p:nvPr>
            <p:ph type="body" sz="quarter" idx="18" hasCustomPrompt="1"/>
          </p:nvPr>
        </p:nvSpPr>
        <p:spPr>
          <a:xfrm>
            <a:off x="1525905" y="4267940"/>
            <a:ext cx="2744788" cy="1458912"/>
          </a:xfrm>
        </p:spPr>
        <p:txBody>
          <a:bodyPr/>
          <a:lstStyle>
            <a:lvl1pPr algn="ctr">
              <a:lnSpc>
                <a:spcPct val="100000"/>
              </a:lnSpc>
              <a:spcBef>
                <a:spcPts val="600"/>
              </a:spcBef>
              <a:defRPr sz="2400">
                <a:solidFill>
                  <a:schemeClr val="accent4"/>
                </a:solidFill>
              </a:defRPr>
            </a:lvl1pPr>
            <a:lvl2pPr marL="0" indent="0" algn="ctr">
              <a:lnSpc>
                <a:spcPct val="100000"/>
              </a:lnSpc>
              <a:spcBef>
                <a:spcPts val="600"/>
              </a:spcBef>
              <a:buFont typeface="Arial" panose="020B0604020202020204" pitchFamily="34" charset="0"/>
              <a:buChar char="​"/>
              <a:defRPr>
                <a:solidFill>
                  <a:schemeClr val="tx1"/>
                </a:solidFill>
              </a:defRPr>
            </a:lvl2pPr>
          </a:lstStyle>
          <a:p>
            <a:pPr lvl="0"/>
            <a:r>
              <a:rPr lang="en-US" dirty="0"/>
              <a:t>Click to add text here</a:t>
            </a:r>
          </a:p>
          <a:p>
            <a:pPr lvl="1"/>
            <a:r>
              <a:rPr lang="en-US" dirty="0"/>
              <a:t>Second level</a:t>
            </a:r>
          </a:p>
        </p:txBody>
      </p:sp>
      <p:sp>
        <p:nvSpPr>
          <p:cNvPr id="23" name="Oval 22">
            <a:extLst>
              <a:ext uri="{FF2B5EF4-FFF2-40B4-BE49-F238E27FC236}">
                <a16:creationId xmlns:a16="http://schemas.microsoft.com/office/drawing/2014/main" id="{6FECF9D0-D7A8-43DD-B38D-E1090C0B322F}"/>
              </a:ext>
              <a:ext uri="{C183D7F6-B498-43B3-948B-1728B52AA6E4}">
                <adec:decorative xmlns:adec="http://schemas.microsoft.com/office/drawing/2017/decorative" val="1"/>
              </a:ext>
            </a:extLst>
          </p:cNvPr>
          <p:cNvSpPr/>
          <p:nvPr userDrawn="1"/>
        </p:nvSpPr>
        <p:spPr bwMode="gray">
          <a:xfrm>
            <a:off x="5184924" y="2055429"/>
            <a:ext cx="1828959" cy="1828959"/>
          </a:xfrm>
          <a:prstGeom prst="ellipse">
            <a:avLst/>
          </a:prstGeom>
          <a:solidFill>
            <a:schemeClr val="accent3"/>
          </a:solid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Arial" panose="020B0604020202020204" pitchFamily="34" charset="0"/>
            </a:endParaRPr>
          </a:p>
        </p:txBody>
      </p:sp>
      <p:sp>
        <p:nvSpPr>
          <p:cNvPr id="16" name="Text Placeholder 3">
            <a:extLst>
              <a:ext uri="{FF2B5EF4-FFF2-40B4-BE49-F238E27FC236}">
                <a16:creationId xmlns:a16="http://schemas.microsoft.com/office/drawing/2014/main" id="{04DBEFEC-821B-4F4E-8D5E-E6843BF1AEAD}"/>
              </a:ext>
            </a:extLst>
          </p:cNvPr>
          <p:cNvSpPr>
            <a:spLocks noGrp="1"/>
          </p:cNvSpPr>
          <p:nvPr>
            <p:ph type="body" sz="quarter" idx="22" hasCustomPrompt="1"/>
          </p:nvPr>
        </p:nvSpPr>
        <p:spPr>
          <a:xfrm>
            <a:off x="5408612" y="2419650"/>
            <a:ext cx="1396669" cy="1100516"/>
          </a:xfrm>
        </p:spPr>
        <p:txBody>
          <a:bodyPr anchor="ctr" anchorCtr="0"/>
          <a:lstStyle>
            <a:lvl1pPr algn="ctr">
              <a:lnSpc>
                <a:spcPct val="100000"/>
              </a:lnSpc>
              <a:spcBef>
                <a:spcPts val="600"/>
              </a:spcBef>
              <a:defRPr sz="1800">
                <a:solidFill>
                  <a:schemeClr val="bg1"/>
                </a:solidFill>
              </a:defRPr>
            </a:lvl1pPr>
            <a:lvl2pPr marL="0" indent="0" algn="ctr">
              <a:lnSpc>
                <a:spcPct val="100000"/>
              </a:lnSpc>
              <a:spcBef>
                <a:spcPts val="600"/>
              </a:spcBef>
              <a:buFont typeface="Arial" panose="020B0604020202020204" pitchFamily="34" charset="0"/>
              <a:buChar char="​"/>
              <a:defRPr/>
            </a:lvl2pPr>
          </a:lstStyle>
          <a:p>
            <a:pPr lvl="0"/>
            <a:r>
              <a:rPr lang="en-US" dirty="0"/>
              <a:t>add icon</a:t>
            </a:r>
            <a:br>
              <a:rPr lang="en-US" dirty="0"/>
            </a:br>
            <a:r>
              <a:rPr lang="en-US" dirty="0"/>
              <a:t>or text</a:t>
            </a:r>
          </a:p>
        </p:txBody>
      </p:sp>
      <p:sp>
        <p:nvSpPr>
          <p:cNvPr id="14" name="Text Placeholder 3">
            <a:extLst>
              <a:ext uri="{FF2B5EF4-FFF2-40B4-BE49-F238E27FC236}">
                <a16:creationId xmlns:a16="http://schemas.microsoft.com/office/drawing/2014/main" id="{D69CA39A-E967-4A68-A944-35C345A456D5}"/>
              </a:ext>
            </a:extLst>
          </p:cNvPr>
          <p:cNvSpPr>
            <a:spLocks noGrp="1"/>
          </p:cNvSpPr>
          <p:nvPr>
            <p:ph type="body" sz="quarter" idx="19" hasCustomPrompt="1"/>
          </p:nvPr>
        </p:nvSpPr>
        <p:spPr>
          <a:xfrm>
            <a:off x="4721225" y="4267940"/>
            <a:ext cx="2744788" cy="1458912"/>
          </a:xfrm>
        </p:spPr>
        <p:txBody>
          <a:bodyPr/>
          <a:lstStyle>
            <a:lvl1pPr algn="ctr">
              <a:lnSpc>
                <a:spcPct val="100000"/>
              </a:lnSpc>
              <a:spcBef>
                <a:spcPts val="600"/>
              </a:spcBef>
              <a:defRPr sz="2400">
                <a:solidFill>
                  <a:schemeClr val="accent3"/>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Arial" panose="020B0604020202020204" pitchFamily="34" charset="0"/>
                <a:ea typeface="+mn-ea"/>
                <a:cs typeface="+mn-cs"/>
              </a:defRPr>
            </a:lvl2pPr>
          </a:lstStyle>
          <a:p>
            <a:pPr lvl="0"/>
            <a:r>
              <a:rPr lang="en-US" dirty="0"/>
              <a:t>Click to add text here</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2" name="Oval 21">
            <a:extLst>
              <a:ext uri="{FF2B5EF4-FFF2-40B4-BE49-F238E27FC236}">
                <a16:creationId xmlns:a16="http://schemas.microsoft.com/office/drawing/2014/main" id="{446F04B0-7860-407F-85B7-42E38FAFE34B}"/>
              </a:ext>
              <a:ext uri="{C183D7F6-B498-43B3-948B-1728B52AA6E4}">
                <adec:decorative xmlns:adec="http://schemas.microsoft.com/office/drawing/2017/decorative" val="1"/>
              </a:ext>
            </a:extLst>
          </p:cNvPr>
          <p:cNvSpPr/>
          <p:nvPr userDrawn="1"/>
        </p:nvSpPr>
        <p:spPr bwMode="gray">
          <a:xfrm>
            <a:off x="8389301" y="2055429"/>
            <a:ext cx="1828959" cy="1828959"/>
          </a:xfrm>
          <a:prstGeom prst="ellipse">
            <a:avLst/>
          </a:prstGeom>
          <a:solidFill>
            <a:schemeClr val="accent2"/>
          </a:solid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Arial" panose="020B0604020202020204" pitchFamily="34" charset="0"/>
            </a:endParaRPr>
          </a:p>
        </p:txBody>
      </p:sp>
      <p:sp>
        <p:nvSpPr>
          <p:cNvPr id="15" name="Text Placeholder 3">
            <a:extLst>
              <a:ext uri="{FF2B5EF4-FFF2-40B4-BE49-F238E27FC236}">
                <a16:creationId xmlns:a16="http://schemas.microsoft.com/office/drawing/2014/main" id="{41A16A22-350B-4B24-A3CD-4D5DE470DEEB}"/>
              </a:ext>
            </a:extLst>
          </p:cNvPr>
          <p:cNvSpPr>
            <a:spLocks noGrp="1"/>
          </p:cNvSpPr>
          <p:nvPr>
            <p:ph type="body" sz="quarter" idx="20" hasCustomPrompt="1"/>
          </p:nvPr>
        </p:nvSpPr>
        <p:spPr>
          <a:xfrm>
            <a:off x="7923213" y="4267940"/>
            <a:ext cx="2744788" cy="1458912"/>
          </a:xfrm>
        </p:spPr>
        <p:txBody>
          <a:bodyPr/>
          <a:lstStyle>
            <a:lvl1pPr algn="ctr">
              <a:lnSpc>
                <a:spcPct val="100000"/>
              </a:lnSpc>
              <a:spcBef>
                <a:spcPts val="600"/>
              </a:spcBef>
              <a:defRPr sz="2400">
                <a:solidFill>
                  <a:schemeClr val="accent2"/>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Arial" panose="020B0604020202020204" pitchFamily="34" charset="0"/>
                <a:ea typeface="+mn-ea"/>
                <a:cs typeface="+mn-cs"/>
              </a:defRPr>
            </a:lvl2pPr>
          </a:lstStyle>
          <a:p>
            <a:pPr lvl="0"/>
            <a:r>
              <a:rPr lang="en-US" dirty="0"/>
              <a:t>Click to add text here</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17" name="Text Placeholder 3">
            <a:extLst>
              <a:ext uri="{FF2B5EF4-FFF2-40B4-BE49-F238E27FC236}">
                <a16:creationId xmlns:a16="http://schemas.microsoft.com/office/drawing/2014/main" id="{0545A424-E307-E14F-A89B-1A531D114FD0}"/>
              </a:ext>
            </a:extLst>
          </p:cNvPr>
          <p:cNvSpPr>
            <a:spLocks noGrp="1"/>
          </p:cNvSpPr>
          <p:nvPr>
            <p:ph type="body" sz="quarter" idx="23" hasCustomPrompt="1"/>
          </p:nvPr>
        </p:nvSpPr>
        <p:spPr>
          <a:xfrm>
            <a:off x="8609012" y="2419650"/>
            <a:ext cx="1396669" cy="1100516"/>
          </a:xfrm>
        </p:spPr>
        <p:txBody>
          <a:bodyPr anchor="ctr" anchorCtr="0"/>
          <a:lstStyle>
            <a:lvl1pPr algn="ctr">
              <a:lnSpc>
                <a:spcPct val="100000"/>
              </a:lnSpc>
              <a:spcBef>
                <a:spcPts val="600"/>
              </a:spcBef>
              <a:defRPr sz="1800">
                <a:solidFill>
                  <a:schemeClr val="bg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19" name="page number">
            <a:extLst>
              <a:ext uri="{FF2B5EF4-FFF2-40B4-BE49-F238E27FC236}">
                <a16:creationId xmlns:a16="http://schemas.microsoft.com/office/drawing/2014/main" id="{6122FC91-666D-7A42-9D21-9800CF4E370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latin typeface="Arial" panose="020B0604020202020204" pitchFamily="34" charset="0"/>
              </a:rPr>
              <a:pPr lvl="0" algn="r"/>
              <a:t>‹#›</a:t>
            </a:fld>
            <a:endParaRPr lang="en-US" dirty="0">
              <a:latin typeface="Arial" panose="020B0604020202020204" pitchFamily="34" charset="0"/>
            </a:endParaRPr>
          </a:p>
        </p:txBody>
      </p:sp>
    </p:spTree>
    <p:extLst>
      <p:ext uri="{BB962C8B-B14F-4D97-AF65-F5344CB8AC3E}">
        <p14:creationId xmlns:p14="http://schemas.microsoft.com/office/powerpoint/2010/main" val="19794642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p:cSld name="Four Icon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A6ED71B-2619-4816-B753-5E850ED08FBC}"/>
              </a:ext>
            </a:extLst>
          </p:cNvPr>
          <p:cNvSpPr>
            <a:spLocks noGrp="1"/>
          </p:cNvSpPr>
          <p:nvPr>
            <p:ph type="title" hasCustomPrompt="1"/>
          </p:nvPr>
        </p:nvSpPr>
        <p:spPr/>
        <p:txBody>
          <a:bodyPr/>
          <a:lstStyle>
            <a:lvl1pPr>
              <a:defRPr>
                <a:solidFill>
                  <a:schemeClr val="accent2"/>
                </a:solidFill>
              </a:defRPr>
            </a:lvl1pPr>
          </a:lstStyle>
          <a:p>
            <a:r>
              <a:rPr lang="en-US"/>
              <a:t>Four Icon Placeholders with Text Descriptions</a:t>
            </a:r>
          </a:p>
        </p:txBody>
      </p:sp>
      <p:sp>
        <p:nvSpPr>
          <p:cNvPr id="14" name="Subtitle 2">
            <a:extLst>
              <a:ext uri="{FF2B5EF4-FFF2-40B4-BE49-F238E27FC236}">
                <a16:creationId xmlns:a16="http://schemas.microsoft.com/office/drawing/2014/main" id="{BB679D5C-AEFA-4052-96E3-7DF67D7C105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84" name="Oval 83">
            <a:extLst>
              <a:ext uri="{FF2B5EF4-FFF2-40B4-BE49-F238E27FC236}">
                <a16:creationId xmlns:a16="http://schemas.microsoft.com/office/drawing/2014/main" id="{085441A7-EBA5-4ABB-8D29-CE4338F0F9B5}"/>
              </a:ext>
              <a:ext uri="{C183D7F6-B498-43B3-948B-1728B52AA6E4}">
                <adec:decorative xmlns:adec="http://schemas.microsoft.com/office/drawing/2017/decorative" val="1"/>
              </a:ext>
            </a:extLst>
          </p:cNvPr>
          <p:cNvSpPr/>
          <p:nvPr/>
        </p:nvSpPr>
        <p:spPr bwMode="gray">
          <a:xfrm>
            <a:off x="1065749" y="2060872"/>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endParaRPr>
          </a:p>
        </p:txBody>
      </p:sp>
      <p:sp>
        <p:nvSpPr>
          <p:cNvPr id="13" name="Text Placeholder 3">
            <a:extLst>
              <a:ext uri="{FF2B5EF4-FFF2-40B4-BE49-F238E27FC236}">
                <a16:creationId xmlns:a16="http://schemas.microsoft.com/office/drawing/2014/main" id="{372EA9D9-DD59-0A4A-94D5-AC136E79CD72}"/>
              </a:ext>
            </a:extLst>
          </p:cNvPr>
          <p:cNvSpPr>
            <a:spLocks noGrp="1"/>
          </p:cNvSpPr>
          <p:nvPr>
            <p:ph type="body" sz="quarter" idx="23" hasCustomPrompt="1"/>
          </p:nvPr>
        </p:nvSpPr>
        <p:spPr>
          <a:xfrm>
            <a:off x="1273703" y="2425093"/>
            <a:ext cx="1396669" cy="1100516"/>
          </a:xfrm>
        </p:spPr>
        <p:txBody>
          <a:bodyPr anchor="ctr" anchorCtr="0"/>
          <a:lstStyle>
            <a:lvl1pPr algn="ctr">
              <a:lnSpc>
                <a:spcPct val="100000"/>
              </a:lnSpc>
              <a:spcBef>
                <a:spcPts val="600"/>
              </a:spcBef>
              <a:defRPr sz="1800">
                <a:solidFill>
                  <a:schemeClr val="accent4"/>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15" name="Text Placeholder 3">
            <a:extLst>
              <a:ext uri="{FF2B5EF4-FFF2-40B4-BE49-F238E27FC236}">
                <a16:creationId xmlns:a16="http://schemas.microsoft.com/office/drawing/2014/main" id="{83A73281-E5F0-4C3B-BE4E-A12D56CC1003}"/>
              </a:ext>
            </a:extLst>
          </p:cNvPr>
          <p:cNvSpPr>
            <a:spLocks noGrp="1"/>
          </p:cNvSpPr>
          <p:nvPr>
            <p:ph type="body" sz="quarter" idx="19" hasCustomPrompt="1"/>
          </p:nvPr>
        </p:nvSpPr>
        <p:spPr>
          <a:xfrm>
            <a:off x="842673" y="4269508"/>
            <a:ext cx="2286000" cy="1458912"/>
          </a:xfrm>
        </p:spPr>
        <p:txBody>
          <a:bodyPr/>
          <a:lstStyle>
            <a:lvl1pPr algn="ctr">
              <a:lnSpc>
                <a:spcPct val="100000"/>
              </a:lnSpc>
              <a:spcBef>
                <a:spcPts val="600"/>
              </a:spcBef>
              <a:defRPr sz="2400">
                <a:solidFill>
                  <a:schemeClr val="accent4"/>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87" name="Oval 86">
            <a:extLst>
              <a:ext uri="{FF2B5EF4-FFF2-40B4-BE49-F238E27FC236}">
                <a16:creationId xmlns:a16="http://schemas.microsoft.com/office/drawing/2014/main" id="{45D908EF-1F96-4808-A8DB-F55AB9E8E436}"/>
              </a:ext>
              <a:ext uri="{C183D7F6-B498-43B3-948B-1728B52AA6E4}">
                <adec:decorative xmlns:adec="http://schemas.microsoft.com/office/drawing/2017/decorative" val="1"/>
              </a:ext>
            </a:extLst>
          </p:cNvPr>
          <p:cNvSpPr/>
          <p:nvPr/>
        </p:nvSpPr>
        <p:spPr bwMode="gray">
          <a:xfrm>
            <a:off x="3806932" y="2060872"/>
            <a:ext cx="1828959" cy="1828959"/>
          </a:xfrm>
          <a:prstGeom prst="ellipse">
            <a:avLst/>
          </a:prstGeom>
          <a:no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p>
        </p:txBody>
      </p:sp>
      <p:sp>
        <p:nvSpPr>
          <p:cNvPr id="16" name="Text Placeholder 3">
            <a:extLst>
              <a:ext uri="{FF2B5EF4-FFF2-40B4-BE49-F238E27FC236}">
                <a16:creationId xmlns:a16="http://schemas.microsoft.com/office/drawing/2014/main" id="{F7F1E977-D1E8-7040-8576-578BD8CB8424}"/>
              </a:ext>
            </a:extLst>
          </p:cNvPr>
          <p:cNvSpPr>
            <a:spLocks noGrp="1"/>
          </p:cNvSpPr>
          <p:nvPr>
            <p:ph type="body" sz="quarter" idx="24" hasCustomPrompt="1"/>
          </p:nvPr>
        </p:nvSpPr>
        <p:spPr>
          <a:xfrm>
            <a:off x="4000597" y="2425093"/>
            <a:ext cx="1396669" cy="1100516"/>
          </a:xfrm>
        </p:spPr>
        <p:txBody>
          <a:bodyPr anchor="ctr" anchorCtr="0"/>
          <a:lstStyle>
            <a:lvl1pPr algn="ctr">
              <a:lnSpc>
                <a:spcPct val="100000"/>
              </a:lnSpc>
              <a:spcBef>
                <a:spcPts val="600"/>
              </a:spcBef>
              <a:defRPr sz="1800">
                <a:solidFill>
                  <a:schemeClr val="accent3"/>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1" name="Text Placeholder 3">
            <a:extLst>
              <a:ext uri="{FF2B5EF4-FFF2-40B4-BE49-F238E27FC236}">
                <a16:creationId xmlns:a16="http://schemas.microsoft.com/office/drawing/2014/main" id="{70078EAE-661A-4C72-917B-F0225239F68A}"/>
              </a:ext>
            </a:extLst>
          </p:cNvPr>
          <p:cNvSpPr>
            <a:spLocks noGrp="1"/>
          </p:cNvSpPr>
          <p:nvPr>
            <p:ph type="body" sz="quarter" idx="20" hasCustomPrompt="1"/>
          </p:nvPr>
        </p:nvSpPr>
        <p:spPr>
          <a:xfrm>
            <a:off x="3579813" y="4269508"/>
            <a:ext cx="2286000" cy="1458912"/>
          </a:xfrm>
        </p:spPr>
        <p:txBody>
          <a:bodyPr/>
          <a:lstStyle>
            <a:lvl1pPr algn="ctr">
              <a:lnSpc>
                <a:spcPct val="100000"/>
              </a:lnSpc>
              <a:spcBef>
                <a:spcPts val="600"/>
              </a:spcBef>
              <a:defRPr sz="2400">
                <a:solidFill>
                  <a:schemeClr val="accent3"/>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86" name="Oval 85">
            <a:extLst>
              <a:ext uri="{FF2B5EF4-FFF2-40B4-BE49-F238E27FC236}">
                <a16:creationId xmlns:a16="http://schemas.microsoft.com/office/drawing/2014/main" id="{5670C03F-6336-45E3-A9F4-0CD130D80D1B}"/>
              </a:ext>
              <a:ext uri="{C183D7F6-B498-43B3-948B-1728B52AA6E4}">
                <adec:decorative xmlns:adec="http://schemas.microsoft.com/office/drawing/2017/decorative" val="1"/>
              </a:ext>
            </a:extLst>
          </p:cNvPr>
          <p:cNvSpPr/>
          <p:nvPr/>
        </p:nvSpPr>
        <p:spPr bwMode="gray">
          <a:xfrm>
            <a:off x="6562100" y="2060872"/>
            <a:ext cx="1828959" cy="1828959"/>
          </a:xfrm>
          <a:prstGeom prst="ellipse">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p>
        </p:txBody>
      </p:sp>
      <p:sp>
        <p:nvSpPr>
          <p:cNvPr id="17" name="Text Placeholder 3">
            <a:extLst>
              <a:ext uri="{FF2B5EF4-FFF2-40B4-BE49-F238E27FC236}">
                <a16:creationId xmlns:a16="http://schemas.microsoft.com/office/drawing/2014/main" id="{6B608689-50E6-784F-8AFD-D13D124BAA5B}"/>
              </a:ext>
            </a:extLst>
          </p:cNvPr>
          <p:cNvSpPr>
            <a:spLocks noGrp="1"/>
          </p:cNvSpPr>
          <p:nvPr>
            <p:ph type="body" sz="quarter" idx="25" hasCustomPrompt="1"/>
          </p:nvPr>
        </p:nvSpPr>
        <p:spPr>
          <a:xfrm>
            <a:off x="6772120" y="2425093"/>
            <a:ext cx="1396669" cy="1100516"/>
          </a:xfrm>
        </p:spPr>
        <p:txBody>
          <a:bodyPr anchor="ctr" anchorCtr="0"/>
          <a:lstStyle>
            <a:lvl1pPr algn="ctr">
              <a:lnSpc>
                <a:spcPct val="100000"/>
              </a:lnSpc>
              <a:spcBef>
                <a:spcPts val="600"/>
              </a:spcBef>
              <a:defRPr sz="1800">
                <a:solidFill>
                  <a:schemeClr val="accent2"/>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2" name="Text Placeholder 3">
            <a:extLst>
              <a:ext uri="{FF2B5EF4-FFF2-40B4-BE49-F238E27FC236}">
                <a16:creationId xmlns:a16="http://schemas.microsoft.com/office/drawing/2014/main" id="{566D6B40-9CB0-4B56-A3E1-9A7F945F094A}"/>
              </a:ext>
            </a:extLst>
          </p:cNvPr>
          <p:cNvSpPr>
            <a:spLocks noGrp="1"/>
          </p:cNvSpPr>
          <p:nvPr>
            <p:ph type="body" sz="quarter" idx="21" hasCustomPrompt="1"/>
          </p:nvPr>
        </p:nvSpPr>
        <p:spPr>
          <a:xfrm>
            <a:off x="6323013" y="4269508"/>
            <a:ext cx="2286000" cy="1458912"/>
          </a:xfrm>
        </p:spPr>
        <p:txBody>
          <a:bodyPr/>
          <a:lstStyle>
            <a:lvl1pPr algn="ctr">
              <a:lnSpc>
                <a:spcPct val="100000"/>
              </a:lnSpc>
              <a:spcBef>
                <a:spcPts val="600"/>
              </a:spcBef>
              <a:defRPr sz="2400">
                <a:solidFill>
                  <a:schemeClr val="accent2"/>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85" name="Oval 84">
            <a:extLst>
              <a:ext uri="{FF2B5EF4-FFF2-40B4-BE49-F238E27FC236}">
                <a16:creationId xmlns:a16="http://schemas.microsoft.com/office/drawing/2014/main" id="{3019BB56-AE7C-42CA-A8FF-432F4F176B8B}"/>
              </a:ext>
              <a:ext uri="{C183D7F6-B498-43B3-948B-1728B52AA6E4}">
                <adec:decorative xmlns:adec="http://schemas.microsoft.com/office/drawing/2017/decorative" val="1"/>
              </a:ext>
            </a:extLst>
          </p:cNvPr>
          <p:cNvSpPr/>
          <p:nvPr/>
        </p:nvSpPr>
        <p:spPr bwMode="gray">
          <a:xfrm>
            <a:off x="9302132" y="2060872"/>
            <a:ext cx="1828959" cy="1828959"/>
          </a:xfrm>
          <a:prstGeom prst="ellipse">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Text Placeholder 3">
            <a:extLst>
              <a:ext uri="{FF2B5EF4-FFF2-40B4-BE49-F238E27FC236}">
                <a16:creationId xmlns:a16="http://schemas.microsoft.com/office/drawing/2014/main" id="{290217BC-3881-DF41-A8F3-900AF04F1B7D}"/>
              </a:ext>
            </a:extLst>
          </p:cNvPr>
          <p:cNvSpPr>
            <a:spLocks noGrp="1"/>
          </p:cNvSpPr>
          <p:nvPr>
            <p:ph type="body" sz="quarter" idx="26" hasCustomPrompt="1"/>
          </p:nvPr>
        </p:nvSpPr>
        <p:spPr>
          <a:xfrm>
            <a:off x="9538248" y="2425093"/>
            <a:ext cx="1396669" cy="1100516"/>
          </a:xfrm>
        </p:spPr>
        <p:txBody>
          <a:bodyPr anchor="ctr" anchorCtr="0"/>
          <a:lstStyle>
            <a:lvl1pPr algn="ctr">
              <a:lnSpc>
                <a:spcPct val="100000"/>
              </a:lnSpc>
              <a:spcBef>
                <a:spcPts val="600"/>
              </a:spcBef>
              <a:defRPr sz="1800">
                <a:solidFill>
                  <a:schemeClr val="accent5"/>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3" name="Text Placeholder 3">
            <a:extLst>
              <a:ext uri="{FF2B5EF4-FFF2-40B4-BE49-F238E27FC236}">
                <a16:creationId xmlns:a16="http://schemas.microsoft.com/office/drawing/2014/main" id="{16F5CA9C-E491-4F70-B6EE-A50641060112}"/>
              </a:ext>
            </a:extLst>
          </p:cNvPr>
          <p:cNvSpPr>
            <a:spLocks noGrp="1"/>
          </p:cNvSpPr>
          <p:nvPr>
            <p:ph type="body" sz="quarter" idx="22" hasCustomPrompt="1"/>
          </p:nvPr>
        </p:nvSpPr>
        <p:spPr>
          <a:xfrm>
            <a:off x="9066213" y="4269508"/>
            <a:ext cx="2286000" cy="1458912"/>
          </a:xfrm>
        </p:spPr>
        <p:txBody>
          <a:bodyPr/>
          <a:lstStyle>
            <a:lvl1pPr algn="ctr">
              <a:lnSpc>
                <a:spcPct val="100000"/>
              </a:lnSpc>
              <a:spcBef>
                <a:spcPts val="600"/>
              </a:spcBef>
              <a:defRPr sz="2400">
                <a:solidFill>
                  <a:schemeClr val="accent5"/>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0" name="page number">
            <a:extLst>
              <a:ext uri="{FF2B5EF4-FFF2-40B4-BE49-F238E27FC236}">
                <a16:creationId xmlns:a16="http://schemas.microsoft.com/office/drawing/2014/main" id="{1D45AB97-9B77-2244-B7BA-E18EA4CD43EA}"/>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19" name="Oval 18">
            <a:extLst>
              <a:ext uri="{FF2B5EF4-FFF2-40B4-BE49-F238E27FC236}">
                <a16:creationId xmlns:a16="http://schemas.microsoft.com/office/drawing/2014/main" id="{085441A7-EBA5-4ABB-8D29-CE4338F0F9B5}"/>
              </a:ext>
              <a:ext uri="{C183D7F6-B498-43B3-948B-1728B52AA6E4}">
                <adec:decorative xmlns:adec="http://schemas.microsoft.com/office/drawing/2017/decorative" val="1"/>
              </a:ext>
            </a:extLst>
          </p:cNvPr>
          <p:cNvSpPr/>
          <p:nvPr userDrawn="1"/>
        </p:nvSpPr>
        <p:spPr bwMode="gray">
          <a:xfrm>
            <a:off x="1065749" y="2060872"/>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endParaRPr>
          </a:p>
        </p:txBody>
      </p:sp>
      <p:sp>
        <p:nvSpPr>
          <p:cNvPr id="24" name="Oval 23">
            <a:extLst>
              <a:ext uri="{FF2B5EF4-FFF2-40B4-BE49-F238E27FC236}">
                <a16:creationId xmlns:a16="http://schemas.microsoft.com/office/drawing/2014/main" id="{45D908EF-1F96-4808-A8DB-F55AB9E8E436}"/>
              </a:ext>
              <a:ext uri="{C183D7F6-B498-43B3-948B-1728B52AA6E4}">
                <adec:decorative xmlns:adec="http://schemas.microsoft.com/office/drawing/2017/decorative" val="1"/>
              </a:ext>
            </a:extLst>
          </p:cNvPr>
          <p:cNvSpPr/>
          <p:nvPr userDrawn="1"/>
        </p:nvSpPr>
        <p:spPr bwMode="gray">
          <a:xfrm>
            <a:off x="3806932" y="2060872"/>
            <a:ext cx="1828959" cy="1828959"/>
          </a:xfrm>
          <a:prstGeom prst="ellipse">
            <a:avLst/>
          </a:prstGeom>
          <a:no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p>
        </p:txBody>
      </p:sp>
      <p:sp>
        <p:nvSpPr>
          <p:cNvPr id="25" name="Oval 24">
            <a:extLst>
              <a:ext uri="{FF2B5EF4-FFF2-40B4-BE49-F238E27FC236}">
                <a16:creationId xmlns:a16="http://schemas.microsoft.com/office/drawing/2014/main" id="{5670C03F-6336-45E3-A9F4-0CD130D80D1B}"/>
              </a:ext>
              <a:ext uri="{C183D7F6-B498-43B3-948B-1728B52AA6E4}">
                <adec:decorative xmlns:adec="http://schemas.microsoft.com/office/drawing/2017/decorative" val="1"/>
              </a:ext>
            </a:extLst>
          </p:cNvPr>
          <p:cNvSpPr/>
          <p:nvPr userDrawn="1"/>
        </p:nvSpPr>
        <p:spPr bwMode="gray">
          <a:xfrm>
            <a:off x="6562100" y="2060872"/>
            <a:ext cx="1828959" cy="1828959"/>
          </a:xfrm>
          <a:prstGeom prst="ellipse">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p>
        </p:txBody>
      </p:sp>
      <p:sp>
        <p:nvSpPr>
          <p:cNvPr id="26" name="Oval 25">
            <a:extLst>
              <a:ext uri="{FF2B5EF4-FFF2-40B4-BE49-F238E27FC236}">
                <a16:creationId xmlns:a16="http://schemas.microsoft.com/office/drawing/2014/main" id="{3019BB56-AE7C-42CA-A8FF-432F4F176B8B}"/>
              </a:ext>
              <a:ext uri="{C183D7F6-B498-43B3-948B-1728B52AA6E4}">
                <adec:decorative xmlns:adec="http://schemas.microsoft.com/office/drawing/2017/decorative" val="1"/>
              </a:ext>
            </a:extLst>
          </p:cNvPr>
          <p:cNvSpPr/>
          <p:nvPr userDrawn="1"/>
        </p:nvSpPr>
        <p:spPr bwMode="gray">
          <a:xfrm>
            <a:off x="9302132" y="2060872"/>
            <a:ext cx="1828959" cy="1828959"/>
          </a:xfrm>
          <a:prstGeom prst="ellipse">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 name="page number">
            <a:extLst>
              <a:ext uri="{FF2B5EF4-FFF2-40B4-BE49-F238E27FC236}">
                <a16:creationId xmlns:a16="http://schemas.microsoft.com/office/drawing/2014/main" id="{1D45AB97-9B77-2244-B7BA-E18EA4CD43EA}"/>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9899590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Four Icon - Fancy">
    <p:spTree>
      <p:nvGrpSpPr>
        <p:cNvPr id="1" name=""/>
        <p:cNvGrpSpPr/>
        <p:nvPr/>
      </p:nvGrpSpPr>
      <p:grpSpPr>
        <a:xfrm>
          <a:off x="0" y="0"/>
          <a:ext cx="0" cy="0"/>
          <a:chOff x="0" y="0"/>
          <a:chExt cx="0" cy="0"/>
        </a:xfrm>
      </p:grpSpPr>
      <p:sp>
        <p:nvSpPr>
          <p:cNvPr id="6" name="Oval 5">
            <a:extLst>
              <a:ext uri="{FF2B5EF4-FFF2-40B4-BE49-F238E27FC236}">
                <a16:creationId xmlns:a16="http://schemas.microsoft.com/office/drawing/2014/main" id="{2402A473-8BC9-DDE2-85BB-4816BB586A4F}"/>
              </a:ext>
            </a:extLst>
          </p:cNvPr>
          <p:cNvSpPr>
            <a:spLocks/>
          </p:cNvSpPr>
          <p:nvPr userDrawn="1"/>
        </p:nvSpPr>
        <p:spPr>
          <a:xfrm>
            <a:off x="9150335" y="1904508"/>
            <a:ext cx="2141686" cy="2141686"/>
          </a:xfrm>
          <a:prstGeom prst="ellipse">
            <a:avLst/>
          </a:prstGeom>
          <a:solidFill>
            <a:schemeClr val="accent5">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 name="Oval 4">
            <a:extLst>
              <a:ext uri="{FF2B5EF4-FFF2-40B4-BE49-F238E27FC236}">
                <a16:creationId xmlns:a16="http://schemas.microsoft.com/office/drawing/2014/main" id="{FA97217A-AFD7-3E8C-4060-5AB913DCA2AE}"/>
              </a:ext>
            </a:extLst>
          </p:cNvPr>
          <p:cNvSpPr>
            <a:spLocks/>
          </p:cNvSpPr>
          <p:nvPr userDrawn="1"/>
        </p:nvSpPr>
        <p:spPr>
          <a:xfrm>
            <a:off x="6405736" y="1904508"/>
            <a:ext cx="2141686" cy="2141686"/>
          </a:xfrm>
          <a:prstGeom prst="ellipse">
            <a:avLst/>
          </a:prstGeom>
          <a:solidFill>
            <a:schemeClr val="accent2">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 name="Oval 3">
            <a:extLst>
              <a:ext uri="{FF2B5EF4-FFF2-40B4-BE49-F238E27FC236}">
                <a16:creationId xmlns:a16="http://schemas.microsoft.com/office/drawing/2014/main" id="{39063D4E-CA79-47A5-E4AA-D23B0DA056E1}"/>
              </a:ext>
            </a:extLst>
          </p:cNvPr>
          <p:cNvSpPr>
            <a:spLocks/>
          </p:cNvSpPr>
          <p:nvPr userDrawn="1"/>
        </p:nvSpPr>
        <p:spPr>
          <a:xfrm>
            <a:off x="3650568" y="1905843"/>
            <a:ext cx="2141686" cy="2141686"/>
          </a:xfrm>
          <a:prstGeom prst="ellipse">
            <a:avLst/>
          </a:prstGeom>
          <a:solidFill>
            <a:schemeClr val="accent3">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 name="Oval 1">
            <a:extLst>
              <a:ext uri="{FF2B5EF4-FFF2-40B4-BE49-F238E27FC236}">
                <a16:creationId xmlns:a16="http://schemas.microsoft.com/office/drawing/2014/main" id="{EF24F155-BFA1-D04C-7B9C-42080999EDC5}"/>
              </a:ext>
            </a:extLst>
          </p:cNvPr>
          <p:cNvSpPr>
            <a:spLocks/>
          </p:cNvSpPr>
          <p:nvPr userDrawn="1"/>
        </p:nvSpPr>
        <p:spPr>
          <a:xfrm>
            <a:off x="909385" y="1904508"/>
            <a:ext cx="2141686" cy="2141686"/>
          </a:xfrm>
          <a:prstGeom prst="ellipse">
            <a:avLst/>
          </a:prstGeom>
          <a:solidFill>
            <a:schemeClr val="accent4">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 name="Title 2">
            <a:extLst>
              <a:ext uri="{FF2B5EF4-FFF2-40B4-BE49-F238E27FC236}">
                <a16:creationId xmlns:a16="http://schemas.microsoft.com/office/drawing/2014/main" id="{6A6ED71B-2619-4816-B753-5E850ED08FBC}"/>
              </a:ext>
            </a:extLst>
          </p:cNvPr>
          <p:cNvSpPr>
            <a:spLocks noGrp="1"/>
          </p:cNvSpPr>
          <p:nvPr>
            <p:ph type="title" hasCustomPrompt="1"/>
          </p:nvPr>
        </p:nvSpPr>
        <p:spPr/>
        <p:txBody>
          <a:bodyPr/>
          <a:lstStyle>
            <a:lvl1pPr>
              <a:defRPr>
                <a:solidFill>
                  <a:schemeClr val="accent2"/>
                </a:solidFill>
              </a:defRPr>
            </a:lvl1pPr>
          </a:lstStyle>
          <a:p>
            <a:r>
              <a:rPr lang="en-US"/>
              <a:t>Four Icon Placeholders with Text Descriptions</a:t>
            </a:r>
          </a:p>
        </p:txBody>
      </p:sp>
      <p:sp>
        <p:nvSpPr>
          <p:cNvPr id="14" name="Subtitle 2">
            <a:extLst>
              <a:ext uri="{FF2B5EF4-FFF2-40B4-BE49-F238E27FC236}">
                <a16:creationId xmlns:a16="http://schemas.microsoft.com/office/drawing/2014/main" id="{BB679D5C-AEFA-4052-96E3-7DF67D7C105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84" name="Oval 83">
            <a:extLst>
              <a:ext uri="{FF2B5EF4-FFF2-40B4-BE49-F238E27FC236}">
                <a16:creationId xmlns:a16="http://schemas.microsoft.com/office/drawing/2014/main" id="{085441A7-EBA5-4ABB-8D29-CE4338F0F9B5}"/>
              </a:ext>
              <a:ext uri="{C183D7F6-B498-43B3-948B-1728B52AA6E4}">
                <adec:decorative xmlns:adec="http://schemas.microsoft.com/office/drawing/2017/decorative" val="1"/>
              </a:ext>
            </a:extLst>
          </p:cNvPr>
          <p:cNvSpPr/>
          <p:nvPr userDrawn="1"/>
        </p:nvSpPr>
        <p:spPr bwMode="gray">
          <a:xfrm>
            <a:off x="1065749" y="2060872"/>
            <a:ext cx="1828959" cy="1828959"/>
          </a:xfrm>
          <a:prstGeom prst="ellipse">
            <a:avLst/>
          </a:prstGeom>
          <a:solidFill>
            <a:schemeClr val="bg1"/>
          </a:solid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accent4"/>
              </a:solidFill>
            </a:endParaRPr>
          </a:p>
        </p:txBody>
      </p:sp>
      <p:sp>
        <p:nvSpPr>
          <p:cNvPr id="13" name="Text Placeholder 3">
            <a:extLst>
              <a:ext uri="{FF2B5EF4-FFF2-40B4-BE49-F238E27FC236}">
                <a16:creationId xmlns:a16="http://schemas.microsoft.com/office/drawing/2014/main" id="{372EA9D9-DD59-0A4A-94D5-AC136E79CD72}"/>
              </a:ext>
            </a:extLst>
          </p:cNvPr>
          <p:cNvSpPr>
            <a:spLocks noGrp="1"/>
          </p:cNvSpPr>
          <p:nvPr>
            <p:ph type="body" sz="quarter" idx="23" hasCustomPrompt="1"/>
          </p:nvPr>
        </p:nvSpPr>
        <p:spPr>
          <a:xfrm>
            <a:off x="1273703" y="2425093"/>
            <a:ext cx="1396669" cy="1100516"/>
          </a:xfrm>
        </p:spPr>
        <p:txBody>
          <a:bodyPr anchor="ctr" anchorCtr="0"/>
          <a:lstStyle>
            <a:lvl1pPr algn="ctr">
              <a:lnSpc>
                <a:spcPct val="100000"/>
              </a:lnSpc>
              <a:spcBef>
                <a:spcPts val="600"/>
              </a:spcBef>
              <a:defRPr sz="1800">
                <a:solidFill>
                  <a:schemeClr val="accent4"/>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15" name="Text Placeholder 3">
            <a:extLst>
              <a:ext uri="{FF2B5EF4-FFF2-40B4-BE49-F238E27FC236}">
                <a16:creationId xmlns:a16="http://schemas.microsoft.com/office/drawing/2014/main" id="{83A73281-E5F0-4C3B-BE4E-A12D56CC1003}"/>
              </a:ext>
            </a:extLst>
          </p:cNvPr>
          <p:cNvSpPr>
            <a:spLocks noGrp="1"/>
          </p:cNvSpPr>
          <p:nvPr>
            <p:ph type="body" sz="quarter" idx="19" hasCustomPrompt="1"/>
          </p:nvPr>
        </p:nvSpPr>
        <p:spPr>
          <a:xfrm>
            <a:off x="842673" y="4269508"/>
            <a:ext cx="2286000" cy="1458912"/>
          </a:xfrm>
        </p:spPr>
        <p:txBody>
          <a:bodyPr/>
          <a:lstStyle>
            <a:lvl1pPr algn="ctr">
              <a:lnSpc>
                <a:spcPct val="100000"/>
              </a:lnSpc>
              <a:spcBef>
                <a:spcPts val="600"/>
              </a:spcBef>
              <a:defRPr sz="2400">
                <a:solidFill>
                  <a:schemeClr val="accent4"/>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87" name="Oval 86">
            <a:extLst>
              <a:ext uri="{FF2B5EF4-FFF2-40B4-BE49-F238E27FC236}">
                <a16:creationId xmlns:a16="http://schemas.microsoft.com/office/drawing/2014/main" id="{45D908EF-1F96-4808-A8DB-F55AB9E8E436}"/>
              </a:ext>
              <a:ext uri="{C183D7F6-B498-43B3-948B-1728B52AA6E4}">
                <adec:decorative xmlns:adec="http://schemas.microsoft.com/office/drawing/2017/decorative" val="1"/>
              </a:ext>
            </a:extLst>
          </p:cNvPr>
          <p:cNvSpPr/>
          <p:nvPr userDrawn="1"/>
        </p:nvSpPr>
        <p:spPr bwMode="gray">
          <a:xfrm>
            <a:off x="3806932" y="2060872"/>
            <a:ext cx="1828959" cy="1828959"/>
          </a:xfrm>
          <a:prstGeom prst="ellipse">
            <a:avLst/>
          </a:prstGeom>
          <a:solidFill>
            <a:schemeClr val="bg1"/>
          </a:solid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 name="Text Placeholder 3">
            <a:extLst>
              <a:ext uri="{FF2B5EF4-FFF2-40B4-BE49-F238E27FC236}">
                <a16:creationId xmlns:a16="http://schemas.microsoft.com/office/drawing/2014/main" id="{F7F1E977-D1E8-7040-8576-578BD8CB8424}"/>
              </a:ext>
            </a:extLst>
          </p:cNvPr>
          <p:cNvSpPr>
            <a:spLocks noGrp="1"/>
          </p:cNvSpPr>
          <p:nvPr>
            <p:ph type="body" sz="quarter" idx="24" hasCustomPrompt="1"/>
          </p:nvPr>
        </p:nvSpPr>
        <p:spPr>
          <a:xfrm>
            <a:off x="4000597" y="2425093"/>
            <a:ext cx="1396669" cy="1100516"/>
          </a:xfrm>
        </p:spPr>
        <p:txBody>
          <a:bodyPr anchor="ctr" anchorCtr="0"/>
          <a:lstStyle>
            <a:lvl1pPr algn="ctr">
              <a:lnSpc>
                <a:spcPct val="100000"/>
              </a:lnSpc>
              <a:spcBef>
                <a:spcPts val="600"/>
              </a:spcBef>
              <a:defRPr sz="1800">
                <a:solidFill>
                  <a:schemeClr val="accent3"/>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1" name="Text Placeholder 3">
            <a:extLst>
              <a:ext uri="{FF2B5EF4-FFF2-40B4-BE49-F238E27FC236}">
                <a16:creationId xmlns:a16="http://schemas.microsoft.com/office/drawing/2014/main" id="{70078EAE-661A-4C72-917B-F0225239F68A}"/>
              </a:ext>
            </a:extLst>
          </p:cNvPr>
          <p:cNvSpPr>
            <a:spLocks noGrp="1"/>
          </p:cNvSpPr>
          <p:nvPr>
            <p:ph type="body" sz="quarter" idx="20" hasCustomPrompt="1"/>
          </p:nvPr>
        </p:nvSpPr>
        <p:spPr>
          <a:xfrm>
            <a:off x="3579813" y="4269508"/>
            <a:ext cx="2286000" cy="1458912"/>
          </a:xfrm>
        </p:spPr>
        <p:txBody>
          <a:bodyPr/>
          <a:lstStyle>
            <a:lvl1pPr algn="ctr">
              <a:lnSpc>
                <a:spcPct val="100000"/>
              </a:lnSpc>
              <a:spcBef>
                <a:spcPts val="600"/>
              </a:spcBef>
              <a:defRPr sz="2400">
                <a:solidFill>
                  <a:schemeClr val="accent3"/>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86" name="Oval 85">
            <a:extLst>
              <a:ext uri="{FF2B5EF4-FFF2-40B4-BE49-F238E27FC236}">
                <a16:creationId xmlns:a16="http://schemas.microsoft.com/office/drawing/2014/main" id="{5670C03F-6336-45E3-A9F4-0CD130D80D1B}"/>
              </a:ext>
              <a:ext uri="{C183D7F6-B498-43B3-948B-1728B52AA6E4}">
                <adec:decorative xmlns:adec="http://schemas.microsoft.com/office/drawing/2017/decorative" val="1"/>
              </a:ext>
            </a:extLst>
          </p:cNvPr>
          <p:cNvSpPr/>
          <p:nvPr userDrawn="1"/>
        </p:nvSpPr>
        <p:spPr bwMode="gray">
          <a:xfrm>
            <a:off x="6562100" y="2060872"/>
            <a:ext cx="1828959" cy="1828959"/>
          </a:xfrm>
          <a:prstGeom prst="ellipse">
            <a:avLst/>
          </a:prstGeom>
          <a:solidFill>
            <a:schemeClr val="bg1"/>
          </a:solid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 name="Text Placeholder 3">
            <a:extLst>
              <a:ext uri="{FF2B5EF4-FFF2-40B4-BE49-F238E27FC236}">
                <a16:creationId xmlns:a16="http://schemas.microsoft.com/office/drawing/2014/main" id="{6B608689-50E6-784F-8AFD-D13D124BAA5B}"/>
              </a:ext>
            </a:extLst>
          </p:cNvPr>
          <p:cNvSpPr>
            <a:spLocks noGrp="1"/>
          </p:cNvSpPr>
          <p:nvPr>
            <p:ph type="body" sz="quarter" idx="25" hasCustomPrompt="1"/>
          </p:nvPr>
        </p:nvSpPr>
        <p:spPr>
          <a:xfrm>
            <a:off x="6772120" y="2425093"/>
            <a:ext cx="1396669" cy="1100516"/>
          </a:xfrm>
        </p:spPr>
        <p:txBody>
          <a:bodyPr anchor="ctr" anchorCtr="0"/>
          <a:lstStyle>
            <a:lvl1pPr algn="ctr">
              <a:lnSpc>
                <a:spcPct val="100000"/>
              </a:lnSpc>
              <a:spcBef>
                <a:spcPts val="600"/>
              </a:spcBef>
              <a:defRPr sz="1800">
                <a:solidFill>
                  <a:schemeClr val="accent2"/>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2" name="Text Placeholder 3">
            <a:extLst>
              <a:ext uri="{FF2B5EF4-FFF2-40B4-BE49-F238E27FC236}">
                <a16:creationId xmlns:a16="http://schemas.microsoft.com/office/drawing/2014/main" id="{566D6B40-9CB0-4B56-A3E1-9A7F945F094A}"/>
              </a:ext>
            </a:extLst>
          </p:cNvPr>
          <p:cNvSpPr>
            <a:spLocks noGrp="1"/>
          </p:cNvSpPr>
          <p:nvPr>
            <p:ph type="body" sz="quarter" idx="21" hasCustomPrompt="1"/>
          </p:nvPr>
        </p:nvSpPr>
        <p:spPr>
          <a:xfrm>
            <a:off x="6323013" y="4269508"/>
            <a:ext cx="2286000" cy="1458912"/>
          </a:xfrm>
        </p:spPr>
        <p:txBody>
          <a:bodyPr/>
          <a:lstStyle>
            <a:lvl1pPr algn="ctr">
              <a:lnSpc>
                <a:spcPct val="100000"/>
              </a:lnSpc>
              <a:spcBef>
                <a:spcPts val="600"/>
              </a:spcBef>
              <a:defRPr sz="2400">
                <a:solidFill>
                  <a:schemeClr val="accent2"/>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85" name="Oval 84">
            <a:extLst>
              <a:ext uri="{FF2B5EF4-FFF2-40B4-BE49-F238E27FC236}">
                <a16:creationId xmlns:a16="http://schemas.microsoft.com/office/drawing/2014/main" id="{3019BB56-AE7C-42CA-A8FF-432F4F176B8B}"/>
              </a:ext>
              <a:ext uri="{C183D7F6-B498-43B3-948B-1728B52AA6E4}">
                <adec:decorative xmlns:adec="http://schemas.microsoft.com/office/drawing/2017/decorative" val="1"/>
              </a:ext>
            </a:extLst>
          </p:cNvPr>
          <p:cNvSpPr/>
          <p:nvPr userDrawn="1"/>
        </p:nvSpPr>
        <p:spPr bwMode="gray">
          <a:xfrm>
            <a:off x="9302132" y="2060872"/>
            <a:ext cx="1828959" cy="1828959"/>
          </a:xfrm>
          <a:prstGeom prst="ellipse">
            <a:avLst/>
          </a:prstGeom>
          <a:solidFill>
            <a:schemeClr val="bg1"/>
          </a:solid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Text Placeholder 3">
            <a:extLst>
              <a:ext uri="{FF2B5EF4-FFF2-40B4-BE49-F238E27FC236}">
                <a16:creationId xmlns:a16="http://schemas.microsoft.com/office/drawing/2014/main" id="{290217BC-3881-DF41-A8F3-900AF04F1B7D}"/>
              </a:ext>
            </a:extLst>
          </p:cNvPr>
          <p:cNvSpPr>
            <a:spLocks noGrp="1"/>
          </p:cNvSpPr>
          <p:nvPr>
            <p:ph type="body" sz="quarter" idx="26" hasCustomPrompt="1"/>
          </p:nvPr>
        </p:nvSpPr>
        <p:spPr>
          <a:xfrm>
            <a:off x="9538248" y="2425093"/>
            <a:ext cx="1396669" cy="1100516"/>
          </a:xfrm>
        </p:spPr>
        <p:txBody>
          <a:bodyPr anchor="ctr" anchorCtr="0"/>
          <a:lstStyle>
            <a:lvl1pPr algn="ctr">
              <a:lnSpc>
                <a:spcPct val="100000"/>
              </a:lnSpc>
              <a:spcBef>
                <a:spcPts val="600"/>
              </a:spcBef>
              <a:defRPr sz="1800">
                <a:solidFill>
                  <a:schemeClr val="accent5"/>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3" name="Text Placeholder 3">
            <a:extLst>
              <a:ext uri="{FF2B5EF4-FFF2-40B4-BE49-F238E27FC236}">
                <a16:creationId xmlns:a16="http://schemas.microsoft.com/office/drawing/2014/main" id="{16F5CA9C-E491-4F70-B6EE-A50641060112}"/>
              </a:ext>
            </a:extLst>
          </p:cNvPr>
          <p:cNvSpPr>
            <a:spLocks noGrp="1"/>
          </p:cNvSpPr>
          <p:nvPr>
            <p:ph type="body" sz="quarter" idx="22" hasCustomPrompt="1"/>
          </p:nvPr>
        </p:nvSpPr>
        <p:spPr>
          <a:xfrm>
            <a:off x="9066213" y="4269508"/>
            <a:ext cx="2286000" cy="1458912"/>
          </a:xfrm>
        </p:spPr>
        <p:txBody>
          <a:bodyPr/>
          <a:lstStyle>
            <a:lvl1pPr algn="ctr">
              <a:lnSpc>
                <a:spcPct val="100000"/>
              </a:lnSpc>
              <a:spcBef>
                <a:spcPts val="600"/>
              </a:spcBef>
              <a:defRPr sz="2400">
                <a:solidFill>
                  <a:schemeClr val="accent5"/>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0" name="page number">
            <a:extLst>
              <a:ext uri="{FF2B5EF4-FFF2-40B4-BE49-F238E27FC236}">
                <a16:creationId xmlns:a16="http://schemas.microsoft.com/office/drawing/2014/main" id="{1D45AB97-9B77-2244-B7BA-E18EA4CD43EA}"/>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Tree>
    <p:extLst>
      <p:ext uri="{BB962C8B-B14F-4D97-AF65-F5344CB8AC3E}">
        <p14:creationId xmlns:p14="http://schemas.microsoft.com/office/powerpoint/2010/main" val="39995719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Four Icon - Fancy - RBLF">
    <p:spTree>
      <p:nvGrpSpPr>
        <p:cNvPr id="1" name=""/>
        <p:cNvGrpSpPr/>
        <p:nvPr/>
      </p:nvGrpSpPr>
      <p:grpSpPr>
        <a:xfrm>
          <a:off x="0" y="0"/>
          <a:ext cx="0" cy="0"/>
          <a:chOff x="0" y="0"/>
          <a:chExt cx="0" cy="0"/>
        </a:xfrm>
      </p:grpSpPr>
      <p:sp>
        <p:nvSpPr>
          <p:cNvPr id="6" name="Oval 5">
            <a:extLst>
              <a:ext uri="{FF2B5EF4-FFF2-40B4-BE49-F238E27FC236}">
                <a16:creationId xmlns:a16="http://schemas.microsoft.com/office/drawing/2014/main" id="{2402A473-8BC9-DDE2-85BB-4816BB586A4F}"/>
              </a:ext>
            </a:extLst>
          </p:cNvPr>
          <p:cNvSpPr>
            <a:spLocks/>
          </p:cNvSpPr>
          <p:nvPr userDrawn="1"/>
        </p:nvSpPr>
        <p:spPr>
          <a:xfrm>
            <a:off x="9150335" y="1904508"/>
            <a:ext cx="2141686" cy="2141686"/>
          </a:xfrm>
          <a:prstGeom prst="ellipse">
            <a:avLst/>
          </a:prstGeom>
          <a:solidFill>
            <a:schemeClr val="accent5">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5" name="Oval 4">
            <a:extLst>
              <a:ext uri="{FF2B5EF4-FFF2-40B4-BE49-F238E27FC236}">
                <a16:creationId xmlns:a16="http://schemas.microsoft.com/office/drawing/2014/main" id="{FA97217A-AFD7-3E8C-4060-5AB913DCA2AE}"/>
              </a:ext>
            </a:extLst>
          </p:cNvPr>
          <p:cNvSpPr>
            <a:spLocks/>
          </p:cNvSpPr>
          <p:nvPr userDrawn="1"/>
        </p:nvSpPr>
        <p:spPr>
          <a:xfrm>
            <a:off x="6405736" y="1904508"/>
            <a:ext cx="2141686" cy="2141686"/>
          </a:xfrm>
          <a:prstGeom prst="ellipse">
            <a:avLst/>
          </a:prstGeom>
          <a:solidFill>
            <a:schemeClr val="accent2">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4" name="Oval 3">
            <a:extLst>
              <a:ext uri="{FF2B5EF4-FFF2-40B4-BE49-F238E27FC236}">
                <a16:creationId xmlns:a16="http://schemas.microsoft.com/office/drawing/2014/main" id="{39063D4E-CA79-47A5-E4AA-D23B0DA056E1}"/>
              </a:ext>
            </a:extLst>
          </p:cNvPr>
          <p:cNvSpPr>
            <a:spLocks/>
          </p:cNvSpPr>
          <p:nvPr userDrawn="1"/>
        </p:nvSpPr>
        <p:spPr>
          <a:xfrm>
            <a:off x="3650568" y="1905843"/>
            <a:ext cx="2141686" cy="2141686"/>
          </a:xfrm>
          <a:prstGeom prst="ellipse">
            <a:avLst/>
          </a:prstGeom>
          <a:solidFill>
            <a:schemeClr val="accent3">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2" name="Oval 1">
            <a:extLst>
              <a:ext uri="{FF2B5EF4-FFF2-40B4-BE49-F238E27FC236}">
                <a16:creationId xmlns:a16="http://schemas.microsoft.com/office/drawing/2014/main" id="{EF24F155-BFA1-D04C-7B9C-42080999EDC5}"/>
              </a:ext>
            </a:extLst>
          </p:cNvPr>
          <p:cNvSpPr>
            <a:spLocks/>
          </p:cNvSpPr>
          <p:nvPr userDrawn="1"/>
        </p:nvSpPr>
        <p:spPr>
          <a:xfrm>
            <a:off x="909385" y="1904508"/>
            <a:ext cx="2141686" cy="2141686"/>
          </a:xfrm>
          <a:prstGeom prst="ellipse">
            <a:avLst/>
          </a:prstGeom>
          <a:solidFill>
            <a:schemeClr val="accent4">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3" name="Title 2">
            <a:extLst>
              <a:ext uri="{FF2B5EF4-FFF2-40B4-BE49-F238E27FC236}">
                <a16:creationId xmlns:a16="http://schemas.microsoft.com/office/drawing/2014/main" id="{6A6ED71B-2619-4816-B753-5E850ED08FBC}"/>
              </a:ext>
            </a:extLst>
          </p:cNvPr>
          <p:cNvSpPr>
            <a:spLocks noGrp="1"/>
          </p:cNvSpPr>
          <p:nvPr>
            <p:ph type="title" hasCustomPrompt="1"/>
          </p:nvPr>
        </p:nvSpPr>
        <p:spPr/>
        <p:txBody>
          <a:bodyPr/>
          <a:lstStyle>
            <a:lvl1pPr>
              <a:defRPr>
                <a:solidFill>
                  <a:schemeClr val="accent2"/>
                </a:solidFill>
              </a:defRPr>
            </a:lvl1pPr>
          </a:lstStyle>
          <a:p>
            <a:r>
              <a:rPr lang="en-US"/>
              <a:t>Four Icon Placeholders with Text Descriptions</a:t>
            </a:r>
          </a:p>
        </p:txBody>
      </p:sp>
      <p:sp>
        <p:nvSpPr>
          <p:cNvPr id="14" name="Subtitle 2">
            <a:extLst>
              <a:ext uri="{FF2B5EF4-FFF2-40B4-BE49-F238E27FC236}">
                <a16:creationId xmlns:a16="http://schemas.microsoft.com/office/drawing/2014/main" id="{BB679D5C-AEFA-4052-96E3-7DF67D7C105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Arial" panose="020B0604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84" name="Oval 83">
            <a:extLst>
              <a:ext uri="{FF2B5EF4-FFF2-40B4-BE49-F238E27FC236}">
                <a16:creationId xmlns:a16="http://schemas.microsoft.com/office/drawing/2014/main" id="{085441A7-EBA5-4ABB-8D29-CE4338F0F9B5}"/>
              </a:ext>
              <a:ext uri="{C183D7F6-B498-43B3-948B-1728B52AA6E4}">
                <adec:decorative xmlns:adec="http://schemas.microsoft.com/office/drawing/2017/decorative" val="1"/>
              </a:ext>
            </a:extLst>
          </p:cNvPr>
          <p:cNvSpPr/>
          <p:nvPr userDrawn="1"/>
        </p:nvSpPr>
        <p:spPr bwMode="gray">
          <a:xfrm>
            <a:off x="1065749" y="2060872"/>
            <a:ext cx="1828959" cy="1828959"/>
          </a:xfrm>
          <a:prstGeom prst="ellipse">
            <a:avLst/>
          </a:prstGeom>
          <a:solidFill>
            <a:schemeClr val="accent4"/>
          </a:solid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latin typeface="Arial" panose="020B0604020202020204" pitchFamily="34" charset="0"/>
            </a:endParaRPr>
          </a:p>
        </p:txBody>
      </p:sp>
      <p:sp>
        <p:nvSpPr>
          <p:cNvPr id="13" name="Text Placeholder 3">
            <a:extLst>
              <a:ext uri="{FF2B5EF4-FFF2-40B4-BE49-F238E27FC236}">
                <a16:creationId xmlns:a16="http://schemas.microsoft.com/office/drawing/2014/main" id="{372EA9D9-DD59-0A4A-94D5-AC136E79CD72}"/>
              </a:ext>
            </a:extLst>
          </p:cNvPr>
          <p:cNvSpPr>
            <a:spLocks noGrp="1"/>
          </p:cNvSpPr>
          <p:nvPr>
            <p:ph type="body" sz="quarter" idx="23" hasCustomPrompt="1"/>
          </p:nvPr>
        </p:nvSpPr>
        <p:spPr>
          <a:xfrm>
            <a:off x="1273703" y="2425093"/>
            <a:ext cx="1396669" cy="1100516"/>
          </a:xfrm>
        </p:spPr>
        <p:txBody>
          <a:bodyPr anchor="ctr" anchorCtr="0"/>
          <a:lstStyle>
            <a:lvl1pPr algn="ctr">
              <a:lnSpc>
                <a:spcPct val="100000"/>
              </a:lnSpc>
              <a:spcBef>
                <a:spcPts val="600"/>
              </a:spcBef>
              <a:defRPr sz="1800">
                <a:solidFill>
                  <a:schemeClr val="bg1"/>
                </a:solidFill>
              </a:defRPr>
            </a:lvl1pPr>
            <a:lvl2pPr marL="0" indent="0" algn="ctr">
              <a:lnSpc>
                <a:spcPct val="100000"/>
              </a:lnSpc>
              <a:spcBef>
                <a:spcPts val="600"/>
              </a:spcBef>
              <a:buFont typeface="Arial" panose="020B0604020202020204" pitchFamily="34" charset="0"/>
              <a:buChar char="​"/>
              <a:defRPr/>
            </a:lvl2pPr>
          </a:lstStyle>
          <a:p>
            <a:pPr lvl="0"/>
            <a:r>
              <a:rPr lang="en-US" dirty="0"/>
              <a:t>add icon</a:t>
            </a:r>
            <a:br>
              <a:rPr lang="en-US" dirty="0"/>
            </a:br>
            <a:r>
              <a:rPr lang="en-US" dirty="0"/>
              <a:t>or text</a:t>
            </a:r>
          </a:p>
        </p:txBody>
      </p:sp>
      <p:sp>
        <p:nvSpPr>
          <p:cNvPr id="15" name="Text Placeholder 3">
            <a:extLst>
              <a:ext uri="{FF2B5EF4-FFF2-40B4-BE49-F238E27FC236}">
                <a16:creationId xmlns:a16="http://schemas.microsoft.com/office/drawing/2014/main" id="{83A73281-E5F0-4C3B-BE4E-A12D56CC1003}"/>
              </a:ext>
            </a:extLst>
          </p:cNvPr>
          <p:cNvSpPr>
            <a:spLocks noGrp="1"/>
          </p:cNvSpPr>
          <p:nvPr>
            <p:ph type="body" sz="quarter" idx="19" hasCustomPrompt="1"/>
          </p:nvPr>
        </p:nvSpPr>
        <p:spPr>
          <a:xfrm>
            <a:off x="842673" y="4269508"/>
            <a:ext cx="2286000" cy="1458912"/>
          </a:xfrm>
        </p:spPr>
        <p:txBody>
          <a:bodyPr/>
          <a:lstStyle>
            <a:lvl1pPr algn="ctr">
              <a:lnSpc>
                <a:spcPct val="100000"/>
              </a:lnSpc>
              <a:spcBef>
                <a:spcPts val="600"/>
              </a:spcBef>
              <a:defRPr sz="2400">
                <a:solidFill>
                  <a:schemeClr val="accent4"/>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Arial" panose="020B0604020202020204" pitchFamily="34" charset="0"/>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87" name="Oval 86">
            <a:extLst>
              <a:ext uri="{FF2B5EF4-FFF2-40B4-BE49-F238E27FC236}">
                <a16:creationId xmlns:a16="http://schemas.microsoft.com/office/drawing/2014/main" id="{45D908EF-1F96-4808-A8DB-F55AB9E8E436}"/>
              </a:ext>
              <a:ext uri="{C183D7F6-B498-43B3-948B-1728B52AA6E4}">
                <adec:decorative xmlns:adec="http://schemas.microsoft.com/office/drawing/2017/decorative" val="1"/>
              </a:ext>
            </a:extLst>
          </p:cNvPr>
          <p:cNvSpPr/>
          <p:nvPr userDrawn="1"/>
        </p:nvSpPr>
        <p:spPr bwMode="gray">
          <a:xfrm>
            <a:off x="3806932" y="2060872"/>
            <a:ext cx="1828959" cy="1828959"/>
          </a:xfrm>
          <a:prstGeom prst="ellipse">
            <a:avLst/>
          </a:prstGeom>
          <a:solidFill>
            <a:schemeClr val="accent3"/>
          </a:solid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latin typeface="Arial" panose="020B0604020202020204" pitchFamily="34" charset="0"/>
            </a:endParaRPr>
          </a:p>
        </p:txBody>
      </p:sp>
      <p:sp>
        <p:nvSpPr>
          <p:cNvPr id="16" name="Text Placeholder 3">
            <a:extLst>
              <a:ext uri="{FF2B5EF4-FFF2-40B4-BE49-F238E27FC236}">
                <a16:creationId xmlns:a16="http://schemas.microsoft.com/office/drawing/2014/main" id="{F7F1E977-D1E8-7040-8576-578BD8CB8424}"/>
              </a:ext>
            </a:extLst>
          </p:cNvPr>
          <p:cNvSpPr>
            <a:spLocks noGrp="1"/>
          </p:cNvSpPr>
          <p:nvPr>
            <p:ph type="body" sz="quarter" idx="24" hasCustomPrompt="1"/>
          </p:nvPr>
        </p:nvSpPr>
        <p:spPr>
          <a:xfrm>
            <a:off x="4000597" y="2425093"/>
            <a:ext cx="1396669" cy="1100516"/>
          </a:xfrm>
        </p:spPr>
        <p:txBody>
          <a:bodyPr anchor="ctr" anchorCtr="0"/>
          <a:lstStyle>
            <a:lvl1pPr algn="ctr">
              <a:lnSpc>
                <a:spcPct val="100000"/>
              </a:lnSpc>
              <a:spcBef>
                <a:spcPts val="600"/>
              </a:spcBef>
              <a:defRPr sz="1800">
                <a:solidFill>
                  <a:schemeClr val="bg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1" name="Text Placeholder 3">
            <a:extLst>
              <a:ext uri="{FF2B5EF4-FFF2-40B4-BE49-F238E27FC236}">
                <a16:creationId xmlns:a16="http://schemas.microsoft.com/office/drawing/2014/main" id="{70078EAE-661A-4C72-917B-F0225239F68A}"/>
              </a:ext>
            </a:extLst>
          </p:cNvPr>
          <p:cNvSpPr>
            <a:spLocks noGrp="1"/>
          </p:cNvSpPr>
          <p:nvPr>
            <p:ph type="body" sz="quarter" idx="20" hasCustomPrompt="1"/>
          </p:nvPr>
        </p:nvSpPr>
        <p:spPr>
          <a:xfrm>
            <a:off x="3579813" y="4269508"/>
            <a:ext cx="2286000" cy="1458912"/>
          </a:xfrm>
        </p:spPr>
        <p:txBody>
          <a:bodyPr/>
          <a:lstStyle>
            <a:lvl1pPr algn="ctr">
              <a:lnSpc>
                <a:spcPct val="100000"/>
              </a:lnSpc>
              <a:spcBef>
                <a:spcPts val="600"/>
              </a:spcBef>
              <a:defRPr sz="2400">
                <a:solidFill>
                  <a:schemeClr val="accent3"/>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Arial" panose="020B0604020202020204" pitchFamily="34" charset="0"/>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86" name="Oval 85">
            <a:extLst>
              <a:ext uri="{FF2B5EF4-FFF2-40B4-BE49-F238E27FC236}">
                <a16:creationId xmlns:a16="http://schemas.microsoft.com/office/drawing/2014/main" id="{5670C03F-6336-45E3-A9F4-0CD130D80D1B}"/>
              </a:ext>
              <a:ext uri="{C183D7F6-B498-43B3-948B-1728B52AA6E4}">
                <adec:decorative xmlns:adec="http://schemas.microsoft.com/office/drawing/2017/decorative" val="1"/>
              </a:ext>
            </a:extLst>
          </p:cNvPr>
          <p:cNvSpPr/>
          <p:nvPr userDrawn="1"/>
        </p:nvSpPr>
        <p:spPr bwMode="gray">
          <a:xfrm>
            <a:off x="6562100" y="2060872"/>
            <a:ext cx="1828959" cy="1828959"/>
          </a:xfrm>
          <a:prstGeom prst="ellipse">
            <a:avLst/>
          </a:prstGeom>
          <a:solidFill>
            <a:schemeClr val="accent2"/>
          </a:solid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latin typeface="Arial" panose="020B0604020202020204" pitchFamily="34" charset="0"/>
            </a:endParaRPr>
          </a:p>
        </p:txBody>
      </p:sp>
      <p:sp>
        <p:nvSpPr>
          <p:cNvPr id="17" name="Text Placeholder 3">
            <a:extLst>
              <a:ext uri="{FF2B5EF4-FFF2-40B4-BE49-F238E27FC236}">
                <a16:creationId xmlns:a16="http://schemas.microsoft.com/office/drawing/2014/main" id="{6B608689-50E6-784F-8AFD-D13D124BAA5B}"/>
              </a:ext>
            </a:extLst>
          </p:cNvPr>
          <p:cNvSpPr>
            <a:spLocks noGrp="1"/>
          </p:cNvSpPr>
          <p:nvPr>
            <p:ph type="body" sz="quarter" idx="25" hasCustomPrompt="1"/>
          </p:nvPr>
        </p:nvSpPr>
        <p:spPr>
          <a:xfrm>
            <a:off x="6772120" y="2425093"/>
            <a:ext cx="1396669" cy="1100516"/>
          </a:xfrm>
        </p:spPr>
        <p:txBody>
          <a:bodyPr anchor="ctr" anchorCtr="0"/>
          <a:lstStyle>
            <a:lvl1pPr algn="ctr">
              <a:lnSpc>
                <a:spcPct val="100000"/>
              </a:lnSpc>
              <a:spcBef>
                <a:spcPts val="600"/>
              </a:spcBef>
              <a:defRPr sz="1800">
                <a:solidFill>
                  <a:schemeClr val="bg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2" name="Text Placeholder 3">
            <a:extLst>
              <a:ext uri="{FF2B5EF4-FFF2-40B4-BE49-F238E27FC236}">
                <a16:creationId xmlns:a16="http://schemas.microsoft.com/office/drawing/2014/main" id="{566D6B40-9CB0-4B56-A3E1-9A7F945F094A}"/>
              </a:ext>
            </a:extLst>
          </p:cNvPr>
          <p:cNvSpPr>
            <a:spLocks noGrp="1"/>
          </p:cNvSpPr>
          <p:nvPr>
            <p:ph type="body" sz="quarter" idx="21" hasCustomPrompt="1"/>
          </p:nvPr>
        </p:nvSpPr>
        <p:spPr>
          <a:xfrm>
            <a:off x="6323013" y="4269508"/>
            <a:ext cx="2286000" cy="1458912"/>
          </a:xfrm>
        </p:spPr>
        <p:txBody>
          <a:bodyPr/>
          <a:lstStyle>
            <a:lvl1pPr algn="ctr">
              <a:lnSpc>
                <a:spcPct val="100000"/>
              </a:lnSpc>
              <a:spcBef>
                <a:spcPts val="600"/>
              </a:spcBef>
              <a:defRPr sz="2400">
                <a:solidFill>
                  <a:schemeClr val="accent2"/>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Arial" panose="020B0604020202020204" pitchFamily="34" charset="0"/>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85" name="Oval 84">
            <a:extLst>
              <a:ext uri="{FF2B5EF4-FFF2-40B4-BE49-F238E27FC236}">
                <a16:creationId xmlns:a16="http://schemas.microsoft.com/office/drawing/2014/main" id="{3019BB56-AE7C-42CA-A8FF-432F4F176B8B}"/>
              </a:ext>
              <a:ext uri="{C183D7F6-B498-43B3-948B-1728B52AA6E4}">
                <adec:decorative xmlns:adec="http://schemas.microsoft.com/office/drawing/2017/decorative" val="1"/>
              </a:ext>
            </a:extLst>
          </p:cNvPr>
          <p:cNvSpPr/>
          <p:nvPr userDrawn="1"/>
        </p:nvSpPr>
        <p:spPr bwMode="gray">
          <a:xfrm>
            <a:off x="9302132" y="2060872"/>
            <a:ext cx="1828959" cy="1828959"/>
          </a:xfrm>
          <a:prstGeom prst="ellipse">
            <a:avLst/>
          </a:prstGeom>
          <a:solidFill>
            <a:schemeClr val="accent5"/>
          </a:solid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Arial" panose="020B0604020202020204" pitchFamily="34" charset="0"/>
            </a:endParaRPr>
          </a:p>
        </p:txBody>
      </p:sp>
      <p:sp>
        <p:nvSpPr>
          <p:cNvPr id="18" name="Text Placeholder 3">
            <a:extLst>
              <a:ext uri="{FF2B5EF4-FFF2-40B4-BE49-F238E27FC236}">
                <a16:creationId xmlns:a16="http://schemas.microsoft.com/office/drawing/2014/main" id="{290217BC-3881-DF41-A8F3-900AF04F1B7D}"/>
              </a:ext>
            </a:extLst>
          </p:cNvPr>
          <p:cNvSpPr>
            <a:spLocks noGrp="1"/>
          </p:cNvSpPr>
          <p:nvPr>
            <p:ph type="body" sz="quarter" idx="26" hasCustomPrompt="1"/>
          </p:nvPr>
        </p:nvSpPr>
        <p:spPr>
          <a:xfrm>
            <a:off x="9538248" y="2425093"/>
            <a:ext cx="1396669" cy="1100516"/>
          </a:xfrm>
        </p:spPr>
        <p:txBody>
          <a:bodyPr anchor="ctr" anchorCtr="0"/>
          <a:lstStyle>
            <a:lvl1pPr algn="ctr">
              <a:lnSpc>
                <a:spcPct val="100000"/>
              </a:lnSpc>
              <a:spcBef>
                <a:spcPts val="600"/>
              </a:spcBef>
              <a:defRPr sz="1800">
                <a:solidFill>
                  <a:schemeClr val="bg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3" name="Text Placeholder 3">
            <a:extLst>
              <a:ext uri="{FF2B5EF4-FFF2-40B4-BE49-F238E27FC236}">
                <a16:creationId xmlns:a16="http://schemas.microsoft.com/office/drawing/2014/main" id="{16F5CA9C-E491-4F70-B6EE-A50641060112}"/>
              </a:ext>
            </a:extLst>
          </p:cNvPr>
          <p:cNvSpPr>
            <a:spLocks noGrp="1"/>
          </p:cNvSpPr>
          <p:nvPr>
            <p:ph type="body" sz="quarter" idx="22" hasCustomPrompt="1"/>
          </p:nvPr>
        </p:nvSpPr>
        <p:spPr>
          <a:xfrm>
            <a:off x="9066213" y="4269508"/>
            <a:ext cx="2286000" cy="1458912"/>
          </a:xfrm>
        </p:spPr>
        <p:txBody>
          <a:bodyPr/>
          <a:lstStyle>
            <a:lvl1pPr algn="ctr">
              <a:lnSpc>
                <a:spcPct val="100000"/>
              </a:lnSpc>
              <a:spcBef>
                <a:spcPts val="600"/>
              </a:spcBef>
              <a:defRPr sz="2400">
                <a:solidFill>
                  <a:schemeClr val="accent5"/>
                </a:solidFill>
              </a:defRPr>
            </a:lvl1pPr>
            <a:lvl2pPr marL="285750" indent="-285750" algn="ctr">
              <a:lnSpc>
                <a:spcPct val="100000"/>
              </a:lnSpc>
              <a:spcBef>
                <a:spcPts val="600"/>
              </a:spcBef>
              <a:buFont typeface="Arial" panose="020B0604020202020204" pitchFamily="34" charset="0"/>
              <a:buChar char="​"/>
              <a:defRPr lang="en-US" sz="1800" kern="1200" dirty="0">
                <a:solidFill>
                  <a:schemeClr val="tx1"/>
                </a:solidFill>
                <a:latin typeface="Arial" panose="020B0604020202020204" pitchFamily="34" charset="0"/>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0" name="page number">
            <a:extLst>
              <a:ext uri="{FF2B5EF4-FFF2-40B4-BE49-F238E27FC236}">
                <a16:creationId xmlns:a16="http://schemas.microsoft.com/office/drawing/2014/main" id="{1D45AB97-9B77-2244-B7BA-E18EA4CD43EA}"/>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latin typeface="Arial" panose="020B0604020202020204" pitchFamily="34" charset="0"/>
              </a:rPr>
              <a:pPr lvl="0" algn="r"/>
              <a:t>‹#›</a:t>
            </a:fld>
            <a:endParaRPr lang="en-US" dirty="0">
              <a:latin typeface="Arial" panose="020B0604020202020204" pitchFamily="34" charset="0"/>
            </a:endParaRPr>
          </a:p>
        </p:txBody>
      </p:sp>
    </p:spTree>
    <p:extLst>
      <p:ext uri="{BB962C8B-B14F-4D97-AF65-F5344CB8AC3E}">
        <p14:creationId xmlns:p14="http://schemas.microsoft.com/office/powerpoint/2010/main" val="41205598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p:cSld name="Five Icon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BA8A47F-2243-412F-A1A8-FA8E3475F5E1}"/>
              </a:ext>
            </a:extLst>
          </p:cNvPr>
          <p:cNvSpPr>
            <a:spLocks noGrp="1"/>
          </p:cNvSpPr>
          <p:nvPr>
            <p:ph type="title" hasCustomPrompt="1"/>
          </p:nvPr>
        </p:nvSpPr>
        <p:spPr/>
        <p:txBody>
          <a:bodyPr/>
          <a:lstStyle>
            <a:lvl1pPr>
              <a:defRPr>
                <a:solidFill>
                  <a:schemeClr val="accent2"/>
                </a:solidFill>
              </a:defRPr>
            </a:lvl1pPr>
          </a:lstStyle>
          <a:p>
            <a:r>
              <a:rPr lang="en-US"/>
              <a:t>Five Icon Placeholders with Text Descriptions</a:t>
            </a:r>
          </a:p>
        </p:txBody>
      </p:sp>
      <p:sp>
        <p:nvSpPr>
          <p:cNvPr id="16" name="Subtitle 2">
            <a:extLst>
              <a:ext uri="{FF2B5EF4-FFF2-40B4-BE49-F238E27FC236}">
                <a16:creationId xmlns:a16="http://schemas.microsoft.com/office/drawing/2014/main" id="{EEA64E97-C31D-49B1-B8E1-20E5F404F516}"/>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22" name="Oval 21">
            <a:extLst>
              <a:ext uri="{FF2B5EF4-FFF2-40B4-BE49-F238E27FC236}">
                <a16:creationId xmlns:a16="http://schemas.microsoft.com/office/drawing/2014/main" id="{A1FDF9D3-5B68-4A75-97BF-2C5113CFAA66}"/>
              </a:ext>
              <a:ext uri="{C183D7F6-B498-43B3-948B-1728B52AA6E4}">
                <adec:decorative xmlns:adec="http://schemas.microsoft.com/office/drawing/2017/decorative" val="1"/>
              </a:ext>
            </a:extLst>
          </p:cNvPr>
          <p:cNvSpPr/>
          <p:nvPr/>
        </p:nvSpPr>
        <p:spPr bwMode="gray">
          <a:xfrm>
            <a:off x="609800" y="2064663"/>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endParaRPr>
          </a:p>
        </p:txBody>
      </p:sp>
      <p:sp>
        <p:nvSpPr>
          <p:cNvPr id="15" name="Text Placeholder 3">
            <a:extLst>
              <a:ext uri="{FF2B5EF4-FFF2-40B4-BE49-F238E27FC236}">
                <a16:creationId xmlns:a16="http://schemas.microsoft.com/office/drawing/2014/main" id="{AE3C6552-FD35-F64A-AB25-15819DA5EE24}"/>
              </a:ext>
            </a:extLst>
          </p:cNvPr>
          <p:cNvSpPr>
            <a:spLocks noGrp="1"/>
          </p:cNvSpPr>
          <p:nvPr>
            <p:ph type="body" sz="quarter" idx="24" hasCustomPrompt="1"/>
          </p:nvPr>
        </p:nvSpPr>
        <p:spPr>
          <a:xfrm>
            <a:off x="820549" y="2428884"/>
            <a:ext cx="1396669" cy="1100516"/>
          </a:xfrm>
        </p:spPr>
        <p:txBody>
          <a:bodyPr anchor="ctr" anchorCtr="0"/>
          <a:lstStyle>
            <a:lvl1pPr algn="ctr">
              <a:lnSpc>
                <a:spcPct val="100000"/>
              </a:lnSpc>
              <a:spcBef>
                <a:spcPts val="600"/>
              </a:spcBef>
              <a:defRPr sz="1800">
                <a:solidFill>
                  <a:schemeClr val="accent4"/>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17" name="Text Placeholder 3">
            <a:extLst>
              <a:ext uri="{FF2B5EF4-FFF2-40B4-BE49-F238E27FC236}">
                <a16:creationId xmlns:a16="http://schemas.microsoft.com/office/drawing/2014/main" id="{2E201879-B985-4ADE-8AD6-6C3E14CE0AFE}"/>
              </a:ext>
            </a:extLst>
          </p:cNvPr>
          <p:cNvSpPr>
            <a:spLocks noGrp="1"/>
          </p:cNvSpPr>
          <p:nvPr>
            <p:ph type="body" sz="quarter" idx="19" hasCustomPrompt="1"/>
          </p:nvPr>
        </p:nvSpPr>
        <p:spPr>
          <a:xfrm>
            <a:off x="610850" y="4282873"/>
            <a:ext cx="1828800" cy="1458912"/>
          </a:xfrm>
        </p:spPr>
        <p:txBody>
          <a:bodyPr/>
          <a:lstStyle>
            <a:lvl1pPr algn="ctr">
              <a:lnSpc>
                <a:spcPct val="100000"/>
              </a:lnSpc>
              <a:spcBef>
                <a:spcPts val="600"/>
              </a:spcBef>
              <a:defRPr sz="2000">
                <a:solidFill>
                  <a:schemeClr val="accent4"/>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dirty="0"/>
              <a:t>Click to add text</a:t>
            </a:r>
          </a:p>
          <a:p>
            <a:pPr lvl="1"/>
            <a:r>
              <a:rPr lang="en-US" dirty="0"/>
              <a:t>Second level</a:t>
            </a:r>
          </a:p>
        </p:txBody>
      </p:sp>
      <p:sp>
        <p:nvSpPr>
          <p:cNvPr id="24" name="Oval 23">
            <a:extLst>
              <a:ext uri="{FF2B5EF4-FFF2-40B4-BE49-F238E27FC236}">
                <a16:creationId xmlns:a16="http://schemas.microsoft.com/office/drawing/2014/main" id="{C551C90A-573F-4E4A-9359-5C7B0F546BF9}"/>
              </a:ext>
              <a:ext uri="{C183D7F6-B498-43B3-948B-1728B52AA6E4}">
                <adec:decorative xmlns:adec="http://schemas.microsoft.com/office/drawing/2017/decorative" val="1"/>
              </a:ext>
            </a:extLst>
          </p:cNvPr>
          <p:cNvSpPr/>
          <p:nvPr/>
        </p:nvSpPr>
        <p:spPr bwMode="gray">
          <a:xfrm>
            <a:off x="2892452" y="2064663"/>
            <a:ext cx="1828959" cy="1828959"/>
          </a:xfrm>
          <a:prstGeom prst="ellipse">
            <a:avLst/>
          </a:prstGeom>
          <a:noFill/>
          <a:ln w="38100">
            <a:solidFill>
              <a:schemeClr val="accent3"/>
            </a:solidFill>
          </a:ln>
          <a:effectLst/>
        </p:spPr>
        <p:txBody>
          <a:bodyPr vert="horz" wrap="square" lIns="0" tIns="0" rIns="0" bIns="0" numCol="1" anchor="ctr" anchorCtr="0" compatLnSpc="1">
            <a:prstTxWarp prst="textNoShape">
              <a:avLst/>
            </a:prstTxWarp>
          </a:bodyPr>
          <a:lstStyle/>
          <a:p>
            <a:pPr lvl="0" algn="ctr"/>
            <a:endParaRPr lang="en-US" dirty="0">
              <a:solidFill>
                <a:schemeClr val="bg1"/>
              </a:solidFill>
            </a:endParaRPr>
          </a:p>
        </p:txBody>
      </p:sp>
      <p:sp>
        <p:nvSpPr>
          <p:cNvPr id="19" name="Text Placeholder 3">
            <a:extLst>
              <a:ext uri="{FF2B5EF4-FFF2-40B4-BE49-F238E27FC236}">
                <a16:creationId xmlns:a16="http://schemas.microsoft.com/office/drawing/2014/main" id="{C54AA791-D396-204E-9DF4-50E16614DD73}"/>
              </a:ext>
            </a:extLst>
          </p:cNvPr>
          <p:cNvSpPr>
            <a:spLocks noGrp="1"/>
          </p:cNvSpPr>
          <p:nvPr>
            <p:ph type="body" sz="quarter" idx="26" hasCustomPrompt="1"/>
          </p:nvPr>
        </p:nvSpPr>
        <p:spPr>
          <a:xfrm>
            <a:off x="3110473" y="2428884"/>
            <a:ext cx="1396669" cy="1100516"/>
          </a:xfrm>
        </p:spPr>
        <p:txBody>
          <a:bodyPr anchor="ctr" anchorCtr="0"/>
          <a:lstStyle>
            <a:lvl1pPr algn="ctr">
              <a:lnSpc>
                <a:spcPct val="100000"/>
              </a:lnSpc>
              <a:spcBef>
                <a:spcPts val="600"/>
              </a:spcBef>
              <a:defRPr sz="1800">
                <a:solidFill>
                  <a:schemeClr val="accent3"/>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9" name="Text Placeholder 3">
            <a:extLst>
              <a:ext uri="{FF2B5EF4-FFF2-40B4-BE49-F238E27FC236}">
                <a16:creationId xmlns:a16="http://schemas.microsoft.com/office/drawing/2014/main" id="{62D3946B-F2F1-42AF-8E89-00761A7745D4}"/>
              </a:ext>
            </a:extLst>
          </p:cNvPr>
          <p:cNvSpPr>
            <a:spLocks noGrp="1"/>
          </p:cNvSpPr>
          <p:nvPr>
            <p:ph type="body" sz="quarter" idx="21" hasCustomPrompt="1"/>
          </p:nvPr>
        </p:nvSpPr>
        <p:spPr>
          <a:xfrm>
            <a:off x="2894013" y="4282873"/>
            <a:ext cx="1828800" cy="1458912"/>
          </a:xfrm>
        </p:spPr>
        <p:txBody>
          <a:bodyPr/>
          <a:lstStyle>
            <a:lvl1pPr algn="ctr">
              <a:lnSpc>
                <a:spcPct val="100000"/>
              </a:lnSpc>
              <a:spcBef>
                <a:spcPts val="600"/>
              </a:spcBef>
              <a:defRPr sz="2000">
                <a:solidFill>
                  <a:schemeClr val="accent3"/>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5" name="Oval 24">
            <a:extLst>
              <a:ext uri="{FF2B5EF4-FFF2-40B4-BE49-F238E27FC236}">
                <a16:creationId xmlns:a16="http://schemas.microsoft.com/office/drawing/2014/main" id="{AF79E162-3D8F-4829-A4AD-02A03597B11A}"/>
              </a:ext>
              <a:ext uri="{C183D7F6-B498-43B3-948B-1728B52AA6E4}">
                <adec:decorative xmlns:adec="http://schemas.microsoft.com/office/drawing/2017/decorative" val="1"/>
              </a:ext>
            </a:extLst>
          </p:cNvPr>
          <p:cNvSpPr/>
          <p:nvPr/>
        </p:nvSpPr>
        <p:spPr bwMode="gray">
          <a:xfrm>
            <a:off x="5201380" y="2064663"/>
            <a:ext cx="1828959" cy="1828959"/>
          </a:xfrm>
          <a:prstGeom prst="ellipse">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p>
        </p:txBody>
      </p:sp>
      <p:sp>
        <p:nvSpPr>
          <p:cNvPr id="18" name="Text Placeholder 3">
            <a:extLst>
              <a:ext uri="{FF2B5EF4-FFF2-40B4-BE49-F238E27FC236}">
                <a16:creationId xmlns:a16="http://schemas.microsoft.com/office/drawing/2014/main" id="{F6390E06-1436-004E-875E-AAE40E05D76F}"/>
              </a:ext>
            </a:extLst>
          </p:cNvPr>
          <p:cNvSpPr>
            <a:spLocks noGrp="1"/>
          </p:cNvSpPr>
          <p:nvPr>
            <p:ph type="body" sz="quarter" idx="25" hasCustomPrompt="1"/>
          </p:nvPr>
        </p:nvSpPr>
        <p:spPr>
          <a:xfrm>
            <a:off x="5412658" y="2428884"/>
            <a:ext cx="1396669" cy="1100516"/>
          </a:xfrm>
        </p:spPr>
        <p:txBody>
          <a:bodyPr anchor="ctr" anchorCtr="0"/>
          <a:lstStyle>
            <a:lvl1pPr algn="ctr">
              <a:lnSpc>
                <a:spcPct val="100000"/>
              </a:lnSpc>
              <a:spcBef>
                <a:spcPts val="600"/>
              </a:spcBef>
              <a:defRPr sz="1800">
                <a:solidFill>
                  <a:schemeClr val="accent2"/>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8" name="Text Placeholder 3">
            <a:extLst>
              <a:ext uri="{FF2B5EF4-FFF2-40B4-BE49-F238E27FC236}">
                <a16:creationId xmlns:a16="http://schemas.microsoft.com/office/drawing/2014/main" id="{9495BAAB-E860-4075-9DA3-ABA7C32D235E}"/>
              </a:ext>
            </a:extLst>
          </p:cNvPr>
          <p:cNvSpPr>
            <a:spLocks noGrp="1"/>
          </p:cNvSpPr>
          <p:nvPr>
            <p:ph type="body" sz="quarter" idx="20" hasCustomPrompt="1"/>
          </p:nvPr>
        </p:nvSpPr>
        <p:spPr>
          <a:xfrm>
            <a:off x="5185093" y="4282873"/>
            <a:ext cx="1828800" cy="1458912"/>
          </a:xfrm>
        </p:spPr>
        <p:txBody>
          <a:bodyPr/>
          <a:lstStyle>
            <a:lvl1pPr algn="ctr">
              <a:lnSpc>
                <a:spcPct val="100000"/>
              </a:lnSpc>
              <a:spcBef>
                <a:spcPts val="600"/>
              </a:spcBef>
              <a:defRPr sz="2000">
                <a:solidFill>
                  <a:schemeClr val="accent2"/>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93" name="Oval 92">
            <a:extLst>
              <a:ext uri="{FF2B5EF4-FFF2-40B4-BE49-F238E27FC236}">
                <a16:creationId xmlns:a16="http://schemas.microsoft.com/office/drawing/2014/main" id="{026B9B36-08E7-4664-970C-13123F24C793}"/>
              </a:ext>
              <a:ext uri="{C183D7F6-B498-43B3-948B-1728B52AA6E4}">
                <adec:decorative xmlns:adec="http://schemas.microsoft.com/office/drawing/2017/decorative" val="1"/>
              </a:ext>
            </a:extLst>
          </p:cNvPr>
          <p:cNvSpPr/>
          <p:nvPr/>
        </p:nvSpPr>
        <p:spPr bwMode="gray">
          <a:xfrm>
            <a:off x="7464921" y="2064663"/>
            <a:ext cx="1828959" cy="1828959"/>
          </a:xfrm>
          <a:prstGeom prst="ellipse">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solidFill>
                <a:schemeClr val="lt1"/>
              </a:solidFill>
            </a:endParaRPr>
          </a:p>
        </p:txBody>
      </p:sp>
      <p:sp>
        <p:nvSpPr>
          <p:cNvPr id="20" name="Text Placeholder 3">
            <a:extLst>
              <a:ext uri="{FF2B5EF4-FFF2-40B4-BE49-F238E27FC236}">
                <a16:creationId xmlns:a16="http://schemas.microsoft.com/office/drawing/2014/main" id="{D673B6CF-B10C-8742-A91F-672EAD5163E0}"/>
              </a:ext>
            </a:extLst>
          </p:cNvPr>
          <p:cNvSpPr>
            <a:spLocks noGrp="1"/>
          </p:cNvSpPr>
          <p:nvPr>
            <p:ph type="body" sz="quarter" idx="27" hasCustomPrompt="1"/>
          </p:nvPr>
        </p:nvSpPr>
        <p:spPr>
          <a:xfrm>
            <a:off x="7677080" y="2428884"/>
            <a:ext cx="1396669" cy="1100516"/>
          </a:xfrm>
        </p:spPr>
        <p:txBody>
          <a:bodyPr anchor="ctr" anchorCtr="0"/>
          <a:lstStyle>
            <a:lvl1pPr algn="ctr">
              <a:lnSpc>
                <a:spcPct val="100000"/>
              </a:lnSpc>
              <a:spcBef>
                <a:spcPts val="600"/>
              </a:spcBef>
              <a:defRPr sz="1800">
                <a:solidFill>
                  <a:schemeClr val="accent5"/>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30" name="Text Placeholder 3">
            <a:extLst>
              <a:ext uri="{FF2B5EF4-FFF2-40B4-BE49-F238E27FC236}">
                <a16:creationId xmlns:a16="http://schemas.microsoft.com/office/drawing/2014/main" id="{22F84664-2E68-46AE-AE2C-E8D2B6C9A1DD}"/>
              </a:ext>
            </a:extLst>
          </p:cNvPr>
          <p:cNvSpPr>
            <a:spLocks noGrp="1"/>
          </p:cNvSpPr>
          <p:nvPr>
            <p:ph type="body" sz="quarter" idx="22" hasCustomPrompt="1"/>
          </p:nvPr>
        </p:nvSpPr>
        <p:spPr>
          <a:xfrm>
            <a:off x="7470001" y="4282873"/>
            <a:ext cx="1894336" cy="1458912"/>
          </a:xfrm>
        </p:spPr>
        <p:txBody>
          <a:bodyPr/>
          <a:lstStyle>
            <a:lvl1pPr algn="ctr">
              <a:lnSpc>
                <a:spcPct val="100000"/>
              </a:lnSpc>
              <a:spcBef>
                <a:spcPts val="600"/>
              </a:spcBef>
              <a:defRPr sz="2000">
                <a:solidFill>
                  <a:schemeClr val="accent5"/>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3" name="Oval 22">
            <a:extLst>
              <a:ext uri="{FF2B5EF4-FFF2-40B4-BE49-F238E27FC236}">
                <a16:creationId xmlns:a16="http://schemas.microsoft.com/office/drawing/2014/main" id="{7EAB1992-E472-4489-8A4E-A8FE45DE10CF}"/>
              </a:ext>
              <a:ext uri="{C183D7F6-B498-43B3-948B-1728B52AA6E4}">
                <adec:decorative xmlns:adec="http://schemas.microsoft.com/office/drawing/2017/decorative" val="1"/>
              </a:ext>
            </a:extLst>
          </p:cNvPr>
          <p:cNvSpPr/>
          <p:nvPr/>
        </p:nvSpPr>
        <p:spPr bwMode="gray">
          <a:xfrm>
            <a:off x="9744473" y="2064663"/>
            <a:ext cx="1828959" cy="1828959"/>
          </a:xfrm>
          <a:prstGeom prst="ellipse">
            <a:avLst/>
          </a:prstGeom>
          <a:noFill/>
          <a:ln w="38100">
            <a:solidFill>
              <a:srgbClr val="53565A"/>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6"/>
              </a:solidFill>
            </a:endParaRPr>
          </a:p>
        </p:txBody>
      </p:sp>
      <p:sp>
        <p:nvSpPr>
          <p:cNvPr id="21" name="Text Placeholder 3">
            <a:extLst>
              <a:ext uri="{FF2B5EF4-FFF2-40B4-BE49-F238E27FC236}">
                <a16:creationId xmlns:a16="http://schemas.microsoft.com/office/drawing/2014/main" id="{FF3DA55F-C9CF-8945-A9DE-F606579BFE23}"/>
              </a:ext>
            </a:extLst>
          </p:cNvPr>
          <p:cNvSpPr>
            <a:spLocks noGrp="1"/>
          </p:cNvSpPr>
          <p:nvPr>
            <p:ph type="body" sz="quarter" idx="28" hasCustomPrompt="1"/>
          </p:nvPr>
        </p:nvSpPr>
        <p:spPr>
          <a:xfrm>
            <a:off x="9980612" y="2428884"/>
            <a:ext cx="1396669" cy="1100516"/>
          </a:xfrm>
        </p:spPr>
        <p:txBody>
          <a:bodyPr anchor="ctr" anchorCtr="0"/>
          <a:lstStyle>
            <a:lvl1pPr algn="ctr">
              <a:lnSpc>
                <a:spcPct val="100000"/>
              </a:lnSpc>
              <a:spcBef>
                <a:spcPts val="600"/>
              </a:spcBef>
              <a:defRPr sz="1800">
                <a:solidFill>
                  <a:schemeClr val="bg2">
                    <a:lumMod val="25000"/>
                  </a:schemeClr>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32" name="Text Placeholder 3">
            <a:extLst>
              <a:ext uri="{FF2B5EF4-FFF2-40B4-BE49-F238E27FC236}">
                <a16:creationId xmlns:a16="http://schemas.microsoft.com/office/drawing/2014/main" id="{CDC9B65E-8BAA-4676-9F32-44EC3772D342}"/>
              </a:ext>
            </a:extLst>
          </p:cNvPr>
          <p:cNvSpPr>
            <a:spLocks noGrp="1"/>
          </p:cNvSpPr>
          <p:nvPr>
            <p:ph type="body" sz="quarter" idx="23" hasCustomPrompt="1"/>
          </p:nvPr>
        </p:nvSpPr>
        <p:spPr>
          <a:xfrm>
            <a:off x="9752013" y="4282873"/>
            <a:ext cx="1828800" cy="1458912"/>
          </a:xfrm>
        </p:spPr>
        <p:txBody>
          <a:bodyPr/>
          <a:lstStyle>
            <a:lvl1pPr algn="ctr">
              <a:lnSpc>
                <a:spcPct val="100000"/>
              </a:lnSpc>
              <a:spcBef>
                <a:spcPts val="600"/>
              </a:spcBef>
              <a:defRPr sz="2000">
                <a:solidFill>
                  <a:schemeClr val="bg2">
                    <a:lumMod val="25000"/>
                  </a:schemeClr>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7" name="page number">
            <a:extLst>
              <a:ext uri="{FF2B5EF4-FFF2-40B4-BE49-F238E27FC236}">
                <a16:creationId xmlns:a16="http://schemas.microsoft.com/office/drawing/2014/main" id="{6D94DD40-25D8-6A48-98B5-B2B0FB64FDAB}"/>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26" name="Oval 25">
            <a:extLst>
              <a:ext uri="{FF2B5EF4-FFF2-40B4-BE49-F238E27FC236}">
                <a16:creationId xmlns:a16="http://schemas.microsoft.com/office/drawing/2014/main" id="{A1FDF9D3-5B68-4A75-97BF-2C5113CFAA66}"/>
              </a:ext>
              <a:ext uri="{C183D7F6-B498-43B3-948B-1728B52AA6E4}">
                <adec:decorative xmlns:adec="http://schemas.microsoft.com/office/drawing/2017/decorative" val="1"/>
              </a:ext>
            </a:extLst>
          </p:cNvPr>
          <p:cNvSpPr/>
          <p:nvPr userDrawn="1"/>
        </p:nvSpPr>
        <p:spPr bwMode="gray">
          <a:xfrm>
            <a:off x="609800" y="2064663"/>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endParaRPr>
          </a:p>
        </p:txBody>
      </p:sp>
      <p:sp>
        <p:nvSpPr>
          <p:cNvPr id="31" name="Oval 30">
            <a:extLst>
              <a:ext uri="{FF2B5EF4-FFF2-40B4-BE49-F238E27FC236}">
                <a16:creationId xmlns:a16="http://schemas.microsoft.com/office/drawing/2014/main" id="{C551C90A-573F-4E4A-9359-5C7B0F546BF9}"/>
              </a:ext>
              <a:ext uri="{C183D7F6-B498-43B3-948B-1728B52AA6E4}">
                <adec:decorative xmlns:adec="http://schemas.microsoft.com/office/drawing/2017/decorative" val="1"/>
              </a:ext>
            </a:extLst>
          </p:cNvPr>
          <p:cNvSpPr/>
          <p:nvPr userDrawn="1"/>
        </p:nvSpPr>
        <p:spPr bwMode="gray">
          <a:xfrm>
            <a:off x="2892452" y="2064663"/>
            <a:ext cx="1828959" cy="1828959"/>
          </a:xfrm>
          <a:prstGeom prst="ellipse">
            <a:avLst/>
          </a:prstGeom>
          <a:noFill/>
          <a:ln w="38100">
            <a:solidFill>
              <a:schemeClr val="accent3"/>
            </a:solidFill>
          </a:ln>
          <a:effectLst/>
        </p:spPr>
        <p:txBody>
          <a:bodyPr vert="horz" wrap="square" lIns="91440" tIns="45720" rIns="91440" bIns="45720" numCol="1" anchor="ctr" anchorCtr="0" compatLnSpc="1">
            <a:prstTxWarp prst="textNoShape">
              <a:avLst/>
            </a:prstTxWarp>
          </a:bodyPr>
          <a:lstStyle/>
          <a:p>
            <a:pPr lvl="0" algn="ctr"/>
            <a:endParaRPr lang="en-US" dirty="0">
              <a:solidFill>
                <a:schemeClr val="bg1"/>
              </a:solidFill>
            </a:endParaRPr>
          </a:p>
        </p:txBody>
      </p:sp>
      <p:sp>
        <p:nvSpPr>
          <p:cNvPr id="33" name="Oval 32">
            <a:extLst>
              <a:ext uri="{FF2B5EF4-FFF2-40B4-BE49-F238E27FC236}">
                <a16:creationId xmlns:a16="http://schemas.microsoft.com/office/drawing/2014/main" id="{AF79E162-3D8F-4829-A4AD-02A03597B11A}"/>
              </a:ext>
              <a:ext uri="{C183D7F6-B498-43B3-948B-1728B52AA6E4}">
                <adec:decorative xmlns:adec="http://schemas.microsoft.com/office/drawing/2017/decorative" val="1"/>
              </a:ext>
            </a:extLst>
          </p:cNvPr>
          <p:cNvSpPr/>
          <p:nvPr userDrawn="1"/>
        </p:nvSpPr>
        <p:spPr bwMode="gray">
          <a:xfrm>
            <a:off x="5201380" y="2064663"/>
            <a:ext cx="1828959" cy="1828959"/>
          </a:xfrm>
          <a:prstGeom prst="ellipse">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p>
        </p:txBody>
      </p:sp>
      <p:sp>
        <p:nvSpPr>
          <p:cNvPr id="34" name="Oval 33">
            <a:extLst>
              <a:ext uri="{FF2B5EF4-FFF2-40B4-BE49-F238E27FC236}">
                <a16:creationId xmlns:a16="http://schemas.microsoft.com/office/drawing/2014/main" id="{026B9B36-08E7-4664-970C-13123F24C793}"/>
              </a:ext>
              <a:ext uri="{C183D7F6-B498-43B3-948B-1728B52AA6E4}">
                <adec:decorative xmlns:adec="http://schemas.microsoft.com/office/drawing/2017/decorative" val="1"/>
              </a:ext>
            </a:extLst>
          </p:cNvPr>
          <p:cNvSpPr/>
          <p:nvPr userDrawn="1"/>
        </p:nvSpPr>
        <p:spPr bwMode="gray">
          <a:xfrm>
            <a:off x="7464921" y="2064663"/>
            <a:ext cx="1828959" cy="1828959"/>
          </a:xfrm>
          <a:prstGeom prst="ellipse">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solidFill>
                <a:schemeClr val="lt1"/>
              </a:solidFill>
            </a:endParaRPr>
          </a:p>
        </p:txBody>
      </p:sp>
      <p:sp>
        <p:nvSpPr>
          <p:cNvPr id="35" name="Oval 34">
            <a:extLst>
              <a:ext uri="{FF2B5EF4-FFF2-40B4-BE49-F238E27FC236}">
                <a16:creationId xmlns:a16="http://schemas.microsoft.com/office/drawing/2014/main" id="{7EAB1992-E472-4489-8A4E-A8FE45DE10CF}"/>
              </a:ext>
              <a:ext uri="{C183D7F6-B498-43B3-948B-1728B52AA6E4}">
                <adec:decorative xmlns:adec="http://schemas.microsoft.com/office/drawing/2017/decorative" val="1"/>
              </a:ext>
            </a:extLst>
          </p:cNvPr>
          <p:cNvSpPr/>
          <p:nvPr userDrawn="1"/>
        </p:nvSpPr>
        <p:spPr bwMode="gray">
          <a:xfrm>
            <a:off x="9744473" y="2064663"/>
            <a:ext cx="1828959" cy="1828959"/>
          </a:xfrm>
          <a:prstGeom prst="ellipse">
            <a:avLst/>
          </a:prstGeom>
          <a:noFill/>
          <a:ln w="38100">
            <a:solidFill>
              <a:srgbClr val="53565A"/>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6"/>
              </a:solidFill>
            </a:endParaRPr>
          </a:p>
        </p:txBody>
      </p:sp>
      <p:sp>
        <p:nvSpPr>
          <p:cNvPr id="36" name="page number">
            <a:extLst>
              <a:ext uri="{FF2B5EF4-FFF2-40B4-BE49-F238E27FC236}">
                <a16:creationId xmlns:a16="http://schemas.microsoft.com/office/drawing/2014/main" id="{6D94DD40-25D8-6A48-98B5-B2B0FB64FDAB}"/>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7835939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Five Icon - Fancy">
    <p:spTree>
      <p:nvGrpSpPr>
        <p:cNvPr id="1" name=""/>
        <p:cNvGrpSpPr/>
        <p:nvPr/>
      </p:nvGrpSpPr>
      <p:grpSpPr>
        <a:xfrm>
          <a:off x="0" y="0"/>
          <a:ext cx="0" cy="0"/>
          <a:chOff x="0" y="0"/>
          <a:chExt cx="0" cy="0"/>
        </a:xfrm>
      </p:grpSpPr>
      <p:sp>
        <p:nvSpPr>
          <p:cNvPr id="7" name="Oval 6">
            <a:extLst>
              <a:ext uri="{FF2B5EF4-FFF2-40B4-BE49-F238E27FC236}">
                <a16:creationId xmlns:a16="http://schemas.microsoft.com/office/drawing/2014/main" id="{BAFC2F25-50FC-743D-8875-82EAA4EE6453}"/>
              </a:ext>
            </a:extLst>
          </p:cNvPr>
          <p:cNvSpPr>
            <a:spLocks/>
          </p:cNvSpPr>
          <p:nvPr userDrawn="1"/>
        </p:nvSpPr>
        <p:spPr>
          <a:xfrm>
            <a:off x="9588109" y="1908299"/>
            <a:ext cx="2141686" cy="2141686"/>
          </a:xfrm>
          <a:prstGeom prst="ellipse">
            <a:avLst/>
          </a:prstGeom>
          <a:solidFill>
            <a:schemeClr val="tx1">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 name="Oval 1">
            <a:extLst>
              <a:ext uri="{FF2B5EF4-FFF2-40B4-BE49-F238E27FC236}">
                <a16:creationId xmlns:a16="http://schemas.microsoft.com/office/drawing/2014/main" id="{829618C8-6897-46A8-C683-D147469A957A}"/>
              </a:ext>
            </a:extLst>
          </p:cNvPr>
          <p:cNvSpPr>
            <a:spLocks/>
          </p:cNvSpPr>
          <p:nvPr userDrawn="1"/>
        </p:nvSpPr>
        <p:spPr>
          <a:xfrm>
            <a:off x="7311052" y="1908299"/>
            <a:ext cx="2141686" cy="2141686"/>
          </a:xfrm>
          <a:prstGeom prst="ellipse">
            <a:avLst/>
          </a:prstGeom>
          <a:solidFill>
            <a:schemeClr val="accent5">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 name="Oval 3">
            <a:extLst>
              <a:ext uri="{FF2B5EF4-FFF2-40B4-BE49-F238E27FC236}">
                <a16:creationId xmlns:a16="http://schemas.microsoft.com/office/drawing/2014/main" id="{CA840E68-C57E-DCBB-945A-6A62A45F1D8F}"/>
              </a:ext>
            </a:extLst>
          </p:cNvPr>
          <p:cNvSpPr>
            <a:spLocks/>
          </p:cNvSpPr>
          <p:nvPr userDrawn="1"/>
        </p:nvSpPr>
        <p:spPr>
          <a:xfrm>
            <a:off x="5040149" y="1908299"/>
            <a:ext cx="2141686" cy="2141686"/>
          </a:xfrm>
          <a:prstGeom prst="ellipse">
            <a:avLst/>
          </a:prstGeom>
          <a:solidFill>
            <a:schemeClr val="accent2">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 name="Oval 4">
            <a:extLst>
              <a:ext uri="{FF2B5EF4-FFF2-40B4-BE49-F238E27FC236}">
                <a16:creationId xmlns:a16="http://schemas.microsoft.com/office/drawing/2014/main" id="{31E2F662-6415-4B32-A3E4-6440423BAEF3}"/>
              </a:ext>
            </a:extLst>
          </p:cNvPr>
          <p:cNvSpPr>
            <a:spLocks/>
          </p:cNvSpPr>
          <p:nvPr userDrawn="1"/>
        </p:nvSpPr>
        <p:spPr>
          <a:xfrm>
            <a:off x="2736088" y="1908299"/>
            <a:ext cx="2141686" cy="2141686"/>
          </a:xfrm>
          <a:prstGeom prst="ellipse">
            <a:avLst/>
          </a:prstGeom>
          <a:solidFill>
            <a:schemeClr val="accent3">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6" name="Oval 5">
            <a:extLst>
              <a:ext uri="{FF2B5EF4-FFF2-40B4-BE49-F238E27FC236}">
                <a16:creationId xmlns:a16="http://schemas.microsoft.com/office/drawing/2014/main" id="{C4D5E98A-14B2-2162-5BA1-BD39CFF7A3DB}"/>
              </a:ext>
            </a:extLst>
          </p:cNvPr>
          <p:cNvSpPr>
            <a:spLocks/>
          </p:cNvSpPr>
          <p:nvPr userDrawn="1"/>
        </p:nvSpPr>
        <p:spPr>
          <a:xfrm>
            <a:off x="454407" y="1908299"/>
            <a:ext cx="2141686" cy="2141686"/>
          </a:xfrm>
          <a:prstGeom prst="ellipse">
            <a:avLst/>
          </a:prstGeom>
          <a:solidFill>
            <a:schemeClr val="accent4">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 name="Title 2">
            <a:extLst>
              <a:ext uri="{FF2B5EF4-FFF2-40B4-BE49-F238E27FC236}">
                <a16:creationId xmlns:a16="http://schemas.microsoft.com/office/drawing/2014/main" id="{CBA8A47F-2243-412F-A1A8-FA8E3475F5E1}"/>
              </a:ext>
            </a:extLst>
          </p:cNvPr>
          <p:cNvSpPr>
            <a:spLocks noGrp="1"/>
          </p:cNvSpPr>
          <p:nvPr>
            <p:ph type="title" hasCustomPrompt="1"/>
          </p:nvPr>
        </p:nvSpPr>
        <p:spPr/>
        <p:txBody>
          <a:bodyPr/>
          <a:lstStyle>
            <a:lvl1pPr>
              <a:defRPr>
                <a:solidFill>
                  <a:schemeClr val="accent2"/>
                </a:solidFill>
              </a:defRPr>
            </a:lvl1pPr>
          </a:lstStyle>
          <a:p>
            <a:r>
              <a:rPr lang="en-US"/>
              <a:t>Five Icon Placeholders with Text Descriptions</a:t>
            </a:r>
          </a:p>
        </p:txBody>
      </p:sp>
      <p:sp>
        <p:nvSpPr>
          <p:cNvPr id="16" name="Subtitle 2">
            <a:extLst>
              <a:ext uri="{FF2B5EF4-FFF2-40B4-BE49-F238E27FC236}">
                <a16:creationId xmlns:a16="http://schemas.microsoft.com/office/drawing/2014/main" id="{EEA64E97-C31D-49B1-B8E1-20E5F404F516}"/>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22" name="Oval 21">
            <a:extLst>
              <a:ext uri="{FF2B5EF4-FFF2-40B4-BE49-F238E27FC236}">
                <a16:creationId xmlns:a16="http://schemas.microsoft.com/office/drawing/2014/main" id="{A1FDF9D3-5B68-4A75-97BF-2C5113CFAA66}"/>
              </a:ext>
              <a:ext uri="{C183D7F6-B498-43B3-948B-1728B52AA6E4}">
                <adec:decorative xmlns:adec="http://schemas.microsoft.com/office/drawing/2017/decorative" val="1"/>
              </a:ext>
            </a:extLst>
          </p:cNvPr>
          <p:cNvSpPr/>
          <p:nvPr userDrawn="1"/>
        </p:nvSpPr>
        <p:spPr bwMode="gray">
          <a:xfrm>
            <a:off x="609800" y="2064663"/>
            <a:ext cx="1828959" cy="1828959"/>
          </a:xfrm>
          <a:prstGeom prst="ellipse">
            <a:avLst/>
          </a:prstGeom>
          <a:solidFill>
            <a:schemeClr val="bg1"/>
          </a:solid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accent4"/>
              </a:solidFill>
            </a:endParaRPr>
          </a:p>
        </p:txBody>
      </p:sp>
      <p:sp>
        <p:nvSpPr>
          <p:cNvPr id="15" name="Text Placeholder 3">
            <a:extLst>
              <a:ext uri="{FF2B5EF4-FFF2-40B4-BE49-F238E27FC236}">
                <a16:creationId xmlns:a16="http://schemas.microsoft.com/office/drawing/2014/main" id="{AE3C6552-FD35-F64A-AB25-15819DA5EE24}"/>
              </a:ext>
            </a:extLst>
          </p:cNvPr>
          <p:cNvSpPr>
            <a:spLocks noGrp="1"/>
          </p:cNvSpPr>
          <p:nvPr>
            <p:ph type="body" sz="quarter" idx="24" hasCustomPrompt="1"/>
          </p:nvPr>
        </p:nvSpPr>
        <p:spPr>
          <a:xfrm>
            <a:off x="820549" y="2428884"/>
            <a:ext cx="1396669" cy="1100516"/>
          </a:xfrm>
        </p:spPr>
        <p:txBody>
          <a:bodyPr anchor="ctr" anchorCtr="0"/>
          <a:lstStyle>
            <a:lvl1pPr algn="ctr">
              <a:lnSpc>
                <a:spcPct val="100000"/>
              </a:lnSpc>
              <a:spcBef>
                <a:spcPts val="600"/>
              </a:spcBef>
              <a:defRPr sz="1800">
                <a:solidFill>
                  <a:schemeClr val="accent4"/>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17" name="Text Placeholder 3">
            <a:extLst>
              <a:ext uri="{FF2B5EF4-FFF2-40B4-BE49-F238E27FC236}">
                <a16:creationId xmlns:a16="http://schemas.microsoft.com/office/drawing/2014/main" id="{2E201879-B985-4ADE-8AD6-6C3E14CE0AFE}"/>
              </a:ext>
            </a:extLst>
          </p:cNvPr>
          <p:cNvSpPr>
            <a:spLocks noGrp="1"/>
          </p:cNvSpPr>
          <p:nvPr>
            <p:ph type="body" sz="quarter" idx="19" hasCustomPrompt="1"/>
          </p:nvPr>
        </p:nvSpPr>
        <p:spPr>
          <a:xfrm>
            <a:off x="610850" y="4282873"/>
            <a:ext cx="1828800" cy="1458912"/>
          </a:xfrm>
        </p:spPr>
        <p:txBody>
          <a:bodyPr/>
          <a:lstStyle>
            <a:lvl1pPr algn="ctr">
              <a:lnSpc>
                <a:spcPct val="100000"/>
              </a:lnSpc>
              <a:spcBef>
                <a:spcPts val="600"/>
              </a:spcBef>
              <a:defRPr sz="2000">
                <a:solidFill>
                  <a:schemeClr val="accent4"/>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dirty="0"/>
              <a:t>Click to add text</a:t>
            </a:r>
          </a:p>
          <a:p>
            <a:pPr lvl="1"/>
            <a:r>
              <a:rPr lang="en-US" dirty="0"/>
              <a:t>Second level</a:t>
            </a:r>
          </a:p>
        </p:txBody>
      </p:sp>
      <p:sp>
        <p:nvSpPr>
          <p:cNvPr id="24" name="Oval 23">
            <a:extLst>
              <a:ext uri="{FF2B5EF4-FFF2-40B4-BE49-F238E27FC236}">
                <a16:creationId xmlns:a16="http://schemas.microsoft.com/office/drawing/2014/main" id="{C551C90A-573F-4E4A-9359-5C7B0F546BF9}"/>
              </a:ext>
              <a:ext uri="{C183D7F6-B498-43B3-948B-1728B52AA6E4}">
                <adec:decorative xmlns:adec="http://schemas.microsoft.com/office/drawing/2017/decorative" val="1"/>
              </a:ext>
            </a:extLst>
          </p:cNvPr>
          <p:cNvSpPr/>
          <p:nvPr userDrawn="1"/>
        </p:nvSpPr>
        <p:spPr bwMode="gray">
          <a:xfrm>
            <a:off x="2892452" y="2064663"/>
            <a:ext cx="1828959" cy="1828959"/>
          </a:xfrm>
          <a:prstGeom prst="ellipse">
            <a:avLst/>
          </a:prstGeom>
          <a:solidFill>
            <a:schemeClr val="bg1"/>
          </a:solidFill>
          <a:ln w="38100">
            <a:solidFill>
              <a:schemeClr val="accent3"/>
            </a:solidFill>
          </a:ln>
          <a:effectLst/>
        </p:spPr>
        <p:txBody>
          <a:bodyPr vert="horz" wrap="square" lIns="0" tIns="0" rIns="0" bIns="0" numCol="1" anchor="ctr" anchorCtr="0" compatLnSpc="1">
            <a:prstTxWarp prst="textNoShape">
              <a:avLst/>
            </a:prstTxWarp>
          </a:bodyPr>
          <a:lstStyle/>
          <a:p>
            <a:pPr lvl="0" algn="ctr"/>
            <a:endParaRPr lang="en-US">
              <a:solidFill>
                <a:schemeClr val="bg1"/>
              </a:solidFill>
            </a:endParaRPr>
          </a:p>
        </p:txBody>
      </p:sp>
      <p:sp>
        <p:nvSpPr>
          <p:cNvPr id="19" name="Text Placeholder 3">
            <a:extLst>
              <a:ext uri="{FF2B5EF4-FFF2-40B4-BE49-F238E27FC236}">
                <a16:creationId xmlns:a16="http://schemas.microsoft.com/office/drawing/2014/main" id="{C54AA791-D396-204E-9DF4-50E16614DD73}"/>
              </a:ext>
            </a:extLst>
          </p:cNvPr>
          <p:cNvSpPr>
            <a:spLocks noGrp="1"/>
          </p:cNvSpPr>
          <p:nvPr>
            <p:ph type="body" sz="quarter" idx="26" hasCustomPrompt="1"/>
          </p:nvPr>
        </p:nvSpPr>
        <p:spPr>
          <a:xfrm>
            <a:off x="3110473" y="2428884"/>
            <a:ext cx="1396669" cy="1100516"/>
          </a:xfrm>
        </p:spPr>
        <p:txBody>
          <a:bodyPr anchor="ctr" anchorCtr="0"/>
          <a:lstStyle>
            <a:lvl1pPr algn="ctr">
              <a:lnSpc>
                <a:spcPct val="100000"/>
              </a:lnSpc>
              <a:spcBef>
                <a:spcPts val="600"/>
              </a:spcBef>
              <a:defRPr sz="1800">
                <a:solidFill>
                  <a:schemeClr val="accent3"/>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9" name="Text Placeholder 3">
            <a:extLst>
              <a:ext uri="{FF2B5EF4-FFF2-40B4-BE49-F238E27FC236}">
                <a16:creationId xmlns:a16="http://schemas.microsoft.com/office/drawing/2014/main" id="{62D3946B-F2F1-42AF-8E89-00761A7745D4}"/>
              </a:ext>
            </a:extLst>
          </p:cNvPr>
          <p:cNvSpPr>
            <a:spLocks noGrp="1"/>
          </p:cNvSpPr>
          <p:nvPr>
            <p:ph type="body" sz="quarter" idx="21" hasCustomPrompt="1"/>
          </p:nvPr>
        </p:nvSpPr>
        <p:spPr>
          <a:xfrm>
            <a:off x="2894013" y="4282873"/>
            <a:ext cx="1828800" cy="1458912"/>
          </a:xfrm>
        </p:spPr>
        <p:txBody>
          <a:bodyPr/>
          <a:lstStyle>
            <a:lvl1pPr algn="ctr">
              <a:lnSpc>
                <a:spcPct val="100000"/>
              </a:lnSpc>
              <a:spcBef>
                <a:spcPts val="600"/>
              </a:spcBef>
              <a:defRPr sz="2000">
                <a:solidFill>
                  <a:schemeClr val="accent3"/>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5" name="Oval 24">
            <a:extLst>
              <a:ext uri="{FF2B5EF4-FFF2-40B4-BE49-F238E27FC236}">
                <a16:creationId xmlns:a16="http://schemas.microsoft.com/office/drawing/2014/main" id="{AF79E162-3D8F-4829-A4AD-02A03597B11A}"/>
              </a:ext>
              <a:ext uri="{C183D7F6-B498-43B3-948B-1728B52AA6E4}">
                <adec:decorative xmlns:adec="http://schemas.microsoft.com/office/drawing/2017/decorative" val="1"/>
              </a:ext>
            </a:extLst>
          </p:cNvPr>
          <p:cNvSpPr/>
          <p:nvPr userDrawn="1"/>
        </p:nvSpPr>
        <p:spPr bwMode="gray">
          <a:xfrm>
            <a:off x="5201380" y="2064663"/>
            <a:ext cx="1828959" cy="1828959"/>
          </a:xfrm>
          <a:prstGeom prst="ellipse">
            <a:avLst/>
          </a:prstGeom>
          <a:solidFill>
            <a:schemeClr val="bg1"/>
          </a:solid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 name="Text Placeholder 3">
            <a:extLst>
              <a:ext uri="{FF2B5EF4-FFF2-40B4-BE49-F238E27FC236}">
                <a16:creationId xmlns:a16="http://schemas.microsoft.com/office/drawing/2014/main" id="{F6390E06-1436-004E-875E-AAE40E05D76F}"/>
              </a:ext>
            </a:extLst>
          </p:cNvPr>
          <p:cNvSpPr>
            <a:spLocks noGrp="1"/>
          </p:cNvSpPr>
          <p:nvPr>
            <p:ph type="body" sz="quarter" idx="25" hasCustomPrompt="1"/>
          </p:nvPr>
        </p:nvSpPr>
        <p:spPr>
          <a:xfrm>
            <a:off x="5412658" y="2428884"/>
            <a:ext cx="1396669" cy="1100516"/>
          </a:xfrm>
        </p:spPr>
        <p:txBody>
          <a:bodyPr anchor="ctr" anchorCtr="0"/>
          <a:lstStyle>
            <a:lvl1pPr algn="ctr">
              <a:lnSpc>
                <a:spcPct val="100000"/>
              </a:lnSpc>
              <a:spcBef>
                <a:spcPts val="600"/>
              </a:spcBef>
              <a:defRPr sz="1800">
                <a:solidFill>
                  <a:schemeClr val="accent2"/>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8" name="Text Placeholder 3">
            <a:extLst>
              <a:ext uri="{FF2B5EF4-FFF2-40B4-BE49-F238E27FC236}">
                <a16:creationId xmlns:a16="http://schemas.microsoft.com/office/drawing/2014/main" id="{9495BAAB-E860-4075-9DA3-ABA7C32D235E}"/>
              </a:ext>
            </a:extLst>
          </p:cNvPr>
          <p:cNvSpPr>
            <a:spLocks noGrp="1"/>
          </p:cNvSpPr>
          <p:nvPr>
            <p:ph type="body" sz="quarter" idx="20" hasCustomPrompt="1"/>
          </p:nvPr>
        </p:nvSpPr>
        <p:spPr>
          <a:xfrm>
            <a:off x="5185093" y="4282873"/>
            <a:ext cx="1828800" cy="1458912"/>
          </a:xfrm>
        </p:spPr>
        <p:txBody>
          <a:bodyPr/>
          <a:lstStyle>
            <a:lvl1pPr algn="ctr">
              <a:lnSpc>
                <a:spcPct val="100000"/>
              </a:lnSpc>
              <a:spcBef>
                <a:spcPts val="600"/>
              </a:spcBef>
              <a:defRPr sz="2000">
                <a:solidFill>
                  <a:schemeClr val="accent2"/>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93" name="Oval 92">
            <a:extLst>
              <a:ext uri="{FF2B5EF4-FFF2-40B4-BE49-F238E27FC236}">
                <a16:creationId xmlns:a16="http://schemas.microsoft.com/office/drawing/2014/main" id="{026B9B36-08E7-4664-970C-13123F24C793}"/>
              </a:ext>
              <a:ext uri="{C183D7F6-B498-43B3-948B-1728B52AA6E4}">
                <adec:decorative xmlns:adec="http://schemas.microsoft.com/office/drawing/2017/decorative" val="1"/>
              </a:ext>
            </a:extLst>
          </p:cNvPr>
          <p:cNvSpPr/>
          <p:nvPr userDrawn="1"/>
        </p:nvSpPr>
        <p:spPr bwMode="gray">
          <a:xfrm>
            <a:off x="7464921" y="2064663"/>
            <a:ext cx="1828959" cy="1828959"/>
          </a:xfrm>
          <a:prstGeom prst="ellipse">
            <a:avLst/>
          </a:prstGeom>
          <a:solidFill>
            <a:schemeClr val="bg1"/>
          </a:solid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solidFill>
                <a:schemeClr val="lt1"/>
              </a:solidFill>
            </a:endParaRPr>
          </a:p>
        </p:txBody>
      </p:sp>
      <p:sp>
        <p:nvSpPr>
          <p:cNvPr id="20" name="Text Placeholder 3">
            <a:extLst>
              <a:ext uri="{FF2B5EF4-FFF2-40B4-BE49-F238E27FC236}">
                <a16:creationId xmlns:a16="http://schemas.microsoft.com/office/drawing/2014/main" id="{D673B6CF-B10C-8742-A91F-672EAD5163E0}"/>
              </a:ext>
            </a:extLst>
          </p:cNvPr>
          <p:cNvSpPr>
            <a:spLocks noGrp="1"/>
          </p:cNvSpPr>
          <p:nvPr>
            <p:ph type="body" sz="quarter" idx="27" hasCustomPrompt="1"/>
          </p:nvPr>
        </p:nvSpPr>
        <p:spPr>
          <a:xfrm>
            <a:off x="7677080" y="2428884"/>
            <a:ext cx="1396669" cy="1100516"/>
          </a:xfrm>
        </p:spPr>
        <p:txBody>
          <a:bodyPr anchor="ctr" anchorCtr="0"/>
          <a:lstStyle>
            <a:lvl1pPr algn="ctr">
              <a:lnSpc>
                <a:spcPct val="100000"/>
              </a:lnSpc>
              <a:spcBef>
                <a:spcPts val="600"/>
              </a:spcBef>
              <a:defRPr sz="1800">
                <a:solidFill>
                  <a:schemeClr val="accent5"/>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30" name="Text Placeholder 3">
            <a:extLst>
              <a:ext uri="{FF2B5EF4-FFF2-40B4-BE49-F238E27FC236}">
                <a16:creationId xmlns:a16="http://schemas.microsoft.com/office/drawing/2014/main" id="{22F84664-2E68-46AE-AE2C-E8D2B6C9A1DD}"/>
              </a:ext>
            </a:extLst>
          </p:cNvPr>
          <p:cNvSpPr>
            <a:spLocks noGrp="1"/>
          </p:cNvSpPr>
          <p:nvPr>
            <p:ph type="body" sz="quarter" idx="22" hasCustomPrompt="1"/>
          </p:nvPr>
        </p:nvSpPr>
        <p:spPr>
          <a:xfrm>
            <a:off x="7470001" y="4282873"/>
            <a:ext cx="1894336" cy="1458912"/>
          </a:xfrm>
        </p:spPr>
        <p:txBody>
          <a:bodyPr/>
          <a:lstStyle>
            <a:lvl1pPr algn="ctr">
              <a:lnSpc>
                <a:spcPct val="100000"/>
              </a:lnSpc>
              <a:spcBef>
                <a:spcPts val="600"/>
              </a:spcBef>
              <a:defRPr sz="2000">
                <a:solidFill>
                  <a:schemeClr val="accent5"/>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3" name="Oval 22">
            <a:extLst>
              <a:ext uri="{FF2B5EF4-FFF2-40B4-BE49-F238E27FC236}">
                <a16:creationId xmlns:a16="http://schemas.microsoft.com/office/drawing/2014/main" id="{7EAB1992-E472-4489-8A4E-A8FE45DE10CF}"/>
              </a:ext>
              <a:ext uri="{C183D7F6-B498-43B3-948B-1728B52AA6E4}">
                <adec:decorative xmlns:adec="http://schemas.microsoft.com/office/drawing/2017/decorative" val="1"/>
              </a:ext>
            </a:extLst>
          </p:cNvPr>
          <p:cNvSpPr/>
          <p:nvPr userDrawn="1"/>
        </p:nvSpPr>
        <p:spPr bwMode="gray">
          <a:xfrm>
            <a:off x="9744473" y="2064663"/>
            <a:ext cx="1828959" cy="1828959"/>
          </a:xfrm>
          <a:prstGeom prst="ellipse">
            <a:avLst/>
          </a:prstGeom>
          <a:solidFill>
            <a:schemeClr val="bg1"/>
          </a:solidFill>
          <a:ln w="38100">
            <a:solidFill>
              <a:srgbClr val="53565A"/>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accent6"/>
              </a:solidFill>
            </a:endParaRPr>
          </a:p>
        </p:txBody>
      </p:sp>
      <p:sp>
        <p:nvSpPr>
          <p:cNvPr id="21" name="Text Placeholder 3">
            <a:extLst>
              <a:ext uri="{FF2B5EF4-FFF2-40B4-BE49-F238E27FC236}">
                <a16:creationId xmlns:a16="http://schemas.microsoft.com/office/drawing/2014/main" id="{FF3DA55F-C9CF-8945-A9DE-F606579BFE23}"/>
              </a:ext>
            </a:extLst>
          </p:cNvPr>
          <p:cNvSpPr>
            <a:spLocks noGrp="1"/>
          </p:cNvSpPr>
          <p:nvPr>
            <p:ph type="body" sz="quarter" idx="28" hasCustomPrompt="1"/>
          </p:nvPr>
        </p:nvSpPr>
        <p:spPr>
          <a:xfrm>
            <a:off x="9980612" y="2428884"/>
            <a:ext cx="1396669" cy="1100516"/>
          </a:xfrm>
        </p:spPr>
        <p:txBody>
          <a:bodyPr anchor="ctr" anchorCtr="0"/>
          <a:lstStyle>
            <a:lvl1pPr algn="ctr">
              <a:lnSpc>
                <a:spcPct val="100000"/>
              </a:lnSpc>
              <a:spcBef>
                <a:spcPts val="600"/>
              </a:spcBef>
              <a:defRPr sz="1800">
                <a:solidFill>
                  <a:schemeClr val="bg2">
                    <a:lumMod val="25000"/>
                  </a:schemeClr>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32" name="Text Placeholder 3">
            <a:extLst>
              <a:ext uri="{FF2B5EF4-FFF2-40B4-BE49-F238E27FC236}">
                <a16:creationId xmlns:a16="http://schemas.microsoft.com/office/drawing/2014/main" id="{CDC9B65E-8BAA-4676-9F32-44EC3772D342}"/>
              </a:ext>
            </a:extLst>
          </p:cNvPr>
          <p:cNvSpPr>
            <a:spLocks noGrp="1"/>
          </p:cNvSpPr>
          <p:nvPr>
            <p:ph type="body" sz="quarter" idx="23" hasCustomPrompt="1"/>
          </p:nvPr>
        </p:nvSpPr>
        <p:spPr>
          <a:xfrm>
            <a:off x="9752013" y="4282873"/>
            <a:ext cx="1828800" cy="1458912"/>
          </a:xfrm>
        </p:spPr>
        <p:txBody>
          <a:bodyPr/>
          <a:lstStyle>
            <a:lvl1pPr algn="ctr">
              <a:lnSpc>
                <a:spcPct val="100000"/>
              </a:lnSpc>
              <a:spcBef>
                <a:spcPts val="600"/>
              </a:spcBef>
              <a:defRPr sz="2000">
                <a:solidFill>
                  <a:schemeClr val="bg2">
                    <a:lumMod val="25000"/>
                  </a:schemeClr>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7" name="page number">
            <a:extLst>
              <a:ext uri="{FF2B5EF4-FFF2-40B4-BE49-F238E27FC236}">
                <a16:creationId xmlns:a16="http://schemas.microsoft.com/office/drawing/2014/main" id="{6D94DD40-25D8-6A48-98B5-B2B0FB64FDAB}"/>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Tree>
    <p:extLst>
      <p:ext uri="{BB962C8B-B14F-4D97-AF65-F5344CB8AC3E}">
        <p14:creationId xmlns:p14="http://schemas.microsoft.com/office/powerpoint/2010/main" val="1847558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Five Icon - Fancy - RBLF">
    <p:spTree>
      <p:nvGrpSpPr>
        <p:cNvPr id="1" name=""/>
        <p:cNvGrpSpPr/>
        <p:nvPr/>
      </p:nvGrpSpPr>
      <p:grpSpPr>
        <a:xfrm>
          <a:off x="0" y="0"/>
          <a:ext cx="0" cy="0"/>
          <a:chOff x="0" y="0"/>
          <a:chExt cx="0" cy="0"/>
        </a:xfrm>
      </p:grpSpPr>
      <p:sp>
        <p:nvSpPr>
          <p:cNvPr id="7" name="Oval 6">
            <a:extLst>
              <a:ext uri="{FF2B5EF4-FFF2-40B4-BE49-F238E27FC236}">
                <a16:creationId xmlns:a16="http://schemas.microsoft.com/office/drawing/2014/main" id="{BAFC2F25-50FC-743D-8875-82EAA4EE6453}"/>
              </a:ext>
            </a:extLst>
          </p:cNvPr>
          <p:cNvSpPr>
            <a:spLocks/>
          </p:cNvSpPr>
          <p:nvPr userDrawn="1"/>
        </p:nvSpPr>
        <p:spPr>
          <a:xfrm>
            <a:off x="9588109" y="1908299"/>
            <a:ext cx="2141686" cy="2141686"/>
          </a:xfrm>
          <a:prstGeom prst="ellipse">
            <a:avLst/>
          </a:prstGeom>
          <a:solidFill>
            <a:schemeClr val="tx1">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 name="Oval 1">
            <a:extLst>
              <a:ext uri="{FF2B5EF4-FFF2-40B4-BE49-F238E27FC236}">
                <a16:creationId xmlns:a16="http://schemas.microsoft.com/office/drawing/2014/main" id="{829618C8-6897-46A8-C683-D147469A957A}"/>
              </a:ext>
            </a:extLst>
          </p:cNvPr>
          <p:cNvSpPr>
            <a:spLocks/>
          </p:cNvSpPr>
          <p:nvPr userDrawn="1"/>
        </p:nvSpPr>
        <p:spPr>
          <a:xfrm>
            <a:off x="7311052" y="1908299"/>
            <a:ext cx="2141686" cy="2141686"/>
          </a:xfrm>
          <a:prstGeom prst="ellipse">
            <a:avLst/>
          </a:prstGeom>
          <a:solidFill>
            <a:schemeClr val="accent5">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 name="Oval 3">
            <a:extLst>
              <a:ext uri="{FF2B5EF4-FFF2-40B4-BE49-F238E27FC236}">
                <a16:creationId xmlns:a16="http://schemas.microsoft.com/office/drawing/2014/main" id="{CA840E68-C57E-DCBB-945A-6A62A45F1D8F}"/>
              </a:ext>
            </a:extLst>
          </p:cNvPr>
          <p:cNvSpPr>
            <a:spLocks/>
          </p:cNvSpPr>
          <p:nvPr userDrawn="1"/>
        </p:nvSpPr>
        <p:spPr>
          <a:xfrm>
            <a:off x="5040149" y="1908299"/>
            <a:ext cx="2141686" cy="2141686"/>
          </a:xfrm>
          <a:prstGeom prst="ellipse">
            <a:avLst/>
          </a:prstGeom>
          <a:solidFill>
            <a:schemeClr val="accent2">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 name="Oval 4">
            <a:extLst>
              <a:ext uri="{FF2B5EF4-FFF2-40B4-BE49-F238E27FC236}">
                <a16:creationId xmlns:a16="http://schemas.microsoft.com/office/drawing/2014/main" id="{31E2F662-6415-4B32-A3E4-6440423BAEF3}"/>
              </a:ext>
            </a:extLst>
          </p:cNvPr>
          <p:cNvSpPr>
            <a:spLocks/>
          </p:cNvSpPr>
          <p:nvPr userDrawn="1"/>
        </p:nvSpPr>
        <p:spPr>
          <a:xfrm>
            <a:off x="2736088" y="1908299"/>
            <a:ext cx="2141686" cy="2141686"/>
          </a:xfrm>
          <a:prstGeom prst="ellipse">
            <a:avLst/>
          </a:prstGeom>
          <a:solidFill>
            <a:schemeClr val="accent3">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6" name="Oval 5">
            <a:extLst>
              <a:ext uri="{FF2B5EF4-FFF2-40B4-BE49-F238E27FC236}">
                <a16:creationId xmlns:a16="http://schemas.microsoft.com/office/drawing/2014/main" id="{C4D5E98A-14B2-2162-5BA1-BD39CFF7A3DB}"/>
              </a:ext>
            </a:extLst>
          </p:cNvPr>
          <p:cNvSpPr>
            <a:spLocks/>
          </p:cNvSpPr>
          <p:nvPr userDrawn="1"/>
        </p:nvSpPr>
        <p:spPr>
          <a:xfrm>
            <a:off x="454407" y="1908299"/>
            <a:ext cx="2141686" cy="2141686"/>
          </a:xfrm>
          <a:prstGeom prst="ellipse">
            <a:avLst/>
          </a:prstGeom>
          <a:solidFill>
            <a:schemeClr val="accent4">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 name="Title 2">
            <a:extLst>
              <a:ext uri="{FF2B5EF4-FFF2-40B4-BE49-F238E27FC236}">
                <a16:creationId xmlns:a16="http://schemas.microsoft.com/office/drawing/2014/main" id="{CBA8A47F-2243-412F-A1A8-FA8E3475F5E1}"/>
              </a:ext>
            </a:extLst>
          </p:cNvPr>
          <p:cNvSpPr>
            <a:spLocks noGrp="1"/>
          </p:cNvSpPr>
          <p:nvPr>
            <p:ph type="title" hasCustomPrompt="1"/>
          </p:nvPr>
        </p:nvSpPr>
        <p:spPr/>
        <p:txBody>
          <a:bodyPr/>
          <a:lstStyle>
            <a:lvl1pPr>
              <a:defRPr>
                <a:solidFill>
                  <a:schemeClr val="accent2"/>
                </a:solidFill>
              </a:defRPr>
            </a:lvl1pPr>
          </a:lstStyle>
          <a:p>
            <a:r>
              <a:rPr lang="en-US"/>
              <a:t>Five Icon Placeholders with Text Descriptions</a:t>
            </a:r>
          </a:p>
        </p:txBody>
      </p:sp>
      <p:sp>
        <p:nvSpPr>
          <p:cNvPr id="16" name="Subtitle 2">
            <a:extLst>
              <a:ext uri="{FF2B5EF4-FFF2-40B4-BE49-F238E27FC236}">
                <a16:creationId xmlns:a16="http://schemas.microsoft.com/office/drawing/2014/main" id="{EEA64E97-C31D-49B1-B8E1-20E5F404F516}"/>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22" name="Oval 21">
            <a:extLst>
              <a:ext uri="{FF2B5EF4-FFF2-40B4-BE49-F238E27FC236}">
                <a16:creationId xmlns:a16="http://schemas.microsoft.com/office/drawing/2014/main" id="{A1FDF9D3-5B68-4A75-97BF-2C5113CFAA66}"/>
              </a:ext>
              <a:ext uri="{C183D7F6-B498-43B3-948B-1728B52AA6E4}">
                <adec:decorative xmlns:adec="http://schemas.microsoft.com/office/drawing/2017/decorative" val="1"/>
              </a:ext>
            </a:extLst>
          </p:cNvPr>
          <p:cNvSpPr/>
          <p:nvPr userDrawn="1"/>
        </p:nvSpPr>
        <p:spPr bwMode="gray">
          <a:xfrm>
            <a:off x="609800" y="2064663"/>
            <a:ext cx="1828959" cy="1828959"/>
          </a:xfrm>
          <a:prstGeom prst="ellipse">
            <a:avLst/>
          </a:prstGeom>
          <a:solidFill>
            <a:schemeClr val="accent4"/>
          </a:solid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accent4"/>
              </a:solidFill>
            </a:endParaRPr>
          </a:p>
        </p:txBody>
      </p:sp>
      <p:sp>
        <p:nvSpPr>
          <p:cNvPr id="15" name="Text Placeholder 3">
            <a:extLst>
              <a:ext uri="{FF2B5EF4-FFF2-40B4-BE49-F238E27FC236}">
                <a16:creationId xmlns:a16="http://schemas.microsoft.com/office/drawing/2014/main" id="{AE3C6552-FD35-F64A-AB25-15819DA5EE24}"/>
              </a:ext>
            </a:extLst>
          </p:cNvPr>
          <p:cNvSpPr>
            <a:spLocks noGrp="1"/>
          </p:cNvSpPr>
          <p:nvPr>
            <p:ph type="body" sz="quarter" idx="24" hasCustomPrompt="1"/>
          </p:nvPr>
        </p:nvSpPr>
        <p:spPr>
          <a:xfrm>
            <a:off x="820549" y="2428884"/>
            <a:ext cx="1396669" cy="1100516"/>
          </a:xfrm>
        </p:spPr>
        <p:txBody>
          <a:bodyPr anchor="ctr" anchorCtr="0"/>
          <a:lstStyle>
            <a:lvl1pPr algn="ctr">
              <a:lnSpc>
                <a:spcPct val="100000"/>
              </a:lnSpc>
              <a:spcBef>
                <a:spcPts val="600"/>
              </a:spcBef>
              <a:defRPr sz="1800">
                <a:solidFill>
                  <a:schemeClr val="bg1"/>
                </a:solidFill>
              </a:defRPr>
            </a:lvl1pPr>
            <a:lvl2pPr marL="0" indent="0" algn="ctr">
              <a:lnSpc>
                <a:spcPct val="100000"/>
              </a:lnSpc>
              <a:spcBef>
                <a:spcPts val="600"/>
              </a:spcBef>
              <a:buFont typeface="Arial" panose="020B0604020202020204" pitchFamily="34" charset="0"/>
              <a:buChar char="​"/>
              <a:defRPr/>
            </a:lvl2pPr>
          </a:lstStyle>
          <a:p>
            <a:pPr lvl="0"/>
            <a:r>
              <a:rPr lang="en-US" dirty="0"/>
              <a:t>add icon</a:t>
            </a:r>
            <a:br>
              <a:rPr lang="en-US" dirty="0"/>
            </a:br>
            <a:r>
              <a:rPr lang="en-US" dirty="0"/>
              <a:t>or text</a:t>
            </a:r>
          </a:p>
        </p:txBody>
      </p:sp>
      <p:sp>
        <p:nvSpPr>
          <p:cNvPr id="17" name="Text Placeholder 3">
            <a:extLst>
              <a:ext uri="{FF2B5EF4-FFF2-40B4-BE49-F238E27FC236}">
                <a16:creationId xmlns:a16="http://schemas.microsoft.com/office/drawing/2014/main" id="{2E201879-B985-4ADE-8AD6-6C3E14CE0AFE}"/>
              </a:ext>
            </a:extLst>
          </p:cNvPr>
          <p:cNvSpPr>
            <a:spLocks noGrp="1"/>
          </p:cNvSpPr>
          <p:nvPr>
            <p:ph type="body" sz="quarter" idx="19" hasCustomPrompt="1"/>
          </p:nvPr>
        </p:nvSpPr>
        <p:spPr>
          <a:xfrm>
            <a:off x="610850" y="4282873"/>
            <a:ext cx="1828800" cy="1458912"/>
          </a:xfrm>
        </p:spPr>
        <p:txBody>
          <a:bodyPr/>
          <a:lstStyle>
            <a:lvl1pPr algn="ctr">
              <a:lnSpc>
                <a:spcPct val="100000"/>
              </a:lnSpc>
              <a:spcBef>
                <a:spcPts val="600"/>
              </a:spcBef>
              <a:defRPr sz="2000">
                <a:solidFill>
                  <a:schemeClr val="accent4"/>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dirty="0"/>
              <a:t>Click to add text</a:t>
            </a:r>
          </a:p>
          <a:p>
            <a:pPr lvl="1"/>
            <a:r>
              <a:rPr lang="en-US" dirty="0"/>
              <a:t>Second level</a:t>
            </a:r>
          </a:p>
        </p:txBody>
      </p:sp>
      <p:sp>
        <p:nvSpPr>
          <p:cNvPr id="24" name="Oval 23">
            <a:extLst>
              <a:ext uri="{FF2B5EF4-FFF2-40B4-BE49-F238E27FC236}">
                <a16:creationId xmlns:a16="http://schemas.microsoft.com/office/drawing/2014/main" id="{C551C90A-573F-4E4A-9359-5C7B0F546BF9}"/>
              </a:ext>
              <a:ext uri="{C183D7F6-B498-43B3-948B-1728B52AA6E4}">
                <adec:decorative xmlns:adec="http://schemas.microsoft.com/office/drawing/2017/decorative" val="1"/>
              </a:ext>
            </a:extLst>
          </p:cNvPr>
          <p:cNvSpPr/>
          <p:nvPr userDrawn="1"/>
        </p:nvSpPr>
        <p:spPr bwMode="gray">
          <a:xfrm>
            <a:off x="2892452" y="2064663"/>
            <a:ext cx="1828959" cy="1828959"/>
          </a:xfrm>
          <a:prstGeom prst="ellipse">
            <a:avLst/>
          </a:prstGeom>
          <a:solidFill>
            <a:schemeClr val="accent3"/>
          </a:solidFill>
          <a:ln w="38100">
            <a:solidFill>
              <a:schemeClr val="accent3"/>
            </a:solidFill>
          </a:ln>
          <a:effectLst/>
        </p:spPr>
        <p:txBody>
          <a:bodyPr vert="horz" wrap="square" lIns="0" tIns="0" rIns="0" bIns="0" numCol="1" anchor="ctr" anchorCtr="0" compatLnSpc="1">
            <a:prstTxWarp prst="textNoShape">
              <a:avLst/>
            </a:prstTxWarp>
          </a:bodyPr>
          <a:lstStyle/>
          <a:p>
            <a:pPr lvl="0" algn="ctr"/>
            <a:endParaRPr lang="en-US">
              <a:solidFill>
                <a:schemeClr val="bg1"/>
              </a:solidFill>
            </a:endParaRPr>
          </a:p>
        </p:txBody>
      </p:sp>
      <p:sp>
        <p:nvSpPr>
          <p:cNvPr id="19" name="Text Placeholder 3">
            <a:extLst>
              <a:ext uri="{FF2B5EF4-FFF2-40B4-BE49-F238E27FC236}">
                <a16:creationId xmlns:a16="http://schemas.microsoft.com/office/drawing/2014/main" id="{C54AA791-D396-204E-9DF4-50E16614DD73}"/>
              </a:ext>
            </a:extLst>
          </p:cNvPr>
          <p:cNvSpPr>
            <a:spLocks noGrp="1"/>
          </p:cNvSpPr>
          <p:nvPr>
            <p:ph type="body" sz="quarter" idx="26" hasCustomPrompt="1"/>
          </p:nvPr>
        </p:nvSpPr>
        <p:spPr>
          <a:xfrm>
            <a:off x="3110473" y="2428884"/>
            <a:ext cx="1396669" cy="1100516"/>
          </a:xfrm>
        </p:spPr>
        <p:txBody>
          <a:bodyPr anchor="ctr" anchorCtr="0"/>
          <a:lstStyle>
            <a:lvl1pPr algn="ctr">
              <a:lnSpc>
                <a:spcPct val="100000"/>
              </a:lnSpc>
              <a:spcBef>
                <a:spcPts val="600"/>
              </a:spcBef>
              <a:defRPr sz="1800">
                <a:solidFill>
                  <a:schemeClr val="bg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9" name="Text Placeholder 3">
            <a:extLst>
              <a:ext uri="{FF2B5EF4-FFF2-40B4-BE49-F238E27FC236}">
                <a16:creationId xmlns:a16="http://schemas.microsoft.com/office/drawing/2014/main" id="{62D3946B-F2F1-42AF-8E89-00761A7745D4}"/>
              </a:ext>
            </a:extLst>
          </p:cNvPr>
          <p:cNvSpPr>
            <a:spLocks noGrp="1"/>
          </p:cNvSpPr>
          <p:nvPr>
            <p:ph type="body" sz="quarter" idx="21" hasCustomPrompt="1"/>
          </p:nvPr>
        </p:nvSpPr>
        <p:spPr>
          <a:xfrm>
            <a:off x="2894013" y="4282873"/>
            <a:ext cx="1828800" cy="1458912"/>
          </a:xfrm>
        </p:spPr>
        <p:txBody>
          <a:bodyPr/>
          <a:lstStyle>
            <a:lvl1pPr algn="ctr">
              <a:lnSpc>
                <a:spcPct val="100000"/>
              </a:lnSpc>
              <a:spcBef>
                <a:spcPts val="600"/>
              </a:spcBef>
              <a:defRPr sz="2000">
                <a:solidFill>
                  <a:schemeClr val="accent3"/>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5" name="Oval 24">
            <a:extLst>
              <a:ext uri="{FF2B5EF4-FFF2-40B4-BE49-F238E27FC236}">
                <a16:creationId xmlns:a16="http://schemas.microsoft.com/office/drawing/2014/main" id="{AF79E162-3D8F-4829-A4AD-02A03597B11A}"/>
              </a:ext>
              <a:ext uri="{C183D7F6-B498-43B3-948B-1728B52AA6E4}">
                <adec:decorative xmlns:adec="http://schemas.microsoft.com/office/drawing/2017/decorative" val="1"/>
              </a:ext>
            </a:extLst>
          </p:cNvPr>
          <p:cNvSpPr/>
          <p:nvPr userDrawn="1"/>
        </p:nvSpPr>
        <p:spPr bwMode="gray">
          <a:xfrm>
            <a:off x="5201380" y="2064663"/>
            <a:ext cx="1828959" cy="1828959"/>
          </a:xfrm>
          <a:prstGeom prst="ellipse">
            <a:avLst/>
          </a:prstGeom>
          <a:solidFill>
            <a:schemeClr val="accent2"/>
          </a:solid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 name="Text Placeholder 3">
            <a:extLst>
              <a:ext uri="{FF2B5EF4-FFF2-40B4-BE49-F238E27FC236}">
                <a16:creationId xmlns:a16="http://schemas.microsoft.com/office/drawing/2014/main" id="{F6390E06-1436-004E-875E-AAE40E05D76F}"/>
              </a:ext>
            </a:extLst>
          </p:cNvPr>
          <p:cNvSpPr>
            <a:spLocks noGrp="1"/>
          </p:cNvSpPr>
          <p:nvPr>
            <p:ph type="body" sz="quarter" idx="25" hasCustomPrompt="1"/>
          </p:nvPr>
        </p:nvSpPr>
        <p:spPr>
          <a:xfrm>
            <a:off x="5412658" y="2428884"/>
            <a:ext cx="1396669" cy="1100516"/>
          </a:xfrm>
        </p:spPr>
        <p:txBody>
          <a:bodyPr anchor="ctr" anchorCtr="0"/>
          <a:lstStyle>
            <a:lvl1pPr algn="ctr">
              <a:lnSpc>
                <a:spcPct val="100000"/>
              </a:lnSpc>
              <a:spcBef>
                <a:spcPts val="600"/>
              </a:spcBef>
              <a:defRPr sz="1800">
                <a:solidFill>
                  <a:schemeClr val="bg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8" name="Text Placeholder 3">
            <a:extLst>
              <a:ext uri="{FF2B5EF4-FFF2-40B4-BE49-F238E27FC236}">
                <a16:creationId xmlns:a16="http://schemas.microsoft.com/office/drawing/2014/main" id="{9495BAAB-E860-4075-9DA3-ABA7C32D235E}"/>
              </a:ext>
            </a:extLst>
          </p:cNvPr>
          <p:cNvSpPr>
            <a:spLocks noGrp="1"/>
          </p:cNvSpPr>
          <p:nvPr>
            <p:ph type="body" sz="quarter" idx="20" hasCustomPrompt="1"/>
          </p:nvPr>
        </p:nvSpPr>
        <p:spPr>
          <a:xfrm>
            <a:off x="5185093" y="4282873"/>
            <a:ext cx="1828800" cy="1458912"/>
          </a:xfrm>
        </p:spPr>
        <p:txBody>
          <a:bodyPr/>
          <a:lstStyle>
            <a:lvl1pPr algn="ctr">
              <a:lnSpc>
                <a:spcPct val="100000"/>
              </a:lnSpc>
              <a:spcBef>
                <a:spcPts val="600"/>
              </a:spcBef>
              <a:defRPr sz="2000">
                <a:solidFill>
                  <a:schemeClr val="accent2"/>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93" name="Oval 92">
            <a:extLst>
              <a:ext uri="{FF2B5EF4-FFF2-40B4-BE49-F238E27FC236}">
                <a16:creationId xmlns:a16="http://schemas.microsoft.com/office/drawing/2014/main" id="{026B9B36-08E7-4664-970C-13123F24C793}"/>
              </a:ext>
              <a:ext uri="{C183D7F6-B498-43B3-948B-1728B52AA6E4}">
                <adec:decorative xmlns:adec="http://schemas.microsoft.com/office/drawing/2017/decorative" val="1"/>
              </a:ext>
            </a:extLst>
          </p:cNvPr>
          <p:cNvSpPr/>
          <p:nvPr userDrawn="1"/>
        </p:nvSpPr>
        <p:spPr bwMode="gray">
          <a:xfrm>
            <a:off x="7464921" y="2064663"/>
            <a:ext cx="1828959" cy="1828959"/>
          </a:xfrm>
          <a:prstGeom prst="ellipse">
            <a:avLst/>
          </a:prstGeom>
          <a:solidFill>
            <a:schemeClr val="accent5"/>
          </a:solid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solidFill>
                <a:schemeClr val="lt1"/>
              </a:solidFill>
            </a:endParaRPr>
          </a:p>
        </p:txBody>
      </p:sp>
      <p:sp>
        <p:nvSpPr>
          <p:cNvPr id="20" name="Text Placeholder 3">
            <a:extLst>
              <a:ext uri="{FF2B5EF4-FFF2-40B4-BE49-F238E27FC236}">
                <a16:creationId xmlns:a16="http://schemas.microsoft.com/office/drawing/2014/main" id="{D673B6CF-B10C-8742-A91F-672EAD5163E0}"/>
              </a:ext>
            </a:extLst>
          </p:cNvPr>
          <p:cNvSpPr>
            <a:spLocks noGrp="1"/>
          </p:cNvSpPr>
          <p:nvPr>
            <p:ph type="body" sz="quarter" idx="27" hasCustomPrompt="1"/>
          </p:nvPr>
        </p:nvSpPr>
        <p:spPr>
          <a:xfrm>
            <a:off x="7677080" y="2428884"/>
            <a:ext cx="1396669" cy="1100516"/>
          </a:xfrm>
        </p:spPr>
        <p:txBody>
          <a:bodyPr anchor="ctr" anchorCtr="0"/>
          <a:lstStyle>
            <a:lvl1pPr algn="ctr">
              <a:lnSpc>
                <a:spcPct val="100000"/>
              </a:lnSpc>
              <a:spcBef>
                <a:spcPts val="600"/>
              </a:spcBef>
              <a:defRPr sz="1800">
                <a:solidFill>
                  <a:schemeClr val="bg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30" name="Text Placeholder 3">
            <a:extLst>
              <a:ext uri="{FF2B5EF4-FFF2-40B4-BE49-F238E27FC236}">
                <a16:creationId xmlns:a16="http://schemas.microsoft.com/office/drawing/2014/main" id="{22F84664-2E68-46AE-AE2C-E8D2B6C9A1DD}"/>
              </a:ext>
            </a:extLst>
          </p:cNvPr>
          <p:cNvSpPr>
            <a:spLocks noGrp="1"/>
          </p:cNvSpPr>
          <p:nvPr>
            <p:ph type="body" sz="quarter" idx="22" hasCustomPrompt="1"/>
          </p:nvPr>
        </p:nvSpPr>
        <p:spPr>
          <a:xfrm>
            <a:off x="7470001" y="4282873"/>
            <a:ext cx="1894336" cy="1458912"/>
          </a:xfrm>
        </p:spPr>
        <p:txBody>
          <a:bodyPr/>
          <a:lstStyle>
            <a:lvl1pPr algn="ctr">
              <a:lnSpc>
                <a:spcPct val="100000"/>
              </a:lnSpc>
              <a:spcBef>
                <a:spcPts val="600"/>
              </a:spcBef>
              <a:defRPr sz="2000">
                <a:solidFill>
                  <a:schemeClr val="accent5"/>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3" name="Oval 22">
            <a:extLst>
              <a:ext uri="{FF2B5EF4-FFF2-40B4-BE49-F238E27FC236}">
                <a16:creationId xmlns:a16="http://schemas.microsoft.com/office/drawing/2014/main" id="{7EAB1992-E472-4489-8A4E-A8FE45DE10CF}"/>
              </a:ext>
              <a:ext uri="{C183D7F6-B498-43B3-948B-1728B52AA6E4}">
                <adec:decorative xmlns:adec="http://schemas.microsoft.com/office/drawing/2017/decorative" val="1"/>
              </a:ext>
            </a:extLst>
          </p:cNvPr>
          <p:cNvSpPr/>
          <p:nvPr userDrawn="1"/>
        </p:nvSpPr>
        <p:spPr bwMode="gray">
          <a:xfrm>
            <a:off x="9744473" y="2064663"/>
            <a:ext cx="1828959" cy="1828959"/>
          </a:xfrm>
          <a:prstGeom prst="ellipse">
            <a:avLst/>
          </a:prstGeom>
          <a:solidFill>
            <a:schemeClr val="tx2"/>
          </a:solidFill>
          <a:ln w="3810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accent6"/>
              </a:solidFill>
            </a:endParaRPr>
          </a:p>
        </p:txBody>
      </p:sp>
      <p:sp>
        <p:nvSpPr>
          <p:cNvPr id="21" name="Text Placeholder 3">
            <a:extLst>
              <a:ext uri="{FF2B5EF4-FFF2-40B4-BE49-F238E27FC236}">
                <a16:creationId xmlns:a16="http://schemas.microsoft.com/office/drawing/2014/main" id="{FF3DA55F-C9CF-8945-A9DE-F606579BFE23}"/>
              </a:ext>
            </a:extLst>
          </p:cNvPr>
          <p:cNvSpPr>
            <a:spLocks noGrp="1"/>
          </p:cNvSpPr>
          <p:nvPr>
            <p:ph type="body" sz="quarter" idx="28" hasCustomPrompt="1"/>
          </p:nvPr>
        </p:nvSpPr>
        <p:spPr>
          <a:xfrm>
            <a:off x="9980612" y="2428884"/>
            <a:ext cx="1396669" cy="1100516"/>
          </a:xfrm>
        </p:spPr>
        <p:txBody>
          <a:bodyPr anchor="ctr" anchorCtr="0"/>
          <a:lstStyle>
            <a:lvl1pPr algn="ctr">
              <a:lnSpc>
                <a:spcPct val="100000"/>
              </a:lnSpc>
              <a:spcBef>
                <a:spcPts val="600"/>
              </a:spcBef>
              <a:defRPr sz="1800">
                <a:solidFill>
                  <a:schemeClr val="bg1"/>
                </a:solidFill>
              </a:defRPr>
            </a:lvl1pPr>
            <a:lvl2pPr marL="0" indent="0" algn="ctr">
              <a:lnSpc>
                <a:spcPct val="100000"/>
              </a:lnSpc>
              <a:spcBef>
                <a:spcPts val="600"/>
              </a:spcBef>
              <a:buFont typeface="Arial" panose="020B0604020202020204" pitchFamily="34" charset="0"/>
              <a:buChar char="​"/>
              <a:defRPr/>
            </a:lvl2pPr>
          </a:lstStyle>
          <a:p>
            <a:pPr lvl="0"/>
            <a:r>
              <a:rPr lang="en-US" dirty="0"/>
              <a:t>add icon</a:t>
            </a:r>
            <a:br>
              <a:rPr lang="en-US" dirty="0"/>
            </a:br>
            <a:r>
              <a:rPr lang="en-US" dirty="0"/>
              <a:t>or text</a:t>
            </a:r>
          </a:p>
        </p:txBody>
      </p:sp>
      <p:sp>
        <p:nvSpPr>
          <p:cNvPr id="32" name="Text Placeholder 3">
            <a:extLst>
              <a:ext uri="{FF2B5EF4-FFF2-40B4-BE49-F238E27FC236}">
                <a16:creationId xmlns:a16="http://schemas.microsoft.com/office/drawing/2014/main" id="{CDC9B65E-8BAA-4676-9F32-44EC3772D342}"/>
              </a:ext>
            </a:extLst>
          </p:cNvPr>
          <p:cNvSpPr>
            <a:spLocks noGrp="1"/>
          </p:cNvSpPr>
          <p:nvPr>
            <p:ph type="body" sz="quarter" idx="23" hasCustomPrompt="1"/>
          </p:nvPr>
        </p:nvSpPr>
        <p:spPr>
          <a:xfrm>
            <a:off x="9752013" y="4282873"/>
            <a:ext cx="1828800" cy="1458912"/>
          </a:xfrm>
        </p:spPr>
        <p:txBody>
          <a:bodyPr/>
          <a:lstStyle>
            <a:lvl1pPr algn="ctr">
              <a:lnSpc>
                <a:spcPct val="100000"/>
              </a:lnSpc>
              <a:spcBef>
                <a:spcPts val="600"/>
              </a:spcBef>
              <a:defRPr sz="2000">
                <a:solidFill>
                  <a:schemeClr val="bg2">
                    <a:lumMod val="25000"/>
                  </a:schemeClr>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7" name="page number">
            <a:extLst>
              <a:ext uri="{FF2B5EF4-FFF2-40B4-BE49-F238E27FC236}">
                <a16:creationId xmlns:a16="http://schemas.microsoft.com/office/drawing/2014/main" id="{6D94DD40-25D8-6A48-98B5-B2B0FB64FDAB}"/>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Tree>
    <p:extLst>
      <p:ext uri="{BB962C8B-B14F-4D97-AF65-F5344CB8AC3E}">
        <p14:creationId xmlns:p14="http://schemas.microsoft.com/office/powerpoint/2010/main" val="19486561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Four Square 1">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B7B2E889-83BD-B9A4-9C03-75723757127C}"/>
              </a:ext>
            </a:extLst>
          </p:cNvPr>
          <p:cNvGrpSpPr/>
          <p:nvPr/>
        </p:nvGrpSpPr>
        <p:grpSpPr>
          <a:xfrm>
            <a:off x="3815292" y="1126212"/>
            <a:ext cx="2141686" cy="2141686"/>
            <a:chOff x="6739684" y="1484266"/>
            <a:chExt cx="3889468" cy="3889468"/>
          </a:xfrm>
        </p:grpSpPr>
        <p:sp>
          <p:nvSpPr>
            <p:cNvPr id="19" name="Oval 18">
              <a:extLst>
                <a:ext uri="{FF2B5EF4-FFF2-40B4-BE49-F238E27FC236}">
                  <a16:creationId xmlns:a16="http://schemas.microsoft.com/office/drawing/2014/main" id="{832CB124-2963-808E-2CA1-D49EC254E642}"/>
                </a:ext>
              </a:extLst>
            </p:cNvPr>
            <p:cNvSpPr>
              <a:spLocks/>
            </p:cNvSpPr>
            <p:nvPr/>
          </p:nvSpPr>
          <p:spPr>
            <a:xfrm>
              <a:off x="6739684" y="1484266"/>
              <a:ext cx="3889468" cy="3889468"/>
            </a:xfrm>
            <a:prstGeom prst="ellipse">
              <a:avLst/>
            </a:prstGeom>
            <a:solidFill>
              <a:schemeClr val="accent2">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0" name="Oval 19">
              <a:extLst>
                <a:ext uri="{FF2B5EF4-FFF2-40B4-BE49-F238E27FC236}">
                  <a16:creationId xmlns:a16="http://schemas.microsoft.com/office/drawing/2014/main" id="{3D6A054A-2791-FFE0-A116-15F8B8309CFA}"/>
                </a:ext>
              </a:extLst>
            </p:cNvPr>
            <p:cNvSpPr/>
            <p:nvPr/>
          </p:nvSpPr>
          <p:spPr>
            <a:xfrm flipV="1">
              <a:off x="7108410" y="1852992"/>
              <a:ext cx="3152006" cy="3152006"/>
            </a:xfrm>
            <a:prstGeom prst="ellipse">
              <a:avLst/>
            </a:prstGeom>
            <a:solidFill>
              <a:schemeClr val="bg1"/>
            </a:solid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algn="ctr"/>
              <a:endParaRPr lang="en-US" sz="1799">
                <a:solidFill>
                  <a:schemeClr val="lt1"/>
                </a:solidFill>
              </a:endParaRPr>
            </a:p>
          </p:txBody>
        </p:sp>
      </p:grpSp>
      <p:grpSp>
        <p:nvGrpSpPr>
          <p:cNvPr id="22" name="Group 21">
            <a:extLst>
              <a:ext uri="{FF2B5EF4-FFF2-40B4-BE49-F238E27FC236}">
                <a16:creationId xmlns:a16="http://schemas.microsoft.com/office/drawing/2014/main" id="{3AB9BEE9-522A-9893-8F17-7A00C60FFE9A}"/>
              </a:ext>
            </a:extLst>
          </p:cNvPr>
          <p:cNvGrpSpPr/>
          <p:nvPr/>
        </p:nvGrpSpPr>
        <p:grpSpPr>
          <a:xfrm>
            <a:off x="3815292" y="3522366"/>
            <a:ext cx="2141686" cy="2141686"/>
            <a:chOff x="6739684" y="1484266"/>
            <a:chExt cx="3889468" cy="3889468"/>
          </a:xfrm>
        </p:grpSpPr>
        <p:sp>
          <p:nvSpPr>
            <p:cNvPr id="42" name="Oval 41">
              <a:extLst>
                <a:ext uri="{FF2B5EF4-FFF2-40B4-BE49-F238E27FC236}">
                  <a16:creationId xmlns:a16="http://schemas.microsoft.com/office/drawing/2014/main" id="{E1475D01-F0AD-EC50-B844-D36567E8C461}"/>
                </a:ext>
              </a:extLst>
            </p:cNvPr>
            <p:cNvSpPr>
              <a:spLocks/>
            </p:cNvSpPr>
            <p:nvPr/>
          </p:nvSpPr>
          <p:spPr>
            <a:xfrm>
              <a:off x="6739684" y="1484266"/>
              <a:ext cx="3889468" cy="3889468"/>
            </a:xfrm>
            <a:prstGeom prst="ellipse">
              <a:avLst/>
            </a:prstGeom>
            <a:solidFill>
              <a:schemeClr val="accent4">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3" name="Oval 42">
              <a:extLst>
                <a:ext uri="{FF2B5EF4-FFF2-40B4-BE49-F238E27FC236}">
                  <a16:creationId xmlns:a16="http://schemas.microsoft.com/office/drawing/2014/main" id="{8609B93B-68E8-6F87-C28D-9D04961728F5}"/>
                </a:ext>
              </a:extLst>
            </p:cNvPr>
            <p:cNvSpPr/>
            <p:nvPr/>
          </p:nvSpPr>
          <p:spPr>
            <a:xfrm flipV="1">
              <a:off x="7108410" y="1852992"/>
              <a:ext cx="3152006" cy="3152006"/>
            </a:xfrm>
            <a:prstGeom prst="ellipse">
              <a:avLst/>
            </a:prstGeom>
            <a:solidFill>
              <a:schemeClr val="bg1"/>
            </a:solid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algn="ctr"/>
              <a:endParaRPr lang="en-US" sz="1799">
                <a:solidFill>
                  <a:schemeClr val="lt1"/>
                </a:solidFill>
              </a:endParaRPr>
            </a:p>
          </p:txBody>
        </p:sp>
      </p:grpSp>
      <p:grpSp>
        <p:nvGrpSpPr>
          <p:cNvPr id="45" name="Group 44">
            <a:extLst>
              <a:ext uri="{FF2B5EF4-FFF2-40B4-BE49-F238E27FC236}">
                <a16:creationId xmlns:a16="http://schemas.microsoft.com/office/drawing/2014/main" id="{C3F2C21C-9E87-1B63-D3BF-0006EB660260}"/>
              </a:ext>
            </a:extLst>
          </p:cNvPr>
          <p:cNvGrpSpPr/>
          <p:nvPr userDrawn="1"/>
        </p:nvGrpSpPr>
        <p:grpSpPr>
          <a:xfrm>
            <a:off x="6231847" y="1126212"/>
            <a:ext cx="2141686" cy="2141686"/>
            <a:chOff x="6739684" y="1484266"/>
            <a:chExt cx="3889468" cy="3889468"/>
          </a:xfrm>
        </p:grpSpPr>
        <p:sp>
          <p:nvSpPr>
            <p:cNvPr id="49" name="Oval 48">
              <a:extLst>
                <a:ext uri="{FF2B5EF4-FFF2-40B4-BE49-F238E27FC236}">
                  <a16:creationId xmlns:a16="http://schemas.microsoft.com/office/drawing/2014/main" id="{E7803037-5F81-499A-D3F1-6264D7836524}"/>
                </a:ext>
              </a:extLst>
            </p:cNvPr>
            <p:cNvSpPr>
              <a:spLocks/>
            </p:cNvSpPr>
            <p:nvPr/>
          </p:nvSpPr>
          <p:spPr>
            <a:xfrm>
              <a:off x="6739684" y="1484266"/>
              <a:ext cx="3889468" cy="3889468"/>
            </a:xfrm>
            <a:prstGeom prst="ellipse">
              <a:avLst/>
            </a:prstGeom>
            <a:solidFill>
              <a:schemeClr val="accent5">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0" name="Oval 49">
              <a:extLst>
                <a:ext uri="{FF2B5EF4-FFF2-40B4-BE49-F238E27FC236}">
                  <a16:creationId xmlns:a16="http://schemas.microsoft.com/office/drawing/2014/main" id="{E2EA1895-20D5-1303-1C00-85FD90DC8915}"/>
                </a:ext>
              </a:extLst>
            </p:cNvPr>
            <p:cNvSpPr/>
            <p:nvPr/>
          </p:nvSpPr>
          <p:spPr>
            <a:xfrm flipV="1">
              <a:off x="7108410" y="1852992"/>
              <a:ext cx="3152006" cy="3152006"/>
            </a:xfrm>
            <a:prstGeom prst="ellipse">
              <a:avLst/>
            </a:prstGeom>
            <a:solidFill>
              <a:schemeClr val="bg1"/>
            </a:solid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algn="ctr"/>
              <a:endParaRPr lang="en-US" sz="1799">
                <a:solidFill>
                  <a:schemeClr val="lt1"/>
                </a:solidFill>
              </a:endParaRPr>
            </a:p>
          </p:txBody>
        </p:sp>
      </p:grpSp>
      <p:grpSp>
        <p:nvGrpSpPr>
          <p:cNvPr id="52" name="Group 51">
            <a:extLst>
              <a:ext uri="{FF2B5EF4-FFF2-40B4-BE49-F238E27FC236}">
                <a16:creationId xmlns:a16="http://schemas.microsoft.com/office/drawing/2014/main" id="{93AD8C21-63B3-EEB8-75E0-EFD9E9E3281C}"/>
              </a:ext>
            </a:extLst>
          </p:cNvPr>
          <p:cNvGrpSpPr/>
          <p:nvPr userDrawn="1"/>
        </p:nvGrpSpPr>
        <p:grpSpPr>
          <a:xfrm>
            <a:off x="6231847" y="3522366"/>
            <a:ext cx="2141686" cy="2141686"/>
            <a:chOff x="6739684" y="1484266"/>
            <a:chExt cx="3889468" cy="3889468"/>
          </a:xfrm>
        </p:grpSpPr>
        <p:sp>
          <p:nvSpPr>
            <p:cNvPr id="79" name="Oval 78">
              <a:extLst>
                <a:ext uri="{FF2B5EF4-FFF2-40B4-BE49-F238E27FC236}">
                  <a16:creationId xmlns:a16="http://schemas.microsoft.com/office/drawing/2014/main" id="{18450753-5DFC-BADD-F912-C2AE22FE43DA}"/>
                </a:ext>
              </a:extLst>
            </p:cNvPr>
            <p:cNvSpPr>
              <a:spLocks/>
            </p:cNvSpPr>
            <p:nvPr/>
          </p:nvSpPr>
          <p:spPr>
            <a:xfrm>
              <a:off x="6739684" y="1484266"/>
              <a:ext cx="3889468" cy="3889468"/>
            </a:xfrm>
            <a:prstGeom prst="ellipse">
              <a:avLst/>
            </a:prstGeom>
            <a:solidFill>
              <a:schemeClr val="accent3">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80" name="Oval 79">
              <a:extLst>
                <a:ext uri="{FF2B5EF4-FFF2-40B4-BE49-F238E27FC236}">
                  <a16:creationId xmlns:a16="http://schemas.microsoft.com/office/drawing/2014/main" id="{474F314F-1C6D-0DF8-B35D-FD918115C7FC}"/>
                </a:ext>
              </a:extLst>
            </p:cNvPr>
            <p:cNvSpPr/>
            <p:nvPr/>
          </p:nvSpPr>
          <p:spPr>
            <a:xfrm flipV="1">
              <a:off x="7108410" y="1852992"/>
              <a:ext cx="3152006" cy="3152006"/>
            </a:xfrm>
            <a:prstGeom prst="ellipse">
              <a:avLst/>
            </a:prstGeom>
            <a:solidFill>
              <a:schemeClr val="bg1"/>
            </a:solid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algn="ctr"/>
              <a:endParaRPr lang="en-US" sz="1799">
                <a:solidFill>
                  <a:schemeClr val="lt1"/>
                </a:solidFill>
              </a:endParaRPr>
            </a:p>
          </p:txBody>
        </p:sp>
      </p:grpSp>
      <p:sp>
        <p:nvSpPr>
          <p:cNvPr id="84" name="page number">
            <a:extLst>
              <a:ext uri="{FF2B5EF4-FFF2-40B4-BE49-F238E27FC236}">
                <a16:creationId xmlns:a16="http://schemas.microsoft.com/office/drawing/2014/main" id="{EC157D86-03E9-43E1-3857-8F60F298D26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
        <p:nvSpPr>
          <p:cNvPr id="87" name="Content Placeholder 85">
            <a:extLst>
              <a:ext uri="{FF2B5EF4-FFF2-40B4-BE49-F238E27FC236}">
                <a16:creationId xmlns:a16="http://schemas.microsoft.com/office/drawing/2014/main" id="{CA3964CB-7FC7-3A4B-6A0C-B3F23E15A213}"/>
              </a:ext>
            </a:extLst>
          </p:cNvPr>
          <p:cNvSpPr>
            <a:spLocks noGrp="1"/>
          </p:cNvSpPr>
          <p:nvPr userDrawn="1">
            <p:ph sz="quarter" idx="12"/>
          </p:nvPr>
        </p:nvSpPr>
        <p:spPr>
          <a:xfrm>
            <a:off x="722611" y="1282655"/>
            <a:ext cx="2817812" cy="1782203"/>
          </a:xfrm>
        </p:spPr>
        <p:txBody>
          <a:bodyPr anchor="ctr"/>
          <a:lstStyle>
            <a:lvl1pPr algn="r">
              <a:defRPr/>
            </a:lvl1pPr>
            <a:lvl2pPr marL="273050" indent="0">
              <a:buNone/>
              <a:defRPr/>
            </a:lvl2pPr>
          </a:lstStyle>
          <a:p>
            <a:pPr lvl="0"/>
            <a:r>
              <a:rPr lang="en-GB"/>
              <a:t>Click to edit Master text styles</a:t>
            </a:r>
          </a:p>
        </p:txBody>
      </p:sp>
      <p:sp>
        <p:nvSpPr>
          <p:cNvPr id="90" name="Content Placeholder 85">
            <a:extLst>
              <a:ext uri="{FF2B5EF4-FFF2-40B4-BE49-F238E27FC236}">
                <a16:creationId xmlns:a16="http://schemas.microsoft.com/office/drawing/2014/main" id="{85D7AC42-E32C-5776-89C3-92892E6BE9C3}"/>
              </a:ext>
            </a:extLst>
          </p:cNvPr>
          <p:cNvSpPr>
            <a:spLocks noGrp="1"/>
          </p:cNvSpPr>
          <p:nvPr userDrawn="1">
            <p:ph sz="quarter" idx="13"/>
          </p:nvPr>
        </p:nvSpPr>
        <p:spPr>
          <a:xfrm>
            <a:off x="8648402" y="1282655"/>
            <a:ext cx="2817812" cy="1782203"/>
          </a:xfrm>
        </p:spPr>
        <p:txBody>
          <a:bodyPr anchor="ctr"/>
          <a:lstStyle>
            <a:lvl1pPr algn="l">
              <a:defRPr/>
            </a:lvl1pPr>
            <a:lvl2pPr marL="273050" indent="0">
              <a:buNone/>
              <a:defRPr/>
            </a:lvl2pPr>
          </a:lstStyle>
          <a:p>
            <a:pPr lvl="0"/>
            <a:r>
              <a:rPr lang="en-GB"/>
              <a:t>Click to edit Master text styles</a:t>
            </a:r>
          </a:p>
        </p:txBody>
      </p:sp>
      <p:sp>
        <p:nvSpPr>
          <p:cNvPr id="92" name="Content Placeholder 85">
            <a:extLst>
              <a:ext uri="{FF2B5EF4-FFF2-40B4-BE49-F238E27FC236}">
                <a16:creationId xmlns:a16="http://schemas.microsoft.com/office/drawing/2014/main" id="{40488B02-541B-4537-2C4B-1D28947B215E}"/>
              </a:ext>
            </a:extLst>
          </p:cNvPr>
          <p:cNvSpPr>
            <a:spLocks noGrp="1"/>
          </p:cNvSpPr>
          <p:nvPr userDrawn="1">
            <p:ph sz="quarter" idx="14"/>
          </p:nvPr>
        </p:nvSpPr>
        <p:spPr>
          <a:xfrm>
            <a:off x="722611" y="3702104"/>
            <a:ext cx="2817812" cy="1782203"/>
          </a:xfrm>
        </p:spPr>
        <p:txBody>
          <a:bodyPr anchor="ctr"/>
          <a:lstStyle>
            <a:lvl1pPr algn="r">
              <a:defRPr/>
            </a:lvl1pPr>
            <a:lvl2pPr marL="273050" indent="0">
              <a:buNone/>
              <a:defRPr/>
            </a:lvl2pPr>
          </a:lstStyle>
          <a:p>
            <a:pPr lvl="0"/>
            <a:r>
              <a:rPr lang="en-GB"/>
              <a:t>Click to edit Master text styles</a:t>
            </a:r>
          </a:p>
        </p:txBody>
      </p:sp>
      <p:sp>
        <p:nvSpPr>
          <p:cNvPr id="94" name="Content Placeholder 85">
            <a:extLst>
              <a:ext uri="{FF2B5EF4-FFF2-40B4-BE49-F238E27FC236}">
                <a16:creationId xmlns:a16="http://schemas.microsoft.com/office/drawing/2014/main" id="{CD0DF2F0-EE44-A3A5-ECA8-62C510C2EADC}"/>
              </a:ext>
            </a:extLst>
          </p:cNvPr>
          <p:cNvSpPr>
            <a:spLocks noGrp="1"/>
          </p:cNvSpPr>
          <p:nvPr userDrawn="1">
            <p:ph sz="quarter" idx="15"/>
          </p:nvPr>
        </p:nvSpPr>
        <p:spPr>
          <a:xfrm>
            <a:off x="8648402" y="3702104"/>
            <a:ext cx="2817812" cy="1782203"/>
          </a:xfrm>
        </p:spPr>
        <p:txBody>
          <a:bodyPr anchor="ctr"/>
          <a:lstStyle>
            <a:lvl1pPr algn="l">
              <a:defRPr/>
            </a:lvl1pPr>
            <a:lvl2pPr marL="273050" indent="0">
              <a:buNone/>
              <a:defRPr/>
            </a:lvl2pPr>
          </a:lstStyle>
          <a:p>
            <a:pPr lvl="0"/>
            <a:r>
              <a:rPr lang="en-GB"/>
              <a:t>Click to edit Master text styles</a:t>
            </a:r>
          </a:p>
        </p:txBody>
      </p:sp>
      <p:sp>
        <p:nvSpPr>
          <p:cNvPr id="2" name="Rectangle 1">
            <a:extLst>
              <a:ext uri="{FF2B5EF4-FFF2-40B4-BE49-F238E27FC236}">
                <a16:creationId xmlns:a16="http://schemas.microsoft.com/office/drawing/2014/main" id="{C0BA8351-BD18-88BA-D983-7A58F5A42D1F}"/>
              </a:ext>
            </a:extLst>
          </p:cNvPr>
          <p:cNvSpPr/>
          <p:nvPr userDrawn="1"/>
        </p:nvSpPr>
        <p:spPr>
          <a:xfrm>
            <a:off x="0" y="0"/>
            <a:ext cx="12188825" cy="25101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pic>
        <p:nvPicPr>
          <p:cNvPr id="5" name="Picture 4" descr="A green and blue arrow&#10;&#10;Description automatically generated">
            <a:extLst>
              <a:ext uri="{FF2B5EF4-FFF2-40B4-BE49-F238E27FC236}">
                <a16:creationId xmlns:a16="http://schemas.microsoft.com/office/drawing/2014/main" id="{1037025F-BC06-846C-0197-1D91D7FA2FD4}"/>
              </a:ext>
            </a:extLst>
          </p:cNvPr>
          <p:cNvPicPr>
            <a:picLocks noChangeAspect="1"/>
          </p:cNvPicPr>
          <p:nvPr userDrawn="1"/>
        </p:nvPicPr>
        <p:blipFill rotWithShape="1">
          <a:blip r:embed="rId2"/>
          <a:srcRect b="97344"/>
          <a:stretch/>
        </p:blipFill>
        <p:spPr>
          <a:xfrm>
            <a:off x="0" y="-494"/>
            <a:ext cx="12187946" cy="182146"/>
          </a:xfrm>
          <a:prstGeom prst="rect">
            <a:avLst/>
          </a:prstGeom>
        </p:spPr>
      </p:pic>
    </p:spTree>
    <p:extLst>
      <p:ext uri="{BB962C8B-B14F-4D97-AF65-F5344CB8AC3E}">
        <p14:creationId xmlns:p14="http://schemas.microsoft.com/office/powerpoint/2010/main" val="6702069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p:cSld name="Five Numbered ">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52EE46A-2B6A-D0CE-D67A-E39C4516F8BB}"/>
              </a:ext>
            </a:extLst>
          </p:cNvPr>
          <p:cNvSpPr/>
          <p:nvPr/>
        </p:nvSpPr>
        <p:spPr>
          <a:xfrm>
            <a:off x="2894013"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5" name="Rectangle 4">
            <a:extLst>
              <a:ext uri="{FF2B5EF4-FFF2-40B4-BE49-F238E27FC236}">
                <a16:creationId xmlns:a16="http://schemas.microsoft.com/office/drawing/2014/main" id="{1DC9EA80-9EA8-343E-F517-1CAD885879D6}"/>
              </a:ext>
            </a:extLst>
          </p:cNvPr>
          <p:cNvSpPr/>
          <p:nvPr/>
        </p:nvSpPr>
        <p:spPr>
          <a:xfrm>
            <a:off x="5185093"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6" name="Rectangle 5">
            <a:extLst>
              <a:ext uri="{FF2B5EF4-FFF2-40B4-BE49-F238E27FC236}">
                <a16:creationId xmlns:a16="http://schemas.microsoft.com/office/drawing/2014/main" id="{A8D23D95-E4CC-0B03-48A9-0EC81B2368E5}"/>
              </a:ext>
            </a:extLst>
          </p:cNvPr>
          <p:cNvSpPr/>
          <p:nvPr/>
        </p:nvSpPr>
        <p:spPr>
          <a:xfrm>
            <a:off x="7470001"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7" name="Rectangle 6">
            <a:extLst>
              <a:ext uri="{FF2B5EF4-FFF2-40B4-BE49-F238E27FC236}">
                <a16:creationId xmlns:a16="http://schemas.microsoft.com/office/drawing/2014/main" id="{3737E5D6-04BF-01BC-A221-0F1D603C51D8}"/>
              </a:ext>
            </a:extLst>
          </p:cNvPr>
          <p:cNvSpPr/>
          <p:nvPr/>
        </p:nvSpPr>
        <p:spPr>
          <a:xfrm>
            <a:off x="9752013"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2" name="Rectangle 1">
            <a:extLst>
              <a:ext uri="{FF2B5EF4-FFF2-40B4-BE49-F238E27FC236}">
                <a16:creationId xmlns:a16="http://schemas.microsoft.com/office/drawing/2014/main" id="{65142366-F01F-D56A-11BB-7D669E9AD2B4}"/>
              </a:ext>
            </a:extLst>
          </p:cNvPr>
          <p:cNvSpPr/>
          <p:nvPr/>
        </p:nvSpPr>
        <p:spPr>
          <a:xfrm>
            <a:off x="610851"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3" name="Title 2">
            <a:extLst>
              <a:ext uri="{FF2B5EF4-FFF2-40B4-BE49-F238E27FC236}">
                <a16:creationId xmlns:a16="http://schemas.microsoft.com/office/drawing/2014/main" id="{CBA8A47F-2243-412F-A1A8-FA8E3475F5E1}"/>
              </a:ext>
            </a:extLst>
          </p:cNvPr>
          <p:cNvSpPr>
            <a:spLocks noGrp="1"/>
          </p:cNvSpPr>
          <p:nvPr>
            <p:ph type="title" hasCustomPrompt="1"/>
          </p:nvPr>
        </p:nvSpPr>
        <p:spPr/>
        <p:txBody>
          <a:bodyPr/>
          <a:lstStyle>
            <a:lvl1pPr>
              <a:defRPr>
                <a:solidFill>
                  <a:schemeClr val="accent2"/>
                </a:solidFill>
              </a:defRPr>
            </a:lvl1pPr>
          </a:lstStyle>
          <a:p>
            <a:r>
              <a:rPr lang="en-US"/>
              <a:t>Five Column Text with Number Icons Click to Add Title</a:t>
            </a:r>
          </a:p>
        </p:txBody>
      </p:sp>
      <p:sp>
        <p:nvSpPr>
          <p:cNvPr id="16" name="Subtitle 2">
            <a:extLst>
              <a:ext uri="{FF2B5EF4-FFF2-40B4-BE49-F238E27FC236}">
                <a16:creationId xmlns:a16="http://schemas.microsoft.com/office/drawing/2014/main" id="{EEA64E97-C31D-49B1-B8E1-20E5F404F516}"/>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cxnSp>
        <p:nvCxnSpPr>
          <p:cNvPr id="15" name="Straight Connector 14">
            <a:extLst>
              <a:ext uri="{FF2B5EF4-FFF2-40B4-BE49-F238E27FC236}">
                <a16:creationId xmlns:a16="http://schemas.microsoft.com/office/drawing/2014/main" id="{182EA033-41AE-6148-A260-889FF59E41C9}"/>
              </a:ext>
            </a:extLst>
          </p:cNvPr>
          <p:cNvCxnSpPr/>
          <p:nvPr/>
        </p:nvCxnSpPr>
        <p:spPr bwMode="gray">
          <a:xfrm>
            <a:off x="610850" y="2512464"/>
            <a:ext cx="1828800"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Text Placeholder 3">
            <a:extLst>
              <a:ext uri="{FF2B5EF4-FFF2-40B4-BE49-F238E27FC236}">
                <a16:creationId xmlns:a16="http://schemas.microsoft.com/office/drawing/2014/main" id="{2E201879-B985-4ADE-8AD6-6C3E14CE0AFE}"/>
              </a:ext>
            </a:extLst>
          </p:cNvPr>
          <p:cNvSpPr>
            <a:spLocks noGrp="1"/>
          </p:cNvSpPr>
          <p:nvPr>
            <p:ph type="body" sz="quarter" idx="19" hasCustomPrompt="1"/>
          </p:nvPr>
        </p:nvSpPr>
        <p:spPr>
          <a:xfrm>
            <a:off x="610851" y="2529075"/>
            <a:ext cx="1828800" cy="2871263"/>
          </a:xfrm>
          <a:noFill/>
          <a:ln>
            <a:noFill/>
          </a:ln>
        </p:spPr>
        <p:txBody>
          <a:bodyPr lIns="182880" tIns="548640" rIns="182880" bIns="182880"/>
          <a:lstStyle>
            <a:lvl1pPr algn="ctr">
              <a:lnSpc>
                <a:spcPct val="90000"/>
              </a:lnSpc>
              <a:spcBef>
                <a:spcPts val="600"/>
              </a:spcBef>
              <a:buNone/>
              <a:defRPr sz="2000">
                <a:solidFill>
                  <a:schemeClr val="accent4"/>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dirty="0"/>
              <a:t>Click to add text</a:t>
            </a:r>
          </a:p>
          <a:p>
            <a:pPr lvl="1"/>
            <a:r>
              <a:rPr lang="en-US" dirty="0"/>
              <a:t>Second level</a:t>
            </a:r>
          </a:p>
        </p:txBody>
      </p:sp>
      <p:cxnSp>
        <p:nvCxnSpPr>
          <p:cNvPr id="19" name="Straight Connector 18">
            <a:extLst>
              <a:ext uri="{FF2B5EF4-FFF2-40B4-BE49-F238E27FC236}">
                <a16:creationId xmlns:a16="http://schemas.microsoft.com/office/drawing/2014/main" id="{662FF207-1B75-1940-91E1-2692254C727F}"/>
              </a:ext>
            </a:extLst>
          </p:cNvPr>
          <p:cNvCxnSpPr/>
          <p:nvPr/>
        </p:nvCxnSpPr>
        <p:spPr bwMode="gray">
          <a:xfrm>
            <a:off x="2894013" y="2512464"/>
            <a:ext cx="1828800"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9" name="Text Placeholder 3">
            <a:extLst>
              <a:ext uri="{FF2B5EF4-FFF2-40B4-BE49-F238E27FC236}">
                <a16:creationId xmlns:a16="http://schemas.microsoft.com/office/drawing/2014/main" id="{62D3946B-F2F1-42AF-8E89-00761A7745D4}"/>
              </a:ext>
            </a:extLst>
          </p:cNvPr>
          <p:cNvSpPr>
            <a:spLocks noGrp="1"/>
          </p:cNvSpPr>
          <p:nvPr>
            <p:ph type="body" sz="quarter" idx="21" hasCustomPrompt="1"/>
          </p:nvPr>
        </p:nvSpPr>
        <p:spPr>
          <a:xfrm>
            <a:off x="2894013" y="2529075"/>
            <a:ext cx="1828800" cy="2871263"/>
          </a:xfrm>
          <a:noFill/>
          <a:ln>
            <a:noFill/>
          </a:ln>
        </p:spPr>
        <p:txBody>
          <a:bodyPr lIns="182880" tIns="548640" rIns="182880" bIns="182880"/>
          <a:lstStyle>
            <a:lvl1pPr algn="ctr">
              <a:lnSpc>
                <a:spcPct val="90000"/>
              </a:lnSpc>
              <a:spcBef>
                <a:spcPts val="600"/>
              </a:spcBef>
              <a:defRPr sz="2000">
                <a:solidFill>
                  <a:schemeClr val="accent3"/>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cxnSp>
        <p:nvCxnSpPr>
          <p:cNvPr id="18" name="Straight Connector 17">
            <a:extLst>
              <a:ext uri="{FF2B5EF4-FFF2-40B4-BE49-F238E27FC236}">
                <a16:creationId xmlns:a16="http://schemas.microsoft.com/office/drawing/2014/main" id="{903341DC-DE80-5E4C-A4C9-C984D7074760}"/>
              </a:ext>
            </a:extLst>
          </p:cNvPr>
          <p:cNvCxnSpPr/>
          <p:nvPr/>
        </p:nvCxnSpPr>
        <p:spPr bwMode="gray">
          <a:xfrm>
            <a:off x="5185093" y="2512464"/>
            <a:ext cx="1828800"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8" name="Text Placeholder 3">
            <a:extLst>
              <a:ext uri="{FF2B5EF4-FFF2-40B4-BE49-F238E27FC236}">
                <a16:creationId xmlns:a16="http://schemas.microsoft.com/office/drawing/2014/main" id="{9495BAAB-E860-4075-9DA3-ABA7C32D235E}"/>
              </a:ext>
            </a:extLst>
          </p:cNvPr>
          <p:cNvSpPr>
            <a:spLocks noGrp="1"/>
          </p:cNvSpPr>
          <p:nvPr>
            <p:ph type="body" sz="quarter" idx="20" hasCustomPrompt="1"/>
          </p:nvPr>
        </p:nvSpPr>
        <p:spPr>
          <a:xfrm>
            <a:off x="5185093" y="2529075"/>
            <a:ext cx="1828800" cy="2871263"/>
          </a:xfrm>
          <a:noFill/>
          <a:ln>
            <a:noFill/>
          </a:ln>
        </p:spPr>
        <p:txBody>
          <a:bodyPr lIns="182880" tIns="548640" rIns="182880" bIns="182880"/>
          <a:lstStyle>
            <a:lvl1pPr algn="ctr">
              <a:lnSpc>
                <a:spcPct val="90000"/>
              </a:lnSpc>
              <a:spcBef>
                <a:spcPts val="600"/>
              </a:spcBef>
              <a:buNone/>
              <a:defRPr sz="2000">
                <a:solidFill>
                  <a:schemeClr val="accent2"/>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cxnSp>
        <p:nvCxnSpPr>
          <p:cNvPr id="20" name="Straight Connector 19">
            <a:extLst>
              <a:ext uri="{FF2B5EF4-FFF2-40B4-BE49-F238E27FC236}">
                <a16:creationId xmlns:a16="http://schemas.microsoft.com/office/drawing/2014/main" id="{128E238A-DE09-DD4F-A6F3-2F244E7301C3}"/>
              </a:ext>
            </a:extLst>
          </p:cNvPr>
          <p:cNvCxnSpPr/>
          <p:nvPr/>
        </p:nvCxnSpPr>
        <p:spPr bwMode="gray">
          <a:xfrm>
            <a:off x="7470001" y="2512464"/>
            <a:ext cx="1828800"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0" name="Text Placeholder 3">
            <a:extLst>
              <a:ext uri="{FF2B5EF4-FFF2-40B4-BE49-F238E27FC236}">
                <a16:creationId xmlns:a16="http://schemas.microsoft.com/office/drawing/2014/main" id="{22F84664-2E68-46AE-AE2C-E8D2B6C9A1DD}"/>
              </a:ext>
            </a:extLst>
          </p:cNvPr>
          <p:cNvSpPr>
            <a:spLocks noGrp="1"/>
          </p:cNvSpPr>
          <p:nvPr>
            <p:ph type="body" sz="quarter" idx="22" hasCustomPrompt="1"/>
          </p:nvPr>
        </p:nvSpPr>
        <p:spPr>
          <a:xfrm>
            <a:off x="7470001" y="2529075"/>
            <a:ext cx="1828800" cy="2871263"/>
          </a:xfrm>
          <a:noFill/>
          <a:ln>
            <a:noFill/>
          </a:ln>
        </p:spPr>
        <p:txBody>
          <a:bodyPr lIns="182880" tIns="548640" rIns="182880" bIns="182880"/>
          <a:lstStyle>
            <a:lvl1pPr algn="ctr">
              <a:lnSpc>
                <a:spcPct val="90000"/>
              </a:lnSpc>
              <a:spcBef>
                <a:spcPts val="600"/>
              </a:spcBef>
              <a:buNone/>
              <a:defRPr sz="2000">
                <a:solidFill>
                  <a:schemeClr val="accent5"/>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cxnSp>
        <p:nvCxnSpPr>
          <p:cNvPr id="21" name="Straight Connector 20">
            <a:extLst>
              <a:ext uri="{FF2B5EF4-FFF2-40B4-BE49-F238E27FC236}">
                <a16:creationId xmlns:a16="http://schemas.microsoft.com/office/drawing/2014/main" id="{E8B64954-CA3A-494E-B70D-3405C9F592D8}"/>
              </a:ext>
            </a:extLst>
          </p:cNvPr>
          <p:cNvCxnSpPr/>
          <p:nvPr/>
        </p:nvCxnSpPr>
        <p:spPr bwMode="gray">
          <a:xfrm>
            <a:off x="9752013" y="2512464"/>
            <a:ext cx="1828800" cy="0"/>
          </a:xfrm>
          <a:prstGeom prst="line">
            <a:avLst/>
          </a:prstGeom>
          <a:ln w="25400">
            <a:solidFill>
              <a:srgbClr val="53565A"/>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2" name="Text Placeholder 3">
            <a:extLst>
              <a:ext uri="{FF2B5EF4-FFF2-40B4-BE49-F238E27FC236}">
                <a16:creationId xmlns:a16="http://schemas.microsoft.com/office/drawing/2014/main" id="{CDC9B65E-8BAA-4676-9F32-44EC3772D342}"/>
              </a:ext>
            </a:extLst>
          </p:cNvPr>
          <p:cNvSpPr>
            <a:spLocks noGrp="1"/>
          </p:cNvSpPr>
          <p:nvPr>
            <p:ph type="body" sz="quarter" idx="23" hasCustomPrompt="1"/>
          </p:nvPr>
        </p:nvSpPr>
        <p:spPr>
          <a:xfrm>
            <a:off x="9752013" y="2529075"/>
            <a:ext cx="1828800" cy="2871263"/>
          </a:xfrm>
          <a:noFill/>
          <a:ln>
            <a:noFill/>
          </a:ln>
        </p:spPr>
        <p:txBody>
          <a:bodyPr lIns="182880" tIns="548640" rIns="182880" bIns="182880"/>
          <a:lstStyle>
            <a:lvl1pPr algn="ctr">
              <a:lnSpc>
                <a:spcPct val="90000"/>
              </a:lnSpc>
              <a:spcBef>
                <a:spcPts val="600"/>
              </a:spcBef>
              <a:buNone/>
              <a:defRPr sz="2000">
                <a:solidFill>
                  <a:schemeClr val="bg2">
                    <a:lumMod val="25000"/>
                  </a:schemeClr>
                </a:solidFill>
              </a:defRPr>
            </a:lvl1pPr>
            <a:lvl2pPr marL="285750" indent="-285750" algn="ctr">
              <a:lnSpc>
                <a:spcPct val="100000"/>
              </a:lnSpc>
              <a:spcBef>
                <a:spcPts val="600"/>
              </a:spcBef>
              <a:buFont typeface="Arial" panose="020B0604020202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23" name="page number">
            <a:extLst>
              <a:ext uri="{FF2B5EF4-FFF2-40B4-BE49-F238E27FC236}">
                <a16:creationId xmlns:a16="http://schemas.microsoft.com/office/drawing/2014/main" id="{778B9E91-325F-BB46-BB33-20219DF70C9B}"/>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37" name="Oval 36">
            <a:extLst>
              <a:ext uri="{FF2B5EF4-FFF2-40B4-BE49-F238E27FC236}">
                <a16:creationId xmlns:a16="http://schemas.microsoft.com/office/drawing/2014/main" id="{FF6B89BA-DE17-014A-9ED8-790359ADE9FE}"/>
              </a:ext>
              <a:ext uri="{C183D7F6-B498-43B3-948B-1728B52AA6E4}">
                <adec:decorative xmlns:adec="http://schemas.microsoft.com/office/drawing/2017/decorative" val="1"/>
              </a:ext>
            </a:extLst>
          </p:cNvPr>
          <p:cNvSpPr/>
          <p:nvPr/>
        </p:nvSpPr>
        <p:spPr bwMode="gray">
          <a:xfrm>
            <a:off x="1131007" y="2118221"/>
            <a:ext cx="788487" cy="788487"/>
          </a:xfrm>
          <a:prstGeom prst="ellipse">
            <a:avLst/>
          </a:prstGeom>
          <a:solidFill>
            <a:schemeClr val="bg1"/>
          </a:solidFill>
          <a:ln w="254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accent4"/>
                </a:solidFill>
              </a:rPr>
              <a:t>1</a:t>
            </a:r>
          </a:p>
        </p:txBody>
      </p:sp>
      <p:sp>
        <p:nvSpPr>
          <p:cNvPr id="39" name="Oval 38">
            <a:extLst>
              <a:ext uri="{FF2B5EF4-FFF2-40B4-BE49-F238E27FC236}">
                <a16:creationId xmlns:a16="http://schemas.microsoft.com/office/drawing/2014/main" id="{C609A2D8-18F0-8A47-BD8C-DD1AF0B615E1}"/>
              </a:ext>
              <a:ext uri="{C183D7F6-B498-43B3-948B-1728B52AA6E4}">
                <adec:decorative xmlns:adec="http://schemas.microsoft.com/office/drawing/2017/decorative" val="1"/>
              </a:ext>
            </a:extLst>
          </p:cNvPr>
          <p:cNvSpPr/>
          <p:nvPr/>
        </p:nvSpPr>
        <p:spPr bwMode="gray">
          <a:xfrm>
            <a:off x="3414170" y="2118221"/>
            <a:ext cx="788487" cy="788487"/>
          </a:xfrm>
          <a:prstGeom prst="ellipse">
            <a:avLst/>
          </a:prstGeom>
          <a:solidFill>
            <a:schemeClr val="bg1"/>
          </a:solidFill>
          <a:ln w="25400">
            <a:solidFill>
              <a:schemeClr val="accent3"/>
            </a:solidFill>
          </a:ln>
          <a:effectLst/>
        </p:spPr>
        <p:txBody>
          <a:bodyPr vert="horz" wrap="square" lIns="0" tIns="0" rIns="0" bIns="0" numCol="1" anchor="ctr" anchorCtr="0" compatLnSpc="1">
            <a:prstTxWarp prst="textNoShape">
              <a:avLst/>
            </a:prstTxWarp>
          </a:bodyPr>
          <a:lstStyle/>
          <a:p>
            <a:pPr lvl="0" algn="ctr"/>
            <a:r>
              <a:rPr lang="en-US" dirty="0">
                <a:solidFill>
                  <a:schemeClr val="accent3"/>
                </a:solidFill>
              </a:rPr>
              <a:t>2</a:t>
            </a:r>
          </a:p>
        </p:txBody>
      </p:sp>
      <p:sp>
        <p:nvSpPr>
          <p:cNvPr id="38" name="Oval 37">
            <a:extLst>
              <a:ext uri="{FF2B5EF4-FFF2-40B4-BE49-F238E27FC236}">
                <a16:creationId xmlns:a16="http://schemas.microsoft.com/office/drawing/2014/main" id="{5B0E1473-AF0F-7C48-8FAF-3848C1B61D3D}"/>
              </a:ext>
              <a:ext uri="{C183D7F6-B498-43B3-948B-1728B52AA6E4}">
                <adec:decorative xmlns:adec="http://schemas.microsoft.com/office/drawing/2017/decorative" val="1"/>
              </a:ext>
            </a:extLst>
          </p:cNvPr>
          <p:cNvSpPr/>
          <p:nvPr/>
        </p:nvSpPr>
        <p:spPr bwMode="gray">
          <a:xfrm>
            <a:off x="5705250" y="2118221"/>
            <a:ext cx="788487" cy="788487"/>
          </a:xfrm>
          <a:prstGeom prst="ellipse">
            <a:avLst/>
          </a:prstGeom>
          <a:solidFill>
            <a:schemeClr val="bg1"/>
          </a:solidFill>
          <a:ln w="254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dirty="0">
                <a:solidFill>
                  <a:schemeClr val="accent2"/>
                </a:solidFill>
              </a:rPr>
              <a:t>3</a:t>
            </a:r>
          </a:p>
        </p:txBody>
      </p:sp>
      <p:sp>
        <p:nvSpPr>
          <p:cNvPr id="40" name="Oval 39">
            <a:extLst>
              <a:ext uri="{FF2B5EF4-FFF2-40B4-BE49-F238E27FC236}">
                <a16:creationId xmlns:a16="http://schemas.microsoft.com/office/drawing/2014/main" id="{E4E1A06A-E5D9-064B-85F4-74B463C7BDD3}"/>
              </a:ext>
              <a:ext uri="{C183D7F6-B498-43B3-948B-1728B52AA6E4}">
                <adec:decorative xmlns:adec="http://schemas.microsoft.com/office/drawing/2017/decorative" val="1"/>
              </a:ext>
            </a:extLst>
          </p:cNvPr>
          <p:cNvSpPr/>
          <p:nvPr/>
        </p:nvSpPr>
        <p:spPr bwMode="gray">
          <a:xfrm>
            <a:off x="7990158" y="2118221"/>
            <a:ext cx="788487" cy="788487"/>
          </a:xfrm>
          <a:prstGeom prst="ellipse">
            <a:avLst/>
          </a:prstGeom>
          <a:solidFill>
            <a:schemeClr val="bg1"/>
          </a:solid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dirty="0">
                <a:solidFill>
                  <a:schemeClr val="accent5"/>
                </a:solidFill>
              </a:rPr>
              <a:t>4</a:t>
            </a:r>
          </a:p>
        </p:txBody>
      </p:sp>
      <p:sp>
        <p:nvSpPr>
          <p:cNvPr id="41" name="Oval 40">
            <a:extLst>
              <a:ext uri="{FF2B5EF4-FFF2-40B4-BE49-F238E27FC236}">
                <a16:creationId xmlns:a16="http://schemas.microsoft.com/office/drawing/2014/main" id="{B7824627-50AB-F94E-9519-EADC5841F8D3}"/>
              </a:ext>
              <a:ext uri="{C183D7F6-B498-43B3-948B-1728B52AA6E4}">
                <adec:decorative xmlns:adec="http://schemas.microsoft.com/office/drawing/2017/decorative" val="1"/>
              </a:ext>
            </a:extLst>
          </p:cNvPr>
          <p:cNvSpPr/>
          <p:nvPr/>
        </p:nvSpPr>
        <p:spPr bwMode="gray">
          <a:xfrm>
            <a:off x="10272170" y="2118221"/>
            <a:ext cx="788487" cy="788487"/>
          </a:xfrm>
          <a:prstGeom prst="ellipse">
            <a:avLst/>
          </a:prstGeom>
          <a:solidFill>
            <a:schemeClr val="bg1"/>
          </a:solidFill>
          <a:ln w="25400">
            <a:solidFill>
              <a:srgbClr val="53565A"/>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bg2">
                    <a:lumMod val="25000"/>
                  </a:schemeClr>
                </a:solidFill>
              </a:rPr>
              <a:t>5</a:t>
            </a:r>
          </a:p>
        </p:txBody>
      </p:sp>
      <p:sp>
        <p:nvSpPr>
          <p:cNvPr id="25" name="Rectangle 24">
            <a:extLst>
              <a:ext uri="{FF2B5EF4-FFF2-40B4-BE49-F238E27FC236}">
                <a16:creationId xmlns:a16="http://schemas.microsoft.com/office/drawing/2014/main" id="{C52EE46A-2B6A-D0CE-D67A-E39C4516F8BB}"/>
              </a:ext>
            </a:extLst>
          </p:cNvPr>
          <p:cNvSpPr/>
          <p:nvPr userDrawn="1"/>
        </p:nvSpPr>
        <p:spPr>
          <a:xfrm>
            <a:off x="2894013"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26" name="Rectangle 25">
            <a:extLst>
              <a:ext uri="{FF2B5EF4-FFF2-40B4-BE49-F238E27FC236}">
                <a16:creationId xmlns:a16="http://schemas.microsoft.com/office/drawing/2014/main" id="{1DC9EA80-9EA8-343E-F517-1CAD885879D6}"/>
              </a:ext>
            </a:extLst>
          </p:cNvPr>
          <p:cNvSpPr/>
          <p:nvPr userDrawn="1"/>
        </p:nvSpPr>
        <p:spPr>
          <a:xfrm>
            <a:off x="5185093"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27" name="Rectangle 26">
            <a:extLst>
              <a:ext uri="{FF2B5EF4-FFF2-40B4-BE49-F238E27FC236}">
                <a16:creationId xmlns:a16="http://schemas.microsoft.com/office/drawing/2014/main" id="{A8D23D95-E4CC-0B03-48A9-0EC81B2368E5}"/>
              </a:ext>
            </a:extLst>
          </p:cNvPr>
          <p:cNvSpPr/>
          <p:nvPr userDrawn="1"/>
        </p:nvSpPr>
        <p:spPr>
          <a:xfrm>
            <a:off x="7470001"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31" name="Rectangle 30">
            <a:extLst>
              <a:ext uri="{FF2B5EF4-FFF2-40B4-BE49-F238E27FC236}">
                <a16:creationId xmlns:a16="http://schemas.microsoft.com/office/drawing/2014/main" id="{3737E5D6-04BF-01BC-A221-0F1D603C51D8}"/>
              </a:ext>
            </a:extLst>
          </p:cNvPr>
          <p:cNvSpPr/>
          <p:nvPr userDrawn="1"/>
        </p:nvSpPr>
        <p:spPr>
          <a:xfrm>
            <a:off x="9752013"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33" name="Rectangle 32">
            <a:extLst>
              <a:ext uri="{FF2B5EF4-FFF2-40B4-BE49-F238E27FC236}">
                <a16:creationId xmlns:a16="http://schemas.microsoft.com/office/drawing/2014/main" id="{65142366-F01F-D56A-11BB-7D669E9AD2B4}"/>
              </a:ext>
            </a:extLst>
          </p:cNvPr>
          <p:cNvSpPr/>
          <p:nvPr userDrawn="1"/>
        </p:nvSpPr>
        <p:spPr>
          <a:xfrm>
            <a:off x="610851"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cxnSp>
        <p:nvCxnSpPr>
          <p:cNvPr id="34" name="Straight Connector 33">
            <a:extLst>
              <a:ext uri="{FF2B5EF4-FFF2-40B4-BE49-F238E27FC236}">
                <a16:creationId xmlns:a16="http://schemas.microsoft.com/office/drawing/2014/main" id="{182EA033-41AE-6148-A260-889FF59E41C9}"/>
              </a:ext>
            </a:extLst>
          </p:cNvPr>
          <p:cNvCxnSpPr/>
          <p:nvPr userDrawn="1"/>
        </p:nvCxnSpPr>
        <p:spPr bwMode="gray">
          <a:xfrm>
            <a:off x="610850" y="2512464"/>
            <a:ext cx="1828800"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662FF207-1B75-1940-91E1-2692254C727F}"/>
              </a:ext>
            </a:extLst>
          </p:cNvPr>
          <p:cNvCxnSpPr/>
          <p:nvPr userDrawn="1"/>
        </p:nvCxnSpPr>
        <p:spPr bwMode="gray">
          <a:xfrm>
            <a:off x="2894013" y="2512464"/>
            <a:ext cx="1828800"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03341DC-DE80-5E4C-A4C9-C984D7074760}"/>
              </a:ext>
            </a:extLst>
          </p:cNvPr>
          <p:cNvCxnSpPr/>
          <p:nvPr userDrawn="1"/>
        </p:nvCxnSpPr>
        <p:spPr bwMode="gray">
          <a:xfrm>
            <a:off x="5185093" y="2512464"/>
            <a:ext cx="1828800"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128E238A-DE09-DD4F-A6F3-2F244E7301C3}"/>
              </a:ext>
            </a:extLst>
          </p:cNvPr>
          <p:cNvCxnSpPr/>
          <p:nvPr userDrawn="1"/>
        </p:nvCxnSpPr>
        <p:spPr bwMode="gray">
          <a:xfrm>
            <a:off x="7470001" y="2512464"/>
            <a:ext cx="1828800"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8B64954-CA3A-494E-B70D-3405C9F592D8}"/>
              </a:ext>
            </a:extLst>
          </p:cNvPr>
          <p:cNvCxnSpPr/>
          <p:nvPr userDrawn="1"/>
        </p:nvCxnSpPr>
        <p:spPr bwMode="gray">
          <a:xfrm>
            <a:off x="9752013" y="2512464"/>
            <a:ext cx="1828800" cy="0"/>
          </a:xfrm>
          <a:prstGeom prst="line">
            <a:avLst/>
          </a:prstGeom>
          <a:ln w="25400">
            <a:solidFill>
              <a:srgbClr val="53565A"/>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4" name="page number">
            <a:extLst>
              <a:ext uri="{FF2B5EF4-FFF2-40B4-BE49-F238E27FC236}">
                <a16:creationId xmlns:a16="http://schemas.microsoft.com/office/drawing/2014/main" id="{778B9E91-325F-BB46-BB33-20219DF70C9B}"/>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45" name="Oval 44">
            <a:extLst>
              <a:ext uri="{FF2B5EF4-FFF2-40B4-BE49-F238E27FC236}">
                <a16:creationId xmlns:a16="http://schemas.microsoft.com/office/drawing/2014/main" id="{FF6B89BA-DE17-014A-9ED8-790359ADE9FE}"/>
              </a:ext>
              <a:ext uri="{C183D7F6-B498-43B3-948B-1728B52AA6E4}">
                <adec:decorative xmlns:adec="http://schemas.microsoft.com/office/drawing/2017/decorative" val="1"/>
              </a:ext>
            </a:extLst>
          </p:cNvPr>
          <p:cNvSpPr/>
          <p:nvPr userDrawn="1"/>
        </p:nvSpPr>
        <p:spPr bwMode="gray">
          <a:xfrm>
            <a:off x="1131007" y="2118221"/>
            <a:ext cx="788487" cy="788487"/>
          </a:xfrm>
          <a:prstGeom prst="ellipse">
            <a:avLst/>
          </a:prstGeom>
          <a:solidFill>
            <a:schemeClr val="bg1"/>
          </a:solidFill>
          <a:ln w="254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accent4"/>
                </a:solidFill>
              </a:rPr>
              <a:t>1</a:t>
            </a:r>
          </a:p>
        </p:txBody>
      </p:sp>
      <p:sp>
        <p:nvSpPr>
          <p:cNvPr id="46" name="Oval 45">
            <a:extLst>
              <a:ext uri="{FF2B5EF4-FFF2-40B4-BE49-F238E27FC236}">
                <a16:creationId xmlns:a16="http://schemas.microsoft.com/office/drawing/2014/main" id="{C609A2D8-18F0-8A47-BD8C-DD1AF0B615E1}"/>
              </a:ext>
              <a:ext uri="{C183D7F6-B498-43B3-948B-1728B52AA6E4}">
                <adec:decorative xmlns:adec="http://schemas.microsoft.com/office/drawing/2017/decorative" val="1"/>
              </a:ext>
            </a:extLst>
          </p:cNvPr>
          <p:cNvSpPr/>
          <p:nvPr userDrawn="1"/>
        </p:nvSpPr>
        <p:spPr bwMode="gray">
          <a:xfrm>
            <a:off x="3414170" y="2118221"/>
            <a:ext cx="788487" cy="788487"/>
          </a:xfrm>
          <a:prstGeom prst="ellipse">
            <a:avLst/>
          </a:prstGeom>
          <a:solidFill>
            <a:schemeClr val="bg1"/>
          </a:solidFill>
          <a:ln w="25400">
            <a:solidFill>
              <a:schemeClr val="accent3"/>
            </a:solidFill>
          </a:ln>
          <a:effectLst/>
        </p:spPr>
        <p:txBody>
          <a:bodyPr vert="horz" wrap="square" lIns="91440" tIns="45720" rIns="91440" bIns="45720" numCol="1" anchor="ctr" anchorCtr="0" compatLnSpc="1">
            <a:prstTxWarp prst="textNoShape">
              <a:avLst/>
            </a:prstTxWarp>
          </a:bodyPr>
          <a:lstStyle/>
          <a:p>
            <a:pPr lvl="0" algn="ctr"/>
            <a:r>
              <a:rPr lang="en-US" dirty="0">
                <a:solidFill>
                  <a:schemeClr val="accent3"/>
                </a:solidFill>
              </a:rPr>
              <a:t>2</a:t>
            </a:r>
          </a:p>
        </p:txBody>
      </p:sp>
      <p:sp>
        <p:nvSpPr>
          <p:cNvPr id="47" name="Oval 46">
            <a:extLst>
              <a:ext uri="{FF2B5EF4-FFF2-40B4-BE49-F238E27FC236}">
                <a16:creationId xmlns:a16="http://schemas.microsoft.com/office/drawing/2014/main" id="{5B0E1473-AF0F-7C48-8FAF-3848C1B61D3D}"/>
              </a:ext>
              <a:ext uri="{C183D7F6-B498-43B3-948B-1728B52AA6E4}">
                <adec:decorative xmlns:adec="http://schemas.microsoft.com/office/drawing/2017/decorative" val="1"/>
              </a:ext>
            </a:extLst>
          </p:cNvPr>
          <p:cNvSpPr/>
          <p:nvPr userDrawn="1"/>
        </p:nvSpPr>
        <p:spPr bwMode="gray">
          <a:xfrm>
            <a:off x="5705250" y="2118221"/>
            <a:ext cx="788487" cy="788487"/>
          </a:xfrm>
          <a:prstGeom prst="ellipse">
            <a:avLst/>
          </a:prstGeom>
          <a:solidFill>
            <a:schemeClr val="bg1"/>
          </a:solidFill>
          <a:ln w="254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dirty="0">
                <a:solidFill>
                  <a:schemeClr val="accent2"/>
                </a:solidFill>
              </a:rPr>
              <a:t>3</a:t>
            </a:r>
          </a:p>
        </p:txBody>
      </p:sp>
      <p:sp>
        <p:nvSpPr>
          <p:cNvPr id="48" name="Oval 47">
            <a:extLst>
              <a:ext uri="{FF2B5EF4-FFF2-40B4-BE49-F238E27FC236}">
                <a16:creationId xmlns:a16="http://schemas.microsoft.com/office/drawing/2014/main" id="{E4E1A06A-E5D9-064B-85F4-74B463C7BDD3}"/>
              </a:ext>
              <a:ext uri="{C183D7F6-B498-43B3-948B-1728B52AA6E4}">
                <adec:decorative xmlns:adec="http://schemas.microsoft.com/office/drawing/2017/decorative" val="1"/>
              </a:ext>
            </a:extLst>
          </p:cNvPr>
          <p:cNvSpPr/>
          <p:nvPr userDrawn="1"/>
        </p:nvSpPr>
        <p:spPr bwMode="gray">
          <a:xfrm>
            <a:off x="7990158" y="2118221"/>
            <a:ext cx="788487" cy="788487"/>
          </a:xfrm>
          <a:prstGeom prst="ellipse">
            <a:avLst/>
          </a:prstGeom>
          <a:solidFill>
            <a:schemeClr val="bg1"/>
          </a:solid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dirty="0">
                <a:solidFill>
                  <a:schemeClr val="accent5"/>
                </a:solidFill>
              </a:rPr>
              <a:t>4</a:t>
            </a:r>
          </a:p>
        </p:txBody>
      </p:sp>
      <p:sp>
        <p:nvSpPr>
          <p:cNvPr id="49" name="Oval 48">
            <a:extLst>
              <a:ext uri="{FF2B5EF4-FFF2-40B4-BE49-F238E27FC236}">
                <a16:creationId xmlns:a16="http://schemas.microsoft.com/office/drawing/2014/main" id="{B7824627-50AB-F94E-9519-EADC5841F8D3}"/>
              </a:ext>
              <a:ext uri="{C183D7F6-B498-43B3-948B-1728B52AA6E4}">
                <adec:decorative xmlns:adec="http://schemas.microsoft.com/office/drawing/2017/decorative" val="1"/>
              </a:ext>
            </a:extLst>
          </p:cNvPr>
          <p:cNvSpPr/>
          <p:nvPr userDrawn="1"/>
        </p:nvSpPr>
        <p:spPr bwMode="gray">
          <a:xfrm>
            <a:off x="10272170" y="2118221"/>
            <a:ext cx="788487" cy="788487"/>
          </a:xfrm>
          <a:prstGeom prst="ellipse">
            <a:avLst/>
          </a:prstGeom>
          <a:solidFill>
            <a:schemeClr val="bg1"/>
          </a:solidFill>
          <a:ln w="25400">
            <a:solidFill>
              <a:srgbClr val="53565A"/>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bg2">
                    <a:lumMod val="25000"/>
                  </a:schemeClr>
                </a:solidFill>
              </a:rPr>
              <a:t>5</a:t>
            </a:r>
          </a:p>
        </p:txBody>
      </p:sp>
    </p:spTree>
    <p:extLst>
      <p:ext uri="{BB962C8B-B14F-4D97-AF65-F5344CB8AC3E}">
        <p14:creationId xmlns:p14="http://schemas.microsoft.com/office/powerpoint/2010/main" val="5458209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p:cSld name="Char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BA8A47F-2243-412F-A1A8-FA8E3475F5E1}"/>
              </a:ext>
            </a:extLst>
          </p:cNvPr>
          <p:cNvSpPr>
            <a:spLocks noGrp="1"/>
          </p:cNvSpPr>
          <p:nvPr>
            <p:ph type="title" hasCustomPrompt="1"/>
          </p:nvPr>
        </p:nvSpPr>
        <p:spPr/>
        <p:txBody>
          <a:bodyPr/>
          <a:lstStyle>
            <a:lvl1pPr>
              <a:defRPr>
                <a:solidFill>
                  <a:schemeClr val="accent2"/>
                </a:solidFill>
              </a:defRPr>
            </a:lvl1pPr>
          </a:lstStyle>
          <a:p>
            <a:r>
              <a:rPr lang="en-US"/>
              <a:t>Sample Chart Layout for Text – Click to Add a Title</a:t>
            </a:r>
          </a:p>
        </p:txBody>
      </p:sp>
      <p:sp>
        <p:nvSpPr>
          <p:cNvPr id="16" name="Subtitle 2">
            <a:extLst>
              <a:ext uri="{FF2B5EF4-FFF2-40B4-BE49-F238E27FC236}">
                <a16:creationId xmlns:a16="http://schemas.microsoft.com/office/drawing/2014/main" id="{EEA64E97-C31D-49B1-B8E1-20E5F404F516}"/>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35" name="Text Placeholder 3" descr="Row 1 label">
            <a:extLst>
              <a:ext uri="{FF2B5EF4-FFF2-40B4-BE49-F238E27FC236}">
                <a16:creationId xmlns:a16="http://schemas.microsoft.com/office/drawing/2014/main" id="{7077ED63-7149-B64F-804C-21E2E59DF7DB}"/>
              </a:ext>
            </a:extLst>
          </p:cNvPr>
          <p:cNvSpPr>
            <a:spLocks noGrp="1"/>
          </p:cNvSpPr>
          <p:nvPr>
            <p:ph type="body" sz="quarter" idx="30" hasCustomPrompt="1"/>
          </p:nvPr>
        </p:nvSpPr>
        <p:spPr>
          <a:xfrm>
            <a:off x="271464" y="1546789"/>
            <a:ext cx="574570" cy="439174"/>
          </a:xfrm>
          <a:solidFill>
            <a:schemeClr val="bg1"/>
          </a:solidFill>
          <a:ln w="12700">
            <a:noFill/>
          </a:ln>
        </p:spPr>
        <p:txBody>
          <a:bodyPr tIns="91440"/>
          <a:lstStyle>
            <a:lvl1pPr algn="ctr">
              <a:lnSpc>
                <a:spcPct val="100000"/>
              </a:lnSpc>
              <a:spcBef>
                <a:spcPts val="600"/>
              </a:spcBef>
              <a:buNone/>
              <a:defRPr sz="1000">
                <a:solidFill>
                  <a:schemeClr val="tx1"/>
                </a:solidFill>
              </a:defRPr>
            </a:lvl1pPr>
            <a:lvl2pPr marL="0" indent="0" algn="ctr">
              <a:lnSpc>
                <a:spcPct val="100000"/>
              </a:lnSpc>
              <a:spcBef>
                <a:spcPts val="600"/>
              </a:spcBef>
              <a:buFont typeface="Arial" panose="020B0604020202020204" pitchFamily="34" charset="0"/>
              <a:buChar char="​"/>
              <a:defRPr sz="1400"/>
            </a:lvl2pPr>
          </a:lstStyle>
          <a:p>
            <a:pPr lvl="0"/>
            <a:r>
              <a:rPr lang="en-US" dirty="0"/>
              <a:t>Click to add text</a:t>
            </a:r>
          </a:p>
        </p:txBody>
      </p:sp>
      <p:sp>
        <p:nvSpPr>
          <p:cNvPr id="34" name="Text Placeholder 3" descr="Row 1 text box is a long horizontal box the width of the slide acting as a header. ">
            <a:extLst>
              <a:ext uri="{FF2B5EF4-FFF2-40B4-BE49-F238E27FC236}">
                <a16:creationId xmlns:a16="http://schemas.microsoft.com/office/drawing/2014/main" id="{03CB2304-DD0F-674C-91F7-863CDF3757FC}"/>
              </a:ext>
            </a:extLst>
          </p:cNvPr>
          <p:cNvSpPr>
            <a:spLocks noGrp="1"/>
          </p:cNvSpPr>
          <p:nvPr>
            <p:ph type="body" sz="quarter" idx="29" hasCustomPrompt="1"/>
          </p:nvPr>
        </p:nvSpPr>
        <p:spPr>
          <a:xfrm>
            <a:off x="1034040" y="1561701"/>
            <a:ext cx="10630969" cy="429469"/>
          </a:xfrm>
          <a:solidFill>
            <a:srgbClr val="F4F8FA"/>
          </a:solidFill>
          <a:ln w="12700">
            <a:solidFill>
              <a:schemeClr val="accent3">
                <a:alpha val="25000"/>
              </a:schemeClr>
            </a:solidFill>
          </a:ln>
        </p:spPr>
        <p:txBody>
          <a:bodyPr tIns="91440"/>
          <a:lstStyle>
            <a:lvl1pPr algn="ctr">
              <a:lnSpc>
                <a:spcPct val="100000"/>
              </a:lnSpc>
              <a:spcBef>
                <a:spcPts val="600"/>
              </a:spcBef>
              <a:buNone/>
              <a:defRPr sz="1600">
                <a:solidFill>
                  <a:schemeClr val="tx1"/>
                </a:solidFill>
              </a:defRPr>
            </a:lvl1pPr>
            <a:lvl2pPr marL="0" indent="0" algn="ctr">
              <a:lnSpc>
                <a:spcPct val="100000"/>
              </a:lnSpc>
              <a:spcBef>
                <a:spcPts val="600"/>
              </a:spcBef>
              <a:buFont typeface="Arial" panose="020B0604020202020204" pitchFamily="34" charset="0"/>
              <a:buChar char="​"/>
              <a:defRPr sz="1400"/>
            </a:lvl2pPr>
          </a:lstStyle>
          <a:p>
            <a:pPr lvl="0"/>
            <a:r>
              <a:rPr lang="en-US"/>
              <a:t>Click to add text</a:t>
            </a:r>
          </a:p>
        </p:txBody>
      </p:sp>
      <p:sp>
        <p:nvSpPr>
          <p:cNvPr id="36" name="Text Placeholder 3" descr="Row 2 label; this row shows 4 content boxes labeled A through D, each is a different color and holds text.">
            <a:extLst>
              <a:ext uri="{FF2B5EF4-FFF2-40B4-BE49-F238E27FC236}">
                <a16:creationId xmlns:a16="http://schemas.microsoft.com/office/drawing/2014/main" id="{3E62FD32-E978-1A49-AA98-60CD14AE003D}"/>
              </a:ext>
            </a:extLst>
          </p:cNvPr>
          <p:cNvSpPr>
            <a:spLocks noGrp="1"/>
          </p:cNvSpPr>
          <p:nvPr>
            <p:ph type="body" sz="quarter" idx="31" hasCustomPrompt="1"/>
          </p:nvPr>
        </p:nvSpPr>
        <p:spPr>
          <a:xfrm>
            <a:off x="285750" y="3304775"/>
            <a:ext cx="560283" cy="658026"/>
          </a:xfrm>
          <a:solidFill>
            <a:schemeClr val="bg1"/>
          </a:solidFill>
          <a:ln w="12700">
            <a:noFill/>
          </a:ln>
        </p:spPr>
        <p:txBody>
          <a:bodyPr tIns="91440"/>
          <a:lstStyle>
            <a:lvl1pPr algn="ctr">
              <a:lnSpc>
                <a:spcPct val="100000"/>
              </a:lnSpc>
              <a:spcBef>
                <a:spcPts val="600"/>
              </a:spcBef>
              <a:buNone/>
              <a:defRPr sz="1000">
                <a:solidFill>
                  <a:schemeClr val="tx1"/>
                </a:solidFill>
              </a:defRPr>
            </a:lvl1pPr>
            <a:lvl2pPr marL="0" indent="0" algn="ctr">
              <a:lnSpc>
                <a:spcPct val="100000"/>
              </a:lnSpc>
              <a:spcBef>
                <a:spcPts val="600"/>
              </a:spcBef>
              <a:buFont typeface="Arial" panose="020B0604020202020204" pitchFamily="34" charset="0"/>
              <a:buChar char="​"/>
              <a:defRPr sz="1400"/>
            </a:lvl2pPr>
          </a:lstStyle>
          <a:p>
            <a:pPr lvl="0"/>
            <a:r>
              <a:rPr lang="en-US" dirty="0"/>
              <a:t>Click to add text</a:t>
            </a:r>
          </a:p>
        </p:txBody>
      </p:sp>
      <p:cxnSp>
        <p:nvCxnSpPr>
          <p:cNvPr id="4" name="Straight Connector 3">
            <a:extLst>
              <a:ext uri="{FF2B5EF4-FFF2-40B4-BE49-F238E27FC236}">
                <a16:creationId xmlns:a16="http://schemas.microsoft.com/office/drawing/2014/main" id="{7E322B01-8AA4-6B48-98B8-90F64F16E3E4}"/>
              </a:ext>
              <a:ext uri="{C183D7F6-B498-43B3-948B-1728B52AA6E4}">
                <adec:decorative xmlns:adec="http://schemas.microsoft.com/office/drawing/2017/decorative" val="1"/>
              </a:ext>
            </a:extLst>
          </p:cNvPr>
          <p:cNvCxnSpPr/>
          <p:nvPr/>
        </p:nvCxnSpPr>
        <p:spPr bwMode="gray">
          <a:xfrm>
            <a:off x="1093076" y="2680138"/>
            <a:ext cx="2459421"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Text Placeholder 3" descr="Row 2, box 1: text in plum">
            <a:extLst>
              <a:ext uri="{FF2B5EF4-FFF2-40B4-BE49-F238E27FC236}">
                <a16:creationId xmlns:a16="http://schemas.microsoft.com/office/drawing/2014/main" id="{2E201879-B985-4ADE-8AD6-6C3E14CE0AFE}"/>
              </a:ext>
            </a:extLst>
          </p:cNvPr>
          <p:cNvSpPr>
            <a:spLocks noGrp="1"/>
          </p:cNvSpPr>
          <p:nvPr>
            <p:ph type="body" sz="quarter" idx="19" hasCustomPrompt="1"/>
          </p:nvPr>
        </p:nvSpPr>
        <p:spPr>
          <a:xfrm>
            <a:off x="1102407" y="2699834"/>
            <a:ext cx="2459421" cy="1949198"/>
          </a:xfrm>
          <a:noFill/>
          <a:ln w="15875">
            <a:noFill/>
          </a:ln>
        </p:spPr>
        <p:txBody>
          <a:bodyPr tIns="365760"/>
          <a:lstStyle>
            <a:lvl1pPr algn="ctr">
              <a:lnSpc>
                <a:spcPct val="100000"/>
              </a:lnSpc>
              <a:spcBef>
                <a:spcPts val="600"/>
              </a:spcBef>
              <a:buNone/>
              <a:defRPr sz="1800">
                <a:solidFill>
                  <a:schemeClr val="accent4"/>
                </a:solidFill>
              </a:defRPr>
            </a:lvl1pPr>
            <a:lvl2pPr marL="0" indent="0" algn="ctr">
              <a:lnSpc>
                <a:spcPct val="100000"/>
              </a:lnSpc>
              <a:spcBef>
                <a:spcPts val="600"/>
              </a:spcBef>
              <a:buFont typeface="Arial" panose="020B0604020202020204" pitchFamily="34" charset="0"/>
              <a:buChar char="​"/>
              <a:defRPr sz="1400">
                <a:solidFill>
                  <a:schemeClr val="tx1"/>
                </a:solidFill>
              </a:defRPr>
            </a:lvl2pPr>
          </a:lstStyle>
          <a:p>
            <a:pPr lvl="0"/>
            <a:r>
              <a:rPr lang="en-US" dirty="0"/>
              <a:t>Click to add text</a:t>
            </a:r>
          </a:p>
          <a:p>
            <a:pPr lvl="1"/>
            <a:r>
              <a:rPr lang="en-US" dirty="0"/>
              <a:t>Second level</a:t>
            </a:r>
          </a:p>
        </p:txBody>
      </p:sp>
      <p:cxnSp>
        <p:nvCxnSpPr>
          <p:cNvPr id="32" name="Straight Connector 31">
            <a:extLst>
              <a:ext uri="{FF2B5EF4-FFF2-40B4-BE49-F238E27FC236}">
                <a16:creationId xmlns:a16="http://schemas.microsoft.com/office/drawing/2014/main" id="{65C97932-042E-C845-9300-586CA61AB8C0}"/>
              </a:ext>
              <a:ext uri="{C183D7F6-B498-43B3-948B-1728B52AA6E4}">
                <adec:decorative xmlns:adec="http://schemas.microsoft.com/office/drawing/2017/decorative" val="1"/>
              </a:ext>
            </a:extLst>
          </p:cNvPr>
          <p:cNvCxnSpPr/>
          <p:nvPr/>
        </p:nvCxnSpPr>
        <p:spPr bwMode="gray">
          <a:xfrm>
            <a:off x="3805092" y="2680138"/>
            <a:ext cx="2459421"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9" name="Text Placeholder 3" descr="Row 2, box 3: text in indigo">
            <a:extLst>
              <a:ext uri="{FF2B5EF4-FFF2-40B4-BE49-F238E27FC236}">
                <a16:creationId xmlns:a16="http://schemas.microsoft.com/office/drawing/2014/main" id="{62D3946B-F2F1-42AF-8E89-00761A7745D4}"/>
              </a:ext>
            </a:extLst>
          </p:cNvPr>
          <p:cNvSpPr>
            <a:spLocks noGrp="1"/>
          </p:cNvSpPr>
          <p:nvPr>
            <p:ph type="body" sz="quarter" idx="21" hasCustomPrompt="1"/>
          </p:nvPr>
        </p:nvSpPr>
        <p:spPr>
          <a:xfrm>
            <a:off x="3816081" y="2699834"/>
            <a:ext cx="2459421" cy="1949198"/>
          </a:xfrm>
          <a:noFill/>
          <a:ln w="15875">
            <a:noFill/>
          </a:ln>
        </p:spPr>
        <p:txBody>
          <a:bodyPr tIns="365760"/>
          <a:lstStyle>
            <a:lvl1pPr algn="ctr">
              <a:lnSpc>
                <a:spcPct val="100000"/>
              </a:lnSpc>
              <a:spcBef>
                <a:spcPts val="600"/>
              </a:spcBef>
              <a:defRPr sz="1800">
                <a:solidFill>
                  <a:schemeClr val="accent3"/>
                </a:solidFill>
              </a:defRPr>
            </a:lvl1pPr>
            <a:lvl2pPr marL="285750" indent="-285750" algn="ctr">
              <a:lnSpc>
                <a:spcPct val="100000"/>
              </a:lnSpc>
              <a:spcBef>
                <a:spcPts val="600"/>
              </a:spcBef>
              <a:buFont typeface="Arial" panose="020B0604020202020204" pitchFamily="34" charset="0"/>
              <a:buChar char="​"/>
              <a:defRPr lang="en-US" sz="14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cxnSp>
        <p:nvCxnSpPr>
          <p:cNvPr id="25" name="Straight Connector 24">
            <a:extLst>
              <a:ext uri="{FF2B5EF4-FFF2-40B4-BE49-F238E27FC236}">
                <a16:creationId xmlns:a16="http://schemas.microsoft.com/office/drawing/2014/main" id="{1AEFB321-2C32-7945-A5C9-A9F00AE58896}"/>
              </a:ext>
              <a:ext uri="{C183D7F6-B498-43B3-948B-1728B52AA6E4}">
                <adec:decorative xmlns:adec="http://schemas.microsoft.com/office/drawing/2017/decorative" val="1"/>
              </a:ext>
            </a:extLst>
          </p:cNvPr>
          <p:cNvCxnSpPr/>
          <p:nvPr/>
        </p:nvCxnSpPr>
        <p:spPr bwMode="gray">
          <a:xfrm>
            <a:off x="6517108" y="2680138"/>
            <a:ext cx="2459421"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8" name="Text Placeholder 3" descr="Row 2, box 2: text in ocean">
            <a:extLst>
              <a:ext uri="{FF2B5EF4-FFF2-40B4-BE49-F238E27FC236}">
                <a16:creationId xmlns:a16="http://schemas.microsoft.com/office/drawing/2014/main" id="{9495BAAB-E860-4075-9DA3-ABA7C32D235E}"/>
              </a:ext>
            </a:extLst>
          </p:cNvPr>
          <p:cNvSpPr>
            <a:spLocks noGrp="1"/>
          </p:cNvSpPr>
          <p:nvPr>
            <p:ph type="body" sz="quarter" idx="20" hasCustomPrompt="1"/>
          </p:nvPr>
        </p:nvSpPr>
        <p:spPr>
          <a:xfrm>
            <a:off x="6529755" y="2699834"/>
            <a:ext cx="2459421" cy="1949198"/>
          </a:xfrm>
          <a:noFill/>
          <a:ln w="15875">
            <a:noFill/>
          </a:ln>
        </p:spPr>
        <p:txBody>
          <a:bodyPr tIns="365760"/>
          <a:lstStyle>
            <a:lvl1pPr algn="ctr">
              <a:lnSpc>
                <a:spcPct val="100000"/>
              </a:lnSpc>
              <a:spcBef>
                <a:spcPts val="600"/>
              </a:spcBef>
              <a:buNone/>
              <a:defRPr sz="1800">
                <a:solidFill>
                  <a:schemeClr val="accent2"/>
                </a:solidFill>
              </a:defRPr>
            </a:lvl1pPr>
            <a:lvl2pPr marL="285750" indent="-285750" algn="ctr">
              <a:lnSpc>
                <a:spcPct val="100000"/>
              </a:lnSpc>
              <a:spcBef>
                <a:spcPts val="600"/>
              </a:spcBef>
              <a:buFont typeface="Arial" panose="020B0604020202020204" pitchFamily="34" charset="0"/>
              <a:buChar char="​"/>
              <a:defRPr lang="en-US" sz="1400" kern="120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cxnSp>
        <p:nvCxnSpPr>
          <p:cNvPr id="38" name="Straight Connector 37">
            <a:extLst>
              <a:ext uri="{FF2B5EF4-FFF2-40B4-BE49-F238E27FC236}">
                <a16:creationId xmlns:a16="http://schemas.microsoft.com/office/drawing/2014/main" id="{D68A42CD-A1AD-9149-80A3-4BFE5D75E3AB}"/>
              </a:ext>
              <a:ext uri="{C183D7F6-B498-43B3-948B-1728B52AA6E4}">
                <adec:decorative xmlns:adec="http://schemas.microsoft.com/office/drawing/2017/decorative" val="1"/>
              </a:ext>
            </a:extLst>
          </p:cNvPr>
          <p:cNvCxnSpPr/>
          <p:nvPr/>
        </p:nvCxnSpPr>
        <p:spPr bwMode="gray">
          <a:xfrm>
            <a:off x="9229123" y="2680138"/>
            <a:ext cx="2459421"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0" name="Text Placeholder 3" descr="Row 2, box 4: text in dark green">
            <a:extLst>
              <a:ext uri="{FF2B5EF4-FFF2-40B4-BE49-F238E27FC236}">
                <a16:creationId xmlns:a16="http://schemas.microsoft.com/office/drawing/2014/main" id="{22F84664-2E68-46AE-AE2C-E8D2B6C9A1DD}"/>
              </a:ext>
            </a:extLst>
          </p:cNvPr>
          <p:cNvSpPr>
            <a:spLocks noGrp="1"/>
          </p:cNvSpPr>
          <p:nvPr>
            <p:ph type="body" sz="quarter" idx="22" hasCustomPrompt="1"/>
          </p:nvPr>
        </p:nvSpPr>
        <p:spPr>
          <a:xfrm>
            <a:off x="9243428" y="2699834"/>
            <a:ext cx="2459421" cy="1949198"/>
          </a:xfrm>
          <a:noFill/>
          <a:ln w="15875">
            <a:noFill/>
          </a:ln>
        </p:spPr>
        <p:txBody>
          <a:bodyPr tIns="365760"/>
          <a:lstStyle>
            <a:lvl1pPr algn="ctr">
              <a:lnSpc>
                <a:spcPct val="100000"/>
              </a:lnSpc>
              <a:spcBef>
                <a:spcPts val="600"/>
              </a:spcBef>
              <a:buNone/>
              <a:defRPr sz="1800">
                <a:solidFill>
                  <a:schemeClr val="accent5"/>
                </a:solidFill>
              </a:defRPr>
            </a:lvl1pPr>
            <a:lvl2pPr marL="285750" indent="-285750" algn="ctr">
              <a:lnSpc>
                <a:spcPct val="100000"/>
              </a:lnSpc>
              <a:spcBef>
                <a:spcPts val="600"/>
              </a:spcBef>
              <a:buFont typeface="Arial" panose="020B0604020202020204" pitchFamily="34" charset="0"/>
              <a:buChar char="​"/>
              <a:defRPr lang="en-US" sz="14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Arial" panose="020B0604020202020204" pitchFamily="34" charset="0"/>
              <a:buChar char="​"/>
            </a:pPr>
            <a:r>
              <a:rPr lang="en-US" dirty="0"/>
              <a:t>Second level</a:t>
            </a:r>
          </a:p>
        </p:txBody>
      </p:sp>
      <p:sp>
        <p:nvSpPr>
          <p:cNvPr id="37" name="Text Placeholder 3" descr="Row 3 label: this row shows six, small content boxes in a horiztonal row">
            <a:extLst>
              <a:ext uri="{FF2B5EF4-FFF2-40B4-BE49-F238E27FC236}">
                <a16:creationId xmlns:a16="http://schemas.microsoft.com/office/drawing/2014/main" id="{EF286E42-C44A-274D-B9C1-D21F1AD1DEB2}"/>
              </a:ext>
            </a:extLst>
          </p:cNvPr>
          <p:cNvSpPr>
            <a:spLocks noGrp="1"/>
          </p:cNvSpPr>
          <p:nvPr>
            <p:ph type="body" sz="quarter" idx="32" hasCustomPrompt="1"/>
          </p:nvPr>
        </p:nvSpPr>
        <p:spPr>
          <a:xfrm>
            <a:off x="300038" y="5065521"/>
            <a:ext cx="545995" cy="658026"/>
          </a:xfrm>
          <a:solidFill>
            <a:schemeClr val="bg1"/>
          </a:solidFill>
          <a:ln w="12700">
            <a:noFill/>
          </a:ln>
        </p:spPr>
        <p:txBody>
          <a:bodyPr tIns="91440"/>
          <a:lstStyle>
            <a:lvl1pPr algn="ctr">
              <a:lnSpc>
                <a:spcPct val="100000"/>
              </a:lnSpc>
              <a:spcBef>
                <a:spcPts val="600"/>
              </a:spcBef>
              <a:buNone/>
              <a:defRPr sz="1000">
                <a:solidFill>
                  <a:schemeClr val="tx1"/>
                </a:solidFill>
              </a:defRPr>
            </a:lvl1pPr>
            <a:lvl2pPr marL="0" indent="0" algn="ctr">
              <a:lnSpc>
                <a:spcPct val="100000"/>
              </a:lnSpc>
              <a:spcBef>
                <a:spcPts val="600"/>
              </a:spcBef>
              <a:buFont typeface="Arial" panose="020B0604020202020204" pitchFamily="34" charset="0"/>
              <a:buChar char="​"/>
              <a:defRPr sz="1400"/>
            </a:lvl2pPr>
          </a:lstStyle>
          <a:p>
            <a:pPr lvl="0"/>
            <a:r>
              <a:rPr lang="en-US"/>
              <a:t>Click to add text</a:t>
            </a:r>
          </a:p>
        </p:txBody>
      </p:sp>
      <p:sp>
        <p:nvSpPr>
          <p:cNvPr id="20" name="Text Placeholder 3" descr="Row 3, text box 1">
            <a:extLst>
              <a:ext uri="{FF2B5EF4-FFF2-40B4-BE49-F238E27FC236}">
                <a16:creationId xmlns:a16="http://schemas.microsoft.com/office/drawing/2014/main" id="{828E38C7-4E21-F24B-B372-9632EC441D7F}"/>
              </a:ext>
            </a:extLst>
          </p:cNvPr>
          <p:cNvSpPr>
            <a:spLocks noGrp="1"/>
          </p:cNvSpPr>
          <p:nvPr>
            <p:ph type="body" sz="quarter" idx="23" hasCustomPrompt="1"/>
          </p:nvPr>
        </p:nvSpPr>
        <p:spPr>
          <a:xfrm>
            <a:off x="1115051" y="4956561"/>
            <a:ext cx="1713607" cy="915157"/>
          </a:xfrm>
          <a:solidFill>
            <a:srgbClr val="F4F8FA"/>
          </a:solid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Arial" panose="020B0604020202020204" pitchFamily="34" charset="0"/>
              <a:buChar char="​"/>
              <a:defRPr sz="1000">
                <a:solidFill>
                  <a:schemeClr val="tx1"/>
                </a:solidFill>
              </a:defRPr>
            </a:lvl2pPr>
          </a:lstStyle>
          <a:p>
            <a:pPr lvl="0"/>
            <a:r>
              <a:rPr lang="en-US"/>
              <a:t>Click to add text</a:t>
            </a:r>
          </a:p>
          <a:p>
            <a:pPr lvl="1"/>
            <a:r>
              <a:rPr lang="en-US"/>
              <a:t>Second level</a:t>
            </a:r>
          </a:p>
        </p:txBody>
      </p:sp>
      <p:sp>
        <p:nvSpPr>
          <p:cNvPr id="21" name="Text Placeholder 3" descr="Row 3, text box 2">
            <a:extLst>
              <a:ext uri="{FF2B5EF4-FFF2-40B4-BE49-F238E27FC236}">
                <a16:creationId xmlns:a16="http://schemas.microsoft.com/office/drawing/2014/main" id="{8B2FDC15-7948-0244-83E4-0CDCDBC619B3}"/>
              </a:ext>
            </a:extLst>
          </p:cNvPr>
          <p:cNvSpPr>
            <a:spLocks noGrp="1"/>
          </p:cNvSpPr>
          <p:nvPr>
            <p:ph type="body" sz="quarter" idx="24" hasCustomPrompt="1"/>
          </p:nvPr>
        </p:nvSpPr>
        <p:spPr>
          <a:xfrm>
            <a:off x="2886312" y="4956561"/>
            <a:ext cx="1713607" cy="915157"/>
          </a:xfrm>
          <a:solidFill>
            <a:srgbClr val="F4F8FA"/>
          </a:solid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Arial" panose="020B0604020202020204" pitchFamily="34" charset="0"/>
              <a:buChar char="​"/>
              <a:defRPr sz="1000">
                <a:solidFill>
                  <a:schemeClr val="tx1"/>
                </a:solidFill>
              </a:defRPr>
            </a:lvl2pPr>
          </a:lstStyle>
          <a:p>
            <a:pPr lvl="0"/>
            <a:r>
              <a:rPr lang="en-US"/>
              <a:t>Click to add text</a:t>
            </a:r>
          </a:p>
          <a:p>
            <a:pPr lvl="1"/>
            <a:r>
              <a:rPr lang="en-US"/>
              <a:t>Second level</a:t>
            </a:r>
          </a:p>
        </p:txBody>
      </p:sp>
      <p:sp>
        <p:nvSpPr>
          <p:cNvPr id="26" name="Text Placeholder 3" descr="Row 3, text box 3">
            <a:extLst>
              <a:ext uri="{FF2B5EF4-FFF2-40B4-BE49-F238E27FC236}">
                <a16:creationId xmlns:a16="http://schemas.microsoft.com/office/drawing/2014/main" id="{E4B34A83-BA8A-6844-8A56-BBD517A5B6FD}"/>
              </a:ext>
            </a:extLst>
          </p:cNvPr>
          <p:cNvSpPr>
            <a:spLocks noGrp="1"/>
          </p:cNvSpPr>
          <p:nvPr>
            <p:ph type="body" sz="quarter" idx="25" hasCustomPrompt="1"/>
          </p:nvPr>
        </p:nvSpPr>
        <p:spPr>
          <a:xfrm>
            <a:off x="4657573" y="4956561"/>
            <a:ext cx="1713607" cy="915157"/>
          </a:xfrm>
          <a:solidFill>
            <a:srgbClr val="F4F8FA"/>
          </a:solid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Arial" panose="020B0604020202020204" pitchFamily="34" charset="0"/>
              <a:buChar char="​"/>
              <a:defRPr sz="1000">
                <a:solidFill>
                  <a:schemeClr val="tx1"/>
                </a:solidFill>
              </a:defRPr>
            </a:lvl2pPr>
          </a:lstStyle>
          <a:p>
            <a:pPr lvl="0"/>
            <a:r>
              <a:rPr lang="en-US"/>
              <a:t>Click to add text</a:t>
            </a:r>
          </a:p>
          <a:p>
            <a:pPr lvl="1"/>
            <a:r>
              <a:rPr lang="en-US"/>
              <a:t>Second level</a:t>
            </a:r>
          </a:p>
        </p:txBody>
      </p:sp>
      <p:sp>
        <p:nvSpPr>
          <p:cNvPr id="27" name="Text Placeholder 3" descr="Row 3, text box 4">
            <a:extLst>
              <a:ext uri="{FF2B5EF4-FFF2-40B4-BE49-F238E27FC236}">
                <a16:creationId xmlns:a16="http://schemas.microsoft.com/office/drawing/2014/main" id="{532716FA-3DC7-AF41-8C5F-F9D040A43930}"/>
              </a:ext>
            </a:extLst>
          </p:cNvPr>
          <p:cNvSpPr>
            <a:spLocks noGrp="1"/>
          </p:cNvSpPr>
          <p:nvPr>
            <p:ph type="body" sz="quarter" idx="26" hasCustomPrompt="1"/>
          </p:nvPr>
        </p:nvSpPr>
        <p:spPr>
          <a:xfrm>
            <a:off x="6428834" y="4956561"/>
            <a:ext cx="1713607" cy="915157"/>
          </a:xfrm>
          <a:solidFill>
            <a:srgbClr val="F4F8FA"/>
          </a:solid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Arial" panose="020B0604020202020204" pitchFamily="34" charset="0"/>
              <a:buChar char="​"/>
              <a:defRPr sz="1000">
                <a:solidFill>
                  <a:schemeClr val="tx1"/>
                </a:solidFill>
              </a:defRPr>
            </a:lvl2pPr>
          </a:lstStyle>
          <a:p>
            <a:pPr lvl="0"/>
            <a:r>
              <a:rPr lang="en-US"/>
              <a:t>Click to add text</a:t>
            </a:r>
          </a:p>
          <a:p>
            <a:pPr lvl="1"/>
            <a:r>
              <a:rPr lang="en-US"/>
              <a:t>Second level</a:t>
            </a:r>
          </a:p>
        </p:txBody>
      </p:sp>
      <p:sp>
        <p:nvSpPr>
          <p:cNvPr id="31" name="Text Placeholder 3" descr="Row 3, text box 5">
            <a:extLst>
              <a:ext uri="{FF2B5EF4-FFF2-40B4-BE49-F238E27FC236}">
                <a16:creationId xmlns:a16="http://schemas.microsoft.com/office/drawing/2014/main" id="{6EA6D41F-30CE-1443-9F1F-896A2907ECBD}"/>
              </a:ext>
            </a:extLst>
          </p:cNvPr>
          <p:cNvSpPr>
            <a:spLocks noGrp="1"/>
          </p:cNvSpPr>
          <p:nvPr>
            <p:ph type="body" sz="quarter" idx="27" hasCustomPrompt="1"/>
          </p:nvPr>
        </p:nvSpPr>
        <p:spPr>
          <a:xfrm>
            <a:off x="8200095" y="4956561"/>
            <a:ext cx="1713607" cy="915157"/>
          </a:xfrm>
          <a:solidFill>
            <a:srgbClr val="F4F8FA"/>
          </a:solid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Arial" panose="020B0604020202020204" pitchFamily="34" charset="0"/>
              <a:buChar char="​"/>
              <a:defRPr sz="1000">
                <a:solidFill>
                  <a:schemeClr val="tx1"/>
                </a:solidFill>
              </a:defRPr>
            </a:lvl2pPr>
          </a:lstStyle>
          <a:p>
            <a:pPr lvl="0"/>
            <a:r>
              <a:rPr lang="en-US"/>
              <a:t>Click to add text</a:t>
            </a:r>
          </a:p>
          <a:p>
            <a:pPr lvl="1"/>
            <a:r>
              <a:rPr lang="en-US"/>
              <a:t>Second level</a:t>
            </a:r>
          </a:p>
        </p:txBody>
      </p:sp>
      <p:sp>
        <p:nvSpPr>
          <p:cNvPr id="33" name="Text Placeholder 3" descr="Row 3, text box 6">
            <a:extLst>
              <a:ext uri="{FF2B5EF4-FFF2-40B4-BE49-F238E27FC236}">
                <a16:creationId xmlns:a16="http://schemas.microsoft.com/office/drawing/2014/main" id="{62388AAB-5BA2-4747-B0D0-B11DA9195125}"/>
              </a:ext>
            </a:extLst>
          </p:cNvPr>
          <p:cNvSpPr>
            <a:spLocks noGrp="1"/>
          </p:cNvSpPr>
          <p:nvPr>
            <p:ph type="body" sz="quarter" idx="28" hasCustomPrompt="1"/>
          </p:nvPr>
        </p:nvSpPr>
        <p:spPr>
          <a:xfrm>
            <a:off x="9971354" y="4956561"/>
            <a:ext cx="1713607" cy="915157"/>
          </a:xfrm>
          <a:solidFill>
            <a:srgbClr val="F4F8FA"/>
          </a:solid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Arial" panose="020B0604020202020204" pitchFamily="34" charset="0"/>
              <a:buChar char="​"/>
              <a:defRPr sz="1000">
                <a:solidFill>
                  <a:schemeClr val="tx1"/>
                </a:solidFill>
              </a:defRPr>
            </a:lvl2pPr>
          </a:lstStyle>
          <a:p>
            <a:pPr lvl="0"/>
            <a:r>
              <a:rPr lang="en-US"/>
              <a:t>Click to add text</a:t>
            </a:r>
          </a:p>
          <a:p>
            <a:pPr lvl="1"/>
            <a:r>
              <a:rPr lang="en-US"/>
              <a:t>Second level</a:t>
            </a:r>
          </a:p>
        </p:txBody>
      </p:sp>
      <p:sp>
        <p:nvSpPr>
          <p:cNvPr id="24" name="page number">
            <a:extLst>
              <a:ext uri="{FF2B5EF4-FFF2-40B4-BE49-F238E27FC236}">
                <a16:creationId xmlns:a16="http://schemas.microsoft.com/office/drawing/2014/main" id="{D09494D0-773E-A04D-BC5F-65AA87B8246F}"/>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cxnSp>
        <p:nvCxnSpPr>
          <p:cNvPr id="23" name="Straight Connector 22">
            <a:extLst>
              <a:ext uri="{FF2B5EF4-FFF2-40B4-BE49-F238E27FC236}">
                <a16:creationId xmlns:a16="http://schemas.microsoft.com/office/drawing/2014/main" id="{7E322B01-8AA4-6B48-98B8-90F64F16E3E4}"/>
              </a:ext>
              <a:ext uri="{C183D7F6-B498-43B3-948B-1728B52AA6E4}">
                <adec:decorative xmlns:adec="http://schemas.microsoft.com/office/drawing/2017/decorative" val="1"/>
              </a:ext>
            </a:extLst>
          </p:cNvPr>
          <p:cNvCxnSpPr/>
          <p:nvPr userDrawn="1"/>
        </p:nvCxnSpPr>
        <p:spPr bwMode="gray">
          <a:xfrm>
            <a:off x="1093076" y="2680138"/>
            <a:ext cx="2459421"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65C97932-042E-C845-9300-586CA61AB8C0}"/>
              </a:ext>
              <a:ext uri="{C183D7F6-B498-43B3-948B-1728B52AA6E4}">
                <adec:decorative xmlns:adec="http://schemas.microsoft.com/office/drawing/2017/decorative" val="1"/>
              </a:ext>
            </a:extLst>
          </p:cNvPr>
          <p:cNvCxnSpPr/>
          <p:nvPr userDrawn="1"/>
        </p:nvCxnSpPr>
        <p:spPr bwMode="gray">
          <a:xfrm>
            <a:off x="3805092" y="2680138"/>
            <a:ext cx="2459421"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AEFB321-2C32-7945-A5C9-A9F00AE58896}"/>
              </a:ext>
              <a:ext uri="{C183D7F6-B498-43B3-948B-1728B52AA6E4}">
                <adec:decorative xmlns:adec="http://schemas.microsoft.com/office/drawing/2017/decorative" val="1"/>
              </a:ext>
            </a:extLst>
          </p:cNvPr>
          <p:cNvCxnSpPr/>
          <p:nvPr userDrawn="1"/>
        </p:nvCxnSpPr>
        <p:spPr bwMode="gray">
          <a:xfrm>
            <a:off x="6517108" y="2680138"/>
            <a:ext cx="2459421"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D68A42CD-A1AD-9149-80A3-4BFE5D75E3AB}"/>
              </a:ext>
              <a:ext uri="{C183D7F6-B498-43B3-948B-1728B52AA6E4}">
                <adec:decorative xmlns:adec="http://schemas.microsoft.com/office/drawing/2017/decorative" val="1"/>
              </a:ext>
            </a:extLst>
          </p:cNvPr>
          <p:cNvCxnSpPr/>
          <p:nvPr userDrawn="1"/>
        </p:nvCxnSpPr>
        <p:spPr bwMode="gray">
          <a:xfrm>
            <a:off x="9229123" y="2680138"/>
            <a:ext cx="2459421"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2" name="page number">
            <a:extLst>
              <a:ext uri="{FF2B5EF4-FFF2-40B4-BE49-F238E27FC236}">
                <a16:creationId xmlns:a16="http://schemas.microsoft.com/office/drawing/2014/main" id="{D09494D0-773E-A04D-BC5F-65AA87B8246F}"/>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27429284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Two-Content Balanced with 4 Item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000E4C6-16B5-49A9-898A-3B53C5AB065D}"/>
              </a:ext>
            </a:extLst>
          </p:cNvPr>
          <p:cNvSpPr>
            <a:spLocks noGrp="1"/>
          </p:cNvSpPr>
          <p:nvPr>
            <p:ph type="title" hasCustomPrompt="1"/>
          </p:nvPr>
        </p:nvSpPr>
        <p:spPr/>
        <p:txBody>
          <a:bodyPr/>
          <a:lstStyle>
            <a:lvl1pPr>
              <a:defRPr>
                <a:solidFill>
                  <a:schemeClr val="accent2"/>
                </a:solidFill>
              </a:defRPr>
            </a:lvl1pPr>
          </a:lstStyle>
          <a:p>
            <a:r>
              <a:rPr lang="en-US" dirty="0"/>
              <a:t>Click to Add One Line Title</a:t>
            </a:r>
          </a:p>
        </p:txBody>
      </p:sp>
      <p:sp>
        <p:nvSpPr>
          <p:cNvPr id="8" name="Subtitle 2">
            <a:extLst>
              <a:ext uri="{FF2B5EF4-FFF2-40B4-BE49-F238E27FC236}">
                <a16:creationId xmlns:a16="http://schemas.microsoft.com/office/drawing/2014/main" id="{38535540-CB20-4CD5-9F73-DB64F5A49CD3}"/>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21" name="Text Placeholder 4">
            <a:extLst>
              <a:ext uri="{FF2B5EF4-FFF2-40B4-BE49-F238E27FC236}">
                <a16:creationId xmlns:a16="http://schemas.microsoft.com/office/drawing/2014/main" id="{BEC064C4-3E9E-B246-ACD5-2D012920B654}"/>
              </a:ext>
            </a:extLst>
          </p:cNvPr>
          <p:cNvSpPr>
            <a:spLocks noGrp="1"/>
          </p:cNvSpPr>
          <p:nvPr>
            <p:ph type="body" sz="quarter" idx="27" hasCustomPrompt="1"/>
          </p:nvPr>
        </p:nvSpPr>
        <p:spPr>
          <a:xfrm>
            <a:off x="556590" y="1665027"/>
            <a:ext cx="3551385" cy="4343400"/>
          </a:xfrm>
        </p:spPr>
        <p:txBody>
          <a:bodyPr vert="horz" lIns="0" tIns="0" rIns="0" bIns="0" rtlCol="0">
            <a:noAutofit/>
          </a:bodyPr>
          <a:lstStyle>
            <a:lvl1pPr>
              <a:defRPr lang="en-US" dirty="0"/>
            </a:lvl1pPr>
            <a:lvl2pPr>
              <a:defRPr lang="en-US" dirty="0"/>
            </a:lvl2pPr>
            <a:lvl3pPr>
              <a:defRPr lang="en-US" dirty="0"/>
            </a:lvl3pPr>
            <a:lvl4pPr>
              <a:defRPr lang="en-US" dirty="0"/>
            </a:lvl4pPr>
            <a:lvl5pPr>
              <a:defRPr lang="en-US" dirty="0"/>
            </a:lvl5pPr>
            <a:lvl6pPr>
              <a:defRPr lang="en-US" dirty="0"/>
            </a:lvl6pPr>
            <a:lvl7pPr>
              <a:defRPr lang="en-US" dirty="0"/>
            </a:lvl7pPr>
            <a:lvl8pPr>
              <a:defRPr lang="en-US" dirty="0"/>
            </a:lvl8pPr>
            <a:lvl9pPr>
              <a:defRPr lang="en-US" dirty="0"/>
            </a:lvl9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 Seventh level</a:t>
            </a:r>
          </a:p>
          <a:p>
            <a:pPr lvl="7"/>
            <a:r>
              <a:rPr lang="en-US" dirty="0"/>
              <a:t> Eighth level</a:t>
            </a:r>
          </a:p>
          <a:p>
            <a:pPr lvl="8"/>
            <a:r>
              <a:rPr lang="en-US" dirty="0"/>
              <a:t>Ninth level</a:t>
            </a:r>
          </a:p>
        </p:txBody>
      </p:sp>
      <p:cxnSp>
        <p:nvCxnSpPr>
          <p:cNvPr id="19" name="Straight Connector 18">
            <a:extLst>
              <a:ext uri="{FF2B5EF4-FFF2-40B4-BE49-F238E27FC236}">
                <a16:creationId xmlns:a16="http://schemas.microsoft.com/office/drawing/2014/main" id="{B9D231B6-B665-5B4B-98D5-858F74779A9A}"/>
              </a:ext>
              <a:ext uri="{C183D7F6-B498-43B3-948B-1728B52AA6E4}">
                <adec:decorative xmlns:adec="http://schemas.microsoft.com/office/drawing/2017/decorative" val="1"/>
              </a:ext>
            </a:extLst>
          </p:cNvPr>
          <p:cNvCxnSpPr/>
          <p:nvPr userDrawn="1"/>
        </p:nvCxnSpPr>
        <p:spPr bwMode="gray">
          <a:xfrm>
            <a:off x="4566265" y="1718036"/>
            <a:ext cx="0" cy="3710608"/>
          </a:xfrm>
          <a:prstGeom prst="line">
            <a:avLst/>
          </a:prstGeom>
          <a:ln w="25400">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sp>
        <p:nvSpPr>
          <p:cNvPr id="12" name="Content Placeholder 3">
            <a:extLst>
              <a:ext uri="{FF2B5EF4-FFF2-40B4-BE49-F238E27FC236}">
                <a16:creationId xmlns:a16="http://schemas.microsoft.com/office/drawing/2014/main" id="{CD860A49-A98C-4F0E-AB34-4E13B89D5EBC}"/>
              </a:ext>
            </a:extLst>
          </p:cNvPr>
          <p:cNvSpPr>
            <a:spLocks noGrp="1"/>
          </p:cNvSpPr>
          <p:nvPr>
            <p:ph sz="quarter" idx="18"/>
          </p:nvPr>
        </p:nvSpPr>
        <p:spPr>
          <a:xfrm>
            <a:off x="4886408" y="1750485"/>
            <a:ext cx="1136591" cy="709301"/>
          </a:xfrm>
        </p:spPr>
        <p:txBody>
          <a:bodyPr lIns="0" rIns="594360"/>
          <a:lstStyle>
            <a:lvl1pPr>
              <a:defRPr sz="1800">
                <a:solidFill>
                  <a:schemeClr val="tx2"/>
                </a:solidFill>
              </a:defRPr>
            </a:lvl1pPr>
            <a:lvl2pPr>
              <a:defRPr sz="1600">
                <a:solidFill>
                  <a:schemeClr val="tx2"/>
                </a:solidFill>
              </a:defRPr>
            </a:lvl2pPr>
            <a:lvl3pPr>
              <a:defRPr sz="1400">
                <a:solidFill>
                  <a:schemeClr val="tx2"/>
                </a:solidFill>
              </a:defRPr>
            </a:lvl3pPr>
            <a:lvl4pPr>
              <a:defRPr sz="1200">
                <a:solidFill>
                  <a:schemeClr val="tx2"/>
                </a:solidFill>
              </a:defRPr>
            </a:lvl4pPr>
            <a:lvl5pPr>
              <a:defRPr sz="1200">
                <a:solidFill>
                  <a:schemeClr val="tx2"/>
                </a:solidFill>
              </a:defRPr>
            </a:lvl5pPr>
            <a:lvl6pPr>
              <a:defRPr sz="1800">
                <a:solidFill>
                  <a:schemeClr val="tx2"/>
                </a:solidFill>
              </a:defRPr>
            </a:lvl6pPr>
            <a:lvl7pPr>
              <a:defRPr sz="1400">
                <a:solidFill>
                  <a:schemeClr val="tx2"/>
                </a:solidFill>
              </a:defRPr>
            </a:lvl7pPr>
            <a:lvl8pPr>
              <a:defRPr sz="1200">
                <a:solidFill>
                  <a:schemeClr val="tx2"/>
                </a:solidFill>
              </a:defRPr>
            </a:lvl8pPr>
            <a:lvl9pPr>
              <a:defRPr sz="1800">
                <a:solidFill>
                  <a:schemeClr val="tx2"/>
                </a:solidFill>
              </a:defRPr>
            </a:lvl9pPr>
          </a:lstStyle>
          <a:p>
            <a:pPr lvl="0"/>
            <a:r>
              <a:rPr lang="en-GB"/>
              <a:t>Click to edit Master text styles</a:t>
            </a:r>
          </a:p>
        </p:txBody>
      </p:sp>
      <p:sp>
        <p:nvSpPr>
          <p:cNvPr id="11" name="Content Placeholder 3">
            <a:extLst>
              <a:ext uri="{FF2B5EF4-FFF2-40B4-BE49-F238E27FC236}">
                <a16:creationId xmlns:a16="http://schemas.microsoft.com/office/drawing/2014/main" id="{3636B989-5405-7743-8C4B-6894A84D494C}"/>
              </a:ext>
            </a:extLst>
          </p:cNvPr>
          <p:cNvSpPr>
            <a:spLocks noGrp="1"/>
          </p:cNvSpPr>
          <p:nvPr>
            <p:ph sz="quarter" idx="20" hasCustomPrompt="1"/>
          </p:nvPr>
        </p:nvSpPr>
        <p:spPr>
          <a:xfrm>
            <a:off x="6165266" y="1750485"/>
            <a:ext cx="5455228" cy="709301"/>
          </a:xfrm>
        </p:spPr>
        <p:txBody>
          <a:bodyPr lIns="0" rIns="594360"/>
          <a:lstStyle>
            <a:lvl1pPr>
              <a:defRPr sz="1400" b="0">
                <a:solidFill>
                  <a:schemeClr val="accent5"/>
                </a:solidFill>
                <a:latin typeface="Arial" panose="020B0604020202020204" pitchFamily="34" charset="0"/>
              </a:defRPr>
            </a:lvl1pPr>
            <a:lvl2pPr>
              <a:defRPr sz="1200">
                <a:solidFill>
                  <a:schemeClr val="tx2"/>
                </a:solidFill>
              </a:defRPr>
            </a:lvl2pPr>
            <a:lvl3pPr>
              <a:defRPr sz="1400">
                <a:solidFill>
                  <a:schemeClr val="tx2"/>
                </a:solidFill>
              </a:defRPr>
            </a:lvl3pPr>
            <a:lvl4pPr>
              <a:defRPr sz="1200">
                <a:solidFill>
                  <a:schemeClr val="tx2"/>
                </a:solidFill>
              </a:defRPr>
            </a:lvl4pPr>
            <a:lvl5pPr>
              <a:defRPr sz="1200">
                <a:solidFill>
                  <a:schemeClr val="tx2"/>
                </a:solidFill>
              </a:defRPr>
            </a:lvl5pPr>
            <a:lvl6pPr>
              <a:defRPr sz="1800">
                <a:solidFill>
                  <a:schemeClr val="tx2"/>
                </a:solidFill>
              </a:defRPr>
            </a:lvl6pPr>
            <a:lvl7pPr>
              <a:defRPr sz="1400">
                <a:solidFill>
                  <a:schemeClr val="tx2"/>
                </a:solidFill>
              </a:defRPr>
            </a:lvl7pPr>
            <a:lvl8pPr>
              <a:defRPr sz="1200">
                <a:solidFill>
                  <a:schemeClr val="tx2"/>
                </a:solidFill>
              </a:defRPr>
            </a:lvl8pPr>
            <a:lvl9pPr>
              <a:defRPr sz="1800">
                <a:solidFill>
                  <a:schemeClr val="tx2"/>
                </a:solidFill>
              </a:defRPr>
            </a:lvl9pPr>
          </a:lstStyle>
          <a:p>
            <a:pPr lvl="0"/>
            <a:r>
              <a:rPr lang="en-US" dirty="0"/>
              <a:t>Click to add text</a:t>
            </a:r>
          </a:p>
          <a:p>
            <a:pPr lvl="1"/>
            <a:r>
              <a:rPr lang="en-US" dirty="0"/>
              <a:t>Second level</a:t>
            </a:r>
          </a:p>
        </p:txBody>
      </p:sp>
      <p:sp>
        <p:nvSpPr>
          <p:cNvPr id="13" name="Content Placeholder 3">
            <a:extLst>
              <a:ext uri="{FF2B5EF4-FFF2-40B4-BE49-F238E27FC236}">
                <a16:creationId xmlns:a16="http://schemas.microsoft.com/office/drawing/2014/main" id="{8E5AB2B4-4B40-9E4B-88EE-A534B0D16E87}"/>
              </a:ext>
            </a:extLst>
          </p:cNvPr>
          <p:cNvSpPr>
            <a:spLocks noGrp="1"/>
          </p:cNvSpPr>
          <p:nvPr>
            <p:ph sz="quarter" idx="21"/>
          </p:nvPr>
        </p:nvSpPr>
        <p:spPr>
          <a:xfrm>
            <a:off x="4886408" y="2743933"/>
            <a:ext cx="1136591" cy="709301"/>
          </a:xfrm>
        </p:spPr>
        <p:txBody>
          <a:bodyPr lIns="0" rIns="594360"/>
          <a:lstStyle>
            <a:lvl1pPr>
              <a:defRPr sz="1800">
                <a:solidFill>
                  <a:schemeClr val="tx2"/>
                </a:solidFill>
              </a:defRPr>
            </a:lvl1pPr>
            <a:lvl2pPr>
              <a:defRPr sz="1600">
                <a:solidFill>
                  <a:schemeClr val="tx2"/>
                </a:solidFill>
              </a:defRPr>
            </a:lvl2pPr>
            <a:lvl3pPr>
              <a:defRPr sz="1400">
                <a:solidFill>
                  <a:schemeClr val="tx2"/>
                </a:solidFill>
              </a:defRPr>
            </a:lvl3pPr>
            <a:lvl4pPr>
              <a:defRPr sz="1200">
                <a:solidFill>
                  <a:schemeClr val="tx2"/>
                </a:solidFill>
              </a:defRPr>
            </a:lvl4pPr>
            <a:lvl5pPr>
              <a:defRPr sz="1200">
                <a:solidFill>
                  <a:schemeClr val="tx2"/>
                </a:solidFill>
              </a:defRPr>
            </a:lvl5pPr>
            <a:lvl6pPr>
              <a:defRPr sz="1800">
                <a:solidFill>
                  <a:schemeClr val="tx2"/>
                </a:solidFill>
              </a:defRPr>
            </a:lvl6pPr>
            <a:lvl7pPr>
              <a:defRPr sz="1400">
                <a:solidFill>
                  <a:schemeClr val="tx2"/>
                </a:solidFill>
              </a:defRPr>
            </a:lvl7pPr>
            <a:lvl8pPr>
              <a:defRPr sz="1200">
                <a:solidFill>
                  <a:schemeClr val="tx2"/>
                </a:solidFill>
              </a:defRPr>
            </a:lvl8pPr>
            <a:lvl9pPr>
              <a:defRPr sz="1800">
                <a:solidFill>
                  <a:schemeClr val="tx2"/>
                </a:solidFill>
              </a:defRPr>
            </a:lvl9pPr>
          </a:lstStyle>
          <a:p>
            <a:pPr lvl="0"/>
            <a:r>
              <a:rPr lang="en-GB"/>
              <a:t>Click to edit Master text styles</a:t>
            </a:r>
          </a:p>
        </p:txBody>
      </p:sp>
      <p:sp>
        <p:nvSpPr>
          <p:cNvPr id="14" name="Content Placeholder 3">
            <a:extLst>
              <a:ext uri="{FF2B5EF4-FFF2-40B4-BE49-F238E27FC236}">
                <a16:creationId xmlns:a16="http://schemas.microsoft.com/office/drawing/2014/main" id="{EE3DDFE7-075F-F842-B0E7-0D71FBAC2C36}"/>
              </a:ext>
            </a:extLst>
          </p:cNvPr>
          <p:cNvSpPr>
            <a:spLocks noGrp="1"/>
          </p:cNvSpPr>
          <p:nvPr>
            <p:ph sz="quarter" idx="22" hasCustomPrompt="1"/>
          </p:nvPr>
        </p:nvSpPr>
        <p:spPr>
          <a:xfrm>
            <a:off x="6165266" y="2743933"/>
            <a:ext cx="5455228" cy="709301"/>
          </a:xfrm>
        </p:spPr>
        <p:txBody>
          <a:bodyPr lIns="0" rIns="594360"/>
          <a:lstStyle>
            <a:lvl1pPr>
              <a:defRPr sz="1400" b="0">
                <a:solidFill>
                  <a:schemeClr val="accent1"/>
                </a:solidFill>
                <a:latin typeface="Arial" panose="020B0604020202020204" pitchFamily="34" charset="0"/>
              </a:defRPr>
            </a:lvl1pPr>
            <a:lvl2pPr>
              <a:defRPr sz="1200">
                <a:solidFill>
                  <a:schemeClr val="tx2"/>
                </a:solidFill>
              </a:defRPr>
            </a:lvl2pPr>
            <a:lvl3pPr>
              <a:defRPr sz="1400">
                <a:solidFill>
                  <a:schemeClr val="tx2"/>
                </a:solidFill>
              </a:defRPr>
            </a:lvl3pPr>
            <a:lvl4pPr>
              <a:defRPr sz="1200">
                <a:solidFill>
                  <a:schemeClr val="tx2"/>
                </a:solidFill>
              </a:defRPr>
            </a:lvl4pPr>
            <a:lvl5pPr>
              <a:defRPr sz="1200">
                <a:solidFill>
                  <a:schemeClr val="tx2"/>
                </a:solidFill>
              </a:defRPr>
            </a:lvl5pPr>
            <a:lvl6pPr>
              <a:defRPr sz="1800">
                <a:solidFill>
                  <a:schemeClr val="tx2"/>
                </a:solidFill>
              </a:defRPr>
            </a:lvl6pPr>
            <a:lvl7pPr>
              <a:defRPr sz="1400">
                <a:solidFill>
                  <a:schemeClr val="tx2"/>
                </a:solidFill>
              </a:defRPr>
            </a:lvl7pPr>
            <a:lvl8pPr>
              <a:defRPr sz="1200">
                <a:solidFill>
                  <a:schemeClr val="tx2"/>
                </a:solidFill>
              </a:defRPr>
            </a:lvl8pPr>
            <a:lvl9pPr>
              <a:defRPr sz="1800">
                <a:solidFill>
                  <a:schemeClr val="tx2"/>
                </a:solidFill>
              </a:defRPr>
            </a:lvl9pPr>
          </a:lstStyle>
          <a:p>
            <a:pPr lvl="0"/>
            <a:r>
              <a:rPr lang="en-US" dirty="0"/>
              <a:t>Click to add text</a:t>
            </a:r>
          </a:p>
          <a:p>
            <a:pPr lvl="1"/>
            <a:r>
              <a:rPr lang="en-US" dirty="0"/>
              <a:t>Second level</a:t>
            </a:r>
          </a:p>
        </p:txBody>
      </p:sp>
      <p:sp>
        <p:nvSpPr>
          <p:cNvPr id="15" name="Content Placeholder 3">
            <a:extLst>
              <a:ext uri="{FF2B5EF4-FFF2-40B4-BE49-F238E27FC236}">
                <a16:creationId xmlns:a16="http://schemas.microsoft.com/office/drawing/2014/main" id="{3CD5D980-E9FD-A743-B21C-35D97EFF78B6}"/>
              </a:ext>
            </a:extLst>
          </p:cNvPr>
          <p:cNvSpPr>
            <a:spLocks noGrp="1"/>
          </p:cNvSpPr>
          <p:nvPr>
            <p:ph sz="quarter" idx="23"/>
          </p:nvPr>
        </p:nvSpPr>
        <p:spPr>
          <a:xfrm>
            <a:off x="4886408" y="3727413"/>
            <a:ext cx="1136591" cy="709301"/>
          </a:xfrm>
        </p:spPr>
        <p:txBody>
          <a:bodyPr lIns="0" rIns="594360"/>
          <a:lstStyle>
            <a:lvl1pPr>
              <a:defRPr sz="1800">
                <a:solidFill>
                  <a:schemeClr val="tx2"/>
                </a:solidFill>
              </a:defRPr>
            </a:lvl1pPr>
            <a:lvl2pPr>
              <a:defRPr sz="1600">
                <a:solidFill>
                  <a:schemeClr val="tx2"/>
                </a:solidFill>
              </a:defRPr>
            </a:lvl2pPr>
            <a:lvl3pPr>
              <a:defRPr sz="1400">
                <a:solidFill>
                  <a:schemeClr val="tx2"/>
                </a:solidFill>
              </a:defRPr>
            </a:lvl3pPr>
            <a:lvl4pPr>
              <a:defRPr sz="1200">
                <a:solidFill>
                  <a:schemeClr val="tx2"/>
                </a:solidFill>
              </a:defRPr>
            </a:lvl4pPr>
            <a:lvl5pPr>
              <a:defRPr sz="1200">
                <a:solidFill>
                  <a:schemeClr val="tx2"/>
                </a:solidFill>
              </a:defRPr>
            </a:lvl5pPr>
            <a:lvl6pPr>
              <a:defRPr sz="1800">
                <a:solidFill>
                  <a:schemeClr val="tx2"/>
                </a:solidFill>
              </a:defRPr>
            </a:lvl6pPr>
            <a:lvl7pPr>
              <a:defRPr sz="1400">
                <a:solidFill>
                  <a:schemeClr val="tx2"/>
                </a:solidFill>
              </a:defRPr>
            </a:lvl7pPr>
            <a:lvl8pPr>
              <a:defRPr sz="1200">
                <a:solidFill>
                  <a:schemeClr val="tx2"/>
                </a:solidFill>
              </a:defRPr>
            </a:lvl8pPr>
            <a:lvl9pPr>
              <a:defRPr sz="1800">
                <a:solidFill>
                  <a:schemeClr val="tx2"/>
                </a:solidFill>
              </a:defRPr>
            </a:lvl9pPr>
          </a:lstStyle>
          <a:p>
            <a:pPr lvl="0"/>
            <a:r>
              <a:rPr lang="en-GB"/>
              <a:t>Click to edit Master text styles</a:t>
            </a:r>
          </a:p>
        </p:txBody>
      </p:sp>
      <p:sp>
        <p:nvSpPr>
          <p:cNvPr id="16" name="Content Placeholder 3">
            <a:extLst>
              <a:ext uri="{FF2B5EF4-FFF2-40B4-BE49-F238E27FC236}">
                <a16:creationId xmlns:a16="http://schemas.microsoft.com/office/drawing/2014/main" id="{23ED76AC-9B3D-A24D-BAEE-275D30215215}"/>
              </a:ext>
            </a:extLst>
          </p:cNvPr>
          <p:cNvSpPr>
            <a:spLocks noGrp="1"/>
          </p:cNvSpPr>
          <p:nvPr>
            <p:ph sz="quarter" idx="24" hasCustomPrompt="1"/>
          </p:nvPr>
        </p:nvSpPr>
        <p:spPr>
          <a:xfrm>
            <a:off x="6165266" y="3727413"/>
            <a:ext cx="5455228" cy="709301"/>
          </a:xfrm>
        </p:spPr>
        <p:txBody>
          <a:bodyPr lIns="0" rIns="594360"/>
          <a:lstStyle>
            <a:lvl1pPr>
              <a:defRPr sz="1400" b="0" i="0">
                <a:solidFill>
                  <a:schemeClr val="accent2"/>
                </a:solidFill>
                <a:latin typeface="Arial" panose="020B0604020202020204" pitchFamily="34" charset="0"/>
              </a:defRPr>
            </a:lvl1pPr>
            <a:lvl2pPr>
              <a:defRPr sz="1200">
                <a:solidFill>
                  <a:schemeClr val="tx2"/>
                </a:solidFill>
              </a:defRPr>
            </a:lvl2pPr>
            <a:lvl3pPr>
              <a:defRPr sz="1400">
                <a:solidFill>
                  <a:schemeClr val="tx2"/>
                </a:solidFill>
              </a:defRPr>
            </a:lvl3pPr>
            <a:lvl4pPr>
              <a:defRPr sz="1200">
                <a:solidFill>
                  <a:schemeClr val="tx2"/>
                </a:solidFill>
              </a:defRPr>
            </a:lvl4pPr>
            <a:lvl5pPr>
              <a:defRPr sz="1200">
                <a:solidFill>
                  <a:schemeClr val="tx2"/>
                </a:solidFill>
              </a:defRPr>
            </a:lvl5pPr>
            <a:lvl6pPr>
              <a:defRPr sz="1800">
                <a:solidFill>
                  <a:schemeClr val="tx2"/>
                </a:solidFill>
              </a:defRPr>
            </a:lvl6pPr>
            <a:lvl7pPr>
              <a:defRPr sz="1400">
                <a:solidFill>
                  <a:schemeClr val="tx2"/>
                </a:solidFill>
              </a:defRPr>
            </a:lvl7pPr>
            <a:lvl8pPr>
              <a:defRPr sz="1200">
                <a:solidFill>
                  <a:schemeClr val="tx2"/>
                </a:solidFill>
              </a:defRPr>
            </a:lvl8pPr>
            <a:lvl9pPr>
              <a:defRPr sz="1800">
                <a:solidFill>
                  <a:schemeClr val="tx2"/>
                </a:solidFill>
              </a:defRPr>
            </a:lvl9pPr>
          </a:lstStyle>
          <a:p>
            <a:pPr lvl="0"/>
            <a:r>
              <a:rPr lang="en-US" dirty="0"/>
              <a:t>Click to add text</a:t>
            </a:r>
          </a:p>
          <a:p>
            <a:pPr lvl="1"/>
            <a:r>
              <a:rPr lang="en-US" dirty="0"/>
              <a:t>Second level</a:t>
            </a:r>
          </a:p>
        </p:txBody>
      </p:sp>
      <p:sp>
        <p:nvSpPr>
          <p:cNvPr id="17" name="Content Placeholder 3">
            <a:extLst>
              <a:ext uri="{FF2B5EF4-FFF2-40B4-BE49-F238E27FC236}">
                <a16:creationId xmlns:a16="http://schemas.microsoft.com/office/drawing/2014/main" id="{6E328FCB-AD7A-0B48-84A3-BC75E4A968AC}"/>
              </a:ext>
            </a:extLst>
          </p:cNvPr>
          <p:cNvSpPr>
            <a:spLocks noGrp="1"/>
          </p:cNvSpPr>
          <p:nvPr>
            <p:ph sz="quarter" idx="25"/>
          </p:nvPr>
        </p:nvSpPr>
        <p:spPr>
          <a:xfrm>
            <a:off x="4886408" y="4693800"/>
            <a:ext cx="1136591" cy="709301"/>
          </a:xfrm>
        </p:spPr>
        <p:txBody>
          <a:bodyPr lIns="0" rIns="594360"/>
          <a:lstStyle>
            <a:lvl1pPr>
              <a:defRPr sz="1800">
                <a:solidFill>
                  <a:schemeClr val="tx2"/>
                </a:solidFill>
              </a:defRPr>
            </a:lvl1pPr>
            <a:lvl2pPr>
              <a:defRPr sz="1600">
                <a:solidFill>
                  <a:schemeClr val="tx2"/>
                </a:solidFill>
              </a:defRPr>
            </a:lvl2pPr>
            <a:lvl3pPr>
              <a:defRPr sz="1400">
                <a:solidFill>
                  <a:schemeClr val="tx2"/>
                </a:solidFill>
              </a:defRPr>
            </a:lvl3pPr>
            <a:lvl4pPr>
              <a:defRPr sz="1200">
                <a:solidFill>
                  <a:schemeClr val="tx2"/>
                </a:solidFill>
              </a:defRPr>
            </a:lvl4pPr>
            <a:lvl5pPr>
              <a:defRPr sz="1200">
                <a:solidFill>
                  <a:schemeClr val="tx2"/>
                </a:solidFill>
              </a:defRPr>
            </a:lvl5pPr>
            <a:lvl6pPr>
              <a:defRPr sz="1800">
                <a:solidFill>
                  <a:schemeClr val="tx2"/>
                </a:solidFill>
              </a:defRPr>
            </a:lvl6pPr>
            <a:lvl7pPr>
              <a:defRPr sz="1400">
                <a:solidFill>
                  <a:schemeClr val="tx2"/>
                </a:solidFill>
              </a:defRPr>
            </a:lvl7pPr>
            <a:lvl8pPr>
              <a:defRPr sz="1200">
                <a:solidFill>
                  <a:schemeClr val="tx2"/>
                </a:solidFill>
              </a:defRPr>
            </a:lvl8pPr>
            <a:lvl9pPr>
              <a:defRPr sz="1800">
                <a:solidFill>
                  <a:schemeClr val="tx2"/>
                </a:solidFill>
              </a:defRPr>
            </a:lvl9pPr>
          </a:lstStyle>
          <a:p>
            <a:pPr lvl="0"/>
            <a:r>
              <a:rPr lang="en-GB"/>
              <a:t>Click to edit Master text styles</a:t>
            </a:r>
          </a:p>
        </p:txBody>
      </p:sp>
      <p:sp>
        <p:nvSpPr>
          <p:cNvPr id="18" name="Content Placeholder 3">
            <a:extLst>
              <a:ext uri="{FF2B5EF4-FFF2-40B4-BE49-F238E27FC236}">
                <a16:creationId xmlns:a16="http://schemas.microsoft.com/office/drawing/2014/main" id="{C7E39CCE-D379-974E-B6F3-5D4820EF2F9B}"/>
              </a:ext>
            </a:extLst>
          </p:cNvPr>
          <p:cNvSpPr>
            <a:spLocks noGrp="1"/>
          </p:cNvSpPr>
          <p:nvPr>
            <p:ph sz="quarter" idx="26" hasCustomPrompt="1"/>
          </p:nvPr>
        </p:nvSpPr>
        <p:spPr>
          <a:xfrm>
            <a:off x="6165266" y="4693800"/>
            <a:ext cx="5455228" cy="709301"/>
          </a:xfrm>
        </p:spPr>
        <p:txBody>
          <a:bodyPr lIns="0" rIns="594360"/>
          <a:lstStyle>
            <a:lvl1pPr>
              <a:defRPr sz="1400" b="0" i="0">
                <a:solidFill>
                  <a:schemeClr val="accent4"/>
                </a:solidFill>
                <a:latin typeface="Arial" panose="020B0604020202020204" pitchFamily="34" charset="0"/>
              </a:defRPr>
            </a:lvl1pPr>
            <a:lvl2pPr>
              <a:defRPr sz="1200">
                <a:solidFill>
                  <a:schemeClr val="tx2"/>
                </a:solidFill>
              </a:defRPr>
            </a:lvl2pPr>
            <a:lvl3pPr>
              <a:defRPr sz="1400">
                <a:solidFill>
                  <a:schemeClr val="tx2"/>
                </a:solidFill>
              </a:defRPr>
            </a:lvl3pPr>
            <a:lvl4pPr>
              <a:defRPr sz="1200">
                <a:solidFill>
                  <a:schemeClr val="tx2"/>
                </a:solidFill>
              </a:defRPr>
            </a:lvl4pPr>
            <a:lvl5pPr>
              <a:defRPr sz="1200">
                <a:solidFill>
                  <a:schemeClr val="tx2"/>
                </a:solidFill>
              </a:defRPr>
            </a:lvl5pPr>
            <a:lvl6pPr>
              <a:defRPr sz="1800">
                <a:solidFill>
                  <a:schemeClr val="tx2"/>
                </a:solidFill>
              </a:defRPr>
            </a:lvl6pPr>
            <a:lvl7pPr>
              <a:defRPr sz="1400">
                <a:solidFill>
                  <a:schemeClr val="tx2"/>
                </a:solidFill>
              </a:defRPr>
            </a:lvl7pPr>
            <a:lvl8pPr>
              <a:defRPr sz="1200">
                <a:solidFill>
                  <a:schemeClr val="tx2"/>
                </a:solidFill>
              </a:defRPr>
            </a:lvl8pPr>
            <a:lvl9pPr>
              <a:defRPr sz="1800">
                <a:solidFill>
                  <a:schemeClr val="tx2"/>
                </a:solidFill>
              </a:defRPr>
            </a:lvl9pPr>
          </a:lstStyle>
          <a:p>
            <a:pPr lvl="0"/>
            <a:r>
              <a:rPr lang="en-US" dirty="0"/>
              <a:t>Click to add text</a:t>
            </a:r>
          </a:p>
          <a:p>
            <a:pPr lvl="1"/>
            <a:r>
              <a:rPr lang="en-US" dirty="0"/>
              <a:t>Second level</a:t>
            </a:r>
          </a:p>
        </p:txBody>
      </p:sp>
      <p:sp>
        <p:nvSpPr>
          <p:cNvPr id="22" name="page number">
            <a:extLst>
              <a:ext uri="{FF2B5EF4-FFF2-40B4-BE49-F238E27FC236}">
                <a16:creationId xmlns:a16="http://schemas.microsoft.com/office/drawing/2014/main" id="{9061FB38-B1F1-AA4D-B978-CB2F5E5AA60D}"/>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27042563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_Three Icon - Horizontal">
    <p:spTree>
      <p:nvGrpSpPr>
        <p:cNvPr id="1" name=""/>
        <p:cNvGrpSpPr/>
        <p:nvPr/>
      </p:nvGrpSpPr>
      <p:grpSpPr>
        <a:xfrm>
          <a:off x="0" y="0"/>
          <a:ext cx="0" cy="0"/>
          <a:chOff x="0" y="0"/>
          <a:chExt cx="0" cy="0"/>
        </a:xfrm>
      </p:grpSpPr>
      <p:sp>
        <p:nvSpPr>
          <p:cNvPr id="2" name="!!Rectangle 15">
            <a:extLst>
              <a:ext uri="{FF2B5EF4-FFF2-40B4-BE49-F238E27FC236}">
                <a16:creationId xmlns:a16="http://schemas.microsoft.com/office/drawing/2014/main" id="{B17085B4-21A4-E37D-90E5-68BC409C5E34}"/>
              </a:ext>
              <a:ext uri="{C183D7F6-B498-43B3-948B-1728B52AA6E4}">
                <adec:decorative xmlns:adec="http://schemas.microsoft.com/office/drawing/2017/decorative" val="1"/>
              </a:ext>
            </a:extLst>
          </p:cNvPr>
          <p:cNvSpPr/>
          <p:nvPr userDrawn="1"/>
        </p:nvSpPr>
        <p:spPr>
          <a:xfrm>
            <a:off x="6094412" y="0"/>
            <a:ext cx="6094413" cy="6858000"/>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ge number">
            <a:extLst>
              <a:ext uri="{FF2B5EF4-FFF2-40B4-BE49-F238E27FC236}">
                <a16:creationId xmlns:a16="http://schemas.microsoft.com/office/drawing/2014/main" id="{BE17F87B-8433-6C45-84D8-13DF5C0ADDB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14" name="!!TextBox 26">
            <a:extLst>
              <a:ext uri="{FF2B5EF4-FFF2-40B4-BE49-F238E27FC236}">
                <a16:creationId xmlns:a16="http://schemas.microsoft.com/office/drawing/2014/main" id="{1D95B6AF-2AF7-8F0A-0819-EE9A5EFB3E0E}"/>
              </a:ext>
            </a:extLst>
          </p:cNvPr>
          <p:cNvSpPr txBox="1"/>
          <p:nvPr userDrawn="1"/>
        </p:nvSpPr>
        <p:spPr>
          <a:xfrm>
            <a:off x="681419" y="3919264"/>
            <a:ext cx="4332506" cy="276871"/>
          </a:xfrm>
          <a:prstGeom prst="rect">
            <a:avLst/>
          </a:prstGeom>
          <a:noFill/>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3F3F3F"/>
                </a:solidFill>
                <a:effectLst/>
                <a:uLnTx/>
                <a:uFillTx/>
                <a:latin typeface="+mj-lt"/>
                <a:ea typeface="+mn-ea"/>
                <a:cs typeface="+mn-cs"/>
              </a:rPr>
              <a:t>Sub-title</a:t>
            </a:r>
          </a:p>
        </p:txBody>
      </p:sp>
      <p:cxnSp>
        <p:nvCxnSpPr>
          <p:cNvPr id="15" name="!!Straight Connector 6">
            <a:extLst>
              <a:ext uri="{FF2B5EF4-FFF2-40B4-BE49-F238E27FC236}">
                <a16:creationId xmlns:a16="http://schemas.microsoft.com/office/drawing/2014/main" id="{6074C606-0366-716A-252D-466372C9B17C}"/>
              </a:ext>
              <a:ext uri="{C183D7F6-B498-43B3-948B-1728B52AA6E4}">
                <adec:decorative xmlns:adec="http://schemas.microsoft.com/office/drawing/2017/decorative" val="1"/>
              </a:ext>
            </a:extLst>
          </p:cNvPr>
          <p:cNvCxnSpPr>
            <a:cxnSpLocks/>
          </p:cNvCxnSpPr>
          <p:nvPr userDrawn="1"/>
        </p:nvCxnSpPr>
        <p:spPr bwMode="gray">
          <a:xfrm>
            <a:off x="681418" y="3720041"/>
            <a:ext cx="4332507" cy="0"/>
          </a:xfrm>
          <a:prstGeom prst="line">
            <a:avLst/>
          </a:prstGeom>
          <a:solidFill>
            <a:schemeClr val="bg1"/>
          </a:solidFill>
          <a:ln w="25400">
            <a:solidFill>
              <a:schemeClr val="accent2">
                <a:alpha val="20000"/>
              </a:schemeClr>
            </a:solidFill>
            <a:miter lim="800000"/>
          </a:ln>
          <a:effectLst/>
        </p:spPr>
        <p:style>
          <a:lnRef idx="1">
            <a:schemeClr val="accent1"/>
          </a:lnRef>
          <a:fillRef idx="3">
            <a:schemeClr val="accent1"/>
          </a:fillRef>
          <a:effectRef idx="2">
            <a:schemeClr val="accent1"/>
          </a:effectRef>
          <a:fontRef idx="minor">
            <a:schemeClr val="lt1"/>
          </a:fontRef>
        </p:style>
      </p:cxnSp>
      <p:sp>
        <p:nvSpPr>
          <p:cNvPr id="16" name="!!TextBox 4">
            <a:extLst>
              <a:ext uri="{FF2B5EF4-FFF2-40B4-BE49-F238E27FC236}">
                <a16:creationId xmlns:a16="http://schemas.microsoft.com/office/drawing/2014/main" id="{565B18A3-329F-25A3-304C-20A0F76C0A78}"/>
              </a:ext>
            </a:extLst>
          </p:cNvPr>
          <p:cNvSpPr txBox="1">
            <a:spLocks/>
          </p:cNvSpPr>
          <p:nvPr userDrawn="1"/>
        </p:nvSpPr>
        <p:spPr>
          <a:xfrm>
            <a:off x="628113" y="2108124"/>
            <a:ext cx="4385812" cy="4708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2800" b="0" kern="1200">
                <a:solidFill>
                  <a:schemeClr val="accent2"/>
                </a:solidFill>
                <a:latin typeface="+mj-lt"/>
                <a:ea typeface="+mj-ea"/>
                <a:cs typeface="+mj-cs"/>
              </a:defRPr>
            </a:lvl1p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en-US" sz="3400" b="0" i="0" u="none" strike="noStrike" kern="1200" cap="none" spc="0" normalizeH="0" baseline="0" noProof="0" dirty="0">
                <a:ln>
                  <a:noFill/>
                </a:ln>
                <a:solidFill>
                  <a:schemeClr val="accent2"/>
                </a:solidFill>
                <a:effectLst/>
                <a:uLnTx/>
                <a:uFillTx/>
                <a:latin typeface="+mj-lt"/>
                <a:ea typeface="+mj-ea"/>
                <a:cs typeface="+mj-cs"/>
              </a:rPr>
              <a:t>Title</a:t>
            </a:r>
          </a:p>
        </p:txBody>
      </p:sp>
      <p:sp>
        <p:nvSpPr>
          <p:cNvPr id="17" name="!! Oval Top">
            <a:extLst>
              <a:ext uri="{FF2B5EF4-FFF2-40B4-BE49-F238E27FC236}">
                <a16:creationId xmlns:a16="http://schemas.microsoft.com/office/drawing/2014/main" id="{D1525B54-BDD5-3465-7194-47B679639BA1}"/>
              </a:ext>
              <a:ext uri="{C183D7F6-B498-43B3-948B-1728B52AA6E4}">
                <adec:decorative xmlns:adec="http://schemas.microsoft.com/office/drawing/2017/decorative" val="1"/>
              </a:ext>
            </a:extLst>
          </p:cNvPr>
          <p:cNvSpPr/>
          <p:nvPr userDrawn="1"/>
        </p:nvSpPr>
        <p:spPr>
          <a:xfrm>
            <a:off x="5450991" y="2719433"/>
            <a:ext cx="1324173" cy="1324169"/>
          </a:xfrm>
          <a:prstGeom prst="ellipse">
            <a:avLst/>
          </a:prstGeom>
          <a:solidFill>
            <a:schemeClr val="bg1"/>
          </a:solidFill>
          <a:ln w="25400" cap="flat" cmpd="sng" algn="ctr">
            <a:solidFill>
              <a:schemeClr val="accent2"/>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8" name="!! Oval Top">
            <a:extLst>
              <a:ext uri="{FF2B5EF4-FFF2-40B4-BE49-F238E27FC236}">
                <a16:creationId xmlns:a16="http://schemas.microsoft.com/office/drawing/2014/main" id="{F9D64DDB-3FEC-6B78-E957-8C3D195F9BBD}"/>
              </a:ext>
              <a:ext uri="{C183D7F6-B498-43B3-948B-1728B52AA6E4}">
                <adec:decorative xmlns:adec="http://schemas.microsoft.com/office/drawing/2017/decorative" val="1"/>
              </a:ext>
            </a:extLst>
          </p:cNvPr>
          <p:cNvSpPr/>
          <p:nvPr userDrawn="1"/>
        </p:nvSpPr>
        <p:spPr>
          <a:xfrm>
            <a:off x="5450990" y="4481694"/>
            <a:ext cx="1324173" cy="1324169"/>
          </a:xfrm>
          <a:prstGeom prst="ellipse">
            <a:avLst/>
          </a:prstGeom>
          <a:solidFill>
            <a:schemeClr val="bg1"/>
          </a:solidFill>
          <a:ln w="25400" cap="flat" cmpd="sng" algn="ctr">
            <a:solidFill>
              <a:schemeClr val="accent4"/>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9" name="!! Oval Top">
            <a:extLst>
              <a:ext uri="{FF2B5EF4-FFF2-40B4-BE49-F238E27FC236}">
                <a16:creationId xmlns:a16="http://schemas.microsoft.com/office/drawing/2014/main" id="{8C2A440A-D958-872C-8B21-59C4B1ED2F21}"/>
              </a:ext>
              <a:ext uri="{C183D7F6-B498-43B3-948B-1728B52AA6E4}">
                <adec:decorative xmlns:adec="http://schemas.microsoft.com/office/drawing/2017/decorative" val="1"/>
              </a:ext>
            </a:extLst>
          </p:cNvPr>
          <p:cNvSpPr/>
          <p:nvPr userDrawn="1"/>
        </p:nvSpPr>
        <p:spPr>
          <a:xfrm>
            <a:off x="5450989" y="957172"/>
            <a:ext cx="1324173" cy="1324169"/>
          </a:xfrm>
          <a:prstGeom prst="ellipse">
            <a:avLst/>
          </a:prstGeom>
          <a:solidFill>
            <a:schemeClr val="bg1"/>
          </a:solidFill>
          <a:ln w="25400" cap="flat" cmpd="sng" algn="ctr">
            <a:solidFill>
              <a:schemeClr val="accent5"/>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20" name="Text Placeholder 17">
            <a:extLst>
              <a:ext uri="{FF2B5EF4-FFF2-40B4-BE49-F238E27FC236}">
                <a16:creationId xmlns:a16="http://schemas.microsoft.com/office/drawing/2014/main" id="{892EFECD-72D9-9D22-6801-BB2D920D8DCF}"/>
              </a:ext>
            </a:extLst>
          </p:cNvPr>
          <p:cNvSpPr>
            <a:spLocks noGrp="1"/>
          </p:cNvSpPr>
          <p:nvPr>
            <p:ph type="body" sz="quarter" idx="12" hasCustomPrompt="1"/>
          </p:nvPr>
        </p:nvSpPr>
        <p:spPr>
          <a:xfrm>
            <a:off x="7186099" y="2719433"/>
            <a:ext cx="4532442" cy="431800"/>
          </a:xfrm>
        </p:spPr>
        <p:txBody>
          <a:bodyPr/>
          <a:lstStyle>
            <a:lvl1pPr>
              <a:defRPr sz="2800">
                <a:solidFill>
                  <a:schemeClr val="accent2"/>
                </a:solidFill>
              </a:defRPr>
            </a:lvl1pPr>
            <a:lvl2pPr>
              <a:defRPr sz="2800"/>
            </a:lvl2pPr>
            <a:lvl3pPr>
              <a:defRPr sz="2800"/>
            </a:lvl3pPr>
            <a:lvl4pPr>
              <a:defRPr sz="2800"/>
            </a:lvl4pPr>
            <a:lvl5pPr>
              <a:defRPr sz="2800"/>
            </a:lvl5pPr>
          </a:lstStyle>
          <a:p>
            <a:pPr lvl="0"/>
            <a:r>
              <a:rPr lang="en-US" dirty="0"/>
              <a:t>Click to Edit</a:t>
            </a:r>
          </a:p>
        </p:txBody>
      </p:sp>
      <p:sp>
        <p:nvSpPr>
          <p:cNvPr id="21" name="Text Placeholder 19">
            <a:extLst>
              <a:ext uri="{FF2B5EF4-FFF2-40B4-BE49-F238E27FC236}">
                <a16:creationId xmlns:a16="http://schemas.microsoft.com/office/drawing/2014/main" id="{15809458-7263-AB1F-C12C-47354139D8B4}"/>
              </a:ext>
            </a:extLst>
          </p:cNvPr>
          <p:cNvSpPr>
            <a:spLocks noGrp="1"/>
          </p:cNvSpPr>
          <p:nvPr>
            <p:ph type="body" sz="quarter" idx="13"/>
          </p:nvPr>
        </p:nvSpPr>
        <p:spPr>
          <a:xfrm>
            <a:off x="7186099" y="3291127"/>
            <a:ext cx="4532442" cy="752475"/>
          </a:xfrm>
        </p:spPr>
        <p:txBody>
          <a:bodyPr/>
          <a:lstStyle>
            <a:lvl1pPr>
              <a:defRPr sz="1600"/>
            </a:lvl1pPr>
            <a:lvl2pPr marL="273050" indent="0">
              <a:buNone/>
              <a:defRPr/>
            </a:lvl2pPr>
          </a:lstStyle>
          <a:p>
            <a:pPr lvl="0"/>
            <a:r>
              <a:rPr lang="en-GB"/>
              <a:t>Click to edit Master text styles</a:t>
            </a:r>
          </a:p>
        </p:txBody>
      </p:sp>
      <p:sp>
        <p:nvSpPr>
          <p:cNvPr id="22" name="Text Placeholder 17">
            <a:extLst>
              <a:ext uri="{FF2B5EF4-FFF2-40B4-BE49-F238E27FC236}">
                <a16:creationId xmlns:a16="http://schemas.microsoft.com/office/drawing/2014/main" id="{9F21E455-F1E5-3058-4926-AD04FD3080F1}"/>
              </a:ext>
            </a:extLst>
          </p:cNvPr>
          <p:cNvSpPr>
            <a:spLocks noGrp="1"/>
          </p:cNvSpPr>
          <p:nvPr>
            <p:ph type="body" sz="quarter" idx="14" hasCustomPrompt="1"/>
          </p:nvPr>
        </p:nvSpPr>
        <p:spPr>
          <a:xfrm>
            <a:off x="7186099" y="962235"/>
            <a:ext cx="4532442" cy="431800"/>
          </a:xfrm>
        </p:spPr>
        <p:txBody>
          <a:bodyPr/>
          <a:lstStyle>
            <a:lvl1pPr>
              <a:defRPr sz="2800">
                <a:solidFill>
                  <a:schemeClr val="accent5"/>
                </a:solidFill>
              </a:defRPr>
            </a:lvl1pPr>
            <a:lvl2pPr>
              <a:defRPr sz="2800"/>
            </a:lvl2pPr>
            <a:lvl3pPr>
              <a:defRPr sz="2800"/>
            </a:lvl3pPr>
            <a:lvl4pPr>
              <a:defRPr sz="2800"/>
            </a:lvl4pPr>
            <a:lvl5pPr>
              <a:defRPr sz="2800"/>
            </a:lvl5pPr>
          </a:lstStyle>
          <a:p>
            <a:pPr lvl="0"/>
            <a:r>
              <a:rPr lang="en-US" dirty="0"/>
              <a:t>Click to Edit</a:t>
            </a:r>
          </a:p>
        </p:txBody>
      </p:sp>
      <p:sp>
        <p:nvSpPr>
          <p:cNvPr id="23" name="Text Placeholder 19">
            <a:extLst>
              <a:ext uri="{FF2B5EF4-FFF2-40B4-BE49-F238E27FC236}">
                <a16:creationId xmlns:a16="http://schemas.microsoft.com/office/drawing/2014/main" id="{E93DF45B-B013-B373-406D-D57DEBD6CA48}"/>
              </a:ext>
            </a:extLst>
          </p:cNvPr>
          <p:cNvSpPr>
            <a:spLocks noGrp="1"/>
          </p:cNvSpPr>
          <p:nvPr>
            <p:ph type="body" sz="quarter" idx="15"/>
          </p:nvPr>
        </p:nvSpPr>
        <p:spPr>
          <a:xfrm>
            <a:off x="7186099" y="1533929"/>
            <a:ext cx="4532442" cy="752475"/>
          </a:xfrm>
        </p:spPr>
        <p:txBody>
          <a:bodyPr/>
          <a:lstStyle>
            <a:lvl1pPr>
              <a:defRPr sz="1600"/>
            </a:lvl1pPr>
            <a:lvl2pPr marL="273050" indent="0">
              <a:buNone/>
              <a:defRPr/>
            </a:lvl2pPr>
          </a:lstStyle>
          <a:p>
            <a:pPr lvl="0"/>
            <a:r>
              <a:rPr lang="en-GB"/>
              <a:t>Click to edit Master text styles</a:t>
            </a:r>
          </a:p>
        </p:txBody>
      </p:sp>
      <p:sp>
        <p:nvSpPr>
          <p:cNvPr id="24" name="Text Placeholder 17">
            <a:extLst>
              <a:ext uri="{FF2B5EF4-FFF2-40B4-BE49-F238E27FC236}">
                <a16:creationId xmlns:a16="http://schemas.microsoft.com/office/drawing/2014/main" id="{B7AE2A4F-B38C-37A4-8FD8-92DCF6B79A76}"/>
              </a:ext>
            </a:extLst>
          </p:cNvPr>
          <p:cNvSpPr>
            <a:spLocks noGrp="1"/>
          </p:cNvSpPr>
          <p:nvPr>
            <p:ph type="body" sz="quarter" idx="16" hasCustomPrompt="1"/>
          </p:nvPr>
        </p:nvSpPr>
        <p:spPr>
          <a:xfrm>
            <a:off x="7186099" y="4487077"/>
            <a:ext cx="4532442" cy="431800"/>
          </a:xfrm>
        </p:spPr>
        <p:txBody>
          <a:bodyPr/>
          <a:lstStyle>
            <a:lvl1pPr>
              <a:defRPr sz="2800">
                <a:solidFill>
                  <a:schemeClr val="accent4">
                    <a:lumMod val="75000"/>
                  </a:schemeClr>
                </a:solidFill>
              </a:defRPr>
            </a:lvl1pPr>
            <a:lvl2pPr>
              <a:defRPr sz="2800"/>
            </a:lvl2pPr>
            <a:lvl3pPr>
              <a:defRPr sz="2800"/>
            </a:lvl3pPr>
            <a:lvl4pPr>
              <a:defRPr sz="2800"/>
            </a:lvl4pPr>
            <a:lvl5pPr>
              <a:defRPr sz="2800"/>
            </a:lvl5pPr>
          </a:lstStyle>
          <a:p>
            <a:pPr lvl="0"/>
            <a:r>
              <a:rPr lang="en-US" dirty="0"/>
              <a:t>Click to Edit</a:t>
            </a:r>
          </a:p>
        </p:txBody>
      </p:sp>
      <p:sp>
        <p:nvSpPr>
          <p:cNvPr id="25" name="Text Placeholder 19">
            <a:extLst>
              <a:ext uri="{FF2B5EF4-FFF2-40B4-BE49-F238E27FC236}">
                <a16:creationId xmlns:a16="http://schemas.microsoft.com/office/drawing/2014/main" id="{7FEE55BF-A065-35DB-818E-08E9B05CFA70}"/>
              </a:ext>
            </a:extLst>
          </p:cNvPr>
          <p:cNvSpPr>
            <a:spLocks noGrp="1"/>
          </p:cNvSpPr>
          <p:nvPr>
            <p:ph type="body" sz="quarter" idx="17"/>
          </p:nvPr>
        </p:nvSpPr>
        <p:spPr>
          <a:xfrm>
            <a:off x="7186099" y="5058771"/>
            <a:ext cx="4532442" cy="752475"/>
          </a:xfrm>
        </p:spPr>
        <p:txBody>
          <a:bodyPr/>
          <a:lstStyle>
            <a:lvl1pPr>
              <a:defRPr sz="1600"/>
            </a:lvl1pPr>
            <a:lvl2pPr marL="273050" indent="0">
              <a:buNone/>
              <a:defRPr/>
            </a:lvl2pPr>
          </a:lstStyle>
          <a:p>
            <a:pPr lvl="0"/>
            <a:r>
              <a:rPr lang="en-GB"/>
              <a:t>Click to edit Master text styles</a:t>
            </a:r>
          </a:p>
        </p:txBody>
      </p:sp>
    </p:spTree>
    <p:extLst>
      <p:ext uri="{BB962C8B-B14F-4D97-AF65-F5344CB8AC3E}">
        <p14:creationId xmlns:p14="http://schemas.microsoft.com/office/powerpoint/2010/main" val="2231861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750"/>
                                        <p:tgtEl>
                                          <p:spTgt spid="19"/>
                                        </p:tgtEl>
                                      </p:cBhvr>
                                    </p:animEffect>
                                  </p:childTnLst>
                                </p:cTn>
                              </p:par>
                              <p:par>
                                <p:cTn id="8" presetID="6" presetClass="emph" presetSubtype="0" fill="hold" grpId="1" nodeType="withEffect">
                                  <p:stCondLst>
                                    <p:cond delay="0"/>
                                  </p:stCondLst>
                                  <p:childTnLst>
                                    <p:animScale>
                                      <p:cBhvr>
                                        <p:cTn id="9" dur="10" fill="hold"/>
                                        <p:tgtEl>
                                          <p:spTgt spid="19"/>
                                        </p:tgtEl>
                                      </p:cBhvr>
                                      <p:by x="1000" y="1000"/>
                                    </p:animScale>
                                  </p:childTnLst>
                                </p:cTn>
                              </p:par>
                              <p:par>
                                <p:cTn id="10" presetID="6" presetClass="emph" presetSubtype="0" accel="33333" decel="66667" fill="hold" grpId="2" nodeType="withEffect">
                                  <p:stCondLst>
                                    <p:cond delay="0"/>
                                  </p:stCondLst>
                                  <p:childTnLst>
                                    <p:animScale>
                                      <p:cBhvr>
                                        <p:cTn id="11" dur="750" fill="hold"/>
                                        <p:tgtEl>
                                          <p:spTgt spid="19"/>
                                        </p:tgtEl>
                                      </p:cBhvr>
                                      <p:by x="9999000" y="9999000"/>
                                    </p:animScale>
                                  </p:childTnLst>
                                </p:cTn>
                              </p:par>
                              <p:par>
                                <p:cTn id="12" presetID="10" presetClass="entr" presetSubtype="0" fill="hold" grpId="0" nodeType="with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fade">
                                      <p:cBhvr>
                                        <p:cTn id="14" dur="750"/>
                                        <p:tgtEl>
                                          <p:spTgt spid="17"/>
                                        </p:tgtEl>
                                      </p:cBhvr>
                                    </p:animEffect>
                                  </p:childTnLst>
                                </p:cTn>
                              </p:par>
                              <p:par>
                                <p:cTn id="15" presetID="6" presetClass="emph" presetSubtype="0" fill="hold" grpId="1" nodeType="withEffect">
                                  <p:stCondLst>
                                    <p:cond delay="0"/>
                                  </p:stCondLst>
                                  <p:childTnLst>
                                    <p:animScale>
                                      <p:cBhvr>
                                        <p:cTn id="16" dur="10" fill="hold"/>
                                        <p:tgtEl>
                                          <p:spTgt spid="17"/>
                                        </p:tgtEl>
                                      </p:cBhvr>
                                      <p:by x="1000" y="1000"/>
                                    </p:animScale>
                                  </p:childTnLst>
                                </p:cTn>
                              </p:par>
                              <p:par>
                                <p:cTn id="17" presetID="6" presetClass="emph" presetSubtype="0" accel="33333" decel="66667" fill="hold" grpId="2" nodeType="withEffect">
                                  <p:stCondLst>
                                    <p:cond delay="0"/>
                                  </p:stCondLst>
                                  <p:childTnLst>
                                    <p:animScale>
                                      <p:cBhvr>
                                        <p:cTn id="18" dur="750" fill="hold"/>
                                        <p:tgtEl>
                                          <p:spTgt spid="17"/>
                                        </p:tgtEl>
                                      </p:cBhvr>
                                      <p:by x="9999000" y="9999000"/>
                                    </p:animScale>
                                  </p:childTnLst>
                                </p:cTn>
                              </p:par>
                              <p:par>
                                <p:cTn id="19" presetID="10"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750"/>
                                        <p:tgtEl>
                                          <p:spTgt spid="18"/>
                                        </p:tgtEl>
                                      </p:cBhvr>
                                    </p:animEffect>
                                  </p:childTnLst>
                                </p:cTn>
                              </p:par>
                              <p:par>
                                <p:cTn id="22" presetID="6" presetClass="emph" presetSubtype="0" fill="hold" grpId="1" nodeType="withEffect">
                                  <p:stCondLst>
                                    <p:cond delay="0"/>
                                  </p:stCondLst>
                                  <p:childTnLst>
                                    <p:animScale>
                                      <p:cBhvr>
                                        <p:cTn id="23" dur="10" fill="hold"/>
                                        <p:tgtEl>
                                          <p:spTgt spid="18"/>
                                        </p:tgtEl>
                                      </p:cBhvr>
                                      <p:by x="1000" y="1000"/>
                                    </p:animScale>
                                  </p:childTnLst>
                                </p:cTn>
                              </p:par>
                              <p:par>
                                <p:cTn id="24" presetID="6" presetClass="emph" presetSubtype="0" accel="33333" decel="66667" fill="hold" grpId="2" nodeType="withEffect">
                                  <p:stCondLst>
                                    <p:cond delay="0"/>
                                  </p:stCondLst>
                                  <p:childTnLst>
                                    <p:animScale>
                                      <p:cBhvr>
                                        <p:cTn id="25" dur="750" fill="hold"/>
                                        <p:tgtEl>
                                          <p:spTgt spid="18"/>
                                        </p:tgtEl>
                                      </p:cBhvr>
                                      <p:by x="9999000" y="9999000"/>
                                    </p:animScale>
                                  </p:childTnLst>
                                </p:cTn>
                              </p:par>
                            </p:childTnLst>
                          </p:cTn>
                        </p:par>
                      </p:childTnLst>
                    </p:cTn>
                  </p:par>
                  <p:par>
                    <p:cTn id="26" fill="hold">
                      <p:stCondLst>
                        <p:cond delay="indefinite"/>
                      </p:stCondLst>
                      <p:childTnLst>
                        <p:par>
                          <p:cTn id="27" fill="hold">
                            <p:stCondLst>
                              <p:cond delay="0"/>
                            </p:stCondLst>
                            <p:childTnLst>
                              <p:par>
                                <p:cTn id="28" presetID="2" presetClass="entr" presetSubtype="2" decel="20000" fill="hold" grpId="0" nodeType="clickEffect">
                                  <p:stCondLst>
                                    <p:cond delay="0"/>
                                  </p:stCondLst>
                                  <p:childTnLst>
                                    <p:set>
                                      <p:cBhvr>
                                        <p:cTn id="29" dur="1" fill="hold">
                                          <p:stCondLst>
                                            <p:cond delay="0"/>
                                          </p:stCondLst>
                                        </p:cTn>
                                        <p:tgtEl>
                                          <p:spTgt spid="22">
                                            <p:txEl>
                                              <p:pRg st="0" end="0"/>
                                            </p:txEl>
                                          </p:spTgt>
                                        </p:tgtEl>
                                        <p:attrNameLst>
                                          <p:attrName>style.visibility</p:attrName>
                                        </p:attrNameLst>
                                      </p:cBhvr>
                                      <p:to>
                                        <p:strVal val="visible"/>
                                      </p:to>
                                    </p:set>
                                    <p:anim calcmode="lin" valueType="num">
                                      <p:cBhvr additive="base">
                                        <p:cTn id="30" dur="500" fill="hold"/>
                                        <p:tgtEl>
                                          <p:spTgt spid="22">
                                            <p:txEl>
                                              <p:pRg st="0" end="0"/>
                                            </p:txEl>
                                          </p:spTgt>
                                        </p:tgtEl>
                                        <p:attrNameLst>
                                          <p:attrName>ppt_x</p:attrName>
                                        </p:attrNameLst>
                                      </p:cBhvr>
                                      <p:tavLst>
                                        <p:tav tm="0">
                                          <p:val>
                                            <p:strVal val="1+#ppt_w/2"/>
                                          </p:val>
                                        </p:tav>
                                        <p:tav tm="100000">
                                          <p:val>
                                            <p:strVal val="#ppt_x"/>
                                          </p:val>
                                        </p:tav>
                                      </p:tavLst>
                                    </p:anim>
                                    <p:anim calcmode="lin" valueType="num">
                                      <p:cBhvr additive="base">
                                        <p:cTn id="31" dur="500" fill="hold"/>
                                        <p:tgtEl>
                                          <p:spTgt spid="22">
                                            <p:txEl>
                                              <p:pRg st="0" end="0"/>
                                            </p:txEl>
                                          </p:spTgt>
                                        </p:tgtEl>
                                        <p:attrNameLst>
                                          <p:attrName>ppt_y</p:attrName>
                                        </p:attrNameLst>
                                      </p:cBhvr>
                                      <p:tavLst>
                                        <p:tav tm="0">
                                          <p:val>
                                            <p:strVal val="#ppt_y"/>
                                          </p:val>
                                        </p:tav>
                                        <p:tav tm="100000">
                                          <p:val>
                                            <p:strVal val="#ppt_y"/>
                                          </p:val>
                                        </p:tav>
                                      </p:tavLst>
                                    </p:anim>
                                  </p:childTnLst>
                                </p:cTn>
                              </p:par>
                              <p:par>
                                <p:cTn id="32" presetID="2" presetClass="entr" presetSubtype="2" decel="20000" fill="hold" grpId="0" nodeType="withEffect">
                                  <p:stCondLst>
                                    <p:cond delay="0"/>
                                  </p:stCondLst>
                                  <p:childTnLst>
                                    <p:set>
                                      <p:cBhvr>
                                        <p:cTn id="33" dur="1" fill="hold">
                                          <p:stCondLst>
                                            <p:cond delay="0"/>
                                          </p:stCondLst>
                                        </p:cTn>
                                        <p:tgtEl>
                                          <p:spTgt spid="23">
                                            <p:txEl>
                                              <p:pRg st="0" end="0"/>
                                            </p:txEl>
                                          </p:spTgt>
                                        </p:tgtEl>
                                        <p:attrNameLst>
                                          <p:attrName>style.visibility</p:attrName>
                                        </p:attrNameLst>
                                      </p:cBhvr>
                                      <p:to>
                                        <p:strVal val="visible"/>
                                      </p:to>
                                    </p:set>
                                    <p:anim calcmode="lin" valueType="num">
                                      <p:cBhvr additive="base">
                                        <p:cTn id="34"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35" dur="500" fill="hold"/>
                                        <p:tgtEl>
                                          <p:spTgt spid="2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2" decel="20000" fill="hold" grpId="0" nodeType="clickEffect">
                                  <p:stCondLst>
                                    <p:cond delay="0"/>
                                  </p:stCondLst>
                                  <p:childTnLst>
                                    <p:set>
                                      <p:cBhvr>
                                        <p:cTn id="39" dur="1" fill="hold">
                                          <p:stCondLst>
                                            <p:cond delay="0"/>
                                          </p:stCondLst>
                                        </p:cTn>
                                        <p:tgtEl>
                                          <p:spTgt spid="20">
                                            <p:txEl>
                                              <p:pRg st="0" end="0"/>
                                            </p:txEl>
                                          </p:spTgt>
                                        </p:tgtEl>
                                        <p:attrNameLst>
                                          <p:attrName>style.visibility</p:attrName>
                                        </p:attrNameLst>
                                      </p:cBhvr>
                                      <p:to>
                                        <p:strVal val="visible"/>
                                      </p:to>
                                    </p:set>
                                    <p:anim calcmode="lin" valueType="num">
                                      <p:cBhvr additive="base">
                                        <p:cTn id="40" dur="5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1" dur="500" fill="hold"/>
                                        <p:tgtEl>
                                          <p:spTgt spid="20">
                                            <p:txEl>
                                              <p:pRg st="0" end="0"/>
                                            </p:txEl>
                                          </p:spTgt>
                                        </p:tgtEl>
                                        <p:attrNameLst>
                                          <p:attrName>ppt_y</p:attrName>
                                        </p:attrNameLst>
                                      </p:cBhvr>
                                      <p:tavLst>
                                        <p:tav tm="0">
                                          <p:val>
                                            <p:strVal val="#ppt_y"/>
                                          </p:val>
                                        </p:tav>
                                        <p:tav tm="100000">
                                          <p:val>
                                            <p:strVal val="#ppt_y"/>
                                          </p:val>
                                        </p:tav>
                                      </p:tavLst>
                                    </p:anim>
                                  </p:childTnLst>
                                </p:cTn>
                              </p:par>
                              <p:par>
                                <p:cTn id="42" presetID="2" presetClass="entr" presetSubtype="2" decel="20000" fill="hold" grpId="0" nodeType="withEffect">
                                  <p:stCondLst>
                                    <p:cond delay="0"/>
                                  </p:stCondLst>
                                  <p:childTnLst>
                                    <p:set>
                                      <p:cBhvr>
                                        <p:cTn id="43" dur="1" fill="hold">
                                          <p:stCondLst>
                                            <p:cond delay="0"/>
                                          </p:stCondLst>
                                        </p:cTn>
                                        <p:tgtEl>
                                          <p:spTgt spid="21">
                                            <p:txEl>
                                              <p:pRg st="0" end="0"/>
                                            </p:txEl>
                                          </p:spTgt>
                                        </p:tgtEl>
                                        <p:attrNameLst>
                                          <p:attrName>style.visibility</p:attrName>
                                        </p:attrNameLst>
                                      </p:cBhvr>
                                      <p:to>
                                        <p:strVal val="visible"/>
                                      </p:to>
                                    </p:set>
                                    <p:anim calcmode="lin" valueType="num">
                                      <p:cBhvr additive="base">
                                        <p:cTn id="44" dur="500" fill="hold"/>
                                        <p:tgtEl>
                                          <p:spTgt spid="21">
                                            <p:txEl>
                                              <p:pRg st="0" end="0"/>
                                            </p:txEl>
                                          </p:spTgt>
                                        </p:tgtEl>
                                        <p:attrNameLst>
                                          <p:attrName>ppt_x</p:attrName>
                                        </p:attrNameLst>
                                      </p:cBhvr>
                                      <p:tavLst>
                                        <p:tav tm="0">
                                          <p:val>
                                            <p:strVal val="1+#ppt_w/2"/>
                                          </p:val>
                                        </p:tav>
                                        <p:tav tm="100000">
                                          <p:val>
                                            <p:strVal val="#ppt_x"/>
                                          </p:val>
                                        </p:tav>
                                      </p:tavLst>
                                    </p:anim>
                                    <p:anim calcmode="lin" valueType="num">
                                      <p:cBhvr additive="base">
                                        <p:cTn id="45" dur="500" fill="hold"/>
                                        <p:tgtEl>
                                          <p:spTgt spid="2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2" presetClass="entr" presetSubtype="2" decel="20000" fill="hold" grpId="0" nodeType="clickEffect">
                                  <p:stCondLst>
                                    <p:cond delay="0"/>
                                  </p:stCondLst>
                                  <p:childTnLst>
                                    <p:set>
                                      <p:cBhvr>
                                        <p:cTn id="49" dur="1" fill="hold">
                                          <p:stCondLst>
                                            <p:cond delay="0"/>
                                          </p:stCondLst>
                                        </p:cTn>
                                        <p:tgtEl>
                                          <p:spTgt spid="24">
                                            <p:txEl>
                                              <p:pRg st="0" end="0"/>
                                            </p:txEl>
                                          </p:spTgt>
                                        </p:tgtEl>
                                        <p:attrNameLst>
                                          <p:attrName>style.visibility</p:attrName>
                                        </p:attrNameLst>
                                      </p:cBhvr>
                                      <p:to>
                                        <p:strVal val="visible"/>
                                      </p:to>
                                    </p:set>
                                    <p:anim calcmode="lin" valueType="num">
                                      <p:cBhvr additive="base">
                                        <p:cTn id="50" dur="500" fill="hold"/>
                                        <p:tgtEl>
                                          <p:spTgt spid="24">
                                            <p:txEl>
                                              <p:pRg st="0" end="0"/>
                                            </p:txEl>
                                          </p:spTgt>
                                        </p:tgtEl>
                                        <p:attrNameLst>
                                          <p:attrName>ppt_x</p:attrName>
                                        </p:attrNameLst>
                                      </p:cBhvr>
                                      <p:tavLst>
                                        <p:tav tm="0">
                                          <p:val>
                                            <p:strVal val="1+#ppt_w/2"/>
                                          </p:val>
                                        </p:tav>
                                        <p:tav tm="100000">
                                          <p:val>
                                            <p:strVal val="#ppt_x"/>
                                          </p:val>
                                        </p:tav>
                                      </p:tavLst>
                                    </p:anim>
                                    <p:anim calcmode="lin" valueType="num">
                                      <p:cBhvr additive="base">
                                        <p:cTn id="51" dur="500" fill="hold"/>
                                        <p:tgtEl>
                                          <p:spTgt spid="24">
                                            <p:txEl>
                                              <p:pRg st="0" end="0"/>
                                            </p:txEl>
                                          </p:spTgt>
                                        </p:tgtEl>
                                        <p:attrNameLst>
                                          <p:attrName>ppt_y</p:attrName>
                                        </p:attrNameLst>
                                      </p:cBhvr>
                                      <p:tavLst>
                                        <p:tav tm="0">
                                          <p:val>
                                            <p:strVal val="#ppt_y"/>
                                          </p:val>
                                        </p:tav>
                                        <p:tav tm="100000">
                                          <p:val>
                                            <p:strVal val="#ppt_y"/>
                                          </p:val>
                                        </p:tav>
                                      </p:tavLst>
                                    </p:anim>
                                  </p:childTnLst>
                                </p:cTn>
                              </p:par>
                              <p:par>
                                <p:cTn id="52" presetID="2" presetClass="entr" presetSubtype="2" decel="20000" fill="hold" grpId="0" nodeType="withEffect">
                                  <p:stCondLst>
                                    <p:cond delay="0"/>
                                  </p:stCondLst>
                                  <p:childTnLst>
                                    <p:set>
                                      <p:cBhvr>
                                        <p:cTn id="53" dur="1" fill="hold">
                                          <p:stCondLst>
                                            <p:cond delay="0"/>
                                          </p:stCondLst>
                                        </p:cTn>
                                        <p:tgtEl>
                                          <p:spTgt spid="25">
                                            <p:txEl>
                                              <p:pRg st="0" end="0"/>
                                            </p:txEl>
                                          </p:spTgt>
                                        </p:tgtEl>
                                        <p:attrNameLst>
                                          <p:attrName>style.visibility</p:attrName>
                                        </p:attrNameLst>
                                      </p:cBhvr>
                                      <p:to>
                                        <p:strVal val="visible"/>
                                      </p:to>
                                    </p:set>
                                    <p:anim calcmode="lin" valueType="num">
                                      <p:cBhvr additive="base">
                                        <p:cTn id="54" dur="500" fill="hold"/>
                                        <p:tgtEl>
                                          <p:spTgt spid="25">
                                            <p:txEl>
                                              <p:pRg st="0" end="0"/>
                                            </p:txEl>
                                          </p:spTgt>
                                        </p:tgtEl>
                                        <p:attrNameLst>
                                          <p:attrName>ppt_x</p:attrName>
                                        </p:attrNameLst>
                                      </p:cBhvr>
                                      <p:tavLst>
                                        <p:tav tm="0">
                                          <p:val>
                                            <p:strVal val="1+#ppt_w/2"/>
                                          </p:val>
                                        </p:tav>
                                        <p:tav tm="100000">
                                          <p:val>
                                            <p:strVal val="#ppt_x"/>
                                          </p:val>
                                        </p:tav>
                                      </p:tavLst>
                                    </p:anim>
                                    <p:anim calcmode="lin" valueType="num">
                                      <p:cBhvr additive="base">
                                        <p:cTn id="55" dur="5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17" grpId="2" animBg="1"/>
      <p:bldP spid="18" grpId="0" animBg="1"/>
      <p:bldP spid="18" grpId="1" animBg="1"/>
      <p:bldP spid="18" grpId="2" animBg="1"/>
      <p:bldP spid="19" grpId="0" animBg="1"/>
      <p:bldP spid="19" grpId="1" animBg="1"/>
      <p:bldP spid="19" grpId="2" animBg="1"/>
      <p:bldP spid="20" grpId="0" build="p">
        <p:tmplLst>
          <p:tmpl lvl="1">
            <p:tnLst>
              <p:par>
                <p:cTn presetID="2" presetClass="entr" presetSubtype="2" decel="20000" fill="hold" nodeType="click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1+#ppt_w/2"/>
                          </p:val>
                        </p:tav>
                        <p:tav tm="100000">
                          <p:val>
                            <p:strVal val="#ppt_x"/>
                          </p:val>
                        </p:tav>
                      </p:tavLst>
                    </p:anim>
                    <p:anim calcmode="lin" valueType="num">
                      <p:cBhvr additive="base">
                        <p:cTn dur="500" fill="hold"/>
                        <p:tgtEl>
                          <p:spTgt spid="20"/>
                        </p:tgtEl>
                        <p:attrNameLst>
                          <p:attrName>ppt_y</p:attrName>
                        </p:attrNameLst>
                      </p:cBhvr>
                      <p:tavLst>
                        <p:tav tm="0">
                          <p:val>
                            <p:strVal val="#ppt_y"/>
                          </p:val>
                        </p:tav>
                        <p:tav tm="100000">
                          <p:val>
                            <p:strVal val="#ppt_y"/>
                          </p:val>
                        </p:tav>
                      </p:tavLst>
                    </p:anim>
                  </p:childTnLst>
                </p:cTn>
              </p:par>
            </p:tnLst>
          </p:tmpl>
        </p:tmplLst>
      </p:bldP>
      <p:bldP spid="21" grpId="0" build="p">
        <p:tmplLst>
          <p:tmpl lvl="1">
            <p:tnLst>
              <p:par>
                <p:cTn presetID="2" presetClass="entr" presetSubtype="2" decel="2000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1+#ppt_w/2"/>
                          </p:val>
                        </p:tav>
                        <p:tav tm="100000">
                          <p:val>
                            <p:strVal val="#ppt_x"/>
                          </p:val>
                        </p:tav>
                      </p:tavLst>
                    </p:anim>
                    <p:anim calcmode="lin" valueType="num">
                      <p:cBhvr additive="base">
                        <p:cTn dur="500" fill="hold"/>
                        <p:tgtEl>
                          <p:spTgt spid="21"/>
                        </p:tgtEl>
                        <p:attrNameLst>
                          <p:attrName>ppt_y</p:attrName>
                        </p:attrNameLst>
                      </p:cBhvr>
                      <p:tavLst>
                        <p:tav tm="0">
                          <p:val>
                            <p:strVal val="#ppt_y"/>
                          </p:val>
                        </p:tav>
                        <p:tav tm="100000">
                          <p:val>
                            <p:strVal val="#ppt_y"/>
                          </p:val>
                        </p:tav>
                      </p:tavLst>
                    </p:anim>
                  </p:childTnLst>
                </p:cTn>
              </p:par>
            </p:tnLst>
          </p:tmpl>
        </p:tmplLst>
      </p:bldP>
      <p:bldP spid="22" grpId="0" build="p">
        <p:tmplLst>
          <p:tmpl lvl="1">
            <p:tnLst>
              <p:par>
                <p:cTn presetID="2" presetClass="entr" presetSubtype="2" decel="20000" fill="hold" nodeType="click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1+#ppt_w/2"/>
                          </p:val>
                        </p:tav>
                        <p:tav tm="100000">
                          <p:val>
                            <p:strVal val="#ppt_x"/>
                          </p:val>
                        </p:tav>
                      </p:tavLst>
                    </p:anim>
                    <p:anim calcmode="lin" valueType="num">
                      <p:cBhvr additive="base">
                        <p:cTn dur="500" fill="hold"/>
                        <p:tgtEl>
                          <p:spTgt spid="22"/>
                        </p:tgtEl>
                        <p:attrNameLst>
                          <p:attrName>ppt_y</p:attrName>
                        </p:attrNameLst>
                      </p:cBhvr>
                      <p:tavLst>
                        <p:tav tm="0">
                          <p:val>
                            <p:strVal val="#ppt_y"/>
                          </p:val>
                        </p:tav>
                        <p:tav tm="100000">
                          <p:val>
                            <p:strVal val="#ppt_y"/>
                          </p:val>
                        </p:tav>
                      </p:tavLst>
                    </p:anim>
                  </p:childTnLst>
                </p:cTn>
              </p:par>
            </p:tnLst>
          </p:tmpl>
        </p:tmplLst>
      </p:bldP>
      <p:bldP spid="23" grpId="0" build="p">
        <p:tmplLst>
          <p:tmpl lvl="1">
            <p:tnLst>
              <p:par>
                <p:cTn presetID="2" presetClass="entr" presetSubtype="2" decel="2000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1+#ppt_w/2"/>
                          </p:val>
                        </p:tav>
                        <p:tav tm="100000">
                          <p:val>
                            <p:strVal val="#ppt_x"/>
                          </p:val>
                        </p:tav>
                      </p:tavLst>
                    </p:anim>
                    <p:anim calcmode="lin" valueType="num">
                      <p:cBhvr additive="base">
                        <p:cTn dur="500" fill="hold"/>
                        <p:tgtEl>
                          <p:spTgt spid="23"/>
                        </p:tgtEl>
                        <p:attrNameLst>
                          <p:attrName>ppt_y</p:attrName>
                        </p:attrNameLst>
                      </p:cBhvr>
                      <p:tavLst>
                        <p:tav tm="0">
                          <p:val>
                            <p:strVal val="#ppt_y"/>
                          </p:val>
                        </p:tav>
                        <p:tav tm="100000">
                          <p:val>
                            <p:strVal val="#ppt_y"/>
                          </p:val>
                        </p:tav>
                      </p:tavLst>
                    </p:anim>
                  </p:childTnLst>
                </p:cTn>
              </p:par>
            </p:tnLst>
          </p:tmpl>
        </p:tmplLst>
      </p:bldP>
      <p:bldP spid="24" grpId="0" build="p">
        <p:tmplLst>
          <p:tmpl lvl="1">
            <p:tnLst>
              <p:par>
                <p:cTn presetID="2" presetClass="entr" presetSubtype="2" decel="20000" fill="hold" nodeType="click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1+#ppt_w/2"/>
                          </p:val>
                        </p:tav>
                        <p:tav tm="100000">
                          <p:val>
                            <p:strVal val="#ppt_x"/>
                          </p:val>
                        </p:tav>
                      </p:tavLst>
                    </p:anim>
                    <p:anim calcmode="lin" valueType="num">
                      <p:cBhvr additive="base">
                        <p:cTn dur="500" fill="hold"/>
                        <p:tgtEl>
                          <p:spTgt spid="24"/>
                        </p:tgtEl>
                        <p:attrNameLst>
                          <p:attrName>ppt_y</p:attrName>
                        </p:attrNameLst>
                      </p:cBhvr>
                      <p:tavLst>
                        <p:tav tm="0">
                          <p:val>
                            <p:strVal val="#ppt_y"/>
                          </p:val>
                        </p:tav>
                        <p:tav tm="100000">
                          <p:val>
                            <p:strVal val="#ppt_y"/>
                          </p:val>
                        </p:tav>
                      </p:tavLst>
                    </p:anim>
                  </p:childTnLst>
                </p:cTn>
              </p:par>
            </p:tnLst>
          </p:tmpl>
        </p:tmplLst>
      </p:bldP>
      <p:bldP spid="25" grpId="0" build="p">
        <p:tmplLst>
          <p:tmpl lvl="1">
            <p:tnLst>
              <p:par>
                <p:cTn presetID="2" presetClass="entr" presetSubtype="2" decel="2000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1+#ppt_w/2"/>
                          </p:val>
                        </p:tav>
                        <p:tav tm="100000">
                          <p:val>
                            <p:strVal val="#ppt_x"/>
                          </p:val>
                        </p:tav>
                      </p:tavLst>
                    </p:anim>
                    <p:anim calcmode="lin" valueType="num">
                      <p:cBhvr additive="base">
                        <p:cTn dur="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preserve="1" userDrawn="1">
  <p:cSld name="1_Three Icon - Horizontal - Purple">
    <p:spTree>
      <p:nvGrpSpPr>
        <p:cNvPr id="1" name=""/>
        <p:cNvGrpSpPr/>
        <p:nvPr/>
      </p:nvGrpSpPr>
      <p:grpSpPr>
        <a:xfrm>
          <a:off x="0" y="0"/>
          <a:ext cx="0" cy="0"/>
          <a:chOff x="0" y="0"/>
          <a:chExt cx="0" cy="0"/>
        </a:xfrm>
      </p:grpSpPr>
      <p:sp>
        <p:nvSpPr>
          <p:cNvPr id="10" name="BKG Rectangle">
            <a:extLst>
              <a:ext uri="{FF2B5EF4-FFF2-40B4-BE49-F238E27FC236}">
                <a16:creationId xmlns:a16="http://schemas.microsoft.com/office/drawing/2014/main" id="{EEE2E3E4-09C5-48F7-AA0C-61C0C3FD24C2}"/>
              </a:ext>
              <a:ext uri="{C183D7F6-B498-43B3-948B-1728B52AA6E4}">
                <adec:decorative xmlns:adec="http://schemas.microsoft.com/office/drawing/2017/decorative" val="1"/>
              </a:ext>
            </a:extLst>
          </p:cNvPr>
          <p:cNvSpPr/>
          <p:nvPr userDrawn="1"/>
        </p:nvSpPr>
        <p:spPr>
          <a:xfrm>
            <a:off x="-4" y="0"/>
            <a:ext cx="6094413" cy="6858000"/>
          </a:xfrm>
          <a:prstGeom prst="rect">
            <a:avLst/>
          </a:prstGeom>
          <a:solidFill>
            <a:schemeClr val="accent5">
              <a:alpha val="4927"/>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2" name="Title 1">
            <a:extLst>
              <a:ext uri="{FF2B5EF4-FFF2-40B4-BE49-F238E27FC236}">
                <a16:creationId xmlns:a16="http://schemas.microsoft.com/office/drawing/2014/main" id="{30A5567E-F548-4720-B611-7850ADCA900C}"/>
              </a:ext>
            </a:extLst>
          </p:cNvPr>
          <p:cNvSpPr>
            <a:spLocks noGrp="1"/>
          </p:cNvSpPr>
          <p:nvPr>
            <p:ph type="title"/>
          </p:nvPr>
        </p:nvSpPr>
        <p:spPr>
          <a:xfrm>
            <a:off x="667444" y="2376306"/>
            <a:ext cx="3630903" cy="2105388"/>
          </a:xfrm>
        </p:spPr>
        <p:txBody>
          <a:bodyPr wrap="square" anchor="ctr"/>
          <a:lstStyle>
            <a:lvl1pPr>
              <a:defRPr sz="3600">
                <a:solidFill>
                  <a:schemeClr val="accent5">
                    <a:lumMod val="75000"/>
                  </a:schemeClr>
                </a:solidFill>
              </a:defRPr>
            </a:lvl1pPr>
          </a:lstStyle>
          <a:p>
            <a:r>
              <a:rPr lang="en-GB" dirty="0"/>
              <a:t>Click to edit Master title style</a:t>
            </a:r>
            <a:endParaRPr lang="en-US" dirty="0"/>
          </a:p>
        </p:txBody>
      </p:sp>
      <p:sp>
        <p:nvSpPr>
          <p:cNvPr id="11" name="!! Oval Top">
            <a:extLst>
              <a:ext uri="{FF2B5EF4-FFF2-40B4-BE49-F238E27FC236}">
                <a16:creationId xmlns:a16="http://schemas.microsoft.com/office/drawing/2014/main" id="{B95A82A4-D00E-4BAE-97E0-52FA7B87C0D9}"/>
              </a:ext>
              <a:ext uri="{C183D7F6-B498-43B3-948B-1728B52AA6E4}">
                <adec:decorative xmlns:adec="http://schemas.microsoft.com/office/drawing/2017/decorative" val="1"/>
              </a:ext>
            </a:extLst>
          </p:cNvPr>
          <p:cNvSpPr/>
          <p:nvPr userDrawn="1"/>
        </p:nvSpPr>
        <p:spPr>
          <a:xfrm>
            <a:off x="5432325" y="2719433"/>
            <a:ext cx="1324173" cy="1324169"/>
          </a:xfrm>
          <a:prstGeom prst="ellipse">
            <a:avLst/>
          </a:prstGeom>
          <a:solidFill>
            <a:schemeClr val="bg1"/>
          </a:solidFill>
          <a:ln w="25400" cap="flat" cmpd="sng" algn="ctr">
            <a:solidFill>
              <a:schemeClr val="accent5"/>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2" name="!! Oval Top">
            <a:extLst>
              <a:ext uri="{FF2B5EF4-FFF2-40B4-BE49-F238E27FC236}">
                <a16:creationId xmlns:a16="http://schemas.microsoft.com/office/drawing/2014/main" id="{332FAD7F-A532-4557-9487-947B2391D066}"/>
              </a:ext>
              <a:ext uri="{C183D7F6-B498-43B3-948B-1728B52AA6E4}">
                <adec:decorative xmlns:adec="http://schemas.microsoft.com/office/drawing/2017/decorative" val="1"/>
              </a:ext>
            </a:extLst>
          </p:cNvPr>
          <p:cNvSpPr/>
          <p:nvPr userDrawn="1"/>
        </p:nvSpPr>
        <p:spPr>
          <a:xfrm>
            <a:off x="5432324" y="4481694"/>
            <a:ext cx="1324173" cy="1324169"/>
          </a:xfrm>
          <a:prstGeom prst="ellipse">
            <a:avLst/>
          </a:prstGeom>
          <a:solidFill>
            <a:schemeClr val="bg1"/>
          </a:solidFill>
          <a:ln w="25400" cap="flat" cmpd="sng" algn="ctr">
            <a:solidFill>
              <a:schemeClr val="accent5"/>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3" name="!! Oval Top">
            <a:extLst>
              <a:ext uri="{FF2B5EF4-FFF2-40B4-BE49-F238E27FC236}">
                <a16:creationId xmlns:a16="http://schemas.microsoft.com/office/drawing/2014/main" id="{5095E217-E63E-4FE6-9C8D-FB447A5BD47D}"/>
              </a:ext>
              <a:ext uri="{C183D7F6-B498-43B3-948B-1728B52AA6E4}">
                <adec:decorative xmlns:adec="http://schemas.microsoft.com/office/drawing/2017/decorative" val="1"/>
              </a:ext>
            </a:extLst>
          </p:cNvPr>
          <p:cNvSpPr/>
          <p:nvPr userDrawn="1"/>
        </p:nvSpPr>
        <p:spPr>
          <a:xfrm>
            <a:off x="5432323" y="957172"/>
            <a:ext cx="1324173" cy="1324169"/>
          </a:xfrm>
          <a:prstGeom prst="ellipse">
            <a:avLst/>
          </a:prstGeom>
          <a:solidFill>
            <a:schemeClr val="bg1"/>
          </a:solidFill>
          <a:ln w="25400" cap="flat" cmpd="sng" algn="ctr">
            <a:solidFill>
              <a:schemeClr val="accent5"/>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8" name="Text Placeholder 17">
            <a:extLst>
              <a:ext uri="{FF2B5EF4-FFF2-40B4-BE49-F238E27FC236}">
                <a16:creationId xmlns:a16="http://schemas.microsoft.com/office/drawing/2014/main" id="{A8557501-25C3-4809-A7FA-8635CEF681FE}"/>
              </a:ext>
            </a:extLst>
          </p:cNvPr>
          <p:cNvSpPr>
            <a:spLocks noGrp="1"/>
          </p:cNvSpPr>
          <p:nvPr>
            <p:ph type="body" sz="quarter" idx="12" hasCustomPrompt="1"/>
          </p:nvPr>
        </p:nvSpPr>
        <p:spPr>
          <a:xfrm>
            <a:off x="7167433" y="2719433"/>
            <a:ext cx="4532442" cy="431800"/>
          </a:xfrm>
        </p:spPr>
        <p:txBody>
          <a:bodyPr/>
          <a:lstStyle>
            <a:lvl1pPr>
              <a:defRPr sz="2800">
                <a:solidFill>
                  <a:schemeClr val="accent5"/>
                </a:solidFill>
              </a:defRPr>
            </a:lvl1pPr>
            <a:lvl2pPr>
              <a:defRPr sz="2800"/>
            </a:lvl2pPr>
            <a:lvl3pPr>
              <a:defRPr sz="2800"/>
            </a:lvl3pPr>
            <a:lvl4pPr>
              <a:defRPr sz="2800"/>
            </a:lvl4pPr>
            <a:lvl5pPr>
              <a:defRPr sz="2800"/>
            </a:lvl5pPr>
          </a:lstStyle>
          <a:p>
            <a:pPr lvl="0"/>
            <a:r>
              <a:rPr lang="en-US" dirty="0"/>
              <a:t>Click to Edit</a:t>
            </a:r>
          </a:p>
        </p:txBody>
      </p:sp>
      <p:sp>
        <p:nvSpPr>
          <p:cNvPr id="20" name="Text Placeholder 19">
            <a:extLst>
              <a:ext uri="{FF2B5EF4-FFF2-40B4-BE49-F238E27FC236}">
                <a16:creationId xmlns:a16="http://schemas.microsoft.com/office/drawing/2014/main" id="{2A7333B4-78E3-4DDB-AF65-D0BD9DDB0B13}"/>
              </a:ext>
            </a:extLst>
          </p:cNvPr>
          <p:cNvSpPr>
            <a:spLocks noGrp="1"/>
          </p:cNvSpPr>
          <p:nvPr>
            <p:ph type="body" sz="quarter" idx="13"/>
          </p:nvPr>
        </p:nvSpPr>
        <p:spPr>
          <a:xfrm>
            <a:off x="7167433" y="3291127"/>
            <a:ext cx="4532442" cy="752475"/>
          </a:xfrm>
        </p:spPr>
        <p:txBody>
          <a:bodyPr/>
          <a:lstStyle>
            <a:lvl1pPr>
              <a:defRPr sz="1600"/>
            </a:lvl1pPr>
            <a:lvl2pPr marL="273050" indent="0">
              <a:buNone/>
              <a:defRPr/>
            </a:lvl2pPr>
          </a:lstStyle>
          <a:p>
            <a:pPr lvl="0"/>
            <a:r>
              <a:rPr lang="en-GB"/>
              <a:t>Click to edit Master text styles</a:t>
            </a:r>
          </a:p>
        </p:txBody>
      </p:sp>
      <p:sp>
        <p:nvSpPr>
          <p:cNvPr id="21" name="Text Placeholder 17">
            <a:extLst>
              <a:ext uri="{FF2B5EF4-FFF2-40B4-BE49-F238E27FC236}">
                <a16:creationId xmlns:a16="http://schemas.microsoft.com/office/drawing/2014/main" id="{3A04C10E-4C0A-4F1C-AF4B-9368D6EEE1D5}"/>
              </a:ext>
            </a:extLst>
          </p:cNvPr>
          <p:cNvSpPr>
            <a:spLocks noGrp="1"/>
          </p:cNvSpPr>
          <p:nvPr>
            <p:ph type="body" sz="quarter" idx="14" hasCustomPrompt="1"/>
          </p:nvPr>
        </p:nvSpPr>
        <p:spPr>
          <a:xfrm>
            <a:off x="7167433" y="962235"/>
            <a:ext cx="4532442" cy="431800"/>
          </a:xfrm>
        </p:spPr>
        <p:txBody>
          <a:bodyPr/>
          <a:lstStyle>
            <a:lvl1pPr>
              <a:defRPr sz="2800">
                <a:solidFill>
                  <a:schemeClr val="accent5"/>
                </a:solidFill>
              </a:defRPr>
            </a:lvl1pPr>
            <a:lvl2pPr>
              <a:defRPr sz="2800"/>
            </a:lvl2pPr>
            <a:lvl3pPr>
              <a:defRPr sz="2800"/>
            </a:lvl3pPr>
            <a:lvl4pPr>
              <a:defRPr sz="2800"/>
            </a:lvl4pPr>
            <a:lvl5pPr>
              <a:defRPr sz="2800"/>
            </a:lvl5pPr>
          </a:lstStyle>
          <a:p>
            <a:pPr lvl="0"/>
            <a:r>
              <a:rPr lang="en-US" dirty="0"/>
              <a:t>Click to Edit</a:t>
            </a:r>
          </a:p>
        </p:txBody>
      </p:sp>
      <p:sp>
        <p:nvSpPr>
          <p:cNvPr id="22" name="Text Placeholder 19">
            <a:extLst>
              <a:ext uri="{FF2B5EF4-FFF2-40B4-BE49-F238E27FC236}">
                <a16:creationId xmlns:a16="http://schemas.microsoft.com/office/drawing/2014/main" id="{DCD08270-3B84-4C0F-9D4B-B8C9B4451C98}"/>
              </a:ext>
            </a:extLst>
          </p:cNvPr>
          <p:cNvSpPr>
            <a:spLocks noGrp="1"/>
          </p:cNvSpPr>
          <p:nvPr>
            <p:ph type="body" sz="quarter" idx="15"/>
          </p:nvPr>
        </p:nvSpPr>
        <p:spPr>
          <a:xfrm>
            <a:off x="7167433" y="1533929"/>
            <a:ext cx="4532442" cy="752475"/>
          </a:xfrm>
        </p:spPr>
        <p:txBody>
          <a:bodyPr/>
          <a:lstStyle>
            <a:lvl1pPr>
              <a:defRPr sz="1600"/>
            </a:lvl1pPr>
            <a:lvl2pPr marL="273050" indent="0">
              <a:buNone/>
              <a:defRPr/>
            </a:lvl2pPr>
          </a:lstStyle>
          <a:p>
            <a:pPr lvl="0"/>
            <a:r>
              <a:rPr lang="en-GB"/>
              <a:t>Click to edit Master text styles</a:t>
            </a:r>
          </a:p>
        </p:txBody>
      </p:sp>
      <p:sp>
        <p:nvSpPr>
          <p:cNvPr id="23" name="Text Placeholder 17">
            <a:extLst>
              <a:ext uri="{FF2B5EF4-FFF2-40B4-BE49-F238E27FC236}">
                <a16:creationId xmlns:a16="http://schemas.microsoft.com/office/drawing/2014/main" id="{EF8022DB-38FA-4981-80AA-7A1F41B2303D}"/>
              </a:ext>
            </a:extLst>
          </p:cNvPr>
          <p:cNvSpPr>
            <a:spLocks noGrp="1"/>
          </p:cNvSpPr>
          <p:nvPr>
            <p:ph type="body" sz="quarter" idx="16" hasCustomPrompt="1"/>
          </p:nvPr>
        </p:nvSpPr>
        <p:spPr>
          <a:xfrm>
            <a:off x="7167433" y="4487077"/>
            <a:ext cx="4532442" cy="431800"/>
          </a:xfrm>
        </p:spPr>
        <p:txBody>
          <a:bodyPr/>
          <a:lstStyle>
            <a:lvl1pPr>
              <a:defRPr sz="2800">
                <a:solidFill>
                  <a:schemeClr val="accent5"/>
                </a:solidFill>
              </a:defRPr>
            </a:lvl1pPr>
            <a:lvl2pPr>
              <a:defRPr sz="2800"/>
            </a:lvl2pPr>
            <a:lvl3pPr>
              <a:defRPr sz="2800"/>
            </a:lvl3pPr>
            <a:lvl4pPr>
              <a:defRPr sz="2800"/>
            </a:lvl4pPr>
            <a:lvl5pPr>
              <a:defRPr sz="2800"/>
            </a:lvl5pPr>
          </a:lstStyle>
          <a:p>
            <a:pPr lvl="0"/>
            <a:r>
              <a:rPr lang="en-US" dirty="0"/>
              <a:t>Click to Edit</a:t>
            </a:r>
          </a:p>
        </p:txBody>
      </p:sp>
      <p:sp>
        <p:nvSpPr>
          <p:cNvPr id="24" name="Text Placeholder 19">
            <a:extLst>
              <a:ext uri="{FF2B5EF4-FFF2-40B4-BE49-F238E27FC236}">
                <a16:creationId xmlns:a16="http://schemas.microsoft.com/office/drawing/2014/main" id="{B6DC575F-9A95-44E0-9909-8EAD3FF0D8C6}"/>
              </a:ext>
            </a:extLst>
          </p:cNvPr>
          <p:cNvSpPr>
            <a:spLocks noGrp="1"/>
          </p:cNvSpPr>
          <p:nvPr>
            <p:ph type="body" sz="quarter" idx="17"/>
          </p:nvPr>
        </p:nvSpPr>
        <p:spPr>
          <a:xfrm>
            <a:off x="7167433" y="5058771"/>
            <a:ext cx="4532442" cy="752475"/>
          </a:xfrm>
        </p:spPr>
        <p:txBody>
          <a:bodyPr/>
          <a:lstStyle>
            <a:lvl1pPr>
              <a:defRPr sz="1600"/>
            </a:lvl1pPr>
            <a:lvl2pPr marL="273050" indent="0">
              <a:buNone/>
              <a:defRPr/>
            </a:lvl2pPr>
          </a:lstStyle>
          <a:p>
            <a:pPr lvl="0"/>
            <a:r>
              <a:rPr lang="en-GB"/>
              <a:t>Click to edit Master text styles</a:t>
            </a:r>
          </a:p>
        </p:txBody>
      </p:sp>
      <p:sp>
        <p:nvSpPr>
          <p:cNvPr id="35" name="page number">
            <a:extLst>
              <a:ext uri="{FF2B5EF4-FFF2-40B4-BE49-F238E27FC236}">
                <a16:creationId xmlns:a16="http://schemas.microsoft.com/office/drawing/2014/main" id="{ED191B88-6C9A-C2BD-3C36-38C61A1EADAE}"/>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fld id="{7A51DB15-7364-4F0B-A3A0-1309F8830053}" type="slidenum">
              <a:rPr kumimoji="0" lang="en-US" sz="800" b="0" i="0" u="none" strike="noStrike" kern="1200" cap="none" spc="0" normalizeH="0" baseline="0" noProof="0" smtClean="0">
                <a:ln>
                  <a:noFill/>
                </a:ln>
                <a:solidFill>
                  <a:srgbClr val="3F3F3F"/>
                </a:solidFill>
                <a:effectLst/>
                <a:uLnTx/>
                <a:uFillTx/>
                <a:latin typeface="Arial" panose="020B0604020202020204" pitchFamily="34" charset="0"/>
                <a:ea typeface="Arial" panose="020B0604020202020204" pitchFamily="34" charset="0"/>
              </a:rPr>
              <a:pPr marL="0" marR="0" lvl="0" indent="0" algn="r" defTabSz="914400" rtl="0" eaLnBrk="1" fontAlgn="auto" latinLnBrk="0" hangingPunct="1">
                <a:lnSpc>
                  <a:spcPct val="9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3F3F3F"/>
              </a:solidFill>
              <a:effectLst/>
              <a:uLnTx/>
              <a:uFillTx/>
              <a:latin typeface="Arial" panose="020B0604020202020204" pitchFamily="34" charset="0"/>
              <a:ea typeface="Arial" panose="020B0604020202020204" pitchFamily="34" charset="0"/>
            </a:endParaRPr>
          </a:p>
        </p:txBody>
      </p:sp>
      <p:sp>
        <p:nvSpPr>
          <p:cNvPr id="3" name="TextBox 2">
            <a:extLst>
              <a:ext uri="{FF2B5EF4-FFF2-40B4-BE49-F238E27FC236}">
                <a16:creationId xmlns:a16="http://schemas.microsoft.com/office/drawing/2014/main" id="{ABFEBF4A-E3D2-6BEC-564E-428949A12BCD}"/>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5" name="Graphic 8">
            <a:extLst>
              <a:ext uri="{FF2B5EF4-FFF2-40B4-BE49-F238E27FC236}">
                <a16:creationId xmlns:a16="http://schemas.microsoft.com/office/drawing/2014/main" id="{6BA86662-8169-AAF0-A3F0-CB5A0B312842}"/>
              </a:ext>
            </a:extLst>
          </p:cNvPr>
          <p:cNvGrpSpPr/>
          <p:nvPr userDrawn="1"/>
        </p:nvGrpSpPr>
        <p:grpSpPr>
          <a:xfrm>
            <a:off x="265625" y="6323271"/>
            <a:ext cx="1249223" cy="369648"/>
            <a:chOff x="265625" y="6323271"/>
            <a:chExt cx="1249223" cy="369648"/>
          </a:xfrm>
          <a:solidFill>
            <a:srgbClr val="000000"/>
          </a:solidFill>
        </p:grpSpPr>
        <p:grpSp>
          <p:nvGrpSpPr>
            <p:cNvPr id="6" name="Graphic 8">
              <a:extLst>
                <a:ext uri="{FF2B5EF4-FFF2-40B4-BE49-F238E27FC236}">
                  <a16:creationId xmlns:a16="http://schemas.microsoft.com/office/drawing/2014/main" id="{E2525186-F784-9B5A-A70E-3EA82CB899C8}"/>
                </a:ext>
              </a:extLst>
            </p:cNvPr>
            <p:cNvGrpSpPr/>
            <p:nvPr/>
          </p:nvGrpSpPr>
          <p:grpSpPr>
            <a:xfrm>
              <a:off x="745455" y="6594444"/>
              <a:ext cx="722662" cy="98475"/>
              <a:chOff x="745455" y="6594444"/>
              <a:chExt cx="722662" cy="98475"/>
            </a:xfrm>
            <a:solidFill>
              <a:srgbClr val="000000"/>
            </a:solidFill>
          </p:grpSpPr>
          <p:sp>
            <p:nvSpPr>
              <p:cNvPr id="25" name="Freeform 49">
                <a:extLst>
                  <a:ext uri="{FF2B5EF4-FFF2-40B4-BE49-F238E27FC236}">
                    <a16:creationId xmlns:a16="http://schemas.microsoft.com/office/drawing/2014/main" id="{A54E3871-3565-7B33-5957-068211F3749B}"/>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26" name="Freeform 50">
                <a:extLst>
                  <a:ext uri="{FF2B5EF4-FFF2-40B4-BE49-F238E27FC236}">
                    <a16:creationId xmlns:a16="http://schemas.microsoft.com/office/drawing/2014/main" id="{D4246DC1-3021-5AC0-AB95-7FCE49A522B4}"/>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27" name="Freeform 51">
                <a:extLst>
                  <a:ext uri="{FF2B5EF4-FFF2-40B4-BE49-F238E27FC236}">
                    <a16:creationId xmlns:a16="http://schemas.microsoft.com/office/drawing/2014/main" id="{51D7E616-C7EE-30EC-E082-73FB60DEE60B}"/>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8" name="Freeform 52">
                <a:extLst>
                  <a:ext uri="{FF2B5EF4-FFF2-40B4-BE49-F238E27FC236}">
                    <a16:creationId xmlns:a16="http://schemas.microsoft.com/office/drawing/2014/main" id="{BB968BD3-ADAA-5870-150F-B6A04933C575}"/>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9" name="Freeform 53">
                <a:extLst>
                  <a:ext uri="{FF2B5EF4-FFF2-40B4-BE49-F238E27FC236}">
                    <a16:creationId xmlns:a16="http://schemas.microsoft.com/office/drawing/2014/main" id="{B40FA98B-DCC3-3B07-8D19-133A3E63759F}"/>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30" name="Freeform 54">
                <a:extLst>
                  <a:ext uri="{FF2B5EF4-FFF2-40B4-BE49-F238E27FC236}">
                    <a16:creationId xmlns:a16="http://schemas.microsoft.com/office/drawing/2014/main" id="{03AF07CE-086F-4B96-726C-1A76872EAF3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31" name="Freeform 55">
                <a:extLst>
                  <a:ext uri="{FF2B5EF4-FFF2-40B4-BE49-F238E27FC236}">
                    <a16:creationId xmlns:a16="http://schemas.microsoft.com/office/drawing/2014/main" id="{432DEB24-1557-1C8C-D368-4EF690C3BB03}"/>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32" name="Freeform 56">
                <a:extLst>
                  <a:ext uri="{FF2B5EF4-FFF2-40B4-BE49-F238E27FC236}">
                    <a16:creationId xmlns:a16="http://schemas.microsoft.com/office/drawing/2014/main" id="{411AECA4-7145-94EE-6038-F58A7E516739}"/>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33" name="Freeform 57">
                <a:extLst>
                  <a:ext uri="{FF2B5EF4-FFF2-40B4-BE49-F238E27FC236}">
                    <a16:creationId xmlns:a16="http://schemas.microsoft.com/office/drawing/2014/main" id="{936296B4-3FD3-C785-87F7-560E5B2C2E29}"/>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34" name="Freeform 58">
                <a:extLst>
                  <a:ext uri="{FF2B5EF4-FFF2-40B4-BE49-F238E27FC236}">
                    <a16:creationId xmlns:a16="http://schemas.microsoft.com/office/drawing/2014/main" id="{24E5779D-8092-750B-5E6E-25172964BA99}"/>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7" name="Graphic 8">
              <a:extLst>
                <a:ext uri="{FF2B5EF4-FFF2-40B4-BE49-F238E27FC236}">
                  <a16:creationId xmlns:a16="http://schemas.microsoft.com/office/drawing/2014/main" id="{93369AB6-F65A-BD4A-097E-0132432D4CB5}"/>
                </a:ext>
              </a:extLst>
            </p:cNvPr>
            <p:cNvGrpSpPr/>
            <p:nvPr/>
          </p:nvGrpSpPr>
          <p:grpSpPr>
            <a:xfrm>
              <a:off x="265625" y="6323271"/>
              <a:ext cx="1249223" cy="190348"/>
              <a:chOff x="265625" y="6323271"/>
              <a:chExt cx="1249223" cy="190348"/>
            </a:xfrm>
            <a:solidFill>
              <a:srgbClr val="000000"/>
            </a:solidFill>
          </p:grpSpPr>
          <p:sp>
            <p:nvSpPr>
              <p:cNvPr id="8" name="Freeform 60">
                <a:extLst>
                  <a:ext uri="{FF2B5EF4-FFF2-40B4-BE49-F238E27FC236}">
                    <a16:creationId xmlns:a16="http://schemas.microsoft.com/office/drawing/2014/main" id="{1B7028E7-5607-C3FF-B707-EE81ACB4892E}"/>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9" name="Freeform 61">
                <a:extLst>
                  <a:ext uri="{FF2B5EF4-FFF2-40B4-BE49-F238E27FC236}">
                    <a16:creationId xmlns:a16="http://schemas.microsoft.com/office/drawing/2014/main" id="{12D107A8-DE85-ACF0-3C67-2F320844F2B1}"/>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4" name="Freeform 62">
                <a:extLst>
                  <a:ext uri="{FF2B5EF4-FFF2-40B4-BE49-F238E27FC236}">
                    <a16:creationId xmlns:a16="http://schemas.microsoft.com/office/drawing/2014/main" id="{8D453B72-6198-4D25-FD3D-28D293C9488B}"/>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5" name="Freeform 63">
                <a:extLst>
                  <a:ext uri="{FF2B5EF4-FFF2-40B4-BE49-F238E27FC236}">
                    <a16:creationId xmlns:a16="http://schemas.microsoft.com/office/drawing/2014/main" id="{BAFF6053-79AF-A1B5-16C0-20AFB064D7E0}"/>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6" name="Freeform 64">
                <a:extLst>
                  <a:ext uri="{FF2B5EF4-FFF2-40B4-BE49-F238E27FC236}">
                    <a16:creationId xmlns:a16="http://schemas.microsoft.com/office/drawing/2014/main" id="{5A1131A3-9C80-0343-D70F-C50686F9D592}"/>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7" name="Freeform 65">
                <a:extLst>
                  <a:ext uri="{FF2B5EF4-FFF2-40B4-BE49-F238E27FC236}">
                    <a16:creationId xmlns:a16="http://schemas.microsoft.com/office/drawing/2014/main" id="{46946097-27E4-D4A8-131D-759E4E4727F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9" name="Freeform 66">
                <a:extLst>
                  <a:ext uri="{FF2B5EF4-FFF2-40B4-BE49-F238E27FC236}">
                    <a16:creationId xmlns:a16="http://schemas.microsoft.com/office/drawing/2014/main" id="{A6F128C5-FDBB-0966-3231-F4977E609AF9}"/>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4" name="TextBox 3">
            <a:extLst>
              <a:ext uri="{FF2B5EF4-FFF2-40B4-BE49-F238E27FC236}">
                <a16:creationId xmlns:a16="http://schemas.microsoft.com/office/drawing/2014/main" id="{682E21C9-CB80-85B2-69A0-72D5904A2736}"/>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40117374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750"/>
                                        <p:tgtEl>
                                          <p:spTgt spid="13"/>
                                        </p:tgtEl>
                                      </p:cBhvr>
                                    </p:animEffect>
                                  </p:childTnLst>
                                </p:cTn>
                              </p:par>
                              <p:par>
                                <p:cTn id="8" presetID="6" presetClass="emph" presetSubtype="0" fill="hold" grpId="1" nodeType="withEffect">
                                  <p:stCondLst>
                                    <p:cond delay="0"/>
                                  </p:stCondLst>
                                  <p:childTnLst>
                                    <p:animScale>
                                      <p:cBhvr>
                                        <p:cTn id="9" dur="10" fill="hold"/>
                                        <p:tgtEl>
                                          <p:spTgt spid="13"/>
                                        </p:tgtEl>
                                      </p:cBhvr>
                                      <p:by x="1000" y="1000"/>
                                    </p:animScale>
                                  </p:childTnLst>
                                </p:cTn>
                              </p:par>
                              <p:par>
                                <p:cTn id="10" presetID="6" presetClass="emph" presetSubtype="0" accel="33333" decel="66667" fill="hold" grpId="2" nodeType="withEffect">
                                  <p:stCondLst>
                                    <p:cond delay="0"/>
                                  </p:stCondLst>
                                  <p:childTnLst>
                                    <p:animScale>
                                      <p:cBhvr>
                                        <p:cTn id="11" dur="750" fill="hold"/>
                                        <p:tgtEl>
                                          <p:spTgt spid="13"/>
                                        </p:tgtEl>
                                      </p:cBhvr>
                                      <p:by x="9999000" y="9999000"/>
                                    </p:animScale>
                                  </p:childTnLst>
                                </p:cTn>
                              </p:par>
                              <p:par>
                                <p:cTn id="12" presetID="10" presetClass="entr" presetSubtype="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750"/>
                                        <p:tgtEl>
                                          <p:spTgt spid="11"/>
                                        </p:tgtEl>
                                      </p:cBhvr>
                                    </p:animEffect>
                                  </p:childTnLst>
                                </p:cTn>
                              </p:par>
                              <p:par>
                                <p:cTn id="15" presetID="6" presetClass="emph" presetSubtype="0" fill="hold" grpId="1" nodeType="withEffect">
                                  <p:stCondLst>
                                    <p:cond delay="0"/>
                                  </p:stCondLst>
                                  <p:childTnLst>
                                    <p:animScale>
                                      <p:cBhvr>
                                        <p:cTn id="16" dur="10" fill="hold"/>
                                        <p:tgtEl>
                                          <p:spTgt spid="11"/>
                                        </p:tgtEl>
                                      </p:cBhvr>
                                      <p:by x="1000" y="1000"/>
                                    </p:animScale>
                                  </p:childTnLst>
                                </p:cTn>
                              </p:par>
                              <p:par>
                                <p:cTn id="17" presetID="6" presetClass="emph" presetSubtype="0" accel="33333" decel="66667" fill="hold" grpId="2" nodeType="withEffect">
                                  <p:stCondLst>
                                    <p:cond delay="0"/>
                                  </p:stCondLst>
                                  <p:childTnLst>
                                    <p:animScale>
                                      <p:cBhvr>
                                        <p:cTn id="18" dur="750" fill="hold"/>
                                        <p:tgtEl>
                                          <p:spTgt spid="11"/>
                                        </p:tgtEl>
                                      </p:cBhvr>
                                      <p:by x="9999000" y="9999000"/>
                                    </p:animScale>
                                  </p:childTnLst>
                                </p:cTn>
                              </p:par>
                              <p:par>
                                <p:cTn id="19" presetID="10"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750"/>
                                        <p:tgtEl>
                                          <p:spTgt spid="12"/>
                                        </p:tgtEl>
                                      </p:cBhvr>
                                    </p:animEffect>
                                  </p:childTnLst>
                                </p:cTn>
                              </p:par>
                              <p:par>
                                <p:cTn id="22" presetID="6" presetClass="emph" presetSubtype="0" fill="hold" grpId="1" nodeType="withEffect">
                                  <p:stCondLst>
                                    <p:cond delay="0"/>
                                  </p:stCondLst>
                                  <p:childTnLst>
                                    <p:animScale>
                                      <p:cBhvr>
                                        <p:cTn id="23" dur="10" fill="hold"/>
                                        <p:tgtEl>
                                          <p:spTgt spid="12"/>
                                        </p:tgtEl>
                                      </p:cBhvr>
                                      <p:by x="1000" y="1000"/>
                                    </p:animScale>
                                  </p:childTnLst>
                                </p:cTn>
                              </p:par>
                              <p:par>
                                <p:cTn id="24" presetID="6" presetClass="emph" presetSubtype="0" accel="33333" decel="66667" fill="hold" grpId="2" nodeType="withEffect">
                                  <p:stCondLst>
                                    <p:cond delay="0"/>
                                  </p:stCondLst>
                                  <p:childTnLst>
                                    <p:animScale>
                                      <p:cBhvr>
                                        <p:cTn id="25" dur="750" fill="hold"/>
                                        <p:tgtEl>
                                          <p:spTgt spid="12"/>
                                        </p:tgtEl>
                                      </p:cBhvr>
                                      <p:by x="9999000" y="9999000"/>
                                    </p:animScale>
                                  </p:childTnLst>
                                </p:cTn>
                              </p:par>
                            </p:childTnLst>
                          </p:cTn>
                        </p:par>
                      </p:childTnLst>
                    </p:cTn>
                  </p:par>
                  <p:par>
                    <p:cTn id="26" fill="hold">
                      <p:stCondLst>
                        <p:cond delay="indefinite"/>
                      </p:stCondLst>
                      <p:childTnLst>
                        <p:par>
                          <p:cTn id="27" fill="hold">
                            <p:stCondLst>
                              <p:cond delay="0"/>
                            </p:stCondLst>
                            <p:childTnLst>
                              <p:par>
                                <p:cTn id="28" presetID="2" presetClass="entr" presetSubtype="2" decel="20000" fill="hold" grpId="0" nodeType="clickEffect">
                                  <p:stCondLst>
                                    <p:cond delay="0"/>
                                  </p:stCondLst>
                                  <p:childTnLst>
                                    <p:set>
                                      <p:cBhvr>
                                        <p:cTn id="29" dur="1" fill="hold">
                                          <p:stCondLst>
                                            <p:cond delay="0"/>
                                          </p:stCondLst>
                                        </p:cTn>
                                        <p:tgtEl>
                                          <p:spTgt spid="21">
                                            <p:txEl>
                                              <p:pRg st="0" end="0"/>
                                            </p:txEl>
                                          </p:spTgt>
                                        </p:tgtEl>
                                        <p:attrNameLst>
                                          <p:attrName>style.visibility</p:attrName>
                                        </p:attrNameLst>
                                      </p:cBhvr>
                                      <p:to>
                                        <p:strVal val="visible"/>
                                      </p:to>
                                    </p:set>
                                    <p:anim calcmode="lin" valueType="num">
                                      <p:cBhvr additive="base">
                                        <p:cTn id="30" dur="500" fill="hold"/>
                                        <p:tgtEl>
                                          <p:spTgt spid="21">
                                            <p:txEl>
                                              <p:pRg st="0" end="0"/>
                                            </p:txEl>
                                          </p:spTgt>
                                        </p:tgtEl>
                                        <p:attrNameLst>
                                          <p:attrName>ppt_x</p:attrName>
                                        </p:attrNameLst>
                                      </p:cBhvr>
                                      <p:tavLst>
                                        <p:tav tm="0">
                                          <p:val>
                                            <p:strVal val="1+#ppt_w/2"/>
                                          </p:val>
                                        </p:tav>
                                        <p:tav tm="100000">
                                          <p:val>
                                            <p:strVal val="#ppt_x"/>
                                          </p:val>
                                        </p:tav>
                                      </p:tavLst>
                                    </p:anim>
                                    <p:anim calcmode="lin" valueType="num">
                                      <p:cBhvr additive="base">
                                        <p:cTn id="31" dur="500" fill="hold"/>
                                        <p:tgtEl>
                                          <p:spTgt spid="21">
                                            <p:txEl>
                                              <p:pRg st="0" end="0"/>
                                            </p:txEl>
                                          </p:spTgt>
                                        </p:tgtEl>
                                        <p:attrNameLst>
                                          <p:attrName>ppt_y</p:attrName>
                                        </p:attrNameLst>
                                      </p:cBhvr>
                                      <p:tavLst>
                                        <p:tav tm="0">
                                          <p:val>
                                            <p:strVal val="#ppt_y"/>
                                          </p:val>
                                        </p:tav>
                                        <p:tav tm="100000">
                                          <p:val>
                                            <p:strVal val="#ppt_y"/>
                                          </p:val>
                                        </p:tav>
                                      </p:tavLst>
                                    </p:anim>
                                  </p:childTnLst>
                                </p:cTn>
                              </p:par>
                              <p:par>
                                <p:cTn id="32" presetID="2" presetClass="entr" presetSubtype="2" decel="20000" fill="hold" grpId="0" nodeType="withEffect">
                                  <p:stCondLst>
                                    <p:cond delay="0"/>
                                  </p:stCondLst>
                                  <p:childTnLst>
                                    <p:set>
                                      <p:cBhvr>
                                        <p:cTn id="33" dur="1" fill="hold">
                                          <p:stCondLst>
                                            <p:cond delay="0"/>
                                          </p:stCondLst>
                                        </p:cTn>
                                        <p:tgtEl>
                                          <p:spTgt spid="22">
                                            <p:txEl>
                                              <p:pRg st="0" end="0"/>
                                            </p:txEl>
                                          </p:spTgt>
                                        </p:tgtEl>
                                        <p:attrNameLst>
                                          <p:attrName>style.visibility</p:attrName>
                                        </p:attrNameLst>
                                      </p:cBhvr>
                                      <p:to>
                                        <p:strVal val="visible"/>
                                      </p:to>
                                    </p:set>
                                    <p:anim calcmode="lin" valueType="num">
                                      <p:cBhvr additive="base">
                                        <p:cTn id="34" dur="500" fill="hold"/>
                                        <p:tgtEl>
                                          <p:spTgt spid="22">
                                            <p:txEl>
                                              <p:pRg st="0" end="0"/>
                                            </p:txEl>
                                          </p:spTgt>
                                        </p:tgtEl>
                                        <p:attrNameLst>
                                          <p:attrName>ppt_x</p:attrName>
                                        </p:attrNameLst>
                                      </p:cBhvr>
                                      <p:tavLst>
                                        <p:tav tm="0">
                                          <p:val>
                                            <p:strVal val="1+#ppt_w/2"/>
                                          </p:val>
                                        </p:tav>
                                        <p:tav tm="100000">
                                          <p:val>
                                            <p:strVal val="#ppt_x"/>
                                          </p:val>
                                        </p:tav>
                                      </p:tavLst>
                                    </p:anim>
                                    <p:anim calcmode="lin" valueType="num">
                                      <p:cBhvr additive="base">
                                        <p:cTn id="35"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2" decel="20000" fill="hold" grpId="0" nodeType="clickEffect">
                                  <p:stCondLst>
                                    <p:cond delay="0"/>
                                  </p:stCondLst>
                                  <p:childTnLst>
                                    <p:set>
                                      <p:cBhvr>
                                        <p:cTn id="39" dur="1" fill="hold">
                                          <p:stCondLst>
                                            <p:cond delay="0"/>
                                          </p:stCondLst>
                                        </p:cTn>
                                        <p:tgtEl>
                                          <p:spTgt spid="18">
                                            <p:txEl>
                                              <p:pRg st="0" end="0"/>
                                            </p:txEl>
                                          </p:spTgt>
                                        </p:tgtEl>
                                        <p:attrNameLst>
                                          <p:attrName>style.visibility</p:attrName>
                                        </p:attrNameLst>
                                      </p:cBhvr>
                                      <p:to>
                                        <p:strVal val="visible"/>
                                      </p:to>
                                    </p:set>
                                    <p:anim calcmode="lin" valueType="num">
                                      <p:cBhvr additive="base">
                                        <p:cTn id="40"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41" dur="500" fill="hold"/>
                                        <p:tgtEl>
                                          <p:spTgt spid="18">
                                            <p:txEl>
                                              <p:pRg st="0" end="0"/>
                                            </p:txEl>
                                          </p:spTgt>
                                        </p:tgtEl>
                                        <p:attrNameLst>
                                          <p:attrName>ppt_y</p:attrName>
                                        </p:attrNameLst>
                                      </p:cBhvr>
                                      <p:tavLst>
                                        <p:tav tm="0">
                                          <p:val>
                                            <p:strVal val="#ppt_y"/>
                                          </p:val>
                                        </p:tav>
                                        <p:tav tm="100000">
                                          <p:val>
                                            <p:strVal val="#ppt_y"/>
                                          </p:val>
                                        </p:tav>
                                      </p:tavLst>
                                    </p:anim>
                                  </p:childTnLst>
                                </p:cTn>
                              </p:par>
                              <p:par>
                                <p:cTn id="42" presetID="2" presetClass="entr" presetSubtype="2" decel="20000" fill="hold" grpId="0" nodeType="withEffect">
                                  <p:stCondLst>
                                    <p:cond delay="0"/>
                                  </p:stCondLst>
                                  <p:childTnLst>
                                    <p:set>
                                      <p:cBhvr>
                                        <p:cTn id="43" dur="1" fill="hold">
                                          <p:stCondLst>
                                            <p:cond delay="0"/>
                                          </p:stCondLst>
                                        </p:cTn>
                                        <p:tgtEl>
                                          <p:spTgt spid="20">
                                            <p:txEl>
                                              <p:pRg st="0" end="0"/>
                                            </p:txEl>
                                          </p:spTgt>
                                        </p:tgtEl>
                                        <p:attrNameLst>
                                          <p:attrName>style.visibility</p:attrName>
                                        </p:attrNameLst>
                                      </p:cBhvr>
                                      <p:to>
                                        <p:strVal val="visible"/>
                                      </p:to>
                                    </p:set>
                                    <p:anim calcmode="lin" valueType="num">
                                      <p:cBhvr additive="base">
                                        <p:cTn id="44" dur="5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5"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2" presetClass="entr" presetSubtype="2" decel="20000" fill="hold" grpId="0" nodeType="clickEffect">
                                  <p:stCondLst>
                                    <p:cond delay="0"/>
                                  </p:stCondLst>
                                  <p:childTnLst>
                                    <p:set>
                                      <p:cBhvr>
                                        <p:cTn id="49" dur="1" fill="hold">
                                          <p:stCondLst>
                                            <p:cond delay="0"/>
                                          </p:stCondLst>
                                        </p:cTn>
                                        <p:tgtEl>
                                          <p:spTgt spid="23">
                                            <p:txEl>
                                              <p:pRg st="0" end="0"/>
                                            </p:txEl>
                                          </p:spTgt>
                                        </p:tgtEl>
                                        <p:attrNameLst>
                                          <p:attrName>style.visibility</p:attrName>
                                        </p:attrNameLst>
                                      </p:cBhvr>
                                      <p:to>
                                        <p:strVal val="visible"/>
                                      </p:to>
                                    </p:set>
                                    <p:anim calcmode="lin" valueType="num">
                                      <p:cBhvr additive="base">
                                        <p:cTn id="50"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51" dur="500" fill="hold"/>
                                        <p:tgtEl>
                                          <p:spTgt spid="23">
                                            <p:txEl>
                                              <p:pRg st="0" end="0"/>
                                            </p:txEl>
                                          </p:spTgt>
                                        </p:tgtEl>
                                        <p:attrNameLst>
                                          <p:attrName>ppt_y</p:attrName>
                                        </p:attrNameLst>
                                      </p:cBhvr>
                                      <p:tavLst>
                                        <p:tav tm="0">
                                          <p:val>
                                            <p:strVal val="#ppt_y"/>
                                          </p:val>
                                        </p:tav>
                                        <p:tav tm="100000">
                                          <p:val>
                                            <p:strVal val="#ppt_y"/>
                                          </p:val>
                                        </p:tav>
                                      </p:tavLst>
                                    </p:anim>
                                  </p:childTnLst>
                                </p:cTn>
                              </p:par>
                              <p:par>
                                <p:cTn id="52" presetID="2" presetClass="entr" presetSubtype="2" decel="20000" fill="hold" grpId="0" nodeType="withEffect">
                                  <p:stCondLst>
                                    <p:cond delay="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500" fill="hold"/>
                                        <p:tgtEl>
                                          <p:spTgt spid="24">
                                            <p:txEl>
                                              <p:pRg st="0" end="0"/>
                                            </p:txEl>
                                          </p:spTgt>
                                        </p:tgtEl>
                                        <p:attrNameLst>
                                          <p:attrName>ppt_x</p:attrName>
                                        </p:attrNameLst>
                                      </p:cBhvr>
                                      <p:tavLst>
                                        <p:tav tm="0">
                                          <p:val>
                                            <p:strVal val="1+#ppt_w/2"/>
                                          </p:val>
                                        </p:tav>
                                        <p:tav tm="100000">
                                          <p:val>
                                            <p:strVal val="#ppt_x"/>
                                          </p:val>
                                        </p:tav>
                                      </p:tavLst>
                                    </p:anim>
                                    <p:anim calcmode="lin" valueType="num">
                                      <p:cBhvr additive="base">
                                        <p:cTn id="55"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1" grpId="2" animBg="1"/>
      <p:bldP spid="12" grpId="0" animBg="1"/>
      <p:bldP spid="12" grpId="1" animBg="1"/>
      <p:bldP spid="12" grpId="2" animBg="1"/>
      <p:bldP spid="13" grpId="0" animBg="1"/>
      <p:bldP spid="13" grpId="1" animBg="1"/>
      <p:bldP spid="13" grpId="2" animBg="1"/>
      <p:bldP spid="18" grpId="0" build="p">
        <p:tmplLst>
          <p:tmpl lvl="1">
            <p:tnLst>
              <p:par>
                <p:cTn presetID="2" presetClass="entr" presetSubtype="2" decel="20000" fill="hold" nodeType="click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P spid="20" grpId="0" build="p">
        <p:tmplLst>
          <p:tmpl lvl="1">
            <p:tnLst>
              <p:par>
                <p:cTn presetID="2" presetClass="entr" presetSubtype="2" decel="2000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1+#ppt_w/2"/>
                          </p:val>
                        </p:tav>
                        <p:tav tm="100000">
                          <p:val>
                            <p:strVal val="#ppt_x"/>
                          </p:val>
                        </p:tav>
                      </p:tavLst>
                    </p:anim>
                    <p:anim calcmode="lin" valueType="num">
                      <p:cBhvr additive="base">
                        <p:cTn dur="500" fill="hold"/>
                        <p:tgtEl>
                          <p:spTgt spid="20"/>
                        </p:tgtEl>
                        <p:attrNameLst>
                          <p:attrName>ppt_y</p:attrName>
                        </p:attrNameLst>
                      </p:cBhvr>
                      <p:tavLst>
                        <p:tav tm="0">
                          <p:val>
                            <p:strVal val="#ppt_y"/>
                          </p:val>
                        </p:tav>
                        <p:tav tm="100000">
                          <p:val>
                            <p:strVal val="#ppt_y"/>
                          </p:val>
                        </p:tav>
                      </p:tavLst>
                    </p:anim>
                  </p:childTnLst>
                </p:cTn>
              </p:par>
            </p:tnLst>
          </p:tmpl>
        </p:tmplLst>
      </p:bldP>
      <p:bldP spid="21" grpId="0" build="p">
        <p:tmplLst>
          <p:tmpl lvl="1">
            <p:tnLst>
              <p:par>
                <p:cTn presetID="2" presetClass="entr" presetSubtype="2" decel="20000" fill="hold" nodeType="click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1+#ppt_w/2"/>
                          </p:val>
                        </p:tav>
                        <p:tav tm="100000">
                          <p:val>
                            <p:strVal val="#ppt_x"/>
                          </p:val>
                        </p:tav>
                      </p:tavLst>
                    </p:anim>
                    <p:anim calcmode="lin" valueType="num">
                      <p:cBhvr additive="base">
                        <p:cTn dur="500" fill="hold"/>
                        <p:tgtEl>
                          <p:spTgt spid="21"/>
                        </p:tgtEl>
                        <p:attrNameLst>
                          <p:attrName>ppt_y</p:attrName>
                        </p:attrNameLst>
                      </p:cBhvr>
                      <p:tavLst>
                        <p:tav tm="0">
                          <p:val>
                            <p:strVal val="#ppt_y"/>
                          </p:val>
                        </p:tav>
                        <p:tav tm="100000">
                          <p:val>
                            <p:strVal val="#ppt_y"/>
                          </p:val>
                        </p:tav>
                      </p:tavLst>
                    </p:anim>
                  </p:childTnLst>
                </p:cTn>
              </p:par>
            </p:tnLst>
          </p:tmpl>
        </p:tmplLst>
      </p:bldP>
      <p:bldP spid="22" grpId="0" build="p">
        <p:tmplLst>
          <p:tmpl lvl="1">
            <p:tnLst>
              <p:par>
                <p:cTn presetID="2" presetClass="entr" presetSubtype="2" decel="2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1+#ppt_w/2"/>
                          </p:val>
                        </p:tav>
                        <p:tav tm="100000">
                          <p:val>
                            <p:strVal val="#ppt_x"/>
                          </p:val>
                        </p:tav>
                      </p:tavLst>
                    </p:anim>
                    <p:anim calcmode="lin" valueType="num">
                      <p:cBhvr additive="base">
                        <p:cTn dur="500" fill="hold"/>
                        <p:tgtEl>
                          <p:spTgt spid="22"/>
                        </p:tgtEl>
                        <p:attrNameLst>
                          <p:attrName>ppt_y</p:attrName>
                        </p:attrNameLst>
                      </p:cBhvr>
                      <p:tavLst>
                        <p:tav tm="0">
                          <p:val>
                            <p:strVal val="#ppt_y"/>
                          </p:val>
                        </p:tav>
                        <p:tav tm="100000">
                          <p:val>
                            <p:strVal val="#ppt_y"/>
                          </p:val>
                        </p:tav>
                      </p:tavLst>
                    </p:anim>
                  </p:childTnLst>
                </p:cTn>
              </p:par>
            </p:tnLst>
          </p:tmpl>
        </p:tmplLst>
      </p:bldP>
      <p:bldP spid="23" grpId="0" build="p">
        <p:tmplLst>
          <p:tmpl lvl="1">
            <p:tnLst>
              <p:par>
                <p:cTn presetID="2" presetClass="entr" presetSubtype="2" decel="20000" fill="hold" nodeType="click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1+#ppt_w/2"/>
                          </p:val>
                        </p:tav>
                        <p:tav tm="100000">
                          <p:val>
                            <p:strVal val="#ppt_x"/>
                          </p:val>
                        </p:tav>
                      </p:tavLst>
                    </p:anim>
                    <p:anim calcmode="lin" valueType="num">
                      <p:cBhvr additive="base">
                        <p:cTn dur="500" fill="hold"/>
                        <p:tgtEl>
                          <p:spTgt spid="23"/>
                        </p:tgtEl>
                        <p:attrNameLst>
                          <p:attrName>ppt_y</p:attrName>
                        </p:attrNameLst>
                      </p:cBhvr>
                      <p:tavLst>
                        <p:tav tm="0">
                          <p:val>
                            <p:strVal val="#ppt_y"/>
                          </p:val>
                        </p:tav>
                        <p:tav tm="100000">
                          <p:val>
                            <p:strVal val="#ppt_y"/>
                          </p:val>
                        </p:tav>
                      </p:tavLst>
                    </p:anim>
                  </p:childTnLst>
                </p:cTn>
              </p:par>
            </p:tnLst>
          </p:tmpl>
        </p:tmplLst>
      </p:bldP>
      <p:bldP spid="24" grpId="0" build="p">
        <p:tmplLst>
          <p:tmpl lvl="1">
            <p:tnLst>
              <p:par>
                <p:cTn presetID="2" presetClass="entr" presetSubtype="2" decel="2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1+#ppt_w/2"/>
                          </p:val>
                        </p:tav>
                        <p:tav tm="100000">
                          <p:val>
                            <p:strVal val="#ppt_x"/>
                          </p:val>
                        </p:tav>
                      </p:tavLst>
                    </p:anim>
                    <p:anim calcmode="lin" valueType="num">
                      <p:cBhvr additive="base">
                        <p:cTn dur="500" fill="hold"/>
                        <p:tgtEl>
                          <p:spTgt spid="2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Three Icon - Horizontal - Teal 2">
    <p:spTree>
      <p:nvGrpSpPr>
        <p:cNvPr id="1" name=""/>
        <p:cNvGrpSpPr/>
        <p:nvPr/>
      </p:nvGrpSpPr>
      <p:grpSpPr>
        <a:xfrm>
          <a:off x="0" y="0"/>
          <a:ext cx="0" cy="0"/>
          <a:chOff x="0" y="0"/>
          <a:chExt cx="0" cy="0"/>
        </a:xfrm>
      </p:grpSpPr>
      <p:sp>
        <p:nvSpPr>
          <p:cNvPr id="10" name="BKG Rectangle">
            <a:extLst>
              <a:ext uri="{FF2B5EF4-FFF2-40B4-BE49-F238E27FC236}">
                <a16:creationId xmlns:a16="http://schemas.microsoft.com/office/drawing/2014/main" id="{EEE2E3E4-09C5-48F7-AA0C-61C0C3FD24C2}"/>
              </a:ext>
              <a:ext uri="{C183D7F6-B498-43B3-948B-1728B52AA6E4}">
                <adec:decorative xmlns:adec="http://schemas.microsoft.com/office/drawing/2017/decorative" val="1"/>
              </a:ext>
            </a:extLst>
          </p:cNvPr>
          <p:cNvSpPr/>
          <p:nvPr userDrawn="1"/>
        </p:nvSpPr>
        <p:spPr>
          <a:xfrm>
            <a:off x="-4" y="0"/>
            <a:ext cx="6094413" cy="6858000"/>
          </a:xfrm>
          <a:prstGeom prst="rect">
            <a:avLst/>
          </a:prstGeom>
          <a:solidFill>
            <a:schemeClr val="accent2">
              <a:lumMod val="75000"/>
              <a:alpha val="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 name="Title 1">
            <a:extLst>
              <a:ext uri="{FF2B5EF4-FFF2-40B4-BE49-F238E27FC236}">
                <a16:creationId xmlns:a16="http://schemas.microsoft.com/office/drawing/2014/main" id="{30A5567E-F548-4720-B611-7850ADCA900C}"/>
              </a:ext>
            </a:extLst>
          </p:cNvPr>
          <p:cNvSpPr>
            <a:spLocks noGrp="1"/>
          </p:cNvSpPr>
          <p:nvPr>
            <p:ph type="title"/>
          </p:nvPr>
        </p:nvSpPr>
        <p:spPr>
          <a:xfrm>
            <a:off x="667444" y="2376306"/>
            <a:ext cx="3630903" cy="2105388"/>
          </a:xfrm>
        </p:spPr>
        <p:txBody>
          <a:bodyPr wrap="square" anchor="ctr"/>
          <a:lstStyle>
            <a:lvl1pPr>
              <a:defRPr sz="3600">
                <a:solidFill>
                  <a:schemeClr val="accent2">
                    <a:lumMod val="75000"/>
                  </a:schemeClr>
                </a:solidFill>
              </a:defRPr>
            </a:lvl1pPr>
          </a:lstStyle>
          <a:p>
            <a:r>
              <a:rPr lang="en-GB" dirty="0"/>
              <a:t>Click to edit Master title style</a:t>
            </a:r>
            <a:endParaRPr lang="en-US" dirty="0"/>
          </a:p>
        </p:txBody>
      </p:sp>
      <p:sp>
        <p:nvSpPr>
          <p:cNvPr id="11" name="!! Oval Top">
            <a:extLst>
              <a:ext uri="{FF2B5EF4-FFF2-40B4-BE49-F238E27FC236}">
                <a16:creationId xmlns:a16="http://schemas.microsoft.com/office/drawing/2014/main" id="{B95A82A4-D00E-4BAE-97E0-52FA7B87C0D9}"/>
              </a:ext>
              <a:ext uri="{C183D7F6-B498-43B3-948B-1728B52AA6E4}">
                <adec:decorative xmlns:adec="http://schemas.microsoft.com/office/drawing/2017/decorative" val="1"/>
              </a:ext>
            </a:extLst>
          </p:cNvPr>
          <p:cNvSpPr/>
          <p:nvPr userDrawn="1"/>
        </p:nvSpPr>
        <p:spPr>
          <a:xfrm>
            <a:off x="5432325" y="2719433"/>
            <a:ext cx="1324173" cy="1324169"/>
          </a:xfrm>
          <a:prstGeom prst="ellipse">
            <a:avLst/>
          </a:prstGeom>
          <a:solidFill>
            <a:schemeClr val="bg1"/>
          </a:solidFill>
          <a:ln w="25400" cap="flat" cmpd="sng" algn="ctr">
            <a:solidFill>
              <a:schemeClr val="accent2"/>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2" name="!! Oval Top">
            <a:extLst>
              <a:ext uri="{FF2B5EF4-FFF2-40B4-BE49-F238E27FC236}">
                <a16:creationId xmlns:a16="http://schemas.microsoft.com/office/drawing/2014/main" id="{332FAD7F-A532-4557-9487-947B2391D066}"/>
              </a:ext>
              <a:ext uri="{C183D7F6-B498-43B3-948B-1728B52AA6E4}">
                <adec:decorative xmlns:adec="http://schemas.microsoft.com/office/drawing/2017/decorative" val="1"/>
              </a:ext>
            </a:extLst>
          </p:cNvPr>
          <p:cNvSpPr/>
          <p:nvPr userDrawn="1"/>
        </p:nvSpPr>
        <p:spPr>
          <a:xfrm>
            <a:off x="5432324" y="4481694"/>
            <a:ext cx="1324173" cy="1324169"/>
          </a:xfrm>
          <a:prstGeom prst="ellipse">
            <a:avLst/>
          </a:prstGeom>
          <a:solidFill>
            <a:schemeClr val="bg1"/>
          </a:solidFill>
          <a:ln w="25400" cap="flat" cmpd="sng" algn="ctr">
            <a:solidFill>
              <a:schemeClr val="accent2"/>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3" name="!! Oval Top">
            <a:extLst>
              <a:ext uri="{FF2B5EF4-FFF2-40B4-BE49-F238E27FC236}">
                <a16:creationId xmlns:a16="http://schemas.microsoft.com/office/drawing/2014/main" id="{5095E217-E63E-4FE6-9C8D-FB447A5BD47D}"/>
              </a:ext>
              <a:ext uri="{C183D7F6-B498-43B3-948B-1728B52AA6E4}">
                <adec:decorative xmlns:adec="http://schemas.microsoft.com/office/drawing/2017/decorative" val="1"/>
              </a:ext>
            </a:extLst>
          </p:cNvPr>
          <p:cNvSpPr/>
          <p:nvPr userDrawn="1"/>
        </p:nvSpPr>
        <p:spPr>
          <a:xfrm>
            <a:off x="5432323" y="957172"/>
            <a:ext cx="1324173" cy="1324169"/>
          </a:xfrm>
          <a:prstGeom prst="ellipse">
            <a:avLst/>
          </a:prstGeom>
          <a:solidFill>
            <a:schemeClr val="bg1"/>
          </a:solidFill>
          <a:ln w="25400" cap="flat" cmpd="sng" algn="ctr">
            <a:solidFill>
              <a:schemeClr val="accent2"/>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8" name="Text Placeholder 17">
            <a:extLst>
              <a:ext uri="{FF2B5EF4-FFF2-40B4-BE49-F238E27FC236}">
                <a16:creationId xmlns:a16="http://schemas.microsoft.com/office/drawing/2014/main" id="{A8557501-25C3-4809-A7FA-8635CEF681FE}"/>
              </a:ext>
            </a:extLst>
          </p:cNvPr>
          <p:cNvSpPr>
            <a:spLocks noGrp="1"/>
          </p:cNvSpPr>
          <p:nvPr>
            <p:ph type="body" sz="quarter" idx="12" hasCustomPrompt="1"/>
          </p:nvPr>
        </p:nvSpPr>
        <p:spPr>
          <a:xfrm>
            <a:off x="7167433" y="2719433"/>
            <a:ext cx="4532442" cy="431800"/>
          </a:xfrm>
        </p:spPr>
        <p:txBody>
          <a:bodyPr/>
          <a:lstStyle>
            <a:lvl1pPr>
              <a:defRPr sz="2800">
                <a:solidFill>
                  <a:schemeClr val="accent2"/>
                </a:solidFill>
              </a:defRPr>
            </a:lvl1pPr>
            <a:lvl2pPr>
              <a:defRPr sz="2800"/>
            </a:lvl2pPr>
            <a:lvl3pPr>
              <a:defRPr sz="2800"/>
            </a:lvl3pPr>
            <a:lvl4pPr>
              <a:defRPr sz="2800"/>
            </a:lvl4pPr>
            <a:lvl5pPr>
              <a:defRPr sz="2800"/>
            </a:lvl5pPr>
          </a:lstStyle>
          <a:p>
            <a:pPr lvl="0"/>
            <a:r>
              <a:rPr lang="en-US" dirty="0"/>
              <a:t>Click to Edit</a:t>
            </a:r>
          </a:p>
        </p:txBody>
      </p:sp>
      <p:sp>
        <p:nvSpPr>
          <p:cNvPr id="20" name="Text Placeholder 19">
            <a:extLst>
              <a:ext uri="{FF2B5EF4-FFF2-40B4-BE49-F238E27FC236}">
                <a16:creationId xmlns:a16="http://schemas.microsoft.com/office/drawing/2014/main" id="{2A7333B4-78E3-4DDB-AF65-D0BD9DDB0B13}"/>
              </a:ext>
            </a:extLst>
          </p:cNvPr>
          <p:cNvSpPr>
            <a:spLocks noGrp="1"/>
          </p:cNvSpPr>
          <p:nvPr>
            <p:ph type="body" sz="quarter" idx="13"/>
          </p:nvPr>
        </p:nvSpPr>
        <p:spPr>
          <a:xfrm>
            <a:off x="7167433" y="3291127"/>
            <a:ext cx="4532442" cy="752475"/>
          </a:xfrm>
        </p:spPr>
        <p:txBody>
          <a:bodyPr/>
          <a:lstStyle>
            <a:lvl1pPr>
              <a:defRPr sz="1600"/>
            </a:lvl1pPr>
            <a:lvl2pPr marL="273050" indent="0">
              <a:buNone/>
              <a:defRPr/>
            </a:lvl2pPr>
          </a:lstStyle>
          <a:p>
            <a:pPr lvl="0"/>
            <a:r>
              <a:rPr lang="en-GB"/>
              <a:t>Click to edit Master text styles</a:t>
            </a:r>
          </a:p>
        </p:txBody>
      </p:sp>
      <p:sp>
        <p:nvSpPr>
          <p:cNvPr id="21" name="Text Placeholder 17">
            <a:extLst>
              <a:ext uri="{FF2B5EF4-FFF2-40B4-BE49-F238E27FC236}">
                <a16:creationId xmlns:a16="http://schemas.microsoft.com/office/drawing/2014/main" id="{3A04C10E-4C0A-4F1C-AF4B-9368D6EEE1D5}"/>
              </a:ext>
            </a:extLst>
          </p:cNvPr>
          <p:cNvSpPr>
            <a:spLocks noGrp="1"/>
          </p:cNvSpPr>
          <p:nvPr>
            <p:ph type="body" sz="quarter" idx="14" hasCustomPrompt="1"/>
          </p:nvPr>
        </p:nvSpPr>
        <p:spPr>
          <a:xfrm>
            <a:off x="7167433" y="962235"/>
            <a:ext cx="4532442" cy="431800"/>
          </a:xfrm>
        </p:spPr>
        <p:txBody>
          <a:bodyPr/>
          <a:lstStyle>
            <a:lvl1pPr>
              <a:defRPr sz="2800">
                <a:solidFill>
                  <a:schemeClr val="accent2"/>
                </a:solidFill>
              </a:defRPr>
            </a:lvl1pPr>
            <a:lvl2pPr>
              <a:defRPr sz="2800"/>
            </a:lvl2pPr>
            <a:lvl3pPr>
              <a:defRPr sz="2800"/>
            </a:lvl3pPr>
            <a:lvl4pPr>
              <a:defRPr sz="2800"/>
            </a:lvl4pPr>
            <a:lvl5pPr>
              <a:defRPr sz="2800"/>
            </a:lvl5pPr>
          </a:lstStyle>
          <a:p>
            <a:pPr lvl="0"/>
            <a:r>
              <a:rPr lang="en-US" dirty="0"/>
              <a:t>Click to Edit</a:t>
            </a:r>
          </a:p>
        </p:txBody>
      </p:sp>
      <p:sp>
        <p:nvSpPr>
          <p:cNvPr id="22" name="Text Placeholder 19">
            <a:extLst>
              <a:ext uri="{FF2B5EF4-FFF2-40B4-BE49-F238E27FC236}">
                <a16:creationId xmlns:a16="http://schemas.microsoft.com/office/drawing/2014/main" id="{DCD08270-3B84-4C0F-9D4B-B8C9B4451C98}"/>
              </a:ext>
            </a:extLst>
          </p:cNvPr>
          <p:cNvSpPr>
            <a:spLocks noGrp="1"/>
          </p:cNvSpPr>
          <p:nvPr>
            <p:ph type="body" sz="quarter" idx="15"/>
          </p:nvPr>
        </p:nvSpPr>
        <p:spPr>
          <a:xfrm>
            <a:off x="7167433" y="1533929"/>
            <a:ext cx="4532442" cy="752475"/>
          </a:xfrm>
        </p:spPr>
        <p:txBody>
          <a:bodyPr/>
          <a:lstStyle>
            <a:lvl1pPr>
              <a:defRPr sz="1600"/>
            </a:lvl1pPr>
            <a:lvl2pPr marL="273050" indent="0">
              <a:buNone/>
              <a:defRPr/>
            </a:lvl2pPr>
          </a:lstStyle>
          <a:p>
            <a:pPr lvl="0"/>
            <a:r>
              <a:rPr lang="en-GB"/>
              <a:t>Click to edit Master text styles</a:t>
            </a:r>
          </a:p>
        </p:txBody>
      </p:sp>
      <p:sp>
        <p:nvSpPr>
          <p:cNvPr id="23" name="Text Placeholder 17">
            <a:extLst>
              <a:ext uri="{FF2B5EF4-FFF2-40B4-BE49-F238E27FC236}">
                <a16:creationId xmlns:a16="http://schemas.microsoft.com/office/drawing/2014/main" id="{EF8022DB-38FA-4981-80AA-7A1F41B2303D}"/>
              </a:ext>
            </a:extLst>
          </p:cNvPr>
          <p:cNvSpPr>
            <a:spLocks noGrp="1"/>
          </p:cNvSpPr>
          <p:nvPr>
            <p:ph type="body" sz="quarter" idx="16" hasCustomPrompt="1"/>
          </p:nvPr>
        </p:nvSpPr>
        <p:spPr>
          <a:xfrm>
            <a:off x="7167433" y="4487077"/>
            <a:ext cx="4532442" cy="431800"/>
          </a:xfrm>
        </p:spPr>
        <p:txBody>
          <a:bodyPr/>
          <a:lstStyle>
            <a:lvl1pPr>
              <a:defRPr sz="2800">
                <a:solidFill>
                  <a:schemeClr val="accent2"/>
                </a:solidFill>
              </a:defRPr>
            </a:lvl1pPr>
            <a:lvl2pPr>
              <a:defRPr sz="2800"/>
            </a:lvl2pPr>
            <a:lvl3pPr>
              <a:defRPr sz="2800"/>
            </a:lvl3pPr>
            <a:lvl4pPr>
              <a:defRPr sz="2800"/>
            </a:lvl4pPr>
            <a:lvl5pPr>
              <a:defRPr sz="2800"/>
            </a:lvl5pPr>
          </a:lstStyle>
          <a:p>
            <a:pPr lvl="0"/>
            <a:r>
              <a:rPr lang="en-US" dirty="0"/>
              <a:t>Click to Edit</a:t>
            </a:r>
          </a:p>
        </p:txBody>
      </p:sp>
      <p:sp>
        <p:nvSpPr>
          <p:cNvPr id="24" name="Text Placeholder 19">
            <a:extLst>
              <a:ext uri="{FF2B5EF4-FFF2-40B4-BE49-F238E27FC236}">
                <a16:creationId xmlns:a16="http://schemas.microsoft.com/office/drawing/2014/main" id="{B6DC575F-9A95-44E0-9909-8EAD3FF0D8C6}"/>
              </a:ext>
            </a:extLst>
          </p:cNvPr>
          <p:cNvSpPr>
            <a:spLocks noGrp="1"/>
          </p:cNvSpPr>
          <p:nvPr>
            <p:ph type="body" sz="quarter" idx="17"/>
          </p:nvPr>
        </p:nvSpPr>
        <p:spPr>
          <a:xfrm>
            <a:off x="7167433" y="5058771"/>
            <a:ext cx="4532442" cy="752475"/>
          </a:xfrm>
        </p:spPr>
        <p:txBody>
          <a:bodyPr/>
          <a:lstStyle>
            <a:lvl1pPr>
              <a:defRPr sz="1600"/>
            </a:lvl1pPr>
            <a:lvl2pPr marL="273050" indent="0">
              <a:buNone/>
              <a:defRPr/>
            </a:lvl2pPr>
          </a:lstStyle>
          <a:p>
            <a:pPr lvl="0"/>
            <a:r>
              <a:rPr lang="en-GB"/>
              <a:t>Click to edit Master text styles</a:t>
            </a:r>
          </a:p>
        </p:txBody>
      </p:sp>
      <p:sp>
        <p:nvSpPr>
          <p:cNvPr id="35" name="page number">
            <a:extLst>
              <a:ext uri="{FF2B5EF4-FFF2-40B4-BE49-F238E27FC236}">
                <a16:creationId xmlns:a16="http://schemas.microsoft.com/office/drawing/2014/main" id="{91E9769B-8BED-31C2-BCC5-5ED788A8862F}"/>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fld id="{7A51DB15-7364-4F0B-A3A0-1309F8830053}" type="slidenum">
              <a:rPr kumimoji="0" lang="en-US" sz="800" b="0" i="0" u="none" strike="noStrike" kern="1200" cap="none" spc="0" normalizeH="0" baseline="0" noProof="0" smtClean="0">
                <a:ln>
                  <a:noFill/>
                </a:ln>
                <a:solidFill>
                  <a:srgbClr val="3F3F3F"/>
                </a:solidFill>
                <a:effectLst/>
                <a:uLnTx/>
                <a:uFillTx/>
                <a:latin typeface="Arial" panose="020B0604020202020204" pitchFamily="34" charset="0"/>
                <a:ea typeface="Arial" panose="020B0604020202020204" pitchFamily="34" charset="0"/>
              </a:rPr>
              <a:pPr marL="0" marR="0" lvl="0" indent="0" algn="r" defTabSz="914400" rtl="0" eaLnBrk="1" fontAlgn="auto" latinLnBrk="0" hangingPunct="1">
                <a:lnSpc>
                  <a:spcPct val="9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3F3F3F"/>
              </a:solidFill>
              <a:effectLst/>
              <a:uLnTx/>
              <a:uFillTx/>
              <a:latin typeface="Arial" panose="020B0604020202020204" pitchFamily="34" charset="0"/>
              <a:ea typeface="Arial" panose="020B0604020202020204" pitchFamily="34" charset="0"/>
            </a:endParaRPr>
          </a:p>
        </p:txBody>
      </p:sp>
      <p:sp>
        <p:nvSpPr>
          <p:cNvPr id="3" name="TextBox 2">
            <a:extLst>
              <a:ext uri="{FF2B5EF4-FFF2-40B4-BE49-F238E27FC236}">
                <a16:creationId xmlns:a16="http://schemas.microsoft.com/office/drawing/2014/main" id="{E5BD7664-B488-7E4F-4D3B-ABAB755733E7}"/>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5" name="Graphic 8">
            <a:extLst>
              <a:ext uri="{FF2B5EF4-FFF2-40B4-BE49-F238E27FC236}">
                <a16:creationId xmlns:a16="http://schemas.microsoft.com/office/drawing/2014/main" id="{D0F9EA36-BB70-5313-044B-80807DA9CCD3}"/>
              </a:ext>
            </a:extLst>
          </p:cNvPr>
          <p:cNvGrpSpPr/>
          <p:nvPr userDrawn="1"/>
        </p:nvGrpSpPr>
        <p:grpSpPr>
          <a:xfrm>
            <a:off x="265625" y="6323271"/>
            <a:ext cx="1249223" cy="369648"/>
            <a:chOff x="265625" y="6323271"/>
            <a:chExt cx="1249223" cy="369648"/>
          </a:xfrm>
          <a:solidFill>
            <a:srgbClr val="000000"/>
          </a:solidFill>
        </p:grpSpPr>
        <p:grpSp>
          <p:nvGrpSpPr>
            <p:cNvPr id="6" name="Graphic 8">
              <a:extLst>
                <a:ext uri="{FF2B5EF4-FFF2-40B4-BE49-F238E27FC236}">
                  <a16:creationId xmlns:a16="http://schemas.microsoft.com/office/drawing/2014/main" id="{C2685E30-24AA-7761-80C0-48E5848DA42B}"/>
                </a:ext>
              </a:extLst>
            </p:cNvPr>
            <p:cNvGrpSpPr/>
            <p:nvPr/>
          </p:nvGrpSpPr>
          <p:grpSpPr>
            <a:xfrm>
              <a:off x="745455" y="6594444"/>
              <a:ext cx="722662" cy="98475"/>
              <a:chOff x="745455" y="6594444"/>
              <a:chExt cx="722662" cy="98475"/>
            </a:xfrm>
            <a:solidFill>
              <a:srgbClr val="000000"/>
            </a:solidFill>
          </p:grpSpPr>
          <p:sp>
            <p:nvSpPr>
              <p:cNvPr id="25" name="Freeform 49">
                <a:extLst>
                  <a:ext uri="{FF2B5EF4-FFF2-40B4-BE49-F238E27FC236}">
                    <a16:creationId xmlns:a16="http://schemas.microsoft.com/office/drawing/2014/main" id="{E99FBFD3-FC96-695C-66D3-862CB40AC301}"/>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26" name="Freeform 50">
                <a:extLst>
                  <a:ext uri="{FF2B5EF4-FFF2-40B4-BE49-F238E27FC236}">
                    <a16:creationId xmlns:a16="http://schemas.microsoft.com/office/drawing/2014/main" id="{6CDEBF1C-4273-612B-EE4B-68FA2CD80F6E}"/>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27" name="Freeform 51">
                <a:extLst>
                  <a:ext uri="{FF2B5EF4-FFF2-40B4-BE49-F238E27FC236}">
                    <a16:creationId xmlns:a16="http://schemas.microsoft.com/office/drawing/2014/main" id="{0AFBAC62-9E83-6584-B456-AD66A2F13638}"/>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8" name="Freeform 52">
                <a:extLst>
                  <a:ext uri="{FF2B5EF4-FFF2-40B4-BE49-F238E27FC236}">
                    <a16:creationId xmlns:a16="http://schemas.microsoft.com/office/drawing/2014/main" id="{7AE67FF2-752E-D8BD-6B17-68A624B2764F}"/>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9" name="Freeform 53">
                <a:extLst>
                  <a:ext uri="{FF2B5EF4-FFF2-40B4-BE49-F238E27FC236}">
                    <a16:creationId xmlns:a16="http://schemas.microsoft.com/office/drawing/2014/main" id="{F274C2D8-E9AD-F8CF-758D-E76DE4236FF2}"/>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30" name="Freeform 54">
                <a:extLst>
                  <a:ext uri="{FF2B5EF4-FFF2-40B4-BE49-F238E27FC236}">
                    <a16:creationId xmlns:a16="http://schemas.microsoft.com/office/drawing/2014/main" id="{8D25EEE2-4428-09D0-2C2E-A4671B9BE44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31" name="Freeform 55">
                <a:extLst>
                  <a:ext uri="{FF2B5EF4-FFF2-40B4-BE49-F238E27FC236}">
                    <a16:creationId xmlns:a16="http://schemas.microsoft.com/office/drawing/2014/main" id="{F812BB8E-233F-3979-A51B-8634E7DB54CE}"/>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32" name="Freeform 56">
                <a:extLst>
                  <a:ext uri="{FF2B5EF4-FFF2-40B4-BE49-F238E27FC236}">
                    <a16:creationId xmlns:a16="http://schemas.microsoft.com/office/drawing/2014/main" id="{AAA3E88A-2807-2D3B-8F46-54C67622DCB1}"/>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33" name="Freeform 57">
                <a:extLst>
                  <a:ext uri="{FF2B5EF4-FFF2-40B4-BE49-F238E27FC236}">
                    <a16:creationId xmlns:a16="http://schemas.microsoft.com/office/drawing/2014/main" id="{04F62A2C-C883-D52B-C7F2-32F5EF8E781C}"/>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34" name="Freeform 58">
                <a:extLst>
                  <a:ext uri="{FF2B5EF4-FFF2-40B4-BE49-F238E27FC236}">
                    <a16:creationId xmlns:a16="http://schemas.microsoft.com/office/drawing/2014/main" id="{D399ED2E-7F86-EDD9-F686-2BD5A307732C}"/>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7" name="Graphic 8">
              <a:extLst>
                <a:ext uri="{FF2B5EF4-FFF2-40B4-BE49-F238E27FC236}">
                  <a16:creationId xmlns:a16="http://schemas.microsoft.com/office/drawing/2014/main" id="{965D35B2-5C93-A6A0-129B-3451010F0999}"/>
                </a:ext>
              </a:extLst>
            </p:cNvPr>
            <p:cNvGrpSpPr/>
            <p:nvPr/>
          </p:nvGrpSpPr>
          <p:grpSpPr>
            <a:xfrm>
              <a:off x="265625" y="6323271"/>
              <a:ext cx="1249223" cy="190348"/>
              <a:chOff x="265625" y="6323271"/>
              <a:chExt cx="1249223" cy="190348"/>
            </a:xfrm>
            <a:solidFill>
              <a:srgbClr val="000000"/>
            </a:solidFill>
          </p:grpSpPr>
          <p:sp>
            <p:nvSpPr>
              <p:cNvPr id="8" name="Freeform 60">
                <a:extLst>
                  <a:ext uri="{FF2B5EF4-FFF2-40B4-BE49-F238E27FC236}">
                    <a16:creationId xmlns:a16="http://schemas.microsoft.com/office/drawing/2014/main" id="{E0FFA6EF-56B4-D322-134D-C0560EC0235D}"/>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9" name="Freeform 61">
                <a:extLst>
                  <a:ext uri="{FF2B5EF4-FFF2-40B4-BE49-F238E27FC236}">
                    <a16:creationId xmlns:a16="http://schemas.microsoft.com/office/drawing/2014/main" id="{5E208487-B1C7-8686-5965-DD8E1AF8ABB5}"/>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4" name="Freeform 62">
                <a:extLst>
                  <a:ext uri="{FF2B5EF4-FFF2-40B4-BE49-F238E27FC236}">
                    <a16:creationId xmlns:a16="http://schemas.microsoft.com/office/drawing/2014/main" id="{40722565-B854-AEC2-6FDD-4F8379CDFC61}"/>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5" name="Freeform 63">
                <a:extLst>
                  <a:ext uri="{FF2B5EF4-FFF2-40B4-BE49-F238E27FC236}">
                    <a16:creationId xmlns:a16="http://schemas.microsoft.com/office/drawing/2014/main" id="{AD2CAD7B-FFD3-87BD-81A9-89308D8D3538}"/>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6" name="Freeform 64">
                <a:extLst>
                  <a:ext uri="{FF2B5EF4-FFF2-40B4-BE49-F238E27FC236}">
                    <a16:creationId xmlns:a16="http://schemas.microsoft.com/office/drawing/2014/main" id="{2E1E1374-E627-8B13-838C-C8E843CA72B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7" name="Freeform 65">
                <a:extLst>
                  <a:ext uri="{FF2B5EF4-FFF2-40B4-BE49-F238E27FC236}">
                    <a16:creationId xmlns:a16="http://schemas.microsoft.com/office/drawing/2014/main" id="{3D1EB2FF-6096-0636-BB9E-03CEF2B07E88}"/>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9" name="Freeform 66">
                <a:extLst>
                  <a:ext uri="{FF2B5EF4-FFF2-40B4-BE49-F238E27FC236}">
                    <a16:creationId xmlns:a16="http://schemas.microsoft.com/office/drawing/2014/main" id="{A9F2620B-E7EA-2199-0614-41C3DC49F399}"/>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4" name="TextBox 3">
            <a:extLst>
              <a:ext uri="{FF2B5EF4-FFF2-40B4-BE49-F238E27FC236}">
                <a16:creationId xmlns:a16="http://schemas.microsoft.com/office/drawing/2014/main" id="{D509BAC9-1014-CADB-5852-96D2DBA9D8F9}"/>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8468515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750"/>
                                        <p:tgtEl>
                                          <p:spTgt spid="13"/>
                                        </p:tgtEl>
                                      </p:cBhvr>
                                    </p:animEffect>
                                  </p:childTnLst>
                                </p:cTn>
                              </p:par>
                              <p:par>
                                <p:cTn id="8" presetID="6" presetClass="emph" presetSubtype="0" fill="hold" grpId="1" nodeType="withEffect">
                                  <p:stCondLst>
                                    <p:cond delay="0"/>
                                  </p:stCondLst>
                                  <p:childTnLst>
                                    <p:animScale>
                                      <p:cBhvr>
                                        <p:cTn id="9" dur="10" fill="hold"/>
                                        <p:tgtEl>
                                          <p:spTgt spid="13"/>
                                        </p:tgtEl>
                                      </p:cBhvr>
                                      <p:by x="1000" y="1000"/>
                                    </p:animScale>
                                  </p:childTnLst>
                                </p:cTn>
                              </p:par>
                              <p:par>
                                <p:cTn id="10" presetID="6" presetClass="emph" presetSubtype="0" accel="33333" decel="66667" fill="hold" grpId="2" nodeType="withEffect">
                                  <p:stCondLst>
                                    <p:cond delay="0"/>
                                  </p:stCondLst>
                                  <p:childTnLst>
                                    <p:animScale>
                                      <p:cBhvr>
                                        <p:cTn id="11" dur="750" fill="hold"/>
                                        <p:tgtEl>
                                          <p:spTgt spid="13"/>
                                        </p:tgtEl>
                                      </p:cBhvr>
                                      <p:by x="9999000" y="9999000"/>
                                    </p:animScale>
                                  </p:childTnLst>
                                </p:cTn>
                              </p:par>
                              <p:par>
                                <p:cTn id="12" presetID="10" presetClass="entr" presetSubtype="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750"/>
                                        <p:tgtEl>
                                          <p:spTgt spid="11"/>
                                        </p:tgtEl>
                                      </p:cBhvr>
                                    </p:animEffect>
                                  </p:childTnLst>
                                </p:cTn>
                              </p:par>
                              <p:par>
                                <p:cTn id="15" presetID="6" presetClass="emph" presetSubtype="0" fill="hold" grpId="1" nodeType="withEffect">
                                  <p:stCondLst>
                                    <p:cond delay="0"/>
                                  </p:stCondLst>
                                  <p:childTnLst>
                                    <p:animScale>
                                      <p:cBhvr>
                                        <p:cTn id="16" dur="10" fill="hold"/>
                                        <p:tgtEl>
                                          <p:spTgt spid="11"/>
                                        </p:tgtEl>
                                      </p:cBhvr>
                                      <p:by x="1000" y="1000"/>
                                    </p:animScale>
                                  </p:childTnLst>
                                </p:cTn>
                              </p:par>
                              <p:par>
                                <p:cTn id="17" presetID="6" presetClass="emph" presetSubtype="0" accel="33333" decel="66667" fill="hold" grpId="2" nodeType="withEffect">
                                  <p:stCondLst>
                                    <p:cond delay="0"/>
                                  </p:stCondLst>
                                  <p:childTnLst>
                                    <p:animScale>
                                      <p:cBhvr>
                                        <p:cTn id="18" dur="750" fill="hold"/>
                                        <p:tgtEl>
                                          <p:spTgt spid="11"/>
                                        </p:tgtEl>
                                      </p:cBhvr>
                                      <p:by x="9999000" y="9999000"/>
                                    </p:animScale>
                                  </p:childTnLst>
                                </p:cTn>
                              </p:par>
                              <p:par>
                                <p:cTn id="19" presetID="10"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750"/>
                                        <p:tgtEl>
                                          <p:spTgt spid="12"/>
                                        </p:tgtEl>
                                      </p:cBhvr>
                                    </p:animEffect>
                                  </p:childTnLst>
                                </p:cTn>
                              </p:par>
                              <p:par>
                                <p:cTn id="22" presetID="6" presetClass="emph" presetSubtype="0" fill="hold" grpId="1" nodeType="withEffect">
                                  <p:stCondLst>
                                    <p:cond delay="0"/>
                                  </p:stCondLst>
                                  <p:childTnLst>
                                    <p:animScale>
                                      <p:cBhvr>
                                        <p:cTn id="23" dur="10" fill="hold"/>
                                        <p:tgtEl>
                                          <p:spTgt spid="12"/>
                                        </p:tgtEl>
                                      </p:cBhvr>
                                      <p:by x="1000" y="1000"/>
                                    </p:animScale>
                                  </p:childTnLst>
                                </p:cTn>
                              </p:par>
                              <p:par>
                                <p:cTn id="24" presetID="6" presetClass="emph" presetSubtype="0" accel="33333" decel="66667" fill="hold" grpId="2" nodeType="withEffect">
                                  <p:stCondLst>
                                    <p:cond delay="0"/>
                                  </p:stCondLst>
                                  <p:childTnLst>
                                    <p:animScale>
                                      <p:cBhvr>
                                        <p:cTn id="25" dur="750" fill="hold"/>
                                        <p:tgtEl>
                                          <p:spTgt spid="12"/>
                                        </p:tgtEl>
                                      </p:cBhvr>
                                      <p:by x="9999000" y="9999000"/>
                                    </p:animScale>
                                  </p:childTnLst>
                                </p:cTn>
                              </p:par>
                            </p:childTnLst>
                          </p:cTn>
                        </p:par>
                      </p:childTnLst>
                    </p:cTn>
                  </p:par>
                  <p:par>
                    <p:cTn id="26" fill="hold">
                      <p:stCondLst>
                        <p:cond delay="indefinite"/>
                      </p:stCondLst>
                      <p:childTnLst>
                        <p:par>
                          <p:cTn id="27" fill="hold">
                            <p:stCondLst>
                              <p:cond delay="0"/>
                            </p:stCondLst>
                            <p:childTnLst>
                              <p:par>
                                <p:cTn id="28" presetID="2" presetClass="entr" presetSubtype="2" decel="20000" fill="hold" grpId="0" nodeType="clickEffect">
                                  <p:stCondLst>
                                    <p:cond delay="0"/>
                                  </p:stCondLst>
                                  <p:childTnLst>
                                    <p:set>
                                      <p:cBhvr>
                                        <p:cTn id="29" dur="1" fill="hold">
                                          <p:stCondLst>
                                            <p:cond delay="0"/>
                                          </p:stCondLst>
                                        </p:cTn>
                                        <p:tgtEl>
                                          <p:spTgt spid="21">
                                            <p:txEl>
                                              <p:pRg st="0" end="0"/>
                                            </p:txEl>
                                          </p:spTgt>
                                        </p:tgtEl>
                                        <p:attrNameLst>
                                          <p:attrName>style.visibility</p:attrName>
                                        </p:attrNameLst>
                                      </p:cBhvr>
                                      <p:to>
                                        <p:strVal val="visible"/>
                                      </p:to>
                                    </p:set>
                                    <p:anim calcmode="lin" valueType="num">
                                      <p:cBhvr additive="base">
                                        <p:cTn id="30" dur="500" fill="hold"/>
                                        <p:tgtEl>
                                          <p:spTgt spid="21">
                                            <p:txEl>
                                              <p:pRg st="0" end="0"/>
                                            </p:txEl>
                                          </p:spTgt>
                                        </p:tgtEl>
                                        <p:attrNameLst>
                                          <p:attrName>ppt_x</p:attrName>
                                        </p:attrNameLst>
                                      </p:cBhvr>
                                      <p:tavLst>
                                        <p:tav tm="0">
                                          <p:val>
                                            <p:strVal val="1+#ppt_w/2"/>
                                          </p:val>
                                        </p:tav>
                                        <p:tav tm="100000">
                                          <p:val>
                                            <p:strVal val="#ppt_x"/>
                                          </p:val>
                                        </p:tav>
                                      </p:tavLst>
                                    </p:anim>
                                    <p:anim calcmode="lin" valueType="num">
                                      <p:cBhvr additive="base">
                                        <p:cTn id="31" dur="500" fill="hold"/>
                                        <p:tgtEl>
                                          <p:spTgt spid="21">
                                            <p:txEl>
                                              <p:pRg st="0" end="0"/>
                                            </p:txEl>
                                          </p:spTgt>
                                        </p:tgtEl>
                                        <p:attrNameLst>
                                          <p:attrName>ppt_y</p:attrName>
                                        </p:attrNameLst>
                                      </p:cBhvr>
                                      <p:tavLst>
                                        <p:tav tm="0">
                                          <p:val>
                                            <p:strVal val="#ppt_y"/>
                                          </p:val>
                                        </p:tav>
                                        <p:tav tm="100000">
                                          <p:val>
                                            <p:strVal val="#ppt_y"/>
                                          </p:val>
                                        </p:tav>
                                      </p:tavLst>
                                    </p:anim>
                                  </p:childTnLst>
                                </p:cTn>
                              </p:par>
                              <p:par>
                                <p:cTn id="32" presetID="2" presetClass="entr" presetSubtype="2" decel="20000" fill="hold" grpId="0" nodeType="withEffect">
                                  <p:stCondLst>
                                    <p:cond delay="0"/>
                                  </p:stCondLst>
                                  <p:childTnLst>
                                    <p:set>
                                      <p:cBhvr>
                                        <p:cTn id="33" dur="1" fill="hold">
                                          <p:stCondLst>
                                            <p:cond delay="0"/>
                                          </p:stCondLst>
                                        </p:cTn>
                                        <p:tgtEl>
                                          <p:spTgt spid="22">
                                            <p:txEl>
                                              <p:pRg st="0" end="0"/>
                                            </p:txEl>
                                          </p:spTgt>
                                        </p:tgtEl>
                                        <p:attrNameLst>
                                          <p:attrName>style.visibility</p:attrName>
                                        </p:attrNameLst>
                                      </p:cBhvr>
                                      <p:to>
                                        <p:strVal val="visible"/>
                                      </p:to>
                                    </p:set>
                                    <p:anim calcmode="lin" valueType="num">
                                      <p:cBhvr additive="base">
                                        <p:cTn id="34" dur="500" fill="hold"/>
                                        <p:tgtEl>
                                          <p:spTgt spid="22">
                                            <p:txEl>
                                              <p:pRg st="0" end="0"/>
                                            </p:txEl>
                                          </p:spTgt>
                                        </p:tgtEl>
                                        <p:attrNameLst>
                                          <p:attrName>ppt_x</p:attrName>
                                        </p:attrNameLst>
                                      </p:cBhvr>
                                      <p:tavLst>
                                        <p:tav tm="0">
                                          <p:val>
                                            <p:strVal val="1+#ppt_w/2"/>
                                          </p:val>
                                        </p:tav>
                                        <p:tav tm="100000">
                                          <p:val>
                                            <p:strVal val="#ppt_x"/>
                                          </p:val>
                                        </p:tav>
                                      </p:tavLst>
                                    </p:anim>
                                    <p:anim calcmode="lin" valueType="num">
                                      <p:cBhvr additive="base">
                                        <p:cTn id="35"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2" decel="20000" fill="hold" grpId="0" nodeType="clickEffect">
                                  <p:stCondLst>
                                    <p:cond delay="0"/>
                                  </p:stCondLst>
                                  <p:childTnLst>
                                    <p:set>
                                      <p:cBhvr>
                                        <p:cTn id="39" dur="1" fill="hold">
                                          <p:stCondLst>
                                            <p:cond delay="0"/>
                                          </p:stCondLst>
                                        </p:cTn>
                                        <p:tgtEl>
                                          <p:spTgt spid="18">
                                            <p:txEl>
                                              <p:pRg st="0" end="0"/>
                                            </p:txEl>
                                          </p:spTgt>
                                        </p:tgtEl>
                                        <p:attrNameLst>
                                          <p:attrName>style.visibility</p:attrName>
                                        </p:attrNameLst>
                                      </p:cBhvr>
                                      <p:to>
                                        <p:strVal val="visible"/>
                                      </p:to>
                                    </p:set>
                                    <p:anim calcmode="lin" valueType="num">
                                      <p:cBhvr additive="base">
                                        <p:cTn id="40"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41" dur="500" fill="hold"/>
                                        <p:tgtEl>
                                          <p:spTgt spid="18">
                                            <p:txEl>
                                              <p:pRg st="0" end="0"/>
                                            </p:txEl>
                                          </p:spTgt>
                                        </p:tgtEl>
                                        <p:attrNameLst>
                                          <p:attrName>ppt_y</p:attrName>
                                        </p:attrNameLst>
                                      </p:cBhvr>
                                      <p:tavLst>
                                        <p:tav tm="0">
                                          <p:val>
                                            <p:strVal val="#ppt_y"/>
                                          </p:val>
                                        </p:tav>
                                        <p:tav tm="100000">
                                          <p:val>
                                            <p:strVal val="#ppt_y"/>
                                          </p:val>
                                        </p:tav>
                                      </p:tavLst>
                                    </p:anim>
                                  </p:childTnLst>
                                </p:cTn>
                              </p:par>
                              <p:par>
                                <p:cTn id="42" presetID="2" presetClass="entr" presetSubtype="2" decel="20000" fill="hold" grpId="0" nodeType="withEffect">
                                  <p:stCondLst>
                                    <p:cond delay="0"/>
                                  </p:stCondLst>
                                  <p:childTnLst>
                                    <p:set>
                                      <p:cBhvr>
                                        <p:cTn id="43" dur="1" fill="hold">
                                          <p:stCondLst>
                                            <p:cond delay="0"/>
                                          </p:stCondLst>
                                        </p:cTn>
                                        <p:tgtEl>
                                          <p:spTgt spid="20">
                                            <p:txEl>
                                              <p:pRg st="0" end="0"/>
                                            </p:txEl>
                                          </p:spTgt>
                                        </p:tgtEl>
                                        <p:attrNameLst>
                                          <p:attrName>style.visibility</p:attrName>
                                        </p:attrNameLst>
                                      </p:cBhvr>
                                      <p:to>
                                        <p:strVal val="visible"/>
                                      </p:to>
                                    </p:set>
                                    <p:anim calcmode="lin" valueType="num">
                                      <p:cBhvr additive="base">
                                        <p:cTn id="44" dur="5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5"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2" presetClass="entr" presetSubtype="2" decel="20000" fill="hold" grpId="0" nodeType="clickEffect">
                                  <p:stCondLst>
                                    <p:cond delay="0"/>
                                  </p:stCondLst>
                                  <p:childTnLst>
                                    <p:set>
                                      <p:cBhvr>
                                        <p:cTn id="49" dur="1" fill="hold">
                                          <p:stCondLst>
                                            <p:cond delay="0"/>
                                          </p:stCondLst>
                                        </p:cTn>
                                        <p:tgtEl>
                                          <p:spTgt spid="23">
                                            <p:txEl>
                                              <p:pRg st="0" end="0"/>
                                            </p:txEl>
                                          </p:spTgt>
                                        </p:tgtEl>
                                        <p:attrNameLst>
                                          <p:attrName>style.visibility</p:attrName>
                                        </p:attrNameLst>
                                      </p:cBhvr>
                                      <p:to>
                                        <p:strVal val="visible"/>
                                      </p:to>
                                    </p:set>
                                    <p:anim calcmode="lin" valueType="num">
                                      <p:cBhvr additive="base">
                                        <p:cTn id="50"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51" dur="500" fill="hold"/>
                                        <p:tgtEl>
                                          <p:spTgt spid="23">
                                            <p:txEl>
                                              <p:pRg st="0" end="0"/>
                                            </p:txEl>
                                          </p:spTgt>
                                        </p:tgtEl>
                                        <p:attrNameLst>
                                          <p:attrName>ppt_y</p:attrName>
                                        </p:attrNameLst>
                                      </p:cBhvr>
                                      <p:tavLst>
                                        <p:tav tm="0">
                                          <p:val>
                                            <p:strVal val="#ppt_y"/>
                                          </p:val>
                                        </p:tav>
                                        <p:tav tm="100000">
                                          <p:val>
                                            <p:strVal val="#ppt_y"/>
                                          </p:val>
                                        </p:tav>
                                      </p:tavLst>
                                    </p:anim>
                                  </p:childTnLst>
                                </p:cTn>
                              </p:par>
                              <p:par>
                                <p:cTn id="52" presetID="2" presetClass="entr" presetSubtype="2" decel="20000" fill="hold" grpId="0" nodeType="withEffect">
                                  <p:stCondLst>
                                    <p:cond delay="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500" fill="hold"/>
                                        <p:tgtEl>
                                          <p:spTgt spid="24">
                                            <p:txEl>
                                              <p:pRg st="0" end="0"/>
                                            </p:txEl>
                                          </p:spTgt>
                                        </p:tgtEl>
                                        <p:attrNameLst>
                                          <p:attrName>ppt_x</p:attrName>
                                        </p:attrNameLst>
                                      </p:cBhvr>
                                      <p:tavLst>
                                        <p:tav tm="0">
                                          <p:val>
                                            <p:strVal val="1+#ppt_w/2"/>
                                          </p:val>
                                        </p:tav>
                                        <p:tav tm="100000">
                                          <p:val>
                                            <p:strVal val="#ppt_x"/>
                                          </p:val>
                                        </p:tav>
                                      </p:tavLst>
                                    </p:anim>
                                    <p:anim calcmode="lin" valueType="num">
                                      <p:cBhvr additive="base">
                                        <p:cTn id="55"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1" grpId="2" animBg="1"/>
      <p:bldP spid="12" grpId="0" animBg="1"/>
      <p:bldP spid="12" grpId="1" animBg="1"/>
      <p:bldP spid="12" grpId="2" animBg="1"/>
      <p:bldP spid="13" grpId="0" animBg="1"/>
      <p:bldP spid="13" grpId="1" animBg="1"/>
      <p:bldP spid="13" grpId="2" animBg="1"/>
      <p:bldP spid="18" grpId="0" build="p">
        <p:tmplLst>
          <p:tmpl lvl="1">
            <p:tnLst>
              <p:par>
                <p:cTn presetID="2" presetClass="entr" presetSubtype="2" decel="20000" fill="hold" nodeType="click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P spid="20" grpId="0" build="p">
        <p:tmplLst>
          <p:tmpl lvl="1">
            <p:tnLst>
              <p:par>
                <p:cTn presetID="2" presetClass="entr" presetSubtype="2" decel="2000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1+#ppt_w/2"/>
                          </p:val>
                        </p:tav>
                        <p:tav tm="100000">
                          <p:val>
                            <p:strVal val="#ppt_x"/>
                          </p:val>
                        </p:tav>
                      </p:tavLst>
                    </p:anim>
                    <p:anim calcmode="lin" valueType="num">
                      <p:cBhvr additive="base">
                        <p:cTn dur="500" fill="hold"/>
                        <p:tgtEl>
                          <p:spTgt spid="20"/>
                        </p:tgtEl>
                        <p:attrNameLst>
                          <p:attrName>ppt_y</p:attrName>
                        </p:attrNameLst>
                      </p:cBhvr>
                      <p:tavLst>
                        <p:tav tm="0">
                          <p:val>
                            <p:strVal val="#ppt_y"/>
                          </p:val>
                        </p:tav>
                        <p:tav tm="100000">
                          <p:val>
                            <p:strVal val="#ppt_y"/>
                          </p:val>
                        </p:tav>
                      </p:tavLst>
                    </p:anim>
                  </p:childTnLst>
                </p:cTn>
              </p:par>
            </p:tnLst>
          </p:tmpl>
        </p:tmplLst>
      </p:bldP>
      <p:bldP spid="21" grpId="0" build="p">
        <p:tmplLst>
          <p:tmpl lvl="1">
            <p:tnLst>
              <p:par>
                <p:cTn presetID="2" presetClass="entr" presetSubtype="2" decel="20000" fill="hold" nodeType="click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1+#ppt_w/2"/>
                          </p:val>
                        </p:tav>
                        <p:tav tm="100000">
                          <p:val>
                            <p:strVal val="#ppt_x"/>
                          </p:val>
                        </p:tav>
                      </p:tavLst>
                    </p:anim>
                    <p:anim calcmode="lin" valueType="num">
                      <p:cBhvr additive="base">
                        <p:cTn dur="500" fill="hold"/>
                        <p:tgtEl>
                          <p:spTgt spid="21"/>
                        </p:tgtEl>
                        <p:attrNameLst>
                          <p:attrName>ppt_y</p:attrName>
                        </p:attrNameLst>
                      </p:cBhvr>
                      <p:tavLst>
                        <p:tav tm="0">
                          <p:val>
                            <p:strVal val="#ppt_y"/>
                          </p:val>
                        </p:tav>
                        <p:tav tm="100000">
                          <p:val>
                            <p:strVal val="#ppt_y"/>
                          </p:val>
                        </p:tav>
                      </p:tavLst>
                    </p:anim>
                  </p:childTnLst>
                </p:cTn>
              </p:par>
            </p:tnLst>
          </p:tmpl>
        </p:tmplLst>
      </p:bldP>
      <p:bldP spid="22" grpId="0" build="p">
        <p:tmplLst>
          <p:tmpl lvl="1">
            <p:tnLst>
              <p:par>
                <p:cTn presetID="2" presetClass="entr" presetSubtype="2" decel="2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1+#ppt_w/2"/>
                          </p:val>
                        </p:tav>
                        <p:tav tm="100000">
                          <p:val>
                            <p:strVal val="#ppt_x"/>
                          </p:val>
                        </p:tav>
                      </p:tavLst>
                    </p:anim>
                    <p:anim calcmode="lin" valueType="num">
                      <p:cBhvr additive="base">
                        <p:cTn dur="500" fill="hold"/>
                        <p:tgtEl>
                          <p:spTgt spid="22"/>
                        </p:tgtEl>
                        <p:attrNameLst>
                          <p:attrName>ppt_y</p:attrName>
                        </p:attrNameLst>
                      </p:cBhvr>
                      <p:tavLst>
                        <p:tav tm="0">
                          <p:val>
                            <p:strVal val="#ppt_y"/>
                          </p:val>
                        </p:tav>
                        <p:tav tm="100000">
                          <p:val>
                            <p:strVal val="#ppt_y"/>
                          </p:val>
                        </p:tav>
                      </p:tavLst>
                    </p:anim>
                  </p:childTnLst>
                </p:cTn>
              </p:par>
            </p:tnLst>
          </p:tmpl>
        </p:tmplLst>
      </p:bldP>
      <p:bldP spid="23" grpId="0" build="p">
        <p:tmplLst>
          <p:tmpl lvl="1">
            <p:tnLst>
              <p:par>
                <p:cTn presetID="2" presetClass="entr" presetSubtype="2" decel="20000" fill="hold" nodeType="click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1+#ppt_w/2"/>
                          </p:val>
                        </p:tav>
                        <p:tav tm="100000">
                          <p:val>
                            <p:strVal val="#ppt_x"/>
                          </p:val>
                        </p:tav>
                      </p:tavLst>
                    </p:anim>
                    <p:anim calcmode="lin" valueType="num">
                      <p:cBhvr additive="base">
                        <p:cTn dur="500" fill="hold"/>
                        <p:tgtEl>
                          <p:spTgt spid="23"/>
                        </p:tgtEl>
                        <p:attrNameLst>
                          <p:attrName>ppt_y</p:attrName>
                        </p:attrNameLst>
                      </p:cBhvr>
                      <p:tavLst>
                        <p:tav tm="0">
                          <p:val>
                            <p:strVal val="#ppt_y"/>
                          </p:val>
                        </p:tav>
                        <p:tav tm="100000">
                          <p:val>
                            <p:strVal val="#ppt_y"/>
                          </p:val>
                        </p:tav>
                      </p:tavLst>
                    </p:anim>
                  </p:childTnLst>
                </p:cTn>
              </p:par>
            </p:tnLst>
          </p:tmpl>
        </p:tmplLst>
      </p:bldP>
      <p:bldP spid="24" grpId="0" build="p">
        <p:tmplLst>
          <p:tmpl lvl="1">
            <p:tnLst>
              <p:par>
                <p:cTn presetID="2" presetClass="entr" presetSubtype="2" decel="2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1+#ppt_w/2"/>
                          </p:val>
                        </p:tav>
                        <p:tav tm="100000">
                          <p:val>
                            <p:strVal val="#ppt_x"/>
                          </p:val>
                        </p:tav>
                      </p:tavLst>
                    </p:anim>
                    <p:anim calcmode="lin" valueType="num">
                      <p:cBhvr additive="base">
                        <p:cTn dur="500" fill="hold"/>
                        <p:tgtEl>
                          <p:spTgt spid="2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Three Icon - Horizontal - Green">
    <p:spTree>
      <p:nvGrpSpPr>
        <p:cNvPr id="1" name=""/>
        <p:cNvGrpSpPr/>
        <p:nvPr/>
      </p:nvGrpSpPr>
      <p:grpSpPr>
        <a:xfrm>
          <a:off x="0" y="0"/>
          <a:ext cx="0" cy="0"/>
          <a:chOff x="0" y="0"/>
          <a:chExt cx="0" cy="0"/>
        </a:xfrm>
      </p:grpSpPr>
      <p:sp>
        <p:nvSpPr>
          <p:cNvPr id="10" name="BKG Rectangle">
            <a:extLst>
              <a:ext uri="{FF2B5EF4-FFF2-40B4-BE49-F238E27FC236}">
                <a16:creationId xmlns:a16="http://schemas.microsoft.com/office/drawing/2014/main" id="{EEE2E3E4-09C5-48F7-AA0C-61C0C3FD24C2}"/>
              </a:ext>
              <a:ext uri="{C183D7F6-B498-43B3-948B-1728B52AA6E4}">
                <adec:decorative xmlns:adec="http://schemas.microsoft.com/office/drawing/2017/decorative" val="1"/>
              </a:ext>
            </a:extLst>
          </p:cNvPr>
          <p:cNvSpPr/>
          <p:nvPr userDrawn="1"/>
        </p:nvSpPr>
        <p:spPr>
          <a:xfrm>
            <a:off x="-4" y="0"/>
            <a:ext cx="6094413" cy="6858000"/>
          </a:xfrm>
          <a:prstGeom prst="rect">
            <a:avLst/>
          </a:prstGeom>
          <a:solidFill>
            <a:schemeClr val="accent1">
              <a:alpha val="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2" name="Title 1">
            <a:extLst>
              <a:ext uri="{FF2B5EF4-FFF2-40B4-BE49-F238E27FC236}">
                <a16:creationId xmlns:a16="http://schemas.microsoft.com/office/drawing/2014/main" id="{30A5567E-F548-4720-B611-7850ADCA900C}"/>
              </a:ext>
            </a:extLst>
          </p:cNvPr>
          <p:cNvSpPr>
            <a:spLocks noGrp="1"/>
          </p:cNvSpPr>
          <p:nvPr>
            <p:ph type="title"/>
          </p:nvPr>
        </p:nvSpPr>
        <p:spPr>
          <a:xfrm>
            <a:off x="667444" y="2376306"/>
            <a:ext cx="3630903" cy="2105388"/>
          </a:xfrm>
        </p:spPr>
        <p:txBody>
          <a:bodyPr wrap="square" anchor="ctr"/>
          <a:lstStyle>
            <a:lvl1pPr>
              <a:defRPr sz="3600">
                <a:solidFill>
                  <a:schemeClr val="accent2">
                    <a:lumMod val="75000"/>
                  </a:schemeClr>
                </a:solidFill>
              </a:defRPr>
            </a:lvl1pPr>
          </a:lstStyle>
          <a:p>
            <a:r>
              <a:rPr lang="en-GB" dirty="0"/>
              <a:t>Click to edit Master title style</a:t>
            </a:r>
            <a:endParaRPr lang="en-US" dirty="0"/>
          </a:p>
        </p:txBody>
      </p:sp>
      <p:sp>
        <p:nvSpPr>
          <p:cNvPr id="11" name="!! Oval Top">
            <a:extLst>
              <a:ext uri="{FF2B5EF4-FFF2-40B4-BE49-F238E27FC236}">
                <a16:creationId xmlns:a16="http://schemas.microsoft.com/office/drawing/2014/main" id="{B95A82A4-D00E-4BAE-97E0-52FA7B87C0D9}"/>
              </a:ext>
              <a:ext uri="{C183D7F6-B498-43B3-948B-1728B52AA6E4}">
                <adec:decorative xmlns:adec="http://schemas.microsoft.com/office/drawing/2017/decorative" val="1"/>
              </a:ext>
            </a:extLst>
          </p:cNvPr>
          <p:cNvSpPr/>
          <p:nvPr userDrawn="1"/>
        </p:nvSpPr>
        <p:spPr>
          <a:xfrm>
            <a:off x="5432325" y="2719433"/>
            <a:ext cx="1324173" cy="1324169"/>
          </a:xfrm>
          <a:prstGeom prst="ellipse">
            <a:avLst/>
          </a:prstGeom>
          <a:solidFill>
            <a:schemeClr val="bg1"/>
          </a:solidFill>
          <a:ln w="25400" cap="flat" cmpd="sng" algn="ctr">
            <a:solidFill>
              <a:schemeClr val="accent1"/>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2" name="!! Oval Top">
            <a:extLst>
              <a:ext uri="{FF2B5EF4-FFF2-40B4-BE49-F238E27FC236}">
                <a16:creationId xmlns:a16="http://schemas.microsoft.com/office/drawing/2014/main" id="{332FAD7F-A532-4557-9487-947B2391D066}"/>
              </a:ext>
              <a:ext uri="{C183D7F6-B498-43B3-948B-1728B52AA6E4}">
                <adec:decorative xmlns:adec="http://schemas.microsoft.com/office/drawing/2017/decorative" val="1"/>
              </a:ext>
            </a:extLst>
          </p:cNvPr>
          <p:cNvSpPr/>
          <p:nvPr userDrawn="1"/>
        </p:nvSpPr>
        <p:spPr>
          <a:xfrm>
            <a:off x="5432324" y="4481694"/>
            <a:ext cx="1324173" cy="1324169"/>
          </a:xfrm>
          <a:prstGeom prst="ellipse">
            <a:avLst/>
          </a:prstGeom>
          <a:solidFill>
            <a:schemeClr val="bg1"/>
          </a:solidFill>
          <a:ln w="25400" cap="flat" cmpd="sng" algn="ctr">
            <a:solidFill>
              <a:schemeClr val="accent1"/>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3" name="!! Oval Top">
            <a:extLst>
              <a:ext uri="{FF2B5EF4-FFF2-40B4-BE49-F238E27FC236}">
                <a16:creationId xmlns:a16="http://schemas.microsoft.com/office/drawing/2014/main" id="{5095E217-E63E-4FE6-9C8D-FB447A5BD47D}"/>
              </a:ext>
              <a:ext uri="{C183D7F6-B498-43B3-948B-1728B52AA6E4}">
                <adec:decorative xmlns:adec="http://schemas.microsoft.com/office/drawing/2017/decorative" val="1"/>
              </a:ext>
            </a:extLst>
          </p:cNvPr>
          <p:cNvSpPr/>
          <p:nvPr userDrawn="1"/>
        </p:nvSpPr>
        <p:spPr>
          <a:xfrm>
            <a:off x="5432323" y="957172"/>
            <a:ext cx="1324173" cy="1324169"/>
          </a:xfrm>
          <a:prstGeom prst="ellipse">
            <a:avLst/>
          </a:prstGeom>
          <a:solidFill>
            <a:schemeClr val="bg1"/>
          </a:solidFill>
          <a:ln w="25400" cap="flat" cmpd="sng" algn="ctr">
            <a:solidFill>
              <a:schemeClr val="accent1"/>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8" name="Text Placeholder 17">
            <a:extLst>
              <a:ext uri="{FF2B5EF4-FFF2-40B4-BE49-F238E27FC236}">
                <a16:creationId xmlns:a16="http://schemas.microsoft.com/office/drawing/2014/main" id="{A8557501-25C3-4809-A7FA-8635CEF681FE}"/>
              </a:ext>
            </a:extLst>
          </p:cNvPr>
          <p:cNvSpPr>
            <a:spLocks noGrp="1"/>
          </p:cNvSpPr>
          <p:nvPr>
            <p:ph type="body" sz="quarter" idx="12" hasCustomPrompt="1"/>
          </p:nvPr>
        </p:nvSpPr>
        <p:spPr>
          <a:xfrm>
            <a:off x="7167433" y="2719433"/>
            <a:ext cx="4532442" cy="431800"/>
          </a:xfrm>
        </p:spPr>
        <p:txBody>
          <a:bodyPr/>
          <a:lstStyle>
            <a:lvl1pPr>
              <a:defRPr sz="2800">
                <a:solidFill>
                  <a:schemeClr val="accent1"/>
                </a:solidFill>
              </a:defRPr>
            </a:lvl1pPr>
            <a:lvl2pPr>
              <a:defRPr sz="2800"/>
            </a:lvl2pPr>
            <a:lvl3pPr>
              <a:defRPr sz="2800"/>
            </a:lvl3pPr>
            <a:lvl4pPr>
              <a:defRPr sz="2800"/>
            </a:lvl4pPr>
            <a:lvl5pPr>
              <a:defRPr sz="2800"/>
            </a:lvl5pPr>
          </a:lstStyle>
          <a:p>
            <a:pPr lvl="0"/>
            <a:r>
              <a:rPr lang="en-US" dirty="0"/>
              <a:t>Click to Edit</a:t>
            </a:r>
          </a:p>
        </p:txBody>
      </p:sp>
      <p:sp>
        <p:nvSpPr>
          <p:cNvPr id="20" name="Text Placeholder 19">
            <a:extLst>
              <a:ext uri="{FF2B5EF4-FFF2-40B4-BE49-F238E27FC236}">
                <a16:creationId xmlns:a16="http://schemas.microsoft.com/office/drawing/2014/main" id="{2A7333B4-78E3-4DDB-AF65-D0BD9DDB0B13}"/>
              </a:ext>
            </a:extLst>
          </p:cNvPr>
          <p:cNvSpPr>
            <a:spLocks noGrp="1"/>
          </p:cNvSpPr>
          <p:nvPr>
            <p:ph type="body" sz="quarter" idx="13"/>
          </p:nvPr>
        </p:nvSpPr>
        <p:spPr>
          <a:xfrm>
            <a:off x="7167433" y="3291127"/>
            <a:ext cx="4532442" cy="752475"/>
          </a:xfrm>
        </p:spPr>
        <p:txBody>
          <a:bodyPr/>
          <a:lstStyle>
            <a:lvl1pPr>
              <a:defRPr sz="1600"/>
            </a:lvl1pPr>
            <a:lvl2pPr marL="273050" indent="0">
              <a:buNone/>
              <a:defRPr/>
            </a:lvl2pPr>
          </a:lstStyle>
          <a:p>
            <a:pPr lvl="0"/>
            <a:r>
              <a:rPr lang="en-GB"/>
              <a:t>Click to edit Master text styles</a:t>
            </a:r>
          </a:p>
        </p:txBody>
      </p:sp>
      <p:sp>
        <p:nvSpPr>
          <p:cNvPr id="21" name="Text Placeholder 17">
            <a:extLst>
              <a:ext uri="{FF2B5EF4-FFF2-40B4-BE49-F238E27FC236}">
                <a16:creationId xmlns:a16="http://schemas.microsoft.com/office/drawing/2014/main" id="{3A04C10E-4C0A-4F1C-AF4B-9368D6EEE1D5}"/>
              </a:ext>
            </a:extLst>
          </p:cNvPr>
          <p:cNvSpPr>
            <a:spLocks noGrp="1"/>
          </p:cNvSpPr>
          <p:nvPr>
            <p:ph type="body" sz="quarter" idx="14" hasCustomPrompt="1"/>
          </p:nvPr>
        </p:nvSpPr>
        <p:spPr>
          <a:xfrm>
            <a:off x="7167433" y="962235"/>
            <a:ext cx="4532442" cy="431800"/>
          </a:xfrm>
        </p:spPr>
        <p:txBody>
          <a:bodyPr/>
          <a:lstStyle>
            <a:lvl1pPr>
              <a:defRPr sz="2800">
                <a:solidFill>
                  <a:schemeClr val="accent1"/>
                </a:solidFill>
              </a:defRPr>
            </a:lvl1pPr>
            <a:lvl2pPr>
              <a:defRPr sz="2800"/>
            </a:lvl2pPr>
            <a:lvl3pPr>
              <a:defRPr sz="2800"/>
            </a:lvl3pPr>
            <a:lvl4pPr>
              <a:defRPr sz="2800"/>
            </a:lvl4pPr>
            <a:lvl5pPr>
              <a:defRPr sz="2800"/>
            </a:lvl5pPr>
          </a:lstStyle>
          <a:p>
            <a:pPr lvl="0"/>
            <a:r>
              <a:rPr lang="en-US" dirty="0"/>
              <a:t>Click to Edit</a:t>
            </a:r>
          </a:p>
        </p:txBody>
      </p:sp>
      <p:sp>
        <p:nvSpPr>
          <p:cNvPr id="22" name="Text Placeholder 19">
            <a:extLst>
              <a:ext uri="{FF2B5EF4-FFF2-40B4-BE49-F238E27FC236}">
                <a16:creationId xmlns:a16="http://schemas.microsoft.com/office/drawing/2014/main" id="{DCD08270-3B84-4C0F-9D4B-B8C9B4451C98}"/>
              </a:ext>
            </a:extLst>
          </p:cNvPr>
          <p:cNvSpPr>
            <a:spLocks noGrp="1"/>
          </p:cNvSpPr>
          <p:nvPr>
            <p:ph type="body" sz="quarter" idx="15"/>
          </p:nvPr>
        </p:nvSpPr>
        <p:spPr>
          <a:xfrm>
            <a:off x="7167433" y="1533929"/>
            <a:ext cx="4532442" cy="752475"/>
          </a:xfrm>
        </p:spPr>
        <p:txBody>
          <a:bodyPr/>
          <a:lstStyle>
            <a:lvl1pPr>
              <a:defRPr sz="1600"/>
            </a:lvl1pPr>
            <a:lvl2pPr marL="273050" indent="0">
              <a:buNone/>
              <a:defRPr/>
            </a:lvl2pPr>
          </a:lstStyle>
          <a:p>
            <a:pPr lvl="0"/>
            <a:r>
              <a:rPr lang="en-GB"/>
              <a:t>Click to edit Master text styles</a:t>
            </a:r>
          </a:p>
        </p:txBody>
      </p:sp>
      <p:sp>
        <p:nvSpPr>
          <p:cNvPr id="23" name="Text Placeholder 17">
            <a:extLst>
              <a:ext uri="{FF2B5EF4-FFF2-40B4-BE49-F238E27FC236}">
                <a16:creationId xmlns:a16="http://schemas.microsoft.com/office/drawing/2014/main" id="{EF8022DB-38FA-4981-80AA-7A1F41B2303D}"/>
              </a:ext>
            </a:extLst>
          </p:cNvPr>
          <p:cNvSpPr>
            <a:spLocks noGrp="1"/>
          </p:cNvSpPr>
          <p:nvPr>
            <p:ph type="body" sz="quarter" idx="16" hasCustomPrompt="1"/>
          </p:nvPr>
        </p:nvSpPr>
        <p:spPr>
          <a:xfrm>
            <a:off x="7167433" y="4487077"/>
            <a:ext cx="4532442" cy="431800"/>
          </a:xfrm>
        </p:spPr>
        <p:txBody>
          <a:bodyPr/>
          <a:lstStyle>
            <a:lvl1pPr>
              <a:defRPr sz="2800">
                <a:solidFill>
                  <a:schemeClr val="accent1"/>
                </a:solidFill>
              </a:defRPr>
            </a:lvl1pPr>
            <a:lvl2pPr>
              <a:defRPr sz="2800"/>
            </a:lvl2pPr>
            <a:lvl3pPr>
              <a:defRPr sz="2800"/>
            </a:lvl3pPr>
            <a:lvl4pPr>
              <a:defRPr sz="2800"/>
            </a:lvl4pPr>
            <a:lvl5pPr>
              <a:defRPr sz="2800"/>
            </a:lvl5pPr>
          </a:lstStyle>
          <a:p>
            <a:pPr lvl="0"/>
            <a:r>
              <a:rPr lang="en-US" dirty="0"/>
              <a:t>Click to Edit</a:t>
            </a:r>
          </a:p>
        </p:txBody>
      </p:sp>
      <p:sp>
        <p:nvSpPr>
          <p:cNvPr id="24" name="Text Placeholder 19">
            <a:extLst>
              <a:ext uri="{FF2B5EF4-FFF2-40B4-BE49-F238E27FC236}">
                <a16:creationId xmlns:a16="http://schemas.microsoft.com/office/drawing/2014/main" id="{B6DC575F-9A95-44E0-9909-8EAD3FF0D8C6}"/>
              </a:ext>
            </a:extLst>
          </p:cNvPr>
          <p:cNvSpPr>
            <a:spLocks noGrp="1"/>
          </p:cNvSpPr>
          <p:nvPr>
            <p:ph type="body" sz="quarter" idx="17"/>
          </p:nvPr>
        </p:nvSpPr>
        <p:spPr>
          <a:xfrm>
            <a:off x="7167433" y="5058771"/>
            <a:ext cx="4532442" cy="752475"/>
          </a:xfrm>
        </p:spPr>
        <p:txBody>
          <a:bodyPr/>
          <a:lstStyle>
            <a:lvl1pPr>
              <a:defRPr sz="1600"/>
            </a:lvl1pPr>
            <a:lvl2pPr marL="273050" indent="0">
              <a:buNone/>
              <a:defRPr/>
            </a:lvl2pPr>
          </a:lstStyle>
          <a:p>
            <a:pPr lvl="0"/>
            <a:r>
              <a:rPr lang="en-GB"/>
              <a:t>Click to edit Master text styles</a:t>
            </a:r>
          </a:p>
        </p:txBody>
      </p:sp>
      <p:sp>
        <p:nvSpPr>
          <p:cNvPr id="35" name="page number">
            <a:extLst>
              <a:ext uri="{FF2B5EF4-FFF2-40B4-BE49-F238E27FC236}">
                <a16:creationId xmlns:a16="http://schemas.microsoft.com/office/drawing/2014/main" id="{ECE5CC55-AFD3-07F6-E92E-41F15057C9A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fld id="{7A51DB15-7364-4F0B-A3A0-1309F8830053}" type="slidenum">
              <a:rPr kumimoji="0" lang="en-US" sz="800" b="0" i="0" u="none" strike="noStrike" kern="1200" cap="none" spc="0" normalizeH="0" baseline="0" noProof="0" smtClean="0">
                <a:ln>
                  <a:noFill/>
                </a:ln>
                <a:solidFill>
                  <a:srgbClr val="3F3F3F"/>
                </a:solidFill>
                <a:effectLst/>
                <a:uLnTx/>
                <a:uFillTx/>
                <a:latin typeface="Arial" panose="020B0604020202020204" pitchFamily="34" charset="0"/>
                <a:ea typeface="Arial" panose="020B0604020202020204" pitchFamily="34" charset="0"/>
              </a:rPr>
              <a:pPr marL="0" marR="0" lvl="0" indent="0" algn="r" defTabSz="914400" rtl="0" eaLnBrk="1" fontAlgn="auto" latinLnBrk="0" hangingPunct="1">
                <a:lnSpc>
                  <a:spcPct val="9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3F3F3F"/>
              </a:solidFill>
              <a:effectLst/>
              <a:uLnTx/>
              <a:uFillTx/>
              <a:latin typeface="Arial" panose="020B0604020202020204" pitchFamily="34" charset="0"/>
              <a:ea typeface="Arial" panose="020B0604020202020204" pitchFamily="34" charset="0"/>
            </a:endParaRPr>
          </a:p>
        </p:txBody>
      </p:sp>
      <p:sp>
        <p:nvSpPr>
          <p:cNvPr id="3" name="TextBox 2">
            <a:extLst>
              <a:ext uri="{FF2B5EF4-FFF2-40B4-BE49-F238E27FC236}">
                <a16:creationId xmlns:a16="http://schemas.microsoft.com/office/drawing/2014/main" id="{EB82E6B6-31E6-3594-BC96-4D58BF8FED73}"/>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5" name="Graphic 8">
            <a:extLst>
              <a:ext uri="{FF2B5EF4-FFF2-40B4-BE49-F238E27FC236}">
                <a16:creationId xmlns:a16="http://schemas.microsoft.com/office/drawing/2014/main" id="{7E14BCC4-F87C-D8A8-4B00-224B5757A249}"/>
              </a:ext>
            </a:extLst>
          </p:cNvPr>
          <p:cNvGrpSpPr/>
          <p:nvPr userDrawn="1"/>
        </p:nvGrpSpPr>
        <p:grpSpPr>
          <a:xfrm>
            <a:off x="265625" y="6323271"/>
            <a:ext cx="1249223" cy="369648"/>
            <a:chOff x="265625" y="6323271"/>
            <a:chExt cx="1249223" cy="369648"/>
          </a:xfrm>
          <a:solidFill>
            <a:srgbClr val="000000"/>
          </a:solidFill>
        </p:grpSpPr>
        <p:grpSp>
          <p:nvGrpSpPr>
            <p:cNvPr id="6" name="Graphic 8">
              <a:extLst>
                <a:ext uri="{FF2B5EF4-FFF2-40B4-BE49-F238E27FC236}">
                  <a16:creationId xmlns:a16="http://schemas.microsoft.com/office/drawing/2014/main" id="{34220D2F-65A4-AE6E-936B-1A5AB8461DED}"/>
                </a:ext>
              </a:extLst>
            </p:cNvPr>
            <p:cNvGrpSpPr/>
            <p:nvPr/>
          </p:nvGrpSpPr>
          <p:grpSpPr>
            <a:xfrm>
              <a:off x="745455" y="6594444"/>
              <a:ext cx="722662" cy="98475"/>
              <a:chOff x="745455" y="6594444"/>
              <a:chExt cx="722662" cy="98475"/>
            </a:xfrm>
            <a:solidFill>
              <a:srgbClr val="000000"/>
            </a:solidFill>
          </p:grpSpPr>
          <p:sp>
            <p:nvSpPr>
              <p:cNvPr id="25" name="Freeform 49">
                <a:extLst>
                  <a:ext uri="{FF2B5EF4-FFF2-40B4-BE49-F238E27FC236}">
                    <a16:creationId xmlns:a16="http://schemas.microsoft.com/office/drawing/2014/main" id="{7872564D-06ED-10C9-1D10-19A1856FEDA4}"/>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26" name="Freeform 50">
                <a:extLst>
                  <a:ext uri="{FF2B5EF4-FFF2-40B4-BE49-F238E27FC236}">
                    <a16:creationId xmlns:a16="http://schemas.microsoft.com/office/drawing/2014/main" id="{F7EE18CD-0E2F-9EDF-846E-182A638AAC9D}"/>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27" name="Freeform 51">
                <a:extLst>
                  <a:ext uri="{FF2B5EF4-FFF2-40B4-BE49-F238E27FC236}">
                    <a16:creationId xmlns:a16="http://schemas.microsoft.com/office/drawing/2014/main" id="{504480C8-7AFB-3C23-8ECD-71C57D45778A}"/>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8" name="Freeform 52">
                <a:extLst>
                  <a:ext uri="{FF2B5EF4-FFF2-40B4-BE49-F238E27FC236}">
                    <a16:creationId xmlns:a16="http://schemas.microsoft.com/office/drawing/2014/main" id="{91F3EEAF-7439-286E-4B06-AA62FF20504C}"/>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9" name="Freeform 53">
                <a:extLst>
                  <a:ext uri="{FF2B5EF4-FFF2-40B4-BE49-F238E27FC236}">
                    <a16:creationId xmlns:a16="http://schemas.microsoft.com/office/drawing/2014/main" id="{779F3764-4639-F6CD-65D1-8A2A78731D25}"/>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30" name="Freeform 54">
                <a:extLst>
                  <a:ext uri="{FF2B5EF4-FFF2-40B4-BE49-F238E27FC236}">
                    <a16:creationId xmlns:a16="http://schemas.microsoft.com/office/drawing/2014/main" id="{E7A96EC0-5F31-689A-B6BA-4577F518C653}"/>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31" name="Freeform 55">
                <a:extLst>
                  <a:ext uri="{FF2B5EF4-FFF2-40B4-BE49-F238E27FC236}">
                    <a16:creationId xmlns:a16="http://schemas.microsoft.com/office/drawing/2014/main" id="{47532263-02D9-472F-4533-58DF92EB8F37}"/>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32" name="Freeform 56">
                <a:extLst>
                  <a:ext uri="{FF2B5EF4-FFF2-40B4-BE49-F238E27FC236}">
                    <a16:creationId xmlns:a16="http://schemas.microsoft.com/office/drawing/2014/main" id="{68A2D90D-5AAD-D59E-9155-39E411BB54F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33" name="Freeform 57">
                <a:extLst>
                  <a:ext uri="{FF2B5EF4-FFF2-40B4-BE49-F238E27FC236}">
                    <a16:creationId xmlns:a16="http://schemas.microsoft.com/office/drawing/2014/main" id="{0EA84E3A-31BA-1045-CF14-BE3C899626C2}"/>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34" name="Freeform 58">
                <a:extLst>
                  <a:ext uri="{FF2B5EF4-FFF2-40B4-BE49-F238E27FC236}">
                    <a16:creationId xmlns:a16="http://schemas.microsoft.com/office/drawing/2014/main" id="{7A354B37-DBF1-7A15-4C62-CCACE1416598}"/>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7" name="Graphic 8">
              <a:extLst>
                <a:ext uri="{FF2B5EF4-FFF2-40B4-BE49-F238E27FC236}">
                  <a16:creationId xmlns:a16="http://schemas.microsoft.com/office/drawing/2014/main" id="{D2981FCD-FE8B-E54E-CECF-046FEAE0B69D}"/>
                </a:ext>
              </a:extLst>
            </p:cNvPr>
            <p:cNvGrpSpPr/>
            <p:nvPr/>
          </p:nvGrpSpPr>
          <p:grpSpPr>
            <a:xfrm>
              <a:off x="265625" y="6323271"/>
              <a:ext cx="1249223" cy="190348"/>
              <a:chOff x="265625" y="6323271"/>
              <a:chExt cx="1249223" cy="190348"/>
            </a:xfrm>
            <a:solidFill>
              <a:srgbClr val="000000"/>
            </a:solidFill>
          </p:grpSpPr>
          <p:sp>
            <p:nvSpPr>
              <p:cNvPr id="8" name="Freeform 60">
                <a:extLst>
                  <a:ext uri="{FF2B5EF4-FFF2-40B4-BE49-F238E27FC236}">
                    <a16:creationId xmlns:a16="http://schemas.microsoft.com/office/drawing/2014/main" id="{44B1B223-BF12-C293-B25B-435D3410160C}"/>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9" name="Freeform 61">
                <a:extLst>
                  <a:ext uri="{FF2B5EF4-FFF2-40B4-BE49-F238E27FC236}">
                    <a16:creationId xmlns:a16="http://schemas.microsoft.com/office/drawing/2014/main" id="{0B22EA0E-DB2B-AAB4-B88F-9DA19CD5A9A1}"/>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4" name="Freeform 62">
                <a:extLst>
                  <a:ext uri="{FF2B5EF4-FFF2-40B4-BE49-F238E27FC236}">
                    <a16:creationId xmlns:a16="http://schemas.microsoft.com/office/drawing/2014/main" id="{FFB826DF-7FB7-1C1B-FA2F-42CC955A96A4}"/>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5" name="Freeform 63">
                <a:extLst>
                  <a:ext uri="{FF2B5EF4-FFF2-40B4-BE49-F238E27FC236}">
                    <a16:creationId xmlns:a16="http://schemas.microsoft.com/office/drawing/2014/main" id="{88633F40-6CE2-A037-0C64-267EF3D8C9B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6" name="Freeform 64">
                <a:extLst>
                  <a:ext uri="{FF2B5EF4-FFF2-40B4-BE49-F238E27FC236}">
                    <a16:creationId xmlns:a16="http://schemas.microsoft.com/office/drawing/2014/main" id="{9E78D316-C64D-D134-87C3-93C8E9A83801}"/>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7" name="Freeform 65">
                <a:extLst>
                  <a:ext uri="{FF2B5EF4-FFF2-40B4-BE49-F238E27FC236}">
                    <a16:creationId xmlns:a16="http://schemas.microsoft.com/office/drawing/2014/main" id="{CAA5FAB6-3BFB-0423-AC6C-982274B9F7CC}"/>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9" name="Freeform 66">
                <a:extLst>
                  <a:ext uri="{FF2B5EF4-FFF2-40B4-BE49-F238E27FC236}">
                    <a16:creationId xmlns:a16="http://schemas.microsoft.com/office/drawing/2014/main" id="{EFB6D80A-7556-5AA9-34BF-69158D7886C9}"/>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4" name="TextBox 3">
            <a:extLst>
              <a:ext uri="{FF2B5EF4-FFF2-40B4-BE49-F238E27FC236}">
                <a16:creationId xmlns:a16="http://schemas.microsoft.com/office/drawing/2014/main" id="{658E500E-7ACC-476A-0D5A-BD1865DDE632}"/>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36199144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750"/>
                                        <p:tgtEl>
                                          <p:spTgt spid="13"/>
                                        </p:tgtEl>
                                      </p:cBhvr>
                                    </p:animEffect>
                                  </p:childTnLst>
                                </p:cTn>
                              </p:par>
                              <p:par>
                                <p:cTn id="8" presetID="6" presetClass="emph" presetSubtype="0" fill="hold" grpId="1" nodeType="withEffect">
                                  <p:stCondLst>
                                    <p:cond delay="0"/>
                                  </p:stCondLst>
                                  <p:childTnLst>
                                    <p:animScale>
                                      <p:cBhvr>
                                        <p:cTn id="9" dur="10" fill="hold"/>
                                        <p:tgtEl>
                                          <p:spTgt spid="13"/>
                                        </p:tgtEl>
                                      </p:cBhvr>
                                      <p:by x="1000" y="1000"/>
                                    </p:animScale>
                                  </p:childTnLst>
                                </p:cTn>
                              </p:par>
                              <p:par>
                                <p:cTn id="10" presetID="6" presetClass="emph" presetSubtype="0" accel="33333" decel="66667" fill="hold" grpId="2" nodeType="withEffect">
                                  <p:stCondLst>
                                    <p:cond delay="0"/>
                                  </p:stCondLst>
                                  <p:childTnLst>
                                    <p:animScale>
                                      <p:cBhvr>
                                        <p:cTn id="11" dur="750" fill="hold"/>
                                        <p:tgtEl>
                                          <p:spTgt spid="13"/>
                                        </p:tgtEl>
                                      </p:cBhvr>
                                      <p:by x="9999000" y="9999000"/>
                                    </p:animScale>
                                  </p:childTnLst>
                                </p:cTn>
                              </p:par>
                              <p:par>
                                <p:cTn id="12" presetID="10" presetClass="entr" presetSubtype="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750"/>
                                        <p:tgtEl>
                                          <p:spTgt spid="11"/>
                                        </p:tgtEl>
                                      </p:cBhvr>
                                    </p:animEffect>
                                  </p:childTnLst>
                                </p:cTn>
                              </p:par>
                              <p:par>
                                <p:cTn id="15" presetID="6" presetClass="emph" presetSubtype="0" fill="hold" grpId="1" nodeType="withEffect">
                                  <p:stCondLst>
                                    <p:cond delay="0"/>
                                  </p:stCondLst>
                                  <p:childTnLst>
                                    <p:animScale>
                                      <p:cBhvr>
                                        <p:cTn id="16" dur="10" fill="hold"/>
                                        <p:tgtEl>
                                          <p:spTgt spid="11"/>
                                        </p:tgtEl>
                                      </p:cBhvr>
                                      <p:by x="1000" y="1000"/>
                                    </p:animScale>
                                  </p:childTnLst>
                                </p:cTn>
                              </p:par>
                              <p:par>
                                <p:cTn id="17" presetID="6" presetClass="emph" presetSubtype="0" accel="33333" decel="66667" fill="hold" grpId="2" nodeType="withEffect">
                                  <p:stCondLst>
                                    <p:cond delay="0"/>
                                  </p:stCondLst>
                                  <p:childTnLst>
                                    <p:animScale>
                                      <p:cBhvr>
                                        <p:cTn id="18" dur="750" fill="hold"/>
                                        <p:tgtEl>
                                          <p:spTgt spid="11"/>
                                        </p:tgtEl>
                                      </p:cBhvr>
                                      <p:by x="9999000" y="9999000"/>
                                    </p:animScale>
                                  </p:childTnLst>
                                </p:cTn>
                              </p:par>
                              <p:par>
                                <p:cTn id="19" presetID="10"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750"/>
                                        <p:tgtEl>
                                          <p:spTgt spid="12"/>
                                        </p:tgtEl>
                                      </p:cBhvr>
                                    </p:animEffect>
                                  </p:childTnLst>
                                </p:cTn>
                              </p:par>
                              <p:par>
                                <p:cTn id="22" presetID="6" presetClass="emph" presetSubtype="0" fill="hold" grpId="1" nodeType="withEffect">
                                  <p:stCondLst>
                                    <p:cond delay="0"/>
                                  </p:stCondLst>
                                  <p:childTnLst>
                                    <p:animScale>
                                      <p:cBhvr>
                                        <p:cTn id="23" dur="10" fill="hold"/>
                                        <p:tgtEl>
                                          <p:spTgt spid="12"/>
                                        </p:tgtEl>
                                      </p:cBhvr>
                                      <p:by x="1000" y="1000"/>
                                    </p:animScale>
                                  </p:childTnLst>
                                </p:cTn>
                              </p:par>
                              <p:par>
                                <p:cTn id="24" presetID="6" presetClass="emph" presetSubtype="0" accel="33333" decel="66667" fill="hold" grpId="2" nodeType="withEffect">
                                  <p:stCondLst>
                                    <p:cond delay="0"/>
                                  </p:stCondLst>
                                  <p:childTnLst>
                                    <p:animScale>
                                      <p:cBhvr>
                                        <p:cTn id="25" dur="750" fill="hold"/>
                                        <p:tgtEl>
                                          <p:spTgt spid="12"/>
                                        </p:tgtEl>
                                      </p:cBhvr>
                                      <p:by x="9999000" y="9999000"/>
                                    </p:animScale>
                                  </p:childTnLst>
                                </p:cTn>
                              </p:par>
                            </p:childTnLst>
                          </p:cTn>
                        </p:par>
                      </p:childTnLst>
                    </p:cTn>
                  </p:par>
                  <p:par>
                    <p:cTn id="26" fill="hold">
                      <p:stCondLst>
                        <p:cond delay="indefinite"/>
                      </p:stCondLst>
                      <p:childTnLst>
                        <p:par>
                          <p:cTn id="27" fill="hold">
                            <p:stCondLst>
                              <p:cond delay="0"/>
                            </p:stCondLst>
                            <p:childTnLst>
                              <p:par>
                                <p:cTn id="28" presetID="2" presetClass="entr" presetSubtype="2" decel="20000" fill="hold" grpId="0" nodeType="clickEffect">
                                  <p:stCondLst>
                                    <p:cond delay="0"/>
                                  </p:stCondLst>
                                  <p:childTnLst>
                                    <p:set>
                                      <p:cBhvr>
                                        <p:cTn id="29" dur="1" fill="hold">
                                          <p:stCondLst>
                                            <p:cond delay="0"/>
                                          </p:stCondLst>
                                        </p:cTn>
                                        <p:tgtEl>
                                          <p:spTgt spid="21">
                                            <p:txEl>
                                              <p:pRg st="0" end="0"/>
                                            </p:txEl>
                                          </p:spTgt>
                                        </p:tgtEl>
                                        <p:attrNameLst>
                                          <p:attrName>style.visibility</p:attrName>
                                        </p:attrNameLst>
                                      </p:cBhvr>
                                      <p:to>
                                        <p:strVal val="visible"/>
                                      </p:to>
                                    </p:set>
                                    <p:anim calcmode="lin" valueType="num">
                                      <p:cBhvr additive="base">
                                        <p:cTn id="30" dur="500" fill="hold"/>
                                        <p:tgtEl>
                                          <p:spTgt spid="21">
                                            <p:txEl>
                                              <p:pRg st="0" end="0"/>
                                            </p:txEl>
                                          </p:spTgt>
                                        </p:tgtEl>
                                        <p:attrNameLst>
                                          <p:attrName>ppt_x</p:attrName>
                                        </p:attrNameLst>
                                      </p:cBhvr>
                                      <p:tavLst>
                                        <p:tav tm="0">
                                          <p:val>
                                            <p:strVal val="1+#ppt_w/2"/>
                                          </p:val>
                                        </p:tav>
                                        <p:tav tm="100000">
                                          <p:val>
                                            <p:strVal val="#ppt_x"/>
                                          </p:val>
                                        </p:tav>
                                      </p:tavLst>
                                    </p:anim>
                                    <p:anim calcmode="lin" valueType="num">
                                      <p:cBhvr additive="base">
                                        <p:cTn id="31" dur="500" fill="hold"/>
                                        <p:tgtEl>
                                          <p:spTgt spid="21">
                                            <p:txEl>
                                              <p:pRg st="0" end="0"/>
                                            </p:txEl>
                                          </p:spTgt>
                                        </p:tgtEl>
                                        <p:attrNameLst>
                                          <p:attrName>ppt_y</p:attrName>
                                        </p:attrNameLst>
                                      </p:cBhvr>
                                      <p:tavLst>
                                        <p:tav tm="0">
                                          <p:val>
                                            <p:strVal val="#ppt_y"/>
                                          </p:val>
                                        </p:tav>
                                        <p:tav tm="100000">
                                          <p:val>
                                            <p:strVal val="#ppt_y"/>
                                          </p:val>
                                        </p:tav>
                                      </p:tavLst>
                                    </p:anim>
                                  </p:childTnLst>
                                </p:cTn>
                              </p:par>
                              <p:par>
                                <p:cTn id="32" presetID="2" presetClass="entr" presetSubtype="2" decel="20000" fill="hold" grpId="0" nodeType="withEffect">
                                  <p:stCondLst>
                                    <p:cond delay="0"/>
                                  </p:stCondLst>
                                  <p:childTnLst>
                                    <p:set>
                                      <p:cBhvr>
                                        <p:cTn id="33" dur="1" fill="hold">
                                          <p:stCondLst>
                                            <p:cond delay="0"/>
                                          </p:stCondLst>
                                        </p:cTn>
                                        <p:tgtEl>
                                          <p:spTgt spid="22">
                                            <p:txEl>
                                              <p:pRg st="0" end="0"/>
                                            </p:txEl>
                                          </p:spTgt>
                                        </p:tgtEl>
                                        <p:attrNameLst>
                                          <p:attrName>style.visibility</p:attrName>
                                        </p:attrNameLst>
                                      </p:cBhvr>
                                      <p:to>
                                        <p:strVal val="visible"/>
                                      </p:to>
                                    </p:set>
                                    <p:anim calcmode="lin" valueType="num">
                                      <p:cBhvr additive="base">
                                        <p:cTn id="34" dur="500" fill="hold"/>
                                        <p:tgtEl>
                                          <p:spTgt spid="22">
                                            <p:txEl>
                                              <p:pRg st="0" end="0"/>
                                            </p:txEl>
                                          </p:spTgt>
                                        </p:tgtEl>
                                        <p:attrNameLst>
                                          <p:attrName>ppt_x</p:attrName>
                                        </p:attrNameLst>
                                      </p:cBhvr>
                                      <p:tavLst>
                                        <p:tav tm="0">
                                          <p:val>
                                            <p:strVal val="1+#ppt_w/2"/>
                                          </p:val>
                                        </p:tav>
                                        <p:tav tm="100000">
                                          <p:val>
                                            <p:strVal val="#ppt_x"/>
                                          </p:val>
                                        </p:tav>
                                      </p:tavLst>
                                    </p:anim>
                                    <p:anim calcmode="lin" valueType="num">
                                      <p:cBhvr additive="base">
                                        <p:cTn id="35"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2" decel="20000" fill="hold" grpId="0" nodeType="clickEffect">
                                  <p:stCondLst>
                                    <p:cond delay="0"/>
                                  </p:stCondLst>
                                  <p:childTnLst>
                                    <p:set>
                                      <p:cBhvr>
                                        <p:cTn id="39" dur="1" fill="hold">
                                          <p:stCondLst>
                                            <p:cond delay="0"/>
                                          </p:stCondLst>
                                        </p:cTn>
                                        <p:tgtEl>
                                          <p:spTgt spid="18">
                                            <p:txEl>
                                              <p:pRg st="0" end="0"/>
                                            </p:txEl>
                                          </p:spTgt>
                                        </p:tgtEl>
                                        <p:attrNameLst>
                                          <p:attrName>style.visibility</p:attrName>
                                        </p:attrNameLst>
                                      </p:cBhvr>
                                      <p:to>
                                        <p:strVal val="visible"/>
                                      </p:to>
                                    </p:set>
                                    <p:anim calcmode="lin" valueType="num">
                                      <p:cBhvr additive="base">
                                        <p:cTn id="40"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41" dur="500" fill="hold"/>
                                        <p:tgtEl>
                                          <p:spTgt spid="18">
                                            <p:txEl>
                                              <p:pRg st="0" end="0"/>
                                            </p:txEl>
                                          </p:spTgt>
                                        </p:tgtEl>
                                        <p:attrNameLst>
                                          <p:attrName>ppt_y</p:attrName>
                                        </p:attrNameLst>
                                      </p:cBhvr>
                                      <p:tavLst>
                                        <p:tav tm="0">
                                          <p:val>
                                            <p:strVal val="#ppt_y"/>
                                          </p:val>
                                        </p:tav>
                                        <p:tav tm="100000">
                                          <p:val>
                                            <p:strVal val="#ppt_y"/>
                                          </p:val>
                                        </p:tav>
                                      </p:tavLst>
                                    </p:anim>
                                  </p:childTnLst>
                                </p:cTn>
                              </p:par>
                              <p:par>
                                <p:cTn id="42" presetID="2" presetClass="entr" presetSubtype="2" decel="20000" fill="hold" grpId="0" nodeType="withEffect">
                                  <p:stCondLst>
                                    <p:cond delay="0"/>
                                  </p:stCondLst>
                                  <p:childTnLst>
                                    <p:set>
                                      <p:cBhvr>
                                        <p:cTn id="43" dur="1" fill="hold">
                                          <p:stCondLst>
                                            <p:cond delay="0"/>
                                          </p:stCondLst>
                                        </p:cTn>
                                        <p:tgtEl>
                                          <p:spTgt spid="20">
                                            <p:txEl>
                                              <p:pRg st="0" end="0"/>
                                            </p:txEl>
                                          </p:spTgt>
                                        </p:tgtEl>
                                        <p:attrNameLst>
                                          <p:attrName>style.visibility</p:attrName>
                                        </p:attrNameLst>
                                      </p:cBhvr>
                                      <p:to>
                                        <p:strVal val="visible"/>
                                      </p:to>
                                    </p:set>
                                    <p:anim calcmode="lin" valueType="num">
                                      <p:cBhvr additive="base">
                                        <p:cTn id="44" dur="5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5"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2" presetClass="entr" presetSubtype="2" decel="20000" fill="hold" grpId="0" nodeType="clickEffect">
                                  <p:stCondLst>
                                    <p:cond delay="0"/>
                                  </p:stCondLst>
                                  <p:childTnLst>
                                    <p:set>
                                      <p:cBhvr>
                                        <p:cTn id="49" dur="1" fill="hold">
                                          <p:stCondLst>
                                            <p:cond delay="0"/>
                                          </p:stCondLst>
                                        </p:cTn>
                                        <p:tgtEl>
                                          <p:spTgt spid="23">
                                            <p:txEl>
                                              <p:pRg st="0" end="0"/>
                                            </p:txEl>
                                          </p:spTgt>
                                        </p:tgtEl>
                                        <p:attrNameLst>
                                          <p:attrName>style.visibility</p:attrName>
                                        </p:attrNameLst>
                                      </p:cBhvr>
                                      <p:to>
                                        <p:strVal val="visible"/>
                                      </p:to>
                                    </p:set>
                                    <p:anim calcmode="lin" valueType="num">
                                      <p:cBhvr additive="base">
                                        <p:cTn id="50"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51" dur="500" fill="hold"/>
                                        <p:tgtEl>
                                          <p:spTgt spid="23">
                                            <p:txEl>
                                              <p:pRg st="0" end="0"/>
                                            </p:txEl>
                                          </p:spTgt>
                                        </p:tgtEl>
                                        <p:attrNameLst>
                                          <p:attrName>ppt_y</p:attrName>
                                        </p:attrNameLst>
                                      </p:cBhvr>
                                      <p:tavLst>
                                        <p:tav tm="0">
                                          <p:val>
                                            <p:strVal val="#ppt_y"/>
                                          </p:val>
                                        </p:tav>
                                        <p:tav tm="100000">
                                          <p:val>
                                            <p:strVal val="#ppt_y"/>
                                          </p:val>
                                        </p:tav>
                                      </p:tavLst>
                                    </p:anim>
                                  </p:childTnLst>
                                </p:cTn>
                              </p:par>
                              <p:par>
                                <p:cTn id="52" presetID="2" presetClass="entr" presetSubtype="2" decel="20000" fill="hold" grpId="0" nodeType="withEffect">
                                  <p:stCondLst>
                                    <p:cond delay="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500" fill="hold"/>
                                        <p:tgtEl>
                                          <p:spTgt spid="24">
                                            <p:txEl>
                                              <p:pRg st="0" end="0"/>
                                            </p:txEl>
                                          </p:spTgt>
                                        </p:tgtEl>
                                        <p:attrNameLst>
                                          <p:attrName>ppt_x</p:attrName>
                                        </p:attrNameLst>
                                      </p:cBhvr>
                                      <p:tavLst>
                                        <p:tav tm="0">
                                          <p:val>
                                            <p:strVal val="1+#ppt_w/2"/>
                                          </p:val>
                                        </p:tav>
                                        <p:tav tm="100000">
                                          <p:val>
                                            <p:strVal val="#ppt_x"/>
                                          </p:val>
                                        </p:tav>
                                      </p:tavLst>
                                    </p:anim>
                                    <p:anim calcmode="lin" valueType="num">
                                      <p:cBhvr additive="base">
                                        <p:cTn id="55"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1" grpId="2" animBg="1"/>
      <p:bldP spid="12" grpId="0" animBg="1"/>
      <p:bldP spid="12" grpId="1" animBg="1"/>
      <p:bldP spid="12" grpId="2" animBg="1"/>
      <p:bldP spid="13" grpId="0" animBg="1"/>
      <p:bldP spid="13" grpId="1" animBg="1"/>
      <p:bldP spid="13" grpId="2" animBg="1"/>
      <p:bldP spid="18" grpId="0" build="p">
        <p:tmplLst>
          <p:tmpl lvl="1">
            <p:tnLst>
              <p:par>
                <p:cTn presetID="2" presetClass="entr" presetSubtype="2" decel="20000" fill="hold" nodeType="click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P spid="20" grpId="0" build="p">
        <p:tmplLst>
          <p:tmpl lvl="1">
            <p:tnLst>
              <p:par>
                <p:cTn presetID="2" presetClass="entr" presetSubtype="2" decel="2000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1+#ppt_w/2"/>
                          </p:val>
                        </p:tav>
                        <p:tav tm="100000">
                          <p:val>
                            <p:strVal val="#ppt_x"/>
                          </p:val>
                        </p:tav>
                      </p:tavLst>
                    </p:anim>
                    <p:anim calcmode="lin" valueType="num">
                      <p:cBhvr additive="base">
                        <p:cTn dur="500" fill="hold"/>
                        <p:tgtEl>
                          <p:spTgt spid="20"/>
                        </p:tgtEl>
                        <p:attrNameLst>
                          <p:attrName>ppt_y</p:attrName>
                        </p:attrNameLst>
                      </p:cBhvr>
                      <p:tavLst>
                        <p:tav tm="0">
                          <p:val>
                            <p:strVal val="#ppt_y"/>
                          </p:val>
                        </p:tav>
                        <p:tav tm="100000">
                          <p:val>
                            <p:strVal val="#ppt_y"/>
                          </p:val>
                        </p:tav>
                      </p:tavLst>
                    </p:anim>
                  </p:childTnLst>
                </p:cTn>
              </p:par>
            </p:tnLst>
          </p:tmpl>
        </p:tmplLst>
      </p:bldP>
      <p:bldP spid="21" grpId="0" build="p">
        <p:tmplLst>
          <p:tmpl lvl="1">
            <p:tnLst>
              <p:par>
                <p:cTn presetID="2" presetClass="entr" presetSubtype="2" decel="20000" fill="hold" nodeType="click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1+#ppt_w/2"/>
                          </p:val>
                        </p:tav>
                        <p:tav tm="100000">
                          <p:val>
                            <p:strVal val="#ppt_x"/>
                          </p:val>
                        </p:tav>
                      </p:tavLst>
                    </p:anim>
                    <p:anim calcmode="lin" valueType="num">
                      <p:cBhvr additive="base">
                        <p:cTn dur="500" fill="hold"/>
                        <p:tgtEl>
                          <p:spTgt spid="21"/>
                        </p:tgtEl>
                        <p:attrNameLst>
                          <p:attrName>ppt_y</p:attrName>
                        </p:attrNameLst>
                      </p:cBhvr>
                      <p:tavLst>
                        <p:tav tm="0">
                          <p:val>
                            <p:strVal val="#ppt_y"/>
                          </p:val>
                        </p:tav>
                        <p:tav tm="100000">
                          <p:val>
                            <p:strVal val="#ppt_y"/>
                          </p:val>
                        </p:tav>
                      </p:tavLst>
                    </p:anim>
                  </p:childTnLst>
                </p:cTn>
              </p:par>
            </p:tnLst>
          </p:tmpl>
        </p:tmplLst>
      </p:bldP>
      <p:bldP spid="22" grpId="0" build="p">
        <p:tmplLst>
          <p:tmpl lvl="1">
            <p:tnLst>
              <p:par>
                <p:cTn presetID="2" presetClass="entr" presetSubtype="2" decel="2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1+#ppt_w/2"/>
                          </p:val>
                        </p:tav>
                        <p:tav tm="100000">
                          <p:val>
                            <p:strVal val="#ppt_x"/>
                          </p:val>
                        </p:tav>
                      </p:tavLst>
                    </p:anim>
                    <p:anim calcmode="lin" valueType="num">
                      <p:cBhvr additive="base">
                        <p:cTn dur="500" fill="hold"/>
                        <p:tgtEl>
                          <p:spTgt spid="22"/>
                        </p:tgtEl>
                        <p:attrNameLst>
                          <p:attrName>ppt_y</p:attrName>
                        </p:attrNameLst>
                      </p:cBhvr>
                      <p:tavLst>
                        <p:tav tm="0">
                          <p:val>
                            <p:strVal val="#ppt_y"/>
                          </p:val>
                        </p:tav>
                        <p:tav tm="100000">
                          <p:val>
                            <p:strVal val="#ppt_y"/>
                          </p:val>
                        </p:tav>
                      </p:tavLst>
                    </p:anim>
                  </p:childTnLst>
                </p:cTn>
              </p:par>
            </p:tnLst>
          </p:tmpl>
        </p:tmplLst>
      </p:bldP>
      <p:bldP spid="23" grpId="0" build="p">
        <p:tmplLst>
          <p:tmpl lvl="1">
            <p:tnLst>
              <p:par>
                <p:cTn presetID="2" presetClass="entr" presetSubtype="2" decel="20000" fill="hold" nodeType="click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1+#ppt_w/2"/>
                          </p:val>
                        </p:tav>
                        <p:tav tm="100000">
                          <p:val>
                            <p:strVal val="#ppt_x"/>
                          </p:val>
                        </p:tav>
                      </p:tavLst>
                    </p:anim>
                    <p:anim calcmode="lin" valueType="num">
                      <p:cBhvr additive="base">
                        <p:cTn dur="500" fill="hold"/>
                        <p:tgtEl>
                          <p:spTgt spid="23"/>
                        </p:tgtEl>
                        <p:attrNameLst>
                          <p:attrName>ppt_y</p:attrName>
                        </p:attrNameLst>
                      </p:cBhvr>
                      <p:tavLst>
                        <p:tav tm="0">
                          <p:val>
                            <p:strVal val="#ppt_y"/>
                          </p:val>
                        </p:tav>
                        <p:tav tm="100000">
                          <p:val>
                            <p:strVal val="#ppt_y"/>
                          </p:val>
                        </p:tav>
                      </p:tavLst>
                    </p:anim>
                  </p:childTnLst>
                </p:cTn>
              </p:par>
            </p:tnLst>
          </p:tmpl>
        </p:tmplLst>
      </p:bldP>
      <p:bldP spid="24" grpId="0" build="p">
        <p:tmplLst>
          <p:tmpl lvl="1">
            <p:tnLst>
              <p:par>
                <p:cTn presetID="2" presetClass="entr" presetSubtype="2" decel="2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1+#ppt_w/2"/>
                          </p:val>
                        </p:tav>
                        <p:tav tm="100000">
                          <p:val>
                            <p:strVal val="#ppt_x"/>
                          </p:val>
                        </p:tav>
                      </p:tavLst>
                    </p:anim>
                    <p:anim calcmode="lin" valueType="num">
                      <p:cBhvr additive="base">
                        <p:cTn dur="500" fill="hold"/>
                        <p:tgtEl>
                          <p:spTgt spid="2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userDrawn="1">
  <p:cSld name="Three Icon - Horizontal - Green - RBLF">
    <p:spTree>
      <p:nvGrpSpPr>
        <p:cNvPr id="1" name=""/>
        <p:cNvGrpSpPr/>
        <p:nvPr/>
      </p:nvGrpSpPr>
      <p:grpSpPr>
        <a:xfrm>
          <a:off x="0" y="0"/>
          <a:ext cx="0" cy="0"/>
          <a:chOff x="0" y="0"/>
          <a:chExt cx="0" cy="0"/>
        </a:xfrm>
      </p:grpSpPr>
      <p:sp>
        <p:nvSpPr>
          <p:cNvPr id="10" name="BKG Rectangle">
            <a:extLst>
              <a:ext uri="{FF2B5EF4-FFF2-40B4-BE49-F238E27FC236}">
                <a16:creationId xmlns:a16="http://schemas.microsoft.com/office/drawing/2014/main" id="{EEE2E3E4-09C5-48F7-AA0C-61C0C3FD24C2}"/>
              </a:ext>
              <a:ext uri="{C183D7F6-B498-43B3-948B-1728B52AA6E4}">
                <adec:decorative xmlns:adec="http://schemas.microsoft.com/office/drawing/2017/decorative" val="1"/>
              </a:ext>
            </a:extLst>
          </p:cNvPr>
          <p:cNvSpPr/>
          <p:nvPr userDrawn="1"/>
        </p:nvSpPr>
        <p:spPr>
          <a:xfrm>
            <a:off x="-4" y="0"/>
            <a:ext cx="6094413" cy="6858000"/>
          </a:xfrm>
          <a:prstGeom prst="rect">
            <a:avLst/>
          </a:prstGeom>
          <a:solidFill>
            <a:schemeClr val="accent4">
              <a:lumMod val="20000"/>
              <a:lumOff val="80000"/>
              <a:alpha val="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 name="Title 1">
            <a:extLst>
              <a:ext uri="{FF2B5EF4-FFF2-40B4-BE49-F238E27FC236}">
                <a16:creationId xmlns:a16="http://schemas.microsoft.com/office/drawing/2014/main" id="{30A5567E-F548-4720-B611-7850ADCA900C}"/>
              </a:ext>
            </a:extLst>
          </p:cNvPr>
          <p:cNvSpPr>
            <a:spLocks noGrp="1"/>
          </p:cNvSpPr>
          <p:nvPr>
            <p:ph type="title"/>
          </p:nvPr>
        </p:nvSpPr>
        <p:spPr>
          <a:xfrm>
            <a:off x="667444" y="2376306"/>
            <a:ext cx="3630903" cy="2105388"/>
          </a:xfrm>
        </p:spPr>
        <p:txBody>
          <a:bodyPr wrap="square" anchor="ctr"/>
          <a:lstStyle>
            <a:lvl1pPr>
              <a:defRPr sz="3600">
                <a:solidFill>
                  <a:schemeClr val="accent4">
                    <a:lumMod val="50000"/>
                  </a:schemeClr>
                </a:solidFill>
              </a:defRPr>
            </a:lvl1pPr>
          </a:lstStyle>
          <a:p>
            <a:r>
              <a:rPr lang="en-GB" dirty="0"/>
              <a:t>Click to edit Master title style</a:t>
            </a:r>
            <a:endParaRPr lang="en-US" dirty="0"/>
          </a:p>
        </p:txBody>
      </p:sp>
      <p:sp>
        <p:nvSpPr>
          <p:cNvPr id="11" name="!! Oval Top">
            <a:extLst>
              <a:ext uri="{FF2B5EF4-FFF2-40B4-BE49-F238E27FC236}">
                <a16:creationId xmlns:a16="http://schemas.microsoft.com/office/drawing/2014/main" id="{B95A82A4-D00E-4BAE-97E0-52FA7B87C0D9}"/>
              </a:ext>
              <a:ext uri="{C183D7F6-B498-43B3-948B-1728B52AA6E4}">
                <adec:decorative xmlns:adec="http://schemas.microsoft.com/office/drawing/2017/decorative" val="1"/>
              </a:ext>
            </a:extLst>
          </p:cNvPr>
          <p:cNvSpPr/>
          <p:nvPr userDrawn="1"/>
        </p:nvSpPr>
        <p:spPr>
          <a:xfrm>
            <a:off x="5432325" y="2719433"/>
            <a:ext cx="1324173" cy="1324169"/>
          </a:xfrm>
          <a:prstGeom prst="ellipse">
            <a:avLst/>
          </a:prstGeom>
          <a:solidFill>
            <a:schemeClr val="accent4"/>
          </a:solidFill>
          <a:ln w="25400" cap="flat" cmpd="sng" algn="ctr">
            <a:solidFill>
              <a:schemeClr val="accent4"/>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2" name="!! Oval Top">
            <a:extLst>
              <a:ext uri="{FF2B5EF4-FFF2-40B4-BE49-F238E27FC236}">
                <a16:creationId xmlns:a16="http://schemas.microsoft.com/office/drawing/2014/main" id="{332FAD7F-A532-4557-9487-947B2391D066}"/>
              </a:ext>
              <a:ext uri="{C183D7F6-B498-43B3-948B-1728B52AA6E4}">
                <adec:decorative xmlns:adec="http://schemas.microsoft.com/office/drawing/2017/decorative" val="1"/>
              </a:ext>
            </a:extLst>
          </p:cNvPr>
          <p:cNvSpPr/>
          <p:nvPr userDrawn="1"/>
        </p:nvSpPr>
        <p:spPr>
          <a:xfrm>
            <a:off x="5432324" y="4481694"/>
            <a:ext cx="1324173" cy="1324169"/>
          </a:xfrm>
          <a:prstGeom prst="ellipse">
            <a:avLst/>
          </a:prstGeom>
          <a:solidFill>
            <a:schemeClr val="accent4"/>
          </a:solidFill>
          <a:ln w="25400" cap="flat" cmpd="sng" algn="ctr">
            <a:solidFill>
              <a:schemeClr val="accent4"/>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3" name="!! Oval Top">
            <a:extLst>
              <a:ext uri="{FF2B5EF4-FFF2-40B4-BE49-F238E27FC236}">
                <a16:creationId xmlns:a16="http://schemas.microsoft.com/office/drawing/2014/main" id="{5095E217-E63E-4FE6-9C8D-FB447A5BD47D}"/>
              </a:ext>
              <a:ext uri="{C183D7F6-B498-43B3-948B-1728B52AA6E4}">
                <adec:decorative xmlns:adec="http://schemas.microsoft.com/office/drawing/2017/decorative" val="1"/>
              </a:ext>
            </a:extLst>
          </p:cNvPr>
          <p:cNvSpPr/>
          <p:nvPr userDrawn="1"/>
        </p:nvSpPr>
        <p:spPr>
          <a:xfrm>
            <a:off x="5432323" y="957172"/>
            <a:ext cx="1324173" cy="1324169"/>
          </a:xfrm>
          <a:prstGeom prst="ellipse">
            <a:avLst/>
          </a:prstGeom>
          <a:solidFill>
            <a:schemeClr val="accent4"/>
          </a:solidFill>
          <a:ln w="25400" cap="flat" cmpd="sng" algn="ctr">
            <a:solidFill>
              <a:schemeClr val="accent4"/>
            </a:solidFill>
            <a:prstDash val="solid"/>
          </a:ln>
          <a:effectLst/>
        </p:spPr>
        <p:txBody>
          <a:bodyPr rot="0" spcFirstLastPara="0" vertOverflow="overflow" horzOverflow="overflow" vert="horz" wrap="none" lIns="60896" tIns="30448" rIns="60896" bIns="30448" numCol="1" spcCol="0" rtlCol="0" fromWordArt="0" anchor="ctr" anchorCtr="0" forceAA="0" compatLnSpc="1">
            <a:prstTxWarp prst="textNoShape">
              <a:avLst/>
            </a:prstTxWarp>
            <a:noAutofit/>
          </a:bodyPr>
          <a:lstStyle/>
          <a:p>
            <a:pPr algn="ctr" defTabSz="913578"/>
            <a:endParaRPr lang="en-US" sz="1600" kern="0" dirty="0">
              <a:solidFill>
                <a:schemeClr val="tx2"/>
              </a:solidFill>
              <a:latin typeface="Arial" panose="020B0604020202020204" pitchFamily="34" charset="0"/>
            </a:endParaRPr>
          </a:p>
        </p:txBody>
      </p:sp>
      <p:sp>
        <p:nvSpPr>
          <p:cNvPr id="18" name="Text Placeholder 17">
            <a:extLst>
              <a:ext uri="{FF2B5EF4-FFF2-40B4-BE49-F238E27FC236}">
                <a16:creationId xmlns:a16="http://schemas.microsoft.com/office/drawing/2014/main" id="{A8557501-25C3-4809-A7FA-8635CEF681FE}"/>
              </a:ext>
            </a:extLst>
          </p:cNvPr>
          <p:cNvSpPr>
            <a:spLocks noGrp="1"/>
          </p:cNvSpPr>
          <p:nvPr>
            <p:ph type="body" sz="quarter" idx="12" hasCustomPrompt="1"/>
          </p:nvPr>
        </p:nvSpPr>
        <p:spPr>
          <a:xfrm>
            <a:off x="7167433" y="2719433"/>
            <a:ext cx="4532442" cy="431800"/>
          </a:xfrm>
        </p:spPr>
        <p:txBody>
          <a:bodyPr/>
          <a:lstStyle>
            <a:lvl1pPr>
              <a:defRPr sz="2800">
                <a:solidFill>
                  <a:schemeClr val="accent4">
                    <a:lumMod val="75000"/>
                  </a:schemeClr>
                </a:solidFill>
              </a:defRPr>
            </a:lvl1pPr>
            <a:lvl2pPr>
              <a:defRPr sz="2800"/>
            </a:lvl2pPr>
            <a:lvl3pPr>
              <a:defRPr sz="2800"/>
            </a:lvl3pPr>
            <a:lvl4pPr>
              <a:defRPr sz="2800"/>
            </a:lvl4pPr>
            <a:lvl5pPr>
              <a:defRPr sz="2800"/>
            </a:lvl5pPr>
          </a:lstStyle>
          <a:p>
            <a:pPr lvl="0"/>
            <a:r>
              <a:rPr lang="en-US" dirty="0"/>
              <a:t>Click to Edit</a:t>
            </a:r>
          </a:p>
        </p:txBody>
      </p:sp>
      <p:sp>
        <p:nvSpPr>
          <p:cNvPr id="20" name="Text Placeholder 19">
            <a:extLst>
              <a:ext uri="{FF2B5EF4-FFF2-40B4-BE49-F238E27FC236}">
                <a16:creationId xmlns:a16="http://schemas.microsoft.com/office/drawing/2014/main" id="{2A7333B4-78E3-4DDB-AF65-D0BD9DDB0B13}"/>
              </a:ext>
            </a:extLst>
          </p:cNvPr>
          <p:cNvSpPr>
            <a:spLocks noGrp="1"/>
          </p:cNvSpPr>
          <p:nvPr>
            <p:ph type="body" sz="quarter" idx="13"/>
          </p:nvPr>
        </p:nvSpPr>
        <p:spPr>
          <a:xfrm>
            <a:off x="7167433" y="3291127"/>
            <a:ext cx="4532442" cy="752475"/>
          </a:xfrm>
        </p:spPr>
        <p:txBody>
          <a:bodyPr/>
          <a:lstStyle>
            <a:lvl1pPr>
              <a:defRPr sz="1600"/>
            </a:lvl1pPr>
            <a:lvl2pPr marL="273050" indent="0">
              <a:buNone/>
              <a:defRPr/>
            </a:lvl2pPr>
          </a:lstStyle>
          <a:p>
            <a:pPr lvl="0"/>
            <a:r>
              <a:rPr lang="en-GB"/>
              <a:t>Click to edit Master text styles</a:t>
            </a:r>
          </a:p>
        </p:txBody>
      </p:sp>
      <p:sp>
        <p:nvSpPr>
          <p:cNvPr id="21" name="Text Placeholder 17">
            <a:extLst>
              <a:ext uri="{FF2B5EF4-FFF2-40B4-BE49-F238E27FC236}">
                <a16:creationId xmlns:a16="http://schemas.microsoft.com/office/drawing/2014/main" id="{3A04C10E-4C0A-4F1C-AF4B-9368D6EEE1D5}"/>
              </a:ext>
            </a:extLst>
          </p:cNvPr>
          <p:cNvSpPr>
            <a:spLocks noGrp="1"/>
          </p:cNvSpPr>
          <p:nvPr>
            <p:ph type="body" sz="quarter" idx="14" hasCustomPrompt="1"/>
          </p:nvPr>
        </p:nvSpPr>
        <p:spPr>
          <a:xfrm>
            <a:off x="7167433" y="962235"/>
            <a:ext cx="4532442" cy="431800"/>
          </a:xfrm>
        </p:spPr>
        <p:txBody>
          <a:bodyPr/>
          <a:lstStyle>
            <a:lvl1pPr>
              <a:defRPr sz="2800">
                <a:solidFill>
                  <a:schemeClr val="accent4">
                    <a:lumMod val="75000"/>
                  </a:schemeClr>
                </a:solidFill>
              </a:defRPr>
            </a:lvl1pPr>
            <a:lvl2pPr>
              <a:defRPr sz="2800"/>
            </a:lvl2pPr>
            <a:lvl3pPr>
              <a:defRPr sz="2800"/>
            </a:lvl3pPr>
            <a:lvl4pPr>
              <a:defRPr sz="2800"/>
            </a:lvl4pPr>
            <a:lvl5pPr>
              <a:defRPr sz="2800"/>
            </a:lvl5pPr>
          </a:lstStyle>
          <a:p>
            <a:pPr lvl="0"/>
            <a:r>
              <a:rPr lang="en-US" dirty="0"/>
              <a:t>Click to Edit</a:t>
            </a:r>
          </a:p>
        </p:txBody>
      </p:sp>
      <p:sp>
        <p:nvSpPr>
          <p:cNvPr id="22" name="Text Placeholder 19">
            <a:extLst>
              <a:ext uri="{FF2B5EF4-FFF2-40B4-BE49-F238E27FC236}">
                <a16:creationId xmlns:a16="http://schemas.microsoft.com/office/drawing/2014/main" id="{DCD08270-3B84-4C0F-9D4B-B8C9B4451C98}"/>
              </a:ext>
            </a:extLst>
          </p:cNvPr>
          <p:cNvSpPr>
            <a:spLocks noGrp="1"/>
          </p:cNvSpPr>
          <p:nvPr>
            <p:ph type="body" sz="quarter" idx="15"/>
          </p:nvPr>
        </p:nvSpPr>
        <p:spPr>
          <a:xfrm>
            <a:off x="7167433" y="1533929"/>
            <a:ext cx="4532442" cy="752475"/>
          </a:xfrm>
        </p:spPr>
        <p:txBody>
          <a:bodyPr/>
          <a:lstStyle>
            <a:lvl1pPr>
              <a:defRPr sz="1600"/>
            </a:lvl1pPr>
            <a:lvl2pPr marL="273050" indent="0">
              <a:buNone/>
              <a:defRPr/>
            </a:lvl2pPr>
          </a:lstStyle>
          <a:p>
            <a:pPr lvl="0"/>
            <a:r>
              <a:rPr lang="en-GB"/>
              <a:t>Click to edit Master text styles</a:t>
            </a:r>
          </a:p>
        </p:txBody>
      </p:sp>
      <p:sp>
        <p:nvSpPr>
          <p:cNvPr id="23" name="Text Placeholder 17">
            <a:extLst>
              <a:ext uri="{FF2B5EF4-FFF2-40B4-BE49-F238E27FC236}">
                <a16:creationId xmlns:a16="http://schemas.microsoft.com/office/drawing/2014/main" id="{EF8022DB-38FA-4981-80AA-7A1F41B2303D}"/>
              </a:ext>
            </a:extLst>
          </p:cNvPr>
          <p:cNvSpPr>
            <a:spLocks noGrp="1"/>
          </p:cNvSpPr>
          <p:nvPr>
            <p:ph type="body" sz="quarter" idx="16" hasCustomPrompt="1"/>
          </p:nvPr>
        </p:nvSpPr>
        <p:spPr>
          <a:xfrm>
            <a:off x="7167433" y="4487077"/>
            <a:ext cx="4532442" cy="431800"/>
          </a:xfrm>
        </p:spPr>
        <p:txBody>
          <a:bodyPr/>
          <a:lstStyle>
            <a:lvl1pPr>
              <a:defRPr sz="2800">
                <a:solidFill>
                  <a:schemeClr val="accent4">
                    <a:lumMod val="75000"/>
                  </a:schemeClr>
                </a:solidFill>
              </a:defRPr>
            </a:lvl1pPr>
            <a:lvl2pPr>
              <a:defRPr sz="2800"/>
            </a:lvl2pPr>
            <a:lvl3pPr>
              <a:defRPr sz="2800"/>
            </a:lvl3pPr>
            <a:lvl4pPr>
              <a:defRPr sz="2800"/>
            </a:lvl4pPr>
            <a:lvl5pPr>
              <a:defRPr sz="2800"/>
            </a:lvl5pPr>
          </a:lstStyle>
          <a:p>
            <a:pPr lvl="0"/>
            <a:r>
              <a:rPr lang="en-US" dirty="0"/>
              <a:t>Click to Edit</a:t>
            </a:r>
          </a:p>
        </p:txBody>
      </p:sp>
      <p:sp>
        <p:nvSpPr>
          <p:cNvPr id="24" name="Text Placeholder 19">
            <a:extLst>
              <a:ext uri="{FF2B5EF4-FFF2-40B4-BE49-F238E27FC236}">
                <a16:creationId xmlns:a16="http://schemas.microsoft.com/office/drawing/2014/main" id="{B6DC575F-9A95-44E0-9909-8EAD3FF0D8C6}"/>
              </a:ext>
            </a:extLst>
          </p:cNvPr>
          <p:cNvSpPr>
            <a:spLocks noGrp="1"/>
          </p:cNvSpPr>
          <p:nvPr>
            <p:ph type="body" sz="quarter" idx="17"/>
          </p:nvPr>
        </p:nvSpPr>
        <p:spPr>
          <a:xfrm>
            <a:off x="7167433" y="5058771"/>
            <a:ext cx="4532442" cy="752475"/>
          </a:xfrm>
        </p:spPr>
        <p:txBody>
          <a:bodyPr/>
          <a:lstStyle>
            <a:lvl1pPr>
              <a:defRPr sz="1600"/>
            </a:lvl1pPr>
            <a:lvl2pPr marL="273050" indent="0">
              <a:buNone/>
              <a:defRPr/>
            </a:lvl2pPr>
          </a:lstStyle>
          <a:p>
            <a:pPr lvl="0"/>
            <a:r>
              <a:rPr lang="en-GB"/>
              <a:t>Click to edit Master text styles</a:t>
            </a:r>
          </a:p>
        </p:txBody>
      </p:sp>
      <p:sp>
        <p:nvSpPr>
          <p:cNvPr id="35" name="page number">
            <a:extLst>
              <a:ext uri="{FF2B5EF4-FFF2-40B4-BE49-F238E27FC236}">
                <a16:creationId xmlns:a16="http://schemas.microsoft.com/office/drawing/2014/main" id="{91E9769B-8BED-31C2-BCC5-5ED788A8862F}"/>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fld id="{7A51DB15-7364-4F0B-A3A0-1309F8830053}" type="slidenum">
              <a:rPr kumimoji="0" lang="en-US" sz="800" b="0" i="0" u="none" strike="noStrike" kern="1200" cap="none" spc="0" normalizeH="0" baseline="0" noProof="0" smtClean="0">
                <a:ln>
                  <a:noFill/>
                </a:ln>
                <a:solidFill>
                  <a:srgbClr val="3F3F3F"/>
                </a:solidFill>
                <a:effectLst/>
                <a:uLnTx/>
                <a:uFillTx/>
                <a:latin typeface="Arial" panose="020B0604020202020204" pitchFamily="34" charset="0"/>
                <a:ea typeface="Arial" panose="020B0604020202020204" pitchFamily="34" charset="0"/>
              </a:rPr>
              <a:pPr marL="0" marR="0" lvl="0" indent="0" algn="r" defTabSz="914400" rtl="0" eaLnBrk="1" fontAlgn="auto" latinLnBrk="0" hangingPunct="1">
                <a:lnSpc>
                  <a:spcPct val="9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3F3F3F"/>
              </a:solidFill>
              <a:effectLst/>
              <a:uLnTx/>
              <a:uFillTx/>
              <a:latin typeface="Arial" panose="020B0604020202020204" pitchFamily="34" charset="0"/>
              <a:ea typeface="Arial" panose="020B0604020202020204" pitchFamily="34" charset="0"/>
            </a:endParaRPr>
          </a:p>
        </p:txBody>
      </p:sp>
      <p:sp>
        <p:nvSpPr>
          <p:cNvPr id="3" name="TextBox 2">
            <a:extLst>
              <a:ext uri="{FF2B5EF4-FFF2-40B4-BE49-F238E27FC236}">
                <a16:creationId xmlns:a16="http://schemas.microsoft.com/office/drawing/2014/main" id="{E5BD7664-B488-7E4F-4D3B-ABAB755733E7}"/>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5" name="Graphic 8">
            <a:extLst>
              <a:ext uri="{FF2B5EF4-FFF2-40B4-BE49-F238E27FC236}">
                <a16:creationId xmlns:a16="http://schemas.microsoft.com/office/drawing/2014/main" id="{D0F9EA36-BB70-5313-044B-80807DA9CCD3}"/>
              </a:ext>
            </a:extLst>
          </p:cNvPr>
          <p:cNvGrpSpPr/>
          <p:nvPr userDrawn="1"/>
        </p:nvGrpSpPr>
        <p:grpSpPr>
          <a:xfrm>
            <a:off x="265625" y="6323271"/>
            <a:ext cx="1249223" cy="369648"/>
            <a:chOff x="265625" y="6323271"/>
            <a:chExt cx="1249223" cy="369648"/>
          </a:xfrm>
          <a:solidFill>
            <a:srgbClr val="000000"/>
          </a:solidFill>
        </p:grpSpPr>
        <p:grpSp>
          <p:nvGrpSpPr>
            <p:cNvPr id="6" name="Graphic 8">
              <a:extLst>
                <a:ext uri="{FF2B5EF4-FFF2-40B4-BE49-F238E27FC236}">
                  <a16:creationId xmlns:a16="http://schemas.microsoft.com/office/drawing/2014/main" id="{C2685E30-24AA-7761-80C0-48E5848DA42B}"/>
                </a:ext>
              </a:extLst>
            </p:cNvPr>
            <p:cNvGrpSpPr/>
            <p:nvPr/>
          </p:nvGrpSpPr>
          <p:grpSpPr>
            <a:xfrm>
              <a:off x="745455" y="6594444"/>
              <a:ext cx="722662" cy="98475"/>
              <a:chOff x="745455" y="6594444"/>
              <a:chExt cx="722662" cy="98475"/>
            </a:xfrm>
            <a:solidFill>
              <a:srgbClr val="000000"/>
            </a:solidFill>
          </p:grpSpPr>
          <p:sp>
            <p:nvSpPr>
              <p:cNvPr id="25" name="Freeform 49">
                <a:extLst>
                  <a:ext uri="{FF2B5EF4-FFF2-40B4-BE49-F238E27FC236}">
                    <a16:creationId xmlns:a16="http://schemas.microsoft.com/office/drawing/2014/main" id="{E99FBFD3-FC96-695C-66D3-862CB40AC301}"/>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26" name="Freeform 50">
                <a:extLst>
                  <a:ext uri="{FF2B5EF4-FFF2-40B4-BE49-F238E27FC236}">
                    <a16:creationId xmlns:a16="http://schemas.microsoft.com/office/drawing/2014/main" id="{6CDEBF1C-4273-612B-EE4B-68FA2CD80F6E}"/>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27" name="Freeform 51">
                <a:extLst>
                  <a:ext uri="{FF2B5EF4-FFF2-40B4-BE49-F238E27FC236}">
                    <a16:creationId xmlns:a16="http://schemas.microsoft.com/office/drawing/2014/main" id="{0AFBAC62-9E83-6584-B456-AD66A2F13638}"/>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8" name="Freeform 52">
                <a:extLst>
                  <a:ext uri="{FF2B5EF4-FFF2-40B4-BE49-F238E27FC236}">
                    <a16:creationId xmlns:a16="http://schemas.microsoft.com/office/drawing/2014/main" id="{7AE67FF2-752E-D8BD-6B17-68A624B2764F}"/>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9" name="Freeform 53">
                <a:extLst>
                  <a:ext uri="{FF2B5EF4-FFF2-40B4-BE49-F238E27FC236}">
                    <a16:creationId xmlns:a16="http://schemas.microsoft.com/office/drawing/2014/main" id="{F274C2D8-E9AD-F8CF-758D-E76DE4236FF2}"/>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30" name="Freeform 54">
                <a:extLst>
                  <a:ext uri="{FF2B5EF4-FFF2-40B4-BE49-F238E27FC236}">
                    <a16:creationId xmlns:a16="http://schemas.microsoft.com/office/drawing/2014/main" id="{8D25EEE2-4428-09D0-2C2E-A4671B9BE44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31" name="Freeform 55">
                <a:extLst>
                  <a:ext uri="{FF2B5EF4-FFF2-40B4-BE49-F238E27FC236}">
                    <a16:creationId xmlns:a16="http://schemas.microsoft.com/office/drawing/2014/main" id="{F812BB8E-233F-3979-A51B-8634E7DB54CE}"/>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32" name="Freeform 56">
                <a:extLst>
                  <a:ext uri="{FF2B5EF4-FFF2-40B4-BE49-F238E27FC236}">
                    <a16:creationId xmlns:a16="http://schemas.microsoft.com/office/drawing/2014/main" id="{AAA3E88A-2807-2D3B-8F46-54C67622DCB1}"/>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33" name="Freeform 57">
                <a:extLst>
                  <a:ext uri="{FF2B5EF4-FFF2-40B4-BE49-F238E27FC236}">
                    <a16:creationId xmlns:a16="http://schemas.microsoft.com/office/drawing/2014/main" id="{04F62A2C-C883-D52B-C7F2-32F5EF8E781C}"/>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34" name="Freeform 58">
                <a:extLst>
                  <a:ext uri="{FF2B5EF4-FFF2-40B4-BE49-F238E27FC236}">
                    <a16:creationId xmlns:a16="http://schemas.microsoft.com/office/drawing/2014/main" id="{D399ED2E-7F86-EDD9-F686-2BD5A307732C}"/>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7" name="Graphic 8">
              <a:extLst>
                <a:ext uri="{FF2B5EF4-FFF2-40B4-BE49-F238E27FC236}">
                  <a16:creationId xmlns:a16="http://schemas.microsoft.com/office/drawing/2014/main" id="{965D35B2-5C93-A6A0-129B-3451010F0999}"/>
                </a:ext>
              </a:extLst>
            </p:cNvPr>
            <p:cNvGrpSpPr/>
            <p:nvPr/>
          </p:nvGrpSpPr>
          <p:grpSpPr>
            <a:xfrm>
              <a:off x="265625" y="6323271"/>
              <a:ext cx="1249223" cy="190348"/>
              <a:chOff x="265625" y="6323271"/>
              <a:chExt cx="1249223" cy="190348"/>
            </a:xfrm>
            <a:solidFill>
              <a:srgbClr val="000000"/>
            </a:solidFill>
          </p:grpSpPr>
          <p:sp>
            <p:nvSpPr>
              <p:cNvPr id="8" name="Freeform 60">
                <a:extLst>
                  <a:ext uri="{FF2B5EF4-FFF2-40B4-BE49-F238E27FC236}">
                    <a16:creationId xmlns:a16="http://schemas.microsoft.com/office/drawing/2014/main" id="{E0FFA6EF-56B4-D322-134D-C0560EC0235D}"/>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9" name="Freeform 61">
                <a:extLst>
                  <a:ext uri="{FF2B5EF4-FFF2-40B4-BE49-F238E27FC236}">
                    <a16:creationId xmlns:a16="http://schemas.microsoft.com/office/drawing/2014/main" id="{5E208487-B1C7-8686-5965-DD8E1AF8ABB5}"/>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4" name="Freeform 62">
                <a:extLst>
                  <a:ext uri="{FF2B5EF4-FFF2-40B4-BE49-F238E27FC236}">
                    <a16:creationId xmlns:a16="http://schemas.microsoft.com/office/drawing/2014/main" id="{40722565-B854-AEC2-6FDD-4F8379CDFC61}"/>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5" name="Freeform 63">
                <a:extLst>
                  <a:ext uri="{FF2B5EF4-FFF2-40B4-BE49-F238E27FC236}">
                    <a16:creationId xmlns:a16="http://schemas.microsoft.com/office/drawing/2014/main" id="{AD2CAD7B-FFD3-87BD-81A9-89308D8D3538}"/>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6" name="Freeform 64">
                <a:extLst>
                  <a:ext uri="{FF2B5EF4-FFF2-40B4-BE49-F238E27FC236}">
                    <a16:creationId xmlns:a16="http://schemas.microsoft.com/office/drawing/2014/main" id="{2E1E1374-E627-8B13-838C-C8E843CA72B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7" name="Freeform 65">
                <a:extLst>
                  <a:ext uri="{FF2B5EF4-FFF2-40B4-BE49-F238E27FC236}">
                    <a16:creationId xmlns:a16="http://schemas.microsoft.com/office/drawing/2014/main" id="{3D1EB2FF-6096-0636-BB9E-03CEF2B07E88}"/>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9" name="Freeform 66">
                <a:extLst>
                  <a:ext uri="{FF2B5EF4-FFF2-40B4-BE49-F238E27FC236}">
                    <a16:creationId xmlns:a16="http://schemas.microsoft.com/office/drawing/2014/main" id="{A9F2620B-E7EA-2199-0614-41C3DC49F399}"/>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4" name="TextBox 3">
            <a:extLst>
              <a:ext uri="{FF2B5EF4-FFF2-40B4-BE49-F238E27FC236}">
                <a16:creationId xmlns:a16="http://schemas.microsoft.com/office/drawing/2014/main" id="{D509BAC9-1014-CADB-5852-96D2DBA9D8F9}"/>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12191879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750"/>
                                        <p:tgtEl>
                                          <p:spTgt spid="13"/>
                                        </p:tgtEl>
                                      </p:cBhvr>
                                    </p:animEffect>
                                  </p:childTnLst>
                                </p:cTn>
                              </p:par>
                              <p:par>
                                <p:cTn id="8" presetID="6" presetClass="emph" presetSubtype="0" fill="hold" grpId="1" nodeType="withEffect">
                                  <p:stCondLst>
                                    <p:cond delay="0"/>
                                  </p:stCondLst>
                                  <p:childTnLst>
                                    <p:animScale>
                                      <p:cBhvr>
                                        <p:cTn id="9" dur="10" fill="hold"/>
                                        <p:tgtEl>
                                          <p:spTgt spid="13"/>
                                        </p:tgtEl>
                                      </p:cBhvr>
                                      <p:by x="1000" y="1000"/>
                                    </p:animScale>
                                  </p:childTnLst>
                                </p:cTn>
                              </p:par>
                              <p:par>
                                <p:cTn id="10" presetID="6" presetClass="emph" presetSubtype="0" accel="33333" decel="66667" fill="hold" grpId="2" nodeType="withEffect">
                                  <p:stCondLst>
                                    <p:cond delay="0"/>
                                  </p:stCondLst>
                                  <p:childTnLst>
                                    <p:animScale>
                                      <p:cBhvr>
                                        <p:cTn id="11" dur="750" fill="hold"/>
                                        <p:tgtEl>
                                          <p:spTgt spid="13"/>
                                        </p:tgtEl>
                                      </p:cBhvr>
                                      <p:by x="9999000" y="9999000"/>
                                    </p:animScale>
                                  </p:childTnLst>
                                </p:cTn>
                              </p:par>
                              <p:par>
                                <p:cTn id="12" presetID="10" presetClass="entr" presetSubtype="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750"/>
                                        <p:tgtEl>
                                          <p:spTgt spid="11"/>
                                        </p:tgtEl>
                                      </p:cBhvr>
                                    </p:animEffect>
                                  </p:childTnLst>
                                </p:cTn>
                              </p:par>
                              <p:par>
                                <p:cTn id="15" presetID="6" presetClass="emph" presetSubtype="0" fill="hold" grpId="1" nodeType="withEffect">
                                  <p:stCondLst>
                                    <p:cond delay="0"/>
                                  </p:stCondLst>
                                  <p:childTnLst>
                                    <p:animScale>
                                      <p:cBhvr>
                                        <p:cTn id="16" dur="10" fill="hold"/>
                                        <p:tgtEl>
                                          <p:spTgt spid="11"/>
                                        </p:tgtEl>
                                      </p:cBhvr>
                                      <p:by x="1000" y="1000"/>
                                    </p:animScale>
                                  </p:childTnLst>
                                </p:cTn>
                              </p:par>
                              <p:par>
                                <p:cTn id="17" presetID="6" presetClass="emph" presetSubtype="0" accel="33333" decel="66667" fill="hold" grpId="2" nodeType="withEffect">
                                  <p:stCondLst>
                                    <p:cond delay="0"/>
                                  </p:stCondLst>
                                  <p:childTnLst>
                                    <p:animScale>
                                      <p:cBhvr>
                                        <p:cTn id="18" dur="750" fill="hold"/>
                                        <p:tgtEl>
                                          <p:spTgt spid="11"/>
                                        </p:tgtEl>
                                      </p:cBhvr>
                                      <p:by x="9999000" y="9999000"/>
                                    </p:animScale>
                                  </p:childTnLst>
                                </p:cTn>
                              </p:par>
                              <p:par>
                                <p:cTn id="19" presetID="10"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750"/>
                                        <p:tgtEl>
                                          <p:spTgt spid="12"/>
                                        </p:tgtEl>
                                      </p:cBhvr>
                                    </p:animEffect>
                                  </p:childTnLst>
                                </p:cTn>
                              </p:par>
                              <p:par>
                                <p:cTn id="22" presetID="6" presetClass="emph" presetSubtype="0" fill="hold" grpId="1" nodeType="withEffect">
                                  <p:stCondLst>
                                    <p:cond delay="0"/>
                                  </p:stCondLst>
                                  <p:childTnLst>
                                    <p:animScale>
                                      <p:cBhvr>
                                        <p:cTn id="23" dur="10" fill="hold"/>
                                        <p:tgtEl>
                                          <p:spTgt spid="12"/>
                                        </p:tgtEl>
                                      </p:cBhvr>
                                      <p:by x="1000" y="1000"/>
                                    </p:animScale>
                                  </p:childTnLst>
                                </p:cTn>
                              </p:par>
                              <p:par>
                                <p:cTn id="24" presetID="6" presetClass="emph" presetSubtype="0" accel="33333" decel="66667" fill="hold" grpId="2" nodeType="withEffect">
                                  <p:stCondLst>
                                    <p:cond delay="0"/>
                                  </p:stCondLst>
                                  <p:childTnLst>
                                    <p:animScale>
                                      <p:cBhvr>
                                        <p:cTn id="25" dur="750" fill="hold"/>
                                        <p:tgtEl>
                                          <p:spTgt spid="12"/>
                                        </p:tgtEl>
                                      </p:cBhvr>
                                      <p:by x="9999000" y="9999000"/>
                                    </p:animScale>
                                  </p:childTnLst>
                                </p:cTn>
                              </p:par>
                            </p:childTnLst>
                          </p:cTn>
                        </p:par>
                      </p:childTnLst>
                    </p:cTn>
                  </p:par>
                  <p:par>
                    <p:cTn id="26" fill="hold">
                      <p:stCondLst>
                        <p:cond delay="indefinite"/>
                      </p:stCondLst>
                      <p:childTnLst>
                        <p:par>
                          <p:cTn id="27" fill="hold">
                            <p:stCondLst>
                              <p:cond delay="0"/>
                            </p:stCondLst>
                            <p:childTnLst>
                              <p:par>
                                <p:cTn id="28" presetID="2" presetClass="entr" presetSubtype="2" decel="20000" fill="hold" grpId="0" nodeType="clickEffect">
                                  <p:stCondLst>
                                    <p:cond delay="0"/>
                                  </p:stCondLst>
                                  <p:childTnLst>
                                    <p:set>
                                      <p:cBhvr>
                                        <p:cTn id="29" dur="1" fill="hold">
                                          <p:stCondLst>
                                            <p:cond delay="0"/>
                                          </p:stCondLst>
                                        </p:cTn>
                                        <p:tgtEl>
                                          <p:spTgt spid="21">
                                            <p:txEl>
                                              <p:pRg st="0" end="0"/>
                                            </p:txEl>
                                          </p:spTgt>
                                        </p:tgtEl>
                                        <p:attrNameLst>
                                          <p:attrName>style.visibility</p:attrName>
                                        </p:attrNameLst>
                                      </p:cBhvr>
                                      <p:to>
                                        <p:strVal val="visible"/>
                                      </p:to>
                                    </p:set>
                                    <p:anim calcmode="lin" valueType="num">
                                      <p:cBhvr additive="base">
                                        <p:cTn id="30" dur="500" fill="hold"/>
                                        <p:tgtEl>
                                          <p:spTgt spid="21">
                                            <p:txEl>
                                              <p:pRg st="0" end="0"/>
                                            </p:txEl>
                                          </p:spTgt>
                                        </p:tgtEl>
                                        <p:attrNameLst>
                                          <p:attrName>ppt_x</p:attrName>
                                        </p:attrNameLst>
                                      </p:cBhvr>
                                      <p:tavLst>
                                        <p:tav tm="0">
                                          <p:val>
                                            <p:strVal val="1+#ppt_w/2"/>
                                          </p:val>
                                        </p:tav>
                                        <p:tav tm="100000">
                                          <p:val>
                                            <p:strVal val="#ppt_x"/>
                                          </p:val>
                                        </p:tav>
                                      </p:tavLst>
                                    </p:anim>
                                    <p:anim calcmode="lin" valueType="num">
                                      <p:cBhvr additive="base">
                                        <p:cTn id="31" dur="500" fill="hold"/>
                                        <p:tgtEl>
                                          <p:spTgt spid="21">
                                            <p:txEl>
                                              <p:pRg st="0" end="0"/>
                                            </p:txEl>
                                          </p:spTgt>
                                        </p:tgtEl>
                                        <p:attrNameLst>
                                          <p:attrName>ppt_y</p:attrName>
                                        </p:attrNameLst>
                                      </p:cBhvr>
                                      <p:tavLst>
                                        <p:tav tm="0">
                                          <p:val>
                                            <p:strVal val="#ppt_y"/>
                                          </p:val>
                                        </p:tav>
                                        <p:tav tm="100000">
                                          <p:val>
                                            <p:strVal val="#ppt_y"/>
                                          </p:val>
                                        </p:tav>
                                      </p:tavLst>
                                    </p:anim>
                                  </p:childTnLst>
                                </p:cTn>
                              </p:par>
                              <p:par>
                                <p:cTn id="32" presetID="2" presetClass="entr" presetSubtype="2" decel="20000" fill="hold" grpId="0" nodeType="withEffect">
                                  <p:stCondLst>
                                    <p:cond delay="0"/>
                                  </p:stCondLst>
                                  <p:childTnLst>
                                    <p:set>
                                      <p:cBhvr>
                                        <p:cTn id="33" dur="1" fill="hold">
                                          <p:stCondLst>
                                            <p:cond delay="0"/>
                                          </p:stCondLst>
                                        </p:cTn>
                                        <p:tgtEl>
                                          <p:spTgt spid="22">
                                            <p:txEl>
                                              <p:pRg st="0" end="0"/>
                                            </p:txEl>
                                          </p:spTgt>
                                        </p:tgtEl>
                                        <p:attrNameLst>
                                          <p:attrName>style.visibility</p:attrName>
                                        </p:attrNameLst>
                                      </p:cBhvr>
                                      <p:to>
                                        <p:strVal val="visible"/>
                                      </p:to>
                                    </p:set>
                                    <p:anim calcmode="lin" valueType="num">
                                      <p:cBhvr additive="base">
                                        <p:cTn id="34" dur="500" fill="hold"/>
                                        <p:tgtEl>
                                          <p:spTgt spid="22">
                                            <p:txEl>
                                              <p:pRg st="0" end="0"/>
                                            </p:txEl>
                                          </p:spTgt>
                                        </p:tgtEl>
                                        <p:attrNameLst>
                                          <p:attrName>ppt_x</p:attrName>
                                        </p:attrNameLst>
                                      </p:cBhvr>
                                      <p:tavLst>
                                        <p:tav tm="0">
                                          <p:val>
                                            <p:strVal val="1+#ppt_w/2"/>
                                          </p:val>
                                        </p:tav>
                                        <p:tav tm="100000">
                                          <p:val>
                                            <p:strVal val="#ppt_x"/>
                                          </p:val>
                                        </p:tav>
                                      </p:tavLst>
                                    </p:anim>
                                    <p:anim calcmode="lin" valueType="num">
                                      <p:cBhvr additive="base">
                                        <p:cTn id="35"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2" decel="20000" fill="hold" grpId="0" nodeType="clickEffect">
                                  <p:stCondLst>
                                    <p:cond delay="0"/>
                                  </p:stCondLst>
                                  <p:childTnLst>
                                    <p:set>
                                      <p:cBhvr>
                                        <p:cTn id="39" dur="1" fill="hold">
                                          <p:stCondLst>
                                            <p:cond delay="0"/>
                                          </p:stCondLst>
                                        </p:cTn>
                                        <p:tgtEl>
                                          <p:spTgt spid="18">
                                            <p:txEl>
                                              <p:pRg st="0" end="0"/>
                                            </p:txEl>
                                          </p:spTgt>
                                        </p:tgtEl>
                                        <p:attrNameLst>
                                          <p:attrName>style.visibility</p:attrName>
                                        </p:attrNameLst>
                                      </p:cBhvr>
                                      <p:to>
                                        <p:strVal val="visible"/>
                                      </p:to>
                                    </p:set>
                                    <p:anim calcmode="lin" valueType="num">
                                      <p:cBhvr additive="base">
                                        <p:cTn id="40"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41" dur="500" fill="hold"/>
                                        <p:tgtEl>
                                          <p:spTgt spid="18">
                                            <p:txEl>
                                              <p:pRg st="0" end="0"/>
                                            </p:txEl>
                                          </p:spTgt>
                                        </p:tgtEl>
                                        <p:attrNameLst>
                                          <p:attrName>ppt_y</p:attrName>
                                        </p:attrNameLst>
                                      </p:cBhvr>
                                      <p:tavLst>
                                        <p:tav tm="0">
                                          <p:val>
                                            <p:strVal val="#ppt_y"/>
                                          </p:val>
                                        </p:tav>
                                        <p:tav tm="100000">
                                          <p:val>
                                            <p:strVal val="#ppt_y"/>
                                          </p:val>
                                        </p:tav>
                                      </p:tavLst>
                                    </p:anim>
                                  </p:childTnLst>
                                </p:cTn>
                              </p:par>
                              <p:par>
                                <p:cTn id="42" presetID="2" presetClass="entr" presetSubtype="2" decel="20000" fill="hold" grpId="0" nodeType="withEffect">
                                  <p:stCondLst>
                                    <p:cond delay="0"/>
                                  </p:stCondLst>
                                  <p:childTnLst>
                                    <p:set>
                                      <p:cBhvr>
                                        <p:cTn id="43" dur="1" fill="hold">
                                          <p:stCondLst>
                                            <p:cond delay="0"/>
                                          </p:stCondLst>
                                        </p:cTn>
                                        <p:tgtEl>
                                          <p:spTgt spid="20">
                                            <p:txEl>
                                              <p:pRg st="0" end="0"/>
                                            </p:txEl>
                                          </p:spTgt>
                                        </p:tgtEl>
                                        <p:attrNameLst>
                                          <p:attrName>style.visibility</p:attrName>
                                        </p:attrNameLst>
                                      </p:cBhvr>
                                      <p:to>
                                        <p:strVal val="visible"/>
                                      </p:to>
                                    </p:set>
                                    <p:anim calcmode="lin" valueType="num">
                                      <p:cBhvr additive="base">
                                        <p:cTn id="44" dur="5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5"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2" presetClass="entr" presetSubtype="2" decel="20000" fill="hold" grpId="0" nodeType="clickEffect">
                                  <p:stCondLst>
                                    <p:cond delay="0"/>
                                  </p:stCondLst>
                                  <p:childTnLst>
                                    <p:set>
                                      <p:cBhvr>
                                        <p:cTn id="49" dur="1" fill="hold">
                                          <p:stCondLst>
                                            <p:cond delay="0"/>
                                          </p:stCondLst>
                                        </p:cTn>
                                        <p:tgtEl>
                                          <p:spTgt spid="23">
                                            <p:txEl>
                                              <p:pRg st="0" end="0"/>
                                            </p:txEl>
                                          </p:spTgt>
                                        </p:tgtEl>
                                        <p:attrNameLst>
                                          <p:attrName>style.visibility</p:attrName>
                                        </p:attrNameLst>
                                      </p:cBhvr>
                                      <p:to>
                                        <p:strVal val="visible"/>
                                      </p:to>
                                    </p:set>
                                    <p:anim calcmode="lin" valueType="num">
                                      <p:cBhvr additive="base">
                                        <p:cTn id="50"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51" dur="500" fill="hold"/>
                                        <p:tgtEl>
                                          <p:spTgt spid="23">
                                            <p:txEl>
                                              <p:pRg st="0" end="0"/>
                                            </p:txEl>
                                          </p:spTgt>
                                        </p:tgtEl>
                                        <p:attrNameLst>
                                          <p:attrName>ppt_y</p:attrName>
                                        </p:attrNameLst>
                                      </p:cBhvr>
                                      <p:tavLst>
                                        <p:tav tm="0">
                                          <p:val>
                                            <p:strVal val="#ppt_y"/>
                                          </p:val>
                                        </p:tav>
                                        <p:tav tm="100000">
                                          <p:val>
                                            <p:strVal val="#ppt_y"/>
                                          </p:val>
                                        </p:tav>
                                      </p:tavLst>
                                    </p:anim>
                                  </p:childTnLst>
                                </p:cTn>
                              </p:par>
                              <p:par>
                                <p:cTn id="52" presetID="2" presetClass="entr" presetSubtype="2" decel="20000" fill="hold" grpId="0" nodeType="withEffect">
                                  <p:stCondLst>
                                    <p:cond delay="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500" fill="hold"/>
                                        <p:tgtEl>
                                          <p:spTgt spid="24">
                                            <p:txEl>
                                              <p:pRg st="0" end="0"/>
                                            </p:txEl>
                                          </p:spTgt>
                                        </p:tgtEl>
                                        <p:attrNameLst>
                                          <p:attrName>ppt_x</p:attrName>
                                        </p:attrNameLst>
                                      </p:cBhvr>
                                      <p:tavLst>
                                        <p:tav tm="0">
                                          <p:val>
                                            <p:strVal val="1+#ppt_w/2"/>
                                          </p:val>
                                        </p:tav>
                                        <p:tav tm="100000">
                                          <p:val>
                                            <p:strVal val="#ppt_x"/>
                                          </p:val>
                                        </p:tav>
                                      </p:tavLst>
                                    </p:anim>
                                    <p:anim calcmode="lin" valueType="num">
                                      <p:cBhvr additive="base">
                                        <p:cTn id="55"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1" grpId="2" animBg="1"/>
      <p:bldP spid="12" grpId="0" animBg="1"/>
      <p:bldP spid="12" grpId="1" animBg="1"/>
      <p:bldP spid="12" grpId="2" animBg="1"/>
      <p:bldP spid="13" grpId="0" animBg="1"/>
      <p:bldP spid="13" grpId="1" animBg="1"/>
      <p:bldP spid="13" grpId="2" animBg="1"/>
      <p:bldP spid="18" grpId="0" build="p">
        <p:tmplLst>
          <p:tmpl lvl="1">
            <p:tnLst>
              <p:par>
                <p:cTn presetID="2" presetClass="entr" presetSubtype="2" decel="20000" fill="hold" nodeType="click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P spid="20" grpId="0" build="p">
        <p:tmplLst>
          <p:tmpl lvl="1">
            <p:tnLst>
              <p:par>
                <p:cTn presetID="2" presetClass="entr" presetSubtype="2" decel="2000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1+#ppt_w/2"/>
                          </p:val>
                        </p:tav>
                        <p:tav tm="100000">
                          <p:val>
                            <p:strVal val="#ppt_x"/>
                          </p:val>
                        </p:tav>
                      </p:tavLst>
                    </p:anim>
                    <p:anim calcmode="lin" valueType="num">
                      <p:cBhvr additive="base">
                        <p:cTn dur="500" fill="hold"/>
                        <p:tgtEl>
                          <p:spTgt spid="20"/>
                        </p:tgtEl>
                        <p:attrNameLst>
                          <p:attrName>ppt_y</p:attrName>
                        </p:attrNameLst>
                      </p:cBhvr>
                      <p:tavLst>
                        <p:tav tm="0">
                          <p:val>
                            <p:strVal val="#ppt_y"/>
                          </p:val>
                        </p:tav>
                        <p:tav tm="100000">
                          <p:val>
                            <p:strVal val="#ppt_y"/>
                          </p:val>
                        </p:tav>
                      </p:tavLst>
                    </p:anim>
                  </p:childTnLst>
                </p:cTn>
              </p:par>
            </p:tnLst>
          </p:tmpl>
        </p:tmplLst>
      </p:bldP>
      <p:bldP spid="21" grpId="0" build="p">
        <p:tmplLst>
          <p:tmpl lvl="1">
            <p:tnLst>
              <p:par>
                <p:cTn presetID="2" presetClass="entr" presetSubtype="2" decel="20000" fill="hold" nodeType="click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1+#ppt_w/2"/>
                          </p:val>
                        </p:tav>
                        <p:tav tm="100000">
                          <p:val>
                            <p:strVal val="#ppt_x"/>
                          </p:val>
                        </p:tav>
                      </p:tavLst>
                    </p:anim>
                    <p:anim calcmode="lin" valueType="num">
                      <p:cBhvr additive="base">
                        <p:cTn dur="500" fill="hold"/>
                        <p:tgtEl>
                          <p:spTgt spid="21"/>
                        </p:tgtEl>
                        <p:attrNameLst>
                          <p:attrName>ppt_y</p:attrName>
                        </p:attrNameLst>
                      </p:cBhvr>
                      <p:tavLst>
                        <p:tav tm="0">
                          <p:val>
                            <p:strVal val="#ppt_y"/>
                          </p:val>
                        </p:tav>
                        <p:tav tm="100000">
                          <p:val>
                            <p:strVal val="#ppt_y"/>
                          </p:val>
                        </p:tav>
                      </p:tavLst>
                    </p:anim>
                  </p:childTnLst>
                </p:cTn>
              </p:par>
            </p:tnLst>
          </p:tmpl>
        </p:tmplLst>
      </p:bldP>
      <p:bldP spid="22" grpId="0" build="p">
        <p:tmplLst>
          <p:tmpl lvl="1">
            <p:tnLst>
              <p:par>
                <p:cTn presetID="2" presetClass="entr" presetSubtype="2" decel="2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1+#ppt_w/2"/>
                          </p:val>
                        </p:tav>
                        <p:tav tm="100000">
                          <p:val>
                            <p:strVal val="#ppt_x"/>
                          </p:val>
                        </p:tav>
                      </p:tavLst>
                    </p:anim>
                    <p:anim calcmode="lin" valueType="num">
                      <p:cBhvr additive="base">
                        <p:cTn dur="500" fill="hold"/>
                        <p:tgtEl>
                          <p:spTgt spid="22"/>
                        </p:tgtEl>
                        <p:attrNameLst>
                          <p:attrName>ppt_y</p:attrName>
                        </p:attrNameLst>
                      </p:cBhvr>
                      <p:tavLst>
                        <p:tav tm="0">
                          <p:val>
                            <p:strVal val="#ppt_y"/>
                          </p:val>
                        </p:tav>
                        <p:tav tm="100000">
                          <p:val>
                            <p:strVal val="#ppt_y"/>
                          </p:val>
                        </p:tav>
                      </p:tavLst>
                    </p:anim>
                  </p:childTnLst>
                </p:cTn>
              </p:par>
            </p:tnLst>
          </p:tmpl>
        </p:tmplLst>
      </p:bldP>
      <p:bldP spid="23" grpId="0" build="p">
        <p:tmplLst>
          <p:tmpl lvl="1">
            <p:tnLst>
              <p:par>
                <p:cTn presetID="2" presetClass="entr" presetSubtype="2" decel="20000" fill="hold" nodeType="click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1+#ppt_w/2"/>
                          </p:val>
                        </p:tav>
                        <p:tav tm="100000">
                          <p:val>
                            <p:strVal val="#ppt_x"/>
                          </p:val>
                        </p:tav>
                      </p:tavLst>
                    </p:anim>
                    <p:anim calcmode="lin" valueType="num">
                      <p:cBhvr additive="base">
                        <p:cTn dur="500" fill="hold"/>
                        <p:tgtEl>
                          <p:spTgt spid="23"/>
                        </p:tgtEl>
                        <p:attrNameLst>
                          <p:attrName>ppt_y</p:attrName>
                        </p:attrNameLst>
                      </p:cBhvr>
                      <p:tavLst>
                        <p:tav tm="0">
                          <p:val>
                            <p:strVal val="#ppt_y"/>
                          </p:val>
                        </p:tav>
                        <p:tav tm="100000">
                          <p:val>
                            <p:strVal val="#ppt_y"/>
                          </p:val>
                        </p:tav>
                      </p:tavLst>
                    </p:anim>
                  </p:childTnLst>
                </p:cTn>
              </p:par>
            </p:tnLst>
          </p:tmpl>
        </p:tmplLst>
      </p:bldP>
      <p:bldP spid="24" grpId="0" build="p">
        <p:tmplLst>
          <p:tmpl lvl="1">
            <p:tnLst>
              <p:par>
                <p:cTn presetID="2" presetClass="entr" presetSubtype="2" decel="2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1+#ppt_w/2"/>
                          </p:val>
                        </p:tav>
                        <p:tav tm="100000">
                          <p:val>
                            <p:strVal val="#ppt_x"/>
                          </p:val>
                        </p:tav>
                      </p:tavLst>
                    </p:anim>
                    <p:anim calcmode="lin" valueType="num">
                      <p:cBhvr additive="base">
                        <p:cTn dur="500" fill="hold"/>
                        <p:tgtEl>
                          <p:spTgt spid="2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p:cSld name="Big Statement - Leaf">
    <p:spTree>
      <p:nvGrpSpPr>
        <p:cNvPr id="1" name=""/>
        <p:cNvGrpSpPr/>
        <p:nvPr/>
      </p:nvGrpSpPr>
      <p:grpSpPr>
        <a:xfrm>
          <a:off x="0" y="0"/>
          <a:ext cx="0" cy="0"/>
          <a:chOff x="0" y="0"/>
          <a:chExt cx="0" cy="0"/>
        </a:xfrm>
      </p:grpSpPr>
      <p:grpSp>
        <p:nvGrpSpPr>
          <p:cNvPr id="34" name="Group 33">
            <a:extLst>
              <a:ext uri="{FF2B5EF4-FFF2-40B4-BE49-F238E27FC236}">
                <a16:creationId xmlns:a16="http://schemas.microsoft.com/office/drawing/2014/main" id="{AE796DBB-7792-6B1A-4BD6-1B6B3F4B736A}"/>
              </a:ext>
            </a:extLst>
          </p:cNvPr>
          <p:cNvGrpSpPr/>
          <p:nvPr/>
        </p:nvGrpSpPr>
        <p:grpSpPr>
          <a:xfrm>
            <a:off x="5111737" y="1408637"/>
            <a:ext cx="7077088" cy="4553747"/>
            <a:chOff x="5111737" y="1408637"/>
            <a:chExt cx="7077088" cy="4553747"/>
          </a:xfrm>
        </p:grpSpPr>
        <p:sp>
          <p:nvSpPr>
            <p:cNvPr id="33" name="Freeform: Shape 32">
              <a:extLst>
                <a:ext uri="{FF2B5EF4-FFF2-40B4-BE49-F238E27FC236}">
                  <a16:creationId xmlns:a16="http://schemas.microsoft.com/office/drawing/2014/main" id="{E4086297-1AF3-2A2B-2613-14EDF97D3E23}"/>
                </a:ext>
              </a:extLst>
            </p:cNvPr>
            <p:cNvSpPr/>
            <p:nvPr/>
          </p:nvSpPr>
          <p:spPr>
            <a:xfrm>
              <a:off x="9152842" y="1408637"/>
              <a:ext cx="3035983" cy="3162295"/>
            </a:xfrm>
            <a:custGeom>
              <a:avLst/>
              <a:gdLst>
                <a:gd name="connsiteX0" fmla="*/ 3035983 w 3035983"/>
                <a:gd name="connsiteY0" fmla="*/ 0 h 3162295"/>
                <a:gd name="connsiteX1" fmla="*/ 3035983 w 3035983"/>
                <a:gd name="connsiteY1" fmla="*/ 1627776 h 3162295"/>
                <a:gd name="connsiteX2" fmla="*/ 1779818 w 3035983"/>
                <a:gd name="connsiteY2" fmla="*/ 2883941 h 3162295"/>
                <a:gd name="connsiteX3" fmla="*/ 1107726 w 3035983"/>
                <a:gd name="connsiteY3" fmla="*/ 3162295 h 3162295"/>
                <a:gd name="connsiteX4" fmla="*/ 95248 w 3035983"/>
                <a:gd name="connsiteY4" fmla="*/ 3162295 h 3162295"/>
                <a:gd name="connsiteX5" fmla="*/ 28020 w 3035983"/>
                <a:gd name="connsiteY5" fmla="*/ 3000022 h 3162295"/>
                <a:gd name="connsiteX6" fmla="*/ 2991889 w 3035983"/>
                <a:gd name="connsiteY6" fmla="*/ 36153 h 316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5983" h="3162295">
                  <a:moveTo>
                    <a:pt x="3035983" y="0"/>
                  </a:moveTo>
                  <a:lnTo>
                    <a:pt x="3035983" y="1627776"/>
                  </a:lnTo>
                  <a:lnTo>
                    <a:pt x="1779818" y="2883941"/>
                  </a:lnTo>
                  <a:cubicBezTo>
                    <a:pt x="1601578" y="3062182"/>
                    <a:pt x="1359848" y="3162295"/>
                    <a:pt x="1107726" y="3162295"/>
                  </a:cubicBezTo>
                  <a:lnTo>
                    <a:pt x="95248" y="3162295"/>
                  </a:lnTo>
                  <a:cubicBezTo>
                    <a:pt x="10595" y="3162295"/>
                    <a:pt x="-31858" y="3059901"/>
                    <a:pt x="28020" y="3000022"/>
                  </a:cubicBezTo>
                  <a:lnTo>
                    <a:pt x="2991889" y="36153"/>
                  </a:lnTo>
                  <a:close/>
                </a:path>
              </a:pathLst>
            </a:custGeom>
            <a:gradFill>
              <a:gsLst>
                <a:gs pos="5000">
                  <a:srgbClr val="61A30E"/>
                </a:gs>
                <a:gs pos="80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dirty="0"/>
            </a:p>
          </p:txBody>
        </p:sp>
        <p:sp>
          <p:nvSpPr>
            <p:cNvPr id="30" name="Freeform: Shape 29">
              <a:extLst>
                <a:ext uri="{FF2B5EF4-FFF2-40B4-BE49-F238E27FC236}">
                  <a16:creationId xmlns:a16="http://schemas.microsoft.com/office/drawing/2014/main" id="{6E43FCC5-AD89-BD2E-37A1-C8E7D4E39967}"/>
                </a:ext>
              </a:extLst>
            </p:cNvPr>
            <p:cNvSpPr/>
            <p:nvPr/>
          </p:nvSpPr>
          <p:spPr>
            <a:xfrm>
              <a:off x="5111737" y="2041036"/>
              <a:ext cx="5910657" cy="3921348"/>
            </a:xfrm>
            <a:custGeom>
              <a:avLst/>
              <a:gdLst>
                <a:gd name="connsiteX0" fmla="*/ 1729824 w 5910657"/>
                <a:gd name="connsiteY0" fmla="*/ 3921349 h 3921348"/>
                <a:gd name="connsiteX1" fmla="*/ 95248 w 5910657"/>
                <a:gd name="connsiteY1" fmla="*/ 3921349 h 3921348"/>
                <a:gd name="connsiteX2" fmla="*/ 28020 w 5910657"/>
                <a:gd name="connsiteY2" fmla="*/ 3759076 h 3921348"/>
                <a:gd name="connsiteX3" fmla="*/ 3508742 w 5910657"/>
                <a:gd name="connsiteY3" fmla="*/ 278354 h 3921348"/>
                <a:gd name="connsiteX4" fmla="*/ 4180834 w 5910657"/>
                <a:gd name="connsiteY4" fmla="*/ 0 h 3921348"/>
                <a:gd name="connsiteX5" fmla="*/ 5815410 w 5910657"/>
                <a:gd name="connsiteY5" fmla="*/ 0 h 3921348"/>
                <a:gd name="connsiteX6" fmla="*/ 5882638 w 5910657"/>
                <a:gd name="connsiteY6" fmla="*/ 162273 h 3921348"/>
                <a:gd name="connsiteX7" fmla="*/ 2401916 w 5910657"/>
                <a:gd name="connsiteY7" fmla="*/ 3642994 h 3921348"/>
                <a:gd name="connsiteX8" fmla="*/ 1729824 w 5910657"/>
                <a:gd name="connsiteY8" fmla="*/ 3921349 h 392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0657" h="3921348">
                  <a:moveTo>
                    <a:pt x="1729824" y="3921349"/>
                  </a:moveTo>
                  <a:lnTo>
                    <a:pt x="95248" y="3921349"/>
                  </a:lnTo>
                  <a:cubicBezTo>
                    <a:pt x="10595" y="3921349"/>
                    <a:pt x="-31858" y="3818954"/>
                    <a:pt x="28020" y="3759076"/>
                  </a:cubicBezTo>
                  <a:lnTo>
                    <a:pt x="3508742" y="278354"/>
                  </a:lnTo>
                  <a:cubicBezTo>
                    <a:pt x="3686982" y="100114"/>
                    <a:pt x="3928712" y="0"/>
                    <a:pt x="4180834" y="0"/>
                  </a:cubicBezTo>
                  <a:lnTo>
                    <a:pt x="5815410" y="0"/>
                  </a:lnTo>
                  <a:cubicBezTo>
                    <a:pt x="5900063" y="0"/>
                    <a:pt x="5942516" y="102395"/>
                    <a:pt x="5882638" y="162273"/>
                  </a:cubicBezTo>
                  <a:lnTo>
                    <a:pt x="2401916" y="3642994"/>
                  </a:lnTo>
                  <a:cubicBezTo>
                    <a:pt x="2223676" y="3821235"/>
                    <a:pt x="1981946" y="3921349"/>
                    <a:pt x="1729824" y="3921349"/>
                  </a:cubicBezTo>
                  <a:close/>
                </a:path>
              </a:pathLst>
            </a:custGeom>
            <a:gradFill>
              <a:gsLst>
                <a:gs pos="5000">
                  <a:srgbClr val="61A30E"/>
                </a:gs>
                <a:gs pos="80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dirty="0"/>
            </a:p>
          </p:txBody>
        </p:sp>
      </p:grpSp>
      <p:sp>
        <p:nvSpPr>
          <p:cNvPr id="9" name="Text Placeholder 862">
            <a:extLst>
              <a:ext uri="{FF2B5EF4-FFF2-40B4-BE49-F238E27FC236}">
                <a16:creationId xmlns:a16="http://schemas.microsoft.com/office/drawing/2014/main" id="{65A5776C-9EB9-F84B-B0C4-411FA1106F62}"/>
              </a:ext>
            </a:extLst>
          </p:cNvPr>
          <p:cNvSpPr>
            <a:spLocks noGrp="1"/>
          </p:cNvSpPr>
          <p:nvPr>
            <p:ph type="body" sz="quarter" idx="12" hasCustomPrompt="1"/>
          </p:nvPr>
        </p:nvSpPr>
        <p:spPr>
          <a:xfrm>
            <a:off x="586477" y="2233670"/>
            <a:ext cx="6519403" cy="2285999"/>
          </a:xfrm>
        </p:spPr>
        <p:txBody>
          <a:bodyPr anchor="ctr"/>
          <a:lstStyle>
            <a:lvl1pPr>
              <a:lnSpc>
                <a:spcPct val="100000"/>
              </a:lnSpc>
              <a:spcBef>
                <a:spcPts val="0"/>
              </a:spcBef>
              <a:defRPr sz="3600">
                <a:solidFill>
                  <a:schemeClr val="accent4"/>
                </a:solidFill>
              </a:defRPr>
            </a:lvl1pPr>
            <a:lvl2pPr marL="273050" indent="0">
              <a:buNone/>
              <a:defRPr/>
            </a:lvl2pPr>
          </a:lstStyle>
          <a:p>
            <a:pPr lvl="0"/>
            <a:r>
              <a:rPr lang="en-US" dirty="0"/>
              <a:t>Slide with large text placeholder, green theme.</a:t>
            </a:r>
          </a:p>
        </p:txBody>
      </p:sp>
      <p:sp>
        <p:nvSpPr>
          <p:cNvPr id="15" name="page number">
            <a:extLst>
              <a:ext uri="{FF2B5EF4-FFF2-40B4-BE49-F238E27FC236}">
                <a16:creationId xmlns:a16="http://schemas.microsoft.com/office/drawing/2014/main" id="{55FF2E89-7A98-C14C-B802-9BBF588108E5}"/>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11" name="page number">
            <a:extLst>
              <a:ext uri="{FF2B5EF4-FFF2-40B4-BE49-F238E27FC236}">
                <a16:creationId xmlns:a16="http://schemas.microsoft.com/office/drawing/2014/main" id="{55FF2E89-7A98-C14C-B802-9BBF588108E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42706829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p:cSld name="Big Statement - Aqua">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AE981AE-FE9F-186D-50E0-7F14F9BF53B6}"/>
              </a:ext>
            </a:extLst>
          </p:cNvPr>
          <p:cNvGrpSpPr/>
          <p:nvPr/>
        </p:nvGrpSpPr>
        <p:grpSpPr>
          <a:xfrm>
            <a:off x="5111737" y="1408637"/>
            <a:ext cx="7077088" cy="4553747"/>
            <a:chOff x="5111737" y="1408637"/>
            <a:chExt cx="7077088" cy="4553747"/>
          </a:xfrm>
        </p:grpSpPr>
        <p:sp>
          <p:nvSpPr>
            <p:cNvPr id="3" name="Freeform: Shape 2">
              <a:extLst>
                <a:ext uri="{FF2B5EF4-FFF2-40B4-BE49-F238E27FC236}">
                  <a16:creationId xmlns:a16="http://schemas.microsoft.com/office/drawing/2014/main" id="{4C6C08E0-382E-E034-0786-953B81FE7655}"/>
                </a:ext>
              </a:extLst>
            </p:cNvPr>
            <p:cNvSpPr/>
            <p:nvPr/>
          </p:nvSpPr>
          <p:spPr>
            <a:xfrm>
              <a:off x="9152842" y="1408637"/>
              <a:ext cx="3035983" cy="3162295"/>
            </a:xfrm>
            <a:custGeom>
              <a:avLst/>
              <a:gdLst>
                <a:gd name="connsiteX0" fmla="*/ 3035983 w 3035983"/>
                <a:gd name="connsiteY0" fmla="*/ 0 h 3162295"/>
                <a:gd name="connsiteX1" fmla="*/ 3035983 w 3035983"/>
                <a:gd name="connsiteY1" fmla="*/ 1627776 h 3162295"/>
                <a:gd name="connsiteX2" fmla="*/ 1779818 w 3035983"/>
                <a:gd name="connsiteY2" fmla="*/ 2883941 h 3162295"/>
                <a:gd name="connsiteX3" fmla="*/ 1107726 w 3035983"/>
                <a:gd name="connsiteY3" fmla="*/ 3162295 h 3162295"/>
                <a:gd name="connsiteX4" fmla="*/ 95248 w 3035983"/>
                <a:gd name="connsiteY4" fmla="*/ 3162295 h 3162295"/>
                <a:gd name="connsiteX5" fmla="*/ 28020 w 3035983"/>
                <a:gd name="connsiteY5" fmla="*/ 3000022 h 3162295"/>
                <a:gd name="connsiteX6" fmla="*/ 2991889 w 3035983"/>
                <a:gd name="connsiteY6" fmla="*/ 36153 h 316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5983" h="3162295">
                  <a:moveTo>
                    <a:pt x="3035983" y="0"/>
                  </a:moveTo>
                  <a:lnTo>
                    <a:pt x="3035983" y="1627776"/>
                  </a:lnTo>
                  <a:lnTo>
                    <a:pt x="1779818" y="2883941"/>
                  </a:lnTo>
                  <a:cubicBezTo>
                    <a:pt x="1601578" y="3062182"/>
                    <a:pt x="1359848" y="3162295"/>
                    <a:pt x="1107726" y="3162295"/>
                  </a:cubicBezTo>
                  <a:lnTo>
                    <a:pt x="95248" y="3162295"/>
                  </a:lnTo>
                  <a:cubicBezTo>
                    <a:pt x="10595" y="3162295"/>
                    <a:pt x="-31858" y="3059901"/>
                    <a:pt x="28020" y="3000022"/>
                  </a:cubicBezTo>
                  <a:lnTo>
                    <a:pt x="2991889" y="36153"/>
                  </a:lnTo>
                  <a:close/>
                </a:path>
              </a:pathLst>
            </a:custGeom>
            <a:gradFill>
              <a:gsLst>
                <a:gs pos="21000">
                  <a:schemeClr val="accent2"/>
                </a:gs>
                <a:gs pos="8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dirty="0"/>
            </a:p>
          </p:txBody>
        </p:sp>
        <p:sp>
          <p:nvSpPr>
            <p:cNvPr id="13" name="Freeform: Shape 12">
              <a:extLst>
                <a:ext uri="{FF2B5EF4-FFF2-40B4-BE49-F238E27FC236}">
                  <a16:creationId xmlns:a16="http://schemas.microsoft.com/office/drawing/2014/main" id="{E200D762-9980-0F2F-A4D2-E7F64294A756}"/>
                </a:ext>
              </a:extLst>
            </p:cNvPr>
            <p:cNvSpPr/>
            <p:nvPr/>
          </p:nvSpPr>
          <p:spPr>
            <a:xfrm>
              <a:off x="5111737" y="2041036"/>
              <a:ext cx="5910657" cy="3921348"/>
            </a:xfrm>
            <a:custGeom>
              <a:avLst/>
              <a:gdLst>
                <a:gd name="connsiteX0" fmla="*/ 1729824 w 5910657"/>
                <a:gd name="connsiteY0" fmla="*/ 3921349 h 3921348"/>
                <a:gd name="connsiteX1" fmla="*/ 95248 w 5910657"/>
                <a:gd name="connsiteY1" fmla="*/ 3921349 h 3921348"/>
                <a:gd name="connsiteX2" fmla="*/ 28020 w 5910657"/>
                <a:gd name="connsiteY2" fmla="*/ 3759076 h 3921348"/>
                <a:gd name="connsiteX3" fmla="*/ 3508742 w 5910657"/>
                <a:gd name="connsiteY3" fmla="*/ 278354 h 3921348"/>
                <a:gd name="connsiteX4" fmla="*/ 4180834 w 5910657"/>
                <a:gd name="connsiteY4" fmla="*/ 0 h 3921348"/>
                <a:gd name="connsiteX5" fmla="*/ 5815410 w 5910657"/>
                <a:gd name="connsiteY5" fmla="*/ 0 h 3921348"/>
                <a:gd name="connsiteX6" fmla="*/ 5882638 w 5910657"/>
                <a:gd name="connsiteY6" fmla="*/ 162273 h 3921348"/>
                <a:gd name="connsiteX7" fmla="*/ 2401916 w 5910657"/>
                <a:gd name="connsiteY7" fmla="*/ 3642994 h 3921348"/>
                <a:gd name="connsiteX8" fmla="*/ 1729824 w 5910657"/>
                <a:gd name="connsiteY8" fmla="*/ 3921349 h 392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0657" h="3921348">
                  <a:moveTo>
                    <a:pt x="1729824" y="3921349"/>
                  </a:moveTo>
                  <a:lnTo>
                    <a:pt x="95248" y="3921349"/>
                  </a:lnTo>
                  <a:cubicBezTo>
                    <a:pt x="10595" y="3921349"/>
                    <a:pt x="-31858" y="3818954"/>
                    <a:pt x="28020" y="3759076"/>
                  </a:cubicBezTo>
                  <a:lnTo>
                    <a:pt x="3508742" y="278354"/>
                  </a:lnTo>
                  <a:cubicBezTo>
                    <a:pt x="3686982" y="100114"/>
                    <a:pt x="3928712" y="0"/>
                    <a:pt x="4180834" y="0"/>
                  </a:cubicBezTo>
                  <a:lnTo>
                    <a:pt x="5815410" y="0"/>
                  </a:lnTo>
                  <a:cubicBezTo>
                    <a:pt x="5900063" y="0"/>
                    <a:pt x="5942516" y="102395"/>
                    <a:pt x="5882638" y="162273"/>
                  </a:cubicBezTo>
                  <a:lnTo>
                    <a:pt x="2401916" y="3642994"/>
                  </a:lnTo>
                  <a:cubicBezTo>
                    <a:pt x="2223676" y="3821235"/>
                    <a:pt x="1981946" y="3921349"/>
                    <a:pt x="1729824" y="3921349"/>
                  </a:cubicBezTo>
                  <a:close/>
                </a:path>
              </a:pathLst>
            </a:custGeom>
            <a:gradFill>
              <a:gsLst>
                <a:gs pos="21000">
                  <a:schemeClr val="accent2"/>
                </a:gs>
                <a:gs pos="8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dirty="0"/>
            </a:p>
          </p:txBody>
        </p:sp>
      </p:grpSp>
      <p:sp>
        <p:nvSpPr>
          <p:cNvPr id="9" name="Text Placeholder 862">
            <a:extLst>
              <a:ext uri="{FF2B5EF4-FFF2-40B4-BE49-F238E27FC236}">
                <a16:creationId xmlns:a16="http://schemas.microsoft.com/office/drawing/2014/main" id="{113BEA88-710C-A54D-A13C-5E36B6B878B7}"/>
              </a:ext>
            </a:extLst>
          </p:cNvPr>
          <p:cNvSpPr>
            <a:spLocks noGrp="1"/>
          </p:cNvSpPr>
          <p:nvPr>
            <p:ph type="body" sz="quarter" idx="12" hasCustomPrompt="1"/>
          </p:nvPr>
        </p:nvSpPr>
        <p:spPr>
          <a:xfrm>
            <a:off x="580171" y="2233670"/>
            <a:ext cx="6525709" cy="2285999"/>
          </a:xfrm>
        </p:spPr>
        <p:txBody>
          <a:bodyPr anchor="ctr"/>
          <a:lstStyle>
            <a:lvl1pPr>
              <a:lnSpc>
                <a:spcPct val="100000"/>
              </a:lnSpc>
              <a:spcBef>
                <a:spcPts val="0"/>
              </a:spcBef>
              <a:defRPr sz="3600">
                <a:solidFill>
                  <a:schemeClr val="accent2"/>
                </a:solidFill>
              </a:defRPr>
            </a:lvl1pPr>
            <a:lvl2pPr marL="273050" indent="0">
              <a:buNone/>
              <a:defRPr/>
            </a:lvl2pPr>
          </a:lstStyle>
          <a:p>
            <a:pPr lvl="0"/>
            <a:r>
              <a:rPr lang="en-US" dirty="0"/>
              <a:t>Slide with large text placeholder, blue theme.</a:t>
            </a:r>
          </a:p>
        </p:txBody>
      </p:sp>
      <p:sp>
        <p:nvSpPr>
          <p:cNvPr id="16" name="page number">
            <a:extLst>
              <a:ext uri="{FF2B5EF4-FFF2-40B4-BE49-F238E27FC236}">
                <a16:creationId xmlns:a16="http://schemas.microsoft.com/office/drawing/2014/main" id="{3A15EC20-3B57-4E4E-872C-A34852CBEF14}"/>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11" name="page number">
            <a:extLst>
              <a:ext uri="{FF2B5EF4-FFF2-40B4-BE49-F238E27FC236}">
                <a16:creationId xmlns:a16="http://schemas.microsoft.com/office/drawing/2014/main" id="{3A15EC20-3B57-4E4E-872C-A34852CBEF1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167639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p:cSld name="Big Statement - Plum">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76AE21A-751A-3AAB-6E34-CE624563FF91}"/>
              </a:ext>
            </a:extLst>
          </p:cNvPr>
          <p:cNvGrpSpPr/>
          <p:nvPr/>
        </p:nvGrpSpPr>
        <p:grpSpPr>
          <a:xfrm>
            <a:off x="5111737" y="1408637"/>
            <a:ext cx="7077088" cy="4553747"/>
            <a:chOff x="5111737" y="1408637"/>
            <a:chExt cx="7077088" cy="4553747"/>
          </a:xfrm>
        </p:grpSpPr>
        <p:sp>
          <p:nvSpPr>
            <p:cNvPr id="13" name="Freeform: Shape 12">
              <a:extLst>
                <a:ext uri="{FF2B5EF4-FFF2-40B4-BE49-F238E27FC236}">
                  <a16:creationId xmlns:a16="http://schemas.microsoft.com/office/drawing/2014/main" id="{FCFA1240-3D0D-AB66-BC3F-80EED3546482}"/>
                </a:ext>
              </a:extLst>
            </p:cNvPr>
            <p:cNvSpPr/>
            <p:nvPr/>
          </p:nvSpPr>
          <p:spPr>
            <a:xfrm>
              <a:off x="9152842" y="1408637"/>
              <a:ext cx="3035983" cy="3162295"/>
            </a:xfrm>
            <a:custGeom>
              <a:avLst/>
              <a:gdLst>
                <a:gd name="connsiteX0" fmla="*/ 3035983 w 3035983"/>
                <a:gd name="connsiteY0" fmla="*/ 0 h 3162295"/>
                <a:gd name="connsiteX1" fmla="*/ 3035983 w 3035983"/>
                <a:gd name="connsiteY1" fmla="*/ 1627776 h 3162295"/>
                <a:gd name="connsiteX2" fmla="*/ 1779818 w 3035983"/>
                <a:gd name="connsiteY2" fmla="*/ 2883941 h 3162295"/>
                <a:gd name="connsiteX3" fmla="*/ 1107726 w 3035983"/>
                <a:gd name="connsiteY3" fmla="*/ 3162295 h 3162295"/>
                <a:gd name="connsiteX4" fmla="*/ 95248 w 3035983"/>
                <a:gd name="connsiteY4" fmla="*/ 3162295 h 3162295"/>
                <a:gd name="connsiteX5" fmla="*/ 28020 w 3035983"/>
                <a:gd name="connsiteY5" fmla="*/ 3000022 h 3162295"/>
                <a:gd name="connsiteX6" fmla="*/ 2991889 w 3035983"/>
                <a:gd name="connsiteY6" fmla="*/ 36153 h 316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5983" h="3162295">
                  <a:moveTo>
                    <a:pt x="3035983" y="0"/>
                  </a:moveTo>
                  <a:lnTo>
                    <a:pt x="3035983" y="1627776"/>
                  </a:lnTo>
                  <a:lnTo>
                    <a:pt x="1779818" y="2883941"/>
                  </a:lnTo>
                  <a:cubicBezTo>
                    <a:pt x="1601578" y="3062182"/>
                    <a:pt x="1359848" y="3162295"/>
                    <a:pt x="1107726" y="3162295"/>
                  </a:cubicBezTo>
                  <a:lnTo>
                    <a:pt x="95248" y="3162295"/>
                  </a:lnTo>
                  <a:cubicBezTo>
                    <a:pt x="10595" y="3162295"/>
                    <a:pt x="-31858" y="3059901"/>
                    <a:pt x="28020" y="3000022"/>
                  </a:cubicBezTo>
                  <a:lnTo>
                    <a:pt x="2991889" y="36153"/>
                  </a:lnTo>
                  <a:close/>
                </a:path>
              </a:pathLst>
            </a:custGeom>
            <a:gradFill>
              <a:gsLst>
                <a:gs pos="6000">
                  <a:schemeClr val="accent5"/>
                </a:gs>
                <a:gs pos="7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dirty="0"/>
            </a:p>
          </p:txBody>
        </p:sp>
        <p:sp>
          <p:nvSpPr>
            <p:cNvPr id="14" name="Freeform: Shape 13">
              <a:extLst>
                <a:ext uri="{FF2B5EF4-FFF2-40B4-BE49-F238E27FC236}">
                  <a16:creationId xmlns:a16="http://schemas.microsoft.com/office/drawing/2014/main" id="{A884ED15-B8BE-771F-D78D-1BE6D9F66CCF}"/>
                </a:ext>
              </a:extLst>
            </p:cNvPr>
            <p:cNvSpPr/>
            <p:nvPr/>
          </p:nvSpPr>
          <p:spPr>
            <a:xfrm>
              <a:off x="5111737" y="2041036"/>
              <a:ext cx="5910657" cy="3921348"/>
            </a:xfrm>
            <a:custGeom>
              <a:avLst/>
              <a:gdLst>
                <a:gd name="connsiteX0" fmla="*/ 1729824 w 5910657"/>
                <a:gd name="connsiteY0" fmla="*/ 3921349 h 3921348"/>
                <a:gd name="connsiteX1" fmla="*/ 95248 w 5910657"/>
                <a:gd name="connsiteY1" fmla="*/ 3921349 h 3921348"/>
                <a:gd name="connsiteX2" fmla="*/ 28020 w 5910657"/>
                <a:gd name="connsiteY2" fmla="*/ 3759076 h 3921348"/>
                <a:gd name="connsiteX3" fmla="*/ 3508742 w 5910657"/>
                <a:gd name="connsiteY3" fmla="*/ 278354 h 3921348"/>
                <a:gd name="connsiteX4" fmla="*/ 4180834 w 5910657"/>
                <a:gd name="connsiteY4" fmla="*/ 0 h 3921348"/>
                <a:gd name="connsiteX5" fmla="*/ 5815410 w 5910657"/>
                <a:gd name="connsiteY5" fmla="*/ 0 h 3921348"/>
                <a:gd name="connsiteX6" fmla="*/ 5882638 w 5910657"/>
                <a:gd name="connsiteY6" fmla="*/ 162273 h 3921348"/>
                <a:gd name="connsiteX7" fmla="*/ 2401916 w 5910657"/>
                <a:gd name="connsiteY7" fmla="*/ 3642994 h 3921348"/>
                <a:gd name="connsiteX8" fmla="*/ 1729824 w 5910657"/>
                <a:gd name="connsiteY8" fmla="*/ 3921349 h 392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0657" h="3921348">
                  <a:moveTo>
                    <a:pt x="1729824" y="3921349"/>
                  </a:moveTo>
                  <a:lnTo>
                    <a:pt x="95248" y="3921349"/>
                  </a:lnTo>
                  <a:cubicBezTo>
                    <a:pt x="10595" y="3921349"/>
                    <a:pt x="-31858" y="3818954"/>
                    <a:pt x="28020" y="3759076"/>
                  </a:cubicBezTo>
                  <a:lnTo>
                    <a:pt x="3508742" y="278354"/>
                  </a:lnTo>
                  <a:cubicBezTo>
                    <a:pt x="3686982" y="100114"/>
                    <a:pt x="3928712" y="0"/>
                    <a:pt x="4180834" y="0"/>
                  </a:cubicBezTo>
                  <a:lnTo>
                    <a:pt x="5815410" y="0"/>
                  </a:lnTo>
                  <a:cubicBezTo>
                    <a:pt x="5900063" y="0"/>
                    <a:pt x="5942516" y="102395"/>
                    <a:pt x="5882638" y="162273"/>
                  </a:cubicBezTo>
                  <a:lnTo>
                    <a:pt x="2401916" y="3642994"/>
                  </a:lnTo>
                  <a:cubicBezTo>
                    <a:pt x="2223676" y="3821235"/>
                    <a:pt x="1981946" y="3921349"/>
                    <a:pt x="1729824" y="3921349"/>
                  </a:cubicBezTo>
                  <a:close/>
                </a:path>
              </a:pathLst>
            </a:custGeom>
            <a:gradFill>
              <a:gsLst>
                <a:gs pos="21000">
                  <a:schemeClr val="accent5"/>
                </a:gs>
                <a:gs pos="8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dirty="0"/>
            </a:p>
          </p:txBody>
        </p:sp>
      </p:grpSp>
      <p:sp>
        <p:nvSpPr>
          <p:cNvPr id="10" name="Text Placeholder 862">
            <a:extLst>
              <a:ext uri="{FF2B5EF4-FFF2-40B4-BE49-F238E27FC236}">
                <a16:creationId xmlns:a16="http://schemas.microsoft.com/office/drawing/2014/main" id="{BB1BA4EC-6D18-954E-81DD-4678CFBE6FFB}"/>
              </a:ext>
            </a:extLst>
          </p:cNvPr>
          <p:cNvSpPr>
            <a:spLocks noGrp="1"/>
          </p:cNvSpPr>
          <p:nvPr>
            <p:ph type="body" sz="quarter" idx="12" hasCustomPrompt="1"/>
          </p:nvPr>
        </p:nvSpPr>
        <p:spPr>
          <a:xfrm>
            <a:off x="586477" y="2233670"/>
            <a:ext cx="6519403" cy="2285999"/>
          </a:xfrm>
        </p:spPr>
        <p:txBody>
          <a:bodyPr anchor="ctr"/>
          <a:lstStyle>
            <a:lvl1pPr>
              <a:lnSpc>
                <a:spcPct val="100000"/>
              </a:lnSpc>
              <a:spcBef>
                <a:spcPts val="0"/>
              </a:spcBef>
              <a:defRPr sz="3600">
                <a:solidFill>
                  <a:schemeClr val="accent5"/>
                </a:solidFill>
              </a:defRPr>
            </a:lvl1pPr>
            <a:lvl2pPr marL="273050" indent="0">
              <a:buNone/>
              <a:defRPr/>
            </a:lvl2pPr>
          </a:lstStyle>
          <a:p>
            <a:pPr lvl="0"/>
            <a:r>
              <a:rPr lang="en-US" dirty="0"/>
              <a:t>Slide with large text placeholder, purple theme.</a:t>
            </a:r>
          </a:p>
        </p:txBody>
      </p:sp>
      <p:sp>
        <p:nvSpPr>
          <p:cNvPr id="16" name="page number">
            <a:extLst>
              <a:ext uri="{FF2B5EF4-FFF2-40B4-BE49-F238E27FC236}">
                <a16:creationId xmlns:a16="http://schemas.microsoft.com/office/drawing/2014/main" id="{312DD3E6-E621-1B4F-9197-621CC0C346AF}"/>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11" name="page number">
            <a:extLst>
              <a:ext uri="{FF2B5EF4-FFF2-40B4-BE49-F238E27FC236}">
                <a16:creationId xmlns:a16="http://schemas.microsoft.com/office/drawing/2014/main" id="{312DD3E6-E621-1B4F-9197-621CC0C346AF}"/>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828199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p:cSld name="Big Statement 2 - Leaf ">
    <p:spTree>
      <p:nvGrpSpPr>
        <p:cNvPr id="1" name=""/>
        <p:cNvGrpSpPr/>
        <p:nvPr/>
      </p:nvGrpSpPr>
      <p:grpSpPr>
        <a:xfrm>
          <a:off x="0" y="0"/>
          <a:ext cx="0" cy="0"/>
          <a:chOff x="0" y="0"/>
          <a:chExt cx="0" cy="0"/>
        </a:xfrm>
      </p:grpSpPr>
      <p:sp>
        <p:nvSpPr>
          <p:cNvPr id="61" name="Freeform: Shape 60">
            <a:extLst>
              <a:ext uri="{FF2B5EF4-FFF2-40B4-BE49-F238E27FC236}">
                <a16:creationId xmlns:a16="http://schemas.microsoft.com/office/drawing/2014/main" id="{552AB5D8-753F-CA24-2C8A-45BC9791756E}"/>
              </a:ext>
            </a:extLst>
          </p:cNvPr>
          <p:cNvSpPr/>
          <p:nvPr userDrawn="1"/>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45000">
                <a:srgbClr val="299B75"/>
              </a:gs>
              <a:gs pos="80000">
                <a:srgbClr val="61A30E"/>
              </a:gs>
            </a:gsLst>
            <a:lin ang="0" scaled="1"/>
          </a:gradFill>
          <a:ln w="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1A0A18CC-E157-AD15-E51D-50F3DC99465B}"/>
              </a:ext>
            </a:extLst>
          </p:cNvPr>
          <p:cNvSpPr/>
          <p:nvPr userDrawn="1"/>
        </p:nvSpPr>
        <p:spPr>
          <a:xfrm>
            <a:off x="6457030" y="3559219"/>
            <a:ext cx="5731795" cy="3298781"/>
          </a:xfrm>
          <a:custGeom>
            <a:avLst/>
            <a:gdLst>
              <a:gd name="connsiteX0" fmla="*/ 3823502 w 5731795"/>
              <a:gd name="connsiteY0" fmla="*/ 0 h 3298781"/>
              <a:gd name="connsiteX1" fmla="*/ 5731795 w 5731795"/>
              <a:gd name="connsiteY1" fmla="*/ 0 h 3298781"/>
              <a:gd name="connsiteX2" fmla="*/ 5731795 w 5731795"/>
              <a:gd name="connsiteY2" fmla="*/ 1358608 h 3298781"/>
              <a:gd name="connsiteX3" fmla="*/ 3791622 w 5731795"/>
              <a:gd name="connsiteY3" fmla="*/ 3298781 h 3298781"/>
              <a:gd name="connsiteX4" fmla="*/ 0 w 5731795"/>
              <a:gd name="connsiteY4" fmla="*/ 3298781 h 3298781"/>
              <a:gd name="connsiteX5" fmla="*/ 2927726 w 5731795"/>
              <a:gd name="connsiteY5" fmla="*/ 371055 h 3298781"/>
              <a:gd name="connsiteX6" fmla="*/ 3823502 w 5731795"/>
              <a:gd name="connsiteY6" fmla="*/ 0 h 329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795" h="3298781">
                <a:moveTo>
                  <a:pt x="3823502" y="0"/>
                </a:moveTo>
                <a:lnTo>
                  <a:pt x="5731795" y="0"/>
                </a:lnTo>
                <a:lnTo>
                  <a:pt x="5731795" y="1358608"/>
                </a:lnTo>
                <a:lnTo>
                  <a:pt x="3791622" y="3298781"/>
                </a:lnTo>
                <a:lnTo>
                  <a:pt x="0" y="3298781"/>
                </a:lnTo>
                <a:lnTo>
                  <a:pt x="2927726" y="371055"/>
                </a:lnTo>
                <a:cubicBezTo>
                  <a:pt x="3165320" y="133460"/>
                  <a:pt x="3487538" y="0"/>
                  <a:pt x="3823502" y="0"/>
                </a:cubicBezTo>
                <a:close/>
              </a:path>
            </a:pathLst>
          </a:custGeom>
          <a:gradFill>
            <a:gsLst>
              <a:gs pos="21000">
                <a:srgbClr val="61A30E"/>
              </a:gs>
              <a:gs pos="83000">
                <a:srgbClr val="0095C4"/>
              </a:gs>
            </a:gsLst>
            <a:lin ang="18900033" scaled="1"/>
          </a:gradFill>
          <a:ln w="0" cap="flat">
            <a:noFill/>
            <a:prstDash val="solid"/>
            <a:miter/>
          </a:ln>
        </p:spPr>
        <p:txBody>
          <a:bodyPr rtlCol="0" anchor="ctr"/>
          <a:lstStyle/>
          <a:p>
            <a:endParaRPr lang="en-US" dirty="0"/>
          </a:p>
        </p:txBody>
      </p:sp>
      <p:sp>
        <p:nvSpPr>
          <p:cNvPr id="28" name="Title 1">
            <a:extLst>
              <a:ext uri="{FF2B5EF4-FFF2-40B4-BE49-F238E27FC236}">
                <a16:creationId xmlns:a16="http://schemas.microsoft.com/office/drawing/2014/main" id="{426C215B-BC62-3CF9-EDF0-6413174A435A}"/>
              </a:ext>
            </a:extLst>
          </p:cNvPr>
          <p:cNvSpPr>
            <a:spLocks noGrp="1"/>
          </p:cNvSpPr>
          <p:nvPr>
            <p:ph type="title" hasCustomPrompt="1"/>
          </p:nvPr>
        </p:nvSpPr>
        <p:spPr>
          <a:xfrm>
            <a:off x="589108" y="938794"/>
            <a:ext cx="6427626" cy="1229360"/>
          </a:xfrm>
        </p:spPr>
        <p:txBody>
          <a:bodyPr wrap="square" anchor="b"/>
          <a:lstStyle>
            <a:lvl1pPr algn="l">
              <a:defRPr sz="3600" b="0" cap="none" baseline="0">
                <a:solidFill>
                  <a:schemeClr val="accent2"/>
                </a:solidFill>
              </a:defRPr>
            </a:lvl1pPr>
          </a:lstStyle>
          <a:p>
            <a:r>
              <a:rPr lang="en-US"/>
              <a:t>Big Statement – </a:t>
            </a:r>
            <a:br>
              <a:rPr lang="en-US"/>
            </a:br>
            <a:r>
              <a:rPr lang="en-US"/>
              <a:t>Green Theme</a:t>
            </a:r>
          </a:p>
        </p:txBody>
      </p:sp>
      <p:sp>
        <p:nvSpPr>
          <p:cNvPr id="29" name="Subtitle">
            <a:extLst>
              <a:ext uri="{FF2B5EF4-FFF2-40B4-BE49-F238E27FC236}">
                <a16:creationId xmlns:a16="http://schemas.microsoft.com/office/drawing/2014/main" id="{615FECE3-9918-4B48-E68F-739600E4B93A}"/>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7" name="page number">
            <a:extLst>
              <a:ext uri="{FF2B5EF4-FFF2-40B4-BE49-F238E27FC236}">
                <a16:creationId xmlns:a16="http://schemas.microsoft.com/office/drawing/2014/main" id="{4144FBF0-61D7-2140-A159-ECF2E9CDDA21}"/>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334703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p:cSld name="Big Statement 2 - Aqua">
    <p:spTree>
      <p:nvGrpSpPr>
        <p:cNvPr id="1" name=""/>
        <p:cNvGrpSpPr/>
        <p:nvPr/>
      </p:nvGrpSpPr>
      <p:grpSpPr>
        <a:xfrm>
          <a:off x="0" y="0"/>
          <a:ext cx="0" cy="0"/>
          <a:chOff x="0" y="0"/>
          <a:chExt cx="0" cy="0"/>
        </a:xfrm>
      </p:grpSpPr>
      <p:sp>
        <p:nvSpPr>
          <p:cNvPr id="6" name="Freeform: Shape 5">
            <a:extLst>
              <a:ext uri="{FF2B5EF4-FFF2-40B4-BE49-F238E27FC236}">
                <a16:creationId xmlns:a16="http://schemas.microsoft.com/office/drawing/2014/main" id="{DC6694C6-6A30-F4F5-68A3-ABC8048E7AE9}"/>
              </a:ext>
            </a:extLst>
          </p:cNvPr>
          <p:cNvSpPr/>
          <p:nvPr/>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80000">
                <a:schemeClr val="accent2"/>
              </a:gs>
            </a:gsLst>
            <a:lin ang="0" scaled="1"/>
          </a:gradFill>
          <a:ln w="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C43BE5DC-D92A-9A5C-C8AE-7A979F11542A}"/>
              </a:ext>
            </a:extLst>
          </p:cNvPr>
          <p:cNvSpPr/>
          <p:nvPr/>
        </p:nvSpPr>
        <p:spPr>
          <a:xfrm>
            <a:off x="6457030" y="3564299"/>
            <a:ext cx="5731795" cy="3298781"/>
          </a:xfrm>
          <a:custGeom>
            <a:avLst/>
            <a:gdLst>
              <a:gd name="connsiteX0" fmla="*/ 3823502 w 5731795"/>
              <a:gd name="connsiteY0" fmla="*/ 0 h 3298781"/>
              <a:gd name="connsiteX1" fmla="*/ 5731795 w 5731795"/>
              <a:gd name="connsiteY1" fmla="*/ 0 h 3298781"/>
              <a:gd name="connsiteX2" fmla="*/ 5731795 w 5731795"/>
              <a:gd name="connsiteY2" fmla="*/ 1358608 h 3298781"/>
              <a:gd name="connsiteX3" fmla="*/ 3791622 w 5731795"/>
              <a:gd name="connsiteY3" fmla="*/ 3298781 h 3298781"/>
              <a:gd name="connsiteX4" fmla="*/ 0 w 5731795"/>
              <a:gd name="connsiteY4" fmla="*/ 3298781 h 3298781"/>
              <a:gd name="connsiteX5" fmla="*/ 2927726 w 5731795"/>
              <a:gd name="connsiteY5" fmla="*/ 371055 h 3298781"/>
              <a:gd name="connsiteX6" fmla="*/ 3823502 w 5731795"/>
              <a:gd name="connsiteY6" fmla="*/ 0 h 329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795" h="3298781">
                <a:moveTo>
                  <a:pt x="3823502" y="0"/>
                </a:moveTo>
                <a:lnTo>
                  <a:pt x="5731795" y="0"/>
                </a:lnTo>
                <a:lnTo>
                  <a:pt x="5731795" y="1358608"/>
                </a:lnTo>
                <a:lnTo>
                  <a:pt x="3791622" y="3298781"/>
                </a:lnTo>
                <a:lnTo>
                  <a:pt x="0" y="3298781"/>
                </a:lnTo>
                <a:lnTo>
                  <a:pt x="2927726" y="371055"/>
                </a:lnTo>
                <a:cubicBezTo>
                  <a:pt x="3165320" y="133460"/>
                  <a:pt x="3487538" y="0"/>
                  <a:pt x="3823502" y="0"/>
                </a:cubicBezTo>
                <a:close/>
              </a:path>
            </a:pathLst>
          </a:custGeom>
          <a:gradFill>
            <a:gsLst>
              <a:gs pos="21000">
                <a:schemeClr val="accent2"/>
              </a:gs>
              <a:gs pos="83000">
                <a:srgbClr val="0095C4"/>
              </a:gs>
            </a:gsLst>
            <a:lin ang="18900033" scaled="1"/>
          </a:gradFill>
          <a:ln w="0" cap="flat">
            <a:noFill/>
            <a:prstDash val="solid"/>
            <a:miter/>
          </a:ln>
        </p:spPr>
        <p:txBody>
          <a:bodyPr rtlCol="0" anchor="ctr"/>
          <a:lstStyle/>
          <a:p>
            <a:endParaRPr lang="en-US" dirty="0"/>
          </a:p>
        </p:txBody>
      </p:sp>
      <p:sp>
        <p:nvSpPr>
          <p:cNvPr id="8" name="page number">
            <a:extLst>
              <a:ext uri="{FF2B5EF4-FFF2-40B4-BE49-F238E27FC236}">
                <a16:creationId xmlns:a16="http://schemas.microsoft.com/office/drawing/2014/main" id="{45469056-638C-FF40-8AA5-0675077535BA}"/>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29" name="Title 1">
            <a:extLst>
              <a:ext uri="{FF2B5EF4-FFF2-40B4-BE49-F238E27FC236}">
                <a16:creationId xmlns:a16="http://schemas.microsoft.com/office/drawing/2014/main" id="{001CFD5C-7C19-8E30-BF20-52E7629C490B}"/>
              </a:ext>
            </a:extLst>
          </p:cNvPr>
          <p:cNvSpPr>
            <a:spLocks noGrp="1"/>
          </p:cNvSpPr>
          <p:nvPr>
            <p:ph type="title" hasCustomPrompt="1"/>
          </p:nvPr>
        </p:nvSpPr>
        <p:spPr>
          <a:xfrm>
            <a:off x="589108" y="938794"/>
            <a:ext cx="6427626" cy="1229360"/>
          </a:xfrm>
        </p:spPr>
        <p:txBody>
          <a:bodyPr wrap="square" anchor="b"/>
          <a:lstStyle>
            <a:lvl1pPr algn="l">
              <a:defRPr sz="3600" b="0" cap="none" baseline="0">
                <a:solidFill>
                  <a:schemeClr val="accent2"/>
                </a:solidFill>
              </a:defRPr>
            </a:lvl1pPr>
          </a:lstStyle>
          <a:p>
            <a:r>
              <a:rPr lang="en-US"/>
              <a:t>Big Statement –</a:t>
            </a:r>
            <a:br>
              <a:rPr lang="en-US"/>
            </a:br>
            <a:r>
              <a:rPr lang="en-US"/>
              <a:t>Blue Theme</a:t>
            </a:r>
          </a:p>
        </p:txBody>
      </p:sp>
      <p:sp>
        <p:nvSpPr>
          <p:cNvPr id="30" name="Subtitle">
            <a:extLst>
              <a:ext uri="{FF2B5EF4-FFF2-40B4-BE49-F238E27FC236}">
                <a16:creationId xmlns:a16="http://schemas.microsoft.com/office/drawing/2014/main" id="{2765CEAA-0CA6-BE98-B450-1301D576C6A5}"/>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text</a:t>
            </a:r>
          </a:p>
        </p:txBody>
      </p:sp>
      <p:sp>
        <p:nvSpPr>
          <p:cNvPr id="10" name="Freeform: Shape 5">
            <a:extLst>
              <a:ext uri="{FF2B5EF4-FFF2-40B4-BE49-F238E27FC236}">
                <a16:creationId xmlns:a16="http://schemas.microsoft.com/office/drawing/2014/main" id="{DC6694C6-6A30-F4F5-68A3-ABC8048E7AE9}"/>
              </a:ext>
            </a:extLst>
          </p:cNvPr>
          <p:cNvSpPr/>
          <p:nvPr userDrawn="1"/>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80000">
                <a:schemeClr val="accent2"/>
              </a:gs>
            </a:gsLst>
            <a:lin ang="0" scaled="1"/>
          </a:gradFill>
          <a:ln w="0" cap="flat">
            <a:noFill/>
            <a:prstDash val="solid"/>
            <a:miter/>
          </a:ln>
        </p:spPr>
        <p:txBody>
          <a:bodyPr rtlCol="0" anchor="ctr"/>
          <a:lstStyle/>
          <a:p>
            <a:endParaRPr lang="en-US" dirty="0"/>
          </a:p>
        </p:txBody>
      </p:sp>
      <p:sp>
        <p:nvSpPr>
          <p:cNvPr id="12" name="page number">
            <a:extLst>
              <a:ext uri="{FF2B5EF4-FFF2-40B4-BE49-F238E27FC236}">
                <a16:creationId xmlns:a16="http://schemas.microsoft.com/office/drawing/2014/main" id="{45469056-638C-FF40-8AA5-0675077535BA}"/>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2202278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p:cSld name="Big Statement 2 - Plum">
    <p:spTree>
      <p:nvGrpSpPr>
        <p:cNvPr id="1" name=""/>
        <p:cNvGrpSpPr/>
        <p:nvPr/>
      </p:nvGrpSpPr>
      <p:grpSpPr>
        <a:xfrm>
          <a:off x="0" y="0"/>
          <a:ext cx="0" cy="0"/>
          <a:chOff x="0" y="0"/>
          <a:chExt cx="0" cy="0"/>
        </a:xfrm>
      </p:grpSpPr>
      <p:sp>
        <p:nvSpPr>
          <p:cNvPr id="32" name="Freeform: Shape 31">
            <a:extLst>
              <a:ext uri="{FF2B5EF4-FFF2-40B4-BE49-F238E27FC236}">
                <a16:creationId xmlns:a16="http://schemas.microsoft.com/office/drawing/2014/main" id="{23AA4DDC-2936-0AB6-8344-5481913C661E}"/>
              </a:ext>
            </a:extLst>
          </p:cNvPr>
          <p:cNvSpPr/>
          <p:nvPr/>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80000">
                <a:schemeClr val="accent5"/>
              </a:gs>
            </a:gsLst>
            <a:lin ang="0" scaled="1"/>
          </a:gradFill>
          <a:ln w="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2AE01D1-6E35-D230-30F3-0D3E2F8A5364}"/>
              </a:ext>
            </a:extLst>
          </p:cNvPr>
          <p:cNvSpPr/>
          <p:nvPr/>
        </p:nvSpPr>
        <p:spPr>
          <a:xfrm>
            <a:off x="6457030" y="3564299"/>
            <a:ext cx="5731795" cy="3298781"/>
          </a:xfrm>
          <a:custGeom>
            <a:avLst/>
            <a:gdLst>
              <a:gd name="connsiteX0" fmla="*/ 3823502 w 5731795"/>
              <a:gd name="connsiteY0" fmla="*/ 0 h 3298781"/>
              <a:gd name="connsiteX1" fmla="*/ 5731795 w 5731795"/>
              <a:gd name="connsiteY1" fmla="*/ 0 h 3298781"/>
              <a:gd name="connsiteX2" fmla="*/ 5731795 w 5731795"/>
              <a:gd name="connsiteY2" fmla="*/ 1358608 h 3298781"/>
              <a:gd name="connsiteX3" fmla="*/ 3791622 w 5731795"/>
              <a:gd name="connsiteY3" fmla="*/ 3298781 h 3298781"/>
              <a:gd name="connsiteX4" fmla="*/ 0 w 5731795"/>
              <a:gd name="connsiteY4" fmla="*/ 3298781 h 3298781"/>
              <a:gd name="connsiteX5" fmla="*/ 2927726 w 5731795"/>
              <a:gd name="connsiteY5" fmla="*/ 371055 h 3298781"/>
              <a:gd name="connsiteX6" fmla="*/ 3823502 w 5731795"/>
              <a:gd name="connsiteY6" fmla="*/ 0 h 329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795" h="3298781">
                <a:moveTo>
                  <a:pt x="3823502" y="0"/>
                </a:moveTo>
                <a:lnTo>
                  <a:pt x="5731795" y="0"/>
                </a:lnTo>
                <a:lnTo>
                  <a:pt x="5731795" y="1358608"/>
                </a:lnTo>
                <a:lnTo>
                  <a:pt x="3791622" y="3298781"/>
                </a:lnTo>
                <a:lnTo>
                  <a:pt x="0" y="3298781"/>
                </a:lnTo>
                <a:lnTo>
                  <a:pt x="2927726" y="371055"/>
                </a:lnTo>
                <a:cubicBezTo>
                  <a:pt x="3165320" y="133460"/>
                  <a:pt x="3487538" y="0"/>
                  <a:pt x="3823502" y="0"/>
                </a:cubicBezTo>
                <a:close/>
              </a:path>
            </a:pathLst>
          </a:custGeom>
          <a:gradFill>
            <a:gsLst>
              <a:gs pos="21000">
                <a:schemeClr val="accent5"/>
              </a:gs>
              <a:gs pos="83000">
                <a:srgbClr val="0095C4"/>
              </a:gs>
            </a:gsLst>
            <a:lin ang="18900033" scaled="1"/>
          </a:gradFill>
          <a:ln w="0" cap="flat">
            <a:noFill/>
            <a:prstDash val="solid"/>
            <a:miter/>
          </a:ln>
        </p:spPr>
        <p:txBody>
          <a:bodyPr rtlCol="0" anchor="ctr"/>
          <a:lstStyle/>
          <a:p>
            <a:endParaRPr lang="en-US" dirty="0"/>
          </a:p>
        </p:txBody>
      </p:sp>
      <p:sp>
        <p:nvSpPr>
          <p:cNvPr id="7" name="page number">
            <a:extLst>
              <a:ext uri="{FF2B5EF4-FFF2-40B4-BE49-F238E27FC236}">
                <a16:creationId xmlns:a16="http://schemas.microsoft.com/office/drawing/2014/main" id="{2A1148C9-BE55-F64C-8A6E-A5239BDB4089}"/>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2" name="Title 1">
            <a:extLst>
              <a:ext uri="{FF2B5EF4-FFF2-40B4-BE49-F238E27FC236}">
                <a16:creationId xmlns:a16="http://schemas.microsoft.com/office/drawing/2014/main" id="{98CA9A76-8DB9-793E-B69C-4DDA15EBC5E2}"/>
              </a:ext>
            </a:extLst>
          </p:cNvPr>
          <p:cNvSpPr>
            <a:spLocks noGrp="1"/>
          </p:cNvSpPr>
          <p:nvPr>
            <p:ph type="title" hasCustomPrompt="1"/>
          </p:nvPr>
        </p:nvSpPr>
        <p:spPr>
          <a:xfrm>
            <a:off x="589108" y="938794"/>
            <a:ext cx="6427626" cy="1229360"/>
          </a:xfrm>
        </p:spPr>
        <p:txBody>
          <a:bodyPr wrap="square" anchor="b"/>
          <a:lstStyle>
            <a:lvl1pPr algn="l">
              <a:defRPr sz="3600" b="0" cap="none" baseline="0">
                <a:solidFill>
                  <a:schemeClr val="accent2"/>
                </a:solidFill>
              </a:defRPr>
            </a:lvl1pPr>
          </a:lstStyle>
          <a:p>
            <a:r>
              <a:rPr lang="en-US" dirty="0"/>
              <a:t>Big Statement – </a:t>
            </a:r>
            <a:br>
              <a:rPr lang="en-US" dirty="0"/>
            </a:br>
            <a:r>
              <a:rPr lang="en-US" dirty="0"/>
              <a:t>Purple Theme</a:t>
            </a:r>
          </a:p>
        </p:txBody>
      </p:sp>
      <p:sp>
        <p:nvSpPr>
          <p:cNvPr id="3" name="Subtitle">
            <a:extLst>
              <a:ext uri="{FF2B5EF4-FFF2-40B4-BE49-F238E27FC236}">
                <a16:creationId xmlns:a16="http://schemas.microsoft.com/office/drawing/2014/main" id="{E9F2B30E-136B-200F-6F46-63B36E449AFD}"/>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9" name="Freeform: Shape 31">
            <a:extLst>
              <a:ext uri="{FF2B5EF4-FFF2-40B4-BE49-F238E27FC236}">
                <a16:creationId xmlns:a16="http://schemas.microsoft.com/office/drawing/2014/main" id="{23AA4DDC-2936-0AB6-8344-5481913C661E}"/>
              </a:ext>
            </a:extLst>
          </p:cNvPr>
          <p:cNvSpPr/>
          <p:nvPr userDrawn="1"/>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80000">
                <a:schemeClr val="accent5"/>
              </a:gs>
            </a:gsLst>
            <a:lin ang="0" scaled="1"/>
          </a:gradFill>
          <a:ln w="0" cap="flat">
            <a:noFill/>
            <a:prstDash val="solid"/>
            <a:miter/>
          </a:ln>
        </p:spPr>
        <p:txBody>
          <a:bodyPr rtlCol="0" anchor="ctr"/>
          <a:lstStyle/>
          <a:p>
            <a:endParaRPr lang="en-US" dirty="0"/>
          </a:p>
        </p:txBody>
      </p:sp>
      <p:sp>
        <p:nvSpPr>
          <p:cNvPr id="11" name="page number">
            <a:extLst>
              <a:ext uri="{FF2B5EF4-FFF2-40B4-BE49-F238E27FC236}">
                <a16:creationId xmlns:a16="http://schemas.microsoft.com/office/drawing/2014/main" id="{2A1148C9-BE55-F64C-8A6E-A5239BDB4089}"/>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10139959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Big Statement with Photo">
    <p:spTree>
      <p:nvGrpSpPr>
        <p:cNvPr id="1" name=""/>
        <p:cNvGrpSpPr/>
        <p:nvPr/>
      </p:nvGrpSpPr>
      <p:grpSpPr>
        <a:xfrm>
          <a:off x="0" y="0"/>
          <a:ext cx="0" cy="0"/>
          <a:chOff x="0" y="0"/>
          <a:chExt cx="0" cy="0"/>
        </a:xfrm>
      </p:grpSpPr>
      <p:sp>
        <p:nvSpPr>
          <p:cNvPr id="17" name="Text Placeholder 862">
            <a:extLst>
              <a:ext uri="{FF2B5EF4-FFF2-40B4-BE49-F238E27FC236}">
                <a16:creationId xmlns:a16="http://schemas.microsoft.com/office/drawing/2014/main" id="{C8F55BC8-3E55-49EB-BF20-18EB4F7F5970}"/>
              </a:ext>
            </a:extLst>
          </p:cNvPr>
          <p:cNvSpPr>
            <a:spLocks noGrp="1"/>
          </p:cNvSpPr>
          <p:nvPr>
            <p:ph type="body" sz="quarter" idx="12" hasCustomPrompt="1"/>
          </p:nvPr>
        </p:nvSpPr>
        <p:spPr>
          <a:xfrm>
            <a:off x="608014" y="2514600"/>
            <a:ext cx="5485844" cy="1828799"/>
          </a:xfrm>
        </p:spPr>
        <p:txBody>
          <a:bodyPr anchor="ctr"/>
          <a:lstStyle>
            <a:lvl1pPr>
              <a:lnSpc>
                <a:spcPct val="100000"/>
              </a:lnSpc>
              <a:spcBef>
                <a:spcPts val="0"/>
              </a:spcBef>
              <a:defRPr sz="3600">
                <a:solidFill>
                  <a:schemeClr val="accent2"/>
                </a:solidFill>
              </a:defRPr>
            </a:lvl1pPr>
            <a:lvl2pPr marL="273050" indent="0">
              <a:buNone/>
              <a:defRPr/>
            </a:lvl2pPr>
          </a:lstStyle>
          <a:p>
            <a:pPr lvl="0"/>
            <a:r>
              <a:rPr lang="en-US"/>
              <a:t>Click to add text</a:t>
            </a:r>
          </a:p>
        </p:txBody>
      </p:sp>
      <p:sp>
        <p:nvSpPr>
          <p:cNvPr id="4" name="Picture Placeholder 3">
            <a:extLst>
              <a:ext uri="{FF2B5EF4-FFF2-40B4-BE49-F238E27FC236}">
                <a16:creationId xmlns:a16="http://schemas.microsoft.com/office/drawing/2014/main" id="{05DD6E7D-B875-48DF-B6A8-450BD6AE1716}"/>
              </a:ext>
            </a:extLst>
          </p:cNvPr>
          <p:cNvSpPr>
            <a:spLocks noGrp="1"/>
          </p:cNvSpPr>
          <p:nvPr>
            <p:ph type="pic" sz="quarter" idx="11" hasCustomPrompt="1"/>
          </p:nvPr>
        </p:nvSpPr>
        <p:spPr>
          <a:xfrm>
            <a:off x="6785687" y="69850"/>
            <a:ext cx="5403138" cy="6788150"/>
          </a:xfrm>
        </p:spPr>
        <p:txBody>
          <a:bodyPr lIns="640080" tIns="0" rIns="640080" anchor="ctr"/>
          <a:lstStyle>
            <a:lvl1pPr algn="ctr">
              <a:defRPr>
                <a:solidFill>
                  <a:schemeClr val="tx1"/>
                </a:solidFill>
              </a:defRPr>
            </a:lvl1pPr>
          </a:lstStyle>
          <a:p>
            <a:r>
              <a:rPr lang="en-US" dirty="0"/>
              <a:t>Click on the icon to insert a picture from your computer</a:t>
            </a:r>
          </a:p>
        </p:txBody>
      </p:sp>
      <p:sp>
        <p:nvSpPr>
          <p:cNvPr id="6" name="page number">
            <a:extLst>
              <a:ext uri="{FF2B5EF4-FFF2-40B4-BE49-F238E27FC236}">
                <a16:creationId xmlns:a16="http://schemas.microsoft.com/office/drawing/2014/main" id="{1AAC44A2-B8BC-4B45-BE44-C4C65AFCB660}"/>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5" name="page number">
            <a:extLst>
              <a:ext uri="{FF2B5EF4-FFF2-40B4-BE49-F238E27FC236}">
                <a16:creationId xmlns:a16="http://schemas.microsoft.com/office/drawing/2014/main" id="{1AAC44A2-B8BC-4B45-BE44-C4C65AFCB660}"/>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8564349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p:cSld name="Big Statistic">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E9B88A46-F304-51F6-1AAF-726E7309052D}"/>
              </a:ext>
            </a:extLst>
          </p:cNvPr>
          <p:cNvSpPr/>
          <p:nvPr/>
        </p:nvSpPr>
        <p:spPr>
          <a:xfrm>
            <a:off x="0" y="4332288"/>
            <a:ext cx="12188825" cy="2525712"/>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3" name="Oval 2">
            <a:extLst>
              <a:ext uri="{FF2B5EF4-FFF2-40B4-BE49-F238E27FC236}">
                <a16:creationId xmlns:a16="http://schemas.microsoft.com/office/drawing/2014/main" id="{24AFE851-C873-10C5-E165-301FDB834692}"/>
              </a:ext>
            </a:extLst>
          </p:cNvPr>
          <p:cNvSpPr/>
          <p:nvPr/>
        </p:nvSpPr>
        <p:spPr>
          <a:xfrm>
            <a:off x="667600" y="722997"/>
            <a:ext cx="4470400" cy="447040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5" name="Text Placeholder 14" descr="Doughnut chart label 3">
            <a:extLst>
              <a:ext uri="{FF2B5EF4-FFF2-40B4-BE49-F238E27FC236}">
                <a16:creationId xmlns:a16="http://schemas.microsoft.com/office/drawing/2014/main" id="{E4BDA96F-134D-4855-8751-F1043ABF3B47}"/>
              </a:ext>
            </a:extLst>
          </p:cNvPr>
          <p:cNvSpPr>
            <a:spLocks noGrp="1"/>
          </p:cNvSpPr>
          <p:nvPr>
            <p:ph type="body" sz="quarter" idx="11" hasCustomPrompt="1"/>
          </p:nvPr>
        </p:nvSpPr>
        <p:spPr>
          <a:xfrm>
            <a:off x="6096000" y="2514599"/>
            <a:ext cx="5027613" cy="1371601"/>
          </a:xfrm>
        </p:spPr>
        <p:txBody>
          <a:bodyPr anchor="ctr"/>
          <a:lstStyle>
            <a:lvl1pPr>
              <a:spcBef>
                <a:spcPts val="0"/>
              </a:spcBef>
              <a:defRPr sz="3600">
                <a:solidFill>
                  <a:schemeClr val="accent2"/>
                </a:solidFill>
              </a:defRPr>
            </a:lvl1pPr>
          </a:lstStyle>
          <a:p>
            <a:pPr lvl="0"/>
            <a:r>
              <a:rPr lang="en-US" dirty="0"/>
              <a:t>Doughnut Chart slide, click to add text here</a:t>
            </a:r>
          </a:p>
        </p:txBody>
      </p:sp>
      <p:sp>
        <p:nvSpPr>
          <p:cNvPr id="13" name="Text Placeholder 12" descr="Doughnut chart label 1">
            <a:extLst>
              <a:ext uri="{FF2B5EF4-FFF2-40B4-BE49-F238E27FC236}">
                <a16:creationId xmlns:a16="http://schemas.microsoft.com/office/drawing/2014/main" id="{8C4F4198-4BE0-4282-8B86-20DED598DC17}"/>
              </a:ext>
            </a:extLst>
          </p:cNvPr>
          <p:cNvSpPr>
            <a:spLocks noGrp="1"/>
          </p:cNvSpPr>
          <p:nvPr>
            <p:ph type="body" sz="quarter" idx="18"/>
          </p:nvPr>
        </p:nvSpPr>
        <p:spPr>
          <a:xfrm>
            <a:off x="608330" y="5507147"/>
            <a:ext cx="1371064" cy="423862"/>
          </a:xfrm>
        </p:spPr>
        <p:txBody>
          <a:bodyPr/>
          <a:lstStyle>
            <a:lvl1pPr algn="l">
              <a:defRPr sz="1200">
                <a:solidFill>
                  <a:schemeClr val="tx1"/>
                </a:solidFill>
              </a:defRPr>
            </a:lvl1pPr>
          </a:lstStyle>
          <a:p>
            <a:pPr lvl="0"/>
            <a:r>
              <a:rPr lang="en-US"/>
              <a:t>Click to edit Master text styles</a:t>
            </a:r>
          </a:p>
        </p:txBody>
      </p:sp>
      <p:sp>
        <p:nvSpPr>
          <p:cNvPr id="70" name="Text Placeholder 12" descr="Doughnut chart label 2">
            <a:extLst>
              <a:ext uri="{FF2B5EF4-FFF2-40B4-BE49-F238E27FC236}">
                <a16:creationId xmlns:a16="http://schemas.microsoft.com/office/drawing/2014/main" id="{4B5F4E67-F2E8-4777-B495-668C321DCBAF}"/>
              </a:ext>
            </a:extLst>
          </p:cNvPr>
          <p:cNvSpPr>
            <a:spLocks noGrp="1"/>
          </p:cNvSpPr>
          <p:nvPr>
            <p:ph type="body" sz="quarter" idx="19"/>
          </p:nvPr>
        </p:nvSpPr>
        <p:spPr>
          <a:xfrm>
            <a:off x="2436416" y="5507147"/>
            <a:ext cx="1371064" cy="423862"/>
          </a:xfrm>
        </p:spPr>
        <p:txBody>
          <a:bodyPr/>
          <a:lstStyle>
            <a:lvl1pPr algn="l">
              <a:defRPr sz="1200">
                <a:solidFill>
                  <a:schemeClr val="tx1"/>
                </a:solidFill>
              </a:defRPr>
            </a:lvl1pPr>
          </a:lstStyle>
          <a:p>
            <a:pPr lvl="0"/>
            <a:r>
              <a:rPr lang="en-US"/>
              <a:t>Click to edit Master text styles</a:t>
            </a:r>
          </a:p>
        </p:txBody>
      </p:sp>
      <p:sp>
        <p:nvSpPr>
          <p:cNvPr id="71" name="Text Placeholder 12" descr="Doughnut chart label 4">
            <a:extLst>
              <a:ext uri="{FF2B5EF4-FFF2-40B4-BE49-F238E27FC236}">
                <a16:creationId xmlns:a16="http://schemas.microsoft.com/office/drawing/2014/main" id="{704846F3-64ED-4181-8AEC-68B9734DA96D}"/>
              </a:ext>
            </a:extLst>
          </p:cNvPr>
          <p:cNvSpPr>
            <a:spLocks noGrp="1"/>
          </p:cNvSpPr>
          <p:nvPr>
            <p:ph type="body" sz="quarter" idx="20"/>
          </p:nvPr>
        </p:nvSpPr>
        <p:spPr>
          <a:xfrm>
            <a:off x="4261103" y="5507147"/>
            <a:ext cx="1371064" cy="423862"/>
          </a:xfrm>
        </p:spPr>
        <p:txBody>
          <a:bodyPr/>
          <a:lstStyle>
            <a:lvl1pPr algn="l">
              <a:defRPr sz="1200">
                <a:solidFill>
                  <a:schemeClr val="tx1"/>
                </a:solidFill>
              </a:defRPr>
            </a:lvl1pPr>
          </a:lstStyle>
          <a:p>
            <a:pPr lvl="0"/>
            <a:r>
              <a:rPr lang="en-US"/>
              <a:t>Click to edit Master text styles</a:t>
            </a:r>
          </a:p>
        </p:txBody>
      </p:sp>
      <p:sp>
        <p:nvSpPr>
          <p:cNvPr id="72" name="Text Placeholder 12" descr="Doughnut chart label 5">
            <a:extLst>
              <a:ext uri="{FF2B5EF4-FFF2-40B4-BE49-F238E27FC236}">
                <a16:creationId xmlns:a16="http://schemas.microsoft.com/office/drawing/2014/main" id="{DD17F439-D919-44B7-889F-96A1DAF172D4}"/>
              </a:ext>
            </a:extLst>
          </p:cNvPr>
          <p:cNvSpPr>
            <a:spLocks noGrp="1"/>
          </p:cNvSpPr>
          <p:nvPr>
            <p:ph type="body" sz="quarter" idx="21"/>
          </p:nvPr>
        </p:nvSpPr>
        <p:spPr>
          <a:xfrm>
            <a:off x="6088109" y="5507147"/>
            <a:ext cx="1371064" cy="423862"/>
          </a:xfrm>
        </p:spPr>
        <p:txBody>
          <a:bodyPr/>
          <a:lstStyle>
            <a:lvl1pPr algn="l">
              <a:defRPr sz="1200">
                <a:solidFill>
                  <a:schemeClr val="tx1"/>
                </a:solidFill>
              </a:defRPr>
            </a:lvl1pPr>
          </a:lstStyle>
          <a:p>
            <a:pPr lvl="0"/>
            <a:r>
              <a:rPr lang="en-US"/>
              <a:t>Click to edit Master text styles</a:t>
            </a:r>
          </a:p>
        </p:txBody>
      </p:sp>
      <p:sp>
        <p:nvSpPr>
          <p:cNvPr id="73" name="Text Placeholder 12" descr="Doughnut chart label 6">
            <a:extLst>
              <a:ext uri="{FF2B5EF4-FFF2-40B4-BE49-F238E27FC236}">
                <a16:creationId xmlns:a16="http://schemas.microsoft.com/office/drawing/2014/main" id="{0DA74846-CC03-44FE-9AE5-4975E808F8A0}"/>
              </a:ext>
            </a:extLst>
          </p:cNvPr>
          <p:cNvSpPr>
            <a:spLocks noGrp="1"/>
          </p:cNvSpPr>
          <p:nvPr>
            <p:ph type="body" sz="quarter" idx="22"/>
          </p:nvPr>
        </p:nvSpPr>
        <p:spPr>
          <a:xfrm>
            <a:off x="7920672" y="5507147"/>
            <a:ext cx="1371064" cy="423862"/>
          </a:xfrm>
        </p:spPr>
        <p:txBody>
          <a:bodyPr/>
          <a:lstStyle>
            <a:lvl1pPr algn="l">
              <a:defRPr sz="1200">
                <a:solidFill>
                  <a:schemeClr val="tx1"/>
                </a:solidFill>
              </a:defRPr>
            </a:lvl1pPr>
          </a:lstStyle>
          <a:p>
            <a:pPr lvl="0"/>
            <a:r>
              <a:rPr lang="en-US"/>
              <a:t>Click to edit Master text styles</a:t>
            </a:r>
          </a:p>
        </p:txBody>
      </p:sp>
      <p:sp>
        <p:nvSpPr>
          <p:cNvPr id="16" name="page number">
            <a:extLst>
              <a:ext uri="{FF2B5EF4-FFF2-40B4-BE49-F238E27FC236}">
                <a16:creationId xmlns:a16="http://schemas.microsoft.com/office/drawing/2014/main" id="{5FED840F-E343-734C-96BA-0EFF5AE5DADC}"/>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grpSp>
        <p:nvGrpSpPr>
          <p:cNvPr id="9" name="Graphic 8">
            <a:extLst>
              <a:ext uri="{FF2B5EF4-FFF2-40B4-BE49-F238E27FC236}">
                <a16:creationId xmlns:a16="http://schemas.microsoft.com/office/drawing/2014/main" id="{51D71EBD-582E-1FCD-4FB5-19DB293014E0}"/>
              </a:ext>
            </a:extLst>
          </p:cNvPr>
          <p:cNvGrpSpPr/>
          <p:nvPr/>
        </p:nvGrpSpPr>
        <p:grpSpPr>
          <a:xfrm>
            <a:off x="265625" y="6323271"/>
            <a:ext cx="1249223" cy="369648"/>
            <a:chOff x="265625" y="6323271"/>
            <a:chExt cx="1249223" cy="369648"/>
          </a:xfrm>
          <a:solidFill>
            <a:srgbClr val="000000"/>
          </a:solidFill>
        </p:grpSpPr>
        <p:grpSp>
          <p:nvGrpSpPr>
            <p:cNvPr id="10" name="Graphic 8">
              <a:extLst>
                <a:ext uri="{FF2B5EF4-FFF2-40B4-BE49-F238E27FC236}">
                  <a16:creationId xmlns:a16="http://schemas.microsoft.com/office/drawing/2014/main" id="{D35F1425-35AB-A636-90BD-74567B35A7DA}"/>
                </a:ext>
              </a:extLst>
            </p:cNvPr>
            <p:cNvGrpSpPr/>
            <p:nvPr/>
          </p:nvGrpSpPr>
          <p:grpSpPr>
            <a:xfrm>
              <a:off x="745455" y="6594444"/>
              <a:ext cx="722662" cy="98475"/>
              <a:chOff x="745455" y="6594444"/>
              <a:chExt cx="722662" cy="98475"/>
            </a:xfrm>
            <a:solidFill>
              <a:srgbClr val="000000"/>
            </a:solidFill>
          </p:grpSpPr>
          <p:sp>
            <p:nvSpPr>
              <p:cNvPr id="22" name="Freeform 49">
                <a:extLst>
                  <a:ext uri="{FF2B5EF4-FFF2-40B4-BE49-F238E27FC236}">
                    <a16:creationId xmlns:a16="http://schemas.microsoft.com/office/drawing/2014/main" id="{72251ED7-7751-A756-FB41-95D0A573AE7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4" name="Freeform 50">
                <a:extLst>
                  <a:ext uri="{FF2B5EF4-FFF2-40B4-BE49-F238E27FC236}">
                    <a16:creationId xmlns:a16="http://schemas.microsoft.com/office/drawing/2014/main" id="{4F380DE5-9091-5FB2-3647-07110D571357}"/>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5" name="Freeform 51">
                <a:extLst>
                  <a:ext uri="{FF2B5EF4-FFF2-40B4-BE49-F238E27FC236}">
                    <a16:creationId xmlns:a16="http://schemas.microsoft.com/office/drawing/2014/main" id="{63D834CB-F2F1-9CF3-3306-BA788EF4C863}"/>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6" name="Freeform 52">
                <a:extLst>
                  <a:ext uri="{FF2B5EF4-FFF2-40B4-BE49-F238E27FC236}">
                    <a16:creationId xmlns:a16="http://schemas.microsoft.com/office/drawing/2014/main" id="{9DF9D2C4-19CD-6D6F-D1D1-11CE96C0E99D}"/>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7" name="Freeform 53">
                <a:extLst>
                  <a:ext uri="{FF2B5EF4-FFF2-40B4-BE49-F238E27FC236}">
                    <a16:creationId xmlns:a16="http://schemas.microsoft.com/office/drawing/2014/main" id="{78F9C88E-5836-8A77-4538-E2CB490964F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54">
                <a:extLst>
                  <a:ext uri="{FF2B5EF4-FFF2-40B4-BE49-F238E27FC236}">
                    <a16:creationId xmlns:a16="http://schemas.microsoft.com/office/drawing/2014/main" id="{2234677F-1EF1-C24A-2456-FB35C738163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9" name="Freeform 55">
                <a:extLst>
                  <a:ext uri="{FF2B5EF4-FFF2-40B4-BE49-F238E27FC236}">
                    <a16:creationId xmlns:a16="http://schemas.microsoft.com/office/drawing/2014/main" id="{626F9D8A-D6B5-1888-E8B1-9C3B8C259EF5}"/>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0" name="Freeform 56">
                <a:extLst>
                  <a:ext uri="{FF2B5EF4-FFF2-40B4-BE49-F238E27FC236}">
                    <a16:creationId xmlns:a16="http://schemas.microsoft.com/office/drawing/2014/main" id="{7096839D-686D-9DA0-39C1-FF38ACD79881}"/>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1" name="Freeform 57">
                <a:extLst>
                  <a:ext uri="{FF2B5EF4-FFF2-40B4-BE49-F238E27FC236}">
                    <a16:creationId xmlns:a16="http://schemas.microsoft.com/office/drawing/2014/main" id="{58CEFB5A-654F-87FC-D4AD-C96299F7F5DE}"/>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58">
                <a:extLst>
                  <a:ext uri="{FF2B5EF4-FFF2-40B4-BE49-F238E27FC236}">
                    <a16:creationId xmlns:a16="http://schemas.microsoft.com/office/drawing/2014/main" id="{CFBE9921-9212-4D37-DEE1-045D1791052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11" name="Graphic 8">
              <a:extLst>
                <a:ext uri="{FF2B5EF4-FFF2-40B4-BE49-F238E27FC236}">
                  <a16:creationId xmlns:a16="http://schemas.microsoft.com/office/drawing/2014/main" id="{1E38B9D4-555F-EEC6-42D8-A5C4F792F610}"/>
                </a:ext>
              </a:extLst>
            </p:cNvPr>
            <p:cNvGrpSpPr/>
            <p:nvPr/>
          </p:nvGrpSpPr>
          <p:grpSpPr>
            <a:xfrm>
              <a:off x="265625" y="6323271"/>
              <a:ext cx="1249223" cy="190348"/>
              <a:chOff x="265625" y="6323271"/>
              <a:chExt cx="1249223" cy="190348"/>
            </a:xfrm>
            <a:solidFill>
              <a:srgbClr val="000000"/>
            </a:solidFill>
          </p:grpSpPr>
          <p:sp>
            <p:nvSpPr>
              <p:cNvPr id="12" name="Freeform 60">
                <a:extLst>
                  <a:ext uri="{FF2B5EF4-FFF2-40B4-BE49-F238E27FC236}">
                    <a16:creationId xmlns:a16="http://schemas.microsoft.com/office/drawing/2014/main" id="{9D3B5F0D-70BB-140A-76C7-DFCFF0777F32}"/>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4" name="Freeform 61">
                <a:extLst>
                  <a:ext uri="{FF2B5EF4-FFF2-40B4-BE49-F238E27FC236}">
                    <a16:creationId xmlns:a16="http://schemas.microsoft.com/office/drawing/2014/main" id="{4C7E6602-CB3B-E010-2E47-5CF99A734497}"/>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7" name="Freeform 62">
                <a:extLst>
                  <a:ext uri="{FF2B5EF4-FFF2-40B4-BE49-F238E27FC236}">
                    <a16:creationId xmlns:a16="http://schemas.microsoft.com/office/drawing/2014/main" id="{9D8567F3-62AD-F216-0AF6-E4169127352D}"/>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8" name="Freeform 63">
                <a:extLst>
                  <a:ext uri="{FF2B5EF4-FFF2-40B4-BE49-F238E27FC236}">
                    <a16:creationId xmlns:a16="http://schemas.microsoft.com/office/drawing/2014/main" id="{2FEEA58D-D9DD-FFD2-C302-3DD4E8DAF5F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9" name="Freeform 64">
                <a:extLst>
                  <a:ext uri="{FF2B5EF4-FFF2-40B4-BE49-F238E27FC236}">
                    <a16:creationId xmlns:a16="http://schemas.microsoft.com/office/drawing/2014/main" id="{3C5437F9-4193-4740-1635-D710F784A6A4}"/>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20" name="Freeform 65">
                <a:extLst>
                  <a:ext uri="{FF2B5EF4-FFF2-40B4-BE49-F238E27FC236}">
                    <a16:creationId xmlns:a16="http://schemas.microsoft.com/office/drawing/2014/main" id="{42E15317-316C-8EDA-CD39-0C8616D58909}"/>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1" name="Freeform 66">
                <a:extLst>
                  <a:ext uri="{FF2B5EF4-FFF2-40B4-BE49-F238E27FC236}">
                    <a16:creationId xmlns:a16="http://schemas.microsoft.com/office/drawing/2014/main" id="{F53C646D-9387-7EA5-512E-D7BE25FBA137}"/>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5" name="Oval 34">
            <a:extLst>
              <a:ext uri="{FF2B5EF4-FFF2-40B4-BE49-F238E27FC236}">
                <a16:creationId xmlns:a16="http://schemas.microsoft.com/office/drawing/2014/main" id="{24AFE851-C873-10C5-E165-301FDB834692}"/>
              </a:ext>
            </a:extLst>
          </p:cNvPr>
          <p:cNvSpPr/>
          <p:nvPr userDrawn="1"/>
        </p:nvSpPr>
        <p:spPr>
          <a:xfrm>
            <a:off x="667600" y="722997"/>
            <a:ext cx="4470400" cy="447040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36" name="page number">
            <a:extLst>
              <a:ext uri="{FF2B5EF4-FFF2-40B4-BE49-F238E27FC236}">
                <a16:creationId xmlns:a16="http://schemas.microsoft.com/office/drawing/2014/main" id="{5FED840F-E343-734C-96BA-0EFF5AE5DADC}"/>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grpSp>
        <p:nvGrpSpPr>
          <p:cNvPr id="39" name="Graphic 8">
            <a:extLst>
              <a:ext uri="{FF2B5EF4-FFF2-40B4-BE49-F238E27FC236}">
                <a16:creationId xmlns:a16="http://schemas.microsoft.com/office/drawing/2014/main" id="{51D71EBD-582E-1FCD-4FB5-19DB293014E0}"/>
              </a:ext>
            </a:extLst>
          </p:cNvPr>
          <p:cNvGrpSpPr/>
          <p:nvPr userDrawn="1"/>
        </p:nvGrpSpPr>
        <p:grpSpPr>
          <a:xfrm>
            <a:off x="265625" y="6323271"/>
            <a:ext cx="1249223" cy="369648"/>
            <a:chOff x="265625" y="6323271"/>
            <a:chExt cx="1249223" cy="369648"/>
          </a:xfrm>
          <a:solidFill>
            <a:srgbClr val="000000"/>
          </a:solidFill>
        </p:grpSpPr>
        <p:grpSp>
          <p:nvGrpSpPr>
            <p:cNvPr id="40" name="Graphic 8">
              <a:extLst>
                <a:ext uri="{FF2B5EF4-FFF2-40B4-BE49-F238E27FC236}">
                  <a16:creationId xmlns:a16="http://schemas.microsoft.com/office/drawing/2014/main" id="{D35F1425-35AB-A636-90BD-74567B35A7DA}"/>
                </a:ext>
              </a:extLst>
            </p:cNvPr>
            <p:cNvGrpSpPr/>
            <p:nvPr/>
          </p:nvGrpSpPr>
          <p:grpSpPr>
            <a:xfrm>
              <a:off x="745455" y="6594444"/>
              <a:ext cx="722662" cy="98475"/>
              <a:chOff x="745455" y="6594444"/>
              <a:chExt cx="722662" cy="98475"/>
            </a:xfrm>
            <a:solidFill>
              <a:srgbClr val="000000"/>
            </a:solidFill>
          </p:grpSpPr>
          <p:sp>
            <p:nvSpPr>
              <p:cNvPr id="49" name="Freeform 49">
                <a:extLst>
                  <a:ext uri="{FF2B5EF4-FFF2-40B4-BE49-F238E27FC236}">
                    <a16:creationId xmlns:a16="http://schemas.microsoft.com/office/drawing/2014/main" id="{72251ED7-7751-A756-FB41-95D0A573AE7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50" name="Freeform 50">
                <a:extLst>
                  <a:ext uri="{FF2B5EF4-FFF2-40B4-BE49-F238E27FC236}">
                    <a16:creationId xmlns:a16="http://schemas.microsoft.com/office/drawing/2014/main" id="{4F380DE5-9091-5FB2-3647-07110D571357}"/>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1" name="Freeform 51">
                <a:extLst>
                  <a:ext uri="{FF2B5EF4-FFF2-40B4-BE49-F238E27FC236}">
                    <a16:creationId xmlns:a16="http://schemas.microsoft.com/office/drawing/2014/main" id="{63D834CB-F2F1-9CF3-3306-BA788EF4C863}"/>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2" name="Freeform 52">
                <a:extLst>
                  <a:ext uri="{FF2B5EF4-FFF2-40B4-BE49-F238E27FC236}">
                    <a16:creationId xmlns:a16="http://schemas.microsoft.com/office/drawing/2014/main" id="{9DF9D2C4-19CD-6D6F-D1D1-11CE96C0E99D}"/>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3" name="Freeform 53">
                <a:extLst>
                  <a:ext uri="{FF2B5EF4-FFF2-40B4-BE49-F238E27FC236}">
                    <a16:creationId xmlns:a16="http://schemas.microsoft.com/office/drawing/2014/main" id="{78F9C88E-5836-8A77-4538-E2CB490964F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4" name="Freeform 54">
                <a:extLst>
                  <a:ext uri="{FF2B5EF4-FFF2-40B4-BE49-F238E27FC236}">
                    <a16:creationId xmlns:a16="http://schemas.microsoft.com/office/drawing/2014/main" id="{2234677F-1EF1-C24A-2456-FB35C738163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5" name="Freeform 55">
                <a:extLst>
                  <a:ext uri="{FF2B5EF4-FFF2-40B4-BE49-F238E27FC236}">
                    <a16:creationId xmlns:a16="http://schemas.microsoft.com/office/drawing/2014/main" id="{626F9D8A-D6B5-1888-E8B1-9C3B8C259EF5}"/>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6" name="Freeform 56">
                <a:extLst>
                  <a:ext uri="{FF2B5EF4-FFF2-40B4-BE49-F238E27FC236}">
                    <a16:creationId xmlns:a16="http://schemas.microsoft.com/office/drawing/2014/main" id="{7096839D-686D-9DA0-39C1-FF38ACD79881}"/>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7" name="Freeform 57">
                <a:extLst>
                  <a:ext uri="{FF2B5EF4-FFF2-40B4-BE49-F238E27FC236}">
                    <a16:creationId xmlns:a16="http://schemas.microsoft.com/office/drawing/2014/main" id="{58CEFB5A-654F-87FC-D4AD-C96299F7F5DE}"/>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8" name="Freeform 58">
                <a:extLst>
                  <a:ext uri="{FF2B5EF4-FFF2-40B4-BE49-F238E27FC236}">
                    <a16:creationId xmlns:a16="http://schemas.microsoft.com/office/drawing/2014/main" id="{CFBE9921-9212-4D37-DEE1-045D1791052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41" name="Graphic 8">
              <a:extLst>
                <a:ext uri="{FF2B5EF4-FFF2-40B4-BE49-F238E27FC236}">
                  <a16:creationId xmlns:a16="http://schemas.microsoft.com/office/drawing/2014/main" id="{1E38B9D4-555F-EEC6-42D8-A5C4F792F610}"/>
                </a:ext>
              </a:extLst>
            </p:cNvPr>
            <p:cNvGrpSpPr/>
            <p:nvPr/>
          </p:nvGrpSpPr>
          <p:grpSpPr>
            <a:xfrm>
              <a:off x="265625" y="6323271"/>
              <a:ext cx="1249223" cy="190348"/>
              <a:chOff x="265625" y="6323271"/>
              <a:chExt cx="1249223" cy="190348"/>
            </a:xfrm>
            <a:solidFill>
              <a:srgbClr val="000000"/>
            </a:solidFill>
          </p:grpSpPr>
          <p:sp>
            <p:nvSpPr>
              <p:cNvPr id="42" name="Freeform 60">
                <a:extLst>
                  <a:ext uri="{FF2B5EF4-FFF2-40B4-BE49-F238E27FC236}">
                    <a16:creationId xmlns:a16="http://schemas.microsoft.com/office/drawing/2014/main" id="{9D3B5F0D-70BB-140A-76C7-DFCFF0777F32}"/>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3" name="Freeform 61">
                <a:extLst>
                  <a:ext uri="{FF2B5EF4-FFF2-40B4-BE49-F238E27FC236}">
                    <a16:creationId xmlns:a16="http://schemas.microsoft.com/office/drawing/2014/main" id="{4C7E6602-CB3B-E010-2E47-5CF99A734497}"/>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4" name="Freeform 62">
                <a:extLst>
                  <a:ext uri="{FF2B5EF4-FFF2-40B4-BE49-F238E27FC236}">
                    <a16:creationId xmlns:a16="http://schemas.microsoft.com/office/drawing/2014/main" id="{9D8567F3-62AD-F216-0AF6-E4169127352D}"/>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5" name="Freeform 63">
                <a:extLst>
                  <a:ext uri="{FF2B5EF4-FFF2-40B4-BE49-F238E27FC236}">
                    <a16:creationId xmlns:a16="http://schemas.microsoft.com/office/drawing/2014/main" id="{2FEEA58D-D9DD-FFD2-C302-3DD4E8DAF5F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6" name="Freeform 64">
                <a:extLst>
                  <a:ext uri="{FF2B5EF4-FFF2-40B4-BE49-F238E27FC236}">
                    <a16:creationId xmlns:a16="http://schemas.microsoft.com/office/drawing/2014/main" id="{3C5437F9-4193-4740-1635-D710F784A6A4}"/>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7" name="Freeform 65">
                <a:extLst>
                  <a:ext uri="{FF2B5EF4-FFF2-40B4-BE49-F238E27FC236}">
                    <a16:creationId xmlns:a16="http://schemas.microsoft.com/office/drawing/2014/main" id="{42E15317-316C-8EDA-CD39-0C8616D58909}"/>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8" name="Freeform 66">
                <a:extLst>
                  <a:ext uri="{FF2B5EF4-FFF2-40B4-BE49-F238E27FC236}">
                    <a16:creationId xmlns:a16="http://schemas.microsoft.com/office/drawing/2014/main" id="{F53C646D-9387-7EA5-512E-D7BE25FBA137}"/>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23" name="Chart Placeholder 22">
            <a:extLst>
              <a:ext uri="{FF2B5EF4-FFF2-40B4-BE49-F238E27FC236}">
                <a16:creationId xmlns:a16="http://schemas.microsoft.com/office/drawing/2014/main" id="{4093E53D-7586-4113-99BD-F45F1343692F}"/>
              </a:ext>
            </a:extLst>
          </p:cNvPr>
          <p:cNvSpPr>
            <a:spLocks noGrp="1"/>
          </p:cNvSpPr>
          <p:nvPr>
            <p:ph type="chart" sz="quarter" idx="13" hasCustomPrompt="1"/>
          </p:nvPr>
        </p:nvSpPr>
        <p:spPr bwMode="gray">
          <a:xfrm>
            <a:off x="662672" y="722997"/>
            <a:ext cx="4480256" cy="4480256"/>
          </a:xfrm>
        </p:spPr>
        <p:txBody>
          <a:bodyPr anchor="ctr"/>
          <a:lstStyle>
            <a:lvl1pPr algn="ctr">
              <a:defRPr>
                <a:solidFill>
                  <a:schemeClr val="tx1"/>
                </a:solidFill>
              </a:defRPr>
            </a:lvl1pPr>
          </a:lstStyle>
          <a:p>
            <a:r>
              <a:rPr lang="en-US" dirty="0"/>
              <a:t>Click to insert a </a:t>
            </a:r>
            <a:br>
              <a:rPr lang="en-US" dirty="0"/>
            </a:br>
            <a:r>
              <a:rPr lang="en-US" dirty="0"/>
              <a:t>Doughnut chart</a:t>
            </a:r>
          </a:p>
        </p:txBody>
      </p:sp>
      <p:sp>
        <p:nvSpPr>
          <p:cNvPr id="5" name="TextBox 4">
            <a:extLst>
              <a:ext uri="{FF2B5EF4-FFF2-40B4-BE49-F238E27FC236}">
                <a16:creationId xmlns:a16="http://schemas.microsoft.com/office/drawing/2014/main" id="{9EE7E0D9-D41D-881D-F813-4A2FF0C435F7}"/>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9965666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Blank">
    <p:spTree>
      <p:nvGrpSpPr>
        <p:cNvPr id="1" name=""/>
        <p:cNvGrpSpPr/>
        <p:nvPr/>
      </p:nvGrpSpPr>
      <p:grpSpPr>
        <a:xfrm>
          <a:off x="0" y="0"/>
          <a:ext cx="0" cy="0"/>
          <a:chOff x="0" y="0"/>
          <a:chExt cx="0" cy="0"/>
        </a:xfrm>
      </p:grpSpPr>
      <p:sp>
        <p:nvSpPr>
          <p:cNvPr id="4" name="page number">
            <a:extLst>
              <a:ext uri="{FF2B5EF4-FFF2-40B4-BE49-F238E27FC236}">
                <a16:creationId xmlns:a16="http://schemas.microsoft.com/office/drawing/2014/main" id="{BE17F87B-8433-6C45-84D8-13DF5C0ADDB4}"/>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3" name="page number">
            <a:extLst>
              <a:ext uri="{FF2B5EF4-FFF2-40B4-BE49-F238E27FC236}">
                <a16:creationId xmlns:a16="http://schemas.microsoft.com/office/drawing/2014/main" id="{BE17F87B-8433-6C45-84D8-13DF5C0ADDB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358493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Actually 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2940242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1_Full-Bleed Photo 2">
    <p:bg>
      <p:bgPr>
        <a:blipFill dpi="0" rotWithShape="1">
          <a:blip r:embed="rId2">
            <a:lum/>
          </a:blip>
          <a:srcRect/>
          <a:stretch>
            <a:fillRect t="-10000" b="-10000"/>
          </a:stretch>
        </a:blipFill>
        <a:effectLst/>
      </p:bgPr>
    </p:bg>
    <p:spTree>
      <p:nvGrpSpPr>
        <p:cNvPr id="1" name=""/>
        <p:cNvGrpSpPr/>
        <p:nvPr/>
      </p:nvGrpSpPr>
      <p:grpSpPr>
        <a:xfrm>
          <a:off x="0" y="0"/>
          <a:ext cx="0" cy="0"/>
          <a:chOff x="0" y="0"/>
          <a:chExt cx="0" cy="0"/>
        </a:xfrm>
      </p:grpSpPr>
      <p:sp>
        <p:nvSpPr>
          <p:cNvPr id="11" name="page number">
            <a:extLst>
              <a:ext uri="{FF2B5EF4-FFF2-40B4-BE49-F238E27FC236}">
                <a16:creationId xmlns:a16="http://schemas.microsoft.com/office/drawing/2014/main" id="{55062593-5C0A-1043-8749-AF6C4D1E873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bg1"/>
                </a:solidFill>
              </a:rPr>
              <a:pPr lvl="0" algn="r"/>
              <a:t>‹#›</a:t>
            </a:fld>
            <a:endParaRPr lang="en-US" dirty="0">
              <a:solidFill>
                <a:schemeClr val="bg1"/>
              </a:solidFill>
            </a:endParaRPr>
          </a:p>
        </p:txBody>
      </p:sp>
      <p:sp>
        <p:nvSpPr>
          <p:cNvPr id="2" name="TextBox 1">
            <a:extLst>
              <a:ext uri="{FF2B5EF4-FFF2-40B4-BE49-F238E27FC236}">
                <a16:creationId xmlns:a16="http://schemas.microsoft.com/office/drawing/2014/main" id="{C682F43D-B7AC-B18F-9189-FA59A807C71C}"/>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chemeClr val="bg1"/>
                </a:solidFill>
                <a:latin typeface="Arial" panose="020B0604020202020204" pitchFamily="34" charset="0"/>
                <a:sym typeface="Arial" panose="020B0604020202020204" pitchFamily="34" charset="0"/>
                <a:rtl val="0"/>
              </a:rPr>
              <a:t>.  </a:t>
            </a:r>
          </a:p>
        </p:txBody>
      </p:sp>
      <p:grpSp>
        <p:nvGrpSpPr>
          <p:cNvPr id="9" name="Graphic 8">
            <a:extLst>
              <a:ext uri="{FF2B5EF4-FFF2-40B4-BE49-F238E27FC236}">
                <a16:creationId xmlns:a16="http://schemas.microsoft.com/office/drawing/2014/main" id="{7855E429-EE5F-A662-3A5F-984B499AA750}"/>
              </a:ext>
            </a:extLst>
          </p:cNvPr>
          <p:cNvGrpSpPr/>
          <p:nvPr userDrawn="1"/>
        </p:nvGrpSpPr>
        <p:grpSpPr>
          <a:xfrm>
            <a:off x="265625" y="6323271"/>
            <a:ext cx="1249223" cy="369648"/>
            <a:chOff x="265625" y="6323271"/>
            <a:chExt cx="1249223" cy="369648"/>
          </a:xfrm>
          <a:solidFill>
            <a:schemeClr val="bg1"/>
          </a:solidFill>
        </p:grpSpPr>
        <p:grpSp>
          <p:nvGrpSpPr>
            <p:cNvPr id="10" name="Graphic 8">
              <a:extLst>
                <a:ext uri="{FF2B5EF4-FFF2-40B4-BE49-F238E27FC236}">
                  <a16:creationId xmlns:a16="http://schemas.microsoft.com/office/drawing/2014/main" id="{4F5F4771-6F17-344D-A184-324EF5C0B82D}"/>
                </a:ext>
              </a:extLst>
            </p:cNvPr>
            <p:cNvGrpSpPr/>
            <p:nvPr/>
          </p:nvGrpSpPr>
          <p:grpSpPr>
            <a:xfrm>
              <a:off x="745455" y="6594444"/>
              <a:ext cx="722662" cy="98475"/>
              <a:chOff x="745455" y="6594444"/>
              <a:chExt cx="722662" cy="98475"/>
            </a:xfrm>
            <a:grpFill/>
          </p:grpSpPr>
          <p:sp>
            <p:nvSpPr>
              <p:cNvPr id="35" name="Freeform 49">
                <a:extLst>
                  <a:ext uri="{FF2B5EF4-FFF2-40B4-BE49-F238E27FC236}">
                    <a16:creationId xmlns:a16="http://schemas.microsoft.com/office/drawing/2014/main" id="{5CED349D-CB12-B6A3-8EF9-468569C49DAC}"/>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p>
            </p:txBody>
          </p:sp>
          <p:sp>
            <p:nvSpPr>
              <p:cNvPr id="36" name="Freeform 50">
                <a:extLst>
                  <a:ext uri="{FF2B5EF4-FFF2-40B4-BE49-F238E27FC236}">
                    <a16:creationId xmlns:a16="http://schemas.microsoft.com/office/drawing/2014/main" id="{CFD0F796-3503-808B-7074-C98318787410}"/>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p>
            </p:txBody>
          </p:sp>
          <p:sp>
            <p:nvSpPr>
              <p:cNvPr id="37" name="Freeform 51">
                <a:extLst>
                  <a:ext uri="{FF2B5EF4-FFF2-40B4-BE49-F238E27FC236}">
                    <a16:creationId xmlns:a16="http://schemas.microsoft.com/office/drawing/2014/main" id="{4E6983B4-13C5-191F-4988-A019CE32DD3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p>
            </p:txBody>
          </p:sp>
          <p:sp>
            <p:nvSpPr>
              <p:cNvPr id="38" name="Freeform 52">
                <a:extLst>
                  <a:ext uri="{FF2B5EF4-FFF2-40B4-BE49-F238E27FC236}">
                    <a16:creationId xmlns:a16="http://schemas.microsoft.com/office/drawing/2014/main" id="{E74848E9-1BA7-CE02-0022-A7AD9791F089}"/>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p>
            </p:txBody>
          </p:sp>
          <p:sp>
            <p:nvSpPr>
              <p:cNvPr id="39" name="Freeform 53">
                <a:extLst>
                  <a:ext uri="{FF2B5EF4-FFF2-40B4-BE49-F238E27FC236}">
                    <a16:creationId xmlns:a16="http://schemas.microsoft.com/office/drawing/2014/main" id="{AFA0534F-AB03-5359-DFA5-3D5195FF44B0}"/>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p>
            </p:txBody>
          </p:sp>
          <p:sp>
            <p:nvSpPr>
              <p:cNvPr id="40" name="Freeform 54">
                <a:extLst>
                  <a:ext uri="{FF2B5EF4-FFF2-40B4-BE49-F238E27FC236}">
                    <a16:creationId xmlns:a16="http://schemas.microsoft.com/office/drawing/2014/main" id="{32788929-CA5D-DBE6-3272-F117979A4DD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p>
            </p:txBody>
          </p:sp>
          <p:sp>
            <p:nvSpPr>
              <p:cNvPr id="41" name="Freeform 55">
                <a:extLst>
                  <a:ext uri="{FF2B5EF4-FFF2-40B4-BE49-F238E27FC236}">
                    <a16:creationId xmlns:a16="http://schemas.microsoft.com/office/drawing/2014/main" id="{8AF20F3F-7EC8-975C-0E60-B1937BA7A94D}"/>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p>
            </p:txBody>
          </p:sp>
          <p:sp>
            <p:nvSpPr>
              <p:cNvPr id="42" name="Freeform 56">
                <a:extLst>
                  <a:ext uri="{FF2B5EF4-FFF2-40B4-BE49-F238E27FC236}">
                    <a16:creationId xmlns:a16="http://schemas.microsoft.com/office/drawing/2014/main" id="{1E3B2EBA-5335-FF4B-F436-9F0E46E64C05}"/>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p>
            </p:txBody>
          </p:sp>
          <p:sp>
            <p:nvSpPr>
              <p:cNvPr id="43" name="Freeform 57">
                <a:extLst>
                  <a:ext uri="{FF2B5EF4-FFF2-40B4-BE49-F238E27FC236}">
                    <a16:creationId xmlns:a16="http://schemas.microsoft.com/office/drawing/2014/main" id="{2F539CE2-E30D-5B78-1B59-E6AC69547F5A}"/>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p>
            </p:txBody>
          </p:sp>
          <p:sp>
            <p:nvSpPr>
              <p:cNvPr id="44" name="Freeform 58">
                <a:extLst>
                  <a:ext uri="{FF2B5EF4-FFF2-40B4-BE49-F238E27FC236}">
                    <a16:creationId xmlns:a16="http://schemas.microsoft.com/office/drawing/2014/main" id="{F31B47CE-111E-71BB-EBB8-CDBF018C1A26}"/>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p>
            </p:txBody>
          </p:sp>
        </p:grpSp>
        <p:grpSp>
          <p:nvGrpSpPr>
            <p:cNvPr id="14" name="Graphic 8">
              <a:extLst>
                <a:ext uri="{FF2B5EF4-FFF2-40B4-BE49-F238E27FC236}">
                  <a16:creationId xmlns:a16="http://schemas.microsoft.com/office/drawing/2014/main" id="{9570471E-00E1-D3B9-B980-7671A19F179C}"/>
                </a:ext>
              </a:extLst>
            </p:cNvPr>
            <p:cNvGrpSpPr/>
            <p:nvPr/>
          </p:nvGrpSpPr>
          <p:grpSpPr>
            <a:xfrm>
              <a:off x="265625" y="6323271"/>
              <a:ext cx="1249223" cy="190348"/>
              <a:chOff x="265625" y="6323271"/>
              <a:chExt cx="1249223" cy="190348"/>
            </a:xfrm>
            <a:grpFill/>
          </p:grpSpPr>
          <p:sp>
            <p:nvSpPr>
              <p:cNvPr id="28" name="Freeform 60">
                <a:extLst>
                  <a:ext uri="{FF2B5EF4-FFF2-40B4-BE49-F238E27FC236}">
                    <a16:creationId xmlns:a16="http://schemas.microsoft.com/office/drawing/2014/main" id="{999844D3-BB84-8D8B-8758-83D5D910D18C}"/>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p>
            </p:txBody>
          </p:sp>
          <p:sp>
            <p:nvSpPr>
              <p:cNvPr id="29" name="Freeform 61">
                <a:extLst>
                  <a:ext uri="{FF2B5EF4-FFF2-40B4-BE49-F238E27FC236}">
                    <a16:creationId xmlns:a16="http://schemas.microsoft.com/office/drawing/2014/main" id="{91400D9F-9F37-C8FC-309F-BD4E0A011F98}"/>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p>
            </p:txBody>
          </p:sp>
          <p:sp>
            <p:nvSpPr>
              <p:cNvPr id="30" name="Freeform 62">
                <a:extLst>
                  <a:ext uri="{FF2B5EF4-FFF2-40B4-BE49-F238E27FC236}">
                    <a16:creationId xmlns:a16="http://schemas.microsoft.com/office/drawing/2014/main" id="{57F513C5-32F8-37C0-FEFD-936A2D057DA1}"/>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p>
            </p:txBody>
          </p:sp>
          <p:sp>
            <p:nvSpPr>
              <p:cNvPr id="31" name="Freeform 63">
                <a:extLst>
                  <a:ext uri="{FF2B5EF4-FFF2-40B4-BE49-F238E27FC236}">
                    <a16:creationId xmlns:a16="http://schemas.microsoft.com/office/drawing/2014/main" id="{D10E4385-F14D-8C3A-3629-12233CF99C77}"/>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p>
            </p:txBody>
          </p:sp>
          <p:sp>
            <p:nvSpPr>
              <p:cNvPr id="32" name="Freeform 64">
                <a:extLst>
                  <a:ext uri="{FF2B5EF4-FFF2-40B4-BE49-F238E27FC236}">
                    <a16:creationId xmlns:a16="http://schemas.microsoft.com/office/drawing/2014/main" id="{8727ACDC-9726-8357-D559-6D60D8512825}"/>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p>
            </p:txBody>
          </p:sp>
          <p:sp>
            <p:nvSpPr>
              <p:cNvPr id="33" name="Freeform 65">
                <a:extLst>
                  <a:ext uri="{FF2B5EF4-FFF2-40B4-BE49-F238E27FC236}">
                    <a16:creationId xmlns:a16="http://schemas.microsoft.com/office/drawing/2014/main" id="{1DF7BAE7-1EC3-A932-03D3-476132EC37D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p>
            </p:txBody>
          </p:sp>
          <p:sp>
            <p:nvSpPr>
              <p:cNvPr id="34" name="Freeform 66">
                <a:extLst>
                  <a:ext uri="{FF2B5EF4-FFF2-40B4-BE49-F238E27FC236}">
                    <a16:creationId xmlns:a16="http://schemas.microsoft.com/office/drawing/2014/main" id="{CD126E1A-578C-7A1F-F664-BDCB509AAE2D}"/>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p>
            </p:txBody>
          </p:sp>
        </p:grpSp>
      </p:grpSp>
      <p:sp>
        <p:nvSpPr>
          <p:cNvPr id="3" name="TextBox 2">
            <a:extLst>
              <a:ext uri="{FF2B5EF4-FFF2-40B4-BE49-F238E27FC236}">
                <a16:creationId xmlns:a16="http://schemas.microsoft.com/office/drawing/2014/main" id="{CC665986-2A27-8CFB-4383-5D5C82192E99}"/>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chemeClr val="bg1"/>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chemeClr val="bg1"/>
              </a:solidFill>
              <a:latin typeface="+mn-lt"/>
              <a:sym typeface="Arial" panose="020B0604020202020204" pitchFamily="34" charset="0"/>
              <a:rtl val="0"/>
            </a:endParaRPr>
          </a:p>
        </p:txBody>
      </p:sp>
    </p:spTree>
    <p:extLst>
      <p:ext uri="{BB962C8B-B14F-4D97-AF65-F5344CB8AC3E}">
        <p14:creationId xmlns:p14="http://schemas.microsoft.com/office/powerpoint/2010/main" val="23143693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userDrawn="1">
  <p:cSld name="Full-Bleed Photo - Dark Text">
    <p:bg>
      <p:bgPr>
        <a:blipFill dpi="0" rotWithShape="1">
          <a:blip r:embed="rId2">
            <a:lum/>
          </a:blip>
          <a:srcRect/>
          <a:stretch>
            <a:fillRect t="-10000" b="-10000"/>
          </a:stretch>
        </a:blipFill>
        <a:effectLst/>
      </p:bgPr>
    </p:bg>
    <p:spTree>
      <p:nvGrpSpPr>
        <p:cNvPr id="1" name=""/>
        <p:cNvGrpSpPr/>
        <p:nvPr/>
      </p:nvGrpSpPr>
      <p:grpSpPr>
        <a:xfrm>
          <a:off x="0" y="0"/>
          <a:ext cx="0" cy="0"/>
          <a:chOff x="0" y="0"/>
          <a:chExt cx="0" cy="0"/>
        </a:xfrm>
      </p:grpSpPr>
      <p:sp>
        <p:nvSpPr>
          <p:cNvPr id="11" name="page number">
            <a:extLst>
              <a:ext uri="{FF2B5EF4-FFF2-40B4-BE49-F238E27FC236}">
                <a16:creationId xmlns:a16="http://schemas.microsoft.com/office/drawing/2014/main" id="{55062593-5C0A-1043-8749-AF6C4D1E873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bg1"/>
                </a:solidFill>
              </a:rPr>
              <a:pPr lvl="0" algn="r"/>
              <a:t>‹#›</a:t>
            </a:fld>
            <a:endParaRPr lang="en-US" dirty="0">
              <a:solidFill>
                <a:schemeClr val="bg1"/>
              </a:solidFill>
            </a:endParaRPr>
          </a:p>
        </p:txBody>
      </p:sp>
      <p:sp>
        <p:nvSpPr>
          <p:cNvPr id="2" name="TextBox 1">
            <a:extLst>
              <a:ext uri="{FF2B5EF4-FFF2-40B4-BE49-F238E27FC236}">
                <a16:creationId xmlns:a16="http://schemas.microsoft.com/office/drawing/2014/main" id="{5EAE8F62-7119-B3B2-C68C-F4BF98ABBC9C}"/>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9" name="Graphic 8">
            <a:extLst>
              <a:ext uri="{FF2B5EF4-FFF2-40B4-BE49-F238E27FC236}">
                <a16:creationId xmlns:a16="http://schemas.microsoft.com/office/drawing/2014/main" id="{599BD11D-D129-3E7C-8776-63BB012FC944}"/>
              </a:ext>
            </a:extLst>
          </p:cNvPr>
          <p:cNvGrpSpPr/>
          <p:nvPr userDrawn="1"/>
        </p:nvGrpSpPr>
        <p:grpSpPr>
          <a:xfrm>
            <a:off x="265625" y="6323271"/>
            <a:ext cx="1249223" cy="369648"/>
            <a:chOff x="265625" y="6323271"/>
            <a:chExt cx="1249223" cy="369648"/>
          </a:xfrm>
          <a:solidFill>
            <a:srgbClr val="000000"/>
          </a:solidFill>
        </p:grpSpPr>
        <p:grpSp>
          <p:nvGrpSpPr>
            <p:cNvPr id="10" name="Graphic 8">
              <a:extLst>
                <a:ext uri="{FF2B5EF4-FFF2-40B4-BE49-F238E27FC236}">
                  <a16:creationId xmlns:a16="http://schemas.microsoft.com/office/drawing/2014/main" id="{21DD2AE3-7BE2-1D6A-6C78-4CD74B479047}"/>
                </a:ext>
              </a:extLst>
            </p:cNvPr>
            <p:cNvGrpSpPr/>
            <p:nvPr/>
          </p:nvGrpSpPr>
          <p:grpSpPr>
            <a:xfrm>
              <a:off x="745455" y="6594444"/>
              <a:ext cx="722662" cy="98475"/>
              <a:chOff x="745455" y="6594444"/>
              <a:chExt cx="722662" cy="98475"/>
            </a:xfrm>
            <a:solidFill>
              <a:srgbClr val="000000"/>
            </a:solidFill>
          </p:grpSpPr>
          <p:sp>
            <p:nvSpPr>
              <p:cNvPr id="35" name="Freeform 49">
                <a:extLst>
                  <a:ext uri="{FF2B5EF4-FFF2-40B4-BE49-F238E27FC236}">
                    <a16:creationId xmlns:a16="http://schemas.microsoft.com/office/drawing/2014/main" id="{109F874C-C221-4081-09C4-52643A91FEDD}"/>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36" name="Freeform 50">
                <a:extLst>
                  <a:ext uri="{FF2B5EF4-FFF2-40B4-BE49-F238E27FC236}">
                    <a16:creationId xmlns:a16="http://schemas.microsoft.com/office/drawing/2014/main" id="{E4299243-E861-FC60-AF90-A6FD975BEEF5}"/>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37" name="Freeform 51">
                <a:extLst>
                  <a:ext uri="{FF2B5EF4-FFF2-40B4-BE49-F238E27FC236}">
                    <a16:creationId xmlns:a16="http://schemas.microsoft.com/office/drawing/2014/main" id="{2EAF3D58-B596-1CE0-B594-F570952C4020}"/>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38" name="Freeform 52">
                <a:extLst>
                  <a:ext uri="{FF2B5EF4-FFF2-40B4-BE49-F238E27FC236}">
                    <a16:creationId xmlns:a16="http://schemas.microsoft.com/office/drawing/2014/main" id="{7814E893-5379-1561-C9F0-E02F81ACB66F}"/>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39" name="Freeform 53">
                <a:extLst>
                  <a:ext uri="{FF2B5EF4-FFF2-40B4-BE49-F238E27FC236}">
                    <a16:creationId xmlns:a16="http://schemas.microsoft.com/office/drawing/2014/main" id="{29F85AC4-3FC1-8071-2E6A-0AB2FDBC81E5}"/>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40" name="Freeform 54">
                <a:extLst>
                  <a:ext uri="{FF2B5EF4-FFF2-40B4-BE49-F238E27FC236}">
                    <a16:creationId xmlns:a16="http://schemas.microsoft.com/office/drawing/2014/main" id="{E2339612-79EF-24A3-34E8-788CE6E23AF3}"/>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41" name="Freeform 55">
                <a:extLst>
                  <a:ext uri="{FF2B5EF4-FFF2-40B4-BE49-F238E27FC236}">
                    <a16:creationId xmlns:a16="http://schemas.microsoft.com/office/drawing/2014/main" id="{38E8D992-4D91-3946-7CD2-2A9B454F925F}"/>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42" name="Freeform 56">
                <a:extLst>
                  <a:ext uri="{FF2B5EF4-FFF2-40B4-BE49-F238E27FC236}">
                    <a16:creationId xmlns:a16="http://schemas.microsoft.com/office/drawing/2014/main" id="{6B320424-3E1F-E34B-6A50-E99AFE64AE45}"/>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43" name="Freeform 57">
                <a:extLst>
                  <a:ext uri="{FF2B5EF4-FFF2-40B4-BE49-F238E27FC236}">
                    <a16:creationId xmlns:a16="http://schemas.microsoft.com/office/drawing/2014/main" id="{E96F1D9F-F2F8-2CE4-FB5B-EAF44E4BF034}"/>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44" name="Freeform 58">
                <a:extLst>
                  <a:ext uri="{FF2B5EF4-FFF2-40B4-BE49-F238E27FC236}">
                    <a16:creationId xmlns:a16="http://schemas.microsoft.com/office/drawing/2014/main" id="{D513DE77-B23B-E2C1-D3BA-B4479F76D8AA}"/>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14" name="Graphic 8">
              <a:extLst>
                <a:ext uri="{FF2B5EF4-FFF2-40B4-BE49-F238E27FC236}">
                  <a16:creationId xmlns:a16="http://schemas.microsoft.com/office/drawing/2014/main" id="{4E0DB74B-4915-FD1D-1F25-D5335240CB41}"/>
                </a:ext>
              </a:extLst>
            </p:cNvPr>
            <p:cNvGrpSpPr/>
            <p:nvPr/>
          </p:nvGrpSpPr>
          <p:grpSpPr>
            <a:xfrm>
              <a:off x="265625" y="6323271"/>
              <a:ext cx="1249223" cy="190348"/>
              <a:chOff x="265625" y="6323271"/>
              <a:chExt cx="1249223" cy="190348"/>
            </a:xfrm>
            <a:solidFill>
              <a:srgbClr val="000000"/>
            </a:solidFill>
          </p:grpSpPr>
          <p:sp>
            <p:nvSpPr>
              <p:cNvPr id="28" name="Freeform 60">
                <a:extLst>
                  <a:ext uri="{FF2B5EF4-FFF2-40B4-BE49-F238E27FC236}">
                    <a16:creationId xmlns:a16="http://schemas.microsoft.com/office/drawing/2014/main" id="{40A537D4-5528-AA79-9447-928DD4029041}"/>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29" name="Freeform 61">
                <a:extLst>
                  <a:ext uri="{FF2B5EF4-FFF2-40B4-BE49-F238E27FC236}">
                    <a16:creationId xmlns:a16="http://schemas.microsoft.com/office/drawing/2014/main" id="{E7D3589B-B975-8E38-DFFD-F88A1C642CCC}"/>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30" name="Freeform 62">
                <a:extLst>
                  <a:ext uri="{FF2B5EF4-FFF2-40B4-BE49-F238E27FC236}">
                    <a16:creationId xmlns:a16="http://schemas.microsoft.com/office/drawing/2014/main" id="{DB9D18F8-7D75-3039-E84C-4388E5B08F7A}"/>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31" name="Freeform 63">
                <a:extLst>
                  <a:ext uri="{FF2B5EF4-FFF2-40B4-BE49-F238E27FC236}">
                    <a16:creationId xmlns:a16="http://schemas.microsoft.com/office/drawing/2014/main" id="{533A6790-D0C5-67EC-091E-5227B01EB762}"/>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32" name="Freeform 64">
                <a:extLst>
                  <a:ext uri="{FF2B5EF4-FFF2-40B4-BE49-F238E27FC236}">
                    <a16:creationId xmlns:a16="http://schemas.microsoft.com/office/drawing/2014/main" id="{AAA1DF8D-D6BC-D8D1-9540-9BF527D79CA7}"/>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33" name="Freeform 65">
                <a:extLst>
                  <a:ext uri="{FF2B5EF4-FFF2-40B4-BE49-F238E27FC236}">
                    <a16:creationId xmlns:a16="http://schemas.microsoft.com/office/drawing/2014/main" id="{2C11636D-F267-31DF-0E5B-D371C8315D67}"/>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34" name="Freeform 66">
                <a:extLst>
                  <a:ext uri="{FF2B5EF4-FFF2-40B4-BE49-F238E27FC236}">
                    <a16:creationId xmlns:a16="http://schemas.microsoft.com/office/drawing/2014/main" id="{9B241429-A185-DA97-EBF1-73F7DDC5369B}"/>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3" name="TextBox 2">
            <a:extLst>
              <a:ext uri="{FF2B5EF4-FFF2-40B4-BE49-F238E27FC236}">
                <a16:creationId xmlns:a16="http://schemas.microsoft.com/office/drawing/2014/main" id="{B6122E83-608D-1160-7A00-AA90B692FEF9}"/>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7594211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Big Statement with Icon - Ocean">
    <p:spTree>
      <p:nvGrpSpPr>
        <p:cNvPr id="1" name=""/>
        <p:cNvGrpSpPr/>
        <p:nvPr/>
      </p:nvGrpSpPr>
      <p:grpSpPr>
        <a:xfrm>
          <a:off x="0" y="0"/>
          <a:ext cx="0" cy="0"/>
          <a:chOff x="0" y="0"/>
          <a:chExt cx="0" cy="0"/>
        </a:xfrm>
      </p:grpSpPr>
      <p:sp>
        <p:nvSpPr>
          <p:cNvPr id="18" name="Text Placeholder 862">
            <a:extLst>
              <a:ext uri="{FF2B5EF4-FFF2-40B4-BE49-F238E27FC236}">
                <a16:creationId xmlns:a16="http://schemas.microsoft.com/office/drawing/2014/main" id="{E56855D3-D3B3-4208-ADBF-9790190F0A6E}"/>
              </a:ext>
            </a:extLst>
          </p:cNvPr>
          <p:cNvSpPr>
            <a:spLocks noGrp="1"/>
          </p:cNvSpPr>
          <p:nvPr>
            <p:ph type="body" sz="quarter" idx="12" hasCustomPrompt="1"/>
          </p:nvPr>
        </p:nvSpPr>
        <p:spPr>
          <a:xfrm>
            <a:off x="608013" y="2514600"/>
            <a:ext cx="5486400" cy="1828799"/>
          </a:xfrm>
        </p:spPr>
        <p:txBody>
          <a:bodyPr anchor="ctr"/>
          <a:lstStyle>
            <a:lvl1pPr>
              <a:lnSpc>
                <a:spcPct val="100000"/>
              </a:lnSpc>
              <a:spcBef>
                <a:spcPts val="0"/>
              </a:spcBef>
              <a:defRPr sz="3600">
                <a:solidFill>
                  <a:schemeClr val="accent2"/>
                </a:solidFill>
              </a:defRPr>
            </a:lvl1pPr>
            <a:lvl2pPr marL="273050" indent="0">
              <a:buNone/>
              <a:defRPr/>
            </a:lvl2pPr>
          </a:lstStyle>
          <a:p>
            <a:pPr lvl="0"/>
            <a:r>
              <a:rPr lang="en-US" dirty="0"/>
              <a:t>Slide with large text placeholder and circle graphic.</a:t>
            </a:r>
          </a:p>
        </p:txBody>
      </p:sp>
      <p:sp>
        <p:nvSpPr>
          <p:cNvPr id="6" name="Freeform: Shape 5">
            <a:extLst>
              <a:ext uri="{FF2B5EF4-FFF2-40B4-BE49-F238E27FC236}">
                <a16:creationId xmlns:a16="http://schemas.microsoft.com/office/drawing/2014/main" id="{B95FD2E6-B8EA-4366-97C4-6A53370F84D0}"/>
              </a:ext>
              <a:ext uri="{C183D7F6-B498-43B3-948B-1728B52AA6E4}">
                <adec:decorative xmlns:adec="http://schemas.microsoft.com/office/drawing/2017/decorative" val="1"/>
              </a:ext>
            </a:extLst>
          </p:cNvPr>
          <p:cNvSpPr/>
          <p:nvPr userDrawn="1"/>
        </p:nvSpPr>
        <p:spPr>
          <a:xfrm>
            <a:off x="5378859" y="1"/>
            <a:ext cx="6809966" cy="6858000"/>
          </a:xfrm>
          <a:custGeom>
            <a:avLst/>
            <a:gdLst>
              <a:gd name="connsiteX0" fmla="*/ 6845677 w 6846538"/>
              <a:gd name="connsiteY0" fmla="*/ 4820854 h 6858000"/>
              <a:gd name="connsiteX1" fmla="*/ 4811938 w 6846538"/>
              <a:gd name="connsiteY1" fmla="*/ 6857998 h 6858000"/>
              <a:gd name="connsiteX2" fmla="*/ 6845677 w 6846538"/>
              <a:gd name="connsiteY2" fmla="*/ 6857998 h 6858000"/>
              <a:gd name="connsiteX3" fmla="*/ 6846538 w 6846538"/>
              <a:gd name="connsiteY3" fmla="*/ 0 h 6858000"/>
              <a:gd name="connsiteX4" fmla="*/ 6846538 w 6846538"/>
              <a:gd name="connsiteY4" fmla="*/ 6858000 h 6858000"/>
              <a:gd name="connsiteX5" fmla="*/ 0 w 6846538"/>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6538" h="6858000">
                <a:moveTo>
                  <a:pt x="6845677" y="4820854"/>
                </a:moveTo>
                <a:lnTo>
                  <a:pt x="4811938" y="6857998"/>
                </a:lnTo>
                <a:lnTo>
                  <a:pt x="6845677" y="6857998"/>
                </a:lnTo>
                <a:close/>
                <a:moveTo>
                  <a:pt x="6846538" y="0"/>
                </a:moveTo>
                <a:lnTo>
                  <a:pt x="6846538" y="6858000"/>
                </a:lnTo>
                <a:lnTo>
                  <a:pt x="0" y="6858000"/>
                </a:lnTo>
                <a:close/>
              </a:path>
            </a:pathLst>
          </a:custGeom>
          <a:gradFill>
            <a:gsLst>
              <a:gs pos="0">
                <a:schemeClr val="bg2">
                  <a:alpha val="0"/>
                </a:schemeClr>
              </a:gs>
              <a:gs pos="100000">
                <a:schemeClr val="tx2"/>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spcAft>
                <a:spcPts val="600"/>
              </a:spcAft>
            </a:pPr>
            <a:endParaRPr lang="en-US" sz="1200" dirty="0">
              <a:solidFill>
                <a:schemeClr val="bg1"/>
              </a:solidFill>
            </a:endParaRPr>
          </a:p>
        </p:txBody>
      </p:sp>
      <p:sp>
        <p:nvSpPr>
          <p:cNvPr id="2147" name="Oval 2146" descr="place icon in center">
            <a:extLst>
              <a:ext uri="{FF2B5EF4-FFF2-40B4-BE49-F238E27FC236}">
                <a16:creationId xmlns:a16="http://schemas.microsoft.com/office/drawing/2014/main" id="{FDDA58E5-A99B-48C0-A6B7-6BAE32E46F62}"/>
              </a:ext>
              <a:ext uri="{C183D7F6-B498-43B3-948B-1728B52AA6E4}">
                <adec:decorative xmlns:adec="http://schemas.microsoft.com/office/drawing/2017/decorative" val="0"/>
              </a:ext>
            </a:extLst>
          </p:cNvPr>
          <p:cNvSpPr/>
          <p:nvPr userDrawn="1"/>
        </p:nvSpPr>
        <p:spPr bwMode="gray">
          <a:xfrm>
            <a:off x="7273815" y="1515193"/>
            <a:ext cx="3735912" cy="3735912"/>
          </a:xfrm>
          <a:prstGeom prst="ellipse">
            <a:avLst/>
          </a:prstGeom>
          <a:solidFill>
            <a:schemeClr val="bg1"/>
          </a:solidFill>
          <a:ln w="38100">
            <a:solidFill>
              <a:schemeClr val="tx2"/>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marL="60325" lvl="0" algn="ctr">
              <a:spcAft>
                <a:spcPts val="800"/>
              </a:spcAft>
            </a:pPr>
            <a:endParaRPr lang="en-US" sz="1400" kern="0" dirty="0"/>
          </a:p>
        </p:txBody>
      </p:sp>
      <p:sp>
        <p:nvSpPr>
          <p:cNvPr id="8" name="page number">
            <a:extLst>
              <a:ext uri="{FF2B5EF4-FFF2-40B4-BE49-F238E27FC236}">
                <a16:creationId xmlns:a16="http://schemas.microsoft.com/office/drawing/2014/main" id="{45469056-638C-FF40-8AA5-0675077535BA}"/>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2" name="TextBox 1">
            <a:extLst>
              <a:ext uri="{FF2B5EF4-FFF2-40B4-BE49-F238E27FC236}">
                <a16:creationId xmlns:a16="http://schemas.microsoft.com/office/drawing/2014/main" id="{846D0F11-C378-F8AB-BAF2-238F51965B13}"/>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4" name="Graphic 8">
            <a:extLst>
              <a:ext uri="{FF2B5EF4-FFF2-40B4-BE49-F238E27FC236}">
                <a16:creationId xmlns:a16="http://schemas.microsoft.com/office/drawing/2014/main" id="{0D5F970B-8A4A-7222-0FD2-E307FD49F987}"/>
              </a:ext>
            </a:extLst>
          </p:cNvPr>
          <p:cNvGrpSpPr/>
          <p:nvPr userDrawn="1"/>
        </p:nvGrpSpPr>
        <p:grpSpPr>
          <a:xfrm>
            <a:off x="265625" y="6323271"/>
            <a:ext cx="1249223" cy="369648"/>
            <a:chOff x="265625" y="6323271"/>
            <a:chExt cx="1249223" cy="369648"/>
          </a:xfrm>
          <a:solidFill>
            <a:srgbClr val="000000"/>
          </a:solidFill>
        </p:grpSpPr>
        <p:grpSp>
          <p:nvGrpSpPr>
            <p:cNvPr id="5" name="Graphic 8">
              <a:extLst>
                <a:ext uri="{FF2B5EF4-FFF2-40B4-BE49-F238E27FC236}">
                  <a16:creationId xmlns:a16="http://schemas.microsoft.com/office/drawing/2014/main" id="{9B8BAA96-15B4-F3FB-AB7B-51A87CDE3DF4}"/>
                </a:ext>
              </a:extLst>
            </p:cNvPr>
            <p:cNvGrpSpPr/>
            <p:nvPr/>
          </p:nvGrpSpPr>
          <p:grpSpPr>
            <a:xfrm>
              <a:off x="745455" y="6594444"/>
              <a:ext cx="722662" cy="98475"/>
              <a:chOff x="745455" y="6594444"/>
              <a:chExt cx="722662" cy="98475"/>
            </a:xfrm>
            <a:solidFill>
              <a:srgbClr val="000000"/>
            </a:solidFill>
          </p:grpSpPr>
          <p:sp>
            <p:nvSpPr>
              <p:cNvPr id="16" name="Freeform 49">
                <a:extLst>
                  <a:ext uri="{FF2B5EF4-FFF2-40B4-BE49-F238E27FC236}">
                    <a16:creationId xmlns:a16="http://schemas.microsoft.com/office/drawing/2014/main" id="{E610C5B3-1D03-0361-1F2B-5D842D62025C}"/>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17" name="Freeform 50">
                <a:extLst>
                  <a:ext uri="{FF2B5EF4-FFF2-40B4-BE49-F238E27FC236}">
                    <a16:creationId xmlns:a16="http://schemas.microsoft.com/office/drawing/2014/main" id="{333EE999-6EAD-01CE-732F-915D12FF734C}"/>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19" name="Freeform 51">
                <a:extLst>
                  <a:ext uri="{FF2B5EF4-FFF2-40B4-BE49-F238E27FC236}">
                    <a16:creationId xmlns:a16="http://schemas.microsoft.com/office/drawing/2014/main" id="{CCA5ABB9-08D4-D513-62C6-41756BBB134C}"/>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0" name="Freeform 52">
                <a:extLst>
                  <a:ext uri="{FF2B5EF4-FFF2-40B4-BE49-F238E27FC236}">
                    <a16:creationId xmlns:a16="http://schemas.microsoft.com/office/drawing/2014/main" id="{6A0DB4AB-BCF1-EE04-9956-55A15AD8CD4D}"/>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1" name="Freeform 53">
                <a:extLst>
                  <a:ext uri="{FF2B5EF4-FFF2-40B4-BE49-F238E27FC236}">
                    <a16:creationId xmlns:a16="http://schemas.microsoft.com/office/drawing/2014/main" id="{97332E21-F7D9-C6B3-B54B-7B7C7D260D2C}"/>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22" name="Freeform 54">
                <a:extLst>
                  <a:ext uri="{FF2B5EF4-FFF2-40B4-BE49-F238E27FC236}">
                    <a16:creationId xmlns:a16="http://schemas.microsoft.com/office/drawing/2014/main" id="{7110CF00-DDAA-1561-29C3-B9043D35EAC1}"/>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23" name="Freeform 55">
                <a:extLst>
                  <a:ext uri="{FF2B5EF4-FFF2-40B4-BE49-F238E27FC236}">
                    <a16:creationId xmlns:a16="http://schemas.microsoft.com/office/drawing/2014/main" id="{8743735F-F3BE-CD3C-DBEA-2AFEC437EDA3}"/>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24" name="Freeform 56">
                <a:extLst>
                  <a:ext uri="{FF2B5EF4-FFF2-40B4-BE49-F238E27FC236}">
                    <a16:creationId xmlns:a16="http://schemas.microsoft.com/office/drawing/2014/main" id="{61D1B77E-130F-660C-4AC7-78D0F99767CC}"/>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25" name="Freeform 57">
                <a:extLst>
                  <a:ext uri="{FF2B5EF4-FFF2-40B4-BE49-F238E27FC236}">
                    <a16:creationId xmlns:a16="http://schemas.microsoft.com/office/drawing/2014/main" id="{BA4B8876-726E-54AB-B885-672A83BBCEE9}"/>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26" name="Freeform 58">
                <a:extLst>
                  <a:ext uri="{FF2B5EF4-FFF2-40B4-BE49-F238E27FC236}">
                    <a16:creationId xmlns:a16="http://schemas.microsoft.com/office/drawing/2014/main" id="{03C38D1C-9F91-91CA-6AD9-B9F474AB7AD9}"/>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7" name="Graphic 8">
              <a:extLst>
                <a:ext uri="{FF2B5EF4-FFF2-40B4-BE49-F238E27FC236}">
                  <a16:creationId xmlns:a16="http://schemas.microsoft.com/office/drawing/2014/main" id="{AD321CC0-02FB-4673-EC37-BEC78A60B530}"/>
                </a:ext>
              </a:extLst>
            </p:cNvPr>
            <p:cNvGrpSpPr/>
            <p:nvPr/>
          </p:nvGrpSpPr>
          <p:grpSpPr>
            <a:xfrm>
              <a:off x="265625" y="6323271"/>
              <a:ext cx="1249223" cy="190348"/>
              <a:chOff x="265625" y="6323271"/>
              <a:chExt cx="1249223" cy="190348"/>
            </a:xfrm>
            <a:solidFill>
              <a:srgbClr val="000000"/>
            </a:solidFill>
          </p:grpSpPr>
          <p:sp>
            <p:nvSpPr>
              <p:cNvPr id="9" name="Freeform 60">
                <a:extLst>
                  <a:ext uri="{FF2B5EF4-FFF2-40B4-BE49-F238E27FC236}">
                    <a16:creationId xmlns:a16="http://schemas.microsoft.com/office/drawing/2014/main" id="{3F8B5B57-7894-BCF8-1021-6508B67F605E}"/>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0" name="Freeform 61">
                <a:extLst>
                  <a:ext uri="{FF2B5EF4-FFF2-40B4-BE49-F238E27FC236}">
                    <a16:creationId xmlns:a16="http://schemas.microsoft.com/office/drawing/2014/main" id="{2D81B226-DB69-C331-BB03-6A1A759596CE}"/>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1" name="Freeform 62">
                <a:extLst>
                  <a:ext uri="{FF2B5EF4-FFF2-40B4-BE49-F238E27FC236}">
                    <a16:creationId xmlns:a16="http://schemas.microsoft.com/office/drawing/2014/main" id="{E824B014-B989-2E3D-558E-C9EE8D4B186A}"/>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2" name="Freeform 63">
                <a:extLst>
                  <a:ext uri="{FF2B5EF4-FFF2-40B4-BE49-F238E27FC236}">
                    <a16:creationId xmlns:a16="http://schemas.microsoft.com/office/drawing/2014/main" id="{D509F8AC-4FB3-2B6F-5A4C-AA94FF6CBA07}"/>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3" name="Freeform 64">
                <a:extLst>
                  <a:ext uri="{FF2B5EF4-FFF2-40B4-BE49-F238E27FC236}">
                    <a16:creationId xmlns:a16="http://schemas.microsoft.com/office/drawing/2014/main" id="{3C4450EE-C450-E67D-777B-4AB32A942CB0}"/>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4" name="Freeform 65">
                <a:extLst>
                  <a:ext uri="{FF2B5EF4-FFF2-40B4-BE49-F238E27FC236}">
                    <a16:creationId xmlns:a16="http://schemas.microsoft.com/office/drawing/2014/main" id="{76940B2C-D8FF-CBBB-3272-4F983D27C3BB}"/>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5" name="Freeform 66">
                <a:extLst>
                  <a:ext uri="{FF2B5EF4-FFF2-40B4-BE49-F238E27FC236}">
                    <a16:creationId xmlns:a16="http://schemas.microsoft.com/office/drawing/2014/main" id="{31094477-4058-2F2B-47DF-DECC75FDEA64}"/>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3" name="TextBox 2">
            <a:extLst>
              <a:ext uri="{FF2B5EF4-FFF2-40B4-BE49-F238E27FC236}">
                <a16:creationId xmlns:a16="http://schemas.microsoft.com/office/drawing/2014/main" id="{5DABD2D2-17C3-119C-4611-C81680CA6FB1}"/>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36185957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preserve="1" userDrawn="1">
  <p:cSld name="Big Statement with Icon - Indigo">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id="{0240D96F-DE33-80F8-2C2A-CFCF89A6BD2C}"/>
              </a:ext>
              <a:ext uri="{C183D7F6-B498-43B3-948B-1728B52AA6E4}">
                <adec:decorative xmlns:adec="http://schemas.microsoft.com/office/drawing/2017/decorative" val="1"/>
              </a:ext>
            </a:extLst>
          </p:cNvPr>
          <p:cNvSpPr/>
          <p:nvPr userDrawn="1"/>
        </p:nvSpPr>
        <p:spPr>
          <a:xfrm>
            <a:off x="5378859" y="7557"/>
            <a:ext cx="6809966" cy="6857999"/>
          </a:xfrm>
          <a:custGeom>
            <a:avLst/>
            <a:gdLst>
              <a:gd name="connsiteX0" fmla="*/ 6845677 w 6846538"/>
              <a:gd name="connsiteY0" fmla="*/ 4820854 h 6858000"/>
              <a:gd name="connsiteX1" fmla="*/ 4811938 w 6846538"/>
              <a:gd name="connsiteY1" fmla="*/ 6857998 h 6858000"/>
              <a:gd name="connsiteX2" fmla="*/ 6845677 w 6846538"/>
              <a:gd name="connsiteY2" fmla="*/ 6857998 h 6858000"/>
              <a:gd name="connsiteX3" fmla="*/ 6846538 w 6846538"/>
              <a:gd name="connsiteY3" fmla="*/ 0 h 6858000"/>
              <a:gd name="connsiteX4" fmla="*/ 6846538 w 6846538"/>
              <a:gd name="connsiteY4" fmla="*/ 6858000 h 6858000"/>
              <a:gd name="connsiteX5" fmla="*/ 0 w 6846538"/>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6538" h="6858000">
                <a:moveTo>
                  <a:pt x="6845677" y="4820854"/>
                </a:moveTo>
                <a:lnTo>
                  <a:pt x="4811938" y="6857998"/>
                </a:lnTo>
                <a:lnTo>
                  <a:pt x="6845677" y="6857998"/>
                </a:lnTo>
                <a:close/>
                <a:moveTo>
                  <a:pt x="6846538" y="0"/>
                </a:moveTo>
                <a:lnTo>
                  <a:pt x="6846538" y="6858000"/>
                </a:lnTo>
                <a:lnTo>
                  <a:pt x="0" y="6858000"/>
                </a:lnTo>
                <a:close/>
              </a:path>
            </a:pathLst>
          </a:custGeom>
          <a:gradFill>
            <a:gsLst>
              <a:gs pos="0">
                <a:schemeClr val="bg2">
                  <a:alpha val="0"/>
                </a:schemeClr>
              </a:gs>
              <a:gs pos="98000">
                <a:schemeClr val="accent3"/>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spcAft>
                <a:spcPts val="600"/>
              </a:spcAft>
            </a:pPr>
            <a:endParaRPr lang="en-US" sz="1200" dirty="0">
              <a:solidFill>
                <a:schemeClr val="bg1"/>
              </a:solidFill>
            </a:endParaRPr>
          </a:p>
        </p:txBody>
      </p:sp>
      <p:sp>
        <p:nvSpPr>
          <p:cNvPr id="18" name="Text Placeholder 862">
            <a:extLst>
              <a:ext uri="{FF2B5EF4-FFF2-40B4-BE49-F238E27FC236}">
                <a16:creationId xmlns:a16="http://schemas.microsoft.com/office/drawing/2014/main" id="{E56855D3-D3B3-4208-ADBF-9790190F0A6E}"/>
              </a:ext>
            </a:extLst>
          </p:cNvPr>
          <p:cNvSpPr>
            <a:spLocks noGrp="1"/>
          </p:cNvSpPr>
          <p:nvPr>
            <p:ph type="body" sz="quarter" idx="12" hasCustomPrompt="1"/>
          </p:nvPr>
        </p:nvSpPr>
        <p:spPr>
          <a:xfrm>
            <a:off x="608012" y="2514600"/>
            <a:ext cx="5486400" cy="1828799"/>
          </a:xfrm>
        </p:spPr>
        <p:txBody>
          <a:bodyPr anchor="ctr"/>
          <a:lstStyle>
            <a:lvl1pPr>
              <a:lnSpc>
                <a:spcPct val="100000"/>
              </a:lnSpc>
              <a:spcBef>
                <a:spcPts val="0"/>
              </a:spcBef>
              <a:defRPr sz="3600">
                <a:solidFill>
                  <a:schemeClr val="accent2"/>
                </a:solidFill>
              </a:defRPr>
            </a:lvl1pPr>
            <a:lvl2pPr marL="273050" indent="0">
              <a:buNone/>
              <a:defRPr/>
            </a:lvl2pPr>
          </a:lstStyle>
          <a:p>
            <a:pPr lvl="0"/>
            <a:r>
              <a:rPr lang="en-US" dirty="0"/>
              <a:t>Slide with large text placeholder and circle graphic.</a:t>
            </a:r>
          </a:p>
        </p:txBody>
      </p:sp>
      <p:sp>
        <p:nvSpPr>
          <p:cNvPr id="2147" name="Oval 2146" descr="place icon in center">
            <a:extLst>
              <a:ext uri="{FF2B5EF4-FFF2-40B4-BE49-F238E27FC236}">
                <a16:creationId xmlns:a16="http://schemas.microsoft.com/office/drawing/2014/main" id="{FDDA58E5-A99B-48C0-A6B7-6BAE32E46F62}"/>
              </a:ext>
              <a:ext uri="{C183D7F6-B498-43B3-948B-1728B52AA6E4}">
                <adec:decorative xmlns:adec="http://schemas.microsoft.com/office/drawing/2017/decorative" val="0"/>
              </a:ext>
            </a:extLst>
          </p:cNvPr>
          <p:cNvSpPr/>
          <p:nvPr userDrawn="1"/>
        </p:nvSpPr>
        <p:spPr bwMode="gray">
          <a:xfrm rot="10800000">
            <a:off x="7273815" y="1515193"/>
            <a:ext cx="3735912" cy="3735912"/>
          </a:xfrm>
          <a:prstGeom prst="ellipse">
            <a:avLst/>
          </a:prstGeom>
          <a:solidFill>
            <a:schemeClr val="bg1"/>
          </a:solidFill>
          <a:ln w="381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marL="60325" lvl="0" algn="ctr">
              <a:spcAft>
                <a:spcPts val="800"/>
              </a:spcAft>
            </a:pPr>
            <a:endParaRPr lang="en-US" sz="1400" kern="0" dirty="0"/>
          </a:p>
        </p:txBody>
      </p:sp>
      <p:sp>
        <p:nvSpPr>
          <p:cNvPr id="7" name="page number">
            <a:extLst>
              <a:ext uri="{FF2B5EF4-FFF2-40B4-BE49-F238E27FC236}">
                <a16:creationId xmlns:a16="http://schemas.microsoft.com/office/drawing/2014/main" id="{2A1148C9-BE55-F64C-8A6E-A5239BDB4089}"/>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3" name="TextBox 2">
            <a:extLst>
              <a:ext uri="{FF2B5EF4-FFF2-40B4-BE49-F238E27FC236}">
                <a16:creationId xmlns:a16="http://schemas.microsoft.com/office/drawing/2014/main" id="{927CA03F-42F5-50E2-4300-D4689873E6BF}"/>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5" name="Graphic 8">
            <a:extLst>
              <a:ext uri="{FF2B5EF4-FFF2-40B4-BE49-F238E27FC236}">
                <a16:creationId xmlns:a16="http://schemas.microsoft.com/office/drawing/2014/main" id="{122FEF99-9568-C127-B59A-D97585286AFF}"/>
              </a:ext>
            </a:extLst>
          </p:cNvPr>
          <p:cNvGrpSpPr/>
          <p:nvPr userDrawn="1"/>
        </p:nvGrpSpPr>
        <p:grpSpPr>
          <a:xfrm>
            <a:off x="265625" y="6323271"/>
            <a:ext cx="1249223" cy="369648"/>
            <a:chOff x="265625" y="6323271"/>
            <a:chExt cx="1249223" cy="369648"/>
          </a:xfrm>
          <a:solidFill>
            <a:srgbClr val="000000"/>
          </a:solidFill>
        </p:grpSpPr>
        <p:grpSp>
          <p:nvGrpSpPr>
            <p:cNvPr id="6" name="Graphic 8">
              <a:extLst>
                <a:ext uri="{FF2B5EF4-FFF2-40B4-BE49-F238E27FC236}">
                  <a16:creationId xmlns:a16="http://schemas.microsoft.com/office/drawing/2014/main" id="{33D4A503-4B73-9719-047A-FBB90698A583}"/>
                </a:ext>
              </a:extLst>
            </p:cNvPr>
            <p:cNvGrpSpPr/>
            <p:nvPr/>
          </p:nvGrpSpPr>
          <p:grpSpPr>
            <a:xfrm>
              <a:off x="745455" y="6594444"/>
              <a:ext cx="722662" cy="98475"/>
              <a:chOff x="745455" y="6594444"/>
              <a:chExt cx="722662" cy="98475"/>
            </a:xfrm>
            <a:solidFill>
              <a:srgbClr val="000000"/>
            </a:solidFill>
          </p:grpSpPr>
          <p:sp>
            <p:nvSpPr>
              <p:cNvPr id="16" name="Freeform 49">
                <a:extLst>
                  <a:ext uri="{FF2B5EF4-FFF2-40B4-BE49-F238E27FC236}">
                    <a16:creationId xmlns:a16="http://schemas.microsoft.com/office/drawing/2014/main" id="{6AA45075-6961-ABCF-6F83-1EBA5CC2C34F}"/>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17" name="Freeform 50">
                <a:extLst>
                  <a:ext uri="{FF2B5EF4-FFF2-40B4-BE49-F238E27FC236}">
                    <a16:creationId xmlns:a16="http://schemas.microsoft.com/office/drawing/2014/main" id="{568D0346-39B9-799C-F87F-899C65BD333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19" name="Freeform 51">
                <a:extLst>
                  <a:ext uri="{FF2B5EF4-FFF2-40B4-BE49-F238E27FC236}">
                    <a16:creationId xmlns:a16="http://schemas.microsoft.com/office/drawing/2014/main" id="{CAD8B827-6241-B7C2-8DA8-6248DCD91B2B}"/>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0" name="Freeform 52">
                <a:extLst>
                  <a:ext uri="{FF2B5EF4-FFF2-40B4-BE49-F238E27FC236}">
                    <a16:creationId xmlns:a16="http://schemas.microsoft.com/office/drawing/2014/main" id="{A8BBFD5D-DD60-828F-1319-78ED8F3E2E0D}"/>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1" name="Freeform 53">
                <a:extLst>
                  <a:ext uri="{FF2B5EF4-FFF2-40B4-BE49-F238E27FC236}">
                    <a16:creationId xmlns:a16="http://schemas.microsoft.com/office/drawing/2014/main" id="{9BD8E7FB-59CF-1A95-8BBE-CF4064F67C4A}"/>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22" name="Freeform 54">
                <a:extLst>
                  <a:ext uri="{FF2B5EF4-FFF2-40B4-BE49-F238E27FC236}">
                    <a16:creationId xmlns:a16="http://schemas.microsoft.com/office/drawing/2014/main" id="{5F717A5A-64ED-28A6-3BF7-CF6BF69FF96B}"/>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23" name="Freeform 55">
                <a:extLst>
                  <a:ext uri="{FF2B5EF4-FFF2-40B4-BE49-F238E27FC236}">
                    <a16:creationId xmlns:a16="http://schemas.microsoft.com/office/drawing/2014/main" id="{2A3CEE21-8E03-D3B6-478C-91904FA873C9}"/>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24" name="Freeform 56">
                <a:extLst>
                  <a:ext uri="{FF2B5EF4-FFF2-40B4-BE49-F238E27FC236}">
                    <a16:creationId xmlns:a16="http://schemas.microsoft.com/office/drawing/2014/main" id="{FD187A30-EF1A-E792-C000-1D6DE72BA550}"/>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25" name="Freeform 57">
                <a:extLst>
                  <a:ext uri="{FF2B5EF4-FFF2-40B4-BE49-F238E27FC236}">
                    <a16:creationId xmlns:a16="http://schemas.microsoft.com/office/drawing/2014/main" id="{136F0EF1-E65A-81BA-62E5-4FA01CF143EF}"/>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26" name="Freeform 58">
                <a:extLst>
                  <a:ext uri="{FF2B5EF4-FFF2-40B4-BE49-F238E27FC236}">
                    <a16:creationId xmlns:a16="http://schemas.microsoft.com/office/drawing/2014/main" id="{74B6B4D0-A721-8E88-73B9-2550263A796A}"/>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8" name="Graphic 8">
              <a:extLst>
                <a:ext uri="{FF2B5EF4-FFF2-40B4-BE49-F238E27FC236}">
                  <a16:creationId xmlns:a16="http://schemas.microsoft.com/office/drawing/2014/main" id="{80B4DF58-E10F-AD88-BB25-64A24616D8F0}"/>
                </a:ext>
              </a:extLst>
            </p:cNvPr>
            <p:cNvGrpSpPr/>
            <p:nvPr/>
          </p:nvGrpSpPr>
          <p:grpSpPr>
            <a:xfrm>
              <a:off x="265625" y="6323271"/>
              <a:ext cx="1249223" cy="190348"/>
              <a:chOff x="265625" y="6323271"/>
              <a:chExt cx="1249223" cy="190348"/>
            </a:xfrm>
            <a:solidFill>
              <a:srgbClr val="000000"/>
            </a:solidFill>
          </p:grpSpPr>
          <p:sp>
            <p:nvSpPr>
              <p:cNvPr id="9" name="Freeform 60">
                <a:extLst>
                  <a:ext uri="{FF2B5EF4-FFF2-40B4-BE49-F238E27FC236}">
                    <a16:creationId xmlns:a16="http://schemas.microsoft.com/office/drawing/2014/main" id="{F191DBA3-C2FA-E4B0-7EF8-6172EE9A4313}"/>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0" name="Freeform 61">
                <a:extLst>
                  <a:ext uri="{FF2B5EF4-FFF2-40B4-BE49-F238E27FC236}">
                    <a16:creationId xmlns:a16="http://schemas.microsoft.com/office/drawing/2014/main" id="{FC648FD2-6E19-7AD4-57F5-07C166C8EBD6}"/>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1" name="Freeform 62">
                <a:extLst>
                  <a:ext uri="{FF2B5EF4-FFF2-40B4-BE49-F238E27FC236}">
                    <a16:creationId xmlns:a16="http://schemas.microsoft.com/office/drawing/2014/main" id="{A7643791-A875-36A1-3E74-D2E7BC3732EA}"/>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2" name="Freeform 63">
                <a:extLst>
                  <a:ext uri="{FF2B5EF4-FFF2-40B4-BE49-F238E27FC236}">
                    <a16:creationId xmlns:a16="http://schemas.microsoft.com/office/drawing/2014/main" id="{188ED956-AE28-3E93-9B26-5F126130521D}"/>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3" name="Freeform 64">
                <a:extLst>
                  <a:ext uri="{FF2B5EF4-FFF2-40B4-BE49-F238E27FC236}">
                    <a16:creationId xmlns:a16="http://schemas.microsoft.com/office/drawing/2014/main" id="{4974D72F-3DBA-B8AF-31D1-D6B81BCB7C6B}"/>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4" name="Freeform 65">
                <a:extLst>
                  <a:ext uri="{FF2B5EF4-FFF2-40B4-BE49-F238E27FC236}">
                    <a16:creationId xmlns:a16="http://schemas.microsoft.com/office/drawing/2014/main" id="{B3E4686C-BC34-6EE3-3C08-05C3F8E41F53}"/>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5" name="Freeform 66">
                <a:extLst>
                  <a:ext uri="{FF2B5EF4-FFF2-40B4-BE49-F238E27FC236}">
                    <a16:creationId xmlns:a16="http://schemas.microsoft.com/office/drawing/2014/main" id="{4D63FFC6-C392-DCA1-A545-0910536D1B1B}"/>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4" name="TextBox 3">
            <a:extLst>
              <a:ext uri="{FF2B5EF4-FFF2-40B4-BE49-F238E27FC236}">
                <a16:creationId xmlns:a16="http://schemas.microsoft.com/office/drawing/2014/main" id="{B93B0B1C-DB7A-2964-04D6-7D582FD5B9C3}"/>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7355587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preserve="1" userDrawn="1">
  <p:cSld name="Big Statement with Icon - Plum">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id="{EDA64E18-1A4A-077B-C551-0C1CB5D4F85E}"/>
              </a:ext>
              <a:ext uri="{C183D7F6-B498-43B3-948B-1728B52AA6E4}">
                <adec:decorative xmlns:adec="http://schemas.microsoft.com/office/drawing/2017/decorative" val="1"/>
              </a:ext>
            </a:extLst>
          </p:cNvPr>
          <p:cNvSpPr/>
          <p:nvPr userDrawn="1"/>
        </p:nvSpPr>
        <p:spPr>
          <a:xfrm>
            <a:off x="5378859" y="0"/>
            <a:ext cx="6809966" cy="6858000"/>
          </a:xfrm>
          <a:custGeom>
            <a:avLst/>
            <a:gdLst>
              <a:gd name="connsiteX0" fmla="*/ 6845677 w 6846538"/>
              <a:gd name="connsiteY0" fmla="*/ 4820854 h 6858000"/>
              <a:gd name="connsiteX1" fmla="*/ 4811938 w 6846538"/>
              <a:gd name="connsiteY1" fmla="*/ 6857998 h 6858000"/>
              <a:gd name="connsiteX2" fmla="*/ 6845677 w 6846538"/>
              <a:gd name="connsiteY2" fmla="*/ 6857998 h 6858000"/>
              <a:gd name="connsiteX3" fmla="*/ 6846538 w 6846538"/>
              <a:gd name="connsiteY3" fmla="*/ 0 h 6858000"/>
              <a:gd name="connsiteX4" fmla="*/ 6846538 w 6846538"/>
              <a:gd name="connsiteY4" fmla="*/ 6858000 h 6858000"/>
              <a:gd name="connsiteX5" fmla="*/ 0 w 6846538"/>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6538" h="6858000">
                <a:moveTo>
                  <a:pt x="6845677" y="4820854"/>
                </a:moveTo>
                <a:lnTo>
                  <a:pt x="4811938" y="6857998"/>
                </a:lnTo>
                <a:lnTo>
                  <a:pt x="6845677" y="6857998"/>
                </a:lnTo>
                <a:close/>
                <a:moveTo>
                  <a:pt x="6846538" y="0"/>
                </a:moveTo>
                <a:lnTo>
                  <a:pt x="6846538" y="6858000"/>
                </a:lnTo>
                <a:lnTo>
                  <a:pt x="0" y="6858000"/>
                </a:lnTo>
                <a:close/>
              </a:path>
            </a:pathLst>
          </a:custGeom>
          <a:gradFill>
            <a:gsLst>
              <a:gs pos="0">
                <a:schemeClr val="bg2">
                  <a:alpha val="0"/>
                </a:schemeClr>
              </a:gs>
              <a:gs pos="100000">
                <a:schemeClr val="accent5"/>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spcAft>
                <a:spcPts val="600"/>
              </a:spcAft>
            </a:pPr>
            <a:endParaRPr lang="en-US" sz="1200" dirty="0">
              <a:solidFill>
                <a:schemeClr val="bg1"/>
              </a:solidFill>
            </a:endParaRPr>
          </a:p>
        </p:txBody>
      </p:sp>
      <p:sp>
        <p:nvSpPr>
          <p:cNvPr id="9" name="Text Placeholder 862">
            <a:extLst>
              <a:ext uri="{FF2B5EF4-FFF2-40B4-BE49-F238E27FC236}">
                <a16:creationId xmlns:a16="http://schemas.microsoft.com/office/drawing/2014/main" id="{0F507127-789E-994A-9A44-353C37E789F7}"/>
              </a:ext>
            </a:extLst>
          </p:cNvPr>
          <p:cNvSpPr>
            <a:spLocks noGrp="1"/>
          </p:cNvSpPr>
          <p:nvPr>
            <p:ph type="body" sz="quarter" idx="13" hasCustomPrompt="1"/>
          </p:nvPr>
        </p:nvSpPr>
        <p:spPr>
          <a:xfrm>
            <a:off x="608015" y="2514600"/>
            <a:ext cx="5486400" cy="1828799"/>
          </a:xfrm>
        </p:spPr>
        <p:txBody>
          <a:bodyPr anchor="ctr"/>
          <a:lstStyle>
            <a:lvl1pPr>
              <a:lnSpc>
                <a:spcPct val="100000"/>
              </a:lnSpc>
              <a:spcBef>
                <a:spcPts val="0"/>
              </a:spcBef>
              <a:defRPr sz="3600">
                <a:solidFill>
                  <a:schemeClr val="accent5"/>
                </a:solidFill>
              </a:defRPr>
            </a:lvl1pPr>
            <a:lvl2pPr marL="273050" indent="0">
              <a:buNone/>
              <a:defRPr/>
            </a:lvl2pPr>
          </a:lstStyle>
          <a:p>
            <a:pPr lvl="0"/>
            <a:r>
              <a:rPr lang="en-US" dirty="0"/>
              <a:t>Slide with large text placeholder and circle graphic.</a:t>
            </a:r>
          </a:p>
        </p:txBody>
      </p:sp>
      <p:sp>
        <p:nvSpPr>
          <p:cNvPr id="2147" name="Oval 2146" descr="place icon in center">
            <a:extLst>
              <a:ext uri="{FF2B5EF4-FFF2-40B4-BE49-F238E27FC236}">
                <a16:creationId xmlns:a16="http://schemas.microsoft.com/office/drawing/2014/main" id="{FDDA58E5-A99B-48C0-A6B7-6BAE32E46F62}"/>
              </a:ext>
              <a:ext uri="{C183D7F6-B498-43B3-948B-1728B52AA6E4}">
                <adec:decorative xmlns:adec="http://schemas.microsoft.com/office/drawing/2017/decorative" val="0"/>
              </a:ext>
            </a:extLst>
          </p:cNvPr>
          <p:cNvSpPr/>
          <p:nvPr userDrawn="1"/>
        </p:nvSpPr>
        <p:spPr bwMode="gray">
          <a:xfrm>
            <a:off x="7273815" y="1515193"/>
            <a:ext cx="3735912" cy="3735912"/>
          </a:xfrm>
          <a:prstGeom prst="ellipse">
            <a:avLst/>
          </a:prstGeom>
          <a:solidFill>
            <a:schemeClr val="bg1"/>
          </a:solidFill>
          <a:ln w="38100">
            <a:solidFill>
              <a:schemeClr val="accent5"/>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marL="60325" lvl="0" algn="ctr">
              <a:spcAft>
                <a:spcPts val="800"/>
              </a:spcAft>
            </a:pPr>
            <a:endParaRPr lang="en-US" sz="1400" kern="0" dirty="0"/>
          </a:p>
        </p:txBody>
      </p:sp>
      <p:sp>
        <p:nvSpPr>
          <p:cNvPr id="7" name="page number">
            <a:extLst>
              <a:ext uri="{FF2B5EF4-FFF2-40B4-BE49-F238E27FC236}">
                <a16:creationId xmlns:a16="http://schemas.microsoft.com/office/drawing/2014/main" id="{4144FBF0-61D7-2140-A159-ECF2E9CDDA21}"/>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3" name="TextBox 2">
            <a:extLst>
              <a:ext uri="{FF2B5EF4-FFF2-40B4-BE49-F238E27FC236}">
                <a16:creationId xmlns:a16="http://schemas.microsoft.com/office/drawing/2014/main" id="{5E6848FA-3F32-F321-B6F4-BD8E3DA700A2}"/>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5" name="Graphic 8">
            <a:extLst>
              <a:ext uri="{FF2B5EF4-FFF2-40B4-BE49-F238E27FC236}">
                <a16:creationId xmlns:a16="http://schemas.microsoft.com/office/drawing/2014/main" id="{3E228101-C66C-3FA3-BC33-17B25C68AC63}"/>
              </a:ext>
            </a:extLst>
          </p:cNvPr>
          <p:cNvGrpSpPr/>
          <p:nvPr userDrawn="1"/>
        </p:nvGrpSpPr>
        <p:grpSpPr>
          <a:xfrm>
            <a:off x="265625" y="6323271"/>
            <a:ext cx="1249223" cy="369648"/>
            <a:chOff x="265625" y="6323271"/>
            <a:chExt cx="1249223" cy="369648"/>
          </a:xfrm>
          <a:solidFill>
            <a:srgbClr val="000000"/>
          </a:solidFill>
        </p:grpSpPr>
        <p:grpSp>
          <p:nvGrpSpPr>
            <p:cNvPr id="6" name="Graphic 8">
              <a:extLst>
                <a:ext uri="{FF2B5EF4-FFF2-40B4-BE49-F238E27FC236}">
                  <a16:creationId xmlns:a16="http://schemas.microsoft.com/office/drawing/2014/main" id="{34E08562-914A-6293-AB3E-AD1F7438AA7C}"/>
                </a:ext>
              </a:extLst>
            </p:cNvPr>
            <p:cNvGrpSpPr/>
            <p:nvPr/>
          </p:nvGrpSpPr>
          <p:grpSpPr>
            <a:xfrm>
              <a:off x="745455" y="6594444"/>
              <a:ext cx="722662" cy="98475"/>
              <a:chOff x="745455" y="6594444"/>
              <a:chExt cx="722662" cy="98475"/>
            </a:xfrm>
            <a:solidFill>
              <a:srgbClr val="000000"/>
            </a:solidFill>
          </p:grpSpPr>
          <p:sp>
            <p:nvSpPr>
              <p:cNvPr id="17" name="Freeform 49">
                <a:extLst>
                  <a:ext uri="{FF2B5EF4-FFF2-40B4-BE49-F238E27FC236}">
                    <a16:creationId xmlns:a16="http://schemas.microsoft.com/office/drawing/2014/main" id="{2479D982-A424-253E-FDA9-1075B0394B59}"/>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18" name="Freeform 50">
                <a:extLst>
                  <a:ext uri="{FF2B5EF4-FFF2-40B4-BE49-F238E27FC236}">
                    <a16:creationId xmlns:a16="http://schemas.microsoft.com/office/drawing/2014/main" id="{677EE2AF-BC9D-F084-01EC-BDA1C007BF1D}"/>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19" name="Freeform 51">
                <a:extLst>
                  <a:ext uri="{FF2B5EF4-FFF2-40B4-BE49-F238E27FC236}">
                    <a16:creationId xmlns:a16="http://schemas.microsoft.com/office/drawing/2014/main" id="{405F2BD0-B9FA-6F67-762E-B6FAE891AD98}"/>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0" name="Freeform 52">
                <a:extLst>
                  <a:ext uri="{FF2B5EF4-FFF2-40B4-BE49-F238E27FC236}">
                    <a16:creationId xmlns:a16="http://schemas.microsoft.com/office/drawing/2014/main" id="{961C935A-9FED-CE71-115E-BE4E9B143C07}"/>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1" name="Freeform 53">
                <a:extLst>
                  <a:ext uri="{FF2B5EF4-FFF2-40B4-BE49-F238E27FC236}">
                    <a16:creationId xmlns:a16="http://schemas.microsoft.com/office/drawing/2014/main" id="{AF34E106-EF93-088A-39B0-CDC236BD84E9}"/>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22" name="Freeform 54">
                <a:extLst>
                  <a:ext uri="{FF2B5EF4-FFF2-40B4-BE49-F238E27FC236}">
                    <a16:creationId xmlns:a16="http://schemas.microsoft.com/office/drawing/2014/main" id="{1BD83468-56C4-1EC3-EC84-A54FFF8940DB}"/>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23" name="Freeform 55">
                <a:extLst>
                  <a:ext uri="{FF2B5EF4-FFF2-40B4-BE49-F238E27FC236}">
                    <a16:creationId xmlns:a16="http://schemas.microsoft.com/office/drawing/2014/main" id="{F270D062-DA4C-542D-8DEE-B6B668D8ED15}"/>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24" name="Freeform 56">
                <a:extLst>
                  <a:ext uri="{FF2B5EF4-FFF2-40B4-BE49-F238E27FC236}">
                    <a16:creationId xmlns:a16="http://schemas.microsoft.com/office/drawing/2014/main" id="{7C933C01-5186-1188-816E-F0F105C428CA}"/>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25" name="Freeform 57">
                <a:extLst>
                  <a:ext uri="{FF2B5EF4-FFF2-40B4-BE49-F238E27FC236}">
                    <a16:creationId xmlns:a16="http://schemas.microsoft.com/office/drawing/2014/main" id="{782FB9F1-EF51-7F31-5901-538957B7AB91}"/>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26" name="Freeform 58">
                <a:extLst>
                  <a:ext uri="{FF2B5EF4-FFF2-40B4-BE49-F238E27FC236}">
                    <a16:creationId xmlns:a16="http://schemas.microsoft.com/office/drawing/2014/main" id="{62CB707E-F39E-3D53-8791-2677637D0162}"/>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8" name="Graphic 8">
              <a:extLst>
                <a:ext uri="{FF2B5EF4-FFF2-40B4-BE49-F238E27FC236}">
                  <a16:creationId xmlns:a16="http://schemas.microsoft.com/office/drawing/2014/main" id="{5795F136-F71E-B049-F0DD-84F2952BFC0D}"/>
                </a:ext>
              </a:extLst>
            </p:cNvPr>
            <p:cNvGrpSpPr/>
            <p:nvPr/>
          </p:nvGrpSpPr>
          <p:grpSpPr>
            <a:xfrm>
              <a:off x="265625" y="6323271"/>
              <a:ext cx="1249223" cy="190348"/>
              <a:chOff x="265625" y="6323271"/>
              <a:chExt cx="1249223" cy="190348"/>
            </a:xfrm>
            <a:solidFill>
              <a:srgbClr val="000000"/>
            </a:solidFill>
          </p:grpSpPr>
          <p:sp>
            <p:nvSpPr>
              <p:cNvPr id="10" name="Freeform 60">
                <a:extLst>
                  <a:ext uri="{FF2B5EF4-FFF2-40B4-BE49-F238E27FC236}">
                    <a16:creationId xmlns:a16="http://schemas.microsoft.com/office/drawing/2014/main" id="{376D3759-3639-AC4F-8076-C355B0100967}"/>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1" name="Freeform 61">
                <a:extLst>
                  <a:ext uri="{FF2B5EF4-FFF2-40B4-BE49-F238E27FC236}">
                    <a16:creationId xmlns:a16="http://schemas.microsoft.com/office/drawing/2014/main" id="{CD4B151F-7D1F-8954-E784-7605482B291F}"/>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2" name="Freeform 62">
                <a:extLst>
                  <a:ext uri="{FF2B5EF4-FFF2-40B4-BE49-F238E27FC236}">
                    <a16:creationId xmlns:a16="http://schemas.microsoft.com/office/drawing/2014/main" id="{B40D9F42-AF0A-DE8A-5307-F8956165C7C6}"/>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3" name="Freeform 63">
                <a:extLst>
                  <a:ext uri="{FF2B5EF4-FFF2-40B4-BE49-F238E27FC236}">
                    <a16:creationId xmlns:a16="http://schemas.microsoft.com/office/drawing/2014/main" id="{D27CD8E0-E2C2-D155-7ED6-82D4C3AE5D21}"/>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4" name="Freeform 64">
                <a:extLst>
                  <a:ext uri="{FF2B5EF4-FFF2-40B4-BE49-F238E27FC236}">
                    <a16:creationId xmlns:a16="http://schemas.microsoft.com/office/drawing/2014/main" id="{0C1C198C-6EA4-B531-2246-6FDABBE5F149}"/>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5" name="Freeform 65">
                <a:extLst>
                  <a:ext uri="{FF2B5EF4-FFF2-40B4-BE49-F238E27FC236}">
                    <a16:creationId xmlns:a16="http://schemas.microsoft.com/office/drawing/2014/main" id="{83BE54EB-90E7-0347-1F71-69FB6E33746C}"/>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6" name="Freeform 66">
                <a:extLst>
                  <a:ext uri="{FF2B5EF4-FFF2-40B4-BE49-F238E27FC236}">
                    <a16:creationId xmlns:a16="http://schemas.microsoft.com/office/drawing/2014/main" id="{1F40B3A4-4550-A2BD-7032-C23BD4122C9C}"/>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4" name="TextBox 3">
            <a:extLst>
              <a:ext uri="{FF2B5EF4-FFF2-40B4-BE49-F238E27FC236}">
                <a16:creationId xmlns:a16="http://schemas.microsoft.com/office/drawing/2014/main" id="{7F9DC764-3FC6-01FE-DCAF-5FCF9A8BB547}"/>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33386838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preserve="1" userDrawn="1">
  <p:cSld name="Definition">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id="{F50ED68F-525B-00F4-AE58-E7AACD420745}"/>
              </a:ext>
              <a:ext uri="{C183D7F6-B498-43B3-948B-1728B52AA6E4}">
                <adec:decorative xmlns:adec="http://schemas.microsoft.com/office/drawing/2017/decorative" val="1"/>
              </a:ext>
            </a:extLst>
          </p:cNvPr>
          <p:cNvSpPr/>
          <p:nvPr userDrawn="1"/>
        </p:nvSpPr>
        <p:spPr>
          <a:xfrm>
            <a:off x="5378859" y="7558"/>
            <a:ext cx="6809966" cy="6857998"/>
          </a:xfrm>
          <a:custGeom>
            <a:avLst/>
            <a:gdLst>
              <a:gd name="connsiteX0" fmla="*/ 6845677 w 6846538"/>
              <a:gd name="connsiteY0" fmla="*/ 4820854 h 6858000"/>
              <a:gd name="connsiteX1" fmla="*/ 4811938 w 6846538"/>
              <a:gd name="connsiteY1" fmla="*/ 6857998 h 6858000"/>
              <a:gd name="connsiteX2" fmla="*/ 6845677 w 6846538"/>
              <a:gd name="connsiteY2" fmla="*/ 6857998 h 6858000"/>
              <a:gd name="connsiteX3" fmla="*/ 6846538 w 6846538"/>
              <a:gd name="connsiteY3" fmla="*/ 0 h 6858000"/>
              <a:gd name="connsiteX4" fmla="*/ 6846538 w 6846538"/>
              <a:gd name="connsiteY4" fmla="*/ 6858000 h 6858000"/>
              <a:gd name="connsiteX5" fmla="*/ 0 w 6846538"/>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6538" h="6858000">
                <a:moveTo>
                  <a:pt x="6845677" y="4820854"/>
                </a:moveTo>
                <a:lnTo>
                  <a:pt x="4811938" y="6857998"/>
                </a:lnTo>
                <a:lnTo>
                  <a:pt x="6845677" y="6857998"/>
                </a:lnTo>
                <a:close/>
                <a:moveTo>
                  <a:pt x="6846538" y="0"/>
                </a:moveTo>
                <a:lnTo>
                  <a:pt x="6846538" y="6858000"/>
                </a:lnTo>
                <a:lnTo>
                  <a:pt x="0" y="6858000"/>
                </a:lnTo>
                <a:close/>
              </a:path>
            </a:pathLst>
          </a:custGeom>
          <a:gradFill>
            <a:gsLst>
              <a:gs pos="0">
                <a:srgbClr val="F4F8FA">
                  <a:alpha val="0"/>
                </a:srgbClr>
              </a:gs>
              <a:gs pos="100000">
                <a:schemeClr val="accent3"/>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spcAft>
                <a:spcPts val="600"/>
              </a:spcAft>
            </a:pPr>
            <a:endParaRPr lang="en-US" sz="1200" dirty="0">
              <a:solidFill>
                <a:schemeClr val="bg1"/>
              </a:solidFill>
            </a:endParaRPr>
          </a:p>
        </p:txBody>
      </p:sp>
      <p:sp>
        <p:nvSpPr>
          <p:cNvPr id="6" name="Oval 5" descr="place icon in center">
            <a:extLst>
              <a:ext uri="{FF2B5EF4-FFF2-40B4-BE49-F238E27FC236}">
                <a16:creationId xmlns:a16="http://schemas.microsoft.com/office/drawing/2014/main" id="{485306D4-55E2-403B-BFD1-9DA60421D596}"/>
              </a:ext>
              <a:ext uri="{C183D7F6-B498-43B3-948B-1728B52AA6E4}">
                <adec:decorative xmlns:adec="http://schemas.microsoft.com/office/drawing/2017/decorative" val="0"/>
              </a:ext>
            </a:extLst>
          </p:cNvPr>
          <p:cNvSpPr/>
          <p:nvPr userDrawn="1"/>
        </p:nvSpPr>
        <p:spPr bwMode="gray">
          <a:xfrm>
            <a:off x="7273815" y="1515193"/>
            <a:ext cx="3735912" cy="3735912"/>
          </a:xfrm>
          <a:prstGeom prst="ellipse">
            <a:avLst/>
          </a:prstGeom>
          <a:solidFill>
            <a:schemeClr val="bg1"/>
          </a:solidFill>
          <a:ln w="381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7" name="page number">
            <a:extLst>
              <a:ext uri="{FF2B5EF4-FFF2-40B4-BE49-F238E27FC236}">
                <a16:creationId xmlns:a16="http://schemas.microsoft.com/office/drawing/2014/main" id="{AC54A160-3D72-4DDC-86DA-8858609ECBB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fld id="{7A51DB15-7364-4F0B-A3A0-1309F8830053}" type="slidenum">
              <a:rPr kumimoji="0" lang="en-US" sz="800" b="0" i="0" u="none" strike="noStrike" kern="1200" cap="none" spc="0" normalizeH="0" baseline="0" noProof="0" smtClean="0">
                <a:ln>
                  <a:noFill/>
                </a:ln>
                <a:solidFill>
                  <a:srgbClr val="3F3F3F"/>
                </a:solidFill>
                <a:effectLst/>
                <a:uLnTx/>
                <a:uFillTx/>
                <a:latin typeface="Arial" panose="020B0604020202020204" pitchFamily="34" charset="0"/>
                <a:ea typeface="Arial" panose="020B0604020202020204" pitchFamily="34" charset="0"/>
              </a:rPr>
              <a:pPr marL="0" marR="0" lvl="0" indent="0" algn="r" defTabSz="914400" rtl="0" eaLnBrk="1" fontAlgn="auto" latinLnBrk="0" hangingPunct="1">
                <a:lnSpc>
                  <a:spcPct val="9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3F3F3F"/>
              </a:solidFill>
              <a:effectLst/>
              <a:uLnTx/>
              <a:uFillTx/>
              <a:latin typeface="Arial" panose="020B0604020202020204" pitchFamily="34" charset="0"/>
              <a:ea typeface="Arial" panose="020B0604020202020204" pitchFamily="34" charset="0"/>
            </a:endParaRPr>
          </a:p>
        </p:txBody>
      </p:sp>
      <p:cxnSp>
        <p:nvCxnSpPr>
          <p:cNvPr id="8" name="Straight Connector 7">
            <a:extLst>
              <a:ext uri="{FF2B5EF4-FFF2-40B4-BE49-F238E27FC236}">
                <a16:creationId xmlns:a16="http://schemas.microsoft.com/office/drawing/2014/main" id="{BB0772A6-7577-4DB2-B194-0836A31C3FAA}"/>
              </a:ext>
              <a:ext uri="{C183D7F6-B498-43B3-948B-1728B52AA6E4}">
                <adec:decorative xmlns:adec="http://schemas.microsoft.com/office/drawing/2017/decorative" val="1"/>
              </a:ext>
            </a:extLst>
          </p:cNvPr>
          <p:cNvCxnSpPr>
            <a:cxnSpLocks/>
          </p:cNvCxnSpPr>
          <p:nvPr userDrawn="1"/>
        </p:nvCxnSpPr>
        <p:spPr bwMode="gray">
          <a:xfrm>
            <a:off x="608013" y="3174608"/>
            <a:ext cx="5016039" cy="0"/>
          </a:xfrm>
          <a:prstGeom prst="line">
            <a:avLst/>
          </a:prstGeom>
          <a:ln w="25400">
            <a:solidFill>
              <a:schemeClr val="tx1">
                <a:lumMod val="20000"/>
                <a:lumOff val="8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 name="Text Placeholder 2">
            <a:extLst>
              <a:ext uri="{FF2B5EF4-FFF2-40B4-BE49-F238E27FC236}">
                <a16:creationId xmlns:a16="http://schemas.microsoft.com/office/drawing/2014/main" id="{4943300B-7E9F-4E14-B0D0-3FBCFE7E1055}"/>
              </a:ext>
            </a:extLst>
          </p:cNvPr>
          <p:cNvSpPr>
            <a:spLocks noGrp="1"/>
          </p:cNvSpPr>
          <p:nvPr>
            <p:ph type="body" sz="quarter" idx="12" hasCustomPrompt="1"/>
          </p:nvPr>
        </p:nvSpPr>
        <p:spPr>
          <a:xfrm>
            <a:off x="612648" y="1755648"/>
            <a:ext cx="5916168" cy="822960"/>
          </a:xfrm>
        </p:spPr>
        <p:txBody>
          <a:bodyPr vert="horz" lIns="0" tIns="0" rIns="0" bIns="0" rtlCol="0" anchor="b" anchorCtr="0">
            <a:noAutofit/>
          </a:bodyPr>
          <a:lstStyle>
            <a:lvl1pPr>
              <a:defRPr lang="en-US" sz="4000" dirty="0">
                <a:solidFill>
                  <a:schemeClr val="accent2"/>
                </a:solidFill>
                <a:latin typeface="+mn-lt"/>
              </a:defRPr>
            </a:lvl1pPr>
          </a:lstStyle>
          <a:p>
            <a:pPr lvl="0">
              <a:lnSpc>
                <a:spcPct val="93000"/>
              </a:lnSpc>
              <a:spcBef>
                <a:spcPts val="0"/>
              </a:spcBef>
            </a:pPr>
            <a:r>
              <a:rPr lang="en-US" dirty="0"/>
              <a:t>Word Placeholder</a:t>
            </a:r>
          </a:p>
        </p:txBody>
      </p:sp>
      <p:sp>
        <p:nvSpPr>
          <p:cNvPr id="10" name="Text Placeholder 4">
            <a:extLst>
              <a:ext uri="{FF2B5EF4-FFF2-40B4-BE49-F238E27FC236}">
                <a16:creationId xmlns:a16="http://schemas.microsoft.com/office/drawing/2014/main" id="{5EFDFCC1-32B9-4692-A5A0-C1A105FF5C91}"/>
              </a:ext>
            </a:extLst>
          </p:cNvPr>
          <p:cNvSpPr>
            <a:spLocks noGrp="1"/>
          </p:cNvSpPr>
          <p:nvPr>
            <p:ph type="body" sz="quarter" idx="13" hasCustomPrompt="1"/>
          </p:nvPr>
        </p:nvSpPr>
        <p:spPr>
          <a:xfrm>
            <a:off x="612648" y="2578608"/>
            <a:ext cx="5916168" cy="457200"/>
          </a:xfrm>
        </p:spPr>
        <p:txBody>
          <a:bodyPr vert="horz" lIns="0" tIns="0" rIns="0" bIns="0" rtlCol="0" anchor="t" anchorCtr="0">
            <a:noAutofit/>
          </a:bodyPr>
          <a:lstStyle>
            <a:lvl1pPr>
              <a:defRPr lang="en-US" sz="2400" dirty="0">
                <a:latin typeface="+mj-lt"/>
                <a:cs typeface="Arial" panose="020B0604020202020204" pitchFamily="34" charset="0"/>
              </a:defRPr>
            </a:lvl1pPr>
          </a:lstStyle>
          <a:p>
            <a:pPr lvl="0">
              <a:spcAft>
                <a:spcPts val="4200"/>
              </a:spcAft>
            </a:pPr>
            <a:r>
              <a:rPr lang="en-US" dirty="0"/>
              <a:t>[</a:t>
            </a:r>
            <a:r>
              <a:rPr lang="en-US" dirty="0" err="1"/>
              <a:t>fəˈnɛtɪk</a:t>
            </a:r>
            <a:r>
              <a:rPr lang="en-US" dirty="0"/>
              <a:t> </a:t>
            </a:r>
            <a:r>
              <a:rPr lang="en-US" dirty="0" err="1"/>
              <a:t>trænˈskrɪpʃən</a:t>
            </a:r>
            <a:r>
              <a:rPr lang="en-US" dirty="0"/>
              <a:t> ˈ</a:t>
            </a:r>
            <a:r>
              <a:rPr lang="en-US" dirty="0" err="1"/>
              <a:t>pleɪsˌhəʊldə</a:t>
            </a:r>
            <a:r>
              <a:rPr lang="en-US" dirty="0"/>
              <a:t>]</a:t>
            </a:r>
          </a:p>
        </p:txBody>
      </p:sp>
      <p:sp>
        <p:nvSpPr>
          <p:cNvPr id="11" name="Text Placeholder 10">
            <a:extLst>
              <a:ext uri="{FF2B5EF4-FFF2-40B4-BE49-F238E27FC236}">
                <a16:creationId xmlns:a16="http://schemas.microsoft.com/office/drawing/2014/main" id="{5307D825-595E-4D57-BAAC-B507C217C1A4}"/>
              </a:ext>
            </a:extLst>
          </p:cNvPr>
          <p:cNvSpPr>
            <a:spLocks noGrp="1"/>
          </p:cNvSpPr>
          <p:nvPr>
            <p:ph type="body" sz="quarter" idx="14" hasCustomPrompt="1"/>
          </p:nvPr>
        </p:nvSpPr>
        <p:spPr>
          <a:xfrm>
            <a:off x="612648" y="3483864"/>
            <a:ext cx="5916167" cy="2006600"/>
          </a:xfrm>
        </p:spPr>
        <p:txBody>
          <a:bodyPr/>
          <a:lstStyle>
            <a:lvl1pPr marL="0" indent="0" algn="l" defTabSz="914400" rtl="0" eaLnBrk="1" latinLnBrk="0" hangingPunct="1">
              <a:lnSpc>
                <a:spcPct val="100000"/>
              </a:lnSpc>
              <a:spcBef>
                <a:spcPts val="1200"/>
              </a:spcBef>
              <a:buClr>
                <a:schemeClr val="tx1">
                  <a:lumMod val="60000"/>
                  <a:lumOff val="40000"/>
                </a:schemeClr>
              </a:buClr>
              <a:buSzPct val="90000"/>
              <a:buFont typeface="Arial" panose="020B0604020202020204" pitchFamily="34" charset="0"/>
              <a:buChar char="​"/>
              <a:defRPr lang="en-US" sz="2100" kern="1200" dirty="0">
                <a:solidFill>
                  <a:schemeClr val="tx2"/>
                </a:solidFill>
                <a:latin typeface="+mn-lt"/>
                <a:ea typeface="+mn-ea"/>
                <a:cs typeface="+mn-cs"/>
              </a:defRPr>
            </a:lvl1pPr>
          </a:lstStyle>
          <a:p>
            <a:pPr lvl="0"/>
            <a:r>
              <a:rPr lang="en-US" dirty="0"/>
              <a:t>The phonetic transcription can be generated using: https://tophonetics.com/</a:t>
            </a:r>
          </a:p>
        </p:txBody>
      </p:sp>
      <p:sp>
        <p:nvSpPr>
          <p:cNvPr id="5" name="TextBox 4">
            <a:extLst>
              <a:ext uri="{FF2B5EF4-FFF2-40B4-BE49-F238E27FC236}">
                <a16:creationId xmlns:a16="http://schemas.microsoft.com/office/drawing/2014/main" id="{D12E9C36-828B-ECD4-CEC3-CE8ABBBB9672}"/>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13" name="Graphic 8">
            <a:extLst>
              <a:ext uri="{FF2B5EF4-FFF2-40B4-BE49-F238E27FC236}">
                <a16:creationId xmlns:a16="http://schemas.microsoft.com/office/drawing/2014/main" id="{461B4E52-E06B-9863-8A38-75BD3297378C}"/>
              </a:ext>
            </a:extLst>
          </p:cNvPr>
          <p:cNvGrpSpPr/>
          <p:nvPr userDrawn="1"/>
        </p:nvGrpSpPr>
        <p:grpSpPr>
          <a:xfrm>
            <a:off x="265625" y="6323271"/>
            <a:ext cx="1249223" cy="369648"/>
            <a:chOff x="265625" y="6323271"/>
            <a:chExt cx="1249223" cy="369648"/>
          </a:xfrm>
          <a:solidFill>
            <a:srgbClr val="000000"/>
          </a:solidFill>
        </p:grpSpPr>
        <p:grpSp>
          <p:nvGrpSpPr>
            <p:cNvPr id="14" name="Graphic 8">
              <a:extLst>
                <a:ext uri="{FF2B5EF4-FFF2-40B4-BE49-F238E27FC236}">
                  <a16:creationId xmlns:a16="http://schemas.microsoft.com/office/drawing/2014/main" id="{4CB20520-C560-EA0B-31C6-CA320204A0B2}"/>
                </a:ext>
              </a:extLst>
            </p:cNvPr>
            <p:cNvGrpSpPr/>
            <p:nvPr/>
          </p:nvGrpSpPr>
          <p:grpSpPr>
            <a:xfrm>
              <a:off x="745455" y="6594444"/>
              <a:ext cx="722662" cy="98475"/>
              <a:chOff x="745455" y="6594444"/>
              <a:chExt cx="722662" cy="98475"/>
            </a:xfrm>
            <a:solidFill>
              <a:srgbClr val="000000"/>
            </a:solidFill>
          </p:grpSpPr>
          <p:sp>
            <p:nvSpPr>
              <p:cNvPr id="23" name="Freeform 49">
                <a:extLst>
                  <a:ext uri="{FF2B5EF4-FFF2-40B4-BE49-F238E27FC236}">
                    <a16:creationId xmlns:a16="http://schemas.microsoft.com/office/drawing/2014/main" id="{D37B54E1-1A30-72DF-482A-AD28AE5AC62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24" name="Freeform 50">
                <a:extLst>
                  <a:ext uri="{FF2B5EF4-FFF2-40B4-BE49-F238E27FC236}">
                    <a16:creationId xmlns:a16="http://schemas.microsoft.com/office/drawing/2014/main" id="{7F32477C-59A0-2EC1-63B9-1586C7132A85}"/>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25" name="Freeform 51">
                <a:extLst>
                  <a:ext uri="{FF2B5EF4-FFF2-40B4-BE49-F238E27FC236}">
                    <a16:creationId xmlns:a16="http://schemas.microsoft.com/office/drawing/2014/main" id="{60B56732-CC67-80A5-FE6F-383B0B92E9EB}"/>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6" name="Freeform 52">
                <a:extLst>
                  <a:ext uri="{FF2B5EF4-FFF2-40B4-BE49-F238E27FC236}">
                    <a16:creationId xmlns:a16="http://schemas.microsoft.com/office/drawing/2014/main" id="{8F514716-5518-37CD-4A41-B18AA767E034}"/>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7" name="Freeform 53">
                <a:extLst>
                  <a:ext uri="{FF2B5EF4-FFF2-40B4-BE49-F238E27FC236}">
                    <a16:creationId xmlns:a16="http://schemas.microsoft.com/office/drawing/2014/main" id="{07455776-0DAE-AA28-F88D-CCBCB218CA52}"/>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28" name="Freeform 54">
                <a:extLst>
                  <a:ext uri="{FF2B5EF4-FFF2-40B4-BE49-F238E27FC236}">
                    <a16:creationId xmlns:a16="http://schemas.microsoft.com/office/drawing/2014/main" id="{3D8B9835-D602-E754-B562-BB27226DAEA6}"/>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29" name="Freeform 55">
                <a:extLst>
                  <a:ext uri="{FF2B5EF4-FFF2-40B4-BE49-F238E27FC236}">
                    <a16:creationId xmlns:a16="http://schemas.microsoft.com/office/drawing/2014/main" id="{18C9CB56-60BE-0754-A93D-7E8E28C4EF28}"/>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30" name="Freeform 56">
                <a:extLst>
                  <a:ext uri="{FF2B5EF4-FFF2-40B4-BE49-F238E27FC236}">
                    <a16:creationId xmlns:a16="http://schemas.microsoft.com/office/drawing/2014/main" id="{E342CF24-B219-3ACD-1EF4-39F76F7363D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31" name="Freeform 57">
                <a:extLst>
                  <a:ext uri="{FF2B5EF4-FFF2-40B4-BE49-F238E27FC236}">
                    <a16:creationId xmlns:a16="http://schemas.microsoft.com/office/drawing/2014/main" id="{CB6E8BEC-9DA7-B352-ABA4-7D80BA56B839}"/>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32" name="Freeform 58">
                <a:extLst>
                  <a:ext uri="{FF2B5EF4-FFF2-40B4-BE49-F238E27FC236}">
                    <a16:creationId xmlns:a16="http://schemas.microsoft.com/office/drawing/2014/main" id="{D7A2C1E5-27B9-A2D1-7320-9A4CB51C5062}"/>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15" name="Graphic 8">
              <a:extLst>
                <a:ext uri="{FF2B5EF4-FFF2-40B4-BE49-F238E27FC236}">
                  <a16:creationId xmlns:a16="http://schemas.microsoft.com/office/drawing/2014/main" id="{55744413-58E3-E558-276A-486C83F11284}"/>
                </a:ext>
              </a:extLst>
            </p:cNvPr>
            <p:cNvGrpSpPr/>
            <p:nvPr/>
          </p:nvGrpSpPr>
          <p:grpSpPr>
            <a:xfrm>
              <a:off x="265625" y="6323271"/>
              <a:ext cx="1249223" cy="190348"/>
              <a:chOff x="265625" y="6323271"/>
              <a:chExt cx="1249223" cy="190348"/>
            </a:xfrm>
            <a:solidFill>
              <a:srgbClr val="000000"/>
            </a:solidFill>
          </p:grpSpPr>
          <p:sp>
            <p:nvSpPr>
              <p:cNvPr id="16" name="Freeform 60">
                <a:extLst>
                  <a:ext uri="{FF2B5EF4-FFF2-40B4-BE49-F238E27FC236}">
                    <a16:creationId xmlns:a16="http://schemas.microsoft.com/office/drawing/2014/main" id="{0D630A4E-78CE-D513-AB43-F5D0BDF82847}"/>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7" name="Freeform 61">
                <a:extLst>
                  <a:ext uri="{FF2B5EF4-FFF2-40B4-BE49-F238E27FC236}">
                    <a16:creationId xmlns:a16="http://schemas.microsoft.com/office/drawing/2014/main" id="{E3EA1858-EE0A-6549-12E3-F3044E517667}"/>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8" name="Freeform 62">
                <a:extLst>
                  <a:ext uri="{FF2B5EF4-FFF2-40B4-BE49-F238E27FC236}">
                    <a16:creationId xmlns:a16="http://schemas.microsoft.com/office/drawing/2014/main" id="{89F48CB0-E2C2-97A2-CDD0-6999A5E4A1A0}"/>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9" name="Freeform 63">
                <a:extLst>
                  <a:ext uri="{FF2B5EF4-FFF2-40B4-BE49-F238E27FC236}">
                    <a16:creationId xmlns:a16="http://schemas.microsoft.com/office/drawing/2014/main" id="{A65AB81D-F42B-82DE-515D-0EE573833403}"/>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20" name="Freeform 64">
                <a:extLst>
                  <a:ext uri="{FF2B5EF4-FFF2-40B4-BE49-F238E27FC236}">
                    <a16:creationId xmlns:a16="http://schemas.microsoft.com/office/drawing/2014/main" id="{EF429396-C56E-2145-DEDB-0CF99DDBCA2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21" name="Freeform 65">
                <a:extLst>
                  <a:ext uri="{FF2B5EF4-FFF2-40B4-BE49-F238E27FC236}">
                    <a16:creationId xmlns:a16="http://schemas.microsoft.com/office/drawing/2014/main" id="{6C880DBE-CC26-0C60-6693-0ED651A83C6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22" name="Freeform 66">
                <a:extLst>
                  <a:ext uri="{FF2B5EF4-FFF2-40B4-BE49-F238E27FC236}">
                    <a16:creationId xmlns:a16="http://schemas.microsoft.com/office/drawing/2014/main" id="{0173913B-EF4C-8974-A24F-9C03E55E172C}"/>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3" name="TextBox 2">
            <a:extLst>
              <a:ext uri="{FF2B5EF4-FFF2-40B4-BE49-F238E27FC236}">
                <a16:creationId xmlns:a16="http://schemas.microsoft.com/office/drawing/2014/main" id="{9F5DE82B-AAE7-39AB-0A92-FF752C097FF6}"/>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3110068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preserve="1" userDrawn="1">
  <p:cSld name="QR">
    <p:spTree>
      <p:nvGrpSpPr>
        <p:cNvPr id="1" name=""/>
        <p:cNvGrpSpPr/>
        <p:nvPr/>
      </p:nvGrpSpPr>
      <p:grpSpPr>
        <a:xfrm>
          <a:off x="0" y="0"/>
          <a:ext cx="0" cy="0"/>
          <a:chOff x="0" y="0"/>
          <a:chExt cx="0" cy="0"/>
        </a:xfrm>
      </p:grpSpPr>
      <p:sp>
        <p:nvSpPr>
          <p:cNvPr id="5" name="Freeform: Shape 4">
            <a:extLst>
              <a:ext uri="{FF2B5EF4-FFF2-40B4-BE49-F238E27FC236}">
                <a16:creationId xmlns:a16="http://schemas.microsoft.com/office/drawing/2014/main" id="{3C43A142-B3D7-4E39-B708-595F0EB24BAC}"/>
              </a:ext>
              <a:ext uri="{C183D7F6-B498-43B3-948B-1728B52AA6E4}">
                <adec:decorative xmlns:adec="http://schemas.microsoft.com/office/drawing/2017/decorative" val="1"/>
              </a:ext>
            </a:extLst>
          </p:cNvPr>
          <p:cNvSpPr/>
          <p:nvPr userDrawn="1"/>
        </p:nvSpPr>
        <p:spPr>
          <a:xfrm>
            <a:off x="5378859" y="1"/>
            <a:ext cx="6809966" cy="6858000"/>
          </a:xfrm>
          <a:custGeom>
            <a:avLst/>
            <a:gdLst>
              <a:gd name="connsiteX0" fmla="*/ 6845677 w 6846538"/>
              <a:gd name="connsiteY0" fmla="*/ 4820854 h 6858000"/>
              <a:gd name="connsiteX1" fmla="*/ 4811938 w 6846538"/>
              <a:gd name="connsiteY1" fmla="*/ 6857998 h 6858000"/>
              <a:gd name="connsiteX2" fmla="*/ 6845677 w 6846538"/>
              <a:gd name="connsiteY2" fmla="*/ 6857998 h 6858000"/>
              <a:gd name="connsiteX3" fmla="*/ 6846538 w 6846538"/>
              <a:gd name="connsiteY3" fmla="*/ 0 h 6858000"/>
              <a:gd name="connsiteX4" fmla="*/ 6846538 w 6846538"/>
              <a:gd name="connsiteY4" fmla="*/ 6858000 h 6858000"/>
              <a:gd name="connsiteX5" fmla="*/ 0 w 6846538"/>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6538" h="6858000">
                <a:moveTo>
                  <a:pt x="6845677" y="4820854"/>
                </a:moveTo>
                <a:lnTo>
                  <a:pt x="4811938" y="6857998"/>
                </a:lnTo>
                <a:lnTo>
                  <a:pt x="6845677" y="6857998"/>
                </a:lnTo>
                <a:close/>
                <a:moveTo>
                  <a:pt x="6846538" y="0"/>
                </a:moveTo>
                <a:lnTo>
                  <a:pt x="6846538" y="6858000"/>
                </a:lnTo>
                <a:lnTo>
                  <a:pt x="0" y="6858000"/>
                </a:lnTo>
                <a:close/>
              </a:path>
            </a:pathLst>
          </a:custGeom>
          <a:gradFill>
            <a:gsLst>
              <a:gs pos="0">
                <a:srgbClr val="F4F8FA">
                  <a:alpha val="0"/>
                </a:srgbClr>
              </a:gs>
              <a:gs pos="100000">
                <a:schemeClr val="accent3"/>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6" name="Oval 5" descr="place icon in center">
            <a:extLst>
              <a:ext uri="{FF2B5EF4-FFF2-40B4-BE49-F238E27FC236}">
                <a16:creationId xmlns:a16="http://schemas.microsoft.com/office/drawing/2014/main" id="{D81D68B1-005D-48C3-80FB-FF903B82233B}"/>
              </a:ext>
              <a:ext uri="{C183D7F6-B498-43B3-948B-1728B52AA6E4}">
                <adec:decorative xmlns:adec="http://schemas.microsoft.com/office/drawing/2017/decorative" val="0"/>
              </a:ext>
            </a:extLst>
          </p:cNvPr>
          <p:cNvSpPr/>
          <p:nvPr userDrawn="1"/>
        </p:nvSpPr>
        <p:spPr bwMode="gray">
          <a:xfrm>
            <a:off x="7273815" y="1515193"/>
            <a:ext cx="3735912" cy="3735912"/>
          </a:xfrm>
          <a:prstGeom prst="ellipse">
            <a:avLst/>
          </a:prstGeom>
          <a:solidFill>
            <a:schemeClr val="bg1"/>
          </a:solidFill>
          <a:ln w="38100">
            <a:solidFill>
              <a:schemeClr val="accent1"/>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7" name="page number">
            <a:extLst>
              <a:ext uri="{FF2B5EF4-FFF2-40B4-BE49-F238E27FC236}">
                <a16:creationId xmlns:a16="http://schemas.microsoft.com/office/drawing/2014/main" id="{1B689AD8-A271-4D5C-B438-8E5BEE4F3F7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fld id="{7A51DB15-7364-4F0B-A3A0-1309F8830053}" type="slidenum">
              <a:rPr kumimoji="0" lang="en-US" sz="800" b="0" i="0" u="none" strike="noStrike" kern="1200" cap="none" spc="0" normalizeH="0" baseline="0" noProof="0" smtClean="0">
                <a:ln>
                  <a:noFill/>
                </a:ln>
                <a:solidFill>
                  <a:srgbClr val="3F3F3F"/>
                </a:solidFill>
                <a:effectLst/>
                <a:uLnTx/>
                <a:uFillTx/>
                <a:latin typeface="Arial" panose="020B0604020202020204" pitchFamily="34" charset="0"/>
                <a:ea typeface="Arial" panose="020B0604020202020204" pitchFamily="34" charset="0"/>
              </a:rPr>
              <a:pPr marL="0" marR="0" lvl="0" indent="0" algn="r" defTabSz="914400" rtl="0" eaLnBrk="1" fontAlgn="auto" latinLnBrk="0" hangingPunct="1">
                <a:lnSpc>
                  <a:spcPct val="9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3F3F3F"/>
              </a:solidFill>
              <a:effectLst/>
              <a:uLnTx/>
              <a:uFillTx/>
              <a:latin typeface="Arial" panose="020B0604020202020204" pitchFamily="34" charset="0"/>
              <a:ea typeface="Arial" panose="020B0604020202020204" pitchFamily="34" charset="0"/>
            </a:endParaRPr>
          </a:p>
        </p:txBody>
      </p:sp>
      <p:sp>
        <p:nvSpPr>
          <p:cNvPr id="9" name="Text Placeholder 3">
            <a:extLst>
              <a:ext uri="{FF2B5EF4-FFF2-40B4-BE49-F238E27FC236}">
                <a16:creationId xmlns:a16="http://schemas.microsoft.com/office/drawing/2014/main" id="{4D50EB0B-B02A-4CB0-9940-E6609218E19A}"/>
              </a:ext>
            </a:extLst>
          </p:cNvPr>
          <p:cNvSpPr>
            <a:spLocks noGrp="1"/>
          </p:cNvSpPr>
          <p:nvPr>
            <p:ph type="body" sz="quarter" idx="13" hasCustomPrompt="1"/>
          </p:nvPr>
        </p:nvSpPr>
        <p:spPr>
          <a:xfrm>
            <a:off x="595312" y="2468563"/>
            <a:ext cx="5569513" cy="1085405"/>
          </a:xfrm>
        </p:spPr>
        <p:txBody>
          <a:bodyPr anchor="t" anchorCtr="0"/>
          <a:lstStyle>
            <a:lvl1pPr marL="0" indent="0" algn="l" defTabSz="914400" rtl="0" eaLnBrk="1" latinLnBrk="0" hangingPunct="1">
              <a:lnSpc>
                <a:spcPct val="100000"/>
              </a:lnSpc>
              <a:spcBef>
                <a:spcPts val="1200"/>
              </a:spcBef>
              <a:spcAft>
                <a:spcPts val="1200"/>
              </a:spcAft>
              <a:buClr>
                <a:schemeClr val="tx1">
                  <a:lumMod val="60000"/>
                  <a:lumOff val="40000"/>
                </a:schemeClr>
              </a:buClr>
              <a:buSzPct val="90000"/>
              <a:buFont typeface="Arial" panose="020B0604020202020204" pitchFamily="34" charset="0"/>
              <a:buChar char="​"/>
              <a:defRPr lang="en-US" sz="3400" kern="1200" dirty="0">
                <a:solidFill>
                  <a:schemeClr val="accent2"/>
                </a:solidFill>
                <a:latin typeface="+mj-lt"/>
                <a:ea typeface="+mn-ea"/>
                <a:cs typeface="+mn-cs"/>
              </a:defRPr>
            </a:lvl1pPr>
            <a:lvl5pPr>
              <a:defRPr/>
            </a:lvl5pPr>
          </a:lstStyle>
          <a:p>
            <a:pPr marL="0" marR="0" lvl="0" indent="0" algn="l" defTabSz="914400" rtl="0" eaLnBrk="1" fontAlgn="auto" latinLnBrk="0" hangingPunct="1">
              <a:lnSpc>
                <a:spcPct val="100000"/>
              </a:lnSpc>
              <a:spcBef>
                <a:spcPts val="1200"/>
              </a:spcBef>
              <a:spcAft>
                <a:spcPts val="1200"/>
              </a:spcAft>
              <a:buClr>
                <a:schemeClr val="tx1">
                  <a:lumMod val="60000"/>
                  <a:lumOff val="40000"/>
                </a:schemeClr>
              </a:buClr>
              <a:buSzPct val="90000"/>
              <a:buFont typeface="Arial" panose="020B0604020202020204" pitchFamily="34" charset="0"/>
              <a:buChar char="​"/>
              <a:tabLst/>
              <a:defRPr/>
            </a:pPr>
            <a:r>
              <a:rPr lang="en-US" dirty="0"/>
              <a:t>Resource Name</a:t>
            </a:r>
          </a:p>
          <a:p>
            <a:pPr lvl="0"/>
            <a:endParaRPr lang="en-US" dirty="0"/>
          </a:p>
        </p:txBody>
      </p:sp>
      <p:sp>
        <p:nvSpPr>
          <p:cNvPr id="10" name="Rectangle 9">
            <a:extLst>
              <a:ext uri="{FF2B5EF4-FFF2-40B4-BE49-F238E27FC236}">
                <a16:creationId xmlns:a16="http://schemas.microsoft.com/office/drawing/2014/main" id="{4319DB4A-420C-48A7-9CC6-C31C94350A59}"/>
              </a:ext>
            </a:extLst>
          </p:cNvPr>
          <p:cNvSpPr/>
          <p:nvPr userDrawn="1"/>
        </p:nvSpPr>
        <p:spPr>
          <a:xfrm>
            <a:off x="7221531" y="1462910"/>
            <a:ext cx="3840480" cy="3840480"/>
          </a:xfrm>
          <a:prstGeom prst="rect">
            <a:avLst/>
          </a:prstGeom>
          <a:solidFill>
            <a:schemeClr val="bg1"/>
          </a:solid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1" name="Text Placeholder 10">
            <a:extLst>
              <a:ext uri="{FF2B5EF4-FFF2-40B4-BE49-F238E27FC236}">
                <a16:creationId xmlns:a16="http://schemas.microsoft.com/office/drawing/2014/main" id="{F0BA1246-0B36-4F00-B607-6B19C44B490A}"/>
              </a:ext>
            </a:extLst>
          </p:cNvPr>
          <p:cNvSpPr>
            <a:spLocks noGrp="1"/>
          </p:cNvSpPr>
          <p:nvPr>
            <p:ph type="body" sz="quarter" idx="14" hasCustomPrompt="1"/>
          </p:nvPr>
        </p:nvSpPr>
        <p:spPr>
          <a:xfrm>
            <a:off x="595313" y="3749675"/>
            <a:ext cx="5499100" cy="669925"/>
          </a:xfrm>
        </p:spPr>
        <p:txBody>
          <a:bodyPr/>
          <a:lstStyle>
            <a:lvl1pPr>
              <a:defRPr>
                <a:solidFill>
                  <a:schemeClr val="tx1"/>
                </a:solidFill>
                <a:latin typeface="+mn-lt"/>
              </a:defRPr>
            </a:lvl1pPr>
            <a:lvl2pPr marL="273050" indent="0">
              <a:buNone/>
              <a:defRPr/>
            </a:lvl2pPr>
          </a:lstStyle>
          <a:p>
            <a:pPr lvl="0"/>
            <a:r>
              <a:rPr lang="en-US" dirty="0"/>
              <a:t>URL or Location</a:t>
            </a:r>
          </a:p>
        </p:txBody>
      </p:sp>
      <p:sp>
        <p:nvSpPr>
          <p:cNvPr id="13" name="Picture Placeholder 12">
            <a:extLst>
              <a:ext uri="{FF2B5EF4-FFF2-40B4-BE49-F238E27FC236}">
                <a16:creationId xmlns:a16="http://schemas.microsoft.com/office/drawing/2014/main" id="{95A840D7-B5DC-4B82-B742-1BC71286C579}"/>
              </a:ext>
            </a:extLst>
          </p:cNvPr>
          <p:cNvSpPr>
            <a:spLocks noGrp="1"/>
          </p:cNvSpPr>
          <p:nvPr>
            <p:ph type="pic" sz="quarter" idx="15" hasCustomPrompt="1"/>
          </p:nvPr>
        </p:nvSpPr>
        <p:spPr>
          <a:xfrm>
            <a:off x="7678731" y="1920109"/>
            <a:ext cx="2926080" cy="2926080"/>
          </a:xfrm>
        </p:spPr>
        <p:txBody>
          <a:bodyPr anchor="ctr"/>
          <a:lstStyle>
            <a:lvl1pPr algn="ctr">
              <a:defRPr/>
            </a:lvl1pPr>
          </a:lstStyle>
          <a:p>
            <a:r>
              <a:rPr lang="en-US" dirty="0"/>
              <a:t>QR Code</a:t>
            </a:r>
          </a:p>
        </p:txBody>
      </p:sp>
      <p:sp>
        <p:nvSpPr>
          <p:cNvPr id="2" name="TextBox 1">
            <a:extLst>
              <a:ext uri="{FF2B5EF4-FFF2-40B4-BE49-F238E27FC236}">
                <a16:creationId xmlns:a16="http://schemas.microsoft.com/office/drawing/2014/main" id="{8E6B8954-A710-B81D-E53C-7846B319B5E8}"/>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14" name="Graphic 8">
            <a:extLst>
              <a:ext uri="{FF2B5EF4-FFF2-40B4-BE49-F238E27FC236}">
                <a16:creationId xmlns:a16="http://schemas.microsoft.com/office/drawing/2014/main" id="{48A9556C-D90F-1E50-D386-BDD5D5B47BE9}"/>
              </a:ext>
            </a:extLst>
          </p:cNvPr>
          <p:cNvGrpSpPr/>
          <p:nvPr userDrawn="1"/>
        </p:nvGrpSpPr>
        <p:grpSpPr>
          <a:xfrm>
            <a:off x="265625" y="6323271"/>
            <a:ext cx="1249223" cy="369648"/>
            <a:chOff x="265625" y="6323271"/>
            <a:chExt cx="1249223" cy="369648"/>
          </a:xfrm>
          <a:solidFill>
            <a:srgbClr val="000000"/>
          </a:solidFill>
        </p:grpSpPr>
        <p:grpSp>
          <p:nvGrpSpPr>
            <p:cNvPr id="15" name="Graphic 8">
              <a:extLst>
                <a:ext uri="{FF2B5EF4-FFF2-40B4-BE49-F238E27FC236}">
                  <a16:creationId xmlns:a16="http://schemas.microsoft.com/office/drawing/2014/main" id="{7AE0B2ED-C500-0B34-E377-BDE89C990B9F}"/>
                </a:ext>
              </a:extLst>
            </p:cNvPr>
            <p:cNvGrpSpPr/>
            <p:nvPr/>
          </p:nvGrpSpPr>
          <p:grpSpPr>
            <a:xfrm>
              <a:off x="745455" y="6594444"/>
              <a:ext cx="722662" cy="98475"/>
              <a:chOff x="745455" y="6594444"/>
              <a:chExt cx="722662" cy="98475"/>
            </a:xfrm>
            <a:solidFill>
              <a:srgbClr val="000000"/>
            </a:solidFill>
          </p:grpSpPr>
          <p:sp>
            <p:nvSpPr>
              <p:cNvPr id="24" name="Freeform 49">
                <a:extLst>
                  <a:ext uri="{FF2B5EF4-FFF2-40B4-BE49-F238E27FC236}">
                    <a16:creationId xmlns:a16="http://schemas.microsoft.com/office/drawing/2014/main" id="{20347F9B-85D9-7305-6077-43772AB4D1E6}"/>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25" name="Freeform 50">
                <a:extLst>
                  <a:ext uri="{FF2B5EF4-FFF2-40B4-BE49-F238E27FC236}">
                    <a16:creationId xmlns:a16="http://schemas.microsoft.com/office/drawing/2014/main" id="{A058978B-1228-4CAF-11AF-339AE081625D}"/>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26" name="Freeform 51">
                <a:extLst>
                  <a:ext uri="{FF2B5EF4-FFF2-40B4-BE49-F238E27FC236}">
                    <a16:creationId xmlns:a16="http://schemas.microsoft.com/office/drawing/2014/main" id="{A59467DD-9DEF-81E1-8873-73A46064E41B}"/>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7" name="Freeform 52">
                <a:extLst>
                  <a:ext uri="{FF2B5EF4-FFF2-40B4-BE49-F238E27FC236}">
                    <a16:creationId xmlns:a16="http://schemas.microsoft.com/office/drawing/2014/main" id="{DC08AB5A-959D-9D7C-7E79-FFEBA46BD27B}"/>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8" name="Freeform 53">
                <a:extLst>
                  <a:ext uri="{FF2B5EF4-FFF2-40B4-BE49-F238E27FC236}">
                    <a16:creationId xmlns:a16="http://schemas.microsoft.com/office/drawing/2014/main" id="{71CF48B6-0739-ACD6-B12A-516A14949CCC}"/>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29" name="Freeform 54">
                <a:extLst>
                  <a:ext uri="{FF2B5EF4-FFF2-40B4-BE49-F238E27FC236}">
                    <a16:creationId xmlns:a16="http://schemas.microsoft.com/office/drawing/2014/main" id="{BDE1CBCA-34DC-B26D-AF48-C67EB1A3279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30" name="Freeform 55">
                <a:extLst>
                  <a:ext uri="{FF2B5EF4-FFF2-40B4-BE49-F238E27FC236}">
                    <a16:creationId xmlns:a16="http://schemas.microsoft.com/office/drawing/2014/main" id="{F6651751-9912-B2CD-5450-5C647507FF72}"/>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31" name="Freeform 56">
                <a:extLst>
                  <a:ext uri="{FF2B5EF4-FFF2-40B4-BE49-F238E27FC236}">
                    <a16:creationId xmlns:a16="http://schemas.microsoft.com/office/drawing/2014/main" id="{F52FFF3D-8EB6-A4D0-9E79-823CB8D65E9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32" name="Freeform 57">
                <a:extLst>
                  <a:ext uri="{FF2B5EF4-FFF2-40B4-BE49-F238E27FC236}">
                    <a16:creationId xmlns:a16="http://schemas.microsoft.com/office/drawing/2014/main" id="{D2697DDE-563D-9752-A650-E0D3A240D281}"/>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33" name="Freeform 58">
                <a:extLst>
                  <a:ext uri="{FF2B5EF4-FFF2-40B4-BE49-F238E27FC236}">
                    <a16:creationId xmlns:a16="http://schemas.microsoft.com/office/drawing/2014/main" id="{05F2E863-F47E-C104-AF3B-1E65229615B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16" name="Graphic 8">
              <a:extLst>
                <a:ext uri="{FF2B5EF4-FFF2-40B4-BE49-F238E27FC236}">
                  <a16:creationId xmlns:a16="http://schemas.microsoft.com/office/drawing/2014/main" id="{04B16A5F-3C07-794A-4C3F-4F7415949D13}"/>
                </a:ext>
              </a:extLst>
            </p:cNvPr>
            <p:cNvGrpSpPr/>
            <p:nvPr/>
          </p:nvGrpSpPr>
          <p:grpSpPr>
            <a:xfrm>
              <a:off x="265625" y="6323271"/>
              <a:ext cx="1249223" cy="190348"/>
              <a:chOff x="265625" y="6323271"/>
              <a:chExt cx="1249223" cy="190348"/>
            </a:xfrm>
            <a:solidFill>
              <a:srgbClr val="000000"/>
            </a:solidFill>
          </p:grpSpPr>
          <p:sp>
            <p:nvSpPr>
              <p:cNvPr id="17" name="Freeform 60">
                <a:extLst>
                  <a:ext uri="{FF2B5EF4-FFF2-40B4-BE49-F238E27FC236}">
                    <a16:creationId xmlns:a16="http://schemas.microsoft.com/office/drawing/2014/main" id="{3C0CED8A-C407-59DA-DAAB-CA9FA2466B62}"/>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8" name="Freeform 61">
                <a:extLst>
                  <a:ext uri="{FF2B5EF4-FFF2-40B4-BE49-F238E27FC236}">
                    <a16:creationId xmlns:a16="http://schemas.microsoft.com/office/drawing/2014/main" id="{977CA251-6615-A583-67E6-BED54FAB9366}"/>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9" name="Freeform 62">
                <a:extLst>
                  <a:ext uri="{FF2B5EF4-FFF2-40B4-BE49-F238E27FC236}">
                    <a16:creationId xmlns:a16="http://schemas.microsoft.com/office/drawing/2014/main" id="{3946A3E3-A254-7F7E-D406-C189314DCDE9}"/>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20" name="Freeform 63">
                <a:extLst>
                  <a:ext uri="{FF2B5EF4-FFF2-40B4-BE49-F238E27FC236}">
                    <a16:creationId xmlns:a16="http://schemas.microsoft.com/office/drawing/2014/main" id="{B2E0029E-2C63-2298-0705-43A8E06C34FD}"/>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21" name="Freeform 64">
                <a:extLst>
                  <a:ext uri="{FF2B5EF4-FFF2-40B4-BE49-F238E27FC236}">
                    <a16:creationId xmlns:a16="http://schemas.microsoft.com/office/drawing/2014/main" id="{761D8761-8B74-F609-6C4E-620DF09332C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22" name="Freeform 65">
                <a:extLst>
                  <a:ext uri="{FF2B5EF4-FFF2-40B4-BE49-F238E27FC236}">
                    <a16:creationId xmlns:a16="http://schemas.microsoft.com/office/drawing/2014/main" id="{0DE7D469-5170-81D5-2BE4-7410BB97497F}"/>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23" name="Freeform 66">
                <a:extLst>
                  <a:ext uri="{FF2B5EF4-FFF2-40B4-BE49-F238E27FC236}">
                    <a16:creationId xmlns:a16="http://schemas.microsoft.com/office/drawing/2014/main" id="{29C3639D-D697-3371-6E1C-821308BBA9F5}"/>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3" name="TextBox 2">
            <a:extLst>
              <a:ext uri="{FF2B5EF4-FFF2-40B4-BE49-F238E27FC236}">
                <a16:creationId xmlns:a16="http://schemas.microsoft.com/office/drawing/2014/main" id="{3F41D2F9-7D81-8747-6A51-531424AD4DBD}"/>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31257182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preserve="1" userDrawn="1">
  <p:cSld name="QR - RBLF">
    <p:spTree>
      <p:nvGrpSpPr>
        <p:cNvPr id="1" name=""/>
        <p:cNvGrpSpPr/>
        <p:nvPr/>
      </p:nvGrpSpPr>
      <p:grpSpPr>
        <a:xfrm>
          <a:off x="0" y="0"/>
          <a:ext cx="0" cy="0"/>
          <a:chOff x="0" y="0"/>
          <a:chExt cx="0" cy="0"/>
        </a:xfrm>
      </p:grpSpPr>
      <p:sp>
        <p:nvSpPr>
          <p:cNvPr id="5" name="Freeform: Shape 4">
            <a:extLst>
              <a:ext uri="{FF2B5EF4-FFF2-40B4-BE49-F238E27FC236}">
                <a16:creationId xmlns:a16="http://schemas.microsoft.com/office/drawing/2014/main" id="{3C43A142-B3D7-4E39-B708-595F0EB24BAC}"/>
              </a:ext>
              <a:ext uri="{C183D7F6-B498-43B3-948B-1728B52AA6E4}">
                <adec:decorative xmlns:adec="http://schemas.microsoft.com/office/drawing/2017/decorative" val="1"/>
              </a:ext>
            </a:extLst>
          </p:cNvPr>
          <p:cNvSpPr/>
          <p:nvPr userDrawn="1"/>
        </p:nvSpPr>
        <p:spPr>
          <a:xfrm>
            <a:off x="5378859" y="1"/>
            <a:ext cx="6809966" cy="6858000"/>
          </a:xfrm>
          <a:custGeom>
            <a:avLst/>
            <a:gdLst>
              <a:gd name="connsiteX0" fmla="*/ 6845677 w 6846538"/>
              <a:gd name="connsiteY0" fmla="*/ 4820854 h 6858000"/>
              <a:gd name="connsiteX1" fmla="*/ 4811938 w 6846538"/>
              <a:gd name="connsiteY1" fmla="*/ 6857998 h 6858000"/>
              <a:gd name="connsiteX2" fmla="*/ 6845677 w 6846538"/>
              <a:gd name="connsiteY2" fmla="*/ 6857998 h 6858000"/>
              <a:gd name="connsiteX3" fmla="*/ 6846538 w 6846538"/>
              <a:gd name="connsiteY3" fmla="*/ 0 h 6858000"/>
              <a:gd name="connsiteX4" fmla="*/ 6846538 w 6846538"/>
              <a:gd name="connsiteY4" fmla="*/ 6858000 h 6858000"/>
              <a:gd name="connsiteX5" fmla="*/ 0 w 6846538"/>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6538" h="6858000">
                <a:moveTo>
                  <a:pt x="6845677" y="4820854"/>
                </a:moveTo>
                <a:lnTo>
                  <a:pt x="4811938" y="6857998"/>
                </a:lnTo>
                <a:lnTo>
                  <a:pt x="6845677" y="6857998"/>
                </a:lnTo>
                <a:close/>
                <a:moveTo>
                  <a:pt x="6846538" y="0"/>
                </a:moveTo>
                <a:lnTo>
                  <a:pt x="6846538" y="6858000"/>
                </a:lnTo>
                <a:lnTo>
                  <a:pt x="0" y="6858000"/>
                </a:lnTo>
                <a:close/>
              </a:path>
            </a:pathLst>
          </a:custGeom>
          <a:gradFill>
            <a:gsLst>
              <a:gs pos="0">
                <a:schemeClr val="accent2">
                  <a:lumMod val="60000"/>
                  <a:lumOff val="40000"/>
                </a:schemeClr>
              </a:gs>
              <a:gs pos="100000">
                <a:schemeClr val="accent5"/>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6" name="Oval 5" descr="place icon in center">
            <a:extLst>
              <a:ext uri="{FF2B5EF4-FFF2-40B4-BE49-F238E27FC236}">
                <a16:creationId xmlns:a16="http://schemas.microsoft.com/office/drawing/2014/main" id="{D81D68B1-005D-48C3-80FB-FF903B82233B}"/>
              </a:ext>
              <a:ext uri="{C183D7F6-B498-43B3-948B-1728B52AA6E4}">
                <adec:decorative xmlns:adec="http://schemas.microsoft.com/office/drawing/2017/decorative" val="0"/>
              </a:ext>
            </a:extLst>
          </p:cNvPr>
          <p:cNvSpPr/>
          <p:nvPr userDrawn="1"/>
        </p:nvSpPr>
        <p:spPr bwMode="gray">
          <a:xfrm>
            <a:off x="7273815" y="1515193"/>
            <a:ext cx="3735912" cy="3735912"/>
          </a:xfrm>
          <a:prstGeom prst="ellipse">
            <a:avLst/>
          </a:prstGeom>
          <a:solidFill>
            <a:schemeClr val="bg1"/>
          </a:solidFill>
          <a:ln w="38100">
            <a:solidFill>
              <a:schemeClr val="accent1"/>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7" name="page number">
            <a:extLst>
              <a:ext uri="{FF2B5EF4-FFF2-40B4-BE49-F238E27FC236}">
                <a16:creationId xmlns:a16="http://schemas.microsoft.com/office/drawing/2014/main" id="{1B689AD8-A271-4D5C-B438-8E5BEE4F3F7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fld id="{7A51DB15-7364-4F0B-A3A0-1309F8830053}" type="slidenum">
              <a:rPr kumimoji="0" lang="en-US" sz="800" b="0" i="0" u="none" strike="noStrike" kern="1200" cap="none" spc="0" normalizeH="0" baseline="0" noProof="0" smtClean="0">
                <a:ln>
                  <a:noFill/>
                </a:ln>
                <a:solidFill>
                  <a:srgbClr val="3F3F3F"/>
                </a:solidFill>
                <a:effectLst/>
                <a:uLnTx/>
                <a:uFillTx/>
                <a:latin typeface="Arial" panose="020B0604020202020204" pitchFamily="34" charset="0"/>
                <a:ea typeface="Arial" panose="020B0604020202020204" pitchFamily="34" charset="0"/>
              </a:rPr>
              <a:pPr marL="0" marR="0" lvl="0" indent="0" algn="r" defTabSz="914400" rtl="0" eaLnBrk="1" fontAlgn="auto" latinLnBrk="0" hangingPunct="1">
                <a:lnSpc>
                  <a:spcPct val="9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3F3F3F"/>
              </a:solidFill>
              <a:effectLst/>
              <a:uLnTx/>
              <a:uFillTx/>
              <a:latin typeface="Arial" panose="020B0604020202020204" pitchFamily="34" charset="0"/>
              <a:ea typeface="Arial" panose="020B0604020202020204" pitchFamily="34" charset="0"/>
            </a:endParaRPr>
          </a:p>
        </p:txBody>
      </p:sp>
      <p:sp>
        <p:nvSpPr>
          <p:cNvPr id="9" name="Text Placeholder 3">
            <a:extLst>
              <a:ext uri="{FF2B5EF4-FFF2-40B4-BE49-F238E27FC236}">
                <a16:creationId xmlns:a16="http://schemas.microsoft.com/office/drawing/2014/main" id="{4D50EB0B-B02A-4CB0-9940-E6609218E19A}"/>
              </a:ext>
            </a:extLst>
          </p:cNvPr>
          <p:cNvSpPr>
            <a:spLocks noGrp="1"/>
          </p:cNvSpPr>
          <p:nvPr>
            <p:ph type="body" sz="quarter" idx="13" hasCustomPrompt="1"/>
          </p:nvPr>
        </p:nvSpPr>
        <p:spPr>
          <a:xfrm>
            <a:off x="595312" y="2468563"/>
            <a:ext cx="5569513" cy="1085405"/>
          </a:xfrm>
        </p:spPr>
        <p:txBody>
          <a:bodyPr anchor="t" anchorCtr="0"/>
          <a:lstStyle>
            <a:lvl1pPr marL="0" indent="0" algn="l" defTabSz="914400" rtl="0" eaLnBrk="1" latinLnBrk="0" hangingPunct="1">
              <a:lnSpc>
                <a:spcPct val="100000"/>
              </a:lnSpc>
              <a:spcBef>
                <a:spcPts val="1200"/>
              </a:spcBef>
              <a:spcAft>
                <a:spcPts val="1200"/>
              </a:spcAft>
              <a:buClr>
                <a:schemeClr val="tx1">
                  <a:lumMod val="60000"/>
                  <a:lumOff val="40000"/>
                </a:schemeClr>
              </a:buClr>
              <a:buSzPct val="90000"/>
              <a:buFont typeface="Arial" panose="020B0604020202020204" pitchFamily="34" charset="0"/>
              <a:buChar char="​"/>
              <a:defRPr lang="en-US" sz="3400" kern="1200" dirty="0">
                <a:solidFill>
                  <a:schemeClr val="accent2"/>
                </a:solidFill>
                <a:latin typeface="Arial" panose="020B0604020202020204" pitchFamily="34" charset="0"/>
                <a:ea typeface="+mn-ea"/>
                <a:cs typeface="+mn-cs"/>
              </a:defRPr>
            </a:lvl1pPr>
            <a:lvl5pPr>
              <a:defRPr/>
            </a:lvl5pPr>
          </a:lstStyle>
          <a:p>
            <a:pPr marL="0" marR="0" lvl="0" indent="0" algn="l" defTabSz="914400" rtl="0" eaLnBrk="1" fontAlgn="auto" latinLnBrk="0" hangingPunct="1">
              <a:lnSpc>
                <a:spcPct val="100000"/>
              </a:lnSpc>
              <a:spcBef>
                <a:spcPts val="1200"/>
              </a:spcBef>
              <a:spcAft>
                <a:spcPts val="1200"/>
              </a:spcAft>
              <a:buClr>
                <a:schemeClr val="tx1">
                  <a:lumMod val="60000"/>
                  <a:lumOff val="40000"/>
                </a:schemeClr>
              </a:buClr>
              <a:buSzPct val="90000"/>
              <a:buFont typeface="Arial" panose="020B0604020202020204" pitchFamily="34" charset="0"/>
              <a:buChar char="​"/>
              <a:tabLst/>
              <a:defRPr/>
            </a:pPr>
            <a:r>
              <a:rPr lang="en-US" dirty="0"/>
              <a:t>Resource Name</a:t>
            </a:r>
          </a:p>
          <a:p>
            <a:pPr lvl="0"/>
            <a:endParaRPr lang="en-US" dirty="0"/>
          </a:p>
        </p:txBody>
      </p:sp>
      <p:sp>
        <p:nvSpPr>
          <p:cNvPr id="10" name="Rectangle 9">
            <a:extLst>
              <a:ext uri="{FF2B5EF4-FFF2-40B4-BE49-F238E27FC236}">
                <a16:creationId xmlns:a16="http://schemas.microsoft.com/office/drawing/2014/main" id="{4319DB4A-420C-48A7-9CC6-C31C94350A59}"/>
              </a:ext>
            </a:extLst>
          </p:cNvPr>
          <p:cNvSpPr/>
          <p:nvPr userDrawn="1"/>
        </p:nvSpPr>
        <p:spPr>
          <a:xfrm>
            <a:off x="7221531" y="1462910"/>
            <a:ext cx="3840480" cy="3840480"/>
          </a:xfrm>
          <a:prstGeom prst="rect">
            <a:avLst/>
          </a:prstGeom>
          <a:solidFill>
            <a:schemeClr val="bg1"/>
          </a:solid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1" name="Text Placeholder 10">
            <a:extLst>
              <a:ext uri="{FF2B5EF4-FFF2-40B4-BE49-F238E27FC236}">
                <a16:creationId xmlns:a16="http://schemas.microsoft.com/office/drawing/2014/main" id="{F0BA1246-0B36-4F00-B607-6B19C44B490A}"/>
              </a:ext>
            </a:extLst>
          </p:cNvPr>
          <p:cNvSpPr>
            <a:spLocks noGrp="1"/>
          </p:cNvSpPr>
          <p:nvPr>
            <p:ph type="body" sz="quarter" idx="14" hasCustomPrompt="1"/>
          </p:nvPr>
        </p:nvSpPr>
        <p:spPr>
          <a:xfrm>
            <a:off x="595313" y="3749675"/>
            <a:ext cx="5499100" cy="669925"/>
          </a:xfrm>
        </p:spPr>
        <p:txBody>
          <a:bodyPr/>
          <a:lstStyle>
            <a:lvl1pPr>
              <a:defRPr>
                <a:solidFill>
                  <a:schemeClr val="tx1"/>
                </a:solidFill>
                <a:latin typeface="Arial" panose="020B0604020202020204" pitchFamily="34" charset="0"/>
              </a:defRPr>
            </a:lvl1pPr>
            <a:lvl2pPr marL="273050" indent="0">
              <a:buNone/>
              <a:defRPr/>
            </a:lvl2pPr>
          </a:lstStyle>
          <a:p>
            <a:pPr lvl="0"/>
            <a:r>
              <a:rPr lang="en-US" dirty="0"/>
              <a:t>URL or Location</a:t>
            </a:r>
          </a:p>
        </p:txBody>
      </p:sp>
      <p:sp>
        <p:nvSpPr>
          <p:cNvPr id="13" name="Picture Placeholder 12">
            <a:extLst>
              <a:ext uri="{FF2B5EF4-FFF2-40B4-BE49-F238E27FC236}">
                <a16:creationId xmlns:a16="http://schemas.microsoft.com/office/drawing/2014/main" id="{95A840D7-B5DC-4B82-B742-1BC71286C579}"/>
              </a:ext>
            </a:extLst>
          </p:cNvPr>
          <p:cNvSpPr>
            <a:spLocks noGrp="1"/>
          </p:cNvSpPr>
          <p:nvPr>
            <p:ph type="pic" sz="quarter" idx="15" hasCustomPrompt="1"/>
          </p:nvPr>
        </p:nvSpPr>
        <p:spPr>
          <a:xfrm>
            <a:off x="7678731" y="1920109"/>
            <a:ext cx="2926080" cy="2926080"/>
          </a:xfrm>
        </p:spPr>
        <p:txBody>
          <a:bodyPr anchor="ctr"/>
          <a:lstStyle>
            <a:lvl1pPr algn="ctr">
              <a:defRPr/>
            </a:lvl1pPr>
          </a:lstStyle>
          <a:p>
            <a:r>
              <a:rPr lang="en-US"/>
              <a:t>QR Code</a:t>
            </a:r>
          </a:p>
        </p:txBody>
      </p:sp>
      <p:sp>
        <p:nvSpPr>
          <p:cNvPr id="2" name="TextBox 1">
            <a:extLst>
              <a:ext uri="{FF2B5EF4-FFF2-40B4-BE49-F238E27FC236}">
                <a16:creationId xmlns:a16="http://schemas.microsoft.com/office/drawing/2014/main" id="{8E6B8954-A710-B81D-E53C-7846B319B5E8}"/>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14" name="Graphic 8">
            <a:extLst>
              <a:ext uri="{FF2B5EF4-FFF2-40B4-BE49-F238E27FC236}">
                <a16:creationId xmlns:a16="http://schemas.microsoft.com/office/drawing/2014/main" id="{48A9556C-D90F-1E50-D386-BDD5D5B47BE9}"/>
              </a:ext>
            </a:extLst>
          </p:cNvPr>
          <p:cNvGrpSpPr/>
          <p:nvPr userDrawn="1"/>
        </p:nvGrpSpPr>
        <p:grpSpPr>
          <a:xfrm>
            <a:off x="265625" y="6323271"/>
            <a:ext cx="1249223" cy="369648"/>
            <a:chOff x="265625" y="6323271"/>
            <a:chExt cx="1249223" cy="369648"/>
          </a:xfrm>
          <a:solidFill>
            <a:srgbClr val="000000"/>
          </a:solidFill>
        </p:grpSpPr>
        <p:grpSp>
          <p:nvGrpSpPr>
            <p:cNvPr id="15" name="Graphic 8">
              <a:extLst>
                <a:ext uri="{FF2B5EF4-FFF2-40B4-BE49-F238E27FC236}">
                  <a16:creationId xmlns:a16="http://schemas.microsoft.com/office/drawing/2014/main" id="{7AE0B2ED-C500-0B34-E377-BDE89C990B9F}"/>
                </a:ext>
              </a:extLst>
            </p:cNvPr>
            <p:cNvGrpSpPr/>
            <p:nvPr/>
          </p:nvGrpSpPr>
          <p:grpSpPr>
            <a:xfrm>
              <a:off x="745455" y="6594444"/>
              <a:ext cx="722662" cy="98475"/>
              <a:chOff x="745455" y="6594444"/>
              <a:chExt cx="722662" cy="98475"/>
            </a:xfrm>
            <a:solidFill>
              <a:srgbClr val="000000"/>
            </a:solidFill>
          </p:grpSpPr>
          <p:sp>
            <p:nvSpPr>
              <p:cNvPr id="24" name="Freeform 49">
                <a:extLst>
                  <a:ext uri="{FF2B5EF4-FFF2-40B4-BE49-F238E27FC236}">
                    <a16:creationId xmlns:a16="http://schemas.microsoft.com/office/drawing/2014/main" id="{20347F9B-85D9-7305-6077-43772AB4D1E6}"/>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25" name="Freeform 50">
                <a:extLst>
                  <a:ext uri="{FF2B5EF4-FFF2-40B4-BE49-F238E27FC236}">
                    <a16:creationId xmlns:a16="http://schemas.microsoft.com/office/drawing/2014/main" id="{A058978B-1228-4CAF-11AF-339AE081625D}"/>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26" name="Freeform 51">
                <a:extLst>
                  <a:ext uri="{FF2B5EF4-FFF2-40B4-BE49-F238E27FC236}">
                    <a16:creationId xmlns:a16="http://schemas.microsoft.com/office/drawing/2014/main" id="{A59467DD-9DEF-81E1-8873-73A46064E41B}"/>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27" name="Freeform 52">
                <a:extLst>
                  <a:ext uri="{FF2B5EF4-FFF2-40B4-BE49-F238E27FC236}">
                    <a16:creationId xmlns:a16="http://schemas.microsoft.com/office/drawing/2014/main" id="{DC08AB5A-959D-9D7C-7E79-FFEBA46BD27B}"/>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28" name="Freeform 53">
                <a:extLst>
                  <a:ext uri="{FF2B5EF4-FFF2-40B4-BE49-F238E27FC236}">
                    <a16:creationId xmlns:a16="http://schemas.microsoft.com/office/drawing/2014/main" id="{71CF48B6-0739-ACD6-B12A-516A14949CCC}"/>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29" name="Freeform 54">
                <a:extLst>
                  <a:ext uri="{FF2B5EF4-FFF2-40B4-BE49-F238E27FC236}">
                    <a16:creationId xmlns:a16="http://schemas.microsoft.com/office/drawing/2014/main" id="{BDE1CBCA-34DC-B26D-AF48-C67EB1A3279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30" name="Freeform 55">
                <a:extLst>
                  <a:ext uri="{FF2B5EF4-FFF2-40B4-BE49-F238E27FC236}">
                    <a16:creationId xmlns:a16="http://schemas.microsoft.com/office/drawing/2014/main" id="{F6651751-9912-B2CD-5450-5C647507FF72}"/>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31" name="Freeform 56">
                <a:extLst>
                  <a:ext uri="{FF2B5EF4-FFF2-40B4-BE49-F238E27FC236}">
                    <a16:creationId xmlns:a16="http://schemas.microsoft.com/office/drawing/2014/main" id="{F52FFF3D-8EB6-A4D0-9E79-823CB8D65E9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32" name="Freeform 57">
                <a:extLst>
                  <a:ext uri="{FF2B5EF4-FFF2-40B4-BE49-F238E27FC236}">
                    <a16:creationId xmlns:a16="http://schemas.microsoft.com/office/drawing/2014/main" id="{D2697DDE-563D-9752-A650-E0D3A240D281}"/>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33" name="Freeform 58">
                <a:extLst>
                  <a:ext uri="{FF2B5EF4-FFF2-40B4-BE49-F238E27FC236}">
                    <a16:creationId xmlns:a16="http://schemas.microsoft.com/office/drawing/2014/main" id="{05F2E863-F47E-C104-AF3B-1E65229615B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grpSp>
        <p:grpSp>
          <p:nvGrpSpPr>
            <p:cNvPr id="16" name="Graphic 8">
              <a:extLst>
                <a:ext uri="{FF2B5EF4-FFF2-40B4-BE49-F238E27FC236}">
                  <a16:creationId xmlns:a16="http://schemas.microsoft.com/office/drawing/2014/main" id="{04B16A5F-3C07-794A-4C3F-4F7415949D13}"/>
                </a:ext>
              </a:extLst>
            </p:cNvPr>
            <p:cNvGrpSpPr/>
            <p:nvPr/>
          </p:nvGrpSpPr>
          <p:grpSpPr>
            <a:xfrm>
              <a:off x="265625" y="6323271"/>
              <a:ext cx="1249223" cy="190348"/>
              <a:chOff x="265625" y="6323271"/>
              <a:chExt cx="1249223" cy="190348"/>
            </a:xfrm>
            <a:solidFill>
              <a:srgbClr val="000000"/>
            </a:solidFill>
          </p:grpSpPr>
          <p:sp>
            <p:nvSpPr>
              <p:cNvPr id="17" name="Freeform 60">
                <a:extLst>
                  <a:ext uri="{FF2B5EF4-FFF2-40B4-BE49-F238E27FC236}">
                    <a16:creationId xmlns:a16="http://schemas.microsoft.com/office/drawing/2014/main" id="{3C0CED8A-C407-59DA-DAAB-CA9FA2466B62}"/>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18" name="Freeform 61">
                <a:extLst>
                  <a:ext uri="{FF2B5EF4-FFF2-40B4-BE49-F238E27FC236}">
                    <a16:creationId xmlns:a16="http://schemas.microsoft.com/office/drawing/2014/main" id="{977CA251-6615-A583-67E6-BED54FAB9366}"/>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19" name="Freeform 62">
                <a:extLst>
                  <a:ext uri="{FF2B5EF4-FFF2-40B4-BE49-F238E27FC236}">
                    <a16:creationId xmlns:a16="http://schemas.microsoft.com/office/drawing/2014/main" id="{3946A3E3-A254-7F7E-D406-C189314DCDE9}"/>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20" name="Freeform 63">
                <a:extLst>
                  <a:ext uri="{FF2B5EF4-FFF2-40B4-BE49-F238E27FC236}">
                    <a16:creationId xmlns:a16="http://schemas.microsoft.com/office/drawing/2014/main" id="{B2E0029E-2C63-2298-0705-43A8E06C34FD}"/>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21" name="Freeform 64">
                <a:extLst>
                  <a:ext uri="{FF2B5EF4-FFF2-40B4-BE49-F238E27FC236}">
                    <a16:creationId xmlns:a16="http://schemas.microsoft.com/office/drawing/2014/main" id="{761D8761-8B74-F609-6C4E-620DF09332C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22" name="Freeform 65">
                <a:extLst>
                  <a:ext uri="{FF2B5EF4-FFF2-40B4-BE49-F238E27FC236}">
                    <a16:creationId xmlns:a16="http://schemas.microsoft.com/office/drawing/2014/main" id="{0DE7D469-5170-81D5-2BE4-7410BB97497F}"/>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sp>
            <p:nvSpPr>
              <p:cNvPr id="23" name="Freeform 66">
                <a:extLst>
                  <a:ext uri="{FF2B5EF4-FFF2-40B4-BE49-F238E27FC236}">
                    <a16:creationId xmlns:a16="http://schemas.microsoft.com/office/drawing/2014/main" id="{29C3639D-D697-3371-6E1C-821308BBA9F5}"/>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latin typeface="Arial" panose="020B0604020202020204" pitchFamily="34" charset="0"/>
                </a:endParaRPr>
              </a:p>
            </p:txBody>
          </p:sp>
        </p:grpSp>
      </p:grpSp>
      <p:sp>
        <p:nvSpPr>
          <p:cNvPr id="3" name="TextBox 2">
            <a:extLst>
              <a:ext uri="{FF2B5EF4-FFF2-40B4-BE49-F238E27FC236}">
                <a16:creationId xmlns:a16="http://schemas.microsoft.com/office/drawing/2014/main" id="{BD711D22-429F-8410-DB9B-CDB5AE79E886}"/>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911546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Q&amp;A">
    <p:spTree>
      <p:nvGrpSpPr>
        <p:cNvPr id="1" name=""/>
        <p:cNvGrpSpPr/>
        <p:nvPr/>
      </p:nvGrpSpPr>
      <p:grpSpPr>
        <a:xfrm>
          <a:off x="0" y="0"/>
          <a:ext cx="0" cy="0"/>
          <a:chOff x="0" y="0"/>
          <a:chExt cx="0" cy="0"/>
        </a:xfrm>
      </p:grpSpPr>
      <p:sp>
        <p:nvSpPr>
          <p:cNvPr id="16" name="page number">
            <a:extLst>
              <a:ext uri="{FF2B5EF4-FFF2-40B4-BE49-F238E27FC236}">
                <a16:creationId xmlns:a16="http://schemas.microsoft.com/office/drawing/2014/main" id="{3A15EC20-3B57-4E4E-872C-A34852CBEF1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fld id="{7A51DB15-7364-4F0B-A3A0-1309F8830053}" type="slidenum">
              <a:rPr kumimoji="0" lang="en-US" sz="800" b="0" i="0" u="none" strike="noStrike" kern="1200" cap="none" spc="0" normalizeH="0" baseline="0" noProof="0" smtClean="0">
                <a:ln>
                  <a:noFill/>
                </a:ln>
                <a:solidFill>
                  <a:srgbClr val="3F3F3F"/>
                </a:solidFill>
                <a:effectLst/>
                <a:uLnTx/>
                <a:uFillTx/>
                <a:latin typeface="Arial" panose="020B0604020202020204" pitchFamily="34" charset="0"/>
                <a:ea typeface="Arial" panose="020B0604020202020204" pitchFamily="34" charset="0"/>
              </a:rPr>
              <a:pPr marL="0" marR="0" lvl="0" indent="0" algn="r" defTabSz="914400" rtl="0" eaLnBrk="1" fontAlgn="auto" latinLnBrk="0" hangingPunct="1">
                <a:lnSpc>
                  <a:spcPct val="9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3F3F3F"/>
              </a:solidFill>
              <a:effectLst/>
              <a:uLnTx/>
              <a:uFillTx/>
              <a:latin typeface="Arial" panose="020B0604020202020204" pitchFamily="34" charset="0"/>
              <a:ea typeface="Arial" panose="020B0604020202020204" pitchFamily="34" charset="0"/>
            </a:endParaRPr>
          </a:p>
        </p:txBody>
      </p:sp>
      <p:sp>
        <p:nvSpPr>
          <p:cNvPr id="5" name="Text Placeholder 4">
            <a:extLst>
              <a:ext uri="{FF2B5EF4-FFF2-40B4-BE49-F238E27FC236}">
                <a16:creationId xmlns:a16="http://schemas.microsoft.com/office/drawing/2014/main" id="{9DF7F371-DDCB-4DB5-8A5D-7CBC2916F075}"/>
              </a:ext>
            </a:extLst>
          </p:cNvPr>
          <p:cNvSpPr>
            <a:spLocks noGrp="1"/>
          </p:cNvSpPr>
          <p:nvPr>
            <p:ph type="body" sz="quarter" idx="15" hasCustomPrompt="1"/>
          </p:nvPr>
        </p:nvSpPr>
        <p:spPr>
          <a:xfrm>
            <a:off x="566102" y="1671003"/>
            <a:ext cx="8606325" cy="695325"/>
          </a:xfrm>
        </p:spPr>
        <p:txBody>
          <a:bodyPr/>
          <a:lstStyle>
            <a:lvl1pPr>
              <a:lnSpc>
                <a:spcPct val="93000"/>
              </a:lnSpc>
              <a:defRPr lang="en-US" sz="3200" kern="1200" dirty="0">
                <a:solidFill>
                  <a:schemeClr val="accent2"/>
                </a:solidFill>
                <a:latin typeface="+mn-lt"/>
                <a:ea typeface="+mn-ea"/>
                <a:cs typeface="+mn-cs"/>
              </a:defRPr>
            </a:lvl1pPr>
          </a:lstStyle>
          <a:p>
            <a:pPr lvl="0"/>
            <a:r>
              <a:rPr lang="en-US" dirty="0"/>
              <a:t>Question placeholder</a:t>
            </a:r>
          </a:p>
        </p:txBody>
      </p:sp>
      <p:sp>
        <p:nvSpPr>
          <p:cNvPr id="7" name="Text Placeholder 6">
            <a:extLst>
              <a:ext uri="{FF2B5EF4-FFF2-40B4-BE49-F238E27FC236}">
                <a16:creationId xmlns:a16="http://schemas.microsoft.com/office/drawing/2014/main" id="{F10CB019-BDB6-42D5-9070-E7A2F4C23DAD}"/>
              </a:ext>
            </a:extLst>
          </p:cNvPr>
          <p:cNvSpPr>
            <a:spLocks noGrp="1"/>
          </p:cNvSpPr>
          <p:nvPr>
            <p:ph type="body" sz="quarter" idx="17" hasCustomPrompt="1"/>
          </p:nvPr>
        </p:nvSpPr>
        <p:spPr>
          <a:xfrm>
            <a:off x="585788" y="3438229"/>
            <a:ext cx="8586639" cy="1243012"/>
          </a:xfrm>
        </p:spPr>
        <p:txBody>
          <a:bodyPr/>
          <a:lstStyle>
            <a:lvl1pPr>
              <a:spcBef>
                <a:spcPts val="1200"/>
              </a:spcBef>
              <a:defRPr lang="en-US" sz="2400" kern="1200" dirty="0">
                <a:solidFill>
                  <a:schemeClr val="tx1"/>
                </a:solidFill>
                <a:latin typeface="+mn-lt"/>
                <a:ea typeface="+mn-ea"/>
                <a:cs typeface="+mn-cs"/>
              </a:defRPr>
            </a:lvl1pPr>
          </a:lstStyle>
          <a:p>
            <a:pPr lvl="0"/>
            <a:r>
              <a:rPr lang="en-US" dirty="0"/>
              <a:t>Answer placeholder</a:t>
            </a:r>
          </a:p>
        </p:txBody>
      </p:sp>
      <p:sp>
        <p:nvSpPr>
          <p:cNvPr id="8" name="TextBox 7">
            <a:extLst>
              <a:ext uri="{FF2B5EF4-FFF2-40B4-BE49-F238E27FC236}">
                <a16:creationId xmlns:a16="http://schemas.microsoft.com/office/drawing/2014/main" id="{5A4A79AA-DC26-417C-ADB3-920836A1C4DB}"/>
              </a:ext>
            </a:extLst>
          </p:cNvPr>
          <p:cNvSpPr txBox="1"/>
          <p:nvPr userDrawn="1"/>
        </p:nvSpPr>
        <p:spPr>
          <a:xfrm>
            <a:off x="585153" y="3078620"/>
            <a:ext cx="751809" cy="184666"/>
          </a:xfrm>
          <a:prstGeom prst="rect">
            <a:avLst/>
          </a:prstGeom>
        </p:spPr>
        <p:txBody>
          <a:bodyPr wrap="none" lIns="0" tIns="0" rIns="0" bIns="0" anchor="b">
            <a:spAutoFit/>
          </a:bodyPr>
          <a:lstStyle>
            <a:defPPr>
              <a:defRPr lang="en-US"/>
            </a:defPPr>
            <a:lvl1pPr>
              <a:defRPr sz="1200" spc="100">
                <a:solidFill>
                  <a:schemeClr val="accent2"/>
                </a:solidFill>
                <a:latin typeface="Arial" panose="020B0604020202020204" pitchFamily="34" charset="0"/>
              </a:defRPr>
            </a:lvl1pPr>
            <a:lvl2pPr indent="-184150">
              <a:lnSpc>
                <a:spcPct val="100000"/>
              </a:lnSpc>
              <a:spcBef>
                <a:spcPts val="1200"/>
              </a:spcBef>
              <a:buClr>
                <a:schemeClr val="tx2"/>
              </a:buClr>
              <a:buSzPct val="90000"/>
              <a:buFont typeface="Arial" panose="020B0604020202020204" pitchFamily="34" charset="0"/>
              <a:buChar char="•"/>
              <a:defRPr>
                <a:solidFill>
                  <a:schemeClr val="tx2"/>
                </a:solidFill>
              </a:defRPr>
            </a:lvl2pPr>
            <a:lvl3pPr marL="744538" indent="-169863">
              <a:lnSpc>
                <a:spcPct val="100000"/>
              </a:lnSpc>
              <a:spcBef>
                <a:spcPts val="1200"/>
              </a:spcBef>
              <a:spcAft>
                <a:spcPts val="0"/>
              </a:spcAft>
              <a:buClr>
                <a:schemeClr val="tx2"/>
              </a:buClr>
              <a:buSzPct val="90000"/>
              <a:buFont typeface="Arial" panose="020B0604020202020204" pitchFamily="34" charset="0"/>
              <a:buChar char="–"/>
              <a:defRPr sz="1600">
                <a:solidFill>
                  <a:schemeClr val="tx2"/>
                </a:solidFill>
              </a:defRPr>
            </a:lvl3pPr>
            <a:lvl4pPr marL="969963" indent="-166688">
              <a:lnSpc>
                <a:spcPct val="100000"/>
              </a:lnSpc>
              <a:spcBef>
                <a:spcPts val="1200"/>
              </a:spcBef>
              <a:buClr>
                <a:schemeClr val="tx2"/>
              </a:buClr>
              <a:buSzPct val="90000"/>
              <a:buFont typeface="Arial" panose="020B0604020202020204" pitchFamily="34" charset="0"/>
              <a:buChar char="•"/>
              <a:defRPr sz="1400">
                <a:solidFill>
                  <a:schemeClr val="tx2"/>
                </a:solidFill>
              </a:defRPr>
            </a:lvl4pPr>
            <a:lvl5pPr marL="1143000" indent="-138113">
              <a:lnSpc>
                <a:spcPct val="100000"/>
              </a:lnSpc>
              <a:spcBef>
                <a:spcPts val="1200"/>
              </a:spcBef>
              <a:buClr>
                <a:schemeClr val="tx2"/>
              </a:buClr>
              <a:buSzPct val="90000"/>
              <a:buFont typeface="Arial" panose="020B0604020202020204" pitchFamily="34" charset="0"/>
              <a:buChar char="–"/>
              <a:tabLst/>
              <a:defRPr sz="1400">
                <a:solidFill>
                  <a:schemeClr val="tx2"/>
                </a:solidFill>
              </a:defRPr>
            </a:lvl5pPr>
            <a:lvl6pPr marL="1258888" indent="-111125">
              <a:lnSpc>
                <a:spcPct val="100000"/>
              </a:lnSpc>
              <a:spcBef>
                <a:spcPts val="1200"/>
              </a:spcBef>
              <a:buClr>
                <a:schemeClr val="tx2"/>
              </a:buClr>
              <a:buSzPct val="90000"/>
              <a:buFont typeface="Arial" panose="020B0604020202020204" pitchFamily="34" charset="0"/>
              <a:buChar char="•"/>
              <a:tabLst/>
              <a:defRPr sz="1400">
                <a:solidFill>
                  <a:schemeClr val="tx2"/>
                </a:solidFill>
              </a:defRPr>
            </a:lvl6pPr>
            <a:lvl7pPr marL="1379538" indent="-120650">
              <a:lnSpc>
                <a:spcPct val="100000"/>
              </a:lnSpc>
              <a:spcBef>
                <a:spcPts val="1200"/>
              </a:spcBef>
              <a:buClr>
                <a:schemeClr val="tx2"/>
              </a:buClr>
              <a:buSzPct val="90000"/>
              <a:buFont typeface="Arial" panose="020B0604020202020204" pitchFamily="34" charset="0"/>
              <a:buChar char="-"/>
              <a:tabLst/>
              <a:defRPr sz="1400">
                <a:solidFill>
                  <a:schemeClr val="tx2"/>
                </a:solidFill>
              </a:defRPr>
            </a:lvl7pPr>
            <a:lvl8pPr marL="1550988" indent="-120650">
              <a:lnSpc>
                <a:spcPct val="100000"/>
              </a:lnSpc>
              <a:spcBef>
                <a:spcPts val="1200"/>
              </a:spcBef>
              <a:buClr>
                <a:schemeClr val="tx2"/>
              </a:buClr>
              <a:buSzPct val="90000"/>
              <a:buFont typeface="Arial" panose="020B0604020202020204" pitchFamily="34" charset="0"/>
              <a:buChar char="•"/>
              <a:tabLst/>
              <a:defRPr sz="1400">
                <a:solidFill>
                  <a:schemeClr val="tx2"/>
                </a:solidFill>
              </a:defRPr>
            </a:lvl8pPr>
            <a:lvl9pPr marL="1722438" indent="-120650">
              <a:lnSpc>
                <a:spcPct val="100000"/>
              </a:lnSpc>
              <a:spcBef>
                <a:spcPts val="1200"/>
              </a:spcBef>
              <a:buClr>
                <a:schemeClr val="tx2"/>
              </a:buClr>
              <a:buSzPct val="90000"/>
              <a:buFont typeface="Arial" panose="020B0604020202020204" pitchFamily="34" charset="0"/>
              <a:buChar char="-"/>
              <a:tabLst/>
              <a:defRPr sz="1400">
                <a:solidFill>
                  <a:schemeClr val="tx2"/>
                </a:solidFil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100" normalizeH="0" baseline="0" noProof="0" dirty="0">
                <a:ln>
                  <a:noFill/>
                </a:ln>
                <a:solidFill>
                  <a:schemeClr val="accent2"/>
                </a:solidFill>
                <a:effectLst/>
                <a:uLnTx/>
                <a:uFillTx/>
                <a:latin typeface="Arial" panose="020B0604020202020204" pitchFamily="34" charset="0"/>
                <a:ea typeface="+mn-ea"/>
                <a:cs typeface="+mn-cs"/>
              </a:rPr>
              <a:t>ANSWER</a:t>
            </a:r>
          </a:p>
        </p:txBody>
      </p:sp>
      <p:sp>
        <p:nvSpPr>
          <p:cNvPr id="64" name="TextBox 63">
            <a:extLst>
              <a:ext uri="{FF2B5EF4-FFF2-40B4-BE49-F238E27FC236}">
                <a16:creationId xmlns:a16="http://schemas.microsoft.com/office/drawing/2014/main" id="{4290E0C3-F9D7-4309-9E0D-F385EB4B6412}"/>
              </a:ext>
            </a:extLst>
          </p:cNvPr>
          <p:cNvSpPr txBox="1"/>
          <p:nvPr userDrawn="1"/>
        </p:nvSpPr>
        <p:spPr>
          <a:xfrm>
            <a:off x="585154" y="1315505"/>
            <a:ext cx="942566" cy="184666"/>
          </a:xfrm>
          <a:prstGeom prst="rect">
            <a:avLst/>
          </a:prstGeom>
        </p:spPr>
        <p:txBody>
          <a:bodyPr wrap="none" lIns="0" tIns="0" rIns="0" bIns="0" anchor="b">
            <a:spAutoFit/>
          </a:bodyPr>
          <a:lstStyle>
            <a:defPPr>
              <a:defRPr lang="en-US"/>
            </a:defPPr>
            <a:lvl1pPr>
              <a:defRPr sz="1200" spc="100">
                <a:solidFill>
                  <a:schemeClr val="accent2"/>
                </a:solidFill>
                <a:latin typeface="Arial" panose="020B0604020202020204" pitchFamily="34" charset="0"/>
              </a:defRPr>
            </a:lvl1pPr>
            <a:lvl2pPr indent="-184150">
              <a:lnSpc>
                <a:spcPct val="100000"/>
              </a:lnSpc>
              <a:spcBef>
                <a:spcPts val="1200"/>
              </a:spcBef>
              <a:buClr>
                <a:schemeClr val="tx2"/>
              </a:buClr>
              <a:buSzPct val="90000"/>
              <a:buFont typeface="Arial" panose="020B0604020202020204" pitchFamily="34" charset="0"/>
              <a:buChar char="•"/>
              <a:defRPr>
                <a:solidFill>
                  <a:schemeClr val="tx2"/>
                </a:solidFill>
              </a:defRPr>
            </a:lvl2pPr>
            <a:lvl3pPr marL="744538" indent="-169863">
              <a:lnSpc>
                <a:spcPct val="100000"/>
              </a:lnSpc>
              <a:spcBef>
                <a:spcPts val="1200"/>
              </a:spcBef>
              <a:spcAft>
                <a:spcPts val="0"/>
              </a:spcAft>
              <a:buClr>
                <a:schemeClr val="tx2"/>
              </a:buClr>
              <a:buSzPct val="90000"/>
              <a:buFont typeface="Arial" panose="020B0604020202020204" pitchFamily="34" charset="0"/>
              <a:buChar char="–"/>
              <a:defRPr sz="1600">
                <a:solidFill>
                  <a:schemeClr val="tx2"/>
                </a:solidFill>
              </a:defRPr>
            </a:lvl3pPr>
            <a:lvl4pPr marL="969963" indent="-166688">
              <a:lnSpc>
                <a:spcPct val="100000"/>
              </a:lnSpc>
              <a:spcBef>
                <a:spcPts val="1200"/>
              </a:spcBef>
              <a:buClr>
                <a:schemeClr val="tx2"/>
              </a:buClr>
              <a:buSzPct val="90000"/>
              <a:buFont typeface="Arial" panose="020B0604020202020204" pitchFamily="34" charset="0"/>
              <a:buChar char="•"/>
              <a:defRPr sz="1400">
                <a:solidFill>
                  <a:schemeClr val="tx2"/>
                </a:solidFill>
              </a:defRPr>
            </a:lvl4pPr>
            <a:lvl5pPr marL="1143000" indent="-138113">
              <a:lnSpc>
                <a:spcPct val="100000"/>
              </a:lnSpc>
              <a:spcBef>
                <a:spcPts val="1200"/>
              </a:spcBef>
              <a:buClr>
                <a:schemeClr val="tx2"/>
              </a:buClr>
              <a:buSzPct val="90000"/>
              <a:buFont typeface="Arial" panose="020B0604020202020204" pitchFamily="34" charset="0"/>
              <a:buChar char="–"/>
              <a:tabLst/>
              <a:defRPr sz="1400">
                <a:solidFill>
                  <a:schemeClr val="tx2"/>
                </a:solidFill>
              </a:defRPr>
            </a:lvl5pPr>
            <a:lvl6pPr marL="1258888" indent="-111125">
              <a:lnSpc>
                <a:spcPct val="100000"/>
              </a:lnSpc>
              <a:spcBef>
                <a:spcPts val="1200"/>
              </a:spcBef>
              <a:buClr>
                <a:schemeClr val="tx2"/>
              </a:buClr>
              <a:buSzPct val="90000"/>
              <a:buFont typeface="Arial" panose="020B0604020202020204" pitchFamily="34" charset="0"/>
              <a:buChar char="•"/>
              <a:tabLst/>
              <a:defRPr sz="1400">
                <a:solidFill>
                  <a:schemeClr val="tx2"/>
                </a:solidFill>
              </a:defRPr>
            </a:lvl6pPr>
            <a:lvl7pPr marL="1379538" indent="-120650">
              <a:lnSpc>
                <a:spcPct val="100000"/>
              </a:lnSpc>
              <a:spcBef>
                <a:spcPts val="1200"/>
              </a:spcBef>
              <a:buClr>
                <a:schemeClr val="tx2"/>
              </a:buClr>
              <a:buSzPct val="90000"/>
              <a:buFont typeface="Arial" panose="020B0604020202020204" pitchFamily="34" charset="0"/>
              <a:buChar char="-"/>
              <a:tabLst/>
              <a:defRPr sz="1400">
                <a:solidFill>
                  <a:schemeClr val="tx2"/>
                </a:solidFill>
              </a:defRPr>
            </a:lvl7pPr>
            <a:lvl8pPr marL="1550988" indent="-120650">
              <a:lnSpc>
                <a:spcPct val="100000"/>
              </a:lnSpc>
              <a:spcBef>
                <a:spcPts val="1200"/>
              </a:spcBef>
              <a:buClr>
                <a:schemeClr val="tx2"/>
              </a:buClr>
              <a:buSzPct val="90000"/>
              <a:buFont typeface="Arial" panose="020B0604020202020204" pitchFamily="34" charset="0"/>
              <a:buChar char="•"/>
              <a:tabLst/>
              <a:defRPr sz="1400">
                <a:solidFill>
                  <a:schemeClr val="tx2"/>
                </a:solidFill>
              </a:defRPr>
            </a:lvl8pPr>
            <a:lvl9pPr marL="1722438" indent="-120650">
              <a:lnSpc>
                <a:spcPct val="100000"/>
              </a:lnSpc>
              <a:spcBef>
                <a:spcPts val="1200"/>
              </a:spcBef>
              <a:buClr>
                <a:schemeClr val="tx2"/>
              </a:buClr>
              <a:buSzPct val="90000"/>
              <a:buFont typeface="Arial" panose="020B0604020202020204" pitchFamily="34" charset="0"/>
              <a:buChar char="-"/>
              <a:tabLst/>
              <a:defRPr sz="1400">
                <a:solidFill>
                  <a:schemeClr val="tx2"/>
                </a:solidFil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100" normalizeH="0" baseline="0" noProof="0" dirty="0">
                <a:ln>
                  <a:noFill/>
                </a:ln>
                <a:solidFill>
                  <a:schemeClr val="accent2"/>
                </a:solidFill>
                <a:effectLst/>
                <a:uLnTx/>
                <a:uFillTx/>
                <a:latin typeface="Arial" panose="020B0604020202020204" pitchFamily="34" charset="0"/>
                <a:ea typeface="+mn-ea"/>
                <a:cs typeface="+mn-cs"/>
              </a:rPr>
              <a:t>QUESTION</a:t>
            </a:r>
          </a:p>
        </p:txBody>
      </p:sp>
      <p:cxnSp>
        <p:nvCxnSpPr>
          <p:cNvPr id="65" name="Straight Connector 64">
            <a:extLst>
              <a:ext uri="{FF2B5EF4-FFF2-40B4-BE49-F238E27FC236}">
                <a16:creationId xmlns:a16="http://schemas.microsoft.com/office/drawing/2014/main" id="{3EC0D0AE-7A16-4EC6-BC53-6DC082C857C5}"/>
              </a:ext>
            </a:extLst>
          </p:cNvPr>
          <p:cNvCxnSpPr>
            <a:cxnSpLocks/>
          </p:cNvCxnSpPr>
          <p:nvPr userDrawn="1"/>
        </p:nvCxnSpPr>
        <p:spPr bwMode="gray">
          <a:xfrm>
            <a:off x="612458" y="2933659"/>
            <a:ext cx="8551639" cy="0"/>
          </a:xfrm>
          <a:prstGeom prst="line">
            <a:avLst/>
          </a:prstGeom>
          <a:ln w="25400">
            <a:solidFill>
              <a:schemeClr val="tx1">
                <a:lumMod val="20000"/>
                <a:lumOff val="80000"/>
              </a:schemeClr>
            </a:solidFill>
            <a:miter lim="800000"/>
            <a:tailEnd type="none"/>
          </a:ln>
        </p:spPr>
        <p:style>
          <a:lnRef idx="1">
            <a:schemeClr val="accent1"/>
          </a:lnRef>
          <a:fillRef idx="0">
            <a:schemeClr val="accent1"/>
          </a:fillRef>
          <a:effectRef idx="0">
            <a:schemeClr val="accent1"/>
          </a:effectRef>
          <a:fontRef idx="minor">
            <a:schemeClr val="tx1"/>
          </a:fontRef>
        </p:style>
      </p:cxnSp>
      <p:pic>
        <p:nvPicPr>
          <p:cNvPr id="3" name="Picture 2" descr="A blue and white chat bubbles&#10;&#10;Description automatically generated">
            <a:extLst>
              <a:ext uri="{FF2B5EF4-FFF2-40B4-BE49-F238E27FC236}">
                <a16:creationId xmlns:a16="http://schemas.microsoft.com/office/drawing/2014/main" id="{B07E408F-6F8D-527B-D190-71839E7CD143}"/>
              </a:ext>
            </a:extLst>
          </p:cNvPr>
          <p:cNvPicPr>
            <a:picLocks noChangeAspect="1"/>
          </p:cNvPicPr>
          <p:nvPr userDrawn="1"/>
        </p:nvPicPr>
        <p:blipFill>
          <a:blip r:embed="rId2"/>
          <a:stretch>
            <a:fillRect/>
          </a:stretch>
        </p:blipFill>
        <p:spPr>
          <a:xfrm>
            <a:off x="7010401" y="4059735"/>
            <a:ext cx="5762986" cy="2881493"/>
          </a:xfrm>
          <a:prstGeom prst="rect">
            <a:avLst/>
          </a:prstGeom>
        </p:spPr>
      </p:pic>
    </p:spTree>
    <p:extLst>
      <p:ext uri="{BB962C8B-B14F-4D97-AF65-F5344CB8AC3E}">
        <p14:creationId xmlns:p14="http://schemas.microsoft.com/office/powerpoint/2010/main" val="39247578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a16="http://schemas.microsoft.com/office/drawing/2014/main"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750"/>
                                        <p:tgtEl>
                                          <p:spTgt spid="64"/>
                                        </p:tgtEl>
                                      </p:cBhvr>
                                    </p:animEffect>
                                  </p:childTnLst>
                                </p:cTn>
                              </p:par>
                              <p:par>
                                <p:cTn id="8" presetID="63" presetClass="path" presetSubtype="0" accel="50000" decel="50000" fill="hold" grpId="1" nodeType="withEffect">
                                  <p:stCondLst>
                                    <p:cond delay="0"/>
                                  </p:stCondLst>
                                  <p:childTnLst>
                                    <p:animMotion origin="layout" path="M -1.09664E-6 -4.07407E-6 L 0.0129 -4.07407E-6 " pathEditMode="relative" rAng="0" ptsTypes="AA">
                                      <p:cBhvr>
                                        <p:cTn id="9" dur="750" spd="-100000" fill="hold"/>
                                        <p:tgtEl>
                                          <p:spTgt spid="64"/>
                                        </p:tgtEl>
                                        <p:attrNameLst>
                                          <p:attrName>ppt_x</p:attrName>
                                          <p:attrName>ppt_y</p:attrName>
                                        </p:attrNameLst>
                                      </p:cBhvr>
                                      <p:rCtr x="638" y="0"/>
                                    </p:animMotion>
                                  </p:childTnLst>
                                </p:cTn>
                              </p:par>
                              <p:par>
                                <p:cTn id="10" presetID="10" presetClass="entr" presetSubtype="0" fill="hold" grpId="0" nodeType="withEffect">
                                  <p:stCondLst>
                                    <p:cond delay="500"/>
                                  </p:stCondLst>
                                  <p:childTnLst>
                                    <p:set>
                                      <p:cBhvr>
                                        <p:cTn id="11" dur="1" fill="hold">
                                          <p:stCondLst>
                                            <p:cond delay="0"/>
                                          </p:stCondLst>
                                        </p:cTn>
                                        <p:tgtEl>
                                          <p:spTgt spid="5">
                                            <p:txEl>
                                              <p:pRg st="0" end="0"/>
                                            </p:txEl>
                                          </p:spTgt>
                                        </p:tgtEl>
                                        <p:attrNameLst>
                                          <p:attrName>style.visibility</p:attrName>
                                        </p:attrNameLst>
                                      </p:cBhvr>
                                      <p:to>
                                        <p:strVal val="visible"/>
                                      </p:to>
                                    </p:set>
                                    <p:animEffect transition="in" filter="fade">
                                      <p:cBhvr>
                                        <p:cTn id="12" dur="750"/>
                                        <p:tgtEl>
                                          <p:spTgt spid="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wipe(left)">
                                      <p:cBhvr>
                                        <p:cTn id="17" dur="1000"/>
                                        <p:tgtEl>
                                          <p:spTgt spid="65"/>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750"/>
                                        <p:tgtEl>
                                          <p:spTgt spid="8"/>
                                        </p:tgtEl>
                                      </p:cBhvr>
                                    </p:animEffect>
                                  </p:childTnLst>
                                </p:cTn>
                              </p:par>
                              <p:par>
                                <p:cTn id="21" presetID="63" presetClass="path" presetSubtype="0" accel="50000" decel="50000" fill="hold" grpId="1" nodeType="withEffect">
                                  <p:stCondLst>
                                    <p:cond delay="0"/>
                                  </p:stCondLst>
                                  <p:childTnLst>
                                    <p:animMotion origin="layout" path="M -1.09664E-6 -4.07407E-6 L 0.0129 -4.07407E-6 " pathEditMode="relative" rAng="0" ptsTypes="AA">
                                      <p:cBhvr>
                                        <p:cTn id="22" dur="750" spd="-100000" fill="hold"/>
                                        <p:tgtEl>
                                          <p:spTgt spid="8"/>
                                        </p:tgtEl>
                                        <p:attrNameLst>
                                          <p:attrName>ppt_x</p:attrName>
                                          <p:attrName>ppt_y</p:attrName>
                                        </p:attrNameLst>
                                      </p:cBhvr>
                                      <p:rCtr x="638" y="0"/>
                                    </p:animMotion>
                                  </p:childTnLst>
                                </p:cTn>
                              </p:par>
                              <p:par>
                                <p:cTn id="23" presetID="10" presetClass="entr" presetSubtype="0" fill="hold" grpId="0" nodeType="withEffect">
                                  <p:stCondLst>
                                    <p:cond delay="50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75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10" presetClass="entr" presetSubtype="0" fill="hold" nodeType="withEffect">
                  <p:stCondLst>
                    <p:cond delay="500"/>
                  </p:stCondLst>
                  <p:childTnLst>
                    <p:set>
                      <p:cBhvr>
                        <p:cTn dur="1" fill="hold">
                          <p:stCondLst>
                            <p:cond delay="0"/>
                          </p:stCondLst>
                        </p:cTn>
                        <p:tgtEl>
                          <p:spTgt spid="5"/>
                        </p:tgtEl>
                        <p:attrNameLst>
                          <p:attrName>style.visibility</p:attrName>
                        </p:attrNameLst>
                      </p:cBhvr>
                      <p:to>
                        <p:strVal val="visible"/>
                      </p:to>
                    </p:set>
                    <p:animEffect transition="in" filter="fade">
                      <p:cBhvr>
                        <p:cTn dur="750"/>
                        <p:tgtEl>
                          <p:spTgt spid="5"/>
                        </p:tgtEl>
                      </p:cBhvr>
                    </p:animEffect>
                  </p:childTnLst>
                </p:cTn>
              </p:par>
            </p:tnLst>
          </p:tmpl>
        </p:tmplLst>
      </p:bldP>
      <p:bldP spid="7" grpId="0">
        <p:tmplLst>
          <p:tmpl>
            <p:tnLst>
              <p:par>
                <p:cTn presetID="10" presetClass="entr" presetSubtype="0" fill="hold" nodeType="withEffect">
                  <p:stCondLst>
                    <p:cond delay="500"/>
                  </p:stCondLst>
                  <p:childTnLst>
                    <p:set>
                      <p:cBhvr>
                        <p:cTn dur="1" fill="hold">
                          <p:stCondLst>
                            <p:cond delay="0"/>
                          </p:stCondLst>
                        </p:cTn>
                        <p:tgtEl>
                          <p:spTgt spid="7"/>
                        </p:tgtEl>
                        <p:attrNameLst>
                          <p:attrName>style.visibility</p:attrName>
                        </p:attrNameLst>
                      </p:cBhvr>
                      <p:to>
                        <p:strVal val="visible"/>
                      </p:to>
                    </p:set>
                    <p:animEffect transition="in" filter="fade">
                      <p:cBhvr>
                        <p:cTn dur="750"/>
                        <p:tgtEl>
                          <p:spTgt spid="7"/>
                        </p:tgtEl>
                      </p:cBhvr>
                    </p:animEffect>
                  </p:childTnLst>
                </p:cTn>
              </p:par>
            </p:tnLst>
          </p:tmpl>
        </p:tmplLst>
      </p:bldP>
      <p:bldP spid="8" grpId="0"/>
      <p:bldP spid="8" grpId="1"/>
      <p:bldP spid="64" grpId="0"/>
      <p:bldP spid="64" grpId="1"/>
    </p:bldLst>
  </p:timing>
  <p:extLst>
    <p:ext uri="{DCECCB84-F9BA-43D5-87BE-67443E8EF086}">
      <p15:sldGuideLst xmlns:p15="http://schemas.microsoft.com/office/powerpoint/2012/main">
        <p15:guide id="1" orient="horz" pos="2160">
          <p15:clr>
            <a:srgbClr val="FBAE40"/>
          </p15:clr>
        </p15:guide>
        <p15:guide id="2" pos="3839">
          <p15:clr>
            <a:srgbClr val="FBAE40"/>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Additional Resources">
    <p:spTree>
      <p:nvGrpSpPr>
        <p:cNvPr id="1" name=""/>
        <p:cNvGrpSpPr/>
        <p:nvPr/>
      </p:nvGrpSpPr>
      <p:grpSpPr>
        <a:xfrm>
          <a:off x="0" y="0"/>
          <a:ext cx="0" cy="0"/>
          <a:chOff x="0" y="0"/>
          <a:chExt cx="0" cy="0"/>
        </a:xfrm>
      </p:grpSpPr>
      <p:sp>
        <p:nvSpPr>
          <p:cNvPr id="20" name="Title 1">
            <a:extLst>
              <a:ext uri="{FF2B5EF4-FFF2-40B4-BE49-F238E27FC236}">
                <a16:creationId xmlns:a16="http://schemas.microsoft.com/office/drawing/2014/main" id="{99DA0648-21B2-406D-A422-7E274EDA1355}"/>
              </a:ext>
            </a:extLst>
          </p:cNvPr>
          <p:cNvSpPr>
            <a:spLocks noGrp="1"/>
          </p:cNvSpPr>
          <p:nvPr>
            <p:ph type="title" hasCustomPrompt="1"/>
          </p:nvPr>
        </p:nvSpPr>
        <p:spPr>
          <a:xfrm>
            <a:off x="579809" y="412751"/>
            <a:ext cx="11001004" cy="381000"/>
          </a:xfrm>
        </p:spPr>
        <p:txBody>
          <a:bodyPr/>
          <a:lstStyle>
            <a:lvl1pPr algn="ctr">
              <a:defRPr>
                <a:solidFill>
                  <a:schemeClr val="accent2"/>
                </a:solidFill>
                <a:latin typeface="+mj-lt"/>
              </a:defRPr>
            </a:lvl1pPr>
          </a:lstStyle>
          <a:p>
            <a:r>
              <a:rPr lang="en-US" dirty="0"/>
              <a:t>core.vmware.com</a:t>
            </a:r>
          </a:p>
        </p:txBody>
      </p:sp>
      <p:sp>
        <p:nvSpPr>
          <p:cNvPr id="21" name="Subtitle 2">
            <a:extLst>
              <a:ext uri="{FF2B5EF4-FFF2-40B4-BE49-F238E27FC236}">
                <a16:creationId xmlns:a16="http://schemas.microsoft.com/office/drawing/2014/main" id="{74AFF959-11BB-45D2-8B67-D31D48B8F642}"/>
              </a:ext>
            </a:extLst>
          </p:cNvPr>
          <p:cNvSpPr>
            <a:spLocks noGrp="1"/>
          </p:cNvSpPr>
          <p:nvPr>
            <p:ph type="subTitle" idx="16" hasCustomPrompt="1"/>
          </p:nvPr>
        </p:nvSpPr>
        <p:spPr>
          <a:xfrm>
            <a:off x="592866" y="811830"/>
            <a:ext cx="10987947" cy="247743"/>
          </a:xfrm>
        </p:spPr>
        <p:txBody>
          <a:bodyPr/>
          <a:lstStyle>
            <a:lvl1pPr marL="0" indent="0" algn="ctr">
              <a:lnSpc>
                <a:spcPct val="100000"/>
              </a:lnSpc>
              <a:spcBef>
                <a:spcPts val="0"/>
              </a:spcBef>
              <a:buNone/>
              <a:defRPr sz="2000">
                <a:solidFill>
                  <a:schemeClr val="tx2"/>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algn="ctr"/>
            <a:r>
              <a:rPr lang="en-US" dirty="0"/>
              <a:t>Technical Resources for vSphere, vSAN, and Cloud Foundation</a:t>
            </a:r>
          </a:p>
        </p:txBody>
      </p:sp>
      <p:sp>
        <p:nvSpPr>
          <p:cNvPr id="5" name="Picture Placeholder 4">
            <a:extLst>
              <a:ext uri="{FF2B5EF4-FFF2-40B4-BE49-F238E27FC236}">
                <a16:creationId xmlns:a16="http://schemas.microsoft.com/office/drawing/2014/main" id="{8FB7FE73-44E6-4379-900C-92068AF1FB94}"/>
              </a:ext>
            </a:extLst>
          </p:cNvPr>
          <p:cNvSpPr>
            <a:spLocks noGrp="1"/>
          </p:cNvSpPr>
          <p:nvPr>
            <p:ph type="pic" sz="quarter" idx="17"/>
          </p:nvPr>
        </p:nvSpPr>
        <p:spPr>
          <a:xfrm>
            <a:off x="973138" y="1474454"/>
            <a:ext cx="5867400" cy="4230687"/>
          </a:xfrm>
        </p:spPr>
        <p:txBody>
          <a:bodyPr/>
          <a:lstStyle/>
          <a:p>
            <a:r>
              <a:rPr lang="en-GB"/>
              <a:t>Click icon to add picture</a:t>
            </a:r>
            <a:endParaRPr lang="en-US"/>
          </a:p>
        </p:txBody>
      </p:sp>
      <p:sp>
        <p:nvSpPr>
          <p:cNvPr id="10" name="Picture Placeholder 4">
            <a:extLst>
              <a:ext uri="{FF2B5EF4-FFF2-40B4-BE49-F238E27FC236}">
                <a16:creationId xmlns:a16="http://schemas.microsoft.com/office/drawing/2014/main" id="{4B5A7B52-A205-4C2E-90E8-6D53C34D17A7}"/>
              </a:ext>
            </a:extLst>
          </p:cNvPr>
          <p:cNvSpPr>
            <a:spLocks noGrp="1"/>
          </p:cNvSpPr>
          <p:nvPr>
            <p:ph type="pic" sz="quarter" idx="18"/>
          </p:nvPr>
        </p:nvSpPr>
        <p:spPr>
          <a:xfrm>
            <a:off x="5348036" y="1916279"/>
            <a:ext cx="5867400" cy="4230687"/>
          </a:xfrm>
        </p:spPr>
        <p:txBody>
          <a:bodyPr/>
          <a:lstStyle/>
          <a:p>
            <a:r>
              <a:rPr lang="en-GB"/>
              <a:t>Click icon to add picture</a:t>
            </a:r>
            <a:endParaRPr lang="en-US"/>
          </a:p>
        </p:txBody>
      </p:sp>
      <p:sp>
        <p:nvSpPr>
          <p:cNvPr id="2" name="page number">
            <a:extLst>
              <a:ext uri="{FF2B5EF4-FFF2-40B4-BE49-F238E27FC236}">
                <a16:creationId xmlns:a16="http://schemas.microsoft.com/office/drawing/2014/main" id="{5BD84BF0-FB26-689D-B375-968D34593F1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fld id="{7A51DB15-7364-4F0B-A3A0-1309F8830053}" type="slidenum">
              <a:rPr kumimoji="0" lang="en-US" sz="800" b="0" i="0" u="none" strike="noStrike" kern="1200" cap="none" spc="0" normalizeH="0" baseline="0" noProof="0" smtClean="0">
                <a:ln>
                  <a:noFill/>
                </a:ln>
                <a:solidFill>
                  <a:srgbClr val="3F3F3F"/>
                </a:solidFill>
                <a:effectLst/>
                <a:uLnTx/>
                <a:uFillTx/>
                <a:latin typeface="Arial" panose="020B0604020202020204" pitchFamily="34" charset="0"/>
                <a:ea typeface="Arial" panose="020B0604020202020204" pitchFamily="34" charset="0"/>
              </a:rPr>
              <a:pPr marL="0" marR="0" lvl="0" indent="0" algn="r" defTabSz="914400" rtl="0" eaLnBrk="1" fontAlgn="auto" latinLnBrk="0" hangingPunct="1">
                <a:lnSpc>
                  <a:spcPct val="9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3F3F3F"/>
              </a:solidFill>
              <a:effectLst/>
              <a:uLnTx/>
              <a:uFillTx/>
              <a:latin typeface="Arial" panose="020B0604020202020204" pitchFamily="34" charset="0"/>
              <a:ea typeface="Arial" panose="020B0604020202020204" pitchFamily="34" charset="0"/>
            </a:endParaRPr>
          </a:p>
        </p:txBody>
      </p:sp>
    </p:spTree>
    <p:extLst>
      <p:ext uri="{BB962C8B-B14F-4D97-AF65-F5344CB8AC3E}">
        <p14:creationId xmlns:p14="http://schemas.microsoft.com/office/powerpoint/2010/main" val="17335917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userDrawn="1">
  <p:cSld name="Important">
    <p:bg>
      <p:bgPr>
        <a:solidFill>
          <a:schemeClr val="bg1"/>
        </a:solidFill>
        <a:effectLst/>
      </p:bgPr>
    </p:bg>
    <p:spTree>
      <p:nvGrpSpPr>
        <p:cNvPr id="1" name=""/>
        <p:cNvGrpSpPr/>
        <p:nvPr/>
      </p:nvGrpSpPr>
      <p:grpSpPr>
        <a:xfrm>
          <a:off x="0" y="0"/>
          <a:ext cx="0" cy="0"/>
          <a:chOff x="0" y="0"/>
          <a:chExt cx="0" cy="0"/>
        </a:xfrm>
      </p:grpSpPr>
      <p:sp>
        <p:nvSpPr>
          <p:cNvPr id="5" name="Google Shape;6057;p505">
            <a:extLst>
              <a:ext uri="{FF2B5EF4-FFF2-40B4-BE49-F238E27FC236}">
                <a16:creationId xmlns:a16="http://schemas.microsoft.com/office/drawing/2014/main" id="{207E66D8-4803-457B-BEDC-BCE91009D765}"/>
              </a:ext>
            </a:extLst>
          </p:cNvPr>
          <p:cNvSpPr/>
          <p:nvPr userDrawn="1"/>
        </p:nvSpPr>
        <p:spPr>
          <a:xfrm>
            <a:off x="0" y="0"/>
            <a:ext cx="12187237" cy="6852792"/>
          </a:xfrm>
          <a:prstGeom prst="parallelogram">
            <a:avLst>
              <a:gd name="adj" fmla="val 0"/>
            </a:avLst>
          </a:prstGeom>
          <a:solidFill>
            <a:schemeClr val="tx2">
              <a:alpha val="25000"/>
            </a:schemeClr>
          </a:solidFill>
          <a:ln>
            <a:noFill/>
          </a:ln>
        </p:spPr>
        <p:txBody>
          <a:bodyPr spcFirstLastPara="1" wrap="square" lIns="91352" tIns="45676" rIns="91352" bIns="45676" anchor="ctr" anchorCtr="0">
            <a:noAutofit/>
          </a:bodyPr>
          <a:lstStyle/>
          <a:p>
            <a:pPr marL="0" marR="0" lvl="0" indent="0" algn="ctr" defTabSz="1218438" rtl="0" eaLnBrk="1" fontAlgn="auto" latinLnBrk="0" hangingPunct="1">
              <a:lnSpc>
                <a:spcPct val="100000"/>
              </a:lnSpc>
              <a:spcBef>
                <a:spcPts val="0"/>
              </a:spcBef>
              <a:spcAft>
                <a:spcPts val="0"/>
              </a:spcAft>
              <a:buClr>
                <a:srgbClr val="FFFFFF"/>
              </a:buClr>
              <a:buSzPts val="900"/>
              <a:buFontTx/>
              <a:buNone/>
              <a:tabLst/>
              <a:defRPr/>
            </a:pPr>
            <a:endParaRPr kumimoji="0" sz="12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3" name="Google Shape;6057;p505">
            <a:extLst>
              <a:ext uri="{FF2B5EF4-FFF2-40B4-BE49-F238E27FC236}">
                <a16:creationId xmlns:a16="http://schemas.microsoft.com/office/drawing/2014/main" id="{FC5D4AB5-14C6-8920-0088-BC04631F98F0}"/>
              </a:ext>
            </a:extLst>
          </p:cNvPr>
          <p:cNvSpPr/>
          <p:nvPr userDrawn="1"/>
        </p:nvSpPr>
        <p:spPr>
          <a:xfrm>
            <a:off x="-3450687" y="1422"/>
            <a:ext cx="19121828" cy="6852792"/>
          </a:xfrm>
          <a:prstGeom prst="parallelogram">
            <a:avLst>
              <a:gd name="adj" fmla="val 91175"/>
            </a:avLst>
          </a:prstGeom>
          <a:solidFill>
            <a:schemeClr val="bg1"/>
          </a:solidFill>
          <a:ln>
            <a:noFill/>
          </a:ln>
          <a:effectLst>
            <a:outerShdw blurRad="190500" sx="102000" sy="102000" algn="ctr" rotWithShape="0">
              <a:schemeClr val="accent2">
                <a:lumMod val="50000"/>
                <a:alpha val="10000"/>
              </a:schemeClr>
            </a:outerShdw>
          </a:effectLst>
        </p:spPr>
        <p:txBody>
          <a:bodyPr spcFirstLastPara="1" wrap="square" lIns="91352" tIns="45676" rIns="91352" bIns="45676" anchor="ctr" anchorCtr="0">
            <a:noAutofit/>
          </a:bodyPr>
          <a:lstStyle/>
          <a:p>
            <a:pPr marL="0" marR="0" lvl="0" indent="0" algn="ctr" defTabSz="1218438" rtl="0" eaLnBrk="1" fontAlgn="auto" latinLnBrk="0" hangingPunct="1">
              <a:lnSpc>
                <a:spcPct val="100000"/>
              </a:lnSpc>
              <a:spcBef>
                <a:spcPts val="0"/>
              </a:spcBef>
              <a:spcAft>
                <a:spcPts val="0"/>
              </a:spcAft>
              <a:buClr>
                <a:srgbClr val="FFFFFF"/>
              </a:buClr>
              <a:buSzPts val="900"/>
              <a:buFontTx/>
              <a:buNone/>
              <a:tabLst/>
              <a:defRPr/>
            </a:pPr>
            <a:endParaRPr kumimoji="0" sz="12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28" name="Content Placeholder 27">
            <a:extLst>
              <a:ext uri="{FF2B5EF4-FFF2-40B4-BE49-F238E27FC236}">
                <a16:creationId xmlns:a16="http://schemas.microsoft.com/office/drawing/2014/main" id="{350DA416-A0D4-40D1-BA66-993124D5FC92}"/>
              </a:ext>
            </a:extLst>
          </p:cNvPr>
          <p:cNvSpPr>
            <a:spLocks noGrp="1"/>
          </p:cNvSpPr>
          <p:nvPr>
            <p:ph sz="quarter" idx="12" hasCustomPrompt="1"/>
          </p:nvPr>
        </p:nvSpPr>
        <p:spPr>
          <a:xfrm>
            <a:off x="1448593" y="2318321"/>
            <a:ext cx="9290050" cy="2216150"/>
          </a:xfrm>
        </p:spPr>
        <p:txBody>
          <a:bodyPr anchor="ctr"/>
          <a:lstStyle>
            <a:lvl1pPr algn="ctr">
              <a:defRPr sz="2400"/>
            </a:lvl1pPr>
            <a:lvl2pPr algn="ctr">
              <a:defRPr/>
            </a:lvl2pPr>
            <a:lvl3pPr algn="ctr">
              <a:defRPr/>
            </a:lvl3pPr>
            <a:lvl4pPr algn="ctr">
              <a:defRPr/>
            </a:lvl4pPr>
            <a:lvl5pPr algn="ctr">
              <a:defRPr/>
            </a:lvl5pPr>
          </a:lstStyle>
          <a:p>
            <a:pPr algn="ctr">
              <a:spcAft>
                <a:spcPts val="600"/>
              </a:spcAft>
            </a:pPr>
            <a:r>
              <a:rPr lang="en-US" sz="2000" dirty="0"/>
              <a:t>Text here</a:t>
            </a:r>
          </a:p>
        </p:txBody>
      </p:sp>
      <p:sp>
        <p:nvSpPr>
          <p:cNvPr id="7" name="TextBox 6">
            <a:extLst>
              <a:ext uri="{FF2B5EF4-FFF2-40B4-BE49-F238E27FC236}">
                <a16:creationId xmlns:a16="http://schemas.microsoft.com/office/drawing/2014/main" id="{E0505437-E970-4DD3-DB73-BC8CB0E09583}"/>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9" name="Graphic 8">
            <a:extLst>
              <a:ext uri="{FF2B5EF4-FFF2-40B4-BE49-F238E27FC236}">
                <a16:creationId xmlns:a16="http://schemas.microsoft.com/office/drawing/2014/main" id="{64FCAA97-8FE4-50A0-7C79-556E1A1634BA}"/>
              </a:ext>
            </a:extLst>
          </p:cNvPr>
          <p:cNvGrpSpPr/>
          <p:nvPr userDrawn="1"/>
        </p:nvGrpSpPr>
        <p:grpSpPr>
          <a:xfrm>
            <a:off x="265625" y="6323271"/>
            <a:ext cx="1249223" cy="369648"/>
            <a:chOff x="265625" y="6323271"/>
            <a:chExt cx="1249223" cy="369648"/>
          </a:xfrm>
          <a:solidFill>
            <a:srgbClr val="000000"/>
          </a:solidFill>
        </p:grpSpPr>
        <p:grpSp>
          <p:nvGrpSpPr>
            <p:cNvPr id="10" name="Graphic 8">
              <a:extLst>
                <a:ext uri="{FF2B5EF4-FFF2-40B4-BE49-F238E27FC236}">
                  <a16:creationId xmlns:a16="http://schemas.microsoft.com/office/drawing/2014/main" id="{9A301478-2AE1-1FA6-9236-114A92D296E5}"/>
                </a:ext>
              </a:extLst>
            </p:cNvPr>
            <p:cNvGrpSpPr/>
            <p:nvPr/>
          </p:nvGrpSpPr>
          <p:grpSpPr>
            <a:xfrm>
              <a:off x="745455" y="6594444"/>
              <a:ext cx="722662" cy="98475"/>
              <a:chOff x="745455" y="6594444"/>
              <a:chExt cx="722662" cy="98475"/>
            </a:xfrm>
            <a:solidFill>
              <a:srgbClr val="000000"/>
            </a:solidFill>
          </p:grpSpPr>
          <p:sp>
            <p:nvSpPr>
              <p:cNvPr id="19" name="Freeform 49">
                <a:extLst>
                  <a:ext uri="{FF2B5EF4-FFF2-40B4-BE49-F238E27FC236}">
                    <a16:creationId xmlns:a16="http://schemas.microsoft.com/office/drawing/2014/main" id="{77B6408B-513E-793C-AA93-85ADC4E9AA57}"/>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20" name="Freeform 50">
                <a:extLst>
                  <a:ext uri="{FF2B5EF4-FFF2-40B4-BE49-F238E27FC236}">
                    <a16:creationId xmlns:a16="http://schemas.microsoft.com/office/drawing/2014/main" id="{FF01FD05-44B4-7183-40EE-BC72FC590546}"/>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21" name="Freeform 51">
                <a:extLst>
                  <a:ext uri="{FF2B5EF4-FFF2-40B4-BE49-F238E27FC236}">
                    <a16:creationId xmlns:a16="http://schemas.microsoft.com/office/drawing/2014/main" id="{EB5DC93C-6E1F-FE04-362F-1D25A5A988C5}"/>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2" name="Freeform 52">
                <a:extLst>
                  <a:ext uri="{FF2B5EF4-FFF2-40B4-BE49-F238E27FC236}">
                    <a16:creationId xmlns:a16="http://schemas.microsoft.com/office/drawing/2014/main" id="{5039CFF3-425C-2523-E5FC-8AEA61B63CE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3" name="Freeform 53">
                <a:extLst>
                  <a:ext uri="{FF2B5EF4-FFF2-40B4-BE49-F238E27FC236}">
                    <a16:creationId xmlns:a16="http://schemas.microsoft.com/office/drawing/2014/main" id="{7D8FA307-33A9-5D04-1017-51AB846357E7}"/>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44" name="Freeform 54">
                <a:extLst>
                  <a:ext uri="{FF2B5EF4-FFF2-40B4-BE49-F238E27FC236}">
                    <a16:creationId xmlns:a16="http://schemas.microsoft.com/office/drawing/2014/main" id="{75AB330D-0B06-9D30-7D05-27FB950067FF}"/>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45" name="Freeform 55">
                <a:extLst>
                  <a:ext uri="{FF2B5EF4-FFF2-40B4-BE49-F238E27FC236}">
                    <a16:creationId xmlns:a16="http://schemas.microsoft.com/office/drawing/2014/main" id="{7C0134AF-3945-8FE4-327B-8B7A10AE6CE8}"/>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46" name="Freeform 56">
                <a:extLst>
                  <a:ext uri="{FF2B5EF4-FFF2-40B4-BE49-F238E27FC236}">
                    <a16:creationId xmlns:a16="http://schemas.microsoft.com/office/drawing/2014/main" id="{B3CEFE01-F4E8-9E1B-9DFA-D8BC8DCCD4C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47" name="Freeform 57">
                <a:extLst>
                  <a:ext uri="{FF2B5EF4-FFF2-40B4-BE49-F238E27FC236}">
                    <a16:creationId xmlns:a16="http://schemas.microsoft.com/office/drawing/2014/main" id="{33412458-8168-B9DF-4184-D56E7AD7479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48" name="Freeform 58">
                <a:extLst>
                  <a:ext uri="{FF2B5EF4-FFF2-40B4-BE49-F238E27FC236}">
                    <a16:creationId xmlns:a16="http://schemas.microsoft.com/office/drawing/2014/main" id="{B8B93CD1-9088-20B2-9AD2-0F790B4662AA}"/>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11" name="Graphic 8">
              <a:extLst>
                <a:ext uri="{FF2B5EF4-FFF2-40B4-BE49-F238E27FC236}">
                  <a16:creationId xmlns:a16="http://schemas.microsoft.com/office/drawing/2014/main" id="{18F3F16B-B1BA-C92A-BBA1-2D5F48914371}"/>
                </a:ext>
              </a:extLst>
            </p:cNvPr>
            <p:cNvGrpSpPr/>
            <p:nvPr/>
          </p:nvGrpSpPr>
          <p:grpSpPr>
            <a:xfrm>
              <a:off x="265625" y="6323271"/>
              <a:ext cx="1249223" cy="190348"/>
              <a:chOff x="265625" y="6323271"/>
              <a:chExt cx="1249223" cy="190348"/>
            </a:xfrm>
            <a:solidFill>
              <a:srgbClr val="000000"/>
            </a:solidFill>
          </p:grpSpPr>
          <p:sp>
            <p:nvSpPr>
              <p:cNvPr id="12" name="Freeform 60">
                <a:extLst>
                  <a:ext uri="{FF2B5EF4-FFF2-40B4-BE49-F238E27FC236}">
                    <a16:creationId xmlns:a16="http://schemas.microsoft.com/office/drawing/2014/main" id="{BF6642DE-A776-A868-6859-4952EFA5AD9A}"/>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3" name="Freeform 61">
                <a:extLst>
                  <a:ext uri="{FF2B5EF4-FFF2-40B4-BE49-F238E27FC236}">
                    <a16:creationId xmlns:a16="http://schemas.microsoft.com/office/drawing/2014/main" id="{28D2AC94-FFD0-59D4-1FD3-A17D5C7B606C}"/>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4" name="Freeform 62">
                <a:extLst>
                  <a:ext uri="{FF2B5EF4-FFF2-40B4-BE49-F238E27FC236}">
                    <a16:creationId xmlns:a16="http://schemas.microsoft.com/office/drawing/2014/main" id="{590E310A-0AE4-3A1A-0CC5-4E74D5B0305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5" name="Freeform 63">
                <a:extLst>
                  <a:ext uri="{FF2B5EF4-FFF2-40B4-BE49-F238E27FC236}">
                    <a16:creationId xmlns:a16="http://schemas.microsoft.com/office/drawing/2014/main" id="{C5C5E023-9533-ADB2-2A95-42803D624C6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6" name="Freeform 64">
                <a:extLst>
                  <a:ext uri="{FF2B5EF4-FFF2-40B4-BE49-F238E27FC236}">
                    <a16:creationId xmlns:a16="http://schemas.microsoft.com/office/drawing/2014/main" id="{F12D8013-416F-8468-1334-31DEEE3EFC6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7" name="Freeform 65">
                <a:extLst>
                  <a:ext uri="{FF2B5EF4-FFF2-40B4-BE49-F238E27FC236}">
                    <a16:creationId xmlns:a16="http://schemas.microsoft.com/office/drawing/2014/main" id="{97A1E3A4-FFE5-8115-6381-659B1ACD9C51}"/>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8" name="Freeform 66">
                <a:extLst>
                  <a:ext uri="{FF2B5EF4-FFF2-40B4-BE49-F238E27FC236}">
                    <a16:creationId xmlns:a16="http://schemas.microsoft.com/office/drawing/2014/main" id="{A538E1FA-7AA2-D4C6-D933-FD2310DB60DB}"/>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2" name="TextBox 1">
            <a:extLst>
              <a:ext uri="{FF2B5EF4-FFF2-40B4-BE49-F238E27FC236}">
                <a16:creationId xmlns:a16="http://schemas.microsoft.com/office/drawing/2014/main" id="{08093AD6-9D4C-C1C3-B819-ED557A62CD60}"/>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37297564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preserve="1" userDrawn="1">
  <p:cSld name="Important - RBLF">
    <p:bg>
      <p:bgPr>
        <a:solidFill>
          <a:schemeClr val="bg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8FBFBEC1-F8B5-56BE-32B8-5D2EB66D2601}"/>
              </a:ext>
            </a:extLst>
          </p:cNvPr>
          <p:cNvSpPr/>
          <p:nvPr userDrawn="1"/>
        </p:nvSpPr>
        <p:spPr>
          <a:xfrm>
            <a:off x="0" y="0"/>
            <a:ext cx="12188825" cy="6858000"/>
          </a:xfrm>
          <a:prstGeom prst="rect">
            <a:avLst/>
          </a:prstGeom>
          <a:gradFill>
            <a:gsLst>
              <a:gs pos="0">
                <a:schemeClr val="accent2">
                  <a:lumMod val="97000"/>
                  <a:lumOff val="3000"/>
                  <a:alpha val="39000"/>
                </a:schemeClr>
              </a:gs>
              <a:gs pos="100000">
                <a:srgbClr val="0070C0"/>
              </a:gs>
            </a:gsLst>
            <a:lin ang="162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v</a:t>
            </a:r>
          </a:p>
        </p:txBody>
      </p:sp>
      <p:sp>
        <p:nvSpPr>
          <p:cNvPr id="52" name="Google Shape;6057;p505">
            <a:extLst>
              <a:ext uri="{FF2B5EF4-FFF2-40B4-BE49-F238E27FC236}">
                <a16:creationId xmlns:a16="http://schemas.microsoft.com/office/drawing/2014/main" id="{5A80A387-35D3-267F-3EA7-20747D641A1F}"/>
              </a:ext>
            </a:extLst>
          </p:cNvPr>
          <p:cNvSpPr/>
          <p:nvPr userDrawn="1"/>
        </p:nvSpPr>
        <p:spPr>
          <a:xfrm>
            <a:off x="-3450687" y="1422"/>
            <a:ext cx="19121828" cy="6852792"/>
          </a:xfrm>
          <a:prstGeom prst="parallelogram">
            <a:avLst>
              <a:gd name="adj" fmla="val 91175"/>
            </a:avLst>
          </a:prstGeom>
          <a:solidFill>
            <a:schemeClr val="bg1"/>
          </a:solidFill>
          <a:ln>
            <a:noFill/>
          </a:ln>
          <a:effectLst>
            <a:outerShdw blurRad="190500" sx="102000" sy="102000" algn="ctr" rotWithShape="0">
              <a:schemeClr val="accent2">
                <a:lumMod val="50000"/>
                <a:alpha val="10000"/>
              </a:schemeClr>
            </a:outerShdw>
          </a:effectLst>
        </p:spPr>
        <p:txBody>
          <a:bodyPr spcFirstLastPara="1" wrap="square" lIns="91352" tIns="45676" rIns="91352" bIns="45676" anchor="ctr" anchorCtr="0">
            <a:noAutofit/>
          </a:bodyPr>
          <a:lstStyle/>
          <a:p>
            <a:pPr marL="0" marR="0" lvl="0" indent="0" algn="ctr" defTabSz="1218438" rtl="0" eaLnBrk="1" fontAlgn="auto" latinLnBrk="0" hangingPunct="1">
              <a:lnSpc>
                <a:spcPct val="100000"/>
              </a:lnSpc>
              <a:spcBef>
                <a:spcPts val="0"/>
              </a:spcBef>
              <a:spcAft>
                <a:spcPts val="0"/>
              </a:spcAft>
              <a:buClr>
                <a:srgbClr val="FFFFFF"/>
              </a:buClr>
              <a:buSzPts val="900"/>
              <a:buFontTx/>
              <a:buNone/>
              <a:tabLst/>
              <a:defRPr/>
            </a:pPr>
            <a:endParaRPr kumimoji="0" sz="12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28" name="Content Placeholder 27">
            <a:extLst>
              <a:ext uri="{FF2B5EF4-FFF2-40B4-BE49-F238E27FC236}">
                <a16:creationId xmlns:a16="http://schemas.microsoft.com/office/drawing/2014/main" id="{350DA416-A0D4-40D1-BA66-993124D5FC92}"/>
              </a:ext>
            </a:extLst>
          </p:cNvPr>
          <p:cNvSpPr>
            <a:spLocks noGrp="1"/>
          </p:cNvSpPr>
          <p:nvPr>
            <p:ph sz="quarter" idx="12" hasCustomPrompt="1"/>
          </p:nvPr>
        </p:nvSpPr>
        <p:spPr>
          <a:xfrm>
            <a:off x="1448593" y="2318321"/>
            <a:ext cx="9290050" cy="2216150"/>
          </a:xfrm>
        </p:spPr>
        <p:txBody>
          <a:bodyPr anchor="ctr"/>
          <a:lstStyle>
            <a:lvl1pPr algn="ctr">
              <a:defRPr sz="2400"/>
            </a:lvl1pPr>
            <a:lvl2pPr algn="ctr">
              <a:defRPr/>
            </a:lvl2pPr>
            <a:lvl3pPr algn="ctr">
              <a:defRPr/>
            </a:lvl3pPr>
            <a:lvl4pPr algn="ctr">
              <a:defRPr/>
            </a:lvl4pPr>
            <a:lvl5pPr algn="ctr">
              <a:defRPr/>
            </a:lvl5pPr>
          </a:lstStyle>
          <a:p>
            <a:pPr algn="ctr">
              <a:spcAft>
                <a:spcPts val="600"/>
              </a:spcAft>
            </a:pPr>
            <a:r>
              <a:rPr lang="en-US" sz="2000" dirty="0"/>
              <a:t>Text here</a:t>
            </a:r>
          </a:p>
        </p:txBody>
      </p:sp>
      <p:sp>
        <p:nvSpPr>
          <p:cNvPr id="7" name="TextBox 6">
            <a:extLst>
              <a:ext uri="{FF2B5EF4-FFF2-40B4-BE49-F238E27FC236}">
                <a16:creationId xmlns:a16="http://schemas.microsoft.com/office/drawing/2014/main" id="{E0505437-E970-4DD3-DB73-BC8CB0E09583}"/>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9" name="Graphic 8">
            <a:extLst>
              <a:ext uri="{FF2B5EF4-FFF2-40B4-BE49-F238E27FC236}">
                <a16:creationId xmlns:a16="http://schemas.microsoft.com/office/drawing/2014/main" id="{64FCAA97-8FE4-50A0-7C79-556E1A1634BA}"/>
              </a:ext>
            </a:extLst>
          </p:cNvPr>
          <p:cNvGrpSpPr/>
          <p:nvPr userDrawn="1"/>
        </p:nvGrpSpPr>
        <p:grpSpPr>
          <a:xfrm>
            <a:off x="265625" y="6323271"/>
            <a:ext cx="1249223" cy="369648"/>
            <a:chOff x="265625" y="6323271"/>
            <a:chExt cx="1249223" cy="369648"/>
          </a:xfrm>
          <a:solidFill>
            <a:srgbClr val="000000"/>
          </a:solidFill>
        </p:grpSpPr>
        <p:grpSp>
          <p:nvGrpSpPr>
            <p:cNvPr id="10" name="Graphic 8">
              <a:extLst>
                <a:ext uri="{FF2B5EF4-FFF2-40B4-BE49-F238E27FC236}">
                  <a16:creationId xmlns:a16="http://schemas.microsoft.com/office/drawing/2014/main" id="{9A301478-2AE1-1FA6-9236-114A92D296E5}"/>
                </a:ext>
              </a:extLst>
            </p:cNvPr>
            <p:cNvGrpSpPr/>
            <p:nvPr/>
          </p:nvGrpSpPr>
          <p:grpSpPr>
            <a:xfrm>
              <a:off x="745455" y="6594444"/>
              <a:ext cx="722662" cy="98475"/>
              <a:chOff x="745455" y="6594444"/>
              <a:chExt cx="722662" cy="98475"/>
            </a:xfrm>
            <a:solidFill>
              <a:srgbClr val="000000"/>
            </a:solidFill>
          </p:grpSpPr>
          <p:sp>
            <p:nvSpPr>
              <p:cNvPr id="19" name="Freeform 49">
                <a:extLst>
                  <a:ext uri="{FF2B5EF4-FFF2-40B4-BE49-F238E27FC236}">
                    <a16:creationId xmlns:a16="http://schemas.microsoft.com/office/drawing/2014/main" id="{77B6408B-513E-793C-AA93-85ADC4E9AA57}"/>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20" name="Freeform 50">
                <a:extLst>
                  <a:ext uri="{FF2B5EF4-FFF2-40B4-BE49-F238E27FC236}">
                    <a16:creationId xmlns:a16="http://schemas.microsoft.com/office/drawing/2014/main" id="{FF01FD05-44B4-7183-40EE-BC72FC590546}"/>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21" name="Freeform 51">
                <a:extLst>
                  <a:ext uri="{FF2B5EF4-FFF2-40B4-BE49-F238E27FC236}">
                    <a16:creationId xmlns:a16="http://schemas.microsoft.com/office/drawing/2014/main" id="{EB5DC93C-6E1F-FE04-362F-1D25A5A988C5}"/>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2" name="Freeform 52">
                <a:extLst>
                  <a:ext uri="{FF2B5EF4-FFF2-40B4-BE49-F238E27FC236}">
                    <a16:creationId xmlns:a16="http://schemas.microsoft.com/office/drawing/2014/main" id="{5039CFF3-425C-2523-E5FC-8AEA61B63CE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3" name="Freeform 53">
                <a:extLst>
                  <a:ext uri="{FF2B5EF4-FFF2-40B4-BE49-F238E27FC236}">
                    <a16:creationId xmlns:a16="http://schemas.microsoft.com/office/drawing/2014/main" id="{7D8FA307-33A9-5D04-1017-51AB846357E7}"/>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44" name="Freeform 54">
                <a:extLst>
                  <a:ext uri="{FF2B5EF4-FFF2-40B4-BE49-F238E27FC236}">
                    <a16:creationId xmlns:a16="http://schemas.microsoft.com/office/drawing/2014/main" id="{75AB330D-0B06-9D30-7D05-27FB950067FF}"/>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45" name="Freeform 55">
                <a:extLst>
                  <a:ext uri="{FF2B5EF4-FFF2-40B4-BE49-F238E27FC236}">
                    <a16:creationId xmlns:a16="http://schemas.microsoft.com/office/drawing/2014/main" id="{7C0134AF-3945-8FE4-327B-8B7A10AE6CE8}"/>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46" name="Freeform 56">
                <a:extLst>
                  <a:ext uri="{FF2B5EF4-FFF2-40B4-BE49-F238E27FC236}">
                    <a16:creationId xmlns:a16="http://schemas.microsoft.com/office/drawing/2014/main" id="{B3CEFE01-F4E8-9E1B-9DFA-D8BC8DCCD4C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47" name="Freeform 57">
                <a:extLst>
                  <a:ext uri="{FF2B5EF4-FFF2-40B4-BE49-F238E27FC236}">
                    <a16:creationId xmlns:a16="http://schemas.microsoft.com/office/drawing/2014/main" id="{33412458-8168-B9DF-4184-D56E7AD7479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48" name="Freeform 58">
                <a:extLst>
                  <a:ext uri="{FF2B5EF4-FFF2-40B4-BE49-F238E27FC236}">
                    <a16:creationId xmlns:a16="http://schemas.microsoft.com/office/drawing/2014/main" id="{B8B93CD1-9088-20B2-9AD2-0F790B4662AA}"/>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11" name="Graphic 8">
              <a:extLst>
                <a:ext uri="{FF2B5EF4-FFF2-40B4-BE49-F238E27FC236}">
                  <a16:creationId xmlns:a16="http://schemas.microsoft.com/office/drawing/2014/main" id="{18F3F16B-B1BA-C92A-BBA1-2D5F48914371}"/>
                </a:ext>
              </a:extLst>
            </p:cNvPr>
            <p:cNvGrpSpPr/>
            <p:nvPr/>
          </p:nvGrpSpPr>
          <p:grpSpPr>
            <a:xfrm>
              <a:off x="265625" y="6323271"/>
              <a:ext cx="1249223" cy="190348"/>
              <a:chOff x="265625" y="6323271"/>
              <a:chExt cx="1249223" cy="190348"/>
            </a:xfrm>
            <a:solidFill>
              <a:srgbClr val="000000"/>
            </a:solidFill>
          </p:grpSpPr>
          <p:sp>
            <p:nvSpPr>
              <p:cNvPr id="12" name="Freeform 60">
                <a:extLst>
                  <a:ext uri="{FF2B5EF4-FFF2-40B4-BE49-F238E27FC236}">
                    <a16:creationId xmlns:a16="http://schemas.microsoft.com/office/drawing/2014/main" id="{BF6642DE-A776-A868-6859-4952EFA5AD9A}"/>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3" name="Freeform 61">
                <a:extLst>
                  <a:ext uri="{FF2B5EF4-FFF2-40B4-BE49-F238E27FC236}">
                    <a16:creationId xmlns:a16="http://schemas.microsoft.com/office/drawing/2014/main" id="{28D2AC94-FFD0-59D4-1FD3-A17D5C7B606C}"/>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4" name="Freeform 62">
                <a:extLst>
                  <a:ext uri="{FF2B5EF4-FFF2-40B4-BE49-F238E27FC236}">
                    <a16:creationId xmlns:a16="http://schemas.microsoft.com/office/drawing/2014/main" id="{590E310A-0AE4-3A1A-0CC5-4E74D5B0305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5" name="Freeform 63">
                <a:extLst>
                  <a:ext uri="{FF2B5EF4-FFF2-40B4-BE49-F238E27FC236}">
                    <a16:creationId xmlns:a16="http://schemas.microsoft.com/office/drawing/2014/main" id="{C5C5E023-9533-ADB2-2A95-42803D624C6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6" name="Freeform 64">
                <a:extLst>
                  <a:ext uri="{FF2B5EF4-FFF2-40B4-BE49-F238E27FC236}">
                    <a16:creationId xmlns:a16="http://schemas.microsoft.com/office/drawing/2014/main" id="{F12D8013-416F-8468-1334-31DEEE3EFC6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7" name="Freeform 65">
                <a:extLst>
                  <a:ext uri="{FF2B5EF4-FFF2-40B4-BE49-F238E27FC236}">
                    <a16:creationId xmlns:a16="http://schemas.microsoft.com/office/drawing/2014/main" id="{97A1E3A4-FFE5-8115-6381-659B1ACD9C51}"/>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8" name="Freeform 66">
                <a:extLst>
                  <a:ext uri="{FF2B5EF4-FFF2-40B4-BE49-F238E27FC236}">
                    <a16:creationId xmlns:a16="http://schemas.microsoft.com/office/drawing/2014/main" id="{A538E1FA-7AA2-D4C6-D933-FD2310DB60DB}"/>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2" name="TextBox 1">
            <a:extLst>
              <a:ext uri="{FF2B5EF4-FFF2-40B4-BE49-F238E27FC236}">
                <a16:creationId xmlns:a16="http://schemas.microsoft.com/office/drawing/2014/main" id="{08093AD6-9D4C-C1C3-B819-ED557A62CD60}"/>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0884005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reserve="1" userDrawn="1">
  <p:cSld name="Important - Red">
    <p:bg>
      <p:bgPr>
        <a:solidFill>
          <a:schemeClr val="bg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8FBFBEC1-F8B5-56BE-32B8-5D2EB66D2601}"/>
              </a:ext>
            </a:extLst>
          </p:cNvPr>
          <p:cNvSpPr/>
          <p:nvPr userDrawn="1"/>
        </p:nvSpPr>
        <p:spPr>
          <a:xfrm>
            <a:off x="-8703" y="0"/>
            <a:ext cx="12188825" cy="6858000"/>
          </a:xfrm>
          <a:prstGeom prst="rect">
            <a:avLst/>
          </a:prstGeom>
          <a:gradFill>
            <a:gsLst>
              <a:gs pos="0">
                <a:srgbClr val="930722"/>
              </a:gs>
              <a:gs pos="100000">
                <a:srgbClr val="A6192E"/>
              </a:gs>
            </a:gsLst>
            <a:lin ang="162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v</a:t>
            </a:r>
          </a:p>
        </p:txBody>
      </p:sp>
      <p:sp>
        <p:nvSpPr>
          <p:cNvPr id="52" name="Google Shape;6057;p505">
            <a:extLst>
              <a:ext uri="{FF2B5EF4-FFF2-40B4-BE49-F238E27FC236}">
                <a16:creationId xmlns:a16="http://schemas.microsoft.com/office/drawing/2014/main" id="{5A80A387-35D3-267F-3EA7-20747D641A1F}"/>
              </a:ext>
            </a:extLst>
          </p:cNvPr>
          <p:cNvSpPr/>
          <p:nvPr userDrawn="1"/>
        </p:nvSpPr>
        <p:spPr>
          <a:xfrm>
            <a:off x="-3450687" y="1422"/>
            <a:ext cx="19121828" cy="6852792"/>
          </a:xfrm>
          <a:prstGeom prst="parallelogram">
            <a:avLst>
              <a:gd name="adj" fmla="val 91175"/>
            </a:avLst>
          </a:prstGeom>
          <a:solidFill>
            <a:schemeClr val="bg1"/>
          </a:solidFill>
          <a:ln>
            <a:noFill/>
          </a:ln>
          <a:effectLst>
            <a:outerShdw blurRad="190500" sx="102000" sy="102000" algn="ctr" rotWithShape="0">
              <a:schemeClr val="accent2">
                <a:lumMod val="50000"/>
                <a:alpha val="10000"/>
              </a:schemeClr>
            </a:outerShdw>
          </a:effectLst>
        </p:spPr>
        <p:txBody>
          <a:bodyPr spcFirstLastPara="1" wrap="square" lIns="91352" tIns="45676" rIns="91352" bIns="45676" anchor="ctr" anchorCtr="0">
            <a:noAutofit/>
          </a:bodyPr>
          <a:lstStyle/>
          <a:p>
            <a:pPr marL="0" marR="0" lvl="0" indent="0" algn="ctr" defTabSz="1218438" rtl="0" eaLnBrk="1" fontAlgn="auto" latinLnBrk="0" hangingPunct="1">
              <a:lnSpc>
                <a:spcPct val="100000"/>
              </a:lnSpc>
              <a:spcBef>
                <a:spcPts val="0"/>
              </a:spcBef>
              <a:spcAft>
                <a:spcPts val="0"/>
              </a:spcAft>
              <a:buClr>
                <a:srgbClr val="FFFFFF"/>
              </a:buClr>
              <a:buSzPts val="900"/>
              <a:buFontTx/>
              <a:buNone/>
              <a:tabLst/>
              <a:defRPr/>
            </a:pPr>
            <a:endParaRPr kumimoji="0" sz="12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28" name="Content Placeholder 27">
            <a:extLst>
              <a:ext uri="{FF2B5EF4-FFF2-40B4-BE49-F238E27FC236}">
                <a16:creationId xmlns:a16="http://schemas.microsoft.com/office/drawing/2014/main" id="{350DA416-A0D4-40D1-BA66-993124D5FC92}"/>
              </a:ext>
            </a:extLst>
          </p:cNvPr>
          <p:cNvSpPr>
            <a:spLocks noGrp="1"/>
          </p:cNvSpPr>
          <p:nvPr>
            <p:ph sz="quarter" idx="12" hasCustomPrompt="1"/>
          </p:nvPr>
        </p:nvSpPr>
        <p:spPr>
          <a:xfrm>
            <a:off x="1448593" y="2318321"/>
            <a:ext cx="9290050" cy="2216150"/>
          </a:xfrm>
        </p:spPr>
        <p:txBody>
          <a:bodyPr anchor="ctr"/>
          <a:lstStyle>
            <a:lvl1pPr algn="ctr">
              <a:defRPr sz="2400"/>
            </a:lvl1pPr>
            <a:lvl2pPr algn="ctr">
              <a:defRPr/>
            </a:lvl2pPr>
            <a:lvl3pPr algn="ctr">
              <a:defRPr/>
            </a:lvl3pPr>
            <a:lvl4pPr algn="ctr">
              <a:defRPr/>
            </a:lvl4pPr>
            <a:lvl5pPr algn="ctr">
              <a:defRPr/>
            </a:lvl5pPr>
          </a:lstStyle>
          <a:p>
            <a:pPr algn="ctr">
              <a:spcAft>
                <a:spcPts val="600"/>
              </a:spcAft>
            </a:pPr>
            <a:r>
              <a:rPr lang="en-US" sz="2000" dirty="0"/>
              <a:t>Text here</a:t>
            </a:r>
          </a:p>
        </p:txBody>
      </p:sp>
      <p:sp>
        <p:nvSpPr>
          <p:cNvPr id="7" name="TextBox 6">
            <a:extLst>
              <a:ext uri="{FF2B5EF4-FFF2-40B4-BE49-F238E27FC236}">
                <a16:creationId xmlns:a16="http://schemas.microsoft.com/office/drawing/2014/main" id="{E0505437-E970-4DD3-DB73-BC8CB0E09583}"/>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9" name="Graphic 8">
            <a:extLst>
              <a:ext uri="{FF2B5EF4-FFF2-40B4-BE49-F238E27FC236}">
                <a16:creationId xmlns:a16="http://schemas.microsoft.com/office/drawing/2014/main" id="{64FCAA97-8FE4-50A0-7C79-556E1A1634BA}"/>
              </a:ext>
            </a:extLst>
          </p:cNvPr>
          <p:cNvGrpSpPr/>
          <p:nvPr userDrawn="1"/>
        </p:nvGrpSpPr>
        <p:grpSpPr>
          <a:xfrm>
            <a:off x="265625" y="6323271"/>
            <a:ext cx="1249223" cy="369648"/>
            <a:chOff x="265625" y="6323271"/>
            <a:chExt cx="1249223" cy="369648"/>
          </a:xfrm>
          <a:solidFill>
            <a:srgbClr val="000000"/>
          </a:solidFill>
        </p:grpSpPr>
        <p:grpSp>
          <p:nvGrpSpPr>
            <p:cNvPr id="10" name="Graphic 8">
              <a:extLst>
                <a:ext uri="{FF2B5EF4-FFF2-40B4-BE49-F238E27FC236}">
                  <a16:creationId xmlns:a16="http://schemas.microsoft.com/office/drawing/2014/main" id="{9A301478-2AE1-1FA6-9236-114A92D296E5}"/>
                </a:ext>
              </a:extLst>
            </p:cNvPr>
            <p:cNvGrpSpPr/>
            <p:nvPr/>
          </p:nvGrpSpPr>
          <p:grpSpPr>
            <a:xfrm>
              <a:off x="745455" y="6594444"/>
              <a:ext cx="722662" cy="98475"/>
              <a:chOff x="745455" y="6594444"/>
              <a:chExt cx="722662" cy="98475"/>
            </a:xfrm>
            <a:solidFill>
              <a:srgbClr val="000000"/>
            </a:solidFill>
          </p:grpSpPr>
          <p:sp>
            <p:nvSpPr>
              <p:cNvPr id="19" name="Freeform 49">
                <a:extLst>
                  <a:ext uri="{FF2B5EF4-FFF2-40B4-BE49-F238E27FC236}">
                    <a16:creationId xmlns:a16="http://schemas.microsoft.com/office/drawing/2014/main" id="{77B6408B-513E-793C-AA93-85ADC4E9AA57}"/>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20" name="Freeform 50">
                <a:extLst>
                  <a:ext uri="{FF2B5EF4-FFF2-40B4-BE49-F238E27FC236}">
                    <a16:creationId xmlns:a16="http://schemas.microsoft.com/office/drawing/2014/main" id="{FF01FD05-44B4-7183-40EE-BC72FC590546}"/>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21" name="Freeform 51">
                <a:extLst>
                  <a:ext uri="{FF2B5EF4-FFF2-40B4-BE49-F238E27FC236}">
                    <a16:creationId xmlns:a16="http://schemas.microsoft.com/office/drawing/2014/main" id="{EB5DC93C-6E1F-FE04-362F-1D25A5A988C5}"/>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2" name="Freeform 52">
                <a:extLst>
                  <a:ext uri="{FF2B5EF4-FFF2-40B4-BE49-F238E27FC236}">
                    <a16:creationId xmlns:a16="http://schemas.microsoft.com/office/drawing/2014/main" id="{5039CFF3-425C-2523-E5FC-8AEA61B63CE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3" name="Freeform 53">
                <a:extLst>
                  <a:ext uri="{FF2B5EF4-FFF2-40B4-BE49-F238E27FC236}">
                    <a16:creationId xmlns:a16="http://schemas.microsoft.com/office/drawing/2014/main" id="{7D8FA307-33A9-5D04-1017-51AB846357E7}"/>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44" name="Freeform 54">
                <a:extLst>
                  <a:ext uri="{FF2B5EF4-FFF2-40B4-BE49-F238E27FC236}">
                    <a16:creationId xmlns:a16="http://schemas.microsoft.com/office/drawing/2014/main" id="{75AB330D-0B06-9D30-7D05-27FB950067FF}"/>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45" name="Freeform 55">
                <a:extLst>
                  <a:ext uri="{FF2B5EF4-FFF2-40B4-BE49-F238E27FC236}">
                    <a16:creationId xmlns:a16="http://schemas.microsoft.com/office/drawing/2014/main" id="{7C0134AF-3945-8FE4-327B-8B7A10AE6CE8}"/>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46" name="Freeform 56">
                <a:extLst>
                  <a:ext uri="{FF2B5EF4-FFF2-40B4-BE49-F238E27FC236}">
                    <a16:creationId xmlns:a16="http://schemas.microsoft.com/office/drawing/2014/main" id="{B3CEFE01-F4E8-9E1B-9DFA-D8BC8DCCD4C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47" name="Freeform 57">
                <a:extLst>
                  <a:ext uri="{FF2B5EF4-FFF2-40B4-BE49-F238E27FC236}">
                    <a16:creationId xmlns:a16="http://schemas.microsoft.com/office/drawing/2014/main" id="{33412458-8168-B9DF-4184-D56E7AD7479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48" name="Freeform 58">
                <a:extLst>
                  <a:ext uri="{FF2B5EF4-FFF2-40B4-BE49-F238E27FC236}">
                    <a16:creationId xmlns:a16="http://schemas.microsoft.com/office/drawing/2014/main" id="{B8B93CD1-9088-20B2-9AD2-0F790B4662AA}"/>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11" name="Graphic 8">
              <a:extLst>
                <a:ext uri="{FF2B5EF4-FFF2-40B4-BE49-F238E27FC236}">
                  <a16:creationId xmlns:a16="http://schemas.microsoft.com/office/drawing/2014/main" id="{18F3F16B-B1BA-C92A-BBA1-2D5F48914371}"/>
                </a:ext>
              </a:extLst>
            </p:cNvPr>
            <p:cNvGrpSpPr/>
            <p:nvPr/>
          </p:nvGrpSpPr>
          <p:grpSpPr>
            <a:xfrm>
              <a:off x="265625" y="6323271"/>
              <a:ext cx="1249223" cy="190348"/>
              <a:chOff x="265625" y="6323271"/>
              <a:chExt cx="1249223" cy="190348"/>
            </a:xfrm>
            <a:solidFill>
              <a:srgbClr val="000000"/>
            </a:solidFill>
          </p:grpSpPr>
          <p:sp>
            <p:nvSpPr>
              <p:cNvPr id="12" name="Freeform 60">
                <a:extLst>
                  <a:ext uri="{FF2B5EF4-FFF2-40B4-BE49-F238E27FC236}">
                    <a16:creationId xmlns:a16="http://schemas.microsoft.com/office/drawing/2014/main" id="{BF6642DE-A776-A868-6859-4952EFA5AD9A}"/>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3" name="Freeform 61">
                <a:extLst>
                  <a:ext uri="{FF2B5EF4-FFF2-40B4-BE49-F238E27FC236}">
                    <a16:creationId xmlns:a16="http://schemas.microsoft.com/office/drawing/2014/main" id="{28D2AC94-FFD0-59D4-1FD3-A17D5C7B606C}"/>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4" name="Freeform 62">
                <a:extLst>
                  <a:ext uri="{FF2B5EF4-FFF2-40B4-BE49-F238E27FC236}">
                    <a16:creationId xmlns:a16="http://schemas.microsoft.com/office/drawing/2014/main" id="{590E310A-0AE4-3A1A-0CC5-4E74D5B0305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5" name="Freeform 63">
                <a:extLst>
                  <a:ext uri="{FF2B5EF4-FFF2-40B4-BE49-F238E27FC236}">
                    <a16:creationId xmlns:a16="http://schemas.microsoft.com/office/drawing/2014/main" id="{C5C5E023-9533-ADB2-2A95-42803D624C6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6" name="Freeform 64">
                <a:extLst>
                  <a:ext uri="{FF2B5EF4-FFF2-40B4-BE49-F238E27FC236}">
                    <a16:creationId xmlns:a16="http://schemas.microsoft.com/office/drawing/2014/main" id="{F12D8013-416F-8468-1334-31DEEE3EFC6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7" name="Freeform 65">
                <a:extLst>
                  <a:ext uri="{FF2B5EF4-FFF2-40B4-BE49-F238E27FC236}">
                    <a16:creationId xmlns:a16="http://schemas.microsoft.com/office/drawing/2014/main" id="{97A1E3A4-FFE5-8115-6381-659B1ACD9C51}"/>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8" name="Freeform 66">
                <a:extLst>
                  <a:ext uri="{FF2B5EF4-FFF2-40B4-BE49-F238E27FC236}">
                    <a16:creationId xmlns:a16="http://schemas.microsoft.com/office/drawing/2014/main" id="{A538E1FA-7AA2-D4C6-D933-FD2310DB60DB}"/>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2" name="TextBox 1">
            <a:extLst>
              <a:ext uri="{FF2B5EF4-FFF2-40B4-BE49-F238E27FC236}">
                <a16:creationId xmlns:a16="http://schemas.microsoft.com/office/drawing/2014/main" id="{08093AD6-9D4C-C1C3-B819-ED557A62CD60}"/>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2895929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preserve="1" userDrawn="1">
  <p:cSld name="Full Red">
    <p:bg>
      <p:bgPr>
        <a:solidFill>
          <a:schemeClr val="bg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8FBFBEC1-F8B5-56BE-32B8-5D2EB66D2601}"/>
              </a:ext>
            </a:extLst>
          </p:cNvPr>
          <p:cNvSpPr/>
          <p:nvPr userDrawn="1"/>
        </p:nvSpPr>
        <p:spPr>
          <a:xfrm>
            <a:off x="0" y="0"/>
            <a:ext cx="12188825" cy="6858000"/>
          </a:xfrm>
          <a:prstGeom prst="rect">
            <a:avLst/>
          </a:prstGeom>
          <a:gradFill flip="none" rotWithShape="1">
            <a:gsLst>
              <a:gs pos="0">
                <a:srgbClr val="A6192E"/>
              </a:gs>
              <a:gs pos="100000">
                <a:srgbClr val="79051B"/>
              </a:gs>
            </a:gsLst>
            <a:lin ang="54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6">
            <a:extLst>
              <a:ext uri="{FF2B5EF4-FFF2-40B4-BE49-F238E27FC236}">
                <a16:creationId xmlns:a16="http://schemas.microsoft.com/office/drawing/2014/main" id="{E0505437-E970-4DD3-DB73-BC8CB0E09583}"/>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9" name="Graphic 8">
            <a:extLst>
              <a:ext uri="{FF2B5EF4-FFF2-40B4-BE49-F238E27FC236}">
                <a16:creationId xmlns:a16="http://schemas.microsoft.com/office/drawing/2014/main" id="{64FCAA97-8FE4-50A0-7C79-556E1A1634BA}"/>
              </a:ext>
            </a:extLst>
          </p:cNvPr>
          <p:cNvGrpSpPr/>
          <p:nvPr userDrawn="1"/>
        </p:nvGrpSpPr>
        <p:grpSpPr>
          <a:xfrm>
            <a:off x="265625" y="6323271"/>
            <a:ext cx="1249223" cy="369648"/>
            <a:chOff x="265625" y="6323271"/>
            <a:chExt cx="1249223" cy="369648"/>
          </a:xfrm>
          <a:solidFill>
            <a:schemeClr val="bg1"/>
          </a:solidFill>
        </p:grpSpPr>
        <p:grpSp>
          <p:nvGrpSpPr>
            <p:cNvPr id="10" name="Graphic 8">
              <a:extLst>
                <a:ext uri="{FF2B5EF4-FFF2-40B4-BE49-F238E27FC236}">
                  <a16:creationId xmlns:a16="http://schemas.microsoft.com/office/drawing/2014/main" id="{9A301478-2AE1-1FA6-9236-114A92D296E5}"/>
                </a:ext>
              </a:extLst>
            </p:cNvPr>
            <p:cNvGrpSpPr/>
            <p:nvPr/>
          </p:nvGrpSpPr>
          <p:grpSpPr>
            <a:xfrm>
              <a:off x="745455" y="6594444"/>
              <a:ext cx="722662" cy="98475"/>
              <a:chOff x="745455" y="6594444"/>
              <a:chExt cx="722662" cy="98475"/>
            </a:xfrm>
            <a:grpFill/>
          </p:grpSpPr>
          <p:sp>
            <p:nvSpPr>
              <p:cNvPr id="19" name="Freeform 49">
                <a:extLst>
                  <a:ext uri="{FF2B5EF4-FFF2-40B4-BE49-F238E27FC236}">
                    <a16:creationId xmlns:a16="http://schemas.microsoft.com/office/drawing/2014/main" id="{77B6408B-513E-793C-AA93-85ADC4E9AA57}"/>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p>
            </p:txBody>
          </p:sp>
          <p:sp>
            <p:nvSpPr>
              <p:cNvPr id="20" name="Freeform 50">
                <a:extLst>
                  <a:ext uri="{FF2B5EF4-FFF2-40B4-BE49-F238E27FC236}">
                    <a16:creationId xmlns:a16="http://schemas.microsoft.com/office/drawing/2014/main" id="{FF01FD05-44B4-7183-40EE-BC72FC590546}"/>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p>
            </p:txBody>
          </p:sp>
          <p:sp>
            <p:nvSpPr>
              <p:cNvPr id="21" name="Freeform 51">
                <a:extLst>
                  <a:ext uri="{FF2B5EF4-FFF2-40B4-BE49-F238E27FC236}">
                    <a16:creationId xmlns:a16="http://schemas.microsoft.com/office/drawing/2014/main" id="{EB5DC93C-6E1F-FE04-362F-1D25A5A988C5}"/>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p>
            </p:txBody>
          </p:sp>
          <p:sp>
            <p:nvSpPr>
              <p:cNvPr id="22" name="Freeform 52">
                <a:extLst>
                  <a:ext uri="{FF2B5EF4-FFF2-40B4-BE49-F238E27FC236}">
                    <a16:creationId xmlns:a16="http://schemas.microsoft.com/office/drawing/2014/main" id="{5039CFF3-425C-2523-E5FC-8AEA61B63CE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p>
            </p:txBody>
          </p:sp>
          <p:sp>
            <p:nvSpPr>
              <p:cNvPr id="23" name="Freeform 53">
                <a:extLst>
                  <a:ext uri="{FF2B5EF4-FFF2-40B4-BE49-F238E27FC236}">
                    <a16:creationId xmlns:a16="http://schemas.microsoft.com/office/drawing/2014/main" id="{7D8FA307-33A9-5D04-1017-51AB846357E7}"/>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p>
            </p:txBody>
          </p:sp>
          <p:sp>
            <p:nvSpPr>
              <p:cNvPr id="44" name="Freeform 54">
                <a:extLst>
                  <a:ext uri="{FF2B5EF4-FFF2-40B4-BE49-F238E27FC236}">
                    <a16:creationId xmlns:a16="http://schemas.microsoft.com/office/drawing/2014/main" id="{75AB330D-0B06-9D30-7D05-27FB950067FF}"/>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p>
            </p:txBody>
          </p:sp>
          <p:sp>
            <p:nvSpPr>
              <p:cNvPr id="45" name="Freeform 55">
                <a:extLst>
                  <a:ext uri="{FF2B5EF4-FFF2-40B4-BE49-F238E27FC236}">
                    <a16:creationId xmlns:a16="http://schemas.microsoft.com/office/drawing/2014/main" id="{7C0134AF-3945-8FE4-327B-8B7A10AE6CE8}"/>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p>
            </p:txBody>
          </p:sp>
          <p:sp>
            <p:nvSpPr>
              <p:cNvPr id="46" name="Freeform 56">
                <a:extLst>
                  <a:ext uri="{FF2B5EF4-FFF2-40B4-BE49-F238E27FC236}">
                    <a16:creationId xmlns:a16="http://schemas.microsoft.com/office/drawing/2014/main" id="{B3CEFE01-F4E8-9E1B-9DFA-D8BC8DCCD4C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p>
            </p:txBody>
          </p:sp>
          <p:sp>
            <p:nvSpPr>
              <p:cNvPr id="47" name="Freeform 57">
                <a:extLst>
                  <a:ext uri="{FF2B5EF4-FFF2-40B4-BE49-F238E27FC236}">
                    <a16:creationId xmlns:a16="http://schemas.microsoft.com/office/drawing/2014/main" id="{33412458-8168-B9DF-4184-D56E7AD7479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p>
            </p:txBody>
          </p:sp>
          <p:sp>
            <p:nvSpPr>
              <p:cNvPr id="48" name="Freeform 58">
                <a:extLst>
                  <a:ext uri="{FF2B5EF4-FFF2-40B4-BE49-F238E27FC236}">
                    <a16:creationId xmlns:a16="http://schemas.microsoft.com/office/drawing/2014/main" id="{B8B93CD1-9088-20B2-9AD2-0F790B4662AA}"/>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p>
            </p:txBody>
          </p:sp>
        </p:grpSp>
        <p:grpSp>
          <p:nvGrpSpPr>
            <p:cNvPr id="11" name="Graphic 8">
              <a:extLst>
                <a:ext uri="{FF2B5EF4-FFF2-40B4-BE49-F238E27FC236}">
                  <a16:creationId xmlns:a16="http://schemas.microsoft.com/office/drawing/2014/main" id="{18F3F16B-B1BA-C92A-BBA1-2D5F48914371}"/>
                </a:ext>
              </a:extLst>
            </p:cNvPr>
            <p:cNvGrpSpPr/>
            <p:nvPr/>
          </p:nvGrpSpPr>
          <p:grpSpPr>
            <a:xfrm>
              <a:off x="265625" y="6323271"/>
              <a:ext cx="1249223" cy="190348"/>
              <a:chOff x="265625" y="6323271"/>
              <a:chExt cx="1249223" cy="190348"/>
            </a:xfrm>
            <a:grpFill/>
          </p:grpSpPr>
          <p:sp>
            <p:nvSpPr>
              <p:cNvPr id="12" name="Freeform 60">
                <a:extLst>
                  <a:ext uri="{FF2B5EF4-FFF2-40B4-BE49-F238E27FC236}">
                    <a16:creationId xmlns:a16="http://schemas.microsoft.com/office/drawing/2014/main" id="{BF6642DE-A776-A868-6859-4952EFA5AD9A}"/>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p>
            </p:txBody>
          </p:sp>
          <p:sp>
            <p:nvSpPr>
              <p:cNvPr id="13" name="Freeform 61">
                <a:extLst>
                  <a:ext uri="{FF2B5EF4-FFF2-40B4-BE49-F238E27FC236}">
                    <a16:creationId xmlns:a16="http://schemas.microsoft.com/office/drawing/2014/main" id="{28D2AC94-FFD0-59D4-1FD3-A17D5C7B606C}"/>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p>
            </p:txBody>
          </p:sp>
          <p:sp>
            <p:nvSpPr>
              <p:cNvPr id="14" name="Freeform 62">
                <a:extLst>
                  <a:ext uri="{FF2B5EF4-FFF2-40B4-BE49-F238E27FC236}">
                    <a16:creationId xmlns:a16="http://schemas.microsoft.com/office/drawing/2014/main" id="{590E310A-0AE4-3A1A-0CC5-4E74D5B0305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p>
            </p:txBody>
          </p:sp>
          <p:sp>
            <p:nvSpPr>
              <p:cNvPr id="15" name="Freeform 63">
                <a:extLst>
                  <a:ext uri="{FF2B5EF4-FFF2-40B4-BE49-F238E27FC236}">
                    <a16:creationId xmlns:a16="http://schemas.microsoft.com/office/drawing/2014/main" id="{C5C5E023-9533-ADB2-2A95-42803D624C6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p>
            </p:txBody>
          </p:sp>
          <p:sp>
            <p:nvSpPr>
              <p:cNvPr id="16" name="Freeform 64">
                <a:extLst>
                  <a:ext uri="{FF2B5EF4-FFF2-40B4-BE49-F238E27FC236}">
                    <a16:creationId xmlns:a16="http://schemas.microsoft.com/office/drawing/2014/main" id="{F12D8013-416F-8468-1334-31DEEE3EFC6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p>
            </p:txBody>
          </p:sp>
          <p:sp>
            <p:nvSpPr>
              <p:cNvPr id="17" name="Freeform 65">
                <a:extLst>
                  <a:ext uri="{FF2B5EF4-FFF2-40B4-BE49-F238E27FC236}">
                    <a16:creationId xmlns:a16="http://schemas.microsoft.com/office/drawing/2014/main" id="{97A1E3A4-FFE5-8115-6381-659B1ACD9C51}"/>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p>
            </p:txBody>
          </p:sp>
          <p:sp>
            <p:nvSpPr>
              <p:cNvPr id="18" name="Freeform 66">
                <a:extLst>
                  <a:ext uri="{FF2B5EF4-FFF2-40B4-BE49-F238E27FC236}">
                    <a16:creationId xmlns:a16="http://schemas.microsoft.com/office/drawing/2014/main" id="{A538E1FA-7AA2-D4C6-D933-FD2310DB60DB}"/>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p>
            </p:txBody>
          </p:sp>
        </p:grpSp>
      </p:grpSp>
      <p:sp>
        <p:nvSpPr>
          <p:cNvPr id="2" name="TextBox 1">
            <a:extLst>
              <a:ext uri="{FF2B5EF4-FFF2-40B4-BE49-F238E27FC236}">
                <a16:creationId xmlns:a16="http://schemas.microsoft.com/office/drawing/2014/main" id="{08093AD6-9D4C-C1C3-B819-ED557A62CD60}"/>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
        <p:nvSpPr>
          <p:cNvPr id="4" name="Content Placeholder 27">
            <a:extLst>
              <a:ext uri="{FF2B5EF4-FFF2-40B4-BE49-F238E27FC236}">
                <a16:creationId xmlns:a16="http://schemas.microsoft.com/office/drawing/2014/main" id="{350DA416-A0D4-40D1-BA66-993124D5FC92}"/>
              </a:ext>
            </a:extLst>
          </p:cNvPr>
          <p:cNvSpPr>
            <a:spLocks noGrp="1"/>
          </p:cNvSpPr>
          <p:nvPr>
            <p:ph sz="quarter" idx="12" hasCustomPrompt="1"/>
          </p:nvPr>
        </p:nvSpPr>
        <p:spPr>
          <a:xfrm>
            <a:off x="1" y="0"/>
            <a:ext cx="12188824" cy="6858000"/>
          </a:xfrm>
        </p:spPr>
        <p:txBody>
          <a:bodyPr anchor="ctr"/>
          <a:lstStyle>
            <a:lvl1pPr algn="ctr">
              <a:defRPr sz="3200">
                <a:solidFill>
                  <a:schemeClr val="bg1"/>
                </a:solidFill>
              </a:defRPr>
            </a:lvl1pPr>
            <a:lvl2pPr algn="ctr">
              <a:defRPr/>
            </a:lvl2pPr>
            <a:lvl3pPr algn="ctr">
              <a:defRPr/>
            </a:lvl3pPr>
            <a:lvl4pPr algn="ctr">
              <a:defRPr/>
            </a:lvl4pPr>
            <a:lvl5pPr algn="ctr">
              <a:defRPr/>
            </a:lvl5pPr>
          </a:lstStyle>
          <a:p>
            <a:pPr algn="ctr">
              <a:spcAft>
                <a:spcPts val="600"/>
              </a:spcAft>
            </a:pPr>
            <a:r>
              <a:rPr lang="en-US" sz="2000" dirty="0"/>
              <a:t>Text here</a:t>
            </a:r>
          </a:p>
        </p:txBody>
      </p:sp>
    </p:spTree>
    <p:extLst>
      <p:ext uri="{BB962C8B-B14F-4D97-AF65-F5344CB8AC3E}">
        <p14:creationId xmlns:p14="http://schemas.microsoft.com/office/powerpoint/2010/main" val="35336606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userDrawn="1">
  <p:cSld name="Screenshot">
    <p:spTree>
      <p:nvGrpSpPr>
        <p:cNvPr id="1" name=""/>
        <p:cNvGrpSpPr/>
        <p:nvPr/>
      </p:nvGrpSpPr>
      <p:grpSpPr>
        <a:xfrm>
          <a:off x="0" y="0"/>
          <a:ext cx="0" cy="0"/>
          <a:chOff x="0" y="0"/>
          <a:chExt cx="0" cy="0"/>
        </a:xfrm>
      </p:grpSpPr>
      <p:sp>
        <p:nvSpPr>
          <p:cNvPr id="9" name="Graphic 183">
            <a:extLst>
              <a:ext uri="{FF2B5EF4-FFF2-40B4-BE49-F238E27FC236}">
                <a16:creationId xmlns:a16="http://schemas.microsoft.com/office/drawing/2014/main" id="{CC0EE858-5B6C-D50F-5D2F-30F1D7D74C44}"/>
              </a:ext>
            </a:extLst>
          </p:cNvPr>
          <p:cNvSpPr/>
          <p:nvPr userDrawn="1"/>
        </p:nvSpPr>
        <p:spPr>
          <a:xfrm>
            <a:off x="320695" y="0"/>
            <a:ext cx="11547435" cy="5932641"/>
          </a:xfrm>
          <a:custGeom>
            <a:avLst/>
            <a:gdLst>
              <a:gd name="connsiteX0" fmla="*/ 10156413 w 10156412"/>
              <a:gd name="connsiteY0" fmla="*/ 0 h 5217985"/>
              <a:gd name="connsiteX1" fmla="*/ 4938427 w 10156412"/>
              <a:gd name="connsiteY1" fmla="*/ 5217986 h 5217985"/>
              <a:gd name="connsiteX2" fmla="*/ 0 w 10156412"/>
              <a:gd name="connsiteY2" fmla="*/ 5217986 h 5217985"/>
              <a:gd name="connsiteX3" fmla="*/ 5210842 w 10156412"/>
              <a:gd name="connsiteY3" fmla="*/ 7144 h 5217985"/>
              <a:gd name="connsiteX4" fmla="*/ 10156413 w 10156412"/>
              <a:gd name="connsiteY4" fmla="*/ 0 h 5217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6412" h="5217985">
                <a:moveTo>
                  <a:pt x="10156413" y="0"/>
                </a:moveTo>
                <a:lnTo>
                  <a:pt x="4938427" y="5217986"/>
                </a:lnTo>
                <a:lnTo>
                  <a:pt x="0" y="5217986"/>
                </a:lnTo>
                <a:lnTo>
                  <a:pt x="5210842" y="7144"/>
                </a:lnTo>
                <a:lnTo>
                  <a:pt x="10156413" y="0"/>
                </a:lnTo>
                <a:close/>
              </a:path>
            </a:pathLst>
          </a:custGeom>
          <a:gradFill>
            <a:gsLst>
              <a:gs pos="0">
                <a:schemeClr val="accent3">
                  <a:lumMod val="20000"/>
                  <a:lumOff val="80000"/>
                </a:schemeClr>
              </a:gs>
              <a:gs pos="97000">
                <a:schemeClr val="accent3">
                  <a:alpha val="56000"/>
                </a:schemeClr>
              </a:gs>
              <a:gs pos="51000">
                <a:schemeClr val="accent1">
                  <a:lumMod val="20000"/>
                  <a:lumOff val="80000"/>
                </a:schemeClr>
              </a:gs>
            </a:gsLst>
            <a:lin ang="5400000" scaled="1"/>
          </a:gradFill>
          <a:ln w="0" cap="flat">
            <a:noFill/>
            <a:prstDash val="solid"/>
            <a:miter/>
          </a:ln>
        </p:spPr>
        <p:txBody>
          <a:bodyPr rtlCol="0" anchor="ctr"/>
          <a:lstStyle/>
          <a:p>
            <a:endParaRPr lang="en-US"/>
          </a:p>
        </p:txBody>
      </p:sp>
      <p:sp>
        <p:nvSpPr>
          <p:cNvPr id="11" name="page number">
            <a:extLst>
              <a:ext uri="{FF2B5EF4-FFF2-40B4-BE49-F238E27FC236}">
                <a16:creationId xmlns:a16="http://schemas.microsoft.com/office/drawing/2014/main" id="{DD6ED7B7-A0CA-F5BD-3911-D9D78882D78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pic>
        <p:nvPicPr>
          <p:cNvPr id="12" name="Picture 11" descr="A screen shot of a computer&#10;&#10;Description automatically generated">
            <a:extLst>
              <a:ext uri="{FF2B5EF4-FFF2-40B4-BE49-F238E27FC236}">
                <a16:creationId xmlns:a16="http://schemas.microsoft.com/office/drawing/2014/main" id="{CAA26AE1-6CFF-CFC9-CF76-0A49C1E19A5E}"/>
              </a:ext>
            </a:extLst>
          </p:cNvPr>
          <p:cNvPicPr>
            <a:picLocks noChangeAspect="1"/>
          </p:cNvPicPr>
          <p:nvPr userDrawn="1"/>
        </p:nvPicPr>
        <p:blipFill>
          <a:blip r:embed="rId2"/>
          <a:stretch>
            <a:fillRect/>
          </a:stretch>
        </p:blipFill>
        <p:spPr>
          <a:xfrm>
            <a:off x="1381355" y="365760"/>
            <a:ext cx="9426115" cy="5651190"/>
          </a:xfrm>
          <a:prstGeom prst="rect">
            <a:avLst/>
          </a:prstGeom>
        </p:spPr>
      </p:pic>
      <p:sp>
        <p:nvSpPr>
          <p:cNvPr id="2" name="TextBox 1">
            <a:extLst>
              <a:ext uri="{FF2B5EF4-FFF2-40B4-BE49-F238E27FC236}">
                <a16:creationId xmlns:a16="http://schemas.microsoft.com/office/drawing/2014/main" id="{75AE6DA2-52D3-1C38-B760-3B84307F4BBF}"/>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6" name="Graphic 8">
            <a:extLst>
              <a:ext uri="{FF2B5EF4-FFF2-40B4-BE49-F238E27FC236}">
                <a16:creationId xmlns:a16="http://schemas.microsoft.com/office/drawing/2014/main" id="{87EFBD84-344D-95EF-DE3F-F6160168A24E}"/>
              </a:ext>
            </a:extLst>
          </p:cNvPr>
          <p:cNvGrpSpPr/>
          <p:nvPr userDrawn="1"/>
        </p:nvGrpSpPr>
        <p:grpSpPr>
          <a:xfrm>
            <a:off x="265625" y="6323271"/>
            <a:ext cx="1249223" cy="369648"/>
            <a:chOff x="265625" y="6323271"/>
            <a:chExt cx="1249223" cy="369648"/>
          </a:xfrm>
          <a:solidFill>
            <a:srgbClr val="000000"/>
          </a:solidFill>
        </p:grpSpPr>
        <p:grpSp>
          <p:nvGrpSpPr>
            <p:cNvPr id="7" name="Graphic 8">
              <a:extLst>
                <a:ext uri="{FF2B5EF4-FFF2-40B4-BE49-F238E27FC236}">
                  <a16:creationId xmlns:a16="http://schemas.microsoft.com/office/drawing/2014/main" id="{D9656C95-543D-8B11-107E-E47CCC79603F}"/>
                </a:ext>
              </a:extLst>
            </p:cNvPr>
            <p:cNvGrpSpPr/>
            <p:nvPr/>
          </p:nvGrpSpPr>
          <p:grpSpPr>
            <a:xfrm>
              <a:off x="745455" y="6594444"/>
              <a:ext cx="722662" cy="98475"/>
              <a:chOff x="745455" y="6594444"/>
              <a:chExt cx="722662" cy="98475"/>
            </a:xfrm>
            <a:solidFill>
              <a:srgbClr val="000000"/>
            </a:solidFill>
          </p:grpSpPr>
          <p:sp>
            <p:nvSpPr>
              <p:cNvPr id="19" name="Freeform 49">
                <a:extLst>
                  <a:ext uri="{FF2B5EF4-FFF2-40B4-BE49-F238E27FC236}">
                    <a16:creationId xmlns:a16="http://schemas.microsoft.com/office/drawing/2014/main" id="{A7B82701-0FDD-9029-8E99-1E22C10A5C6D}"/>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20" name="Freeform 50">
                <a:extLst>
                  <a:ext uri="{FF2B5EF4-FFF2-40B4-BE49-F238E27FC236}">
                    <a16:creationId xmlns:a16="http://schemas.microsoft.com/office/drawing/2014/main" id="{E1A3DB7F-29F4-4BEA-E671-1D68F6B58536}"/>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21" name="Freeform 51">
                <a:extLst>
                  <a:ext uri="{FF2B5EF4-FFF2-40B4-BE49-F238E27FC236}">
                    <a16:creationId xmlns:a16="http://schemas.microsoft.com/office/drawing/2014/main" id="{A22E09E8-6DE3-AA3F-3F5D-36ABE11E037E}"/>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22" name="Freeform 52">
                <a:extLst>
                  <a:ext uri="{FF2B5EF4-FFF2-40B4-BE49-F238E27FC236}">
                    <a16:creationId xmlns:a16="http://schemas.microsoft.com/office/drawing/2014/main" id="{7A24911E-70C9-F02C-1964-9DFF5315CD9B}"/>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23" name="Freeform 53">
                <a:extLst>
                  <a:ext uri="{FF2B5EF4-FFF2-40B4-BE49-F238E27FC236}">
                    <a16:creationId xmlns:a16="http://schemas.microsoft.com/office/drawing/2014/main" id="{37BF3D16-6ACD-DA44-363A-8AC823B477F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24" name="Freeform 54">
                <a:extLst>
                  <a:ext uri="{FF2B5EF4-FFF2-40B4-BE49-F238E27FC236}">
                    <a16:creationId xmlns:a16="http://schemas.microsoft.com/office/drawing/2014/main" id="{BE6417C8-BBF4-81F7-A0DD-24EB7EFBFE39}"/>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25" name="Freeform 55">
                <a:extLst>
                  <a:ext uri="{FF2B5EF4-FFF2-40B4-BE49-F238E27FC236}">
                    <a16:creationId xmlns:a16="http://schemas.microsoft.com/office/drawing/2014/main" id="{B4A4279D-68E4-8B6F-E581-236E464E40FE}"/>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26" name="Freeform 56">
                <a:extLst>
                  <a:ext uri="{FF2B5EF4-FFF2-40B4-BE49-F238E27FC236}">
                    <a16:creationId xmlns:a16="http://schemas.microsoft.com/office/drawing/2014/main" id="{F697AECC-1861-AE33-EE4E-BCE1A815D26F}"/>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27" name="Freeform 57">
                <a:extLst>
                  <a:ext uri="{FF2B5EF4-FFF2-40B4-BE49-F238E27FC236}">
                    <a16:creationId xmlns:a16="http://schemas.microsoft.com/office/drawing/2014/main" id="{C0525938-7872-C849-6A48-7C9C0C25C1EC}"/>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28" name="Freeform 58">
                <a:extLst>
                  <a:ext uri="{FF2B5EF4-FFF2-40B4-BE49-F238E27FC236}">
                    <a16:creationId xmlns:a16="http://schemas.microsoft.com/office/drawing/2014/main" id="{FA5A3834-0DE7-CB60-35E5-22D79CB88609}"/>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8" name="Graphic 8">
              <a:extLst>
                <a:ext uri="{FF2B5EF4-FFF2-40B4-BE49-F238E27FC236}">
                  <a16:creationId xmlns:a16="http://schemas.microsoft.com/office/drawing/2014/main" id="{BA3AC9DE-BCBF-E496-55E8-B706E2AFEA9B}"/>
                </a:ext>
              </a:extLst>
            </p:cNvPr>
            <p:cNvGrpSpPr/>
            <p:nvPr/>
          </p:nvGrpSpPr>
          <p:grpSpPr>
            <a:xfrm>
              <a:off x="265625" y="6323271"/>
              <a:ext cx="1249223" cy="190348"/>
              <a:chOff x="265625" y="6323271"/>
              <a:chExt cx="1249223" cy="190348"/>
            </a:xfrm>
            <a:solidFill>
              <a:srgbClr val="000000"/>
            </a:solidFill>
          </p:grpSpPr>
          <p:sp>
            <p:nvSpPr>
              <p:cNvPr id="10" name="Freeform 60">
                <a:extLst>
                  <a:ext uri="{FF2B5EF4-FFF2-40B4-BE49-F238E27FC236}">
                    <a16:creationId xmlns:a16="http://schemas.microsoft.com/office/drawing/2014/main" id="{3B9321B5-FF9F-F279-FAB5-2A3C476536A9}"/>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3" name="Freeform 61">
                <a:extLst>
                  <a:ext uri="{FF2B5EF4-FFF2-40B4-BE49-F238E27FC236}">
                    <a16:creationId xmlns:a16="http://schemas.microsoft.com/office/drawing/2014/main" id="{67AC7DF2-D051-44A4-8593-C53748DBA882}"/>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4" name="Freeform 62">
                <a:extLst>
                  <a:ext uri="{FF2B5EF4-FFF2-40B4-BE49-F238E27FC236}">
                    <a16:creationId xmlns:a16="http://schemas.microsoft.com/office/drawing/2014/main" id="{C7EF40A0-69C9-4C10-1242-C502242CD4E3}"/>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5" name="Freeform 63">
                <a:extLst>
                  <a:ext uri="{FF2B5EF4-FFF2-40B4-BE49-F238E27FC236}">
                    <a16:creationId xmlns:a16="http://schemas.microsoft.com/office/drawing/2014/main" id="{6F20B51A-FCBD-2B3E-53A3-9ACB9196A268}"/>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6" name="Freeform 64">
                <a:extLst>
                  <a:ext uri="{FF2B5EF4-FFF2-40B4-BE49-F238E27FC236}">
                    <a16:creationId xmlns:a16="http://schemas.microsoft.com/office/drawing/2014/main" id="{DBDA56D6-EEA4-C40A-3200-D843DFA23D2C}"/>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7" name="Freeform 65">
                <a:extLst>
                  <a:ext uri="{FF2B5EF4-FFF2-40B4-BE49-F238E27FC236}">
                    <a16:creationId xmlns:a16="http://schemas.microsoft.com/office/drawing/2014/main" id="{B8422E84-A38D-22FE-8238-51651BA7FA5B}"/>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8" name="Freeform 66">
                <a:extLst>
                  <a:ext uri="{FF2B5EF4-FFF2-40B4-BE49-F238E27FC236}">
                    <a16:creationId xmlns:a16="http://schemas.microsoft.com/office/drawing/2014/main" id="{CE857AA0-5594-39A8-04E9-4842D5E7D5BC}"/>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3" name="TextBox 2">
            <a:extLst>
              <a:ext uri="{FF2B5EF4-FFF2-40B4-BE49-F238E27FC236}">
                <a16:creationId xmlns:a16="http://schemas.microsoft.com/office/drawing/2014/main" id="{42F28B57-8777-0EF5-2660-00FF91A1062C}"/>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6221274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preserve="1">
  <p:cSld name="Thank You / Closing - Leaf">
    <p:spTree>
      <p:nvGrpSpPr>
        <p:cNvPr id="1" name=""/>
        <p:cNvGrpSpPr/>
        <p:nvPr/>
      </p:nvGrpSpPr>
      <p:grpSpPr>
        <a:xfrm>
          <a:off x="0" y="0"/>
          <a:ext cx="0" cy="0"/>
          <a:chOff x="0" y="0"/>
          <a:chExt cx="0" cy="0"/>
        </a:xfrm>
      </p:grpSpPr>
      <p:sp>
        <p:nvSpPr>
          <p:cNvPr id="49" name="Freeform: Shape 48">
            <a:extLst>
              <a:ext uri="{FF2B5EF4-FFF2-40B4-BE49-F238E27FC236}">
                <a16:creationId xmlns:a16="http://schemas.microsoft.com/office/drawing/2014/main" id="{56DE6961-EE11-6DE7-194F-886ED937142D}"/>
              </a:ext>
            </a:extLst>
          </p:cNvPr>
          <p:cNvSpPr/>
          <p:nvPr/>
        </p:nvSpPr>
        <p:spPr>
          <a:xfrm>
            <a:off x="0" y="0"/>
            <a:ext cx="6635783" cy="4452826"/>
          </a:xfrm>
          <a:custGeom>
            <a:avLst/>
            <a:gdLst>
              <a:gd name="connsiteX0" fmla="*/ 0 w 6635783"/>
              <a:gd name="connsiteY0" fmla="*/ 0 h 4452826"/>
              <a:gd name="connsiteX1" fmla="*/ 6635783 w 6635783"/>
              <a:gd name="connsiteY1" fmla="*/ 0 h 4452826"/>
              <a:gd name="connsiteX2" fmla="*/ 2550426 w 6635783"/>
              <a:gd name="connsiteY2" fmla="*/ 4085358 h 4452826"/>
              <a:gd name="connsiteX3" fmla="*/ 1663310 w 6635783"/>
              <a:gd name="connsiteY3" fmla="*/ 4452826 h 4452826"/>
              <a:gd name="connsiteX4" fmla="*/ 0 w 6635783"/>
              <a:gd name="connsiteY4" fmla="*/ 4452826 h 445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5783" h="4452826">
                <a:moveTo>
                  <a:pt x="0" y="0"/>
                </a:moveTo>
                <a:lnTo>
                  <a:pt x="6635783" y="0"/>
                </a:lnTo>
                <a:lnTo>
                  <a:pt x="2550426" y="4085358"/>
                </a:lnTo>
                <a:cubicBezTo>
                  <a:pt x="2315128" y="4320656"/>
                  <a:pt x="1996025" y="4452826"/>
                  <a:pt x="1663310" y="4452826"/>
                </a:cubicBezTo>
                <a:lnTo>
                  <a:pt x="0" y="4452826"/>
                </a:lnTo>
                <a:close/>
              </a:path>
            </a:pathLst>
          </a:custGeom>
          <a:gradFill>
            <a:gsLst>
              <a:gs pos="12000">
                <a:srgbClr val="61A30E"/>
              </a:gs>
              <a:gs pos="85000">
                <a:srgbClr val="0095C4"/>
              </a:gs>
            </a:gsLst>
            <a:lin ang="18899976" scaled="1"/>
          </a:gradFill>
          <a:ln w="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F8F365AF-9910-BF20-6CFB-24D4C0928B4D}"/>
              </a:ext>
            </a:extLst>
          </p:cNvPr>
          <p:cNvSpPr/>
          <p:nvPr/>
        </p:nvSpPr>
        <p:spPr>
          <a:xfrm>
            <a:off x="0" y="0"/>
            <a:ext cx="12188827" cy="6858000"/>
          </a:xfrm>
          <a:custGeom>
            <a:avLst/>
            <a:gdLst>
              <a:gd name="connsiteX0" fmla="*/ 8298300 w 12219884"/>
              <a:gd name="connsiteY0" fmla="*/ 0 h 6858000"/>
              <a:gd name="connsiteX1" fmla="*/ 12219884 w 12219884"/>
              <a:gd name="connsiteY1" fmla="*/ 0 h 6858000"/>
              <a:gd name="connsiteX2" fmla="*/ 12219884 w 12219884"/>
              <a:gd name="connsiteY2" fmla="*/ 6858000 h 6858000"/>
              <a:gd name="connsiteX3" fmla="*/ 0 w 12219884"/>
              <a:gd name="connsiteY3" fmla="*/ 6858000 h 6858000"/>
              <a:gd name="connsiteX4" fmla="*/ 0 w 12219884"/>
              <a:gd name="connsiteY4" fmla="*/ 5087251 h 6858000"/>
              <a:gd name="connsiteX5" fmla="*/ 2577461 w 12219884"/>
              <a:gd name="connsiteY5" fmla="*/ 5085576 h 6858000"/>
              <a:gd name="connsiteX6" fmla="*/ 3686387 w 12219884"/>
              <a:gd name="connsiteY6" fmla="*/ 46262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9884" h="6858000">
                <a:moveTo>
                  <a:pt x="8298300" y="0"/>
                </a:moveTo>
                <a:lnTo>
                  <a:pt x="12219884" y="0"/>
                </a:lnTo>
                <a:lnTo>
                  <a:pt x="12219884" y="6858000"/>
                </a:lnTo>
                <a:lnTo>
                  <a:pt x="0" y="6858000"/>
                </a:lnTo>
                <a:lnTo>
                  <a:pt x="0" y="5087251"/>
                </a:lnTo>
                <a:lnTo>
                  <a:pt x="2577461" y="5085576"/>
                </a:lnTo>
                <a:cubicBezTo>
                  <a:pt x="2993418" y="5085576"/>
                  <a:pt x="3392312" y="4920346"/>
                  <a:pt x="3686387" y="4626273"/>
                </a:cubicBezTo>
                <a:close/>
              </a:path>
            </a:pathLst>
          </a:custGeom>
          <a:solidFill>
            <a:schemeClr val="bg1"/>
          </a:solidFill>
          <a:ln w="0" cap="flat">
            <a:noFill/>
            <a:prstDash val="solid"/>
            <a:miter/>
          </a:ln>
          <a:effectLst/>
        </p:spPr>
        <p:txBody>
          <a:bodyPr rtlCol="0" anchor="ctr"/>
          <a:lstStyle/>
          <a:p>
            <a:endParaRPr lang="en-US" dirty="0"/>
          </a:p>
        </p:txBody>
      </p:sp>
      <p:sp>
        <p:nvSpPr>
          <p:cNvPr id="10" name="TextBox 9">
            <a:extLst>
              <a:ext uri="{FF2B5EF4-FFF2-40B4-BE49-F238E27FC236}">
                <a16:creationId xmlns:a16="http://schemas.microsoft.com/office/drawing/2014/main" id="{01F07DE2-A4BE-3B43-A385-D616B948566C}"/>
              </a:ext>
            </a:extLst>
          </p:cNvPr>
          <p:cNvSpPr txBox="1"/>
          <p:nvPr/>
        </p:nvSpPr>
        <p:spPr>
          <a:xfrm>
            <a:off x="7122912" y="4133697"/>
            <a:ext cx="3585557" cy="692497"/>
          </a:xfrm>
          <a:prstGeom prst="rect">
            <a:avLst/>
          </a:prstGeom>
        </p:spPr>
        <p:txBody>
          <a:bodyPr wrap="square" lIns="0" tIns="0" rIns="0" bIns="0" rtlCol="0">
            <a:spAutoFit/>
          </a:bodyPr>
          <a:lstStyle/>
          <a:p>
            <a:pPr algn="r" defTabSz="914400" rtl="0" eaLnBrk="1" latinLnBrk="0" hangingPunct="1">
              <a:lnSpc>
                <a:spcPct val="90000"/>
              </a:lnSpc>
              <a:spcBef>
                <a:spcPct val="0"/>
              </a:spcBef>
              <a:spcAft>
                <a:spcPts val="600"/>
              </a:spcAft>
              <a:buNone/>
            </a:pPr>
            <a:r>
              <a:rPr lang="en-US" sz="5000" b="0" kern="1200" cap="none" baseline="0" dirty="0">
                <a:solidFill>
                  <a:schemeClr val="accent2"/>
                </a:solidFill>
                <a:latin typeface="+mj-lt"/>
                <a:ea typeface="+mj-ea"/>
                <a:cs typeface="+mj-cs"/>
              </a:rPr>
              <a:t>Thank You</a:t>
            </a:r>
          </a:p>
        </p:txBody>
      </p:sp>
      <p:grpSp>
        <p:nvGrpSpPr>
          <p:cNvPr id="11" name="Graphic 8">
            <a:extLst>
              <a:ext uri="{FF2B5EF4-FFF2-40B4-BE49-F238E27FC236}">
                <a16:creationId xmlns:a16="http://schemas.microsoft.com/office/drawing/2014/main" id="{6CCAFF07-C864-65F7-E8B7-2C5633311999}"/>
              </a:ext>
            </a:extLst>
          </p:cNvPr>
          <p:cNvGrpSpPr/>
          <p:nvPr/>
        </p:nvGrpSpPr>
        <p:grpSpPr>
          <a:xfrm>
            <a:off x="265625" y="6323271"/>
            <a:ext cx="1249223" cy="369648"/>
            <a:chOff x="265625" y="6323271"/>
            <a:chExt cx="1249223" cy="369648"/>
          </a:xfrm>
          <a:solidFill>
            <a:srgbClr val="000000"/>
          </a:solidFill>
        </p:grpSpPr>
        <p:grpSp>
          <p:nvGrpSpPr>
            <p:cNvPr id="12" name="Graphic 8">
              <a:extLst>
                <a:ext uri="{FF2B5EF4-FFF2-40B4-BE49-F238E27FC236}">
                  <a16:creationId xmlns:a16="http://schemas.microsoft.com/office/drawing/2014/main" id="{AE286926-0755-5C11-7A0A-71094C615B03}"/>
                </a:ext>
              </a:extLst>
            </p:cNvPr>
            <p:cNvGrpSpPr/>
            <p:nvPr/>
          </p:nvGrpSpPr>
          <p:grpSpPr>
            <a:xfrm>
              <a:off x="745455" y="6594444"/>
              <a:ext cx="722662" cy="98475"/>
              <a:chOff x="745455" y="6594444"/>
              <a:chExt cx="722662" cy="98475"/>
            </a:xfrm>
            <a:solidFill>
              <a:srgbClr val="000000"/>
            </a:solidFill>
          </p:grpSpPr>
          <p:sp>
            <p:nvSpPr>
              <p:cNvPr id="23" name="Freeform 22">
                <a:extLst>
                  <a:ext uri="{FF2B5EF4-FFF2-40B4-BE49-F238E27FC236}">
                    <a16:creationId xmlns:a16="http://schemas.microsoft.com/office/drawing/2014/main" id="{41302BC0-EF33-69DC-5657-3D7BE117EB0F}"/>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BEAD69D2-73E4-A144-E3E4-00652D470A7C}"/>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1D44DE0F-E65D-8F5E-DDB1-448E05AF8B4D}"/>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300A7CEA-47C8-F052-0ABC-CC3EB17C99C8}"/>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B263CA39-11CD-CCFC-8658-51B68E806BF2}"/>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454151A7-9F9E-00A6-12C4-7BF08E75C919}"/>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1677C85A-569D-FF5C-4327-E5F7B4ABB32F}"/>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E88D3A2E-3EBA-D825-F133-2DE36CA58E51}"/>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3803B19A-69EA-855A-98FD-BD1186959E33}"/>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EBFA825D-97CB-A8C0-AFB9-8046277D8437}"/>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15" name="Graphic 8">
              <a:extLst>
                <a:ext uri="{FF2B5EF4-FFF2-40B4-BE49-F238E27FC236}">
                  <a16:creationId xmlns:a16="http://schemas.microsoft.com/office/drawing/2014/main" id="{3A2519BE-9221-F0E4-149B-1E0F287B15F2}"/>
                </a:ext>
              </a:extLst>
            </p:cNvPr>
            <p:cNvGrpSpPr/>
            <p:nvPr/>
          </p:nvGrpSpPr>
          <p:grpSpPr>
            <a:xfrm>
              <a:off x="265625" y="6323271"/>
              <a:ext cx="1249223" cy="190348"/>
              <a:chOff x="265625" y="6323271"/>
              <a:chExt cx="1249223" cy="190348"/>
            </a:xfrm>
            <a:solidFill>
              <a:srgbClr val="000000"/>
            </a:solidFill>
          </p:grpSpPr>
          <p:sp>
            <p:nvSpPr>
              <p:cNvPr id="16" name="Freeform 15">
                <a:extLst>
                  <a:ext uri="{FF2B5EF4-FFF2-40B4-BE49-F238E27FC236}">
                    <a16:creationId xmlns:a16="http://schemas.microsoft.com/office/drawing/2014/main" id="{E24DA16D-AFE1-058B-85D1-9EA36D66A8EC}"/>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7" name="Freeform 16">
                <a:extLst>
                  <a:ext uri="{FF2B5EF4-FFF2-40B4-BE49-F238E27FC236}">
                    <a16:creationId xmlns:a16="http://schemas.microsoft.com/office/drawing/2014/main" id="{55335D38-CD27-91AC-1D9C-2ECBE6EA600D}"/>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93057BCE-C1E5-5093-0F75-68335E992A19}"/>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7CA24CC9-729F-DCB8-F923-0F15F8C91888}"/>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BAE7E7AF-181B-E7F5-FE78-4DDD4C4C35B5}"/>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5473C35A-2B1B-B305-B605-0C9EA6533ED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150F0538-4DA7-4B39-5875-633FB664361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2" name="Freeform: Shape 1">
            <a:extLst>
              <a:ext uri="{FF2B5EF4-FFF2-40B4-BE49-F238E27FC236}">
                <a16:creationId xmlns:a16="http://schemas.microsoft.com/office/drawing/2014/main" id="{1C5EE576-7D35-4E9E-7E82-8116BB430A44}"/>
              </a:ext>
            </a:extLst>
          </p:cNvPr>
          <p:cNvSpPr/>
          <p:nvPr/>
        </p:nvSpPr>
        <p:spPr>
          <a:xfrm>
            <a:off x="0" y="0"/>
            <a:ext cx="8366346" cy="5149879"/>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4"/>
              </a:gs>
            </a:gsLst>
            <a:lin ang="0" scaled="1"/>
          </a:gradFill>
          <a:ln w="0" cap="flat">
            <a:noFill/>
            <a:prstDash val="solid"/>
            <a:miter/>
          </a:ln>
        </p:spPr>
        <p:txBody>
          <a:bodyPr rtlCol="0" anchor="ctr"/>
          <a:lstStyle/>
          <a:p>
            <a:endParaRPr lang="en-US" dirty="0"/>
          </a:p>
        </p:txBody>
      </p:sp>
      <p:sp>
        <p:nvSpPr>
          <p:cNvPr id="34" name="Freeform: Shape 1">
            <a:extLst>
              <a:ext uri="{FF2B5EF4-FFF2-40B4-BE49-F238E27FC236}">
                <a16:creationId xmlns:a16="http://schemas.microsoft.com/office/drawing/2014/main" id="{1C5EE576-7D35-4E9E-7E82-8116BB430A44}"/>
              </a:ext>
            </a:extLst>
          </p:cNvPr>
          <p:cNvSpPr/>
          <p:nvPr userDrawn="1"/>
        </p:nvSpPr>
        <p:spPr>
          <a:xfrm>
            <a:off x="0" y="0"/>
            <a:ext cx="8366346" cy="5149879"/>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4"/>
              </a:gs>
            </a:gsLst>
            <a:lin ang="0" scaled="1"/>
          </a:gradFill>
          <a:ln w="0" cap="flat">
            <a:noFill/>
            <a:prstDash val="solid"/>
            <a:miter/>
          </a:ln>
        </p:spPr>
        <p:txBody>
          <a:bodyPr rtlCol="0" anchor="ctr"/>
          <a:lstStyle/>
          <a:p>
            <a:endParaRPr lang="en-US" dirty="0"/>
          </a:p>
        </p:txBody>
      </p:sp>
      <p:sp>
        <p:nvSpPr>
          <p:cNvPr id="3" name="TextBox 2">
            <a:extLst>
              <a:ext uri="{FF2B5EF4-FFF2-40B4-BE49-F238E27FC236}">
                <a16:creationId xmlns:a16="http://schemas.microsoft.com/office/drawing/2014/main" id="{73C0D969-A405-CD2A-A392-B917B8B613B7}"/>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11000389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preserve="1">
  <p:cSld name="Thank You / Closing - Aqua">
    <p:spTree>
      <p:nvGrpSpPr>
        <p:cNvPr id="1" name=""/>
        <p:cNvGrpSpPr/>
        <p:nvPr/>
      </p:nvGrpSpPr>
      <p:grpSpPr>
        <a:xfrm>
          <a:off x="0" y="0"/>
          <a:ext cx="0" cy="0"/>
          <a:chOff x="0" y="0"/>
          <a:chExt cx="0" cy="0"/>
        </a:xfrm>
      </p:grpSpPr>
      <p:sp>
        <p:nvSpPr>
          <p:cNvPr id="14" name="Freeform: Shape 13">
            <a:extLst>
              <a:ext uri="{FF2B5EF4-FFF2-40B4-BE49-F238E27FC236}">
                <a16:creationId xmlns:a16="http://schemas.microsoft.com/office/drawing/2014/main" id="{11BDF268-11B0-0052-054F-E2A7324524A8}"/>
              </a:ext>
            </a:extLst>
          </p:cNvPr>
          <p:cNvSpPr/>
          <p:nvPr/>
        </p:nvSpPr>
        <p:spPr>
          <a:xfrm>
            <a:off x="0" y="0"/>
            <a:ext cx="6635783" cy="4452826"/>
          </a:xfrm>
          <a:custGeom>
            <a:avLst/>
            <a:gdLst>
              <a:gd name="connsiteX0" fmla="*/ 0 w 6635783"/>
              <a:gd name="connsiteY0" fmla="*/ 0 h 4452826"/>
              <a:gd name="connsiteX1" fmla="*/ 6635783 w 6635783"/>
              <a:gd name="connsiteY1" fmla="*/ 0 h 4452826"/>
              <a:gd name="connsiteX2" fmla="*/ 2550426 w 6635783"/>
              <a:gd name="connsiteY2" fmla="*/ 4085358 h 4452826"/>
              <a:gd name="connsiteX3" fmla="*/ 1663310 w 6635783"/>
              <a:gd name="connsiteY3" fmla="*/ 4452826 h 4452826"/>
              <a:gd name="connsiteX4" fmla="*/ 0 w 6635783"/>
              <a:gd name="connsiteY4" fmla="*/ 4452826 h 445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5783" h="4452826">
                <a:moveTo>
                  <a:pt x="0" y="0"/>
                </a:moveTo>
                <a:lnTo>
                  <a:pt x="6635783" y="0"/>
                </a:lnTo>
                <a:lnTo>
                  <a:pt x="2550426" y="4085358"/>
                </a:lnTo>
                <a:cubicBezTo>
                  <a:pt x="2315128" y="4320656"/>
                  <a:pt x="1996025" y="4452826"/>
                  <a:pt x="1663310" y="4452826"/>
                </a:cubicBezTo>
                <a:lnTo>
                  <a:pt x="0" y="4452826"/>
                </a:lnTo>
                <a:close/>
              </a:path>
            </a:pathLst>
          </a:custGeom>
          <a:gradFill>
            <a:gsLst>
              <a:gs pos="12000">
                <a:schemeClr val="accent2"/>
              </a:gs>
              <a:gs pos="85000">
                <a:srgbClr val="0095C4"/>
              </a:gs>
            </a:gsLst>
            <a:lin ang="18899976" scaled="1"/>
          </a:gradFill>
          <a:ln w="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FB6A110-E961-EB34-6F92-35210D5B70F6}"/>
              </a:ext>
            </a:extLst>
          </p:cNvPr>
          <p:cNvSpPr/>
          <p:nvPr/>
        </p:nvSpPr>
        <p:spPr>
          <a:xfrm>
            <a:off x="0" y="0"/>
            <a:ext cx="8366346" cy="5149879"/>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2"/>
              </a:gs>
            </a:gsLst>
            <a:lin ang="0" scaled="1"/>
          </a:gradFill>
          <a:ln w="0" cap="flat">
            <a:noFill/>
            <a:prstDash val="solid"/>
            <a:miter/>
          </a:ln>
        </p:spPr>
        <p:txBody>
          <a:bodyPr rtlCol="0" anchor="ctr"/>
          <a:lstStyle/>
          <a:p>
            <a:endParaRPr lang="en-US" dirty="0"/>
          </a:p>
        </p:txBody>
      </p:sp>
      <p:sp>
        <p:nvSpPr>
          <p:cNvPr id="13" name="TextBox 12">
            <a:extLst>
              <a:ext uri="{FF2B5EF4-FFF2-40B4-BE49-F238E27FC236}">
                <a16:creationId xmlns:a16="http://schemas.microsoft.com/office/drawing/2014/main" id="{1BD12A38-34FF-DD48-95F6-31F5ED4772C8}"/>
              </a:ext>
            </a:extLst>
          </p:cNvPr>
          <p:cNvSpPr txBox="1"/>
          <p:nvPr/>
        </p:nvSpPr>
        <p:spPr>
          <a:xfrm>
            <a:off x="7122912" y="4133697"/>
            <a:ext cx="3585557" cy="692497"/>
          </a:xfrm>
          <a:prstGeom prst="rect">
            <a:avLst/>
          </a:prstGeom>
        </p:spPr>
        <p:txBody>
          <a:bodyPr wrap="square" lIns="0" tIns="0" rIns="0" bIns="0" rtlCol="0">
            <a:spAutoFit/>
          </a:bodyPr>
          <a:lstStyle/>
          <a:p>
            <a:pPr algn="r" defTabSz="914400" rtl="0" eaLnBrk="1" latinLnBrk="0" hangingPunct="1">
              <a:lnSpc>
                <a:spcPct val="90000"/>
              </a:lnSpc>
              <a:spcBef>
                <a:spcPct val="0"/>
              </a:spcBef>
              <a:spcAft>
                <a:spcPts val="600"/>
              </a:spcAft>
              <a:buNone/>
            </a:pPr>
            <a:r>
              <a:rPr lang="en-US" sz="5000" b="0" kern="1200" cap="none" baseline="0" dirty="0">
                <a:solidFill>
                  <a:schemeClr val="accent2"/>
                </a:solidFill>
                <a:latin typeface="+mj-lt"/>
                <a:ea typeface="+mj-ea"/>
                <a:cs typeface="+mj-cs"/>
              </a:rPr>
              <a:t>Thank You</a:t>
            </a:r>
          </a:p>
        </p:txBody>
      </p:sp>
      <p:sp>
        <p:nvSpPr>
          <p:cNvPr id="2" name="TextBox 1">
            <a:extLst>
              <a:ext uri="{FF2B5EF4-FFF2-40B4-BE49-F238E27FC236}">
                <a16:creationId xmlns:a16="http://schemas.microsoft.com/office/drawing/2014/main" id="{6870951A-A1C2-4343-3CAE-6020736681CC}"/>
              </a:ext>
            </a:extLst>
          </p:cNvPr>
          <p:cNvSpPr txBox="1"/>
          <p:nvPr/>
        </p:nvSpPr>
        <p:spPr>
          <a:xfrm>
            <a:off x="1645084" y="6461498"/>
            <a:ext cx="2806859" cy="125484"/>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Broadcom Proprietary and Confidential. Copyright © 2024 Broadcom.  </a:t>
            </a:r>
          </a:p>
        </p:txBody>
      </p:sp>
      <p:grpSp>
        <p:nvGrpSpPr>
          <p:cNvPr id="4" name="Graphic 8">
            <a:extLst>
              <a:ext uri="{FF2B5EF4-FFF2-40B4-BE49-F238E27FC236}">
                <a16:creationId xmlns:a16="http://schemas.microsoft.com/office/drawing/2014/main" id="{51193D83-E1DC-D884-497D-C36876692E8C}"/>
              </a:ext>
            </a:extLst>
          </p:cNvPr>
          <p:cNvGrpSpPr/>
          <p:nvPr/>
        </p:nvGrpSpPr>
        <p:grpSpPr>
          <a:xfrm>
            <a:off x="265625" y="6323271"/>
            <a:ext cx="1249223" cy="369648"/>
            <a:chOff x="265625" y="6323271"/>
            <a:chExt cx="1249223" cy="369648"/>
          </a:xfrm>
          <a:solidFill>
            <a:srgbClr val="000000"/>
          </a:solidFill>
        </p:grpSpPr>
        <p:grpSp>
          <p:nvGrpSpPr>
            <p:cNvPr id="5" name="Graphic 8">
              <a:extLst>
                <a:ext uri="{FF2B5EF4-FFF2-40B4-BE49-F238E27FC236}">
                  <a16:creationId xmlns:a16="http://schemas.microsoft.com/office/drawing/2014/main" id="{6288BEE3-23F3-B6B1-B482-0F9A9F569EA0}"/>
                </a:ext>
              </a:extLst>
            </p:cNvPr>
            <p:cNvGrpSpPr/>
            <p:nvPr/>
          </p:nvGrpSpPr>
          <p:grpSpPr>
            <a:xfrm>
              <a:off x="745455" y="6594444"/>
              <a:ext cx="722662" cy="98475"/>
              <a:chOff x="745455" y="6594444"/>
              <a:chExt cx="722662" cy="98475"/>
            </a:xfrm>
            <a:solidFill>
              <a:srgbClr val="000000"/>
            </a:solidFill>
          </p:grpSpPr>
          <p:sp>
            <p:nvSpPr>
              <p:cNvPr id="20" name="Freeform 19">
                <a:extLst>
                  <a:ext uri="{FF2B5EF4-FFF2-40B4-BE49-F238E27FC236}">
                    <a16:creationId xmlns:a16="http://schemas.microsoft.com/office/drawing/2014/main" id="{90DE5843-3B4A-E700-B0DB-5D9A3AD21F98}"/>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BDE397DD-E9E8-91B5-8C3B-45ED0D0B04B1}"/>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6E6BB379-A9C5-4D4D-9C59-B482A1CFFCF1}"/>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3" name="Freeform 22">
                <a:extLst>
                  <a:ext uri="{FF2B5EF4-FFF2-40B4-BE49-F238E27FC236}">
                    <a16:creationId xmlns:a16="http://schemas.microsoft.com/office/drawing/2014/main" id="{5BF377CA-F78E-1D05-7E30-F0B6B3DB3F0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8C25C045-0720-3CF6-0232-C3865968DD47}"/>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492D9964-F2E9-F1D3-0D41-4D1006001336}"/>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B018C7F5-E13A-499D-ABFD-F4667F22C046}"/>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0E76BD13-FD6A-3266-F187-4A6360DA733F}"/>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254CDF54-5CC7-42D5-FF3B-EA1A9615C9EB}"/>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CA008CD7-A5BA-D93B-24CF-53A3613EEB9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6" name="Graphic 8">
              <a:extLst>
                <a:ext uri="{FF2B5EF4-FFF2-40B4-BE49-F238E27FC236}">
                  <a16:creationId xmlns:a16="http://schemas.microsoft.com/office/drawing/2014/main" id="{0E16E021-24D5-689F-4C32-B7C3B76D27F1}"/>
                </a:ext>
              </a:extLst>
            </p:cNvPr>
            <p:cNvGrpSpPr/>
            <p:nvPr/>
          </p:nvGrpSpPr>
          <p:grpSpPr>
            <a:xfrm>
              <a:off x="265625" y="6323271"/>
              <a:ext cx="1249223" cy="190348"/>
              <a:chOff x="265625" y="6323271"/>
              <a:chExt cx="1249223" cy="190348"/>
            </a:xfrm>
            <a:solidFill>
              <a:srgbClr val="000000"/>
            </a:solidFill>
          </p:grpSpPr>
          <p:sp>
            <p:nvSpPr>
              <p:cNvPr id="7" name="Freeform 6">
                <a:extLst>
                  <a:ext uri="{FF2B5EF4-FFF2-40B4-BE49-F238E27FC236}">
                    <a16:creationId xmlns:a16="http://schemas.microsoft.com/office/drawing/2014/main" id="{E90104B9-EB0A-6BF7-8DA0-69BE6F5CEC5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8" name="Freeform 7">
                <a:extLst>
                  <a:ext uri="{FF2B5EF4-FFF2-40B4-BE49-F238E27FC236}">
                    <a16:creationId xmlns:a16="http://schemas.microsoft.com/office/drawing/2014/main" id="{14FF2423-AC5E-7429-E3BB-D400CC6C4F5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9" name="Freeform 8">
                <a:extLst>
                  <a:ext uri="{FF2B5EF4-FFF2-40B4-BE49-F238E27FC236}">
                    <a16:creationId xmlns:a16="http://schemas.microsoft.com/office/drawing/2014/main" id="{278A855B-3ED8-07E8-9617-3CABB4692131}"/>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6" name="Freeform 15">
                <a:extLst>
                  <a:ext uri="{FF2B5EF4-FFF2-40B4-BE49-F238E27FC236}">
                    <a16:creationId xmlns:a16="http://schemas.microsoft.com/office/drawing/2014/main" id="{630E10BD-35C4-2EB3-CD9E-CB79BB947F28}"/>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7" name="Freeform 16">
                <a:extLst>
                  <a:ext uri="{FF2B5EF4-FFF2-40B4-BE49-F238E27FC236}">
                    <a16:creationId xmlns:a16="http://schemas.microsoft.com/office/drawing/2014/main" id="{4D6F1BE7-A87D-4DD0-910A-5119820395CE}"/>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A59043ED-8660-66C4-91BC-AF45873D847E}"/>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C479B44E-348E-907C-601F-D41A24CC5E58}"/>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2" name="Freeform: Shape 14">
            <a:extLst>
              <a:ext uri="{FF2B5EF4-FFF2-40B4-BE49-F238E27FC236}">
                <a16:creationId xmlns:a16="http://schemas.microsoft.com/office/drawing/2014/main" id="{CD863588-1EDA-72EC-6D61-3E8A0E7CB273}"/>
              </a:ext>
            </a:extLst>
          </p:cNvPr>
          <p:cNvSpPr/>
          <p:nvPr userDrawn="1"/>
        </p:nvSpPr>
        <p:spPr>
          <a:xfrm>
            <a:off x="0" y="0"/>
            <a:ext cx="12188827" cy="6858000"/>
          </a:xfrm>
          <a:custGeom>
            <a:avLst/>
            <a:gdLst>
              <a:gd name="connsiteX0" fmla="*/ 8298300 w 12219884"/>
              <a:gd name="connsiteY0" fmla="*/ 0 h 6858000"/>
              <a:gd name="connsiteX1" fmla="*/ 12219884 w 12219884"/>
              <a:gd name="connsiteY1" fmla="*/ 0 h 6858000"/>
              <a:gd name="connsiteX2" fmla="*/ 12219884 w 12219884"/>
              <a:gd name="connsiteY2" fmla="*/ 6858000 h 6858000"/>
              <a:gd name="connsiteX3" fmla="*/ 0 w 12219884"/>
              <a:gd name="connsiteY3" fmla="*/ 6858000 h 6858000"/>
              <a:gd name="connsiteX4" fmla="*/ 0 w 12219884"/>
              <a:gd name="connsiteY4" fmla="*/ 5087251 h 6858000"/>
              <a:gd name="connsiteX5" fmla="*/ 2577461 w 12219884"/>
              <a:gd name="connsiteY5" fmla="*/ 5085576 h 6858000"/>
              <a:gd name="connsiteX6" fmla="*/ 3686387 w 12219884"/>
              <a:gd name="connsiteY6" fmla="*/ 46262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9884" h="6858000">
                <a:moveTo>
                  <a:pt x="8298300" y="0"/>
                </a:moveTo>
                <a:lnTo>
                  <a:pt x="12219884" y="0"/>
                </a:lnTo>
                <a:lnTo>
                  <a:pt x="12219884" y="6858000"/>
                </a:lnTo>
                <a:lnTo>
                  <a:pt x="0" y="6858000"/>
                </a:lnTo>
                <a:lnTo>
                  <a:pt x="0" y="5087251"/>
                </a:lnTo>
                <a:lnTo>
                  <a:pt x="2577461" y="5085576"/>
                </a:lnTo>
                <a:cubicBezTo>
                  <a:pt x="2993418" y="5085576"/>
                  <a:pt x="3392312" y="4920346"/>
                  <a:pt x="3686387" y="4626273"/>
                </a:cubicBezTo>
                <a:close/>
              </a:path>
            </a:pathLst>
          </a:custGeom>
          <a:solidFill>
            <a:schemeClr val="bg1"/>
          </a:solidFill>
          <a:ln w="0" cap="flat">
            <a:noFill/>
            <a:prstDash val="solid"/>
            <a:miter/>
          </a:ln>
          <a:effectLst/>
        </p:spPr>
        <p:txBody>
          <a:bodyPr rtlCol="0" anchor="ctr"/>
          <a:lstStyle/>
          <a:p>
            <a:endParaRPr lang="en-US" dirty="0"/>
          </a:p>
        </p:txBody>
      </p:sp>
      <p:sp>
        <p:nvSpPr>
          <p:cNvPr id="33" name="Freeform: Shape 29">
            <a:extLst>
              <a:ext uri="{FF2B5EF4-FFF2-40B4-BE49-F238E27FC236}">
                <a16:creationId xmlns:a16="http://schemas.microsoft.com/office/drawing/2014/main" id="{FFB6A110-E961-EB34-6F92-35210D5B70F6}"/>
              </a:ext>
            </a:extLst>
          </p:cNvPr>
          <p:cNvSpPr/>
          <p:nvPr userDrawn="1"/>
        </p:nvSpPr>
        <p:spPr>
          <a:xfrm>
            <a:off x="0" y="0"/>
            <a:ext cx="8366346" cy="5149879"/>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2"/>
              </a:gs>
            </a:gsLst>
            <a:lin ang="0" scaled="1"/>
          </a:gradFill>
          <a:ln w="0" cap="flat">
            <a:noFill/>
            <a:prstDash val="solid"/>
            <a:miter/>
          </a:ln>
        </p:spPr>
        <p:txBody>
          <a:bodyPr rtlCol="0" anchor="ctr"/>
          <a:lstStyle/>
          <a:p>
            <a:endParaRPr lang="en-US" dirty="0"/>
          </a:p>
        </p:txBody>
      </p:sp>
      <p:sp>
        <p:nvSpPr>
          <p:cNvPr id="34" name="TextBox 33">
            <a:extLst>
              <a:ext uri="{FF2B5EF4-FFF2-40B4-BE49-F238E27FC236}">
                <a16:creationId xmlns:a16="http://schemas.microsoft.com/office/drawing/2014/main" id="{1BD12A38-34FF-DD48-95F6-31F5ED4772C8}"/>
              </a:ext>
            </a:extLst>
          </p:cNvPr>
          <p:cNvSpPr txBox="1"/>
          <p:nvPr userDrawn="1"/>
        </p:nvSpPr>
        <p:spPr>
          <a:xfrm>
            <a:off x="7122912" y="4133697"/>
            <a:ext cx="3585557" cy="692497"/>
          </a:xfrm>
          <a:prstGeom prst="rect">
            <a:avLst/>
          </a:prstGeom>
        </p:spPr>
        <p:txBody>
          <a:bodyPr wrap="square" lIns="0" tIns="0" rIns="0" bIns="0" rtlCol="0">
            <a:spAutoFit/>
          </a:bodyPr>
          <a:lstStyle/>
          <a:p>
            <a:pPr algn="r" defTabSz="914400" rtl="0" eaLnBrk="1" latinLnBrk="0" hangingPunct="1">
              <a:lnSpc>
                <a:spcPct val="90000"/>
              </a:lnSpc>
              <a:spcBef>
                <a:spcPct val="0"/>
              </a:spcBef>
              <a:spcAft>
                <a:spcPts val="600"/>
              </a:spcAft>
              <a:buNone/>
            </a:pPr>
            <a:r>
              <a:rPr lang="en-US" sz="5000" b="0" kern="1200" cap="none" baseline="0" dirty="0">
                <a:solidFill>
                  <a:schemeClr val="accent2"/>
                </a:solidFill>
                <a:latin typeface="+mj-lt"/>
                <a:ea typeface="+mj-ea"/>
                <a:cs typeface="+mj-cs"/>
              </a:rPr>
              <a:t>Thank You</a:t>
            </a:r>
          </a:p>
        </p:txBody>
      </p:sp>
      <p:grpSp>
        <p:nvGrpSpPr>
          <p:cNvPr id="37" name="Graphic 8">
            <a:extLst>
              <a:ext uri="{FF2B5EF4-FFF2-40B4-BE49-F238E27FC236}">
                <a16:creationId xmlns:a16="http://schemas.microsoft.com/office/drawing/2014/main" id="{51193D83-E1DC-D884-497D-C36876692E8C}"/>
              </a:ext>
            </a:extLst>
          </p:cNvPr>
          <p:cNvGrpSpPr/>
          <p:nvPr userDrawn="1"/>
        </p:nvGrpSpPr>
        <p:grpSpPr>
          <a:xfrm>
            <a:off x="265625" y="6323271"/>
            <a:ext cx="1249223" cy="369648"/>
            <a:chOff x="265625" y="6323271"/>
            <a:chExt cx="1249223" cy="369648"/>
          </a:xfrm>
          <a:solidFill>
            <a:srgbClr val="000000"/>
          </a:solidFill>
        </p:grpSpPr>
        <p:grpSp>
          <p:nvGrpSpPr>
            <p:cNvPr id="38" name="Graphic 8">
              <a:extLst>
                <a:ext uri="{FF2B5EF4-FFF2-40B4-BE49-F238E27FC236}">
                  <a16:creationId xmlns:a16="http://schemas.microsoft.com/office/drawing/2014/main" id="{6288BEE3-23F3-B6B1-B482-0F9A9F569EA0}"/>
                </a:ext>
              </a:extLst>
            </p:cNvPr>
            <p:cNvGrpSpPr/>
            <p:nvPr/>
          </p:nvGrpSpPr>
          <p:grpSpPr>
            <a:xfrm>
              <a:off x="745455" y="6594444"/>
              <a:ext cx="722662" cy="98475"/>
              <a:chOff x="745455" y="6594444"/>
              <a:chExt cx="722662" cy="98475"/>
            </a:xfrm>
            <a:solidFill>
              <a:srgbClr val="000000"/>
            </a:solidFill>
          </p:grpSpPr>
          <p:sp>
            <p:nvSpPr>
              <p:cNvPr id="47" name="Freeform 46">
                <a:extLst>
                  <a:ext uri="{FF2B5EF4-FFF2-40B4-BE49-F238E27FC236}">
                    <a16:creationId xmlns:a16="http://schemas.microsoft.com/office/drawing/2014/main" id="{90DE5843-3B4A-E700-B0DB-5D9A3AD21F98}"/>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BDE397DD-E9E8-91B5-8C3B-45ED0D0B04B1}"/>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6E6BB379-A9C5-4D4D-9C59-B482A1CFFCF1}"/>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5BF377CA-F78E-1D05-7E30-F0B6B3DB3F0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8C25C045-0720-3CF6-0232-C3865968DD47}"/>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492D9964-F2E9-F1D3-0D41-4D1006001336}"/>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B018C7F5-E13A-499D-ABFD-F4667F22C046}"/>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0E76BD13-FD6A-3266-F187-4A6360DA733F}"/>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254CDF54-5CC7-42D5-FF3B-EA1A9615C9EB}"/>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CA008CD7-A5BA-D93B-24CF-53A3613EEB9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9" name="Graphic 8">
              <a:extLst>
                <a:ext uri="{FF2B5EF4-FFF2-40B4-BE49-F238E27FC236}">
                  <a16:creationId xmlns:a16="http://schemas.microsoft.com/office/drawing/2014/main" id="{0E16E021-24D5-689F-4C32-B7C3B76D27F1}"/>
                </a:ext>
              </a:extLst>
            </p:cNvPr>
            <p:cNvGrpSpPr/>
            <p:nvPr/>
          </p:nvGrpSpPr>
          <p:grpSpPr>
            <a:xfrm>
              <a:off x="265625" y="6323271"/>
              <a:ext cx="1249223" cy="190348"/>
              <a:chOff x="265625" y="6323271"/>
              <a:chExt cx="1249223" cy="190348"/>
            </a:xfrm>
            <a:solidFill>
              <a:srgbClr val="000000"/>
            </a:solidFill>
          </p:grpSpPr>
          <p:sp>
            <p:nvSpPr>
              <p:cNvPr id="40" name="Freeform 39">
                <a:extLst>
                  <a:ext uri="{FF2B5EF4-FFF2-40B4-BE49-F238E27FC236}">
                    <a16:creationId xmlns:a16="http://schemas.microsoft.com/office/drawing/2014/main" id="{E90104B9-EB0A-6BF7-8DA0-69BE6F5CEC5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14FF2423-AC5E-7429-E3BB-D400CC6C4F5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278A855B-3ED8-07E8-9617-3CABB4692131}"/>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630E10BD-35C4-2EB3-CD9E-CB79BB947F28}"/>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4D6F1BE7-A87D-4DD0-910A-5119820395CE}"/>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A59043ED-8660-66C4-91BC-AF45873D847E}"/>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C479B44E-348E-907C-601F-D41A24CC5E58}"/>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10" name="TextBox 9">
            <a:extLst>
              <a:ext uri="{FF2B5EF4-FFF2-40B4-BE49-F238E27FC236}">
                <a16:creationId xmlns:a16="http://schemas.microsoft.com/office/drawing/2014/main" id="{39FCD237-E611-CAC8-3736-F49AF3DA231A}"/>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8537876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reserve="1">
  <p:cSld name="Thank You / Closing - Plum">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AED7BA03-D917-7BF7-506D-6901DD40B1DF}"/>
              </a:ext>
            </a:extLst>
          </p:cNvPr>
          <p:cNvSpPr/>
          <p:nvPr/>
        </p:nvSpPr>
        <p:spPr>
          <a:xfrm>
            <a:off x="0" y="0"/>
            <a:ext cx="6635783" cy="4452826"/>
          </a:xfrm>
          <a:custGeom>
            <a:avLst/>
            <a:gdLst>
              <a:gd name="connsiteX0" fmla="*/ 0 w 6635783"/>
              <a:gd name="connsiteY0" fmla="*/ 0 h 4452826"/>
              <a:gd name="connsiteX1" fmla="*/ 6635783 w 6635783"/>
              <a:gd name="connsiteY1" fmla="*/ 0 h 4452826"/>
              <a:gd name="connsiteX2" fmla="*/ 2550426 w 6635783"/>
              <a:gd name="connsiteY2" fmla="*/ 4085358 h 4452826"/>
              <a:gd name="connsiteX3" fmla="*/ 1663310 w 6635783"/>
              <a:gd name="connsiteY3" fmla="*/ 4452826 h 4452826"/>
              <a:gd name="connsiteX4" fmla="*/ 0 w 6635783"/>
              <a:gd name="connsiteY4" fmla="*/ 4452826 h 445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5783" h="4452826">
                <a:moveTo>
                  <a:pt x="0" y="0"/>
                </a:moveTo>
                <a:lnTo>
                  <a:pt x="6635783" y="0"/>
                </a:lnTo>
                <a:lnTo>
                  <a:pt x="2550426" y="4085358"/>
                </a:lnTo>
                <a:cubicBezTo>
                  <a:pt x="2315128" y="4320656"/>
                  <a:pt x="1996025" y="4452826"/>
                  <a:pt x="1663310" y="4452826"/>
                </a:cubicBezTo>
                <a:lnTo>
                  <a:pt x="0" y="4452826"/>
                </a:lnTo>
                <a:close/>
              </a:path>
            </a:pathLst>
          </a:custGeom>
          <a:gradFill>
            <a:gsLst>
              <a:gs pos="12000">
                <a:schemeClr val="accent5"/>
              </a:gs>
              <a:gs pos="85000">
                <a:srgbClr val="0095C4"/>
              </a:gs>
            </a:gsLst>
            <a:lin ang="18899976" scaled="1"/>
          </a:gradFill>
          <a:ln w="0" cap="flat">
            <a:noFill/>
            <a:prstDash val="solid"/>
            <a:miter/>
          </a:ln>
        </p:spPr>
        <p:txBody>
          <a:bodyPr rtlCol="0" anchor="ctr"/>
          <a:lstStyle/>
          <a:p>
            <a:endParaRPr lang="en-US" dirty="0"/>
          </a:p>
        </p:txBody>
      </p:sp>
      <p:sp>
        <p:nvSpPr>
          <p:cNvPr id="10" name="TextBox 9">
            <a:extLst>
              <a:ext uri="{FF2B5EF4-FFF2-40B4-BE49-F238E27FC236}">
                <a16:creationId xmlns:a16="http://schemas.microsoft.com/office/drawing/2014/main" id="{53EB9DBD-7EC8-8749-8D2B-52C66972D46E}"/>
              </a:ext>
            </a:extLst>
          </p:cNvPr>
          <p:cNvSpPr txBox="1"/>
          <p:nvPr/>
        </p:nvSpPr>
        <p:spPr>
          <a:xfrm>
            <a:off x="7122912" y="4133697"/>
            <a:ext cx="3585557" cy="692497"/>
          </a:xfrm>
          <a:prstGeom prst="rect">
            <a:avLst/>
          </a:prstGeom>
        </p:spPr>
        <p:txBody>
          <a:bodyPr wrap="square" lIns="0" tIns="0" rIns="0" bIns="0" rtlCol="0">
            <a:spAutoFit/>
          </a:bodyPr>
          <a:lstStyle/>
          <a:p>
            <a:pPr algn="r" defTabSz="914400" rtl="0" eaLnBrk="1" latinLnBrk="0" hangingPunct="1">
              <a:lnSpc>
                <a:spcPct val="90000"/>
              </a:lnSpc>
              <a:spcBef>
                <a:spcPct val="0"/>
              </a:spcBef>
              <a:spcAft>
                <a:spcPts val="600"/>
              </a:spcAft>
              <a:buNone/>
            </a:pPr>
            <a:r>
              <a:rPr lang="en-US" sz="5000" b="0" kern="1200" cap="none" baseline="0" dirty="0">
                <a:solidFill>
                  <a:schemeClr val="accent2"/>
                </a:solidFill>
                <a:latin typeface="+mj-lt"/>
                <a:ea typeface="+mj-ea"/>
                <a:cs typeface="+mj-cs"/>
              </a:rPr>
              <a:t>Thank You</a:t>
            </a:r>
          </a:p>
        </p:txBody>
      </p:sp>
      <p:sp>
        <p:nvSpPr>
          <p:cNvPr id="2" name="TextBox 1">
            <a:extLst>
              <a:ext uri="{FF2B5EF4-FFF2-40B4-BE49-F238E27FC236}">
                <a16:creationId xmlns:a16="http://schemas.microsoft.com/office/drawing/2014/main" id="{9DB548BE-0CE3-CE23-414D-C93C2FDD312A}"/>
              </a:ext>
            </a:extLst>
          </p:cNvPr>
          <p:cNvSpPr txBox="1"/>
          <p:nvPr/>
        </p:nvSpPr>
        <p:spPr>
          <a:xfrm>
            <a:off x="1645084" y="6461498"/>
            <a:ext cx="2806859" cy="125484"/>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Broadcom Proprietary and Confidential. Copyright © 2024 Broadcom.  </a:t>
            </a:r>
          </a:p>
        </p:txBody>
      </p:sp>
      <p:grpSp>
        <p:nvGrpSpPr>
          <p:cNvPr id="4" name="Graphic 8">
            <a:extLst>
              <a:ext uri="{FF2B5EF4-FFF2-40B4-BE49-F238E27FC236}">
                <a16:creationId xmlns:a16="http://schemas.microsoft.com/office/drawing/2014/main" id="{8112DCCF-A410-8E64-BF5C-1AED8279B1FF}"/>
              </a:ext>
            </a:extLst>
          </p:cNvPr>
          <p:cNvGrpSpPr/>
          <p:nvPr/>
        </p:nvGrpSpPr>
        <p:grpSpPr>
          <a:xfrm>
            <a:off x="265625" y="6323271"/>
            <a:ext cx="1249223" cy="369648"/>
            <a:chOff x="265625" y="6323271"/>
            <a:chExt cx="1249223" cy="369648"/>
          </a:xfrm>
          <a:solidFill>
            <a:srgbClr val="000000"/>
          </a:solidFill>
        </p:grpSpPr>
        <p:grpSp>
          <p:nvGrpSpPr>
            <p:cNvPr id="5" name="Graphic 8">
              <a:extLst>
                <a:ext uri="{FF2B5EF4-FFF2-40B4-BE49-F238E27FC236}">
                  <a16:creationId xmlns:a16="http://schemas.microsoft.com/office/drawing/2014/main" id="{A780A5E4-1B39-5A5D-52AB-EFC20E62EA25}"/>
                </a:ext>
              </a:extLst>
            </p:cNvPr>
            <p:cNvGrpSpPr/>
            <p:nvPr/>
          </p:nvGrpSpPr>
          <p:grpSpPr>
            <a:xfrm>
              <a:off x="745455" y="6594444"/>
              <a:ext cx="722662" cy="98475"/>
              <a:chOff x="745455" y="6594444"/>
              <a:chExt cx="722662" cy="98475"/>
            </a:xfrm>
            <a:solidFill>
              <a:srgbClr val="000000"/>
            </a:solidFill>
          </p:grpSpPr>
          <p:sp>
            <p:nvSpPr>
              <p:cNvPr id="20" name="Freeform 19">
                <a:extLst>
                  <a:ext uri="{FF2B5EF4-FFF2-40B4-BE49-F238E27FC236}">
                    <a16:creationId xmlns:a16="http://schemas.microsoft.com/office/drawing/2014/main" id="{E0903C10-9C43-4029-1989-8796170B6B2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9527ED7E-456D-AB30-D2D0-4C61F6B8397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0499A972-1ADB-ED5A-C815-DB3F2191D945}"/>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3" name="Freeform 22">
                <a:extLst>
                  <a:ext uri="{FF2B5EF4-FFF2-40B4-BE49-F238E27FC236}">
                    <a16:creationId xmlns:a16="http://schemas.microsoft.com/office/drawing/2014/main" id="{D803CC09-D71F-9E10-DA97-C55AD0BCE24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13B2A944-7BD4-DD11-180F-B80BF28EB678}"/>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CC8B82B9-ED10-F9AC-D3B8-E0275C3CBDE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4627E22E-2D4D-FEA9-006A-7DD242E25182}"/>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4169526B-DAA6-4992-5CF6-225DE8545F4E}"/>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4555D210-195A-A18A-E0CE-77874E51EB4A}"/>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83DDD2B8-EB7C-AACE-B23F-6FA8B1A57F12}"/>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6" name="Graphic 8">
              <a:extLst>
                <a:ext uri="{FF2B5EF4-FFF2-40B4-BE49-F238E27FC236}">
                  <a16:creationId xmlns:a16="http://schemas.microsoft.com/office/drawing/2014/main" id="{33CF0C83-9B67-4AA2-133D-C3006C860F5E}"/>
                </a:ext>
              </a:extLst>
            </p:cNvPr>
            <p:cNvGrpSpPr/>
            <p:nvPr/>
          </p:nvGrpSpPr>
          <p:grpSpPr>
            <a:xfrm>
              <a:off x="265625" y="6323271"/>
              <a:ext cx="1249223" cy="190348"/>
              <a:chOff x="265625" y="6323271"/>
              <a:chExt cx="1249223" cy="190348"/>
            </a:xfrm>
            <a:solidFill>
              <a:srgbClr val="000000"/>
            </a:solidFill>
          </p:grpSpPr>
          <p:sp>
            <p:nvSpPr>
              <p:cNvPr id="11" name="Freeform 10">
                <a:extLst>
                  <a:ext uri="{FF2B5EF4-FFF2-40B4-BE49-F238E27FC236}">
                    <a16:creationId xmlns:a16="http://schemas.microsoft.com/office/drawing/2014/main" id="{0811D246-0428-1254-CBB5-CB40B6BB8558}"/>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2" name="Freeform 11">
                <a:extLst>
                  <a:ext uri="{FF2B5EF4-FFF2-40B4-BE49-F238E27FC236}">
                    <a16:creationId xmlns:a16="http://schemas.microsoft.com/office/drawing/2014/main" id="{B0FE8401-7316-2698-D80B-7C0E88A3255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5" name="Freeform 14">
                <a:extLst>
                  <a:ext uri="{FF2B5EF4-FFF2-40B4-BE49-F238E27FC236}">
                    <a16:creationId xmlns:a16="http://schemas.microsoft.com/office/drawing/2014/main" id="{2241BCF0-F50B-2C01-4E3D-8987EE3AEBC6}"/>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6" name="Freeform 15">
                <a:extLst>
                  <a:ext uri="{FF2B5EF4-FFF2-40B4-BE49-F238E27FC236}">
                    <a16:creationId xmlns:a16="http://schemas.microsoft.com/office/drawing/2014/main" id="{E45D38ED-BA90-5035-9D1B-207CDE6D1DD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7" name="Freeform 16">
                <a:extLst>
                  <a:ext uri="{FF2B5EF4-FFF2-40B4-BE49-F238E27FC236}">
                    <a16:creationId xmlns:a16="http://schemas.microsoft.com/office/drawing/2014/main" id="{495663DE-6FC0-F26D-5DE1-C203DA0E3D8E}"/>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EEE0604B-AD28-DEF4-B2C5-6D7AB5FD3A55}"/>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676B44DF-1000-68A6-6AF7-E8182D7C4F2D}"/>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13" name="Freeform: Shape 12">
            <a:extLst>
              <a:ext uri="{FF2B5EF4-FFF2-40B4-BE49-F238E27FC236}">
                <a16:creationId xmlns:a16="http://schemas.microsoft.com/office/drawing/2014/main" id="{C039270F-3B2C-5A52-9E64-757A7B136566}"/>
              </a:ext>
            </a:extLst>
          </p:cNvPr>
          <p:cNvSpPr/>
          <p:nvPr/>
        </p:nvSpPr>
        <p:spPr>
          <a:xfrm>
            <a:off x="0" y="0"/>
            <a:ext cx="8366346" cy="5149879"/>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5"/>
              </a:gs>
            </a:gsLst>
            <a:lin ang="0" scaled="1"/>
          </a:gradFill>
          <a:ln w="0" cap="flat">
            <a:noFill/>
            <a:prstDash val="solid"/>
            <a:miter/>
          </a:ln>
        </p:spPr>
        <p:txBody>
          <a:bodyPr rtlCol="0" anchor="ctr"/>
          <a:lstStyle/>
          <a:p>
            <a:endParaRPr lang="en-US" dirty="0"/>
          </a:p>
        </p:txBody>
      </p:sp>
      <p:sp>
        <p:nvSpPr>
          <p:cNvPr id="31" name="Freeform: Shape 7">
            <a:extLst>
              <a:ext uri="{FF2B5EF4-FFF2-40B4-BE49-F238E27FC236}">
                <a16:creationId xmlns:a16="http://schemas.microsoft.com/office/drawing/2014/main" id="{6317424D-DA75-A15F-0C19-096E89461340}"/>
              </a:ext>
            </a:extLst>
          </p:cNvPr>
          <p:cNvSpPr/>
          <p:nvPr userDrawn="1"/>
        </p:nvSpPr>
        <p:spPr>
          <a:xfrm>
            <a:off x="0" y="0"/>
            <a:ext cx="12188827" cy="6858000"/>
          </a:xfrm>
          <a:custGeom>
            <a:avLst/>
            <a:gdLst>
              <a:gd name="connsiteX0" fmla="*/ 8298300 w 12219884"/>
              <a:gd name="connsiteY0" fmla="*/ 0 h 6858000"/>
              <a:gd name="connsiteX1" fmla="*/ 12219884 w 12219884"/>
              <a:gd name="connsiteY1" fmla="*/ 0 h 6858000"/>
              <a:gd name="connsiteX2" fmla="*/ 12219884 w 12219884"/>
              <a:gd name="connsiteY2" fmla="*/ 6858000 h 6858000"/>
              <a:gd name="connsiteX3" fmla="*/ 0 w 12219884"/>
              <a:gd name="connsiteY3" fmla="*/ 6858000 h 6858000"/>
              <a:gd name="connsiteX4" fmla="*/ 0 w 12219884"/>
              <a:gd name="connsiteY4" fmla="*/ 5087251 h 6858000"/>
              <a:gd name="connsiteX5" fmla="*/ 2577461 w 12219884"/>
              <a:gd name="connsiteY5" fmla="*/ 5085576 h 6858000"/>
              <a:gd name="connsiteX6" fmla="*/ 3686387 w 12219884"/>
              <a:gd name="connsiteY6" fmla="*/ 46262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9884" h="6858000">
                <a:moveTo>
                  <a:pt x="8298300" y="0"/>
                </a:moveTo>
                <a:lnTo>
                  <a:pt x="12219884" y="0"/>
                </a:lnTo>
                <a:lnTo>
                  <a:pt x="12219884" y="6858000"/>
                </a:lnTo>
                <a:lnTo>
                  <a:pt x="0" y="6858000"/>
                </a:lnTo>
                <a:lnTo>
                  <a:pt x="0" y="5087251"/>
                </a:lnTo>
                <a:lnTo>
                  <a:pt x="2577461" y="5085576"/>
                </a:lnTo>
                <a:cubicBezTo>
                  <a:pt x="2993418" y="5085576"/>
                  <a:pt x="3392312" y="4920346"/>
                  <a:pt x="3686387" y="4626273"/>
                </a:cubicBezTo>
                <a:close/>
              </a:path>
            </a:pathLst>
          </a:custGeom>
          <a:solidFill>
            <a:schemeClr val="bg1"/>
          </a:solidFill>
          <a:ln w="0" cap="flat">
            <a:noFill/>
            <a:prstDash val="solid"/>
            <a:miter/>
          </a:ln>
          <a:effectLst/>
        </p:spPr>
        <p:txBody>
          <a:bodyPr rtlCol="0" anchor="ctr"/>
          <a:lstStyle/>
          <a:p>
            <a:endParaRPr lang="en-US" dirty="0"/>
          </a:p>
        </p:txBody>
      </p:sp>
      <p:sp>
        <p:nvSpPr>
          <p:cNvPr id="32" name="TextBox 31">
            <a:extLst>
              <a:ext uri="{FF2B5EF4-FFF2-40B4-BE49-F238E27FC236}">
                <a16:creationId xmlns:a16="http://schemas.microsoft.com/office/drawing/2014/main" id="{53EB9DBD-7EC8-8749-8D2B-52C66972D46E}"/>
              </a:ext>
            </a:extLst>
          </p:cNvPr>
          <p:cNvSpPr txBox="1"/>
          <p:nvPr userDrawn="1"/>
        </p:nvSpPr>
        <p:spPr>
          <a:xfrm>
            <a:off x="7122912" y="4133697"/>
            <a:ext cx="3585557" cy="692497"/>
          </a:xfrm>
          <a:prstGeom prst="rect">
            <a:avLst/>
          </a:prstGeom>
        </p:spPr>
        <p:txBody>
          <a:bodyPr wrap="square" lIns="0" tIns="0" rIns="0" bIns="0" rtlCol="0">
            <a:spAutoFit/>
          </a:bodyPr>
          <a:lstStyle/>
          <a:p>
            <a:pPr algn="r" defTabSz="914400" rtl="0" eaLnBrk="1" latinLnBrk="0" hangingPunct="1">
              <a:lnSpc>
                <a:spcPct val="90000"/>
              </a:lnSpc>
              <a:spcBef>
                <a:spcPct val="0"/>
              </a:spcBef>
              <a:spcAft>
                <a:spcPts val="600"/>
              </a:spcAft>
              <a:buNone/>
            </a:pPr>
            <a:r>
              <a:rPr lang="en-US" sz="5000" b="0" kern="1200" cap="none" baseline="0" dirty="0">
                <a:solidFill>
                  <a:schemeClr val="accent2"/>
                </a:solidFill>
                <a:latin typeface="+mj-lt"/>
                <a:ea typeface="+mj-ea"/>
                <a:cs typeface="+mj-cs"/>
              </a:rPr>
              <a:t>Thank You</a:t>
            </a:r>
          </a:p>
        </p:txBody>
      </p:sp>
      <p:grpSp>
        <p:nvGrpSpPr>
          <p:cNvPr id="35" name="Graphic 8">
            <a:extLst>
              <a:ext uri="{FF2B5EF4-FFF2-40B4-BE49-F238E27FC236}">
                <a16:creationId xmlns:a16="http://schemas.microsoft.com/office/drawing/2014/main" id="{8112DCCF-A410-8E64-BF5C-1AED8279B1FF}"/>
              </a:ext>
            </a:extLst>
          </p:cNvPr>
          <p:cNvGrpSpPr/>
          <p:nvPr userDrawn="1"/>
        </p:nvGrpSpPr>
        <p:grpSpPr>
          <a:xfrm>
            <a:off x="265625" y="6323271"/>
            <a:ext cx="1249223" cy="369648"/>
            <a:chOff x="265625" y="6323271"/>
            <a:chExt cx="1249223" cy="369648"/>
          </a:xfrm>
          <a:solidFill>
            <a:srgbClr val="000000"/>
          </a:solidFill>
        </p:grpSpPr>
        <p:grpSp>
          <p:nvGrpSpPr>
            <p:cNvPr id="36" name="Graphic 8">
              <a:extLst>
                <a:ext uri="{FF2B5EF4-FFF2-40B4-BE49-F238E27FC236}">
                  <a16:creationId xmlns:a16="http://schemas.microsoft.com/office/drawing/2014/main" id="{A780A5E4-1B39-5A5D-52AB-EFC20E62EA25}"/>
                </a:ext>
              </a:extLst>
            </p:cNvPr>
            <p:cNvGrpSpPr/>
            <p:nvPr/>
          </p:nvGrpSpPr>
          <p:grpSpPr>
            <a:xfrm>
              <a:off x="745455" y="6594444"/>
              <a:ext cx="722662" cy="98475"/>
              <a:chOff x="745455" y="6594444"/>
              <a:chExt cx="722662" cy="98475"/>
            </a:xfrm>
            <a:solidFill>
              <a:srgbClr val="000000"/>
            </a:solidFill>
          </p:grpSpPr>
          <p:sp>
            <p:nvSpPr>
              <p:cNvPr id="45" name="Freeform 44">
                <a:extLst>
                  <a:ext uri="{FF2B5EF4-FFF2-40B4-BE49-F238E27FC236}">
                    <a16:creationId xmlns:a16="http://schemas.microsoft.com/office/drawing/2014/main" id="{E0903C10-9C43-4029-1989-8796170B6B2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9527ED7E-456D-AB30-D2D0-4C61F6B8397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0499A972-1ADB-ED5A-C815-DB3F2191D945}"/>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D803CC09-D71F-9E10-DA97-C55AD0BCE24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13B2A944-7BD4-DD11-180F-B80BF28EB678}"/>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CC8B82B9-ED10-F9AC-D3B8-E0275C3CBDE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4627E22E-2D4D-FEA9-006A-7DD242E25182}"/>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4169526B-DAA6-4992-5CF6-225DE8545F4E}"/>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4555D210-195A-A18A-E0CE-77874E51EB4A}"/>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83DDD2B8-EB7C-AACE-B23F-6FA8B1A57F12}"/>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7" name="Graphic 8">
              <a:extLst>
                <a:ext uri="{FF2B5EF4-FFF2-40B4-BE49-F238E27FC236}">
                  <a16:creationId xmlns:a16="http://schemas.microsoft.com/office/drawing/2014/main" id="{33CF0C83-9B67-4AA2-133D-C3006C860F5E}"/>
                </a:ext>
              </a:extLst>
            </p:cNvPr>
            <p:cNvGrpSpPr/>
            <p:nvPr/>
          </p:nvGrpSpPr>
          <p:grpSpPr>
            <a:xfrm>
              <a:off x="265625" y="6323271"/>
              <a:ext cx="1249223" cy="190348"/>
              <a:chOff x="265625" y="6323271"/>
              <a:chExt cx="1249223" cy="190348"/>
            </a:xfrm>
            <a:solidFill>
              <a:srgbClr val="000000"/>
            </a:solidFill>
          </p:grpSpPr>
          <p:sp>
            <p:nvSpPr>
              <p:cNvPr id="38" name="Freeform 37">
                <a:extLst>
                  <a:ext uri="{FF2B5EF4-FFF2-40B4-BE49-F238E27FC236}">
                    <a16:creationId xmlns:a16="http://schemas.microsoft.com/office/drawing/2014/main" id="{0811D246-0428-1254-CBB5-CB40B6BB8558}"/>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39" name="Freeform 38">
                <a:extLst>
                  <a:ext uri="{FF2B5EF4-FFF2-40B4-BE49-F238E27FC236}">
                    <a16:creationId xmlns:a16="http://schemas.microsoft.com/office/drawing/2014/main" id="{B0FE8401-7316-2698-D80B-7C0E88A3255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0" name="Freeform 39">
                <a:extLst>
                  <a:ext uri="{FF2B5EF4-FFF2-40B4-BE49-F238E27FC236}">
                    <a16:creationId xmlns:a16="http://schemas.microsoft.com/office/drawing/2014/main" id="{2241BCF0-F50B-2C01-4E3D-8987EE3AEBC6}"/>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E45D38ED-BA90-5035-9D1B-207CDE6D1DD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495663DE-6FC0-F26D-5DE1-C203DA0E3D8E}"/>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EEE0604B-AD28-DEF4-B2C5-6D7AB5FD3A55}"/>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676B44DF-1000-68A6-6AF7-E8182D7C4F2D}"/>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55" name="Freeform: Shape 12">
            <a:extLst>
              <a:ext uri="{FF2B5EF4-FFF2-40B4-BE49-F238E27FC236}">
                <a16:creationId xmlns:a16="http://schemas.microsoft.com/office/drawing/2014/main" id="{C039270F-3B2C-5A52-9E64-757A7B136566}"/>
              </a:ext>
            </a:extLst>
          </p:cNvPr>
          <p:cNvSpPr/>
          <p:nvPr userDrawn="1"/>
        </p:nvSpPr>
        <p:spPr>
          <a:xfrm>
            <a:off x="0" y="0"/>
            <a:ext cx="8366346" cy="5149879"/>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5"/>
              </a:gs>
            </a:gsLst>
            <a:lin ang="0" scaled="1"/>
          </a:gradFill>
          <a:ln w="0" cap="flat">
            <a:noFill/>
            <a:prstDash val="solid"/>
            <a:miter/>
          </a:ln>
        </p:spPr>
        <p:txBody>
          <a:bodyPr rtlCol="0" anchor="ctr"/>
          <a:lstStyle/>
          <a:p>
            <a:endParaRPr lang="en-US" dirty="0"/>
          </a:p>
        </p:txBody>
      </p:sp>
      <p:sp>
        <p:nvSpPr>
          <p:cNvPr id="9" name="TextBox 8">
            <a:extLst>
              <a:ext uri="{FF2B5EF4-FFF2-40B4-BE49-F238E27FC236}">
                <a16:creationId xmlns:a16="http://schemas.microsoft.com/office/drawing/2014/main" id="{6B6C42D0-DC6D-DA1A-9109-B30DDBCA1FD2}"/>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2134491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p:cSld name="vcf-close-a">
    <p:spTree>
      <p:nvGrpSpPr>
        <p:cNvPr id="1" name=""/>
        <p:cNvGrpSpPr/>
        <p:nvPr/>
      </p:nvGrpSpPr>
      <p:grpSpPr>
        <a:xfrm>
          <a:off x="0" y="0"/>
          <a:ext cx="0" cy="0"/>
          <a:chOff x="0" y="0"/>
          <a:chExt cx="0" cy="0"/>
        </a:xfrm>
      </p:grpSpPr>
      <p:pic>
        <p:nvPicPr>
          <p:cNvPr id="7" name="Picture 6" descr="A screen shot of a computer&#10;&#10;AI-generated content may be incorrect.">
            <a:extLst>
              <a:ext uri="{FF2B5EF4-FFF2-40B4-BE49-F238E27FC236}">
                <a16:creationId xmlns:a16="http://schemas.microsoft.com/office/drawing/2014/main" id="{5D22B5DE-D878-0F7B-8289-C21F71E7925B}"/>
              </a:ext>
            </a:extLst>
          </p:cNvPr>
          <p:cNvPicPr>
            <a:picLocks noChangeAspect="1"/>
          </p:cNvPicPr>
          <p:nvPr userDrawn="1"/>
        </p:nvPicPr>
        <p:blipFill>
          <a:blip r:embed="rId2"/>
          <a:srcRect l="53694" b="13698"/>
          <a:stretch>
            <a:fillRect/>
          </a:stretch>
        </p:blipFill>
        <p:spPr>
          <a:xfrm>
            <a:off x="6544638" y="893"/>
            <a:ext cx="5644186" cy="5917022"/>
          </a:xfrm>
          <a:prstGeom prst="rect">
            <a:avLst/>
          </a:prstGeom>
        </p:spPr>
      </p:pic>
      <p:sp>
        <p:nvSpPr>
          <p:cNvPr id="10" name="TextBox 9">
            <a:extLst>
              <a:ext uri="{FF2B5EF4-FFF2-40B4-BE49-F238E27FC236}">
                <a16:creationId xmlns:a16="http://schemas.microsoft.com/office/drawing/2014/main" id="{01F07DE2-A4BE-3B43-A385-D616B948566C}"/>
              </a:ext>
            </a:extLst>
          </p:cNvPr>
          <p:cNvSpPr txBox="1"/>
          <p:nvPr/>
        </p:nvSpPr>
        <p:spPr>
          <a:xfrm>
            <a:off x="612593" y="3730021"/>
            <a:ext cx="3585557" cy="692497"/>
          </a:xfrm>
          <a:prstGeom prst="rect">
            <a:avLst/>
          </a:prstGeom>
        </p:spPr>
        <p:txBody>
          <a:bodyPr wrap="square" lIns="0" tIns="0" rIns="0" bIns="0" rtlCol="0">
            <a:spAutoFit/>
          </a:bodyPr>
          <a:lstStyle/>
          <a:p>
            <a:pPr algn="l" defTabSz="914400" rtl="0" eaLnBrk="1" latinLnBrk="0" hangingPunct="1">
              <a:lnSpc>
                <a:spcPct val="90000"/>
              </a:lnSpc>
              <a:spcBef>
                <a:spcPct val="0"/>
              </a:spcBef>
              <a:spcAft>
                <a:spcPts val="600"/>
              </a:spcAft>
              <a:buNone/>
            </a:pPr>
            <a:r>
              <a:rPr lang="en-US" sz="5000" b="0" kern="1200" cap="none" baseline="0" dirty="0">
                <a:solidFill>
                  <a:schemeClr val="accent2"/>
                </a:solidFill>
                <a:latin typeface="+mj-lt"/>
                <a:ea typeface="+mj-ea"/>
                <a:cs typeface="+mj-cs"/>
              </a:rPr>
              <a:t>Thank You</a:t>
            </a:r>
          </a:p>
        </p:txBody>
      </p:sp>
      <p:pic>
        <p:nvPicPr>
          <p:cNvPr id="2" name="Graphic 1">
            <a:extLst>
              <a:ext uri="{FF2B5EF4-FFF2-40B4-BE49-F238E27FC236}">
                <a16:creationId xmlns:a16="http://schemas.microsoft.com/office/drawing/2014/main" id="{231E1D4D-2045-E0A6-9319-80E550D43A56}"/>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33266" y="570134"/>
            <a:ext cx="2857719" cy="562472"/>
          </a:xfrm>
          <a:prstGeom prst="rect">
            <a:avLst/>
          </a:prstGeom>
        </p:spPr>
      </p:pic>
      <p:grpSp>
        <p:nvGrpSpPr>
          <p:cNvPr id="4" name="Graphic 8">
            <a:extLst>
              <a:ext uri="{FF2B5EF4-FFF2-40B4-BE49-F238E27FC236}">
                <a16:creationId xmlns:a16="http://schemas.microsoft.com/office/drawing/2014/main" id="{D240381F-D431-6FBD-1BD4-B90BBD2F5331}"/>
              </a:ext>
            </a:extLst>
          </p:cNvPr>
          <p:cNvGrpSpPr/>
          <p:nvPr userDrawn="1"/>
        </p:nvGrpSpPr>
        <p:grpSpPr>
          <a:xfrm>
            <a:off x="10169913" y="6323271"/>
            <a:ext cx="1249223" cy="369648"/>
            <a:chOff x="265625" y="6323271"/>
            <a:chExt cx="1249223" cy="369648"/>
          </a:xfrm>
          <a:solidFill>
            <a:srgbClr val="000000"/>
          </a:solidFill>
        </p:grpSpPr>
        <p:grpSp>
          <p:nvGrpSpPr>
            <p:cNvPr id="5" name="Graphic 8">
              <a:extLst>
                <a:ext uri="{FF2B5EF4-FFF2-40B4-BE49-F238E27FC236}">
                  <a16:creationId xmlns:a16="http://schemas.microsoft.com/office/drawing/2014/main" id="{2126EE8A-3BAE-0199-0098-43FF0694566B}"/>
                </a:ext>
              </a:extLst>
            </p:cNvPr>
            <p:cNvGrpSpPr/>
            <p:nvPr/>
          </p:nvGrpSpPr>
          <p:grpSpPr>
            <a:xfrm>
              <a:off x="745455" y="6594444"/>
              <a:ext cx="722662" cy="98475"/>
              <a:chOff x="745455" y="6594444"/>
              <a:chExt cx="722662" cy="98475"/>
            </a:xfrm>
            <a:solidFill>
              <a:srgbClr val="000000"/>
            </a:solidFill>
          </p:grpSpPr>
          <p:sp>
            <p:nvSpPr>
              <p:cNvPr id="16" name="Freeform 15">
                <a:extLst>
                  <a:ext uri="{FF2B5EF4-FFF2-40B4-BE49-F238E27FC236}">
                    <a16:creationId xmlns:a16="http://schemas.microsoft.com/office/drawing/2014/main" id="{C845378D-FD42-9D1E-B3E5-6856C0244909}"/>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17" name="Freeform 16">
                <a:extLst>
                  <a:ext uri="{FF2B5EF4-FFF2-40B4-BE49-F238E27FC236}">
                    <a16:creationId xmlns:a16="http://schemas.microsoft.com/office/drawing/2014/main" id="{01B4F03C-6425-086A-B4A0-22FA153080A3}"/>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E49E38D1-463D-4C64-CA19-58E01C037DDC}"/>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8F4C03AD-9A01-0F91-8CE4-6E2D45403784}"/>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2127FF99-1099-4457-6014-133A0B2B3314}"/>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0636C64C-5C63-B92E-3F14-6BD8275DC6F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5F210CBC-9EFA-8E8A-956F-90C41FFE7028}"/>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23" name="Freeform 22">
                <a:extLst>
                  <a:ext uri="{FF2B5EF4-FFF2-40B4-BE49-F238E27FC236}">
                    <a16:creationId xmlns:a16="http://schemas.microsoft.com/office/drawing/2014/main" id="{C72D9EBE-6044-B591-406D-781CDFE07903}"/>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D642E36F-CA65-D7DC-71EB-5C5EBBD4CEC1}"/>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09EF31A7-C6D1-D919-812E-4103196A5CDE}"/>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6" name="Graphic 8">
              <a:extLst>
                <a:ext uri="{FF2B5EF4-FFF2-40B4-BE49-F238E27FC236}">
                  <a16:creationId xmlns:a16="http://schemas.microsoft.com/office/drawing/2014/main" id="{DADBD257-43D0-4CDA-4A5A-3CDA7BF6740C}"/>
                </a:ext>
              </a:extLst>
            </p:cNvPr>
            <p:cNvGrpSpPr/>
            <p:nvPr/>
          </p:nvGrpSpPr>
          <p:grpSpPr>
            <a:xfrm>
              <a:off x="265625" y="6323271"/>
              <a:ext cx="1249223" cy="190348"/>
              <a:chOff x="265625" y="6323271"/>
              <a:chExt cx="1249223" cy="190348"/>
            </a:xfrm>
            <a:solidFill>
              <a:srgbClr val="000000"/>
            </a:solidFill>
          </p:grpSpPr>
          <p:sp>
            <p:nvSpPr>
              <p:cNvPr id="8" name="Freeform 7">
                <a:extLst>
                  <a:ext uri="{FF2B5EF4-FFF2-40B4-BE49-F238E27FC236}">
                    <a16:creationId xmlns:a16="http://schemas.microsoft.com/office/drawing/2014/main" id="{B5BFAD0C-7AD2-00F4-4919-505C12E2501B}"/>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9" name="Freeform 8">
                <a:extLst>
                  <a:ext uri="{FF2B5EF4-FFF2-40B4-BE49-F238E27FC236}">
                    <a16:creationId xmlns:a16="http://schemas.microsoft.com/office/drawing/2014/main" id="{AE52F78E-16F0-DF94-70DA-D5582B097064}"/>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1" name="Freeform 10">
                <a:extLst>
                  <a:ext uri="{FF2B5EF4-FFF2-40B4-BE49-F238E27FC236}">
                    <a16:creationId xmlns:a16="http://schemas.microsoft.com/office/drawing/2014/main" id="{9C32BCE4-0107-EF3E-0450-AA6CBFDD165A}"/>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2" name="Freeform 11">
                <a:extLst>
                  <a:ext uri="{FF2B5EF4-FFF2-40B4-BE49-F238E27FC236}">
                    <a16:creationId xmlns:a16="http://schemas.microsoft.com/office/drawing/2014/main" id="{49F81FA8-AAC7-6F89-E33E-0311B404D828}"/>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BA01788C-E05D-6DA1-6A16-F0654896083D}"/>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4" name="Freeform 13">
                <a:extLst>
                  <a:ext uri="{FF2B5EF4-FFF2-40B4-BE49-F238E27FC236}">
                    <a16:creationId xmlns:a16="http://schemas.microsoft.com/office/drawing/2014/main" id="{DB1CA306-CB93-3B83-69A3-BF09A3F8EDB4}"/>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5" name="Freeform 14">
                <a:extLst>
                  <a:ext uri="{FF2B5EF4-FFF2-40B4-BE49-F238E27FC236}">
                    <a16:creationId xmlns:a16="http://schemas.microsoft.com/office/drawing/2014/main" id="{89196C2B-5506-6430-A14E-6A9FF840E3A0}"/>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16325560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preserve="1">
  <p:cSld name="vcf-close-b">
    <p:spTree>
      <p:nvGrpSpPr>
        <p:cNvPr id="1" name=""/>
        <p:cNvGrpSpPr/>
        <p:nvPr/>
      </p:nvGrpSpPr>
      <p:grpSpPr>
        <a:xfrm>
          <a:off x="0" y="0"/>
          <a:ext cx="0" cy="0"/>
          <a:chOff x="0" y="0"/>
          <a:chExt cx="0" cy="0"/>
        </a:xfrm>
      </p:grpSpPr>
      <p:pic>
        <p:nvPicPr>
          <p:cNvPr id="4" name="Picture 3" descr="A logo of a cloud computing system&#10;&#10;AI-generated content may be incorrect.">
            <a:extLst>
              <a:ext uri="{FF2B5EF4-FFF2-40B4-BE49-F238E27FC236}">
                <a16:creationId xmlns:a16="http://schemas.microsoft.com/office/drawing/2014/main" id="{D5B6D3D3-656A-E2AE-0E8D-85964108B23F}"/>
              </a:ext>
            </a:extLst>
          </p:cNvPr>
          <p:cNvPicPr>
            <a:picLocks noChangeAspect="1"/>
          </p:cNvPicPr>
          <p:nvPr userDrawn="1"/>
        </p:nvPicPr>
        <p:blipFill>
          <a:blip r:embed="rId2"/>
          <a:stretch>
            <a:fillRect/>
          </a:stretch>
        </p:blipFill>
        <p:spPr>
          <a:xfrm>
            <a:off x="5330825" y="0"/>
            <a:ext cx="6858000" cy="6858000"/>
          </a:xfrm>
          <a:prstGeom prst="rect">
            <a:avLst/>
          </a:prstGeom>
        </p:spPr>
      </p:pic>
      <p:pic>
        <p:nvPicPr>
          <p:cNvPr id="2" name="Graphic 1">
            <a:extLst>
              <a:ext uri="{FF2B5EF4-FFF2-40B4-BE49-F238E27FC236}">
                <a16:creationId xmlns:a16="http://schemas.microsoft.com/office/drawing/2014/main" id="{0663E1E2-33E8-E1CE-2C1C-C00429E453F1}"/>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33266" y="570134"/>
            <a:ext cx="2857719" cy="562472"/>
          </a:xfrm>
          <a:prstGeom prst="rect">
            <a:avLst/>
          </a:prstGeom>
        </p:spPr>
      </p:pic>
      <p:sp>
        <p:nvSpPr>
          <p:cNvPr id="5" name="TextBox 4">
            <a:extLst>
              <a:ext uri="{FF2B5EF4-FFF2-40B4-BE49-F238E27FC236}">
                <a16:creationId xmlns:a16="http://schemas.microsoft.com/office/drawing/2014/main" id="{4599F36B-0C50-2222-827C-116C6403C43F}"/>
              </a:ext>
            </a:extLst>
          </p:cNvPr>
          <p:cNvSpPr txBox="1"/>
          <p:nvPr userDrawn="1"/>
        </p:nvSpPr>
        <p:spPr>
          <a:xfrm>
            <a:off x="612593" y="3730021"/>
            <a:ext cx="3585557" cy="692497"/>
          </a:xfrm>
          <a:prstGeom prst="rect">
            <a:avLst/>
          </a:prstGeom>
        </p:spPr>
        <p:txBody>
          <a:bodyPr wrap="square" lIns="0" tIns="0" rIns="0" bIns="0" rtlCol="0">
            <a:spAutoFit/>
          </a:bodyPr>
          <a:lstStyle/>
          <a:p>
            <a:pPr algn="l" defTabSz="914400" rtl="0" eaLnBrk="1" latinLnBrk="0" hangingPunct="1">
              <a:lnSpc>
                <a:spcPct val="90000"/>
              </a:lnSpc>
              <a:spcBef>
                <a:spcPct val="0"/>
              </a:spcBef>
              <a:spcAft>
                <a:spcPts val="600"/>
              </a:spcAft>
              <a:buNone/>
            </a:pPr>
            <a:r>
              <a:rPr lang="en-US" sz="5000" b="0" kern="1200" cap="none" baseline="0" dirty="0">
                <a:solidFill>
                  <a:schemeClr val="accent2"/>
                </a:solidFill>
                <a:latin typeface="+mj-lt"/>
                <a:ea typeface="+mj-ea"/>
                <a:cs typeface="+mj-cs"/>
              </a:rPr>
              <a:t>Thank You</a:t>
            </a:r>
          </a:p>
        </p:txBody>
      </p:sp>
      <p:grpSp>
        <p:nvGrpSpPr>
          <p:cNvPr id="6" name="Graphic 8">
            <a:extLst>
              <a:ext uri="{FF2B5EF4-FFF2-40B4-BE49-F238E27FC236}">
                <a16:creationId xmlns:a16="http://schemas.microsoft.com/office/drawing/2014/main" id="{0E509A79-F6D5-B06C-958E-E5AC3C46A63D}"/>
              </a:ext>
            </a:extLst>
          </p:cNvPr>
          <p:cNvGrpSpPr/>
          <p:nvPr userDrawn="1"/>
        </p:nvGrpSpPr>
        <p:grpSpPr>
          <a:xfrm>
            <a:off x="10169913" y="6323271"/>
            <a:ext cx="1249223" cy="369648"/>
            <a:chOff x="265625" y="6323271"/>
            <a:chExt cx="1249223" cy="369648"/>
          </a:xfrm>
          <a:solidFill>
            <a:srgbClr val="000000"/>
          </a:solidFill>
        </p:grpSpPr>
        <p:grpSp>
          <p:nvGrpSpPr>
            <p:cNvPr id="7" name="Graphic 8">
              <a:extLst>
                <a:ext uri="{FF2B5EF4-FFF2-40B4-BE49-F238E27FC236}">
                  <a16:creationId xmlns:a16="http://schemas.microsoft.com/office/drawing/2014/main" id="{AE2275C1-A234-6DD2-C47A-488F2A0C5DA4}"/>
                </a:ext>
              </a:extLst>
            </p:cNvPr>
            <p:cNvGrpSpPr/>
            <p:nvPr/>
          </p:nvGrpSpPr>
          <p:grpSpPr>
            <a:xfrm>
              <a:off x="745455" y="6594444"/>
              <a:ext cx="722662" cy="98475"/>
              <a:chOff x="745455" y="6594444"/>
              <a:chExt cx="722662" cy="98475"/>
            </a:xfrm>
            <a:solidFill>
              <a:srgbClr val="000000"/>
            </a:solidFill>
          </p:grpSpPr>
          <p:sp>
            <p:nvSpPr>
              <p:cNvPr id="37" name="Freeform 36">
                <a:extLst>
                  <a:ext uri="{FF2B5EF4-FFF2-40B4-BE49-F238E27FC236}">
                    <a16:creationId xmlns:a16="http://schemas.microsoft.com/office/drawing/2014/main" id="{431CE114-F3E9-E98A-4BA4-0516F542A3B4}"/>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38" name="Freeform 37">
                <a:extLst>
                  <a:ext uri="{FF2B5EF4-FFF2-40B4-BE49-F238E27FC236}">
                    <a16:creationId xmlns:a16="http://schemas.microsoft.com/office/drawing/2014/main" id="{04CA1A03-77AA-780C-B68C-660F5BE34849}"/>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39" name="Freeform 38">
                <a:extLst>
                  <a:ext uri="{FF2B5EF4-FFF2-40B4-BE49-F238E27FC236}">
                    <a16:creationId xmlns:a16="http://schemas.microsoft.com/office/drawing/2014/main" id="{E977FFEE-E440-16F9-70F1-AF4A6B54B5E6}"/>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40" name="Freeform 39">
                <a:extLst>
                  <a:ext uri="{FF2B5EF4-FFF2-40B4-BE49-F238E27FC236}">
                    <a16:creationId xmlns:a16="http://schemas.microsoft.com/office/drawing/2014/main" id="{D1ED6AF7-ED02-66B3-EC40-7F0E29353BD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C4E3B68D-CA96-AC9D-0CE3-1DC359FC4FE1}"/>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1E4C566D-E2F2-8C83-D974-455EBFEF2C8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D46FE9B7-AFAF-8AE9-BCAC-32C7050AA675}"/>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AFD97213-6487-8766-F754-42FD7EAF5EDE}"/>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D9C10BB5-50E6-63AC-9025-257334522483}"/>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212E531C-C28B-20F7-D4D0-A118CF3F0A39}"/>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8" name="Graphic 8">
              <a:extLst>
                <a:ext uri="{FF2B5EF4-FFF2-40B4-BE49-F238E27FC236}">
                  <a16:creationId xmlns:a16="http://schemas.microsoft.com/office/drawing/2014/main" id="{CEA5CC23-5057-2830-8024-F07AC496D337}"/>
                </a:ext>
              </a:extLst>
            </p:cNvPr>
            <p:cNvGrpSpPr/>
            <p:nvPr/>
          </p:nvGrpSpPr>
          <p:grpSpPr>
            <a:xfrm>
              <a:off x="265625" y="6323271"/>
              <a:ext cx="1249223" cy="190348"/>
              <a:chOff x="265625" y="6323271"/>
              <a:chExt cx="1249223" cy="190348"/>
            </a:xfrm>
            <a:solidFill>
              <a:srgbClr val="000000"/>
            </a:solidFill>
          </p:grpSpPr>
          <p:sp>
            <p:nvSpPr>
              <p:cNvPr id="9" name="Freeform 8">
                <a:extLst>
                  <a:ext uri="{FF2B5EF4-FFF2-40B4-BE49-F238E27FC236}">
                    <a16:creationId xmlns:a16="http://schemas.microsoft.com/office/drawing/2014/main" id="{4B25CB1A-60DF-B7A7-9480-4C3711052CA3}"/>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2D52DF86-E0EF-1071-BA38-4713BDFCE640}"/>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4" name="Freeform 13">
                <a:extLst>
                  <a:ext uri="{FF2B5EF4-FFF2-40B4-BE49-F238E27FC236}">
                    <a16:creationId xmlns:a16="http://schemas.microsoft.com/office/drawing/2014/main" id="{955C11E2-D041-6BE5-4E9B-09F93712BADA}"/>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33" name="Freeform 32">
                <a:extLst>
                  <a:ext uri="{FF2B5EF4-FFF2-40B4-BE49-F238E27FC236}">
                    <a16:creationId xmlns:a16="http://schemas.microsoft.com/office/drawing/2014/main" id="{2CF69822-31CE-ADA8-C134-6B78BC3E1E84}"/>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34" name="Freeform 33">
                <a:extLst>
                  <a:ext uri="{FF2B5EF4-FFF2-40B4-BE49-F238E27FC236}">
                    <a16:creationId xmlns:a16="http://schemas.microsoft.com/office/drawing/2014/main" id="{0245EF83-A7DA-4288-6266-89EFA916B9AA}"/>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35" name="Freeform 34">
                <a:extLst>
                  <a:ext uri="{FF2B5EF4-FFF2-40B4-BE49-F238E27FC236}">
                    <a16:creationId xmlns:a16="http://schemas.microsoft.com/office/drawing/2014/main" id="{7329DD28-4D16-8B03-2869-6F43ABDB61E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36" name="Freeform 35">
                <a:extLst>
                  <a:ext uri="{FF2B5EF4-FFF2-40B4-BE49-F238E27FC236}">
                    <a16:creationId xmlns:a16="http://schemas.microsoft.com/office/drawing/2014/main" id="{38E7EA31-3D35-8902-97AE-4FD7D2938A7B}"/>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2577072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preserve="1" userDrawn="1">
  <p:cSld name="Section - DPU">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2">
                    <a:lumMod val="25000"/>
                  </a:schemeClr>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3" name="Parallelogram 2">
            <a:extLst>
              <a:ext uri="{FF2B5EF4-FFF2-40B4-BE49-F238E27FC236}">
                <a16:creationId xmlns:a16="http://schemas.microsoft.com/office/drawing/2014/main" id="{21BD0E35-5D00-D896-6AA2-BCA2A752CB7C}"/>
              </a:ext>
            </a:extLst>
          </p:cNvPr>
          <p:cNvSpPr/>
          <p:nvPr userDrawn="1"/>
        </p:nvSpPr>
        <p:spPr>
          <a:xfrm>
            <a:off x="5406003" y="-1"/>
            <a:ext cx="14676689" cy="6858001"/>
          </a:xfrm>
          <a:prstGeom prst="parallelogram">
            <a:avLst>
              <a:gd name="adj" fmla="val 100124"/>
            </a:avLst>
          </a:prstGeom>
          <a:gradFill flip="none" rotWithShape="1">
            <a:gsLst>
              <a:gs pos="30000">
                <a:schemeClr val="accent2"/>
              </a:gs>
              <a:gs pos="100000">
                <a:schemeClr val="accent1"/>
              </a:gs>
            </a:gsLst>
            <a:lin ang="18900000" scaled="1"/>
            <a:tileRect/>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rallelogram 3">
            <a:extLst>
              <a:ext uri="{FF2B5EF4-FFF2-40B4-BE49-F238E27FC236}">
                <a16:creationId xmlns:a16="http://schemas.microsoft.com/office/drawing/2014/main" id="{10FB33BD-057D-5F3D-318C-AA409D826C58}"/>
              </a:ext>
            </a:extLst>
          </p:cNvPr>
          <p:cNvSpPr/>
          <p:nvPr userDrawn="1"/>
        </p:nvSpPr>
        <p:spPr>
          <a:xfrm>
            <a:off x="1840256" y="-1"/>
            <a:ext cx="12934077" cy="6470788"/>
          </a:xfrm>
          <a:prstGeom prst="parallelogram">
            <a:avLst>
              <a:gd name="adj" fmla="val 100124"/>
            </a:avLst>
          </a:prstGeom>
          <a:gradFill flip="none" rotWithShape="1">
            <a:gsLst>
              <a:gs pos="0">
                <a:schemeClr val="accent2">
                  <a:lumMod val="60000"/>
                  <a:lumOff val="40000"/>
                  <a:alpha val="25000"/>
                </a:schemeClr>
              </a:gs>
              <a:gs pos="74000">
                <a:schemeClr val="accent2">
                  <a:alpha val="0"/>
                </a:schemeClr>
              </a:gs>
            </a:gsLst>
            <a:lin ang="8100000" scaled="1"/>
            <a:tileRect/>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 name="Graphic 143">
            <a:extLst>
              <a:ext uri="{FF2B5EF4-FFF2-40B4-BE49-F238E27FC236}">
                <a16:creationId xmlns:a16="http://schemas.microsoft.com/office/drawing/2014/main" id="{E81225B4-DF65-9170-E786-AD4D904C6E23}"/>
              </a:ext>
            </a:extLst>
          </p:cNvPr>
          <p:cNvSpPr/>
          <p:nvPr userDrawn="1"/>
        </p:nvSpPr>
        <p:spPr>
          <a:xfrm>
            <a:off x="4130978" y="4499933"/>
            <a:ext cx="2421204" cy="666750"/>
          </a:xfrm>
          <a:custGeom>
            <a:avLst/>
            <a:gdLst>
              <a:gd name="connsiteX0" fmla="*/ 482061 w 600651"/>
              <a:gd name="connsiteY0" fmla="*/ 38962 h 165407"/>
              <a:gd name="connsiteX1" fmla="*/ 398886 w 600651"/>
              <a:gd name="connsiteY1" fmla="*/ 75298 h 165407"/>
              <a:gd name="connsiteX2" fmla="*/ 268849 w 600651"/>
              <a:gd name="connsiteY2" fmla="*/ 0 h 165407"/>
              <a:gd name="connsiteX3" fmla="*/ 118927 w 600651"/>
              <a:gd name="connsiteY3" fmla="*/ 122878 h 165407"/>
              <a:gd name="connsiteX4" fmla="*/ 66185 w 600651"/>
              <a:gd name="connsiteY4" fmla="*/ 94823 h 165407"/>
              <a:gd name="connsiteX5" fmla="*/ 0 w 600651"/>
              <a:gd name="connsiteY5" fmla="*/ 165408 h 165407"/>
              <a:gd name="connsiteX6" fmla="*/ 600652 w 600651"/>
              <a:gd name="connsiteY6" fmla="*/ 165408 h 165407"/>
              <a:gd name="connsiteX7" fmla="*/ 482061 w 600651"/>
              <a:gd name="connsiteY7" fmla="*/ 38939 h 16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651" h="165407">
                <a:moveTo>
                  <a:pt x="482061" y="38962"/>
                </a:moveTo>
                <a:cubicBezTo>
                  <a:pt x="449653" y="38962"/>
                  <a:pt x="420297" y="52832"/>
                  <a:pt x="398886" y="75298"/>
                </a:cubicBezTo>
                <a:cubicBezTo>
                  <a:pt x="371236" y="29984"/>
                  <a:pt x="323341" y="0"/>
                  <a:pt x="268849" y="0"/>
                </a:cubicBezTo>
                <a:cubicBezTo>
                  <a:pt x="196963" y="0"/>
                  <a:pt x="136523" y="52136"/>
                  <a:pt x="118927" y="122878"/>
                </a:cubicBezTo>
                <a:cubicBezTo>
                  <a:pt x="106853" y="105865"/>
                  <a:pt x="87754" y="94823"/>
                  <a:pt x="66185" y="94823"/>
                </a:cubicBezTo>
                <a:cubicBezTo>
                  <a:pt x="29625" y="94823"/>
                  <a:pt x="0" y="126446"/>
                  <a:pt x="0" y="165408"/>
                </a:cubicBezTo>
                <a:lnTo>
                  <a:pt x="600652" y="165408"/>
                </a:lnTo>
                <a:cubicBezTo>
                  <a:pt x="600652" y="95564"/>
                  <a:pt x="547551" y="38939"/>
                  <a:pt x="482061" y="38939"/>
                </a:cubicBezTo>
                <a:close/>
              </a:path>
            </a:pathLst>
          </a:custGeom>
          <a:solidFill>
            <a:schemeClr val="accent2">
              <a:alpha val="13000"/>
            </a:schemeClr>
          </a:soli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6" name="Graphic 5">
            <a:extLst>
              <a:ext uri="{FF2B5EF4-FFF2-40B4-BE49-F238E27FC236}">
                <a16:creationId xmlns:a16="http://schemas.microsoft.com/office/drawing/2014/main" id="{8CCD6C51-1ACC-C903-BF0A-FE887F4E9951}"/>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979191" y="2319345"/>
            <a:ext cx="3124591" cy="1207366"/>
          </a:xfrm>
          <a:prstGeom prst="rect">
            <a:avLst/>
          </a:prstGeom>
        </p:spPr>
      </p:pic>
      <p:grpSp>
        <p:nvGrpSpPr>
          <p:cNvPr id="7" name="Group 6">
            <a:extLst>
              <a:ext uri="{FF2B5EF4-FFF2-40B4-BE49-F238E27FC236}">
                <a16:creationId xmlns:a16="http://schemas.microsoft.com/office/drawing/2014/main" id="{F3DFDBE6-637C-999F-7ECE-33E381EE535B}"/>
              </a:ext>
            </a:extLst>
          </p:cNvPr>
          <p:cNvGrpSpPr/>
          <p:nvPr userDrawn="1"/>
        </p:nvGrpSpPr>
        <p:grpSpPr>
          <a:xfrm>
            <a:off x="8467108" y="1045130"/>
            <a:ext cx="1685206" cy="686138"/>
            <a:chOff x="437672" y="1280130"/>
            <a:chExt cx="2910783" cy="1185138"/>
          </a:xfrm>
        </p:grpSpPr>
        <p:sp>
          <p:nvSpPr>
            <p:cNvPr id="8" name="Freeform: Shape 187">
              <a:extLst>
                <a:ext uri="{FF2B5EF4-FFF2-40B4-BE49-F238E27FC236}">
                  <a16:creationId xmlns:a16="http://schemas.microsoft.com/office/drawing/2014/main" id="{8D8E4B6A-1D78-7AFB-265C-490D60C20349}"/>
                </a:ext>
              </a:extLst>
            </p:cNvPr>
            <p:cNvSpPr/>
            <p:nvPr/>
          </p:nvSpPr>
          <p:spPr>
            <a:xfrm>
              <a:off x="437672" y="1280130"/>
              <a:ext cx="2720832" cy="1110872"/>
            </a:xfrm>
            <a:custGeom>
              <a:avLst/>
              <a:gdLst>
                <a:gd name="connsiteX0" fmla="*/ 749249 w 907209"/>
                <a:gd name="connsiteY0" fmla="*/ 212440 h 370400"/>
                <a:gd name="connsiteX1" fmla="*/ 700014 w 907209"/>
                <a:gd name="connsiteY1" fmla="*/ 220306 h 370400"/>
                <a:gd name="connsiteX2" fmla="*/ 454537 w 907209"/>
                <a:gd name="connsiteY2" fmla="*/ 0 h 370400"/>
                <a:gd name="connsiteX3" fmla="*/ 213896 w 907209"/>
                <a:gd name="connsiteY3" fmla="*/ 191405 h 370400"/>
                <a:gd name="connsiteX4" fmla="*/ 178995 w 907209"/>
                <a:gd name="connsiteY4" fmla="*/ 191405 h 370400"/>
                <a:gd name="connsiteX5" fmla="*/ 0 w 907209"/>
                <a:gd name="connsiteY5" fmla="*/ 370400 h 370400"/>
                <a:gd name="connsiteX6" fmla="*/ 907209 w 907209"/>
                <a:gd name="connsiteY6" fmla="*/ 370400 h 370400"/>
                <a:gd name="connsiteX7" fmla="*/ 749249 w 907209"/>
                <a:gd name="connsiteY7" fmla="*/ 212440 h 3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7209" h="370400">
                  <a:moveTo>
                    <a:pt x="749249" y="212440"/>
                  </a:moveTo>
                  <a:cubicBezTo>
                    <a:pt x="732060" y="212440"/>
                    <a:pt x="715512" y="215236"/>
                    <a:pt x="700014" y="220306"/>
                  </a:cubicBezTo>
                  <a:cubicBezTo>
                    <a:pt x="686729" y="96489"/>
                    <a:pt x="581907" y="0"/>
                    <a:pt x="454537" y="0"/>
                  </a:cubicBezTo>
                  <a:cubicBezTo>
                    <a:pt x="337246" y="0"/>
                    <a:pt x="239126" y="81806"/>
                    <a:pt x="213896" y="191405"/>
                  </a:cubicBezTo>
                  <a:lnTo>
                    <a:pt x="178995" y="191405"/>
                  </a:lnTo>
                  <a:cubicBezTo>
                    <a:pt x="80116" y="191405"/>
                    <a:pt x="0" y="271522"/>
                    <a:pt x="0" y="370400"/>
                  </a:cubicBezTo>
                  <a:lnTo>
                    <a:pt x="907209" y="370400"/>
                  </a:lnTo>
                  <a:cubicBezTo>
                    <a:pt x="907209" y="283175"/>
                    <a:pt x="836474" y="212440"/>
                    <a:pt x="749249" y="212440"/>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9" name="Freeform: Shape 188">
              <a:extLst>
                <a:ext uri="{FF2B5EF4-FFF2-40B4-BE49-F238E27FC236}">
                  <a16:creationId xmlns:a16="http://schemas.microsoft.com/office/drawing/2014/main" id="{8ECF167B-7A9C-771D-FE58-50C2F70A19BC}"/>
                </a:ext>
              </a:extLst>
            </p:cNvPr>
            <p:cNvSpPr/>
            <p:nvPr/>
          </p:nvSpPr>
          <p:spPr>
            <a:xfrm>
              <a:off x="1651302" y="1789783"/>
              <a:ext cx="1697153" cy="675485"/>
            </a:xfrm>
            <a:custGeom>
              <a:avLst/>
              <a:gdLst>
                <a:gd name="connsiteX0" fmla="*/ 154872 w 565884"/>
                <a:gd name="connsiteY0" fmla="*/ 70357 h 225229"/>
                <a:gd name="connsiteX1" fmla="*/ 0 w 565884"/>
                <a:gd name="connsiteY1" fmla="*/ 225229 h 225229"/>
                <a:gd name="connsiteX2" fmla="*/ 565884 w 565884"/>
                <a:gd name="connsiteY2" fmla="*/ 225229 h 225229"/>
                <a:gd name="connsiteX3" fmla="*/ 496023 w 565884"/>
                <a:gd name="connsiteY3" fmla="*/ 70357 h 225229"/>
                <a:gd name="connsiteX4" fmla="*/ 496023 w 565884"/>
                <a:gd name="connsiteY4" fmla="*/ 70357 h 225229"/>
                <a:gd name="connsiteX5" fmla="*/ 154872 w 565884"/>
                <a:gd name="connsiteY5" fmla="*/ 70357 h 22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84" h="225229">
                  <a:moveTo>
                    <a:pt x="154872" y="70357"/>
                  </a:moveTo>
                  <a:lnTo>
                    <a:pt x="0" y="225229"/>
                  </a:lnTo>
                  <a:lnTo>
                    <a:pt x="565884" y="225229"/>
                  </a:lnTo>
                  <a:cubicBezTo>
                    <a:pt x="562272" y="168711"/>
                    <a:pt x="538965" y="113299"/>
                    <a:pt x="496023" y="70357"/>
                  </a:cubicBezTo>
                  <a:lnTo>
                    <a:pt x="496023" y="70357"/>
                  </a:lnTo>
                  <a:cubicBezTo>
                    <a:pt x="402213" y="-23452"/>
                    <a:pt x="248681" y="-23452"/>
                    <a:pt x="154872" y="70357"/>
                  </a:cubicBezTo>
                  <a:close/>
                </a:path>
              </a:pathLst>
            </a:custGeom>
            <a:gradFill>
              <a:gsLst>
                <a:gs pos="29000">
                  <a:srgbClr val="FFFFFF"/>
                </a:gs>
                <a:gs pos="48000">
                  <a:srgbClr val="F8FBFE"/>
                </a:gs>
                <a:gs pos="73000">
                  <a:srgbClr val="E7F3FB"/>
                </a:gs>
                <a:gs pos="100000">
                  <a:srgbClr val="CEE6F7"/>
                </a:gs>
              </a:gsLst>
              <a:lin ang="2700000" scaled="1"/>
            </a:gra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0" name="Graphic 133">
            <a:extLst>
              <a:ext uri="{FF2B5EF4-FFF2-40B4-BE49-F238E27FC236}">
                <a16:creationId xmlns:a16="http://schemas.microsoft.com/office/drawing/2014/main" id="{FCD194F5-B559-BDA4-6514-A523BC24E7E0}"/>
              </a:ext>
            </a:extLst>
          </p:cNvPr>
          <p:cNvGrpSpPr/>
          <p:nvPr userDrawn="1"/>
        </p:nvGrpSpPr>
        <p:grpSpPr>
          <a:xfrm>
            <a:off x="7658062" y="759262"/>
            <a:ext cx="747561" cy="1467875"/>
            <a:chOff x="7819347" y="302010"/>
            <a:chExt cx="1311782" cy="2575749"/>
          </a:xfrm>
          <a:noFill/>
        </p:grpSpPr>
        <p:sp>
          <p:nvSpPr>
            <p:cNvPr id="11" name="Freeform: Shape 232">
              <a:extLst>
                <a:ext uri="{FF2B5EF4-FFF2-40B4-BE49-F238E27FC236}">
                  <a16:creationId xmlns:a16="http://schemas.microsoft.com/office/drawing/2014/main" id="{806BDCBE-3187-F906-99C7-617B7DF4EF39}"/>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 name="Freeform: Shape 233">
              <a:extLst>
                <a:ext uri="{FF2B5EF4-FFF2-40B4-BE49-F238E27FC236}">
                  <a16:creationId xmlns:a16="http://schemas.microsoft.com/office/drawing/2014/main" id="{D233A677-3C04-B05C-18B6-82985B4202DC}"/>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 name="Freeform: Shape 234">
              <a:extLst>
                <a:ext uri="{FF2B5EF4-FFF2-40B4-BE49-F238E27FC236}">
                  <a16:creationId xmlns:a16="http://schemas.microsoft.com/office/drawing/2014/main" id="{1F0B3719-A0BA-F350-B875-1E3FAA4FE40F}"/>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 name="Freeform: Shape 235">
              <a:extLst>
                <a:ext uri="{FF2B5EF4-FFF2-40B4-BE49-F238E27FC236}">
                  <a16:creationId xmlns:a16="http://schemas.microsoft.com/office/drawing/2014/main" id="{7FFB93A6-1BE5-187F-CF39-CEC54C80072F}"/>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6" name="Freeform: Shape 236">
              <a:extLst>
                <a:ext uri="{FF2B5EF4-FFF2-40B4-BE49-F238E27FC236}">
                  <a16:creationId xmlns:a16="http://schemas.microsoft.com/office/drawing/2014/main" id="{246E8F66-9AB2-2BBD-C1B6-A3F270294899}"/>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7" name="Freeform: Shape 265">
            <a:extLst>
              <a:ext uri="{FF2B5EF4-FFF2-40B4-BE49-F238E27FC236}">
                <a16:creationId xmlns:a16="http://schemas.microsoft.com/office/drawing/2014/main" id="{86F2EBD6-1BE5-3DC2-C446-7E82BAF899B0}"/>
              </a:ext>
            </a:extLst>
          </p:cNvPr>
          <p:cNvSpPr/>
          <p:nvPr userDrawn="1"/>
        </p:nvSpPr>
        <p:spPr>
          <a:xfrm>
            <a:off x="11119385" y="4173017"/>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8" name="Freeform: Shape 269">
            <a:extLst>
              <a:ext uri="{FF2B5EF4-FFF2-40B4-BE49-F238E27FC236}">
                <a16:creationId xmlns:a16="http://schemas.microsoft.com/office/drawing/2014/main" id="{B83295D7-DB92-BC1F-8358-2F91913B85BD}"/>
              </a:ext>
            </a:extLst>
          </p:cNvPr>
          <p:cNvSpPr/>
          <p:nvPr userDrawn="1"/>
        </p:nvSpPr>
        <p:spPr>
          <a:xfrm>
            <a:off x="6195382" y="430769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 name="Freeform: Shape 285">
            <a:extLst>
              <a:ext uri="{FF2B5EF4-FFF2-40B4-BE49-F238E27FC236}">
                <a16:creationId xmlns:a16="http://schemas.microsoft.com/office/drawing/2014/main" id="{62C6CAA2-7A2D-1543-0F72-BFDD67956E95}"/>
              </a:ext>
            </a:extLst>
          </p:cNvPr>
          <p:cNvSpPr/>
          <p:nvPr userDrawn="1"/>
        </p:nvSpPr>
        <p:spPr>
          <a:xfrm>
            <a:off x="8709950" y="5303803"/>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0" name="Freeform: Shape 286">
            <a:extLst>
              <a:ext uri="{FF2B5EF4-FFF2-40B4-BE49-F238E27FC236}">
                <a16:creationId xmlns:a16="http://schemas.microsoft.com/office/drawing/2014/main" id="{72397947-8AE8-A764-24E5-C95C592DB51F}"/>
              </a:ext>
            </a:extLst>
          </p:cNvPr>
          <p:cNvSpPr/>
          <p:nvPr userDrawn="1"/>
        </p:nvSpPr>
        <p:spPr>
          <a:xfrm>
            <a:off x="9116688" y="50100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21" name="Graphic 133">
            <a:extLst>
              <a:ext uri="{FF2B5EF4-FFF2-40B4-BE49-F238E27FC236}">
                <a16:creationId xmlns:a16="http://schemas.microsoft.com/office/drawing/2014/main" id="{0BF38EAF-B463-1122-00DD-53352C4BAF39}"/>
              </a:ext>
            </a:extLst>
          </p:cNvPr>
          <p:cNvGrpSpPr/>
          <p:nvPr userDrawn="1"/>
        </p:nvGrpSpPr>
        <p:grpSpPr>
          <a:xfrm rot="15300000">
            <a:off x="9138526" y="3220265"/>
            <a:ext cx="1311782" cy="2575749"/>
            <a:chOff x="7819347" y="302010"/>
            <a:chExt cx="1311782" cy="2575749"/>
          </a:xfrm>
          <a:noFill/>
        </p:grpSpPr>
        <p:sp>
          <p:nvSpPr>
            <p:cNvPr id="22" name="Freeform: Shape 288">
              <a:extLst>
                <a:ext uri="{FF2B5EF4-FFF2-40B4-BE49-F238E27FC236}">
                  <a16:creationId xmlns:a16="http://schemas.microsoft.com/office/drawing/2014/main" id="{EF516624-F862-686A-ED8B-23595C6BC436}"/>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3" name="Freeform: Shape 289">
              <a:extLst>
                <a:ext uri="{FF2B5EF4-FFF2-40B4-BE49-F238E27FC236}">
                  <a16:creationId xmlns:a16="http://schemas.microsoft.com/office/drawing/2014/main" id="{0360A49C-243C-32F7-64CC-00F3A3A561AE}"/>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4" name="Freeform: Shape 290">
              <a:extLst>
                <a:ext uri="{FF2B5EF4-FFF2-40B4-BE49-F238E27FC236}">
                  <a16:creationId xmlns:a16="http://schemas.microsoft.com/office/drawing/2014/main" id="{117CD992-4D17-4FD2-EE98-83D72CB2B157}"/>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5" name="Freeform: Shape 291">
              <a:extLst>
                <a:ext uri="{FF2B5EF4-FFF2-40B4-BE49-F238E27FC236}">
                  <a16:creationId xmlns:a16="http://schemas.microsoft.com/office/drawing/2014/main" id="{E1731443-A103-9445-2C7D-58E30E0CD91A}"/>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6" name="Freeform: Shape 292">
              <a:extLst>
                <a:ext uri="{FF2B5EF4-FFF2-40B4-BE49-F238E27FC236}">
                  <a16:creationId xmlns:a16="http://schemas.microsoft.com/office/drawing/2014/main" id="{7D89BC9E-804E-5723-0DA5-C939751F23F3}"/>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27" name="Oval 26">
            <a:extLst>
              <a:ext uri="{FF2B5EF4-FFF2-40B4-BE49-F238E27FC236}">
                <a16:creationId xmlns:a16="http://schemas.microsoft.com/office/drawing/2014/main" id="{41AC4E2B-BAB3-FD9B-1B06-3CB7E1D8CE6F}"/>
              </a:ext>
            </a:extLst>
          </p:cNvPr>
          <p:cNvSpPr/>
          <p:nvPr userDrawn="1"/>
        </p:nvSpPr>
        <p:spPr>
          <a:xfrm flipV="1">
            <a:off x="6354876" y="1852997"/>
            <a:ext cx="3152006" cy="3152006"/>
          </a:xfrm>
          <a:prstGeom prst="ellipse">
            <a:avLst/>
          </a:prstGeom>
          <a:solidFill>
            <a:schemeClr val="bg1"/>
          </a:solidFill>
          <a:ln w="508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8" name="Freeform: Shape 298">
            <a:extLst>
              <a:ext uri="{FF2B5EF4-FFF2-40B4-BE49-F238E27FC236}">
                <a16:creationId xmlns:a16="http://schemas.microsoft.com/office/drawing/2014/main" id="{13B3781F-AEB6-FB39-DD25-051B1879B621}"/>
              </a:ext>
            </a:extLst>
          </p:cNvPr>
          <p:cNvSpPr/>
          <p:nvPr userDrawn="1"/>
        </p:nvSpPr>
        <p:spPr>
          <a:xfrm>
            <a:off x="5406003" y="4429286"/>
            <a:ext cx="2921280" cy="1192670"/>
          </a:xfrm>
          <a:custGeom>
            <a:avLst/>
            <a:gdLst>
              <a:gd name="connsiteX0" fmla="*/ 2797989 w 3387980"/>
              <a:gd name="connsiteY0" fmla="*/ 793219 h 1383210"/>
              <a:gd name="connsiteX1" fmla="*/ 2614092 w 3387980"/>
              <a:gd name="connsiteY1" fmla="*/ 822614 h 1383210"/>
              <a:gd name="connsiteX2" fmla="*/ 1697357 w 3387980"/>
              <a:gd name="connsiteY2" fmla="*/ 0 h 1383210"/>
              <a:gd name="connsiteX3" fmla="*/ 798795 w 3387980"/>
              <a:gd name="connsiteY3" fmla="*/ 714810 h 1383210"/>
              <a:gd name="connsiteX4" fmla="*/ 668546 w 3387980"/>
              <a:gd name="connsiteY4" fmla="*/ 714665 h 1383210"/>
              <a:gd name="connsiteX5" fmla="*/ 0 w 3387980"/>
              <a:gd name="connsiteY5" fmla="*/ 1383211 h 1383210"/>
              <a:gd name="connsiteX6" fmla="*/ 3387981 w 3387980"/>
              <a:gd name="connsiteY6" fmla="*/ 1383211 h 1383210"/>
              <a:gd name="connsiteX7" fmla="*/ 2797989 w 3387980"/>
              <a:gd name="connsiteY7" fmla="*/ 793219 h 138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7980" h="1383210">
                <a:moveTo>
                  <a:pt x="2797989" y="793219"/>
                </a:moveTo>
                <a:cubicBezTo>
                  <a:pt x="2733770" y="793219"/>
                  <a:pt x="2671940" y="803573"/>
                  <a:pt x="2614092" y="822614"/>
                </a:cubicBezTo>
                <a:cubicBezTo>
                  <a:pt x="2564425" y="360192"/>
                  <a:pt x="2172956" y="0"/>
                  <a:pt x="1697357" y="0"/>
                </a:cubicBezTo>
                <a:cubicBezTo>
                  <a:pt x="1259406" y="0"/>
                  <a:pt x="892915" y="305385"/>
                  <a:pt x="798795" y="714810"/>
                </a:cubicBezTo>
                <a:lnTo>
                  <a:pt x="668546" y="714665"/>
                </a:lnTo>
                <a:cubicBezTo>
                  <a:pt x="299304" y="714737"/>
                  <a:pt x="0" y="1014041"/>
                  <a:pt x="0" y="1383211"/>
                </a:cubicBezTo>
                <a:lnTo>
                  <a:pt x="3387981" y="1383211"/>
                </a:lnTo>
                <a:cubicBezTo>
                  <a:pt x="3387981" y="1057336"/>
                  <a:pt x="3123864" y="793219"/>
                  <a:pt x="2797989" y="793219"/>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29" name="Graphic 133">
            <a:extLst>
              <a:ext uri="{FF2B5EF4-FFF2-40B4-BE49-F238E27FC236}">
                <a16:creationId xmlns:a16="http://schemas.microsoft.com/office/drawing/2014/main" id="{C545CC15-9F87-12FC-90C2-50A26F2AB9EE}"/>
              </a:ext>
            </a:extLst>
          </p:cNvPr>
          <p:cNvGrpSpPr/>
          <p:nvPr userDrawn="1"/>
        </p:nvGrpSpPr>
        <p:grpSpPr>
          <a:xfrm>
            <a:off x="6411279" y="5443017"/>
            <a:ext cx="492164" cy="535997"/>
            <a:chOff x="8799755" y="943899"/>
            <a:chExt cx="839533" cy="914304"/>
          </a:xfrm>
          <a:noFill/>
        </p:grpSpPr>
        <p:sp>
          <p:nvSpPr>
            <p:cNvPr id="30" name="Freeform: Shape 300">
              <a:extLst>
                <a:ext uri="{FF2B5EF4-FFF2-40B4-BE49-F238E27FC236}">
                  <a16:creationId xmlns:a16="http://schemas.microsoft.com/office/drawing/2014/main" id="{68C2B103-9A7E-9DDF-61FC-FAF17E953394}"/>
                </a:ext>
              </a:extLst>
            </p:cNvPr>
            <p:cNvSpPr/>
            <p:nvPr/>
          </p:nvSpPr>
          <p:spPr>
            <a:xfrm>
              <a:off x="8799755" y="943899"/>
              <a:ext cx="839533" cy="914304"/>
            </a:xfrm>
            <a:custGeom>
              <a:avLst/>
              <a:gdLst>
                <a:gd name="connsiteX0" fmla="*/ 419767 w 839533"/>
                <a:gd name="connsiteY0" fmla="*/ 914305 h 914304"/>
                <a:gd name="connsiteX1" fmla="*/ 415576 w 839533"/>
                <a:gd name="connsiteY1" fmla="*/ 913638 h 914304"/>
                <a:gd name="connsiteX2" fmla="*/ 0 w 839533"/>
                <a:gd name="connsiteY2" fmla="*/ 345281 h 914304"/>
                <a:gd name="connsiteX3" fmla="*/ 0 w 839533"/>
                <a:gd name="connsiteY3" fmla="*/ 13906 h 914304"/>
                <a:gd name="connsiteX4" fmla="*/ 13906 w 839533"/>
                <a:gd name="connsiteY4" fmla="*/ 0 h 914304"/>
                <a:gd name="connsiteX5" fmla="*/ 825627 w 839533"/>
                <a:gd name="connsiteY5" fmla="*/ 0 h 914304"/>
                <a:gd name="connsiteX6" fmla="*/ 839534 w 839533"/>
                <a:gd name="connsiteY6" fmla="*/ 13906 h 914304"/>
                <a:gd name="connsiteX7" fmla="*/ 839534 w 839533"/>
                <a:gd name="connsiteY7" fmla="*/ 345281 h 914304"/>
                <a:gd name="connsiteX8" fmla="*/ 424053 w 839533"/>
                <a:gd name="connsiteY8" fmla="*/ 913638 h 914304"/>
                <a:gd name="connsiteX9" fmla="*/ 419862 w 839533"/>
                <a:gd name="connsiteY9" fmla="*/ 914305 h 91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9533" h="914304">
                  <a:moveTo>
                    <a:pt x="419767" y="914305"/>
                  </a:moveTo>
                  <a:cubicBezTo>
                    <a:pt x="418338" y="914305"/>
                    <a:pt x="416909" y="914114"/>
                    <a:pt x="415576" y="913638"/>
                  </a:cubicBezTo>
                  <a:cubicBezTo>
                    <a:pt x="167069" y="834676"/>
                    <a:pt x="0" y="606266"/>
                    <a:pt x="0" y="345281"/>
                  </a:cubicBezTo>
                  <a:lnTo>
                    <a:pt x="0" y="13906"/>
                  </a:lnTo>
                  <a:cubicBezTo>
                    <a:pt x="0" y="6191"/>
                    <a:pt x="6191" y="0"/>
                    <a:pt x="13906" y="0"/>
                  </a:cubicBezTo>
                  <a:lnTo>
                    <a:pt x="825627" y="0"/>
                  </a:lnTo>
                  <a:cubicBezTo>
                    <a:pt x="833342" y="0"/>
                    <a:pt x="839534" y="6191"/>
                    <a:pt x="839534" y="13906"/>
                  </a:cubicBezTo>
                  <a:lnTo>
                    <a:pt x="839534" y="345281"/>
                  </a:lnTo>
                  <a:cubicBezTo>
                    <a:pt x="839534" y="606266"/>
                    <a:pt x="672560" y="834676"/>
                    <a:pt x="424053" y="913638"/>
                  </a:cubicBezTo>
                  <a:cubicBezTo>
                    <a:pt x="422624" y="914114"/>
                    <a:pt x="421195" y="914305"/>
                    <a:pt x="419862" y="914305"/>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1" name="Freeform: Shape 301">
              <a:extLst>
                <a:ext uri="{FF2B5EF4-FFF2-40B4-BE49-F238E27FC236}">
                  <a16:creationId xmlns:a16="http://schemas.microsoft.com/office/drawing/2014/main" id="{B6276FF2-C76B-4640-1EC5-0A92565D4352}"/>
                </a:ext>
              </a:extLst>
            </p:cNvPr>
            <p:cNvSpPr/>
            <p:nvPr/>
          </p:nvSpPr>
          <p:spPr>
            <a:xfrm>
              <a:off x="9223713" y="943899"/>
              <a:ext cx="9525" cy="913638"/>
            </a:xfrm>
            <a:custGeom>
              <a:avLst/>
              <a:gdLst>
                <a:gd name="connsiteX0" fmla="*/ 0 w 9525"/>
                <a:gd name="connsiteY0" fmla="*/ 913638 h 913638"/>
                <a:gd name="connsiteX1" fmla="*/ 0 w 9525"/>
                <a:gd name="connsiteY1" fmla="*/ 0 h 913638"/>
              </a:gdLst>
              <a:ahLst/>
              <a:cxnLst>
                <a:cxn ang="0">
                  <a:pos x="connsiteX0" y="connsiteY0"/>
                </a:cxn>
                <a:cxn ang="0">
                  <a:pos x="connsiteX1" y="connsiteY1"/>
                </a:cxn>
              </a:cxnLst>
              <a:rect l="l" t="t" r="r" b="b"/>
              <a:pathLst>
                <a:path w="9525" h="913638">
                  <a:moveTo>
                    <a:pt x="0" y="913638"/>
                  </a:moveTo>
                  <a:lnTo>
                    <a:pt x="0" y="0"/>
                  </a:lnTo>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pic>
        <p:nvPicPr>
          <p:cNvPr id="32" name="Graphic 31">
            <a:extLst>
              <a:ext uri="{FF2B5EF4-FFF2-40B4-BE49-F238E27FC236}">
                <a16:creationId xmlns:a16="http://schemas.microsoft.com/office/drawing/2014/main" id="{F1D51467-FF96-F831-05F5-04A58F51C48B}"/>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10443296" y="1047277"/>
            <a:ext cx="676275" cy="1038225"/>
          </a:xfrm>
          <a:prstGeom prst="rect">
            <a:avLst/>
          </a:prstGeom>
        </p:spPr>
      </p:pic>
      <p:pic>
        <p:nvPicPr>
          <p:cNvPr id="33" name="Graphic 32">
            <a:extLst>
              <a:ext uri="{FF2B5EF4-FFF2-40B4-BE49-F238E27FC236}">
                <a16:creationId xmlns:a16="http://schemas.microsoft.com/office/drawing/2014/main" id="{3C866566-DD2D-BA57-E4FB-F42C0EE990D5}"/>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5307081" y="3378738"/>
            <a:ext cx="723502" cy="794279"/>
          </a:xfrm>
          <a:prstGeom prst="rect">
            <a:avLst/>
          </a:prstGeom>
        </p:spPr>
      </p:pic>
      <p:sp>
        <p:nvSpPr>
          <p:cNvPr id="34" name="page number">
            <a:extLst>
              <a:ext uri="{FF2B5EF4-FFF2-40B4-BE49-F238E27FC236}">
                <a16:creationId xmlns:a16="http://schemas.microsoft.com/office/drawing/2014/main" id="{E947C074-3EA6-6FA3-00E7-4C8916F024CE}"/>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fld id="{7A51DB15-7364-4F0B-A3A0-1309F8830053}" type="slidenum">
              <a:rPr kumimoji="0" lang="en-US" sz="800" b="0" i="0" u="none" strike="noStrike" kern="1200" cap="none" spc="0" normalizeH="0" baseline="0" noProof="0" smtClean="0">
                <a:ln>
                  <a:noFill/>
                </a:ln>
                <a:solidFill>
                  <a:srgbClr val="FFFFFF"/>
                </a:solidFill>
                <a:effectLst/>
                <a:uLnTx/>
                <a:uFillTx/>
                <a:latin typeface="Arial" panose="020B0604020202020204" pitchFamily="34" charset="0"/>
                <a:ea typeface="Arial" panose="020B0604020202020204" pitchFamily="34" charset="0"/>
                <a:cs typeface="Arial" panose="020B0604020202020204" pitchFamily="34" charset="0"/>
              </a:rPr>
              <a:pPr marL="0" marR="0" lvl="0" indent="0" algn="r" defTabSz="914400" rtl="0" eaLnBrk="1" fontAlgn="auto" latinLnBrk="0" hangingPunct="1">
                <a:lnSpc>
                  <a:spcPct val="9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Arial" panose="020B0604020202020204" pitchFamily="34" charset="0"/>
              <a:cs typeface="Arial" panose="020B0604020202020204" pitchFamily="34" charset="0"/>
            </a:endParaRPr>
          </a:p>
        </p:txBody>
      </p:sp>
      <p:grpSp>
        <p:nvGrpSpPr>
          <p:cNvPr id="35" name="Group 34" descr="Network Card&#10;">
            <a:extLst>
              <a:ext uri="{FF2B5EF4-FFF2-40B4-BE49-F238E27FC236}">
                <a16:creationId xmlns:a16="http://schemas.microsoft.com/office/drawing/2014/main" id="{1BA537B2-1415-85E6-41B1-E463A2825BB1}"/>
              </a:ext>
            </a:extLst>
          </p:cNvPr>
          <p:cNvGrpSpPr>
            <a:grpSpLocks noChangeAspect="1"/>
          </p:cNvGrpSpPr>
          <p:nvPr userDrawn="1"/>
        </p:nvGrpSpPr>
        <p:grpSpPr>
          <a:xfrm>
            <a:off x="7016479" y="2763455"/>
            <a:ext cx="1828800" cy="1370018"/>
            <a:chOff x="7124173" y="2008599"/>
            <a:chExt cx="602545" cy="451386"/>
          </a:xfrm>
          <a:solidFill>
            <a:schemeClr val="accent2"/>
          </a:solidFill>
        </p:grpSpPr>
        <p:sp>
          <p:nvSpPr>
            <p:cNvPr id="36" name="Picture Placeholder 91">
              <a:extLst>
                <a:ext uri="{FF2B5EF4-FFF2-40B4-BE49-F238E27FC236}">
                  <a16:creationId xmlns:a16="http://schemas.microsoft.com/office/drawing/2014/main" id="{D53DBAB2-C14D-CADD-FF16-A601E1867FEF}"/>
                </a:ext>
              </a:extLst>
            </p:cNvPr>
            <p:cNvSpPr/>
            <p:nvPr/>
          </p:nvSpPr>
          <p:spPr>
            <a:xfrm>
              <a:off x="7443060" y="2142743"/>
              <a:ext cx="185627" cy="185563"/>
            </a:xfrm>
            <a:custGeom>
              <a:avLst/>
              <a:gdLst>
                <a:gd name="connsiteX0" fmla="*/ 0 w 185627"/>
                <a:gd name="connsiteY0" fmla="*/ 0 h 185563"/>
                <a:gd name="connsiteX1" fmla="*/ 0 w 185627"/>
                <a:gd name="connsiteY1" fmla="*/ 185564 h 185563"/>
                <a:gd name="connsiteX2" fmla="*/ 185627 w 185627"/>
                <a:gd name="connsiteY2" fmla="*/ 185564 h 185563"/>
                <a:gd name="connsiteX3" fmla="*/ 185627 w 185627"/>
                <a:gd name="connsiteY3" fmla="*/ 0 h 185563"/>
                <a:gd name="connsiteX4" fmla="*/ 169942 w 185627"/>
                <a:gd name="connsiteY4" fmla="*/ 169752 h 185563"/>
                <a:gd name="connsiteX5" fmla="*/ 15812 w 185627"/>
                <a:gd name="connsiteY5" fmla="*/ 169752 h 185563"/>
                <a:gd name="connsiteX6" fmla="*/ 15812 w 185627"/>
                <a:gd name="connsiteY6" fmla="*/ 15622 h 185563"/>
                <a:gd name="connsiteX7" fmla="*/ 169942 w 185627"/>
                <a:gd name="connsiteY7" fmla="*/ 15622 h 18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627" h="185563">
                  <a:moveTo>
                    <a:pt x="0" y="0"/>
                  </a:moveTo>
                  <a:lnTo>
                    <a:pt x="0" y="185564"/>
                  </a:lnTo>
                  <a:lnTo>
                    <a:pt x="185627" y="185564"/>
                  </a:lnTo>
                  <a:lnTo>
                    <a:pt x="185627" y="0"/>
                  </a:lnTo>
                  <a:close/>
                  <a:moveTo>
                    <a:pt x="169942" y="169752"/>
                  </a:moveTo>
                  <a:lnTo>
                    <a:pt x="15812" y="169752"/>
                  </a:lnTo>
                  <a:lnTo>
                    <a:pt x="15812" y="15622"/>
                  </a:lnTo>
                  <a:lnTo>
                    <a:pt x="169942" y="15622"/>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7" name="Picture Placeholder 91">
              <a:extLst>
                <a:ext uri="{FF2B5EF4-FFF2-40B4-BE49-F238E27FC236}">
                  <a16:creationId xmlns:a16="http://schemas.microsoft.com/office/drawing/2014/main" id="{E3736E9F-2C9C-7D79-45A1-665565F05E0D}"/>
                </a:ext>
              </a:extLst>
            </p:cNvPr>
            <p:cNvSpPr/>
            <p:nvPr/>
          </p:nvSpPr>
          <p:spPr>
            <a:xfrm>
              <a:off x="7258489" y="2179103"/>
              <a:ext cx="168569" cy="112718"/>
            </a:xfrm>
            <a:custGeom>
              <a:avLst/>
              <a:gdLst>
                <a:gd name="connsiteX0" fmla="*/ 112154 w 168569"/>
                <a:gd name="connsiteY0" fmla="*/ 64265 h 112718"/>
                <a:gd name="connsiteX1" fmla="*/ 168570 w 168569"/>
                <a:gd name="connsiteY1" fmla="*/ 64265 h 112718"/>
                <a:gd name="connsiteX2" fmla="*/ 168570 w 168569"/>
                <a:gd name="connsiteY2" fmla="*/ 48454 h 112718"/>
                <a:gd name="connsiteX3" fmla="*/ 112154 w 168569"/>
                <a:gd name="connsiteY3" fmla="*/ 48454 h 112718"/>
                <a:gd name="connsiteX4" fmla="*/ 48454 w 168569"/>
                <a:gd name="connsiteY4" fmla="*/ 564 h 112718"/>
                <a:gd name="connsiteX5" fmla="*/ 564 w 168569"/>
                <a:gd name="connsiteY5" fmla="*/ 64265 h 112718"/>
                <a:gd name="connsiteX6" fmla="*/ 64265 w 168569"/>
                <a:gd name="connsiteY6" fmla="*/ 112154 h 112718"/>
                <a:gd name="connsiteX7" fmla="*/ 112154 w 168569"/>
                <a:gd name="connsiteY7" fmla="*/ 64265 h 112718"/>
                <a:gd name="connsiteX8" fmla="*/ 16020 w 168569"/>
                <a:gd name="connsiteY8" fmla="*/ 56359 h 112718"/>
                <a:gd name="connsiteX9" fmla="*/ 56561 w 168569"/>
                <a:gd name="connsiteY9" fmla="*/ 15819 h 112718"/>
                <a:gd name="connsiteX10" fmla="*/ 97102 w 168569"/>
                <a:gd name="connsiteY10" fmla="*/ 56359 h 112718"/>
                <a:gd name="connsiteX11" fmla="*/ 56561 w 168569"/>
                <a:gd name="connsiteY11" fmla="*/ 96900 h 112718"/>
                <a:gd name="connsiteX12" fmla="*/ 16020 w 168569"/>
                <a:gd name="connsiteY12" fmla="*/ 56359 h 112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569" h="112718">
                  <a:moveTo>
                    <a:pt x="112154" y="64265"/>
                  </a:moveTo>
                  <a:lnTo>
                    <a:pt x="168570" y="64265"/>
                  </a:lnTo>
                  <a:lnTo>
                    <a:pt x="168570" y="48454"/>
                  </a:lnTo>
                  <a:lnTo>
                    <a:pt x="112154" y="48454"/>
                  </a:lnTo>
                  <a:cubicBezTo>
                    <a:pt x="107788" y="17639"/>
                    <a:pt x="79268" y="-3802"/>
                    <a:pt x="48454" y="564"/>
                  </a:cubicBezTo>
                  <a:cubicBezTo>
                    <a:pt x="17639" y="4931"/>
                    <a:pt x="-3802" y="33450"/>
                    <a:pt x="564" y="64265"/>
                  </a:cubicBezTo>
                  <a:cubicBezTo>
                    <a:pt x="4931" y="95080"/>
                    <a:pt x="33450" y="116520"/>
                    <a:pt x="64265" y="112154"/>
                  </a:cubicBezTo>
                  <a:cubicBezTo>
                    <a:pt x="89110" y="108634"/>
                    <a:pt x="108634" y="89110"/>
                    <a:pt x="112154" y="64265"/>
                  </a:cubicBezTo>
                  <a:close/>
                  <a:moveTo>
                    <a:pt x="16020" y="56359"/>
                  </a:moveTo>
                  <a:cubicBezTo>
                    <a:pt x="16020" y="33970"/>
                    <a:pt x="34171" y="15819"/>
                    <a:pt x="56561" y="15819"/>
                  </a:cubicBezTo>
                  <a:cubicBezTo>
                    <a:pt x="78951" y="15819"/>
                    <a:pt x="97102" y="33970"/>
                    <a:pt x="97102" y="56359"/>
                  </a:cubicBezTo>
                  <a:cubicBezTo>
                    <a:pt x="97102" y="78749"/>
                    <a:pt x="78951" y="96900"/>
                    <a:pt x="56561" y="96900"/>
                  </a:cubicBezTo>
                  <a:cubicBezTo>
                    <a:pt x="34185" y="96865"/>
                    <a:pt x="16055" y="78735"/>
                    <a:pt x="16020" y="5635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8" name="Picture Placeholder 91">
              <a:extLst>
                <a:ext uri="{FF2B5EF4-FFF2-40B4-BE49-F238E27FC236}">
                  <a16:creationId xmlns:a16="http://schemas.microsoft.com/office/drawing/2014/main" id="{8C65F2BB-A3E8-953A-2A41-014D3269D19F}"/>
                </a:ext>
              </a:extLst>
            </p:cNvPr>
            <p:cNvSpPr/>
            <p:nvPr/>
          </p:nvSpPr>
          <p:spPr>
            <a:xfrm>
              <a:off x="7220750" y="2071845"/>
              <a:ext cx="505968" cy="316230"/>
            </a:xfrm>
            <a:custGeom>
              <a:avLst/>
              <a:gdLst>
                <a:gd name="connsiteX0" fmla="*/ 0 w 505968"/>
                <a:gd name="connsiteY0" fmla="*/ 0 h 316230"/>
                <a:gd name="connsiteX1" fmla="*/ 0 w 505968"/>
                <a:gd name="connsiteY1" fmla="*/ 15812 h 316230"/>
                <a:gd name="connsiteX2" fmla="*/ 490157 w 505968"/>
                <a:gd name="connsiteY2" fmla="*/ 15812 h 316230"/>
                <a:gd name="connsiteX3" fmla="*/ 490157 w 505968"/>
                <a:gd name="connsiteY3" fmla="*/ 300419 h 316230"/>
                <a:gd name="connsiteX4" fmla="*/ 0 w 505968"/>
                <a:gd name="connsiteY4" fmla="*/ 300419 h 316230"/>
                <a:gd name="connsiteX5" fmla="*/ 0 w 505968"/>
                <a:gd name="connsiteY5" fmla="*/ 316230 h 316230"/>
                <a:gd name="connsiteX6" fmla="*/ 505968 w 505968"/>
                <a:gd name="connsiteY6" fmla="*/ 316230 h 316230"/>
                <a:gd name="connsiteX7" fmla="*/ 505968 w 505968"/>
                <a:gd name="connsiteY7" fmla="*/ 0 h 316230"/>
                <a:gd name="connsiteX8" fmla="*/ 0 w 505968"/>
                <a:gd name="connsiteY8" fmla="*/ 0 h 31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5968" h="316230">
                  <a:moveTo>
                    <a:pt x="0" y="0"/>
                  </a:moveTo>
                  <a:lnTo>
                    <a:pt x="0" y="15812"/>
                  </a:lnTo>
                  <a:lnTo>
                    <a:pt x="490157" y="15812"/>
                  </a:lnTo>
                  <a:lnTo>
                    <a:pt x="490157" y="300419"/>
                  </a:lnTo>
                  <a:lnTo>
                    <a:pt x="0" y="300419"/>
                  </a:lnTo>
                  <a:lnTo>
                    <a:pt x="0" y="316230"/>
                  </a:lnTo>
                  <a:lnTo>
                    <a:pt x="505968" y="316230"/>
                  </a:lnTo>
                  <a:lnTo>
                    <a:pt x="505968" y="0"/>
                  </a:lnTo>
                  <a:lnTo>
                    <a:pt x="0"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9" name="Picture Placeholder 91">
              <a:extLst>
                <a:ext uri="{FF2B5EF4-FFF2-40B4-BE49-F238E27FC236}">
                  <a16:creationId xmlns:a16="http://schemas.microsoft.com/office/drawing/2014/main" id="{5BB60AFF-4297-5F63-303F-8F7808176A4E}"/>
                </a:ext>
              </a:extLst>
            </p:cNvPr>
            <p:cNvSpPr/>
            <p:nvPr/>
          </p:nvSpPr>
          <p:spPr>
            <a:xfrm>
              <a:off x="7124173" y="2008599"/>
              <a:ext cx="79057" cy="442722"/>
            </a:xfrm>
            <a:custGeom>
              <a:avLst/>
              <a:gdLst>
                <a:gd name="connsiteX0" fmla="*/ 0 w 79057"/>
                <a:gd name="connsiteY0" fmla="*/ 442722 h 442722"/>
                <a:gd name="connsiteX1" fmla="*/ 79058 w 79057"/>
                <a:gd name="connsiteY1" fmla="*/ 442722 h 442722"/>
                <a:gd name="connsiteX2" fmla="*/ 79058 w 79057"/>
                <a:gd name="connsiteY2" fmla="*/ 0 h 442722"/>
                <a:gd name="connsiteX3" fmla="*/ 0 w 79057"/>
                <a:gd name="connsiteY3" fmla="*/ 0 h 442722"/>
                <a:gd name="connsiteX4" fmla="*/ 15812 w 79057"/>
                <a:gd name="connsiteY4" fmla="*/ 15812 h 442722"/>
                <a:gd name="connsiteX5" fmla="*/ 63246 w 79057"/>
                <a:gd name="connsiteY5" fmla="*/ 15812 h 442722"/>
                <a:gd name="connsiteX6" fmla="*/ 63246 w 79057"/>
                <a:gd name="connsiteY6" fmla="*/ 426911 h 442722"/>
                <a:gd name="connsiteX7" fmla="*/ 15812 w 79057"/>
                <a:gd name="connsiteY7" fmla="*/ 426911 h 44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57" h="442722">
                  <a:moveTo>
                    <a:pt x="0" y="442722"/>
                  </a:moveTo>
                  <a:lnTo>
                    <a:pt x="79058" y="442722"/>
                  </a:lnTo>
                  <a:lnTo>
                    <a:pt x="79058" y="0"/>
                  </a:lnTo>
                  <a:lnTo>
                    <a:pt x="0" y="0"/>
                  </a:lnTo>
                  <a:close/>
                  <a:moveTo>
                    <a:pt x="15812" y="15812"/>
                  </a:moveTo>
                  <a:lnTo>
                    <a:pt x="63246" y="15812"/>
                  </a:lnTo>
                  <a:lnTo>
                    <a:pt x="63246" y="426911"/>
                  </a:lnTo>
                  <a:lnTo>
                    <a:pt x="15812" y="426911"/>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0" name="Picture Placeholder 91">
              <a:extLst>
                <a:ext uri="{FF2B5EF4-FFF2-40B4-BE49-F238E27FC236}">
                  <a16:creationId xmlns:a16="http://schemas.microsoft.com/office/drawing/2014/main" id="{E181014E-2B52-2161-9B9B-2C36B0AFCB53}"/>
                </a:ext>
              </a:extLst>
            </p:cNvPr>
            <p:cNvSpPr/>
            <p:nvPr/>
          </p:nvSpPr>
          <p:spPr>
            <a:xfrm>
              <a:off x="7388858" y="2403886"/>
              <a:ext cx="273159" cy="56099"/>
            </a:xfrm>
            <a:custGeom>
              <a:avLst/>
              <a:gdLst>
                <a:gd name="connsiteX0" fmla="*/ 257348 w 273159"/>
                <a:gd name="connsiteY0" fmla="*/ 40288 h 56099"/>
                <a:gd name="connsiteX1" fmla="*/ 218072 w 273159"/>
                <a:gd name="connsiteY1" fmla="*/ 40288 h 56099"/>
                <a:gd name="connsiteX2" fmla="*/ 218072 w 273159"/>
                <a:gd name="connsiteY2" fmla="*/ 0 h 56099"/>
                <a:gd name="connsiteX3" fmla="*/ 202261 w 273159"/>
                <a:gd name="connsiteY3" fmla="*/ 0 h 56099"/>
                <a:gd name="connsiteX4" fmla="*/ 202261 w 273159"/>
                <a:gd name="connsiteY4" fmla="*/ 40288 h 56099"/>
                <a:gd name="connsiteX5" fmla="*/ 168740 w 273159"/>
                <a:gd name="connsiteY5" fmla="*/ 40288 h 56099"/>
                <a:gd name="connsiteX6" fmla="*/ 168740 w 273159"/>
                <a:gd name="connsiteY6" fmla="*/ 0 h 56099"/>
                <a:gd name="connsiteX7" fmla="*/ 152929 w 273159"/>
                <a:gd name="connsiteY7" fmla="*/ 0 h 56099"/>
                <a:gd name="connsiteX8" fmla="*/ 152929 w 273159"/>
                <a:gd name="connsiteY8" fmla="*/ 40288 h 56099"/>
                <a:gd name="connsiteX9" fmla="*/ 119345 w 273159"/>
                <a:gd name="connsiteY9" fmla="*/ 40288 h 56099"/>
                <a:gd name="connsiteX10" fmla="*/ 119345 w 273159"/>
                <a:gd name="connsiteY10" fmla="*/ 0 h 56099"/>
                <a:gd name="connsiteX11" fmla="*/ 103534 w 273159"/>
                <a:gd name="connsiteY11" fmla="*/ 0 h 56099"/>
                <a:gd name="connsiteX12" fmla="*/ 103534 w 273159"/>
                <a:gd name="connsiteY12" fmla="*/ 40288 h 56099"/>
                <a:gd name="connsiteX13" fmla="*/ 70013 w 273159"/>
                <a:gd name="connsiteY13" fmla="*/ 40288 h 56099"/>
                <a:gd name="connsiteX14" fmla="*/ 70013 w 273159"/>
                <a:gd name="connsiteY14" fmla="*/ 0 h 56099"/>
                <a:gd name="connsiteX15" fmla="*/ 54202 w 273159"/>
                <a:gd name="connsiteY15" fmla="*/ 0 h 56099"/>
                <a:gd name="connsiteX16" fmla="*/ 54202 w 273159"/>
                <a:gd name="connsiteY16" fmla="*/ 40288 h 56099"/>
                <a:gd name="connsiteX17" fmla="*/ 15812 w 273159"/>
                <a:gd name="connsiteY17" fmla="*/ 40288 h 56099"/>
                <a:gd name="connsiteX18" fmla="*/ 15812 w 273159"/>
                <a:gd name="connsiteY18" fmla="*/ 0 h 56099"/>
                <a:gd name="connsiteX19" fmla="*/ 0 w 273159"/>
                <a:gd name="connsiteY19" fmla="*/ 0 h 56099"/>
                <a:gd name="connsiteX20" fmla="*/ 0 w 273159"/>
                <a:gd name="connsiteY20" fmla="*/ 56099 h 56099"/>
                <a:gd name="connsiteX21" fmla="*/ 273159 w 273159"/>
                <a:gd name="connsiteY21" fmla="*/ 56099 h 56099"/>
                <a:gd name="connsiteX22" fmla="*/ 273159 w 273159"/>
                <a:gd name="connsiteY22" fmla="*/ 0 h 56099"/>
                <a:gd name="connsiteX23" fmla="*/ 257348 w 273159"/>
                <a:gd name="connsiteY23" fmla="*/ 0 h 56099"/>
                <a:gd name="connsiteX24" fmla="*/ 257348 w 273159"/>
                <a:gd name="connsiteY24" fmla="*/ 40288 h 56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3159" h="56099">
                  <a:moveTo>
                    <a:pt x="257348" y="40288"/>
                  </a:moveTo>
                  <a:lnTo>
                    <a:pt x="218072" y="40288"/>
                  </a:lnTo>
                  <a:lnTo>
                    <a:pt x="218072" y="0"/>
                  </a:lnTo>
                  <a:lnTo>
                    <a:pt x="202261" y="0"/>
                  </a:lnTo>
                  <a:lnTo>
                    <a:pt x="202261" y="40288"/>
                  </a:lnTo>
                  <a:lnTo>
                    <a:pt x="168740" y="40288"/>
                  </a:lnTo>
                  <a:lnTo>
                    <a:pt x="168740" y="0"/>
                  </a:lnTo>
                  <a:lnTo>
                    <a:pt x="152929" y="0"/>
                  </a:lnTo>
                  <a:lnTo>
                    <a:pt x="152929" y="40288"/>
                  </a:lnTo>
                  <a:lnTo>
                    <a:pt x="119345" y="40288"/>
                  </a:lnTo>
                  <a:lnTo>
                    <a:pt x="119345" y="0"/>
                  </a:lnTo>
                  <a:lnTo>
                    <a:pt x="103534" y="0"/>
                  </a:lnTo>
                  <a:lnTo>
                    <a:pt x="103534" y="40288"/>
                  </a:lnTo>
                  <a:lnTo>
                    <a:pt x="70013" y="40288"/>
                  </a:lnTo>
                  <a:lnTo>
                    <a:pt x="70013" y="0"/>
                  </a:lnTo>
                  <a:lnTo>
                    <a:pt x="54202" y="0"/>
                  </a:lnTo>
                  <a:lnTo>
                    <a:pt x="54202" y="40288"/>
                  </a:lnTo>
                  <a:lnTo>
                    <a:pt x="15812" y="40288"/>
                  </a:lnTo>
                  <a:lnTo>
                    <a:pt x="15812" y="0"/>
                  </a:lnTo>
                  <a:lnTo>
                    <a:pt x="0" y="0"/>
                  </a:lnTo>
                  <a:lnTo>
                    <a:pt x="0" y="56099"/>
                  </a:lnTo>
                  <a:lnTo>
                    <a:pt x="273159" y="56099"/>
                  </a:lnTo>
                  <a:lnTo>
                    <a:pt x="273159" y="0"/>
                  </a:lnTo>
                  <a:lnTo>
                    <a:pt x="257348" y="0"/>
                  </a:lnTo>
                  <a:lnTo>
                    <a:pt x="257348" y="40288"/>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5" name="TextBox 14">
            <a:extLst>
              <a:ext uri="{FF2B5EF4-FFF2-40B4-BE49-F238E27FC236}">
                <a16:creationId xmlns:a16="http://schemas.microsoft.com/office/drawing/2014/main" id="{53B3F872-7A9F-6E51-39B1-4980F27924BF}"/>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42" name="Graphic 8">
            <a:extLst>
              <a:ext uri="{FF2B5EF4-FFF2-40B4-BE49-F238E27FC236}">
                <a16:creationId xmlns:a16="http://schemas.microsoft.com/office/drawing/2014/main" id="{E4067B95-8427-A6A0-40A1-8877A59EF2E8}"/>
              </a:ext>
            </a:extLst>
          </p:cNvPr>
          <p:cNvGrpSpPr/>
          <p:nvPr userDrawn="1"/>
        </p:nvGrpSpPr>
        <p:grpSpPr>
          <a:xfrm>
            <a:off x="265625" y="6323271"/>
            <a:ext cx="1249223" cy="369648"/>
            <a:chOff x="265625" y="6323271"/>
            <a:chExt cx="1249223" cy="369648"/>
          </a:xfrm>
          <a:solidFill>
            <a:srgbClr val="000000"/>
          </a:solidFill>
        </p:grpSpPr>
        <p:grpSp>
          <p:nvGrpSpPr>
            <p:cNvPr id="43" name="Graphic 8">
              <a:extLst>
                <a:ext uri="{FF2B5EF4-FFF2-40B4-BE49-F238E27FC236}">
                  <a16:creationId xmlns:a16="http://schemas.microsoft.com/office/drawing/2014/main" id="{71316BB1-97A1-72FB-EE4F-5BA4899D0E62}"/>
                </a:ext>
              </a:extLst>
            </p:cNvPr>
            <p:cNvGrpSpPr/>
            <p:nvPr/>
          </p:nvGrpSpPr>
          <p:grpSpPr>
            <a:xfrm>
              <a:off x="745455" y="6594444"/>
              <a:ext cx="722662" cy="98475"/>
              <a:chOff x="745455" y="6594444"/>
              <a:chExt cx="722662" cy="98475"/>
            </a:xfrm>
            <a:solidFill>
              <a:srgbClr val="000000"/>
            </a:solidFill>
          </p:grpSpPr>
          <p:sp>
            <p:nvSpPr>
              <p:cNvPr id="52" name="Freeform 19">
                <a:extLst>
                  <a:ext uri="{FF2B5EF4-FFF2-40B4-BE49-F238E27FC236}">
                    <a16:creationId xmlns:a16="http://schemas.microsoft.com/office/drawing/2014/main" id="{7515DF42-21ED-93A9-6588-D0F0C227E43B}"/>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53" name="Freeform 20">
                <a:extLst>
                  <a:ext uri="{FF2B5EF4-FFF2-40B4-BE49-F238E27FC236}">
                    <a16:creationId xmlns:a16="http://schemas.microsoft.com/office/drawing/2014/main" id="{5FAC4A0A-5E2A-D5D2-C684-744AB2E492BE}"/>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54" name="Freeform 21">
                <a:extLst>
                  <a:ext uri="{FF2B5EF4-FFF2-40B4-BE49-F238E27FC236}">
                    <a16:creationId xmlns:a16="http://schemas.microsoft.com/office/drawing/2014/main" id="{630EA699-6669-3985-9241-F5B309798249}"/>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55" name="Freeform 22">
                <a:extLst>
                  <a:ext uri="{FF2B5EF4-FFF2-40B4-BE49-F238E27FC236}">
                    <a16:creationId xmlns:a16="http://schemas.microsoft.com/office/drawing/2014/main" id="{EAAF898E-AA02-FA15-67F3-4858D8B1D300}"/>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56" name="Freeform 23">
                <a:extLst>
                  <a:ext uri="{FF2B5EF4-FFF2-40B4-BE49-F238E27FC236}">
                    <a16:creationId xmlns:a16="http://schemas.microsoft.com/office/drawing/2014/main" id="{45675FD8-FCD7-7341-1B45-9DBBD02DE3C4}"/>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57" name="Freeform 24">
                <a:extLst>
                  <a:ext uri="{FF2B5EF4-FFF2-40B4-BE49-F238E27FC236}">
                    <a16:creationId xmlns:a16="http://schemas.microsoft.com/office/drawing/2014/main" id="{402BBAAA-A972-7A45-FAA5-BC62C2B48044}"/>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58" name="Freeform 25">
                <a:extLst>
                  <a:ext uri="{FF2B5EF4-FFF2-40B4-BE49-F238E27FC236}">
                    <a16:creationId xmlns:a16="http://schemas.microsoft.com/office/drawing/2014/main" id="{BD122BAC-E451-AFA9-6C57-BD05C276768E}"/>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59" name="Freeform 26">
                <a:extLst>
                  <a:ext uri="{FF2B5EF4-FFF2-40B4-BE49-F238E27FC236}">
                    <a16:creationId xmlns:a16="http://schemas.microsoft.com/office/drawing/2014/main" id="{4E3885BA-1BA8-681D-4DE4-9B936A4CB061}"/>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60" name="Freeform 27">
                <a:extLst>
                  <a:ext uri="{FF2B5EF4-FFF2-40B4-BE49-F238E27FC236}">
                    <a16:creationId xmlns:a16="http://schemas.microsoft.com/office/drawing/2014/main" id="{ABEE044F-792E-433B-BC5E-4BD542A8121C}"/>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61" name="Freeform 28">
                <a:extLst>
                  <a:ext uri="{FF2B5EF4-FFF2-40B4-BE49-F238E27FC236}">
                    <a16:creationId xmlns:a16="http://schemas.microsoft.com/office/drawing/2014/main" id="{30D1C92A-B752-A811-96B4-0AC45129E517}"/>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44" name="Graphic 8">
              <a:extLst>
                <a:ext uri="{FF2B5EF4-FFF2-40B4-BE49-F238E27FC236}">
                  <a16:creationId xmlns:a16="http://schemas.microsoft.com/office/drawing/2014/main" id="{36971FEF-83F0-1684-6B0F-0A4CE1E3F755}"/>
                </a:ext>
              </a:extLst>
            </p:cNvPr>
            <p:cNvGrpSpPr/>
            <p:nvPr/>
          </p:nvGrpSpPr>
          <p:grpSpPr>
            <a:xfrm>
              <a:off x="265625" y="6323271"/>
              <a:ext cx="1249223" cy="190348"/>
              <a:chOff x="265625" y="6323271"/>
              <a:chExt cx="1249223" cy="190348"/>
            </a:xfrm>
            <a:solidFill>
              <a:srgbClr val="000000"/>
            </a:solidFill>
          </p:grpSpPr>
          <p:sp>
            <p:nvSpPr>
              <p:cNvPr id="45" name="Freeform 10">
                <a:extLst>
                  <a:ext uri="{FF2B5EF4-FFF2-40B4-BE49-F238E27FC236}">
                    <a16:creationId xmlns:a16="http://schemas.microsoft.com/office/drawing/2014/main" id="{E1651F97-7313-DC47-8032-24B11DF86431}"/>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46" name="Freeform 11">
                <a:extLst>
                  <a:ext uri="{FF2B5EF4-FFF2-40B4-BE49-F238E27FC236}">
                    <a16:creationId xmlns:a16="http://schemas.microsoft.com/office/drawing/2014/main" id="{EC2D56F3-54B0-F753-7D7E-8CD7F909BD20}"/>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47" name="Freeform 14">
                <a:extLst>
                  <a:ext uri="{FF2B5EF4-FFF2-40B4-BE49-F238E27FC236}">
                    <a16:creationId xmlns:a16="http://schemas.microsoft.com/office/drawing/2014/main" id="{22F9538F-4310-E56C-8570-C752A504AFC8}"/>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48" name="Freeform 15">
                <a:extLst>
                  <a:ext uri="{FF2B5EF4-FFF2-40B4-BE49-F238E27FC236}">
                    <a16:creationId xmlns:a16="http://schemas.microsoft.com/office/drawing/2014/main" id="{A7FF8F85-C708-F67F-847F-13224AC780A9}"/>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49" name="Freeform 16">
                <a:extLst>
                  <a:ext uri="{FF2B5EF4-FFF2-40B4-BE49-F238E27FC236}">
                    <a16:creationId xmlns:a16="http://schemas.microsoft.com/office/drawing/2014/main" id="{7DCA0435-BA87-CDA6-28C3-F86E8E6ACCE5}"/>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50" name="Freeform 17">
                <a:extLst>
                  <a:ext uri="{FF2B5EF4-FFF2-40B4-BE49-F238E27FC236}">
                    <a16:creationId xmlns:a16="http://schemas.microsoft.com/office/drawing/2014/main" id="{5C5D9B5E-4C5C-48CB-8068-3770554F7563}"/>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51" name="Freeform 18">
                <a:extLst>
                  <a:ext uri="{FF2B5EF4-FFF2-40B4-BE49-F238E27FC236}">
                    <a16:creationId xmlns:a16="http://schemas.microsoft.com/office/drawing/2014/main" id="{9FBE4E79-BD31-CBEB-69ED-2244D2FD89C6}"/>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41" name="TextBox 40">
            <a:extLst>
              <a:ext uri="{FF2B5EF4-FFF2-40B4-BE49-F238E27FC236}">
                <a16:creationId xmlns:a16="http://schemas.microsoft.com/office/drawing/2014/main" id="{C8383F88-1740-C522-167A-B50719415214}"/>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8065132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dec="http://schemas.microsoft.com/office/drawing/2017/decorative" xmlns:a16="http://schemas.microsoft.com/office/drawing/2014/main" xmlns="">
      <p:transition spd="med">
        <p:fade/>
      </p:transition>
    </mc:Fallback>
  </mc:AlternateContent>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userDrawn="1">
  <p:cSld name="Section - VKS">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2">
                    <a:lumMod val="25000"/>
                  </a:schemeClr>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3" name="Parallelogram 2">
            <a:extLst>
              <a:ext uri="{FF2B5EF4-FFF2-40B4-BE49-F238E27FC236}">
                <a16:creationId xmlns:a16="http://schemas.microsoft.com/office/drawing/2014/main" id="{5F942261-A521-60D5-A5C3-A85CF4F32FA9}"/>
              </a:ext>
            </a:extLst>
          </p:cNvPr>
          <p:cNvSpPr/>
          <p:nvPr userDrawn="1"/>
        </p:nvSpPr>
        <p:spPr>
          <a:xfrm>
            <a:off x="5406003" y="15044"/>
            <a:ext cx="14676689" cy="6858001"/>
          </a:xfrm>
          <a:prstGeom prst="parallelogram">
            <a:avLst>
              <a:gd name="adj" fmla="val 100124"/>
            </a:avLst>
          </a:prstGeom>
          <a:gradFill flip="none" rotWithShape="1">
            <a:gsLst>
              <a:gs pos="24000">
                <a:schemeClr val="accent5"/>
              </a:gs>
              <a:gs pos="100000">
                <a:schemeClr val="accent5">
                  <a:lumMod val="60000"/>
                  <a:lumOff val="40000"/>
                </a:schemeClr>
              </a:gs>
            </a:gsLst>
            <a:lin ang="18900000" scaled="1"/>
            <a:tileRect/>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rallelogram 3">
            <a:extLst>
              <a:ext uri="{FF2B5EF4-FFF2-40B4-BE49-F238E27FC236}">
                <a16:creationId xmlns:a16="http://schemas.microsoft.com/office/drawing/2014/main" id="{DC55FDFC-BFF5-72B6-48F8-99C6DED616E4}"/>
              </a:ext>
            </a:extLst>
          </p:cNvPr>
          <p:cNvSpPr/>
          <p:nvPr userDrawn="1"/>
        </p:nvSpPr>
        <p:spPr>
          <a:xfrm>
            <a:off x="1840256" y="-1"/>
            <a:ext cx="12934077" cy="6470788"/>
          </a:xfrm>
          <a:prstGeom prst="parallelogram">
            <a:avLst>
              <a:gd name="adj" fmla="val 100124"/>
            </a:avLst>
          </a:prstGeom>
          <a:gradFill flip="none" rotWithShape="1">
            <a:gsLst>
              <a:gs pos="0">
                <a:schemeClr val="accent5">
                  <a:alpha val="33000"/>
                </a:schemeClr>
              </a:gs>
              <a:gs pos="97000">
                <a:schemeClr val="accent5">
                  <a:alpha val="0"/>
                </a:schemeClr>
              </a:gs>
            </a:gsLst>
            <a:lin ang="8100000" scaled="1"/>
            <a:tileRect/>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 name="Graphic 143">
            <a:extLst>
              <a:ext uri="{FF2B5EF4-FFF2-40B4-BE49-F238E27FC236}">
                <a16:creationId xmlns:a16="http://schemas.microsoft.com/office/drawing/2014/main" id="{D4D344BF-B1DE-868D-E423-BD5DAAC7B0C9}"/>
              </a:ext>
            </a:extLst>
          </p:cNvPr>
          <p:cNvSpPr/>
          <p:nvPr userDrawn="1"/>
        </p:nvSpPr>
        <p:spPr>
          <a:xfrm>
            <a:off x="4130978" y="4499933"/>
            <a:ext cx="2421204" cy="666750"/>
          </a:xfrm>
          <a:custGeom>
            <a:avLst/>
            <a:gdLst>
              <a:gd name="connsiteX0" fmla="*/ 482061 w 600651"/>
              <a:gd name="connsiteY0" fmla="*/ 38962 h 165407"/>
              <a:gd name="connsiteX1" fmla="*/ 398886 w 600651"/>
              <a:gd name="connsiteY1" fmla="*/ 75298 h 165407"/>
              <a:gd name="connsiteX2" fmla="*/ 268849 w 600651"/>
              <a:gd name="connsiteY2" fmla="*/ 0 h 165407"/>
              <a:gd name="connsiteX3" fmla="*/ 118927 w 600651"/>
              <a:gd name="connsiteY3" fmla="*/ 122878 h 165407"/>
              <a:gd name="connsiteX4" fmla="*/ 66185 w 600651"/>
              <a:gd name="connsiteY4" fmla="*/ 94823 h 165407"/>
              <a:gd name="connsiteX5" fmla="*/ 0 w 600651"/>
              <a:gd name="connsiteY5" fmla="*/ 165408 h 165407"/>
              <a:gd name="connsiteX6" fmla="*/ 600652 w 600651"/>
              <a:gd name="connsiteY6" fmla="*/ 165408 h 165407"/>
              <a:gd name="connsiteX7" fmla="*/ 482061 w 600651"/>
              <a:gd name="connsiteY7" fmla="*/ 38939 h 16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651" h="165407">
                <a:moveTo>
                  <a:pt x="482061" y="38962"/>
                </a:moveTo>
                <a:cubicBezTo>
                  <a:pt x="449653" y="38962"/>
                  <a:pt x="420297" y="52832"/>
                  <a:pt x="398886" y="75298"/>
                </a:cubicBezTo>
                <a:cubicBezTo>
                  <a:pt x="371236" y="29984"/>
                  <a:pt x="323341" y="0"/>
                  <a:pt x="268849" y="0"/>
                </a:cubicBezTo>
                <a:cubicBezTo>
                  <a:pt x="196963" y="0"/>
                  <a:pt x="136523" y="52136"/>
                  <a:pt x="118927" y="122878"/>
                </a:cubicBezTo>
                <a:cubicBezTo>
                  <a:pt x="106853" y="105865"/>
                  <a:pt x="87754" y="94823"/>
                  <a:pt x="66185" y="94823"/>
                </a:cubicBezTo>
                <a:cubicBezTo>
                  <a:pt x="29625" y="94823"/>
                  <a:pt x="0" y="126446"/>
                  <a:pt x="0" y="165408"/>
                </a:cubicBezTo>
                <a:lnTo>
                  <a:pt x="600652" y="165408"/>
                </a:lnTo>
                <a:cubicBezTo>
                  <a:pt x="600652" y="95564"/>
                  <a:pt x="547551" y="38939"/>
                  <a:pt x="482061" y="38939"/>
                </a:cubicBezTo>
                <a:close/>
              </a:path>
            </a:pathLst>
          </a:custGeom>
          <a:solidFill>
            <a:schemeClr val="accent5">
              <a:alpha val="18000"/>
            </a:schemeClr>
          </a:soli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6" name="Graphic 5">
            <a:extLst>
              <a:ext uri="{FF2B5EF4-FFF2-40B4-BE49-F238E27FC236}">
                <a16:creationId xmlns:a16="http://schemas.microsoft.com/office/drawing/2014/main" id="{C9DAFB5F-D079-0D12-1A57-03B02261AA93}"/>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979191" y="2988649"/>
            <a:ext cx="3124591" cy="1207366"/>
          </a:xfrm>
          <a:prstGeom prst="rect">
            <a:avLst/>
          </a:prstGeom>
        </p:spPr>
      </p:pic>
      <p:grpSp>
        <p:nvGrpSpPr>
          <p:cNvPr id="7" name="Group 6">
            <a:extLst>
              <a:ext uri="{FF2B5EF4-FFF2-40B4-BE49-F238E27FC236}">
                <a16:creationId xmlns:a16="http://schemas.microsoft.com/office/drawing/2014/main" id="{112E8C14-E13E-8DDB-974A-C1206CB93365}"/>
              </a:ext>
            </a:extLst>
          </p:cNvPr>
          <p:cNvGrpSpPr/>
          <p:nvPr userDrawn="1"/>
        </p:nvGrpSpPr>
        <p:grpSpPr>
          <a:xfrm>
            <a:off x="8467108" y="1045130"/>
            <a:ext cx="1685206" cy="686138"/>
            <a:chOff x="437672" y="1280130"/>
            <a:chExt cx="2910783" cy="1185138"/>
          </a:xfrm>
        </p:grpSpPr>
        <p:sp>
          <p:nvSpPr>
            <p:cNvPr id="8" name="Freeform: Shape 187">
              <a:extLst>
                <a:ext uri="{FF2B5EF4-FFF2-40B4-BE49-F238E27FC236}">
                  <a16:creationId xmlns:a16="http://schemas.microsoft.com/office/drawing/2014/main" id="{8C76084E-C788-0541-4171-49BECD52252F}"/>
                </a:ext>
              </a:extLst>
            </p:cNvPr>
            <p:cNvSpPr/>
            <p:nvPr/>
          </p:nvSpPr>
          <p:spPr>
            <a:xfrm>
              <a:off x="437672" y="1280130"/>
              <a:ext cx="2720832" cy="1110872"/>
            </a:xfrm>
            <a:custGeom>
              <a:avLst/>
              <a:gdLst>
                <a:gd name="connsiteX0" fmla="*/ 749249 w 907209"/>
                <a:gd name="connsiteY0" fmla="*/ 212440 h 370400"/>
                <a:gd name="connsiteX1" fmla="*/ 700014 w 907209"/>
                <a:gd name="connsiteY1" fmla="*/ 220306 h 370400"/>
                <a:gd name="connsiteX2" fmla="*/ 454537 w 907209"/>
                <a:gd name="connsiteY2" fmla="*/ 0 h 370400"/>
                <a:gd name="connsiteX3" fmla="*/ 213896 w 907209"/>
                <a:gd name="connsiteY3" fmla="*/ 191405 h 370400"/>
                <a:gd name="connsiteX4" fmla="*/ 178995 w 907209"/>
                <a:gd name="connsiteY4" fmla="*/ 191405 h 370400"/>
                <a:gd name="connsiteX5" fmla="*/ 0 w 907209"/>
                <a:gd name="connsiteY5" fmla="*/ 370400 h 370400"/>
                <a:gd name="connsiteX6" fmla="*/ 907209 w 907209"/>
                <a:gd name="connsiteY6" fmla="*/ 370400 h 370400"/>
                <a:gd name="connsiteX7" fmla="*/ 749249 w 907209"/>
                <a:gd name="connsiteY7" fmla="*/ 212440 h 3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7209" h="370400">
                  <a:moveTo>
                    <a:pt x="749249" y="212440"/>
                  </a:moveTo>
                  <a:cubicBezTo>
                    <a:pt x="732060" y="212440"/>
                    <a:pt x="715512" y="215236"/>
                    <a:pt x="700014" y="220306"/>
                  </a:cubicBezTo>
                  <a:cubicBezTo>
                    <a:pt x="686729" y="96489"/>
                    <a:pt x="581907" y="0"/>
                    <a:pt x="454537" y="0"/>
                  </a:cubicBezTo>
                  <a:cubicBezTo>
                    <a:pt x="337246" y="0"/>
                    <a:pt x="239126" y="81806"/>
                    <a:pt x="213896" y="191405"/>
                  </a:cubicBezTo>
                  <a:lnTo>
                    <a:pt x="178995" y="191405"/>
                  </a:lnTo>
                  <a:cubicBezTo>
                    <a:pt x="80116" y="191405"/>
                    <a:pt x="0" y="271522"/>
                    <a:pt x="0" y="370400"/>
                  </a:cubicBezTo>
                  <a:lnTo>
                    <a:pt x="907209" y="370400"/>
                  </a:lnTo>
                  <a:cubicBezTo>
                    <a:pt x="907209" y="283175"/>
                    <a:pt x="836474" y="212440"/>
                    <a:pt x="749249" y="212440"/>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9" name="Freeform: Shape 188">
              <a:extLst>
                <a:ext uri="{FF2B5EF4-FFF2-40B4-BE49-F238E27FC236}">
                  <a16:creationId xmlns:a16="http://schemas.microsoft.com/office/drawing/2014/main" id="{98E8A708-0D42-A8DA-8AE7-3B300A42D78D}"/>
                </a:ext>
              </a:extLst>
            </p:cNvPr>
            <p:cNvSpPr/>
            <p:nvPr/>
          </p:nvSpPr>
          <p:spPr>
            <a:xfrm>
              <a:off x="1651302" y="1789783"/>
              <a:ext cx="1697153" cy="675485"/>
            </a:xfrm>
            <a:custGeom>
              <a:avLst/>
              <a:gdLst>
                <a:gd name="connsiteX0" fmla="*/ 154872 w 565884"/>
                <a:gd name="connsiteY0" fmla="*/ 70357 h 225229"/>
                <a:gd name="connsiteX1" fmla="*/ 0 w 565884"/>
                <a:gd name="connsiteY1" fmla="*/ 225229 h 225229"/>
                <a:gd name="connsiteX2" fmla="*/ 565884 w 565884"/>
                <a:gd name="connsiteY2" fmla="*/ 225229 h 225229"/>
                <a:gd name="connsiteX3" fmla="*/ 496023 w 565884"/>
                <a:gd name="connsiteY3" fmla="*/ 70357 h 225229"/>
                <a:gd name="connsiteX4" fmla="*/ 496023 w 565884"/>
                <a:gd name="connsiteY4" fmla="*/ 70357 h 225229"/>
                <a:gd name="connsiteX5" fmla="*/ 154872 w 565884"/>
                <a:gd name="connsiteY5" fmla="*/ 70357 h 22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84" h="225229">
                  <a:moveTo>
                    <a:pt x="154872" y="70357"/>
                  </a:moveTo>
                  <a:lnTo>
                    <a:pt x="0" y="225229"/>
                  </a:lnTo>
                  <a:lnTo>
                    <a:pt x="565884" y="225229"/>
                  </a:lnTo>
                  <a:cubicBezTo>
                    <a:pt x="562272" y="168711"/>
                    <a:pt x="538965" y="113299"/>
                    <a:pt x="496023" y="70357"/>
                  </a:cubicBezTo>
                  <a:lnTo>
                    <a:pt x="496023" y="70357"/>
                  </a:lnTo>
                  <a:cubicBezTo>
                    <a:pt x="402213" y="-23452"/>
                    <a:pt x="248681" y="-23452"/>
                    <a:pt x="154872" y="70357"/>
                  </a:cubicBezTo>
                  <a:close/>
                </a:path>
              </a:pathLst>
            </a:custGeom>
            <a:gradFill>
              <a:gsLst>
                <a:gs pos="29000">
                  <a:srgbClr val="FFFFFF"/>
                </a:gs>
                <a:gs pos="48000">
                  <a:srgbClr val="F8FBFE"/>
                </a:gs>
                <a:gs pos="73000">
                  <a:srgbClr val="E7F3FB"/>
                </a:gs>
                <a:gs pos="100000">
                  <a:srgbClr val="CEE6F7"/>
                </a:gs>
              </a:gsLst>
              <a:lin ang="2700000" scaled="1"/>
            </a:gra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0" name="Graphic 133">
            <a:extLst>
              <a:ext uri="{FF2B5EF4-FFF2-40B4-BE49-F238E27FC236}">
                <a16:creationId xmlns:a16="http://schemas.microsoft.com/office/drawing/2014/main" id="{FB3DD8E2-0BCC-6714-E82C-B029271CB351}"/>
              </a:ext>
            </a:extLst>
          </p:cNvPr>
          <p:cNvGrpSpPr/>
          <p:nvPr userDrawn="1"/>
        </p:nvGrpSpPr>
        <p:grpSpPr>
          <a:xfrm>
            <a:off x="7658058" y="759261"/>
            <a:ext cx="747561" cy="1467873"/>
            <a:chOff x="7819347" y="302010"/>
            <a:chExt cx="1311783" cy="2575750"/>
          </a:xfrm>
          <a:noFill/>
        </p:grpSpPr>
        <p:sp>
          <p:nvSpPr>
            <p:cNvPr id="11" name="Freeform: Shape 232">
              <a:extLst>
                <a:ext uri="{FF2B5EF4-FFF2-40B4-BE49-F238E27FC236}">
                  <a16:creationId xmlns:a16="http://schemas.microsoft.com/office/drawing/2014/main" id="{C2577F02-047D-0975-B302-56A78525778A}"/>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 name="Freeform: Shape 233">
              <a:extLst>
                <a:ext uri="{FF2B5EF4-FFF2-40B4-BE49-F238E27FC236}">
                  <a16:creationId xmlns:a16="http://schemas.microsoft.com/office/drawing/2014/main" id="{EDE0F961-9F58-9C23-96A4-E34614F246AB}"/>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 name="Freeform: Shape 234">
              <a:extLst>
                <a:ext uri="{FF2B5EF4-FFF2-40B4-BE49-F238E27FC236}">
                  <a16:creationId xmlns:a16="http://schemas.microsoft.com/office/drawing/2014/main" id="{B6430474-CA1A-BB5E-209C-CAD73B4295D9}"/>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 name="Freeform: Shape 235">
              <a:extLst>
                <a:ext uri="{FF2B5EF4-FFF2-40B4-BE49-F238E27FC236}">
                  <a16:creationId xmlns:a16="http://schemas.microsoft.com/office/drawing/2014/main" id="{0A9E379F-4B31-3B2E-8A81-46096DF0F0CC}"/>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5" name="Freeform: Shape 236">
              <a:extLst>
                <a:ext uri="{FF2B5EF4-FFF2-40B4-BE49-F238E27FC236}">
                  <a16:creationId xmlns:a16="http://schemas.microsoft.com/office/drawing/2014/main" id="{EDE9FD9F-999F-0A4A-7B11-FFFEFDAB16FD}"/>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6" name="Freeform: Shape 265">
            <a:extLst>
              <a:ext uri="{FF2B5EF4-FFF2-40B4-BE49-F238E27FC236}">
                <a16:creationId xmlns:a16="http://schemas.microsoft.com/office/drawing/2014/main" id="{BFFFFBE8-2A79-29C1-7C5F-AD54B3445A55}"/>
              </a:ext>
            </a:extLst>
          </p:cNvPr>
          <p:cNvSpPr/>
          <p:nvPr userDrawn="1"/>
        </p:nvSpPr>
        <p:spPr>
          <a:xfrm>
            <a:off x="10295515" y="400250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 name="Freeform: Shape 269">
            <a:extLst>
              <a:ext uri="{FF2B5EF4-FFF2-40B4-BE49-F238E27FC236}">
                <a16:creationId xmlns:a16="http://schemas.microsoft.com/office/drawing/2014/main" id="{7334EB20-8D55-719E-4645-08AA4B56CCFD}"/>
              </a:ext>
            </a:extLst>
          </p:cNvPr>
          <p:cNvSpPr/>
          <p:nvPr userDrawn="1"/>
        </p:nvSpPr>
        <p:spPr>
          <a:xfrm>
            <a:off x="6195382" y="430769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8" name="Freeform: Shape 285">
            <a:extLst>
              <a:ext uri="{FF2B5EF4-FFF2-40B4-BE49-F238E27FC236}">
                <a16:creationId xmlns:a16="http://schemas.microsoft.com/office/drawing/2014/main" id="{D547FC94-84E4-3086-8AAB-1FE3154A1BF4}"/>
              </a:ext>
            </a:extLst>
          </p:cNvPr>
          <p:cNvSpPr/>
          <p:nvPr userDrawn="1"/>
        </p:nvSpPr>
        <p:spPr>
          <a:xfrm>
            <a:off x="8709950" y="5303803"/>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 name="Freeform: Shape 286">
            <a:extLst>
              <a:ext uri="{FF2B5EF4-FFF2-40B4-BE49-F238E27FC236}">
                <a16:creationId xmlns:a16="http://schemas.microsoft.com/office/drawing/2014/main" id="{F979284F-5A03-14A2-13EB-9A248232DAC6}"/>
              </a:ext>
            </a:extLst>
          </p:cNvPr>
          <p:cNvSpPr/>
          <p:nvPr userDrawn="1"/>
        </p:nvSpPr>
        <p:spPr>
          <a:xfrm>
            <a:off x="9116688" y="50100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20" name="Graphic 133">
            <a:extLst>
              <a:ext uri="{FF2B5EF4-FFF2-40B4-BE49-F238E27FC236}">
                <a16:creationId xmlns:a16="http://schemas.microsoft.com/office/drawing/2014/main" id="{FE336CA2-3D98-870D-70F9-622EA63E0E7D}"/>
              </a:ext>
            </a:extLst>
          </p:cNvPr>
          <p:cNvGrpSpPr/>
          <p:nvPr userDrawn="1"/>
        </p:nvGrpSpPr>
        <p:grpSpPr>
          <a:xfrm rot="15300000">
            <a:off x="5392445" y="1828091"/>
            <a:ext cx="1311783" cy="2575750"/>
            <a:chOff x="7819347" y="302010"/>
            <a:chExt cx="1311783" cy="2575750"/>
          </a:xfrm>
          <a:noFill/>
        </p:grpSpPr>
        <p:sp>
          <p:nvSpPr>
            <p:cNvPr id="21" name="Freeform: Shape 288">
              <a:extLst>
                <a:ext uri="{FF2B5EF4-FFF2-40B4-BE49-F238E27FC236}">
                  <a16:creationId xmlns:a16="http://schemas.microsoft.com/office/drawing/2014/main" id="{D917E33A-9066-C254-C5AC-926BD37B8684}"/>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2" name="Freeform: Shape 289">
              <a:extLst>
                <a:ext uri="{FF2B5EF4-FFF2-40B4-BE49-F238E27FC236}">
                  <a16:creationId xmlns:a16="http://schemas.microsoft.com/office/drawing/2014/main" id="{E026DA6A-6474-3AB6-434B-83A3DAE60764}"/>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3" name="Freeform: Shape 290">
              <a:extLst>
                <a:ext uri="{FF2B5EF4-FFF2-40B4-BE49-F238E27FC236}">
                  <a16:creationId xmlns:a16="http://schemas.microsoft.com/office/drawing/2014/main" id="{04DE64F1-F0B1-EC8C-1E3E-F2F2053278BE}"/>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4" name="Freeform: Shape 291">
              <a:extLst>
                <a:ext uri="{FF2B5EF4-FFF2-40B4-BE49-F238E27FC236}">
                  <a16:creationId xmlns:a16="http://schemas.microsoft.com/office/drawing/2014/main" id="{E3F395B2-A6F6-9642-A9B3-0907549B7EED}"/>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5" name="Freeform: Shape 292">
              <a:extLst>
                <a:ext uri="{FF2B5EF4-FFF2-40B4-BE49-F238E27FC236}">
                  <a16:creationId xmlns:a16="http://schemas.microsoft.com/office/drawing/2014/main" id="{64432B98-9ECF-C74B-6250-0AF86BF6ED8C}"/>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26" name="Oval 25">
            <a:extLst>
              <a:ext uri="{FF2B5EF4-FFF2-40B4-BE49-F238E27FC236}">
                <a16:creationId xmlns:a16="http://schemas.microsoft.com/office/drawing/2014/main" id="{0F585DDC-7D94-0B19-9D98-23DBB6B83975}"/>
              </a:ext>
            </a:extLst>
          </p:cNvPr>
          <p:cNvSpPr/>
          <p:nvPr userDrawn="1"/>
        </p:nvSpPr>
        <p:spPr>
          <a:xfrm flipV="1">
            <a:off x="6354876" y="1852997"/>
            <a:ext cx="3152006" cy="3152006"/>
          </a:xfrm>
          <a:prstGeom prst="ellipse">
            <a:avLst/>
          </a:prstGeom>
          <a:solidFill>
            <a:schemeClr val="bg1"/>
          </a:solidFill>
          <a:ln w="508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7" name="Freeform: Shape 298">
            <a:extLst>
              <a:ext uri="{FF2B5EF4-FFF2-40B4-BE49-F238E27FC236}">
                <a16:creationId xmlns:a16="http://schemas.microsoft.com/office/drawing/2014/main" id="{A3F6C062-6099-E639-9F9C-45ACE06D07DA}"/>
              </a:ext>
            </a:extLst>
          </p:cNvPr>
          <p:cNvSpPr/>
          <p:nvPr userDrawn="1"/>
        </p:nvSpPr>
        <p:spPr>
          <a:xfrm>
            <a:off x="5406003" y="4429286"/>
            <a:ext cx="2921280" cy="1192670"/>
          </a:xfrm>
          <a:custGeom>
            <a:avLst/>
            <a:gdLst>
              <a:gd name="connsiteX0" fmla="*/ 2797989 w 3387980"/>
              <a:gd name="connsiteY0" fmla="*/ 793219 h 1383210"/>
              <a:gd name="connsiteX1" fmla="*/ 2614092 w 3387980"/>
              <a:gd name="connsiteY1" fmla="*/ 822614 h 1383210"/>
              <a:gd name="connsiteX2" fmla="*/ 1697357 w 3387980"/>
              <a:gd name="connsiteY2" fmla="*/ 0 h 1383210"/>
              <a:gd name="connsiteX3" fmla="*/ 798795 w 3387980"/>
              <a:gd name="connsiteY3" fmla="*/ 714810 h 1383210"/>
              <a:gd name="connsiteX4" fmla="*/ 668546 w 3387980"/>
              <a:gd name="connsiteY4" fmla="*/ 714665 h 1383210"/>
              <a:gd name="connsiteX5" fmla="*/ 0 w 3387980"/>
              <a:gd name="connsiteY5" fmla="*/ 1383211 h 1383210"/>
              <a:gd name="connsiteX6" fmla="*/ 3387981 w 3387980"/>
              <a:gd name="connsiteY6" fmla="*/ 1383211 h 1383210"/>
              <a:gd name="connsiteX7" fmla="*/ 2797989 w 3387980"/>
              <a:gd name="connsiteY7" fmla="*/ 793219 h 138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7980" h="1383210">
                <a:moveTo>
                  <a:pt x="2797989" y="793219"/>
                </a:moveTo>
                <a:cubicBezTo>
                  <a:pt x="2733770" y="793219"/>
                  <a:pt x="2671940" y="803573"/>
                  <a:pt x="2614092" y="822614"/>
                </a:cubicBezTo>
                <a:cubicBezTo>
                  <a:pt x="2564425" y="360192"/>
                  <a:pt x="2172956" y="0"/>
                  <a:pt x="1697357" y="0"/>
                </a:cubicBezTo>
                <a:cubicBezTo>
                  <a:pt x="1259406" y="0"/>
                  <a:pt x="892915" y="305385"/>
                  <a:pt x="798795" y="714810"/>
                </a:cubicBezTo>
                <a:lnTo>
                  <a:pt x="668546" y="714665"/>
                </a:lnTo>
                <a:cubicBezTo>
                  <a:pt x="299304" y="714737"/>
                  <a:pt x="0" y="1014041"/>
                  <a:pt x="0" y="1383211"/>
                </a:cubicBezTo>
                <a:lnTo>
                  <a:pt x="3387981" y="1383211"/>
                </a:lnTo>
                <a:cubicBezTo>
                  <a:pt x="3387981" y="1057336"/>
                  <a:pt x="3123864" y="793219"/>
                  <a:pt x="2797989" y="793219"/>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29" name="Graphic 28">
            <a:extLst>
              <a:ext uri="{FF2B5EF4-FFF2-40B4-BE49-F238E27FC236}">
                <a16:creationId xmlns:a16="http://schemas.microsoft.com/office/drawing/2014/main" id="{3269DD7D-A762-90F0-BAAE-246E4B1956B5}"/>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9025699" y="4707812"/>
            <a:ext cx="2490461" cy="837840"/>
          </a:xfrm>
          <a:prstGeom prst="rect">
            <a:avLst/>
          </a:prstGeom>
        </p:spPr>
      </p:pic>
      <p:sp>
        <p:nvSpPr>
          <p:cNvPr id="31" name="Freeform: Shape 265">
            <a:extLst>
              <a:ext uri="{FF2B5EF4-FFF2-40B4-BE49-F238E27FC236}">
                <a16:creationId xmlns:a16="http://schemas.microsoft.com/office/drawing/2014/main" id="{40AE0C90-3611-90B9-945F-CD5690F37797}"/>
              </a:ext>
            </a:extLst>
          </p:cNvPr>
          <p:cNvSpPr/>
          <p:nvPr userDrawn="1"/>
        </p:nvSpPr>
        <p:spPr>
          <a:xfrm>
            <a:off x="11185175" y="279296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32" name="Group 31">
            <a:extLst>
              <a:ext uri="{FF2B5EF4-FFF2-40B4-BE49-F238E27FC236}">
                <a16:creationId xmlns:a16="http://schemas.microsoft.com/office/drawing/2014/main" id="{7896B294-4741-B5DC-2EF0-8E83E0D9D5F3}"/>
              </a:ext>
            </a:extLst>
          </p:cNvPr>
          <p:cNvGrpSpPr/>
          <p:nvPr userDrawn="1"/>
        </p:nvGrpSpPr>
        <p:grpSpPr>
          <a:xfrm>
            <a:off x="9801434" y="1855519"/>
            <a:ext cx="2078815" cy="773140"/>
            <a:chOff x="9469303" y="1724685"/>
            <a:chExt cx="2078815" cy="773140"/>
          </a:xfrm>
        </p:grpSpPr>
        <p:grpSp>
          <p:nvGrpSpPr>
            <p:cNvPr id="33" name="Graphic 6">
              <a:extLst>
                <a:ext uri="{FF2B5EF4-FFF2-40B4-BE49-F238E27FC236}">
                  <a16:creationId xmlns:a16="http://schemas.microsoft.com/office/drawing/2014/main" id="{9AAFCDE0-37FF-86EC-D9BC-9DA31372AA81}"/>
                </a:ext>
              </a:extLst>
            </p:cNvPr>
            <p:cNvGrpSpPr/>
            <p:nvPr/>
          </p:nvGrpSpPr>
          <p:grpSpPr>
            <a:xfrm>
              <a:off x="10935407" y="1804642"/>
              <a:ext cx="612711" cy="613079"/>
              <a:chOff x="10935407" y="1804642"/>
              <a:chExt cx="612711" cy="613079"/>
            </a:xfrm>
            <a:noFill/>
          </p:grpSpPr>
          <p:sp>
            <p:nvSpPr>
              <p:cNvPr id="48" name="Freeform: Shape 10">
                <a:extLst>
                  <a:ext uri="{FF2B5EF4-FFF2-40B4-BE49-F238E27FC236}">
                    <a16:creationId xmlns:a16="http://schemas.microsoft.com/office/drawing/2014/main" id="{4E4B1818-8929-589D-DD23-0B1DB0B0E373}"/>
                  </a:ext>
                </a:extLst>
              </p:cNvPr>
              <p:cNvSpPr/>
              <p:nvPr/>
            </p:nvSpPr>
            <p:spPr>
              <a:xfrm>
                <a:off x="10935407" y="1804642"/>
                <a:ext cx="612711" cy="613079"/>
              </a:xfrm>
              <a:custGeom>
                <a:avLst/>
                <a:gdLst>
                  <a:gd name="connsiteX0" fmla="*/ 257027 w 612711"/>
                  <a:gd name="connsiteY0" fmla="*/ 613079 h 613079"/>
                  <a:gd name="connsiteX1" fmla="*/ 352666 w 612711"/>
                  <a:gd name="connsiteY1" fmla="*/ 612564 h 613079"/>
                  <a:gd name="connsiteX2" fmla="*/ 362605 w 612711"/>
                  <a:gd name="connsiteY2" fmla="*/ 579580 h 613079"/>
                  <a:gd name="connsiteX3" fmla="*/ 371661 w 612711"/>
                  <a:gd name="connsiteY3" fmla="*/ 551528 h 613079"/>
                  <a:gd name="connsiteX4" fmla="*/ 376668 w 612711"/>
                  <a:gd name="connsiteY4" fmla="*/ 547626 h 613079"/>
                  <a:gd name="connsiteX5" fmla="*/ 427985 w 612711"/>
                  <a:gd name="connsiteY5" fmla="*/ 527306 h 613079"/>
                  <a:gd name="connsiteX6" fmla="*/ 435642 w 612711"/>
                  <a:gd name="connsiteY6" fmla="*/ 527600 h 613079"/>
                  <a:gd name="connsiteX7" fmla="*/ 487621 w 612711"/>
                  <a:gd name="connsiteY7" fmla="*/ 557197 h 613079"/>
                  <a:gd name="connsiteX8" fmla="*/ 488210 w 612711"/>
                  <a:gd name="connsiteY8" fmla="*/ 557492 h 613079"/>
                  <a:gd name="connsiteX9" fmla="*/ 488652 w 612711"/>
                  <a:gd name="connsiteY9" fmla="*/ 557050 h 613079"/>
                  <a:gd name="connsiteX10" fmla="*/ 556461 w 612711"/>
                  <a:gd name="connsiteY10" fmla="*/ 486591 h 613079"/>
                  <a:gd name="connsiteX11" fmla="*/ 556829 w 612711"/>
                  <a:gd name="connsiteY11" fmla="*/ 486002 h 613079"/>
                  <a:gd name="connsiteX12" fmla="*/ 556388 w 612711"/>
                  <a:gd name="connsiteY12" fmla="*/ 485486 h 613079"/>
                  <a:gd name="connsiteX13" fmla="*/ 539748 w 612711"/>
                  <a:gd name="connsiteY13" fmla="*/ 459570 h 613079"/>
                  <a:gd name="connsiteX14" fmla="*/ 526864 w 612711"/>
                  <a:gd name="connsiteY14" fmla="*/ 437188 h 613079"/>
                  <a:gd name="connsiteX15" fmla="*/ 527232 w 612711"/>
                  <a:gd name="connsiteY15" fmla="*/ 429236 h 613079"/>
                  <a:gd name="connsiteX16" fmla="*/ 539822 w 612711"/>
                  <a:gd name="connsiteY16" fmla="*/ 403320 h 613079"/>
                  <a:gd name="connsiteX17" fmla="*/ 551381 w 612711"/>
                  <a:gd name="connsiteY17" fmla="*/ 375563 h 613079"/>
                  <a:gd name="connsiteX18" fmla="*/ 556682 w 612711"/>
                  <a:gd name="connsiteY18" fmla="*/ 371661 h 613079"/>
                  <a:gd name="connsiteX19" fmla="*/ 582893 w 612711"/>
                  <a:gd name="connsiteY19" fmla="*/ 365403 h 613079"/>
                  <a:gd name="connsiteX20" fmla="*/ 611975 w 612711"/>
                  <a:gd name="connsiteY20" fmla="*/ 357304 h 613079"/>
                  <a:gd name="connsiteX21" fmla="*/ 612711 w 612711"/>
                  <a:gd name="connsiteY21" fmla="*/ 357157 h 613079"/>
                  <a:gd name="connsiteX22" fmla="*/ 611975 w 612711"/>
                  <a:gd name="connsiteY22" fmla="*/ 258793 h 613079"/>
                  <a:gd name="connsiteX23" fmla="*/ 581715 w 612711"/>
                  <a:gd name="connsiteY23" fmla="*/ 250768 h 613079"/>
                  <a:gd name="connsiteX24" fmla="*/ 554105 w 612711"/>
                  <a:gd name="connsiteY24" fmla="*/ 244363 h 613079"/>
                  <a:gd name="connsiteX25" fmla="*/ 548289 w 612711"/>
                  <a:gd name="connsiteY25" fmla="*/ 239724 h 613079"/>
                  <a:gd name="connsiteX26" fmla="*/ 528410 w 612711"/>
                  <a:gd name="connsiteY26" fmla="*/ 183990 h 613079"/>
                  <a:gd name="connsiteX27" fmla="*/ 529220 w 612711"/>
                  <a:gd name="connsiteY27" fmla="*/ 177585 h 613079"/>
                  <a:gd name="connsiteX28" fmla="*/ 559554 w 612711"/>
                  <a:gd name="connsiteY28" fmla="*/ 125016 h 613079"/>
                  <a:gd name="connsiteX29" fmla="*/ 559922 w 612711"/>
                  <a:gd name="connsiteY29" fmla="*/ 124353 h 613079"/>
                  <a:gd name="connsiteX30" fmla="*/ 559333 w 612711"/>
                  <a:gd name="connsiteY30" fmla="*/ 123838 h 613079"/>
                  <a:gd name="connsiteX31" fmla="*/ 524876 w 612711"/>
                  <a:gd name="connsiteY31" fmla="*/ 90854 h 613079"/>
                  <a:gd name="connsiteX32" fmla="*/ 488579 w 612711"/>
                  <a:gd name="connsiteY32" fmla="*/ 58974 h 613079"/>
                  <a:gd name="connsiteX33" fmla="*/ 488137 w 612711"/>
                  <a:gd name="connsiteY33" fmla="*/ 58753 h 613079"/>
                  <a:gd name="connsiteX34" fmla="*/ 487695 w 612711"/>
                  <a:gd name="connsiteY34" fmla="*/ 58974 h 613079"/>
                  <a:gd name="connsiteX35" fmla="*/ 460012 w 612711"/>
                  <a:gd name="connsiteY35" fmla="*/ 74509 h 613079"/>
                  <a:gd name="connsiteX36" fmla="*/ 435863 w 612711"/>
                  <a:gd name="connsiteY36" fmla="*/ 87025 h 613079"/>
                  <a:gd name="connsiteX37" fmla="*/ 429384 w 612711"/>
                  <a:gd name="connsiteY37" fmla="*/ 86215 h 613079"/>
                  <a:gd name="connsiteX38" fmla="*/ 403688 w 612711"/>
                  <a:gd name="connsiteY38" fmla="*/ 73846 h 613079"/>
                  <a:gd name="connsiteX39" fmla="*/ 377110 w 612711"/>
                  <a:gd name="connsiteY39" fmla="*/ 63539 h 613079"/>
                  <a:gd name="connsiteX40" fmla="*/ 372839 w 612711"/>
                  <a:gd name="connsiteY40" fmla="*/ 58606 h 613079"/>
                  <a:gd name="connsiteX41" fmla="*/ 355832 w 612711"/>
                  <a:gd name="connsiteY41" fmla="*/ 589 h 613079"/>
                  <a:gd name="connsiteX42" fmla="*/ 355611 w 612711"/>
                  <a:gd name="connsiteY42" fmla="*/ 0 h 613079"/>
                  <a:gd name="connsiteX43" fmla="*/ 259898 w 612711"/>
                  <a:gd name="connsiteY43" fmla="*/ 663 h 613079"/>
                  <a:gd name="connsiteX44" fmla="*/ 250915 w 612711"/>
                  <a:gd name="connsiteY44" fmla="*/ 32616 h 613079"/>
                  <a:gd name="connsiteX45" fmla="*/ 243332 w 612711"/>
                  <a:gd name="connsiteY45" fmla="*/ 60520 h 613079"/>
                  <a:gd name="connsiteX46" fmla="*/ 238178 w 612711"/>
                  <a:gd name="connsiteY46" fmla="*/ 65600 h 613079"/>
                  <a:gd name="connsiteX47" fmla="*/ 185168 w 612711"/>
                  <a:gd name="connsiteY47" fmla="*/ 86363 h 613079"/>
                  <a:gd name="connsiteX48" fmla="*/ 178026 w 612711"/>
                  <a:gd name="connsiteY48" fmla="*/ 85626 h 613079"/>
                  <a:gd name="connsiteX49" fmla="*/ 125531 w 612711"/>
                  <a:gd name="connsiteY49" fmla="*/ 55882 h 613079"/>
                  <a:gd name="connsiteX50" fmla="*/ 124942 w 612711"/>
                  <a:gd name="connsiteY50" fmla="*/ 55587 h 613079"/>
                  <a:gd name="connsiteX51" fmla="*/ 124501 w 612711"/>
                  <a:gd name="connsiteY51" fmla="*/ 56029 h 613079"/>
                  <a:gd name="connsiteX52" fmla="*/ 56323 w 612711"/>
                  <a:gd name="connsiteY52" fmla="*/ 126489 h 613079"/>
                  <a:gd name="connsiteX53" fmla="*/ 55882 w 612711"/>
                  <a:gd name="connsiteY53" fmla="*/ 127078 h 613079"/>
                  <a:gd name="connsiteX54" fmla="*/ 56397 w 612711"/>
                  <a:gd name="connsiteY54" fmla="*/ 127667 h 613079"/>
                  <a:gd name="connsiteX55" fmla="*/ 86510 w 612711"/>
                  <a:gd name="connsiteY55" fmla="*/ 176407 h 613079"/>
                  <a:gd name="connsiteX56" fmla="*/ 86289 w 612711"/>
                  <a:gd name="connsiteY56" fmla="*/ 183696 h 613079"/>
                  <a:gd name="connsiteX57" fmla="*/ 73331 w 612711"/>
                  <a:gd name="connsiteY57" fmla="*/ 210201 h 613079"/>
                  <a:gd name="connsiteX58" fmla="*/ 61256 w 612711"/>
                  <a:gd name="connsiteY58" fmla="*/ 237442 h 613079"/>
                  <a:gd name="connsiteX59" fmla="*/ 55882 w 612711"/>
                  <a:gd name="connsiteY59" fmla="*/ 241418 h 613079"/>
                  <a:gd name="connsiteX60" fmla="*/ 29818 w 612711"/>
                  <a:gd name="connsiteY60" fmla="*/ 247676 h 613079"/>
                  <a:gd name="connsiteX61" fmla="*/ 736 w 612711"/>
                  <a:gd name="connsiteY61" fmla="*/ 255775 h 613079"/>
                  <a:gd name="connsiteX62" fmla="*/ 0 w 612711"/>
                  <a:gd name="connsiteY62" fmla="*/ 255922 h 613079"/>
                  <a:gd name="connsiteX63" fmla="*/ 736 w 612711"/>
                  <a:gd name="connsiteY63" fmla="*/ 354286 h 613079"/>
                  <a:gd name="connsiteX64" fmla="*/ 31217 w 612711"/>
                  <a:gd name="connsiteY64" fmla="*/ 362384 h 613079"/>
                  <a:gd name="connsiteX65" fmla="*/ 57133 w 612711"/>
                  <a:gd name="connsiteY65" fmla="*/ 368348 h 613079"/>
                  <a:gd name="connsiteX66" fmla="*/ 63097 w 612711"/>
                  <a:gd name="connsiteY66" fmla="*/ 374017 h 613079"/>
                  <a:gd name="connsiteX67" fmla="*/ 72521 w 612711"/>
                  <a:gd name="connsiteY67" fmla="*/ 402363 h 613079"/>
                  <a:gd name="connsiteX68" fmla="*/ 84301 w 612711"/>
                  <a:gd name="connsiteY68" fmla="*/ 429089 h 613079"/>
                  <a:gd name="connsiteX69" fmla="*/ 83859 w 612711"/>
                  <a:gd name="connsiteY69" fmla="*/ 435495 h 613079"/>
                  <a:gd name="connsiteX70" fmla="*/ 56176 w 612711"/>
                  <a:gd name="connsiteY70" fmla="*/ 488137 h 613079"/>
                  <a:gd name="connsiteX71" fmla="*/ 56029 w 612711"/>
                  <a:gd name="connsiteY71" fmla="*/ 488652 h 613079"/>
                  <a:gd name="connsiteX72" fmla="*/ 56397 w 612711"/>
                  <a:gd name="connsiteY72" fmla="*/ 489020 h 613079"/>
                  <a:gd name="connsiteX73" fmla="*/ 124648 w 612711"/>
                  <a:gd name="connsiteY73" fmla="*/ 553958 h 613079"/>
                  <a:gd name="connsiteX74" fmla="*/ 125090 w 612711"/>
                  <a:gd name="connsiteY74" fmla="*/ 554252 h 613079"/>
                  <a:gd name="connsiteX75" fmla="*/ 125531 w 612711"/>
                  <a:gd name="connsiteY75" fmla="*/ 554032 h 613079"/>
                  <a:gd name="connsiteX76" fmla="*/ 152625 w 612711"/>
                  <a:gd name="connsiteY76" fmla="*/ 538644 h 613079"/>
                  <a:gd name="connsiteX77" fmla="*/ 178174 w 612711"/>
                  <a:gd name="connsiteY77" fmla="*/ 525833 h 613079"/>
                  <a:gd name="connsiteX78" fmla="*/ 183843 w 612711"/>
                  <a:gd name="connsiteY78" fmla="*/ 526127 h 613079"/>
                  <a:gd name="connsiteX79" fmla="*/ 236338 w 612711"/>
                  <a:gd name="connsiteY79" fmla="*/ 549614 h 613079"/>
                  <a:gd name="connsiteX80" fmla="*/ 240313 w 612711"/>
                  <a:gd name="connsiteY80" fmla="*/ 554032 h 613079"/>
                  <a:gd name="connsiteX81" fmla="*/ 247602 w 612711"/>
                  <a:gd name="connsiteY81" fmla="*/ 581494 h 613079"/>
                  <a:gd name="connsiteX82" fmla="*/ 257100 w 612711"/>
                  <a:gd name="connsiteY82" fmla="*/ 612417 h 613079"/>
                  <a:gd name="connsiteX83" fmla="*/ 257395 w 612711"/>
                  <a:gd name="connsiteY83" fmla="*/ 612932 h 6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612711" h="613079">
                    <a:moveTo>
                      <a:pt x="257027" y="613079"/>
                    </a:moveTo>
                    <a:lnTo>
                      <a:pt x="352666" y="612564"/>
                    </a:lnTo>
                    <a:cubicBezTo>
                      <a:pt x="355537" y="606821"/>
                      <a:pt x="358850" y="595704"/>
                      <a:pt x="362605" y="579580"/>
                    </a:cubicBezTo>
                    <a:cubicBezTo>
                      <a:pt x="365403" y="567431"/>
                      <a:pt x="368422" y="558007"/>
                      <a:pt x="371661" y="551528"/>
                    </a:cubicBezTo>
                    <a:cubicBezTo>
                      <a:pt x="372618" y="549540"/>
                      <a:pt x="374533" y="548068"/>
                      <a:pt x="376668" y="547626"/>
                    </a:cubicBezTo>
                    <a:cubicBezTo>
                      <a:pt x="392792" y="544166"/>
                      <a:pt x="410094" y="537319"/>
                      <a:pt x="427985" y="527306"/>
                    </a:cubicBezTo>
                    <a:cubicBezTo>
                      <a:pt x="430414" y="525980"/>
                      <a:pt x="433359" y="526054"/>
                      <a:pt x="435642" y="527600"/>
                    </a:cubicBezTo>
                    <a:cubicBezTo>
                      <a:pt x="452576" y="538865"/>
                      <a:pt x="470099" y="548804"/>
                      <a:pt x="487621" y="557197"/>
                    </a:cubicBezTo>
                    <a:lnTo>
                      <a:pt x="488210" y="557492"/>
                    </a:lnTo>
                    <a:lnTo>
                      <a:pt x="488652" y="557050"/>
                    </a:lnTo>
                    <a:cubicBezTo>
                      <a:pt x="527968" y="518544"/>
                      <a:pt x="550718" y="494837"/>
                      <a:pt x="556461" y="486591"/>
                    </a:cubicBezTo>
                    <a:lnTo>
                      <a:pt x="556829" y="486002"/>
                    </a:lnTo>
                    <a:lnTo>
                      <a:pt x="556388" y="485486"/>
                    </a:lnTo>
                    <a:cubicBezTo>
                      <a:pt x="551528" y="479228"/>
                      <a:pt x="545933" y="470540"/>
                      <a:pt x="539748" y="459570"/>
                    </a:cubicBezTo>
                    <a:cubicBezTo>
                      <a:pt x="534006" y="449483"/>
                      <a:pt x="529735" y="442047"/>
                      <a:pt x="526864" y="437188"/>
                    </a:cubicBezTo>
                    <a:cubicBezTo>
                      <a:pt x="525391" y="434685"/>
                      <a:pt x="525539" y="431592"/>
                      <a:pt x="527232" y="429236"/>
                    </a:cubicBezTo>
                    <a:cubicBezTo>
                      <a:pt x="531502" y="423273"/>
                      <a:pt x="535772" y="414511"/>
                      <a:pt x="539822" y="403320"/>
                    </a:cubicBezTo>
                    <a:cubicBezTo>
                      <a:pt x="544608" y="390657"/>
                      <a:pt x="548510" y="381306"/>
                      <a:pt x="551381" y="375563"/>
                    </a:cubicBezTo>
                    <a:cubicBezTo>
                      <a:pt x="552412" y="373502"/>
                      <a:pt x="554400" y="372103"/>
                      <a:pt x="556682" y="371661"/>
                    </a:cubicBezTo>
                    <a:cubicBezTo>
                      <a:pt x="564192" y="370410"/>
                      <a:pt x="573027" y="368275"/>
                      <a:pt x="582893" y="365403"/>
                    </a:cubicBezTo>
                    <a:cubicBezTo>
                      <a:pt x="600710" y="360176"/>
                      <a:pt x="608514" y="358114"/>
                      <a:pt x="611975" y="357304"/>
                    </a:cubicBezTo>
                    <a:lnTo>
                      <a:pt x="612711" y="357157"/>
                    </a:lnTo>
                    <a:lnTo>
                      <a:pt x="611975" y="258793"/>
                    </a:lnTo>
                    <a:cubicBezTo>
                      <a:pt x="606527" y="257689"/>
                      <a:pt x="596661" y="255112"/>
                      <a:pt x="581715" y="250768"/>
                    </a:cubicBezTo>
                    <a:cubicBezTo>
                      <a:pt x="571186" y="247602"/>
                      <a:pt x="561909" y="245467"/>
                      <a:pt x="554105" y="244363"/>
                    </a:cubicBezTo>
                    <a:cubicBezTo>
                      <a:pt x="551455" y="243995"/>
                      <a:pt x="549246" y="242228"/>
                      <a:pt x="548289" y="239724"/>
                    </a:cubicBezTo>
                    <a:cubicBezTo>
                      <a:pt x="545859" y="233540"/>
                      <a:pt x="540485" y="218741"/>
                      <a:pt x="528410" y="183990"/>
                    </a:cubicBezTo>
                    <a:cubicBezTo>
                      <a:pt x="527674" y="181855"/>
                      <a:pt x="527968" y="179499"/>
                      <a:pt x="529220" y="177585"/>
                    </a:cubicBezTo>
                    <a:cubicBezTo>
                      <a:pt x="536730" y="166025"/>
                      <a:pt x="546669" y="148871"/>
                      <a:pt x="559554" y="125016"/>
                    </a:cubicBezTo>
                    <a:lnTo>
                      <a:pt x="559922" y="124353"/>
                    </a:lnTo>
                    <a:lnTo>
                      <a:pt x="559333" y="123838"/>
                    </a:lnTo>
                    <a:cubicBezTo>
                      <a:pt x="552264" y="118242"/>
                      <a:pt x="540705" y="107125"/>
                      <a:pt x="524876" y="90854"/>
                    </a:cubicBezTo>
                    <a:cubicBezTo>
                      <a:pt x="510814" y="75761"/>
                      <a:pt x="499033" y="65379"/>
                      <a:pt x="488579" y="58974"/>
                    </a:cubicBezTo>
                    <a:lnTo>
                      <a:pt x="488137" y="58753"/>
                    </a:lnTo>
                    <a:lnTo>
                      <a:pt x="487695" y="58974"/>
                    </a:lnTo>
                    <a:cubicBezTo>
                      <a:pt x="482247" y="61256"/>
                      <a:pt x="473191" y="66337"/>
                      <a:pt x="460012" y="74509"/>
                    </a:cubicBezTo>
                    <a:cubicBezTo>
                      <a:pt x="451250" y="80252"/>
                      <a:pt x="443078" y="84522"/>
                      <a:pt x="435863" y="87025"/>
                    </a:cubicBezTo>
                    <a:cubicBezTo>
                      <a:pt x="433728" y="87762"/>
                      <a:pt x="431298" y="87467"/>
                      <a:pt x="429384" y="86215"/>
                    </a:cubicBezTo>
                    <a:cubicBezTo>
                      <a:pt x="423052" y="82019"/>
                      <a:pt x="414658" y="77969"/>
                      <a:pt x="403688" y="73846"/>
                    </a:cubicBezTo>
                    <a:cubicBezTo>
                      <a:pt x="389184" y="68398"/>
                      <a:pt x="381306" y="65306"/>
                      <a:pt x="377110" y="63539"/>
                    </a:cubicBezTo>
                    <a:cubicBezTo>
                      <a:pt x="374974" y="62655"/>
                      <a:pt x="373428" y="60815"/>
                      <a:pt x="372839" y="58606"/>
                    </a:cubicBezTo>
                    <a:cubicBezTo>
                      <a:pt x="364814" y="28272"/>
                      <a:pt x="359145" y="8761"/>
                      <a:pt x="355832" y="589"/>
                    </a:cubicBezTo>
                    <a:lnTo>
                      <a:pt x="355611" y="0"/>
                    </a:lnTo>
                    <a:lnTo>
                      <a:pt x="259898" y="663"/>
                    </a:lnTo>
                    <a:cubicBezTo>
                      <a:pt x="257321" y="8909"/>
                      <a:pt x="254302" y="19658"/>
                      <a:pt x="250915" y="32616"/>
                    </a:cubicBezTo>
                    <a:cubicBezTo>
                      <a:pt x="246940" y="47636"/>
                      <a:pt x="244657" y="55955"/>
                      <a:pt x="243332" y="60520"/>
                    </a:cubicBezTo>
                    <a:cubicBezTo>
                      <a:pt x="242596" y="63023"/>
                      <a:pt x="240682" y="64938"/>
                      <a:pt x="238178" y="65600"/>
                    </a:cubicBezTo>
                    <a:cubicBezTo>
                      <a:pt x="229490" y="67883"/>
                      <a:pt x="212115" y="74656"/>
                      <a:pt x="185168" y="86363"/>
                    </a:cubicBezTo>
                    <a:cubicBezTo>
                      <a:pt x="182812" y="87393"/>
                      <a:pt x="180088" y="87099"/>
                      <a:pt x="178026" y="85626"/>
                    </a:cubicBezTo>
                    <a:cubicBezTo>
                      <a:pt x="165363" y="76644"/>
                      <a:pt x="147693" y="66705"/>
                      <a:pt x="125531" y="55882"/>
                    </a:cubicBezTo>
                    <a:lnTo>
                      <a:pt x="124942" y="55587"/>
                    </a:lnTo>
                    <a:lnTo>
                      <a:pt x="124501" y="56029"/>
                    </a:lnTo>
                    <a:cubicBezTo>
                      <a:pt x="84964" y="94535"/>
                      <a:pt x="61993" y="118242"/>
                      <a:pt x="56323" y="126489"/>
                    </a:cubicBezTo>
                    <a:lnTo>
                      <a:pt x="55882" y="127078"/>
                    </a:lnTo>
                    <a:lnTo>
                      <a:pt x="56397" y="127667"/>
                    </a:lnTo>
                    <a:cubicBezTo>
                      <a:pt x="62803" y="134808"/>
                      <a:pt x="72889" y="151227"/>
                      <a:pt x="86510" y="176407"/>
                    </a:cubicBezTo>
                    <a:cubicBezTo>
                      <a:pt x="87761" y="178689"/>
                      <a:pt x="87688" y="181487"/>
                      <a:pt x="86289" y="183696"/>
                    </a:cubicBezTo>
                    <a:cubicBezTo>
                      <a:pt x="82313" y="190248"/>
                      <a:pt x="78043" y="198862"/>
                      <a:pt x="73331" y="210201"/>
                    </a:cubicBezTo>
                    <a:cubicBezTo>
                      <a:pt x="68104" y="222643"/>
                      <a:pt x="64054" y="231773"/>
                      <a:pt x="61256" y="237442"/>
                    </a:cubicBezTo>
                    <a:cubicBezTo>
                      <a:pt x="60226" y="239577"/>
                      <a:pt x="58238" y="240976"/>
                      <a:pt x="55882" y="241418"/>
                    </a:cubicBezTo>
                    <a:cubicBezTo>
                      <a:pt x="48372" y="242670"/>
                      <a:pt x="39831" y="244731"/>
                      <a:pt x="29818" y="247676"/>
                    </a:cubicBezTo>
                    <a:cubicBezTo>
                      <a:pt x="14946" y="252020"/>
                      <a:pt x="5448" y="254670"/>
                      <a:pt x="736" y="255775"/>
                    </a:cubicBezTo>
                    <a:lnTo>
                      <a:pt x="0" y="255922"/>
                    </a:lnTo>
                    <a:lnTo>
                      <a:pt x="736" y="354286"/>
                    </a:lnTo>
                    <a:cubicBezTo>
                      <a:pt x="6405" y="355390"/>
                      <a:pt x="16639" y="358114"/>
                      <a:pt x="31217" y="362384"/>
                    </a:cubicBezTo>
                    <a:cubicBezTo>
                      <a:pt x="41009" y="365035"/>
                      <a:pt x="49771" y="367097"/>
                      <a:pt x="57133" y="368348"/>
                    </a:cubicBezTo>
                    <a:cubicBezTo>
                      <a:pt x="60078" y="368864"/>
                      <a:pt x="62434" y="371146"/>
                      <a:pt x="63097" y="374017"/>
                    </a:cubicBezTo>
                    <a:cubicBezTo>
                      <a:pt x="64864" y="382631"/>
                      <a:pt x="68030" y="392203"/>
                      <a:pt x="72521" y="402363"/>
                    </a:cubicBezTo>
                    <a:cubicBezTo>
                      <a:pt x="79221" y="417162"/>
                      <a:pt x="82608" y="424966"/>
                      <a:pt x="84301" y="429089"/>
                    </a:cubicBezTo>
                    <a:cubicBezTo>
                      <a:pt x="85184" y="431224"/>
                      <a:pt x="84964" y="433580"/>
                      <a:pt x="83859" y="435495"/>
                    </a:cubicBezTo>
                    <a:cubicBezTo>
                      <a:pt x="67146" y="464429"/>
                      <a:pt x="57870" y="482099"/>
                      <a:pt x="56176" y="488137"/>
                    </a:cubicBezTo>
                    <a:lnTo>
                      <a:pt x="56029" y="488652"/>
                    </a:lnTo>
                    <a:lnTo>
                      <a:pt x="56397" y="489020"/>
                    </a:lnTo>
                    <a:cubicBezTo>
                      <a:pt x="93431" y="526716"/>
                      <a:pt x="116328" y="548583"/>
                      <a:pt x="124648" y="553958"/>
                    </a:cubicBezTo>
                    <a:lnTo>
                      <a:pt x="125090" y="554252"/>
                    </a:lnTo>
                    <a:lnTo>
                      <a:pt x="125531" y="554032"/>
                    </a:lnTo>
                    <a:cubicBezTo>
                      <a:pt x="130759" y="551676"/>
                      <a:pt x="139888" y="546522"/>
                      <a:pt x="152625" y="538644"/>
                    </a:cubicBezTo>
                    <a:cubicBezTo>
                      <a:pt x="162123" y="532827"/>
                      <a:pt x="170664" y="528483"/>
                      <a:pt x="178174" y="525833"/>
                    </a:cubicBezTo>
                    <a:cubicBezTo>
                      <a:pt x="180014" y="525170"/>
                      <a:pt x="182076" y="525244"/>
                      <a:pt x="183843" y="526127"/>
                    </a:cubicBezTo>
                    <a:cubicBezTo>
                      <a:pt x="189144" y="528631"/>
                      <a:pt x="202175" y="534594"/>
                      <a:pt x="236338" y="549614"/>
                    </a:cubicBezTo>
                    <a:cubicBezTo>
                      <a:pt x="238252" y="550424"/>
                      <a:pt x="239651" y="552044"/>
                      <a:pt x="240313" y="554032"/>
                    </a:cubicBezTo>
                    <a:cubicBezTo>
                      <a:pt x="242301" y="560069"/>
                      <a:pt x="244731" y="569346"/>
                      <a:pt x="247602" y="581494"/>
                    </a:cubicBezTo>
                    <a:cubicBezTo>
                      <a:pt x="250768" y="595630"/>
                      <a:pt x="253860" y="605717"/>
                      <a:pt x="257100" y="612417"/>
                    </a:cubicBezTo>
                    <a:lnTo>
                      <a:pt x="257395" y="612932"/>
                    </a:ln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9" name="Freeform: Shape 11">
                <a:extLst>
                  <a:ext uri="{FF2B5EF4-FFF2-40B4-BE49-F238E27FC236}">
                    <a16:creationId xmlns:a16="http://schemas.microsoft.com/office/drawing/2014/main" id="{59355528-FF33-BC8C-160F-02447A9DF538}"/>
                  </a:ext>
                </a:extLst>
              </p:cNvPr>
              <p:cNvSpPr/>
              <p:nvPr/>
            </p:nvSpPr>
            <p:spPr>
              <a:xfrm>
                <a:off x="11055048" y="1930541"/>
                <a:ext cx="364004" cy="364004"/>
              </a:xfrm>
              <a:custGeom>
                <a:avLst/>
                <a:gdLst>
                  <a:gd name="connsiteX0" fmla="*/ 364004 w 364004"/>
                  <a:gd name="connsiteY0" fmla="*/ 182002 h 364004"/>
                  <a:gd name="connsiteX1" fmla="*/ 182002 w 364004"/>
                  <a:gd name="connsiteY1" fmla="*/ 364004 h 364004"/>
                  <a:gd name="connsiteX2" fmla="*/ 0 w 364004"/>
                  <a:gd name="connsiteY2" fmla="*/ 182002 h 364004"/>
                  <a:gd name="connsiteX3" fmla="*/ 182002 w 364004"/>
                  <a:gd name="connsiteY3" fmla="*/ 0 h 364004"/>
                  <a:gd name="connsiteX4" fmla="*/ 364004 w 364004"/>
                  <a:gd name="connsiteY4" fmla="*/ 182002 h 364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004" h="364004">
                    <a:moveTo>
                      <a:pt x="364004" y="182002"/>
                    </a:moveTo>
                    <a:cubicBezTo>
                      <a:pt x="364004" y="282519"/>
                      <a:pt x="282519" y="364004"/>
                      <a:pt x="182002" y="364004"/>
                    </a:cubicBezTo>
                    <a:cubicBezTo>
                      <a:pt x="81485" y="364004"/>
                      <a:pt x="0" y="282519"/>
                      <a:pt x="0" y="182002"/>
                    </a:cubicBezTo>
                    <a:cubicBezTo>
                      <a:pt x="0" y="81485"/>
                      <a:pt x="81485" y="0"/>
                      <a:pt x="182002" y="0"/>
                    </a:cubicBezTo>
                    <a:cubicBezTo>
                      <a:pt x="282519" y="0"/>
                      <a:pt x="364004" y="81485"/>
                      <a:pt x="364004" y="182002"/>
                    </a:cubicBez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34" name="Graphic 6">
              <a:extLst>
                <a:ext uri="{FF2B5EF4-FFF2-40B4-BE49-F238E27FC236}">
                  <a16:creationId xmlns:a16="http://schemas.microsoft.com/office/drawing/2014/main" id="{112761DA-4A35-5511-E41A-687BE4EEF994}"/>
                </a:ext>
              </a:extLst>
            </p:cNvPr>
            <p:cNvGrpSpPr/>
            <p:nvPr/>
          </p:nvGrpSpPr>
          <p:grpSpPr>
            <a:xfrm>
              <a:off x="10373203" y="2030525"/>
              <a:ext cx="936148" cy="161386"/>
              <a:chOff x="10373203" y="2030525"/>
              <a:chExt cx="936148" cy="161386"/>
            </a:xfrm>
            <a:noFill/>
          </p:grpSpPr>
          <p:sp>
            <p:nvSpPr>
              <p:cNvPr id="45" name="Freeform: Shape 43">
                <a:extLst>
                  <a:ext uri="{FF2B5EF4-FFF2-40B4-BE49-F238E27FC236}">
                    <a16:creationId xmlns:a16="http://schemas.microsoft.com/office/drawing/2014/main" id="{7EF4B7D9-783B-5130-4790-2135D8B2FBF6}"/>
                  </a:ext>
                </a:extLst>
              </p:cNvPr>
              <p:cNvSpPr/>
              <p:nvPr/>
            </p:nvSpPr>
            <p:spPr>
              <a:xfrm>
                <a:off x="10534590" y="2111218"/>
                <a:ext cx="615877" cy="7362"/>
              </a:xfrm>
              <a:custGeom>
                <a:avLst/>
                <a:gdLst>
                  <a:gd name="connsiteX0" fmla="*/ 615877 w 615877"/>
                  <a:gd name="connsiteY0" fmla="*/ 0 h 7362"/>
                  <a:gd name="connsiteX1" fmla="*/ 0 w 615877"/>
                  <a:gd name="connsiteY1" fmla="*/ 0 h 7362"/>
                </a:gdLst>
                <a:ahLst/>
                <a:cxnLst>
                  <a:cxn ang="0">
                    <a:pos x="connsiteX0" y="connsiteY0"/>
                  </a:cxn>
                  <a:cxn ang="0">
                    <a:pos x="connsiteX1" y="connsiteY1"/>
                  </a:cxn>
                </a:cxnLst>
                <a:rect l="l" t="t" r="r" b="b"/>
                <a:pathLst>
                  <a:path w="615877" h="7362">
                    <a:moveTo>
                      <a:pt x="615877" y="0"/>
                    </a:moveTo>
                    <a:lnTo>
                      <a:pt x="0" y="0"/>
                    </a:lnTo>
                  </a:path>
                </a:pathLst>
              </a:custGeom>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6" name="Freeform: Shape 44">
                <a:extLst>
                  <a:ext uri="{FF2B5EF4-FFF2-40B4-BE49-F238E27FC236}">
                    <a16:creationId xmlns:a16="http://schemas.microsoft.com/office/drawing/2014/main" id="{88E29F00-8873-F246-75C0-CC4A900AA005}"/>
                  </a:ext>
                </a:extLst>
              </p:cNvPr>
              <p:cNvSpPr/>
              <p:nvPr/>
            </p:nvSpPr>
            <p:spPr>
              <a:xfrm>
                <a:off x="11147964" y="2030525"/>
                <a:ext cx="161387" cy="161386"/>
              </a:xfrm>
              <a:custGeom>
                <a:avLst/>
                <a:gdLst>
                  <a:gd name="connsiteX0" fmla="*/ 161387 w 161387"/>
                  <a:gd name="connsiteY0" fmla="*/ 80693 h 161386"/>
                  <a:gd name="connsiteX1" fmla="*/ 80693 w 161387"/>
                  <a:gd name="connsiteY1" fmla="*/ 161387 h 161386"/>
                  <a:gd name="connsiteX2" fmla="*/ 0 w 161387"/>
                  <a:gd name="connsiteY2" fmla="*/ 80693 h 161386"/>
                  <a:gd name="connsiteX3" fmla="*/ 80693 w 161387"/>
                  <a:gd name="connsiteY3" fmla="*/ 0 h 161386"/>
                  <a:gd name="connsiteX4" fmla="*/ 161387 w 161387"/>
                  <a:gd name="connsiteY4" fmla="*/ 80693 h 16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387" h="161386">
                    <a:moveTo>
                      <a:pt x="161387" y="80693"/>
                    </a:moveTo>
                    <a:cubicBezTo>
                      <a:pt x="161387" y="125259"/>
                      <a:pt x="125259" y="161387"/>
                      <a:pt x="80693" y="161387"/>
                    </a:cubicBezTo>
                    <a:cubicBezTo>
                      <a:pt x="36128" y="161387"/>
                      <a:pt x="0" y="125259"/>
                      <a:pt x="0" y="80693"/>
                    </a:cubicBezTo>
                    <a:cubicBezTo>
                      <a:pt x="0" y="36128"/>
                      <a:pt x="36128" y="0"/>
                      <a:pt x="80693" y="0"/>
                    </a:cubicBezTo>
                    <a:cubicBezTo>
                      <a:pt x="125259" y="0"/>
                      <a:pt x="161387" y="36128"/>
                      <a:pt x="161387" y="80693"/>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7" name="Freeform: Shape 45">
                <a:extLst>
                  <a:ext uri="{FF2B5EF4-FFF2-40B4-BE49-F238E27FC236}">
                    <a16:creationId xmlns:a16="http://schemas.microsoft.com/office/drawing/2014/main" id="{17EFD1D7-8075-77E7-77DF-E2E1D8E55B45}"/>
                  </a:ext>
                </a:extLst>
              </p:cNvPr>
              <p:cNvSpPr/>
              <p:nvPr/>
            </p:nvSpPr>
            <p:spPr>
              <a:xfrm>
                <a:off x="10373203" y="2030525"/>
                <a:ext cx="161387" cy="161386"/>
              </a:xfrm>
              <a:custGeom>
                <a:avLst/>
                <a:gdLst>
                  <a:gd name="connsiteX0" fmla="*/ 161387 w 161387"/>
                  <a:gd name="connsiteY0" fmla="*/ 80693 h 161386"/>
                  <a:gd name="connsiteX1" fmla="*/ 80694 w 161387"/>
                  <a:gd name="connsiteY1" fmla="*/ 161387 h 161386"/>
                  <a:gd name="connsiteX2" fmla="*/ 0 w 161387"/>
                  <a:gd name="connsiteY2" fmla="*/ 80693 h 161386"/>
                  <a:gd name="connsiteX3" fmla="*/ 80694 w 161387"/>
                  <a:gd name="connsiteY3" fmla="*/ 0 h 161386"/>
                  <a:gd name="connsiteX4" fmla="*/ 161387 w 161387"/>
                  <a:gd name="connsiteY4" fmla="*/ 80693 h 16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387" h="161386">
                    <a:moveTo>
                      <a:pt x="161387" y="80693"/>
                    </a:moveTo>
                    <a:cubicBezTo>
                      <a:pt x="161387" y="125259"/>
                      <a:pt x="125259" y="161387"/>
                      <a:pt x="80694" y="161387"/>
                    </a:cubicBezTo>
                    <a:cubicBezTo>
                      <a:pt x="36128" y="161387"/>
                      <a:pt x="0" y="125259"/>
                      <a:pt x="0" y="80693"/>
                    </a:cubicBezTo>
                    <a:cubicBezTo>
                      <a:pt x="0" y="36128"/>
                      <a:pt x="36128" y="0"/>
                      <a:pt x="80694" y="0"/>
                    </a:cubicBezTo>
                    <a:cubicBezTo>
                      <a:pt x="125259" y="0"/>
                      <a:pt x="161387" y="36128"/>
                      <a:pt x="161387" y="80693"/>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35" name="Graphic 6">
              <a:extLst>
                <a:ext uri="{FF2B5EF4-FFF2-40B4-BE49-F238E27FC236}">
                  <a16:creationId xmlns:a16="http://schemas.microsoft.com/office/drawing/2014/main" id="{FE80F247-198B-503D-5A93-FE63375DABDF}"/>
                </a:ext>
              </a:extLst>
            </p:cNvPr>
            <p:cNvGrpSpPr/>
            <p:nvPr/>
          </p:nvGrpSpPr>
          <p:grpSpPr>
            <a:xfrm>
              <a:off x="9469303" y="1724685"/>
              <a:ext cx="984593" cy="773140"/>
              <a:chOff x="9469303" y="1724685"/>
              <a:chExt cx="984593" cy="773140"/>
            </a:xfrm>
            <a:noFill/>
          </p:grpSpPr>
          <p:sp>
            <p:nvSpPr>
              <p:cNvPr id="36" name="Freeform: Shape 47">
                <a:extLst>
                  <a:ext uri="{FF2B5EF4-FFF2-40B4-BE49-F238E27FC236}">
                    <a16:creationId xmlns:a16="http://schemas.microsoft.com/office/drawing/2014/main" id="{7E4EC9FA-A647-9CED-BA72-CF5633F1D103}"/>
                  </a:ext>
                </a:extLst>
              </p:cNvPr>
              <p:cNvSpPr/>
              <p:nvPr/>
            </p:nvSpPr>
            <p:spPr>
              <a:xfrm>
                <a:off x="9469377" y="1724685"/>
                <a:ext cx="984519" cy="773140"/>
              </a:xfrm>
              <a:custGeom>
                <a:avLst/>
                <a:gdLst>
                  <a:gd name="connsiteX0" fmla="*/ 984520 w 984519"/>
                  <a:gd name="connsiteY0" fmla="*/ 467301 h 773140"/>
                  <a:gd name="connsiteX1" fmla="*/ 984520 w 984519"/>
                  <a:gd name="connsiteY1" fmla="*/ 723223 h 773140"/>
                  <a:gd name="connsiteX2" fmla="*/ 934602 w 984519"/>
                  <a:gd name="connsiteY2" fmla="*/ 773141 h 773140"/>
                  <a:gd name="connsiteX3" fmla="*/ 49918 w 984519"/>
                  <a:gd name="connsiteY3" fmla="*/ 773141 h 773140"/>
                  <a:gd name="connsiteX4" fmla="*/ 0 w 984519"/>
                  <a:gd name="connsiteY4" fmla="*/ 723223 h 773140"/>
                  <a:gd name="connsiteX5" fmla="*/ 0 w 984519"/>
                  <a:gd name="connsiteY5" fmla="*/ 49918 h 773140"/>
                  <a:gd name="connsiteX6" fmla="*/ 49918 w 984519"/>
                  <a:gd name="connsiteY6" fmla="*/ 0 h 773140"/>
                  <a:gd name="connsiteX7" fmla="*/ 934602 w 984519"/>
                  <a:gd name="connsiteY7" fmla="*/ 0 h 773140"/>
                  <a:gd name="connsiteX8" fmla="*/ 984520 w 984519"/>
                  <a:gd name="connsiteY8" fmla="*/ 49918 h 773140"/>
                  <a:gd name="connsiteX9" fmla="*/ 984520 w 984519"/>
                  <a:gd name="connsiteY9" fmla="*/ 305840 h 77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4519" h="773140">
                    <a:moveTo>
                      <a:pt x="984520" y="467301"/>
                    </a:moveTo>
                    <a:lnTo>
                      <a:pt x="984520" y="723223"/>
                    </a:lnTo>
                    <a:cubicBezTo>
                      <a:pt x="984520" y="750832"/>
                      <a:pt x="962138" y="773141"/>
                      <a:pt x="934602" y="773141"/>
                    </a:cubicBezTo>
                    <a:lnTo>
                      <a:pt x="49918" y="773141"/>
                    </a:lnTo>
                    <a:cubicBezTo>
                      <a:pt x="22309" y="773141"/>
                      <a:pt x="0" y="750759"/>
                      <a:pt x="0" y="723223"/>
                    </a:cubicBezTo>
                    <a:lnTo>
                      <a:pt x="0" y="49918"/>
                    </a:lnTo>
                    <a:cubicBezTo>
                      <a:pt x="0" y="22309"/>
                      <a:pt x="22382" y="0"/>
                      <a:pt x="49918" y="0"/>
                    </a:cubicBezTo>
                    <a:lnTo>
                      <a:pt x="934602" y="0"/>
                    </a:lnTo>
                    <a:cubicBezTo>
                      <a:pt x="962211" y="0"/>
                      <a:pt x="984520" y="22382"/>
                      <a:pt x="984520" y="49918"/>
                    </a:cubicBezTo>
                    <a:lnTo>
                      <a:pt x="984520" y="305840"/>
                    </a:lnTo>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7" name="Freeform: Shape 48">
                <a:extLst>
                  <a:ext uri="{FF2B5EF4-FFF2-40B4-BE49-F238E27FC236}">
                    <a16:creationId xmlns:a16="http://schemas.microsoft.com/office/drawing/2014/main" id="{27048AA3-E371-2C3E-3FC7-641152297CDE}"/>
                  </a:ext>
                </a:extLst>
              </p:cNvPr>
              <p:cNvSpPr/>
              <p:nvPr/>
            </p:nvSpPr>
            <p:spPr>
              <a:xfrm>
                <a:off x="9469303" y="1888869"/>
                <a:ext cx="984593" cy="7362"/>
              </a:xfrm>
              <a:custGeom>
                <a:avLst/>
                <a:gdLst>
                  <a:gd name="connsiteX0" fmla="*/ 0 w 984593"/>
                  <a:gd name="connsiteY0" fmla="*/ 0 h 7362"/>
                  <a:gd name="connsiteX1" fmla="*/ 984593 w 984593"/>
                  <a:gd name="connsiteY1" fmla="*/ 0 h 7362"/>
                </a:gdLst>
                <a:ahLst/>
                <a:cxnLst>
                  <a:cxn ang="0">
                    <a:pos x="connsiteX0" y="connsiteY0"/>
                  </a:cxn>
                  <a:cxn ang="0">
                    <a:pos x="connsiteX1" y="connsiteY1"/>
                  </a:cxn>
                </a:cxnLst>
                <a:rect l="l" t="t" r="r" b="b"/>
                <a:pathLst>
                  <a:path w="984593" h="7362">
                    <a:moveTo>
                      <a:pt x="0" y="0"/>
                    </a:moveTo>
                    <a:lnTo>
                      <a:pt x="984593" y="0"/>
                    </a:lnTo>
                  </a:path>
                </a:pathLst>
              </a:custGeom>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38" name="Graphic 6">
                <a:extLst>
                  <a:ext uri="{FF2B5EF4-FFF2-40B4-BE49-F238E27FC236}">
                    <a16:creationId xmlns:a16="http://schemas.microsoft.com/office/drawing/2014/main" id="{9D3AFC3D-D308-C351-C452-771F43DF949E}"/>
                  </a:ext>
                </a:extLst>
              </p:cNvPr>
              <p:cNvGrpSpPr/>
              <p:nvPr/>
            </p:nvGrpSpPr>
            <p:grpSpPr>
              <a:xfrm>
                <a:off x="9661171" y="2008511"/>
                <a:ext cx="587310" cy="372397"/>
                <a:chOff x="9661171" y="2008511"/>
                <a:chExt cx="587310" cy="372397"/>
              </a:xfrm>
              <a:noFill/>
            </p:grpSpPr>
            <p:sp>
              <p:nvSpPr>
                <p:cNvPr id="42" name="Freeform: Shape 50">
                  <a:extLst>
                    <a:ext uri="{FF2B5EF4-FFF2-40B4-BE49-F238E27FC236}">
                      <a16:creationId xmlns:a16="http://schemas.microsoft.com/office/drawing/2014/main" id="{BC3E2FC3-4976-920B-83E5-0AF469EDFB7C}"/>
                    </a:ext>
                  </a:extLst>
                </p:cNvPr>
                <p:cNvSpPr/>
                <p:nvPr/>
              </p:nvSpPr>
              <p:spPr>
                <a:xfrm>
                  <a:off x="9661171" y="2040096"/>
                  <a:ext cx="143127" cy="286108"/>
                </a:xfrm>
                <a:custGeom>
                  <a:avLst/>
                  <a:gdLst>
                    <a:gd name="connsiteX0" fmla="*/ 143128 w 143127"/>
                    <a:gd name="connsiteY0" fmla="*/ 0 h 286108"/>
                    <a:gd name="connsiteX1" fmla="*/ 0 w 143127"/>
                    <a:gd name="connsiteY1" fmla="*/ 143054 h 286108"/>
                    <a:gd name="connsiteX2" fmla="*/ 143128 w 143127"/>
                    <a:gd name="connsiteY2" fmla="*/ 286109 h 286108"/>
                  </a:gdLst>
                  <a:ahLst/>
                  <a:cxnLst>
                    <a:cxn ang="0">
                      <a:pos x="connsiteX0" y="connsiteY0"/>
                    </a:cxn>
                    <a:cxn ang="0">
                      <a:pos x="connsiteX1" y="connsiteY1"/>
                    </a:cxn>
                    <a:cxn ang="0">
                      <a:pos x="connsiteX2" y="connsiteY2"/>
                    </a:cxn>
                  </a:cxnLst>
                  <a:rect l="l" t="t" r="r" b="b"/>
                  <a:pathLst>
                    <a:path w="143127" h="286108">
                      <a:moveTo>
                        <a:pt x="143128" y="0"/>
                      </a:moveTo>
                      <a:lnTo>
                        <a:pt x="0" y="143054"/>
                      </a:lnTo>
                      <a:lnTo>
                        <a:pt x="143128" y="286109"/>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3" name="Freeform: Shape 51">
                  <a:extLst>
                    <a:ext uri="{FF2B5EF4-FFF2-40B4-BE49-F238E27FC236}">
                      <a16:creationId xmlns:a16="http://schemas.microsoft.com/office/drawing/2014/main" id="{B0B5202B-E491-56CD-6C1D-AE5BBB9E3644}"/>
                    </a:ext>
                  </a:extLst>
                </p:cNvPr>
                <p:cNvSpPr/>
                <p:nvPr/>
              </p:nvSpPr>
              <p:spPr>
                <a:xfrm>
                  <a:off x="10105427" y="2040096"/>
                  <a:ext cx="143054" cy="286108"/>
                </a:xfrm>
                <a:custGeom>
                  <a:avLst/>
                  <a:gdLst>
                    <a:gd name="connsiteX0" fmla="*/ 0 w 143054"/>
                    <a:gd name="connsiteY0" fmla="*/ 0 h 286108"/>
                    <a:gd name="connsiteX1" fmla="*/ 143054 w 143054"/>
                    <a:gd name="connsiteY1" fmla="*/ 143054 h 286108"/>
                    <a:gd name="connsiteX2" fmla="*/ 0 w 143054"/>
                    <a:gd name="connsiteY2" fmla="*/ 286109 h 286108"/>
                  </a:gdLst>
                  <a:ahLst/>
                  <a:cxnLst>
                    <a:cxn ang="0">
                      <a:pos x="connsiteX0" y="connsiteY0"/>
                    </a:cxn>
                    <a:cxn ang="0">
                      <a:pos x="connsiteX1" y="connsiteY1"/>
                    </a:cxn>
                    <a:cxn ang="0">
                      <a:pos x="connsiteX2" y="connsiteY2"/>
                    </a:cxn>
                  </a:cxnLst>
                  <a:rect l="l" t="t" r="r" b="b"/>
                  <a:pathLst>
                    <a:path w="143054" h="286108">
                      <a:moveTo>
                        <a:pt x="0" y="0"/>
                      </a:moveTo>
                      <a:lnTo>
                        <a:pt x="143054" y="143054"/>
                      </a:lnTo>
                      <a:lnTo>
                        <a:pt x="0" y="286109"/>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4" name="Freeform: Shape 52">
                  <a:extLst>
                    <a:ext uri="{FF2B5EF4-FFF2-40B4-BE49-F238E27FC236}">
                      <a16:creationId xmlns:a16="http://schemas.microsoft.com/office/drawing/2014/main" id="{91D024DC-6D92-9527-B733-06AC115037CD}"/>
                    </a:ext>
                  </a:extLst>
                </p:cNvPr>
                <p:cNvSpPr/>
                <p:nvPr/>
              </p:nvSpPr>
              <p:spPr>
                <a:xfrm>
                  <a:off x="9878734" y="2008511"/>
                  <a:ext cx="152257" cy="372397"/>
                </a:xfrm>
                <a:custGeom>
                  <a:avLst/>
                  <a:gdLst>
                    <a:gd name="connsiteX0" fmla="*/ 152257 w 152257"/>
                    <a:gd name="connsiteY0" fmla="*/ 0 h 372397"/>
                    <a:gd name="connsiteX1" fmla="*/ 0 w 152257"/>
                    <a:gd name="connsiteY1" fmla="*/ 372398 h 372397"/>
                  </a:gdLst>
                  <a:ahLst/>
                  <a:cxnLst>
                    <a:cxn ang="0">
                      <a:pos x="connsiteX0" y="connsiteY0"/>
                    </a:cxn>
                    <a:cxn ang="0">
                      <a:pos x="connsiteX1" y="connsiteY1"/>
                    </a:cxn>
                  </a:cxnLst>
                  <a:rect l="l" t="t" r="r" b="b"/>
                  <a:pathLst>
                    <a:path w="152257" h="372397">
                      <a:moveTo>
                        <a:pt x="152257" y="0"/>
                      </a:moveTo>
                      <a:lnTo>
                        <a:pt x="0" y="372398"/>
                      </a:lnTo>
                    </a:path>
                  </a:pathLst>
                </a:custGeom>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39" name="Freeform: Shape 53">
                <a:extLst>
                  <a:ext uri="{FF2B5EF4-FFF2-40B4-BE49-F238E27FC236}">
                    <a16:creationId xmlns:a16="http://schemas.microsoft.com/office/drawing/2014/main" id="{3475758E-292F-4EF9-4B6B-A832197047F9}"/>
                  </a:ext>
                </a:extLst>
              </p:cNvPr>
              <p:cNvSpPr/>
              <p:nvPr/>
            </p:nvSpPr>
            <p:spPr>
              <a:xfrm>
                <a:off x="10106531" y="1777916"/>
                <a:ext cx="57280" cy="57280"/>
              </a:xfrm>
              <a:custGeom>
                <a:avLst/>
                <a:gdLst>
                  <a:gd name="connsiteX0" fmla="*/ 57281 w 57280"/>
                  <a:gd name="connsiteY0" fmla="*/ 28640 h 57280"/>
                  <a:gd name="connsiteX1" fmla="*/ 28640 w 57280"/>
                  <a:gd name="connsiteY1" fmla="*/ 57281 h 57280"/>
                  <a:gd name="connsiteX2" fmla="*/ 0 w 57280"/>
                  <a:gd name="connsiteY2" fmla="*/ 28640 h 57280"/>
                  <a:gd name="connsiteX3" fmla="*/ 28640 w 57280"/>
                  <a:gd name="connsiteY3" fmla="*/ 0 h 57280"/>
                  <a:gd name="connsiteX4" fmla="*/ 57281 w 57280"/>
                  <a:gd name="connsiteY4" fmla="*/ 28640 h 57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80" h="57280">
                    <a:moveTo>
                      <a:pt x="57281" y="28640"/>
                    </a:moveTo>
                    <a:cubicBezTo>
                      <a:pt x="57281" y="44458"/>
                      <a:pt x="44458" y="57281"/>
                      <a:pt x="28640" y="57281"/>
                    </a:cubicBezTo>
                    <a:cubicBezTo>
                      <a:pt x="12823" y="57281"/>
                      <a:pt x="0" y="44458"/>
                      <a:pt x="0" y="28640"/>
                    </a:cubicBezTo>
                    <a:cubicBezTo>
                      <a:pt x="0" y="12823"/>
                      <a:pt x="12823" y="0"/>
                      <a:pt x="28640" y="0"/>
                    </a:cubicBezTo>
                    <a:cubicBezTo>
                      <a:pt x="44458" y="0"/>
                      <a:pt x="57281" y="12823"/>
                      <a:pt x="57281" y="28640"/>
                    </a:cubicBez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0" name="Freeform: Shape 54">
                <a:extLst>
                  <a:ext uri="{FF2B5EF4-FFF2-40B4-BE49-F238E27FC236}">
                    <a16:creationId xmlns:a16="http://schemas.microsoft.com/office/drawing/2014/main" id="{17CAB70F-434D-7F52-05F0-EAE7516B917D}"/>
                  </a:ext>
                </a:extLst>
              </p:cNvPr>
              <p:cNvSpPr/>
              <p:nvPr/>
            </p:nvSpPr>
            <p:spPr>
              <a:xfrm>
                <a:off x="10216233" y="1777916"/>
                <a:ext cx="57280" cy="57280"/>
              </a:xfrm>
              <a:custGeom>
                <a:avLst/>
                <a:gdLst>
                  <a:gd name="connsiteX0" fmla="*/ 57281 w 57280"/>
                  <a:gd name="connsiteY0" fmla="*/ 28640 h 57280"/>
                  <a:gd name="connsiteX1" fmla="*/ 28640 w 57280"/>
                  <a:gd name="connsiteY1" fmla="*/ 57281 h 57280"/>
                  <a:gd name="connsiteX2" fmla="*/ 0 w 57280"/>
                  <a:gd name="connsiteY2" fmla="*/ 28640 h 57280"/>
                  <a:gd name="connsiteX3" fmla="*/ 28640 w 57280"/>
                  <a:gd name="connsiteY3" fmla="*/ 0 h 57280"/>
                  <a:gd name="connsiteX4" fmla="*/ 57281 w 57280"/>
                  <a:gd name="connsiteY4" fmla="*/ 28640 h 57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80" h="57280">
                    <a:moveTo>
                      <a:pt x="57281" y="28640"/>
                    </a:moveTo>
                    <a:cubicBezTo>
                      <a:pt x="57281" y="44458"/>
                      <a:pt x="44458" y="57281"/>
                      <a:pt x="28640" y="57281"/>
                    </a:cubicBezTo>
                    <a:cubicBezTo>
                      <a:pt x="12823" y="57281"/>
                      <a:pt x="0" y="44458"/>
                      <a:pt x="0" y="28640"/>
                    </a:cubicBezTo>
                    <a:cubicBezTo>
                      <a:pt x="0" y="12823"/>
                      <a:pt x="12823" y="0"/>
                      <a:pt x="28640" y="0"/>
                    </a:cubicBezTo>
                    <a:cubicBezTo>
                      <a:pt x="44458" y="0"/>
                      <a:pt x="57281" y="12823"/>
                      <a:pt x="57281" y="28640"/>
                    </a:cubicBez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1" name="Freeform: Shape 55">
                <a:extLst>
                  <a:ext uri="{FF2B5EF4-FFF2-40B4-BE49-F238E27FC236}">
                    <a16:creationId xmlns:a16="http://schemas.microsoft.com/office/drawing/2014/main" id="{95B551A2-FD61-7D05-DA34-341270117906}"/>
                  </a:ext>
                </a:extLst>
              </p:cNvPr>
              <p:cNvSpPr/>
              <p:nvPr/>
            </p:nvSpPr>
            <p:spPr>
              <a:xfrm>
                <a:off x="10325935" y="1777916"/>
                <a:ext cx="57280" cy="57280"/>
              </a:xfrm>
              <a:custGeom>
                <a:avLst/>
                <a:gdLst>
                  <a:gd name="connsiteX0" fmla="*/ 57281 w 57280"/>
                  <a:gd name="connsiteY0" fmla="*/ 28640 h 57280"/>
                  <a:gd name="connsiteX1" fmla="*/ 28640 w 57280"/>
                  <a:gd name="connsiteY1" fmla="*/ 57281 h 57280"/>
                  <a:gd name="connsiteX2" fmla="*/ 0 w 57280"/>
                  <a:gd name="connsiteY2" fmla="*/ 28640 h 57280"/>
                  <a:gd name="connsiteX3" fmla="*/ 28640 w 57280"/>
                  <a:gd name="connsiteY3" fmla="*/ 0 h 57280"/>
                  <a:gd name="connsiteX4" fmla="*/ 57281 w 57280"/>
                  <a:gd name="connsiteY4" fmla="*/ 28640 h 57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80" h="57280">
                    <a:moveTo>
                      <a:pt x="57281" y="28640"/>
                    </a:moveTo>
                    <a:cubicBezTo>
                      <a:pt x="57281" y="44458"/>
                      <a:pt x="44458" y="57281"/>
                      <a:pt x="28640" y="57281"/>
                    </a:cubicBezTo>
                    <a:cubicBezTo>
                      <a:pt x="12823" y="57281"/>
                      <a:pt x="0" y="44458"/>
                      <a:pt x="0" y="28640"/>
                    </a:cubicBezTo>
                    <a:cubicBezTo>
                      <a:pt x="0" y="12823"/>
                      <a:pt x="12823" y="0"/>
                      <a:pt x="28640" y="0"/>
                    </a:cubicBezTo>
                    <a:cubicBezTo>
                      <a:pt x="44458" y="0"/>
                      <a:pt x="57281" y="12823"/>
                      <a:pt x="57281" y="28640"/>
                    </a:cubicBez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sp>
        <p:nvSpPr>
          <p:cNvPr id="28" name="TextBox 27">
            <a:extLst>
              <a:ext uri="{FF2B5EF4-FFF2-40B4-BE49-F238E27FC236}">
                <a16:creationId xmlns:a16="http://schemas.microsoft.com/office/drawing/2014/main" id="{5C36E414-3324-FDD5-88B6-38E99A7B45A1}"/>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51" name="Graphic 8">
            <a:extLst>
              <a:ext uri="{FF2B5EF4-FFF2-40B4-BE49-F238E27FC236}">
                <a16:creationId xmlns:a16="http://schemas.microsoft.com/office/drawing/2014/main" id="{9E06D9E4-9115-0B32-8C99-2EB0628163FB}"/>
              </a:ext>
            </a:extLst>
          </p:cNvPr>
          <p:cNvGrpSpPr/>
          <p:nvPr userDrawn="1"/>
        </p:nvGrpSpPr>
        <p:grpSpPr>
          <a:xfrm>
            <a:off x="265625" y="6323271"/>
            <a:ext cx="1249223" cy="369648"/>
            <a:chOff x="265625" y="6323271"/>
            <a:chExt cx="1249223" cy="369648"/>
          </a:xfrm>
          <a:solidFill>
            <a:srgbClr val="000000"/>
          </a:solidFill>
        </p:grpSpPr>
        <p:grpSp>
          <p:nvGrpSpPr>
            <p:cNvPr id="52" name="Graphic 8">
              <a:extLst>
                <a:ext uri="{FF2B5EF4-FFF2-40B4-BE49-F238E27FC236}">
                  <a16:creationId xmlns:a16="http://schemas.microsoft.com/office/drawing/2014/main" id="{D912C3F0-D141-3BF2-D634-663DD79D1115}"/>
                </a:ext>
              </a:extLst>
            </p:cNvPr>
            <p:cNvGrpSpPr/>
            <p:nvPr/>
          </p:nvGrpSpPr>
          <p:grpSpPr>
            <a:xfrm>
              <a:off x="745455" y="6594444"/>
              <a:ext cx="722662" cy="98475"/>
              <a:chOff x="745455" y="6594444"/>
              <a:chExt cx="722662" cy="98475"/>
            </a:xfrm>
            <a:solidFill>
              <a:srgbClr val="000000"/>
            </a:solidFill>
          </p:grpSpPr>
          <p:sp>
            <p:nvSpPr>
              <p:cNvPr id="61" name="Freeform 19">
                <a:extLst>
                  <a:ext uri="{FF2B5EF4-FFF2-40B4-BE49-F238E27FC236}">
                    <a16:creationId xmlns:a16="http://schemas.microsoft.com/office/drawing/2014/main" id="{2679C535-83D4-F506-0FBC-1FC91502842F}"/>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62" name="Freeform 20">
                <a:extLst>
                  <a:ext uri="{FF2B5EF4-FFF2-40B4-BE49-F238E27FC236}">
                    <a16:creationId xmlns:a16="http://schemas.microsoft.com/office/drawing/2014/main" id="{980D7D2B-B551-6782-CE99-71D9956EAD22}"/>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63" name="Freeform 21">
                <a:extLst>
                  <a:ext uri="{FF2B5EF4-FFF2-40B4-BE49-F238E27FC236}">
                    <a16:creationId xmlns:a16="http://schemas.microsoft.com/office/drawing/2014/main" id="{93E81E0B-EC2C-A55A-6A16-5752CF526133}"/>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129" name="Freeform 22">
                <a:extLst>
                  <a:ext uri="{FF2B5EF4-FFF2-40B4-BE49-F238E27FC236}">
                    <a16:creationId xmlns:a16="http://schemas.microsoft.com/office/drawing/2014/main" id="{1A1E37DC-C8FC-9981-E3B2-DCAA252B4B62}"/>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130" name="Freeform 23">
                <a:extLst>
                  <a:ext uri="{FF2B5EF4-FFF2-40B4-BE49-F238E27FC236}">
                    <a16:creationId xmlns:a16="http://schemas.microsoft.com/office/drawing/2014/main" id="{33344F34-AC51-2527-3C9D-8314279906A8}"/>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31" name="Freeform 24">
                <a:extLst>
                  <a:ext uri="{FF2B5EF4-FFF2-40B4-BE49-F238E27FC236}">
                    <a16:creationId xmlns:a16="http://schemas.microsoft.com/office/drawing/2014/main" id="{44552C25-6E6E-932C-58BE-822700D722A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132" name="Freeform 25">
                <a:extLst>
                  <a:ext uri="{FF2B5EF4-FFF2-40B4-BE49-F238E27FC236}">
                    <a16:creationId xmlns:a16="http://schemas.microsoft.com/office/drawing/2014/main" id="{54531708-A4EE-8903-D1B2-4F0CBEAA885C}"/>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133" name="Freeform 26">
                <a:extLst>
                  <a:ext uri="{FF2B5EF4-FFF2-40B4-BE49-F238E27FC236}">
                    <a16:creationId xmlns:a16="http://schemas.microsoft.com/office/drawing/2014/main" id="{36A0D391-E7FE-1B53-5C16-0FE8D35AB496}"/>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134" name="Freeform 27">
                <a:extLst>
                  <a:ext uri="{FF2B5EF4-FFF2-40B4-BE49-F238E27FC236}">
                    <a16:creationId xmlns:a16="http://schemas.microsoft.com/office/drawing/2014/main" id="{8BBFFDD2-A9D2-BD89-FDAB-100B15BC314D}"/>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35" name="Freeform 28">
                <a:extLst>
                  <a:ext uri="{FF2B5EF4-FFF2-40B4-BE49-F238E27FC236}">
                    <a16:creationId xmlns:a16="http://schemas.microsoft.com/office/drawing/2014/main" id="{19DED88E-D488-5A44-76B0-3D062161BDE8}"/>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53" name="Graphic 8">
              <a:extLst>
                <a:ext uri="{FF2B5EF4-FFF2-40B4-BE49-F238E27FC236}">
                  <a16:creationId xmlns:a16="http://schemas.microsoft.com/office/drawing/2014/main" id="{C2965FF7-AEF7-C2F0-63F8-F1FDEE0C409E}"/>
                </a:ext>
              </a:extLst>
            </p:cNvPr>
            <p:cNvGrpSpPr/>
            <p:nvPr/>
          </p:nvGrpSpPr>
          <p:grpSpPr>
            <a:xfrm>
              <a:off x="265625" y="6323271"/>
              <a:ext cx="1249223" cy="190348"/>
              <a:chOff x="265625" y="6323271"/>
              <a:chExt cx="1249223" cy="190348"/>
            </a:xfrm>
            <a:solidFill>
              <a:srgbClr val="000000"/>
            </a:solidFill>
          </p:grpSpPr>
          <p:sp>
            <p:nvSpPr>
              <p:cNvPr id="54" name="Freeform 10">
                <a:extLst>
                  <a:ext uri="{FF2B5EF4-FFF2-40B4-BE49-F238E27FC236}">
                    <a16:creationId xmlns:a16="http://schemas.microsoft.com/office/drawing/2014/main" id="{E038BDB1-BCA2-06EF-CE65-02DB90820FA0}"/>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55" name="Freeform 11">
                <a:extLst>
                  <a:ext uri="{FF2B5EF4-FFF2-40B4-BE49-F238E27FC236}">
                    <a16:creationId xmlns:a16="http://schemas.microsoft.com/office/drawing/2014/main" id="{A747ED16-5106-EF7B-3AF4-C6B84D310198}"/>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56" name="Freeform 14">
                <a:extLst>
                  <a:ext uri="{FF2B5EF4-FFF2-40B4-BE49-F238E27FC236}">
                    <a16:creationId xmlns:a16="http://schemas.microsoft.com/office/drawing/2014/main" id="{93DF5C0C-BE16-8CCE-8B6F-4A8EBA567151}"/>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57" name="Freeform 15">
                <a:extLst>
                  <a:ext uri="{FF2B5EF4-FFF2-40B4-BE49-F238E27FC236}">
                    <a16:creationId xmlns:a16="http://schemas.microsoft.com/office/drawing/2014/main" id="{476666EF-1A24-FB49-755E-173132F59A76}"/>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58" name="Freeform 16">
                <a:extLst>
                  <a:ext uri="{FF2B5EF4-FFF2-40B4-BE49-F238E27FC236}">
                    <a16:creationId xmlns:a16="http://schemas.microsoft.com/office/drawing/2014/main" id="{4C641D78-B6F4-7DF1-7AC8-6C7C3706DC85}"/>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59" name="Freeform 17">
                <a:extLst>
                  <a:ext uri="{FF2B5EF4-FFF2-40B4-BE49-F238E27FC236}">
                    <a16:creationId xmlns:a16="http://schemas.microsoft.com/office/drawing/2014/main" id="{1243D46A-B0E8-A2B8-C46B-283C09251320}"/>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60" name="Freeform 18">
                <a:extLst>
                  <a:ext uri="{FF2B5EF4-FFF2-40B4-BE49-F238E27FC236}">
                    <a16:creationId xmlns:a16="http://schemas.microsoft.com/office/drawing/2014/main" id="{CBF21737-6D15-0013-436F-C4F38B7F768D}"/>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50" name="TextBox 49">
            <a:extLst>
              <a:ext uri="{FF2B5EF4-FFF2-40B4-BE49-F238E27FC236}">
                <a16:creationId xmlns:a16="http://schemas.microsoft.com/office/drawing/2014/main" id="{B88D2144-6E96-D6CF-FAAD-0076DE220724}"/>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pic>
        <p:nvPicPr>
          <p:cNvPr id="137" name="Graphic 136">
            <a:extLst>
              <a:ext uri="{FF2B5EF4-FFF2-40B4-BE49-F238E27FC236}">
                <a16:creationId xmlns:a16="http://schemas.microsoft.com/office/drawing/2014/main" id="{9D88C393-D445-996E-D37B-3926A626ABA3}"/>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7017319" y="2536805"/>
            <a:ext cx="1828800" cy="1828800"/>
          </a:xfrm>
          <a:prstGeom prst="rect">
            <a:avLst/>
          </a:prstGeom>
        </p:spPr>
      </p:pic>
    </p:spTree>
    <p:extLst>
      <p:ext uri="{BB962C8B-B14F-4D97-AF65-F5344CB8AC3E}">
        <p14:creationId xmlns:p14="http://schemas.microsoft.com/office/powerpoint/2010/main" val="33313294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dec="http://schemas.microsoft.com/office/drawing/2017/decorative" xmlns:a16="http://schemas.microsoft.com/office/drawing/2014/main" xmlns="">
      <p:transition spd="med">
        <p:fade/>
      </p:transition>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userDrawn="1">
  <p:cSld name="Section - Supervisor">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2">
                    <a:lumMod val="25000"/>
                  </a:schemeClr>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3" name="Parallelogram 2">
            <a:extLst>
              <a:ext uri="{FF2B5EF4-FFF2-40B4-BE49-F238E27FC236}">
                <a16:creationId xmlns:a16="http://schemas.microsoft.com/office/drawing/2014/main" id="{5F942261-A521-60D5-A5C3-A85CF4F32FA9}"/>
              </a:ext>
            </a:extLst>
          </p:cNvPr>
          <p:cNvSpPr/>
          <p:nvPr userDrawn="1"/>
        </p:nvSpPr>
        <p:spPr>
          <a:xfrm>
            <a:off x="5406003" y="15044"/>
            <a:ext cx="14676689" cy="6858001"/>
          </a:xfrm>
          <a:prstGeom prst="parallelogram">
            <a:avLst>
              <a:gd name="adj" fmla="val 100124"/>
            </a:avLst>
          </a:prstGeom>
          <a:gradFill flip="none" rotWithShape="1">
            <a:gsLst>
              <a:gs pos="24000">
                <a:schemeClr val="accent5"/>
              </a:gs>
              <a:gs pos="100000">
                <a:schemeClr val="accent5">
                  <a:lumMod val="60000"/>
                  <a:lumOff val="40000"/>
                </a:schemeClr>
              </a:gs>
            </a:gsLst>
            <a:lin ang="18900000" scaled="1"/>
            <a:tileRect/>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rallelogram 3">
            <a:extLst>
              <a:ext uri="{FF2B5EF4-FFF2-40B4-BE49-F238E27FC236}">
                <a16:creationId xmlns:a16="http://schemas.microsoft.com/office/drawing/2014/main" id="{DC55FDFC-BFF5-72B6-48F8-99C6DED616E4}"/>
              </a:ext>
            </a:extLst>
          </p:cNvPr>
          <p:cNvSpPr/>
          <p:nvPr userDrawn="1"/>
        </p:nvSpPr>
        <p:spPr>
          <a:xfrm>
            <a:off x="1840256" y="-1"/>
            <a:ext cx="12934077" cy="6470788"/>
          </a:xfrm>
          <a:prstGeom prst="parallelogram">
            <a:avLst>
              <a:gd name="adj" fmla="val 100124"/>
            </a:avLst>
          </a:prstGeom>
          <a:gradFill flip="none" rotWithShape="1">
            <a:gsLst>
              <a:gs pos="0">
                <a:schemeClr val="accent5">
                  <a:alpha val="33000"/>
                </a:schemeClr>
              </a:gs>
              <a:gs pos="97000">
                <a:schemeClr val="accent5">
                  <a:alpha val="0"/>
                </a:schemeClr>
              </a:gs>
            </a:gsLst>
            <a:lin ang="8100000" scaled="1"/>
            <a:tileRect/>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 name="Graphic 143">
            <a:extLst>
              <a:ext uri="{FF2B5EF4-FFF2-40B4-BE49-F238E27FC236}">
                <a16:creationId xmlns:a16="http://schemas.microsoft.com/office/drawing/2014/main" id="{D4D344BF-B1DE-868D-E423-BD5DAAC7B0C9}"/>
              </a:ext>
            </a:extLst>
          </p:cNvPr>
          <p:cNvSpPr/>
          <p:nvPr userDrawn="1"/>
        </p:nvSpPr>
        <p:spPr>
          <a:xfrm>
            <a:off x="4130978" y="4499933"/>
            <a:ext cx="2421204" cy="666750"/>
          </a:xfrm>
          <a:custGeom>
            <a:avLst/>
            <a:gdLst>
              <a:gd name="connsiteX0" fmla="*/ 482061 w 600651"/>
              <a:gd name="connsiteY0" fmla="*/ 38962 h 165407"/>
              <a:gd name="connsiteX1" fmla="*/ 398886 w 600651"/>
              <a:gd name="connsiteY1" fmla="*/ 75298 h 165407"/>
              <a:gd name="connsiteX2" fmla="*/ 268849 w 600651"/>
              <a:gd name="connsiteY2" fmla="*/ 0 h 165407"/>
              <a:gd name="connsiteX3" fmla="*/ 118927 w 600651"/>
              <a:gd name="connsiteY3" fmla="*/ 122878 h 165407"/>
              <a:gd name="connsiteX4" fmla="*/ 66185 w 600651"/>
              <a:gd name="connsiteY4" fmla="*/ 94823 h 165407"/>
              <a:gd name="connsiteX5" fmla="*/ 0 w 600651"/>
              <a:gd name="connsiteY5" fmla="*/ 165408 h 165407"/>
              <a:gd name="connsiteX6" fmla="*/ 600652 w 600651"/>
              <a:gd name="connsiteY6" fmla="*/ 165408 h 165407"/>
              <a:gd name="connsiteX7" fmla="*/ 482061 w 600651"/>
              <a:gd name="connsiteY7" fmla="*/ 38939 h 16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651" h="165407">
                <a:moveTo>
                  <a:pt x="482061" y="38962"/>
                </a:moveTo>
                <a:cubicBezTo>
                  <a:pt x="449653" y="38962"/>
                  <a:pt x="420297" y="52832"/>
                  <a:pt x="398886" y="75298"/>
                </a:cubicBezTo>
                <a:cubicBezTo>
                  <a:pt x="371236" y="29984"/>
                  <a:pt x="323341" y="0"/>
                  <a:pt x="268849" y="0"/>
                </a:cubicBezTo>
                <a:cubicBezTo>
                  <a:pt x="196963" y="0"/>
                  <a:pt x="136523" y="52136"/>
                  <a:pt x="118927" y="122878"/>
                </a:cubicBezTo>
                <a:cubicBezTo>
                  <a:pt x="106853" y="105865"/>
                  <a:pt x="87754" y="94823"/>
                  <a:pt x="66185" y="94823"/>
                </a:cubicBezTo>
                <a:cubicBezTo>
                  <a:pt x="29625" y="94823"/>
                  <a:pt x="0" y="126446"/>
                  <a:pt x="0" y="165408"/>
                </a:cubicBezTo>
                <a:lnTo>
                  <a:pt x="600652" y="165408"/>
                </a:lnTo>
                <a:cubicBezTo>
                  <a:pt x="600652" y="95564"/>
                  <a:pt x="547551" y="38939"/>
                  <a:pt x="482061" y="38939"/>
                </a:cubicBezTo>
                <a:close/>
              </a:path>
            </a:pathLst>
          </a:custGeom>
          <a:solidFill>
            <a:schemeClr val="accent5">
              <a:alpha val="18000"/>
            </a:schemeClr>
          </a:soli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6" name="Graphic 5">
            <a:extLst>
              <a:ext uri="{FF2B5EF4-FFF2-40B4-BE49-F238E27FC236}">
                <a16:creationId xmlns:a16="http://schemas.microsoft.com/office/drawing/2014/main" id="{C9DAFB5F-D079-0D12-1A57-03B02261AA93}"/>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979191" y="2988649"/>
            <a:ext cx="3124591" cy="1207366"/>
          </a:xfrm>
          <a:prstGeom prst="rect">
            <a:avLst/>
          </a:prstGeom>
        </p:spPr>
      </p:pic>
      <p:grpSp>
        <p:nvGrpSpPr>
          <p:cNvPr id="7" name="Group 6">
            <a:extLst>
              <a:ext uri="{FF2B5EF4-FFF2-40B4-BE49-F238E27FC236}">
                <a16:creationId xmlns:a16="http://schemas.microsoft.com/office/drawing/2014/main" id="{112E8C14-E13E-8DDB-974A-C1206CB93365}"/>
              </a:ext>
            </a:extLst>
          </p:cNvPr>
          <p:cNvGrpSpPr/>
          <p:nvPr userDrawn="1"/>
        </p:nvGrpSpPr>
        <p:grpSpPr>
          <a:xfrm>
            <a:off x="8467108" y="1045130"/>
            <a:ext cx="1685206" cy="686138"/>
            <a:chOff x="437672" y="1280130"/>
            <a:chExt cx="2910783" cy="1185138"/>
          </a:xfrm>
        </p:grpSpPr>
        <p:sp>
          <p:nvSpPr>
            <p:cNvPr id="8" name="Freeform: Shape 187">
              <a:extLst>
                <a:ext uri="{FF2B5EF4-FFF2-40B4-BE49-F238E27FC236}">
                  <a16:creationId xmlns:a16="http://schemas.microsoft.com/office/drawing/2014/main" id="{8C76084E-C788-0541-4171-49BECD52252F}"/>
                </a:ext>
              </a:extLst>
            </p:cNvPr>
            <p:cNvSpPr/>
            <p:nvPr/>
          </p:nvSpPr>
          <p:spPr>
            <a:xfrm>
              <a:off x="437672" y="1280130"/>
              <a:ext cx="2720832" cy="1110872"/>
            </a:xfrm>
            <a:custGeom>
              <a:avLst/>
              <a:gdLst>
                <a:gd name="connsiteX0" fmla="*/ 749249 w 907209"/>
                <a:gd name="connsiteY0" fmla="*/ 212440 h 370400"/>
                <a:gd name="connsiteX1" fmla="*/ 700014 w 907209"/>
                <a:gd name="connsiteY1" fmla="*/ 220306 h 370400"/>
                <a:gd name="connsiteX2" fmla="*/ 454537 w 907209"/>
                <a:gd name="connsiteY2" fmla="*/ 0 h 370400"/>
                <a:gd name="connsiteX3" fmla="*/ 213896 w 907209"/>
                <a:gd name="connsiteY3" fmla="*/ 191405 h 370400"/>
                <a:gd name="connsiteX4" fmla="*/ 178995 w 907209"/>
                <a:gd name="connsiteY4" fmla="*/ 191405 h 370400"/>
                <a:gd name="connsiteX5" fmla="*/ 0 w 907209"/>
                <a:gd name="connsiteY5" fmla="*/ 370400 h 370400"/>
                <a:gd name="connsiteX6" fmla="*/ 907209 w 907209"/>
                <a:gd name="connsiteY6" fmla="*/ 370400 h 370400"/>
                <a:gd name="connsiteX7" fmla="*/ 749249 w 907209"/>
                <a:gd name="connsiteY7" fmla="*/ 212440 h 3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7209" h="370400">
                  <a:moveTo>
                    <a:pt x="749249" y="212440"/>
                  </a:moveTo>
                  <a:cubicBezTo>
                    <a:pt x="732060" y="212440"/>
                    <a:pt x="715512" y="215236"/>
                    <a:pt x="700014" y="220306"/>
                  </a:cubicBezTo>
                  <a:cubicBezTo>
                    <a:pt x="686729" y="96489"/>
                    <a:pt x="581907" y="0"/>
                    <a:pt x="454537" y="0"/>
                  </a:cubicBezTo>
                  <a:cubicBezTo>
                    <a:pt x="337246" y="0"/>
                    <a:pt x="239126" y="81806"/>
                    <a:pt x="213896" y="191405"/>
                  </a:cubicBezTo>
                  <a:lnTo>
                    <a:pt x="178995" y="191405"/>
                  </a:lnTo>
                  <a:cubicBezTo>
                    <a:pt x="80116" y="191405"/>
                    <a:pt x="0" y="271522"/>
                    <a:pt x="0" y="370400"/>
                  </a:cubicBezTo>
                  <a:lnTo>
                    <a:pt x="907209" y="370400"/>
                  </a:lnTo>
                  <a:cubicBezTo>
                    <a:pt x="907209" y="283175"/>
                    <a:pt x="836474" y="212440"/>
                    <a:pt x="749249" y="212440"/>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9" name="Freeform: Shape 188">
              <a:extLst>
                <a:ext uri="{FF2B5EF4-FFF2-40B4-BE49-F238E27FC236}">
                  <a16:creationId xmlns:a16="http://schemas.microsoft.com/office/drawing/2014/main" id="{98E8A708-0D42-A8DA-8AE7-3B300A42D78D}"/>
                </a:ext>
              </a:extLst>
            </p:cNvPr>
            <p:cNvSpPr/>
            <p:nvPr/>
          </p:nvSpPr>
          <p:spPr>
            <a:xfrm>
              <a:off x="1651302" y="1789783"/>
              <a:ext cx="1697153" cy="675485"/>
            </a:xfrm>
            <a:custGeom>
              <a:avLst/>
              <a:gdLst>
                <a:gd name="connsiteX0" fmla="*/ 154872 w 565884"/>
                <a:gd name="connsiteY0" fmla="*/ 70357 h 225229"/>
                <a:gd name="connsiteX1" fmla="*/ 0 w 565884"/>
                <a:gd name="connsiteY1" fmla="*/ 225229 h 225229"/>
                <a:gd name="connsiteX2" fmla="*/ 565884 w 565884"/>
                <a:gd name="connsiteY2" fmla="*/ 225229 h 225229"/>
                <a:gd name="connsiteX3" fmla="*/ 496023 w 565884"/>
                <a:gd name="connsiteY3" fmla="*/ 70357 h 225229"/>
                <a:gd name="connsiteX4" fmla="*/ 496023 w 565884"/>
                <a:gd name="connsiteY4" fmla="*/ 70357 h 225229"/>
                <a:gd name="connsiteX5" fmla="*/ 154872 w 565884"/>
                <a:gd name="connsiteY5" fmla="*/ 70357 h 22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84" h="225229">
                  <a:moveTo>
                    <a:pt x="154872" y="70357"/>
                  </a:moveTo>
                  <a:lnTo>
                    <a:pt x="0" y="225229"/>
                  </a:lnTo>
                  <a:lnTo>
                    <a:pt x="565884" y="225229"/>
                  </a:lnTo>
                  <a:cubicBezTo>
                    <a:pt x="562272" y="168711"/>
                    <a:pt x="538965" y="113299"/>
                    <a:pt x="496023" y="70357"/>
                  </a:cubicBezTo>
                  <a:lnTo>
                    <a:pt x="496023" y="70357"/>
                  </a:lnTo>
                  <a:cubicBezTo>
                    <a:pt x="402213" y="-23452"/>
                    <a:pt x="248681" y="-23452"/>
                    <a:pt x="154872" y="70357"/>
                  </a:cubicBezTo>
                  <a:close/>
                </a:path>
              </a:pathLst>
            </a:custGeom>
            <a:gradFill>
              <a:gsLst>
                <a:gs pos="29000">
                  <a:srgbClr val="FFFFFF"/>
                </a:gs>
                <a:gs pos="48000">
                  <a:srgbClr val="F8FBFE"/>
                </a:gs>
                <a:gs pos="73000">
                  <a:srgbClr val="E7F3FB"/>
                </a:gs>
                <a:gs pos="100000">
                  <a:srgbClr val="CEE6F7"/>
                </a:gs>
              </a:gsLst>
              <a:lin ang="2700000" scaled="1"/>
            </a:gra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0" name="Graphic 133">
            <a:extLst>
              <a:ext uri="{FF2B5EF4-FFF2-40B4-BE49-F238E27FC236}">
                <a16:creationId xmlns:a16="http://schemas.microsoft.com/office/drawing/2014/main" id="{FB3DD8E2-0BCC-6714-E82C-B029271CB351}"/>
              </a:ext>
            </a:extLst>
          </p:cNvPr>
          <p:cNvGrpSpPr/>
          <p:nvPr userDrawn="1"/>
        </p:nvGrpSpPr>
        <p:grpSpPr>
          <a:xfrm>
            <a:off x="7658058" y="759261"/>
            <a:ext cx="747561" cy="1467873"/>
            <a:chOff x="7819347" y="302010"/>
            <a:chExt cx="1311783" cy="2575750"/>
          </a:xfrm>
          <a:noFill/>
        </p:grpSpPr>
        <p:sp>
          <p:nvSpPr>
            <p:cNvPr id="11" name="Freeform: Shape 232">
              <a:extLst>
                <a:ext uri="{FF2B5EF4-FFF2-40B4-BE49-F238E27FC236}">
                  <a16:creationId xmlns:a16="http://schemas.microsoft.com/office/drawing/2014/main" id="{C2577F02-047D-0975-B302-56A78525778A}"/>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 name="Freeform: Shape 233">
              <a:extLst>
                <a:ext uri="{FF2B5EF4-FFF2-40B4-BE49-F238E27FC236}">
                  <a16:creationId xmlns:a16="http://schemas.microsoft.com/office/drawing/2014/main" id="{EDE0F961-9F58-9C23-96A4-E34614F246AB}"/>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 name="Freeform: Shape 234">
              <a:extLst>
                <a:ext uri="{FF2B5EF4-FFF2-40B4-BE49-F238E27FC236}">
                  <a16:creationId xmlns:a16="http://schemas.microsoft.com/office/drawing/2014/main" id="{B6430474-CA1A-BB5E-209C-CAD73B4295D9}"/>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 name="Freeform: Shape 235">
              <a:extLst>
                <a:ext uri="{FF2B5EF4-FFF2-40B4-BE49-F238E27FC236}">
                  <a16:creationId xmlns:a16="http://schemas.microsoft.com/office/drawing/2014/main" id="{0A9E379F-4B31-3B2E-8A81-46096DF0F0CC}"/>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5" name="Freeform: Shape 236">
              <a:extLst>
                <a:ext uri="{FF2B5EF4-FFF2-40B4-BE49-F238E27FC236}">
                  <a16:creationId xmlns:a16="http://schemas.microsoft.com/office/drawing/2014/main" id="{EDE9FD9F-999F-0A4A-7B11-FFFEFDAB16FD}"/>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6" name="Freeform: Shape 265">
            <a:extLst>
              <a:ext uri="{FF2B5EF4-FFF2-40B4-BE49-F238E27FC236}">
                <a16:creationId xmlns:a16="http://schemas.microsoft.com/office/drawing/2014/main" id="{BFFFFBE8-2A79-29C1-7C5F-AD54B3445A55}"/>
              </a:ext>
            </a:extLst>
          </p:cNvPr>
          <p:cNvSpPr/>
          <p:nvPr userDrawn="1"/>
        </p:nvSpPr>
        <p:spPr>
          <a:xfrm>
            <a:off x="10295515" y="400250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 name="Freeform: Shape 269">
            <a:extLst>
              <a:ext uri="{FF2B5EF4-FFF2-40B4-BE49-F238E27FC236}">
                <a16:creationId xmlns:a16="http://schemas.microsoft.com/office/drawing/2014/main" id="{7334EB20-8D55-719E-4645-08AA4B56CCFD}"/>
              </a:ext>
            </a:extLst>
          </p:cNvPr>
          <p:cNvSpPr/>
          <p:nvPr userDrawn="1"/>
        </p:nvSpPr>
        <p:spPr>
          <a:xfrm>
            <a:off x="6195382" y="430769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8" name="Freeform: Shape 285">
            <a:extLst>
              <a:ext uri="{FF2B5EF4-FFF2-40B4-BE49-F238E27FC236}">
                <a16:creationId xmlns:a16="http://schemas.microsoft.com/office/drawing/2014/main" id="{D547FC94-84E4-3086-8AAB-1FE3154A1BF4}"/>
              </a:ext>
            </a:extLst>
          </p:cNvPr>
          <p:cNvSpPr/>
          <p:nvPr userDrawn="1"/>
        </p:nvSpPr>
        <p:spPr>
          <a:xfrm>
            <a:off x="8709950" y="5303803"/>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 name="Freeform: Shape 286">
            <a:extLst>
              <a:ext uri="{FF2B5EF4-FFF2-40B4-BE49-F238E27FC236}">
                <a16:creationId xmlns:a16="http://schemas.microsoft.com/office/drawing/2014/main" id="{F979284F-5A03-14A2-13EB-9A248232DAC6}"/>
              </a:ext>
            </a:extLst>
          </p:cNvPr>
          <p:cNvSpPr/>
          <p:nvPr userDrawn="1"/>
        </p:nvSpPr>
        <p:spPr>
          <a:xfrm>
            <a:off x="9116688" y="50100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20" name="Graphic 133">
            <a:extLst>
              <a:ext uri="{FF2B5EF4-FFF2-40B4-BE49-F238E27FC236}">
                <a16:creationId xmlns:a16="http://schemas.microsoft.com/office/drawing/2014/main" id="{FE336CA2-3D98-870D-70F9-622EA63E0E7D}"/>
              </a:ext>
            </a:extLst>
          </p:cNvPr>
          <p:cNvGrpSpPr/>
          <p:nvPr userDrawn="1"/>
        </p:nvGrpSpPr>
        <p:grpSpPr>
          <a:xfrm rot="15300000">
            <a:off x="5392445" y="1828091"/>
            <a:ext cx="1311783" cy="2575750"/>
            <a:chOff x="7819347" y="302010"/>
            <a:chExt cx="1311783" cy="2575750"/>
          </a:xfrm>
          <a:noFill/>
        </p:grpSpPr>
        <p:sp>
          <p:nvSpPr>
            <p:cNvPr id="21" name="Freeform: Shape 288">
              <a:extLst>
                <a:ext uri="{FF2B5EF4-FFF2-40B4-BE49-F238E27FC236}">
                  <a16:creationId xmlns:a16="http://schemas.microsoft.com/office/drawing/2014/main" id="{D917E33A-9066-C254-C5AC-926BD37B8684}"/>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2" name="Freeform: Shape 289">
              <a:extLst>
                <a:ext uri="{FF2B5EF4-FFF2-40B4-BE49-F238E27FC236}">
                  <a16:creationId xmlns:a16="http://schemas.microsoft.com/office/drawing/2014/main" id="{E026DA6A-6474-3AB6-434B-83A3DAE60764}"/>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3" name="Freeform: Shape 290">
              <a:extLst>
                <a:ext uri="{FF2B5EF4-FFF2-40B4-BE49-F238E27FC236}">
                  <a16:creationId xmlns:a16="http://schemas.microsoft.com/office/drawing/2014/main" id="{04DE64F1-F0B1-EC8C-1E3E-F2F2053278BE}"/>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4" name="Freeform: Shape 291">
              <a:extLst>
                <a:ext uri="{FF2B5EF4-FFF2-40B4-BE49-F238E27FC236}">
                  <a16:creationId xmlns:a16="http://schemas.microsoft.com/office/drawing/2014/main" id="{E3F395B2-A6F6-9642-A9B3-0907549B7EED}"/>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5" name="Freeform: Shape 292">
              <a:extLst>
                <a:ext uri="{FF2B5EF4-FFF2-40B4-BE49-F238E27FC236}">
                  <a16:creationId xmlns:a16="http://schemas.microsoft.com/office/drawing/2014/main" id="{64432B98-9ECF-C74B-6250-0AF86BF6ED8C}"/>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26" name="Oval 25">
            <a:extLst>
              <a:ext uri="{FF2B5EF4-FFF2-40B4-BE49-F238E27FC236}">
                <a16:creationId xmlns:a16="http://schemas.microsoft.com/office/drawing/2014/main" id="{0F585DDC-7D94-0B19-9D98-23DBB6B83975}"/>
              </a:ext>
            </a:extLst>
          </p:cNvPr>
          <p:cNvSpPr/>
          <p:nvPr userDrawn="1"/>
        </p:nvSpPr>
        <p:spPr>
          <a:xfrm flipV="1">
            <a:off x="6354876" y="1852997"/>
            <a:ext cx="3152006" cy="3152006"/>
          </a:xfrm>
          <a:prstGeom prst="ellipse">
            <a:avLst/>
          </a:prstGeom>
          <a:solidFill>
            <a:schemeClr val="bg1"/>
          </a:solidFill>
          <a:ln w="508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7" name="Freeform: Shape 298">
            <a:extLst>
              <a:ext uri="{FF2B5EF4-FFF2-40B4-BE49-F238E27FC236}">
                <a16:creationId xmlns:a16="http://schemas.microsoft.com/office/drawing/2014/main" id="{A3F6C062-6099-E639-9F9C-45ACE06D07DA}"/>
              </a:ext>
            </a:extLst>
          </p:cNvPr>
          <p:cNvSpPr/>
          <p:nvPr userDrawn="1"/>
        </p:nvSpPr>
        <p:spPr>
          <a:xfrm>
            <a:off x="5406003" y="4429286"/>
            <a:ext cx="2921280" cy="1192670"/>
          </a:xfrm>
          <a:custGeom>
            <a:avLst/>
            <a:gdLst>
              <a:gd name="connsiteX0" fmla="*/ 2797989 w 3387980"/>
              <a:gd name="connsiteY0" fmla="*/ 793219 h 1383210"/>
              <a:gd name="connsiteX1" fmla="*/ 2614092 w 3387980"/>
              <a:gd name="connsiteY1" fmla="*/ 822614 h 1383210"/>
              <a:gd name="connsiteX2" fmla="*/ 1697357 w 3387980"/>
              <a:gd name="connsiteY2" fmla="*/ 0 h 1383210"/>
              <a:gd name="connsiteX3" fmla="*/ 798795 w 3387980"/>
              <a:gd name="connsiteY3" fmla="*/ 714810 h 1383210"/>
              <a:gd name="connsiteX4" fmla="*/ 668546 w 3387980"/>
              <a:gd name="connsiteY4" fmla="*/ 714665 h 1383210"/>
              <a:gd name="connsiteX5" fmla="*/ 0 w 3387980"/>
              <a:gd name="connsiteY5" fmla="*/ 1383211 h 1383210"/>
              <a:gd name="connsiteX6" fmla="*/ 3387981 w 3387980"/>
              <a:gd name="connsiteY6" fmla="*/ 1383211 h 1383210"/>
              <a:gd name="connsiteX7" fmla="*/ 2797989 w 3387980"/>
              <a:gd name="connsiteY7" fmla="*/ 793219 h 138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7980" h="1383210">
                <a:moveTo>
                  <a:pt x="2797989" y="793219"/>
                </a:moveTo>
                <a:cubicBezTo>
                  <a:pt x="2733770" y="793219"/>
                  <a:pt x="2671940" y="803573"/>
                  <a:pt x="2614092" y="822614"/>
                </a:cubicBezTo>
                <a:cubicBezTo>
                  <a:pt x="2564425" y="360192"/>
                  <a:pt x="2172956" y="0"/>
                  <a:pt x="1697357" y="0"/>
                </a:cubicBezTo>
                <a:cubicBezTo>
                  <a:pt x="1259406" y="0"/>
                  <a:pt x="892915" y="305385"/>
                  <a:pt x="798795" y="714810"/>
                </a:cubicBezTo>
                <a:lnTo>
                  <a:pt x="668546" y="714665"/>
                </a:lnTo>
                <a:cubicBezTo>
                  <a:pt x="299304" y="714737"/>
                  <a:pt x="0" y="1014041"/>
                  <a:pt x="0" y="1383211"/>
                </a:cubicBezTo>
                <a:lnTo>
                  <a:pt x="3387981" y="1383211"/>
                </a:lnTo>
                <a:cubicBezTo>
                  <a:pt x="3387981" y="1057336"/>
                  <a:pt x="3123864" y="793219"/>
                  <a:pt x="2797989" y="793219"/>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29" name="Graphic 28">
            <a:extLst>
              <a:ext uri="{FF2B5EF4-FFF2-40B4-BE49-F238E27FC236}">
                <a16:creationId xmlns:a16="http://schemas.microsoft.com/office/drawing/2014/main" id="{3269DD7D-A762-90F0-BAAE-246E4B1956B5}"/>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9025699" y="4707812"/>
            <a:ext cx="2490461" cy="837840"/>
          </a:xfrm>
          <a:prstGeom prst="rect">
            <a:avLst/>
          </a:prstGeom>
        </p:spPr>
      </p:pic>
      <p:sp>
        <p:nvSpPr>
          <p:cNvPr id="31" name="Freeform: Shape 265">
            <a:extLst>
              <a:ext uri="{FF2B5EF4-FFF2-40B4-BE49-F238E27FC236}">
                <a16:creationId xmlns:a16="http://schemas.microsoft.com/office/drawing/2014/main" id="{40AE0C90-3611-90B9-945F-CD5690F37797}"/>
              </a:ext>
            </a:extLst>
          </p:cNvPr>
          <p:cNvSpPr/>
          <p:nvPr userDrawn="1"/>
        </p:nvSpPr>
        <p:spPr>
          <a:xfrm>
            <a:off x="11185175" y="279296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32" name="Group 31">
            <a:extLst>
              <a:ext uri="{FF2B5EF4-FFF2-40B4-BE49-F238E27FC236}">
                <a16:creationId xmlns:a16="http://schemas.microsoft.com/office/drawing/2014/main" id="{7896B294-4741-B5DC-2EF0-8E83E0D9D5F3}"/>
              </a:ext>
            </a:extLst>
          </p:cNvPr>
          <p:cNvGrpSpPr/>
          <p:nvPr userDrawn="1"/>
        </p:nvGrpSpPr>
        <p:grpSpPr>
          <a:xfrm>
            <a:off x="9801434" y="1855519"/>
            <a:ext cx="2078815" cy="773140"/>
            <a:chOff x="9469303" y="1724685"/>
            <a:chExt cx="2078815" cy="773140"/>
          </a:xfrm>
        </p:grpSpPr>
        <p:grpSp>
          <p:nvGrpSpPr>
            <p:cNvPr id="33" name="Graphic 6">
              <a:extLst>
                <a:ext uri="{FF2B5EF4-FFF2-40B4-BE49-F238E27FC236}">
                  <a16:creationId xmlns:a16="http://schemas.microsoft.com/office/drawing/2014/main" id="{9AAFCDE0-37FF-86EC-D9BC-9DA31372AA81}"/>
                </a:ext>
              </a:extLst>
            </p:cNvPr>
            <p:cNvGrpSpPr/>
            <p:nvPr/>
          </p:nvGrpSpPr>
          <p:grpSpPr>
            <a:xfrm>
              <a:off x="10935407" y="1804642"/>
              <a:ext cx="612711" cy="613079"/>
              <a:chOff x="10935407" y="1804642"/>
              <a:chExt cx="612711" cy="613079"/>
            </a:xfrm>
            <a:noFill/>
          </p:grpSpPr>
          <p:sp>
            <p:nvSpPr>
              <p:cNvPr id="48" name="Freeform: Shape 10">
                <a:extLst>
                  <a:ext uri="{FF2B5EF4-FFF2-40B4-BE49-F238E27FC236}">
                    <a16:creationId xmlns:a16="http://schemas.microsoft.com/office/drawing/2014/main" id="{4E4B1818-8929-589D-DD23-0B1DB0B0E373}"/>
                  </a:ext>
                </a:extLst>
              </p:cNvPr>
              <p:cNvSpPr/>
              <p:nvPr/>
            </p:nvSpPr>
            <p:spPr>
              <a:xfrm>
                <a:off x="10935407" y="1804642"/>
                <a:ext cx="612711" cy="613079"/>
              </a:xfrm>
              <a:custGeom>
                <a:avLst/>
                <a:gdLst>
                  <a:gd name="connsiteX0" fmla="*/ 257027 w 612711"/>
                  <a:gd name="connsiteY0" fmla="*/ 613079 h 613079"/>
                  <a:gd name="connsiteX1" fmla="*/ 352666 w 612711"/>
                  <a:gd name="connsiteY1" fmla="*/ 612564 h 613079"/>
                  <a:gd name="connsiteX2" fmla="*/ 362605 w 612711"/>
                  <a:gd name="connsiteY2" fmla="*/ 579580 h 613079"/>
                  <a:gd name="connsiteX3" fmla="*/ 371661 w 612711"/>
                  <a:gd name="connsiteY3" fmla="*/ 551528 h 613079"/>
                  <a:gd name="connsiteX4" fmla="*/ 376668 w 612711"/>
                  <a:gd name="connsiteY4" fmla="*/ 547626 h 613079"/>
                  <a:gd name="connsiteX5" fmla="*/ 427985 w 612711"/>
                  <a:gd name="connsiteY5" fmla="*/ 527306 h 613079"/>
                  <a:gd name="connsiteX6" fmla="*/ 435642 w 612711"/>
                  <a:gd name="connsiteY6" fmla="*/ 527600 h 613079"/>
                  <a:gd name="connsiteX7" fmla="*/ 487621 w 612711"/>
                  <a:gd name="connsiteY7" fmla="*/ 557197 h 613079"/>
                  <a:gd name="connsiteX8" fmla="*/ 488210 w 612711"/>
                  <a:gd name="connsiteY8" fmla="*/ 557492 h 613079"/>
                  <a:gd name="connsiteX9" fmla="*/ 488652 w 612711"/>
                  <a:gd name="connsiteY9" fmla="*/ 557050 h 613079"/>
                  <a:gd name="connsiteX10" fmla="*/ 556461 w 612711"/>
                  <a:gd name="connsiteY10" fmla="*/ 486591 h 613079"/>
                  <a:gd name="connsiteX11" fmla="*/ 556829 w 612711"/>
                  <a:gd name="connsiteY11" fmla="*/ 486002 h 613079"/>
                  <a:gd name="connsiteX12" fmla="*/ 556388 w 612711"/>
                  <a:gd name="connsiteY12" fmla="*/ 485486 h 613079"/>
                  <a:gd name="connsiteX13" fmla="*/ 539748 w 612711"/>
                  <a:gd name="connsiteY13" fmla="*/ 459570 h 613079"/>
                  <a:gd name="connsiteX14" fmla="*/ 526864 w 612711"/>
                  <a:gd name="connsiteY14" fmla="*/ 437188 h 613079"/>
                  <a:gd name="connsiteX15" fmla="*/ 527232 w 612711"/>
                  <a:gd name="connsiteY15" fmla="*/ 429236 h 613079"/>
                  <a:gd name="connsiteX16" fmla="*/ 539822 w 612711"/>
                  <a:gd name="connsiteY16" fmla="*/ 403320 h 613079"/>
                  <a:gd name="connsiteX17" fmla="*/ 551381 w 612711"/>
                  <a:gd name="connsiteY17" fmla="*/ 375563 h 613079"/>
                  <a:gd name="connsiteX18" fmla="*/ 556682 w 612711"/>
                  <a:gd name="connsiteY18" fmla="*/ 371661 h 613079"/>
                  <a:gd name="connsiteX19" fmla="*/ 582893 w 612711"/>
                  <a:gd name="connsiteY19" fmla="*/ 365403 h 613079"/>
                  <a:gd name="connsiteX20" fmla="*/ 611975 w 612711"/>
                  <a:gd name="connsiteY20" fmla="*/ 357304 h 613079"/>
                  <a:gd name="connsiteX21" fmla="*/ 612711 w 612711"/>
                  <a:gd name="connsiteY21" fmla="*/ 357157 h 613079"/>
                  <a:gd name="connsiteX22" fmla="*/ 611975 w 612711"/>
                  <a:gd name="connsiteY22" fmla="*/ 258793 h 613079"/>
                  <a:gd name="connsiteX23" fmla="*/ 581715 w 612711"/>
                  <a:gd name="connsiteY23" fmla="*/ 250768 h 613079"/>
                  <a:gd name="connsiteX24" fmla="*/ 554105 w 612711"/>
                  <a:gd name="connsiteY24" fmla="*/ 244363 h 613079"/>
                  <a:gd name="connsiteX25" fmla="*/ 548289 w 612711"/>
                  <a:gd name="connsiteY25" fmla="*/ 239724 h 613079"/>
                  <a:gd name="connsiteX26" fmla="*/ 528410 w 612711"/>
                  <a:gd name="connsiteY26" fmla="*/ 183990 h 613079"/>
                  <a:gd name="connsiteX27" fmla="*/ 529220 w 612711"/>
                  <a:gd name="connsiteY27" fmla="*/ 177585 h 613079"/>
                  <a:gd name="connsiteX28" fmla="*/ 559554 w 612711"/>
                  <a:gd name="connsiteY28" fmla="*/ 125016 h 613079"/>
                  <a:gd name="connsiteX29" fmla="*/ 559922 w 612711"/>
                  <a:gd name="connsiteY29" fmla="*/ 124353 h 613079"/>
                  <a:gd name="connsiteX30" fmla="*/ 559333 w 612711"/>
                  <a:gd name="connsiteY30" fmla="*/ 123838 h 613079"/>
                  <a:gd name="connsiteX31" fmla="*/ 524876 w 612711"/>
                  <a:gd name="connsiteY31" fmla="*/ 90854 h 613079"/>
                  <a:gd name="connsiteX32" fmla="*/ 488579 w 612711"/>
                  <a:gd name="connsiteY32" fmla="*/ 58974 h 613079"/>
                  <a:gd name="connsiteX33" fmla="*/ 488137 w 612711"/>
                  <a:gd name="connsiteY33" fmla="*/ 58753 h 613079"/>
                  <a:gd name="connsiteX34" fmla="*/ 487695 w 612711"/>
                  <a:gd name="connsiteY34" fmla="*/ 58974 h 613079"/>
                  <a:gd name="connsiteX35" fmla="*/ 460012 w 612711"/>
                  <a:gd name="connsiteY35" fmla="*/ 74509 h 613079"/>
                  <a:gd name="connsiteX36" fmla="*/ 435863 w 612711"/>
                  <a:gd name="connsiteY36" fmla="*/ 87025 h 613079"/>
                  <a:gd name="connsiteX37" fmla="*/ 429384 w 612711"/>
                  <a:gd name="connsiteY37" fmla="*/ 86215 h 613079"/>
                  <a:gd name="connsiteX38" fmla="*/ 403688 w 612711"/>
                  <a:gd name="connsiteY38" fmla="*/ 73846 h 613079"/>
                  <a:gd name="connsiteX39" fmla="*/ 377110 w 612711"/>
                  <a:gd name="connsiteY39" fmla="*/ 63539 h 613079"/>
                  <a:gd name="connsiteX40" fmla="*/ 372839 w 612711"/>
                  <a:gd name="connsiteY40" fmla="*/ 58606 h 613079"/>
                  <a:gd name="connsiteX41" fmla="*/ 355832 w 612711"/>
                  <a:gd name="connsiteY41" fmla="*/ 589 h 613079"/>
                  <a:gd name="connsiteX42" fmla="*/ 355611 w 612711"/>
                  <a:gd name="connsiteY42" fmla="*/ 0 h 613079"/>
                  <a:gd name="connsiteX43" fmla="*/ 259898 w 612711"/>
                  <a:gd name="connsiteY43" fmla="*/ 663 h 613079"/>
                  <a:gd name="connsiteX44" fmla="*/ 250915 w 612711"/>
                  <a:gd name="connsiteY44" fmla="*/ 32616 h 613079"/>
                  <a:gd name="connsiteX45" fmla="*/ 243332 w 612711"/>
                  <a:gd name="connsiteY45" fmla="*/ 60520 h 613079"/>
                  <a:gd name="connsiteX46" fmla="*/ 238178 w 612711"/>
                  <a:gd name="connsiteY46" fmla="*/ 65600 h 613079"/>
                  <a:gd name="connsiteX47" fmla="*/ 185168 w 612711"/>
                  <a:gd name="connsiteY47" fmla="*/ 86363 h 613079"/>
                  <a:gd name="connsiteX48" fmla="*/ 178026 w 612711"/>
                  <a:gd name="connsiteY48" fmla="*/ 85626 h 613079"/>
                  <a:gd name="connsiteX49" fmla="*/ 125531 w 612711"/>
                  <a:gd name="connsiteY49" fmla="*/ 55882 h 613079"/>
                  <a:gd name="connsiteX50" fmla="*/ 124942 w 612711"/>
                  <a:gd name="connsiteY50" fmla="*/ 55587 h 613079"/>
                  <a:gd name="connsiteX51" fmla="*/ 124501 w 612711"/>
                  <a:gd name="connsiteY51" fmla="*/ 56029 h 613079"/>
                  <a:gd name="connsiteX52" fmla="*/ 56323 w 612711"/>
                  <a:gd name="connsiteY52" fmla="*/ 126489 h 613079"/>
                  <a:gd name="connsiteX53" fmla="*/ 55882 w 612711"/>
                  <a:gd name="connsiteY53" fmla="*/ 127078 h 613079"/>
                  <a:gd name="connsiteX54" fmla="*/ 56397 w 612711"/>
                  <a:gd name="connsiteY54" fmla="*/ 127667 h 613079"/>
                  <a:gd name="connsiteX55" fmla="*/ 86510 w 612711"/>
                  <a:gd name="connsiteY55" fmla="*/ 176407 h 613079"/>
                  <a:gd name="connsiteX56" fmla="*/ 86289 w 612711"/>
                  <a:gd name="connsiteY56" fmla="*/ 183696 h 613079"/>
                  <a:gd name="connsiteX57" fmla="*/ 73331 w 612711"/>
                  <a:gd name="connsiteY57" fmla="*/ 210201 h 613079"/>
                  <a:gd name="connsiteX58" fmla="*/ 61256 w 612711"/>
                  <a:gd name="connsiteY58" fmla="*/ 237442 h 613079"/>
                  <a:gd name="connsiteX59" fmla="*/ 55882 w 612711"/>
                  <a:gd name="connsiteY59" fmla="*/ 241418 h 613079"/>
                  <a:gd name="connsiteX60" fmla="*/ 29818 w 612711"/>
                  <a:gd name="connsiteY60" fmla="*/ 247676 h 613079"/>
                  <a:gd name="connsiteX61" fmla="*/ 736 w 612711"/>
                  <a:gd name="connsiteY61" fmla="*/ 255775 h 613079"/>
                  <a:gd name="connsiteX62" fmla="*/ 0 w 612711"/>
                  <a:gd name="connsiteY62" fmla="*/ 255922 h 613079"/>
                  <a:gd name="connsiteX63" fmla="*/ 736 w 612711"/>
                  <a:gd name="connsiteY63" fmla="*/ 354286 h 613079"/>
                  <a:gd name="connsiteX64" fmla="*/ 31217 w 612711"/>
                  <a:gd name="connsiteY64" fmla="*/ 362384 h 613079"/>
                  <a:gd name="connsiteX65" fmla="*/ 57133 w 612711"/>
                  <a:gd name="connsiteY65" fmla="*/ 368348 h 613079"/>
                  <a:gd name="connsiteX66" fmla="*/ 63097 w 612711"/>
                  <a:gd name="connsiteY66" fmla="*/ 374017 h 613079"/>
                  <a:gd name="connsiteX67" fmla="*/ 72521 w 612711"/>
                  <a:gd name="connsiteY67" fmla="*/ 402363 h 613079"/>
                  <a:gd name="connsiteX68" fmla="*/ 84301 w 612711"/>
                  <a:gd name="connsiteY68" fmla="*/ 429089 h 613079"/>
                  <a:gd name="connsiteX69" fmla="*/ 83859 w 612711"/>
                  <a:gd name="connsiteY69" fmla="*/ 435495 h 613079"/>
                  <a:gd name="connsiteX70" fmla="*/ 56176 w 612711"/>
                  <a:gd name="connsiteY70" fmla="*/ 488137 h 613079"/>
                  <a:gd name="connsiteX71" fmla="*/ 56029 w 612711"/>
                  <a:gd name="connsiteY71" fmla="*/ 488652 h 613079"/>
                  <a:gd name="connsiteX72" fmla="*/ 56397 w 612711"/>
                  <a:gd name="connsiteY72" fmla="*/ 489020 h 613079"/>
                  <a:gd name="connsiteX73" fmla="*/ 124648 w 612711"/>
                  <a:gd name="connsiteY73" fmla="*/ 553958 h 613079"/>
                  <a:gd name="connsiteX74" fmla="*/ 125090 w 612711"/>
                  <a:gd name="connsiteY74" fmla="*/ 554252 h 613079"/>
                  <a:gd name="connsiteX75" fmla="*/ 125531 w 612711"/>
                  <a:gd name="connsiteY75" fmla="*/ 554032 h 613079"/>
                  <a:gd name="connsiteX76" fmla="*/ 152625 w 612711"/>
                  <a:gd name="connsiteY76" fmla="*/ 538644 h 613079"/>
                  <a:gd name="connsiteX77" fmla="*/ 178174 w 612711"/>
                  <a:gd name="connsiteY77" fmla="*/ 525833 h 613079"/>
                  <a:gd name="connsiteX78" fmla="*/ 183843 w 612711"/>
                  <a:gd name="connsiteY78" fmla="*/ 526127 h 613079"/>
                  <a:gd name="connsiteX79" fmla="*/ 236338 w 612711"/>
                  <a:gd name="connsiteY79" fmla="*/ 549614 h 613079"/>
                  <a:gd name="connsiteX80" fmla="*/ 240313 w 612711"/>
                  <a:gd name="connsiteY80" fmla="*/ 554032 h 613079"/>
                  <a:gd name="connsiteX81" fmla="*/ 247602 w 612711"/>
                  <a:gd name="connsiteY81" fmla="*/ 581494 h 613079"/>
                  <a:gd name="connsiteX82" fmla="*/ 257100 w 612711"/>
                  <a:gd name="connsiteY82" fmla="*/ 612417 h 613079"/>
                  <a:gd name="connsiteX83" fmla="*/ 257395 w 612711"/>
                  <a:gd name="connsiteY83" fmla="*/ 612932 h 6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612711" h="613079">
                    <a:moveTo>
                      <a:pt x="257027" y="613079"/>
                    </a:moveTo>
                    <a:lnTo>
                      <a:pt x="352666" y="612564"/>
                    </a:lnTo>
                    <a:cubicBezTo>
                      <a:pt x="355537" y="606821"/>
                      <a:pt x="358850" y="595704"/>
                      <a:pt x="362605" y="579580"/>
                    </a:cubicBezTo>
                    <a:cubicBezTo>
                      <a:pt x="365403" y="567431"/>
                      <a:pt x="368422" y="558007"/>
                      <a:pt x="371661" y="551528"/>
                    </a:cubicBezTo>
                    <a:cubicBezTo>
                      <a:pt x="372618" y="549540"/>
                      <a:pt x="374533" y="548068"/>
                      <a:pt x="376668" y="547626"/>
                    </a:cubicBezTo>
                    <a:cubicBezTo>
                      <a:pt x="392792" y="544166"/>
                      <a:pt x="410094" y="537319"/>
                      <a:pt x="427985" y="527306"/>
                    </a:cubicBezTo>
                    <a:cubicBezTo>
                      <a:pt x="430414" y="525980"/>
                      <a:pt x="433359" y="526054"/>
                      <a:pt x="435642" y="527600"/>
                    </a:cubicBezTo>
                    <a:cubicBezTo>
                      <a:pt x="452576" y="538865"/>
                      <a:pt x="470099" y="548804"/>
                      <a:pt x="487621" y="557197"/>
                    </a:cubicBezTo>
                    <a:lnTo>
                      <a:pt x="488210" y="557492"/>
                    </a:lnTo>
                    <a:lnTo>
                      <a:pt x="488652" y="557050"/>
                    </a:lnTo>
                    <a:cubicBezTo>
                      <a:pt x="527968" y="518544"/>
                      <a:pt x="550718" y="494837"/>
                      <a:pt x="556461" y="486591"/>
                    </a:cubicBezTo>
                    <a:lnTo>
                      <a:pt x="556829" y="486002"/>
                    </a:lnTo>
                    <a:lnTo>
                      <a:pt x="556388" y="485486"/>
                    </a:lnTo>
                    <a:cubicBezTo>
                      <a:pt x="551528" y="479228"/>
                      <a:pt x="545933" y="470540"/>
                      <a:pt x="539748" y="459570"/>
                    </a:cubicBezTo>
                    <a:cubicBezTo>
                      <a:pt x="534006" y="449483"/>
                      <a:pt x="529735" y="442047"/>
                      <a:pt x="526864" y="437188"/>
                    </a:cubicBezTo>
                    <a:cubicBezTo>
                      <a:pt x="525391" y="434685"/>
                      <a:pt x="525539" y="431592"/>
                      <a:pt x="527232" y="429236"/>
                    </a:cubicBezTo>
                    <a:cubicBezTo>
                      <a:pt x="531502" y="423273"/>
                      <a:pt x="535772" y="414511"/>
                      <a:pt x="539822" y="403320"/>
                    </a:cubicBezTo>
                    <a:cubicBezTo>
                      <a:pt x="544608" y="390657"/>
                      <a:pt x="548510" y="381306"/>
                      <a:pt x="551381" y="375563"/>
                    </a:cubicBezTo>
                    <a:cubicBezTo>
                      <a:pt x="552412" y="373502"/>
                      <a:pt x="554400" y="372103"/>
                      <a:pt x="556682" y="371661"/>
                    </a:cubicBezTo>
                    <a:cubicBezTo>
                      <a:pt x="564192" y="370410"/>
                      <a:pt x="573027" y="368275"/>
                      <a:pt x="582893" y="365403"/>
                    </a:cubicBezTo>
                    <a:cubicBezTo>
                      <a:pt x="600710" y="360176"/>
                      <a:pt x="608514" y="358114"/>
                      <a:pt x="611975" y="357304"/>
                    </a:cubicBezTo>
                    <a:lnTo>
                      <a:pt x="612711" y="357157"/>
                    </a:lnTo>
                    <a:lnTo>
                      <a:pt x="611975" y="258793"/>
                    </a:lnTo>
                    <a:cubicBezTo>
                      <a:pt x="606527" y="257689"/>
                      <a:pt x="596661" y="255112"/>
                      <a:pt x="581715" y="250768"/>
                    </a:cubicBezTo>
                    <a:cubicBezTo>
                      <a:pt x="571186" y="247602"/>
                      <a:pt x="561909" y="245467"/>
                      <a:pt x="554105" y="244363"/>
                    </a:cubicBezTo>
                    <a:cubicBezTo>
                      <a:pt x="551455" y="243995"/>
                      <a:pt x="549246" y="242228"/>
                      <a:pt x="548289" y="239724"/>
                    </a:cubicBezTo>
                    <a:cubicBezTo>
                      <a:pt x="545859" y="233540"/>
                      <a:pt x="540485" y="218741"/>
                      <a:pt x="528410" y="183990"/>
                    </a:cubicBezTo>
                    <a:cubicBezTo>
                      <a:pt x="527674" y="181855"/>
                      <a:pt x="527968" y="179499"/>
                      <a:pt x="529220" y="177585"/>
                    </a:cubicBezTo>
                    <a:cubicBezTo>
                      <a:pt x="536730" y="166025"/>
                      <a:pt x="546669" y="148871"/>
                      <a:pt x="559554" y="125016"/>
                    </a:cubicBezTo>
                    <a:lnTo>
                      <a:pt x="559922" y="124353"/>
                    </a:lnTo>
                    <a:lnTo>
                      <a:pt x="559333" y="123838"/>
                    </a:lnTo>
                    <a:cubicBezTo>
                      <a:pt x="552264" y="118242"/>
                      <a:pt x="540705" y="107125"/>
                      <a:pt x="524876" y="90854"/>
                    </a:cubicBezTo>
                    <a:cubicBezTo>
                      <a:pt x="510814" y="75761"/>
                      <a:pt x="499033" y="65379"/>
                      <a:pt x="488579" y="58974"/>
                    </a:cubicBezTo>
                    <a:lnTo>
                      <a:pt x="488137" y="58753"/>
                    </a:lnTo>
                    <a:lnTo>
                      <a:pt x="487695" y="58974"/>
                    </a:lnTo>
                    <a:cubicBezTo>
                      <a:pt x="482247" y="61256"/>
                      <a:pt x="473191" y="66337"/>
                      <a:pt x="460012" y="74509"/>
                    </a:cubicBezTo>
                    <a:cubicBezTo>
                      <a:pt x="451250" y="80252"/>
                      <a:pt x="443078" y="84522"/>
                      <a:pt x="435863" y="87025"/>
                    </a:cubicBezTo>
                    <a:cubicBezTo>
                      <a:pt x="433728" y="87762"/>
                      <a:pt x="431298" y="87467"/>
                      <a:pt x="429384" y="86215"/>
                    </a:cubicBezTo>
                    <a:cubicBezTo>
                      <a:pt x="423052" y="82019"/>
                      <a:pt x="414658" y="77969"/>
                      <a:pt x="403688" y="73846"/>
                    </a:cubicBezTo>
                    <a:cubicBezTo>
                      <a:pt x="389184" y="68398"/>
                      <a:pt x="381306" y="65306"/>
                      <a:pt x="377110" y="63539"/>
                    </a:cubicBezTo>
                    <a:cubicBezTo>
                      <a:pt x="374974" y="62655"/>
                      <a:pt x="373428" y="60815"/>
                      <a:pt x="372839" y="58606"/>
                    </a:cubicBezTo>
                    <a:cubicBezTo>
                      <a:pt x="364814" y="28272"/>
                      <a:pt x="359145" y="8761"/>
                      <a:pt x="355832" y="589"/>
                    </a:cubicBezTo>
                    <a:lnTo>
                      <a:pt x="355611" y="0"/>
                    </a:lnTo>
                    <a:lnTo>
                      <a:pt x="259898" y="663"/>
                    </a:lnTo>
                    <a:cubicBezTo>
                      <a:pt x="257321" y="8909"/>
                      <a:pt x="254302" y="19658"/>
                      <a:pt x="250915" y="32616"/>
                    </a:cubicBezTo>
                    <a:cubicBezTo>
                      <a:pt x="246940" y="47636"/>
                      <a:pt x="244657" y="55955"/>
                      <a:pt x="243332" y="60520"/>
                    </a:cubicBezTo>
                    <a:cubicBezTo>
                      <a:pt x="242596" y="63023"/>
                      <a:pt x="240682" y="64938"/>
                      <a:pt x="238178" y="65600"/>
                    </a:cubicBezTo>
                    <a:cubicBezTo>
                      <a:pt x="229490" y="67883"/>
                      <a:pt x="212115" y="74656"/>
                      <a:pt x="185168" y="86363"/>
                    </a:cubicBezTo>
                    <a:cubicBezTo>
                      <a:pt x="182812" y="87393"/>
                      <a:pt x="180088" y="87099"/>
                      <a:pt x="178026" y="85626"/>
                    </a:cubicBezTo>
                    <a:cubicBezTo>
                      <a:pt x="165363" y="76644"/>
                      <a:pt x="147693" y="66705"/>
                      <a:pt x="125531" y="55882"/>
                    </a:cubicBezTo>
                    <a:lnTo>
                      <a:pt x="124942" y="55587"/>
                    </a:lnTo>
                    <a:lnTo>
                      <a:pt x="124501" y="56029"/>
                    </a:lnTo>
                    <a:cubicBezTo>
                      <a:pt x="84964" y="94535"/>
                      <a:pt x="61993" y="118242"/>
                      <a:pt x="56323" y="126489"/>
                    </a:cubicBezTo>
                    <a:lnTo>
                      <a:pt x="55882" y="127078"/>
                    </a:lnTo>
                    <a:lnTo>
                      <a:pt x="56397" y="127667"/>
                    </a:lnTo>
                    <a:cubicBezTo>
                      <a:pt x="62803" y="134808"/>
                      <a:pt x="72889" y="151227"/>
                      <a:pt x="86510" y="176407"/>
                    </a:cubicBezTo>
                    <a:cubicBezTo>
                      <a:pt x="87761" y="178689"/>
                      <a:pt x="87688" y="181487"/>
                      <a:pt x="86289" y="183696"/>
                    </a:cubicBezTo>
                    <a:cubicBezTo>
                      <a:pt x="82313" y="190248"/>
                      <a:pt x="78043" y="198862"/>
                      <a:pt x="73331" y="210201"/>
                    </a:cubicBezTo>
                    <a:cubicBezTo>
                      <a:pt x="68104" y="222643"/>
                      <a:pt x="64054" y="231773"/>
                      <a:pt x="61256" y="237442"/>
                    </a:cubicBezTo>
                    <a:cubicBezTo>
                      <a:pt x="60226" y="239577"/>
                      <a:pt x="58238" y="240976"/>
                      <a:pt x="55882" y="241418"/>
                    </a:cubicBezTo>
                    <a:cubicBezTo>
                      <a:pt x="48372" y="242670"/>
                      <a:pt x="39831" y="244731"/>
                      <a:pt x="29818" y="247676"/>
                    </a:cubicBezTo>
                    <a:cubicBezTo>
                      <a:pt x="14946" y="252020"/>
                      <a:pt x="5448" y="254670"/>
                      <a:pt x="736" y="255775"/>
                    </a:cubicBezTo>
                    <a:lnTo>
                      <a:pt x="0" y="255922"/>
                    </a:lnTo>
                    <a:lnTo>
                      <a:pt x="736" y="354286"/>
                    </a:lnTo>
                    <a:cubicBezTo>
                      <a:pt x="6405" y="355390"/>
                      <a:pt x="16639" y="358114"/>
                      <a:pt x="31217" y="362384"/>
                    </a:cubicBezTo>
                    <a:cubicBezTo>
                      <a:pt x="41009" y="365035"/>
                      <a:pt x="49771" y="367097"/>
                      <a:pt x="57133" y="368348"/>
                    </a:cubicBezTo>
                    <a:cubicBezTo>
                      <a:pt x="60078" y="368864"/>
                      <a:pt x="62434" y="371146"/>
                      <a:pt x="63097" y="374017"/>
                    </a:cubicBezTo>
                    <a:cubicBezTo>
                      <a:pt x="64864" y="382631"/>
                      <a:pt x="68030" y="392203"/>
                      <a:pt x="72521" y="402363"/>
                    </a:cubicBezTo>
                    <a:cubicBezTo>
                      <a:pt x="79221" y="417162"/>
                      <a:pt x="82608" y="424966"/>
                      <a:pt x="84301" y="429089"/>
                    </a:cubicBezTo>
                    <a:cubicBezTo>
                      <a:pt x="85184" y="431224"/>
                      <a:pt x="84964" y="433580"/>
                      <a:pt x="83859" y="435495"/>
                    </a:cubicBezTo>
                    <a:cubicBezTo>
                      <a:pt x="67146" y="464429"/>
                      <a:pt x="57870" y="482099"/>
                      <a:pt x="56176" y="488137"/>
                    </a:cubicBezTo>
                    <a:lnTo>
                      <a:pt x="56029" y="488652"/>
                    </a:lnTo>
                    <a:lnTo>
                      <a:pt x="56397" y="489020"/>
                    </a:lnTo>
                    <a:cubicBezTo>
                      <a:pt x="93431" y="526716"/>
                      <a:pt x="116328" y="548583"/>
                      <a:pt x="124648" y="553958"/>
                    </a:cubicBezTo>
                    <a:lnTo>
                      <a:pt x="125090" y="554252"/>
                    </a:lnTo>
                    <a:lnTo>
                      <a:pt x="125531" y="554032"/>
                    </a:lnTo>
                    <a:cubicBezTo>
                      <a:pt x="130759" y="551676"/>
                      <a:pt x="139888" y="546522"/>
                      <a:pt x="152625" y="538644"/>
                    </a:cubicBezTo>
                    <a:cubicBezTo>
                      <a:pt x="162123" y="532827"/>
                      <a:pt x="170664" y="528483"/>
                      <a:pt x="178174" y="525833"/>
                    </a:cubicBezTo>
                    <a:cubicBezTo>
                      <a:pt x="180014" y="525170"/>
                      <a:pt x="182076" y="525244"/>
                      <a:pt x="183843" y="526127"/>
                    </a:cubicBezTo>
                    <a:cubicBezTo>
                      <a:pt x="189144" y="528631"/>
                      <a:pt x="202175" y="534594"/>
                      <a:pt x="236338" y="549614"/>
                    </a:cubicBezTo>
                    <a:cubicBezTo>
                      <a:pt x="238252" y="550424"/>
                      <a:pt x="239651" y="552044"/>
                      <a:pt x="240313" y="554032"/>
                    </a:cubicBezTo>
                    <a:cubicBezTo>
                      <a:pt x="242301" y="560069"/>
                      <a:pt x="244731" y="569346"/>
                      <a:pt x="247602" y="581494"/>
                    </a:cubicBezTo>
                    <a:cubicBezTo>
                      <a:pt x="250768" y="595630"/>
                      <a:pt x="253860" y="605717"/>
                      <a:pt x="257100" y="612417"/>
                    </a:cubicBezTo>
                    <a:lnTo>
                      <a:pt x="257395" y="612932"/>
                    </a:ln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9" name="Freeform: Shape 11">
                <a:extLst>
                  <a:ext uri="{FF2B5EF4-FFF2-40B4-BE49-F238E27FC236}">
                    <a16:creationId xmlns:a16="http://schemas.microsoft.com/office/drawing/2014/main" id="{59355528-FF33-BC8C-160F-02447A9DF538}"/>
                  </a:ext>
                </a:extLst>
              </p:cNvPr>
              <p:cNvSpPr/>
              <p:nvPr/>
            </p:nvSpPr>
            <p:spPr>
              <a:xfrm>
                <a:off x="11055048" y="1930541"/>
                <a:ext cx="364004" cy="364004"/>
              </a:xfrm>
              <a:custGeom>
                <a:avLst/>
                <a:gdLst>
                  <a:gd name="connsiteX0" fmla="*/ 364004 w 364004"/>
                  <a:gd name="connsiteY0" fmla="*/ 182002 h 364004"/>
                  <a:gd name="connsiteX1" fmla="*/ 182002 w 364004"/>
                  <a:gd name="connsiteY1" fmla="*/ 364004 h 364004"/>
                  <a:gd name="connsiteX2" fmla="*/ 0 w 364004"/>
                  <a:gd name="connsiteY2" fmla="*/ 182002 h 364004"/>
                  <a:gd name="connsiteX3" fmla="*/ 182002 w 364004"/>
                  <a:gd name="connsiteY3" fmla="*/ 0 h 364004"/>
                  <a:gd name="connsiteX4" fmla="*/ 364004 w 364004"/>
                  <a:gd name="connsiteY4" fmla="*/ 182002 h 364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004" h="364004">
                    <a:moveTo>
                      <a:pt x="364004" y="182002"/>
                    </a:moveTo>
                    <a:cubicBezTo>
                      <a:pt x="364004" y="282519"/>
                      <a:pt x="282519" y="364004"/>
                      <a:pt x="182002" y="364004"/>
                    </a:cubicBezTo>
                    <a:cubicBezTo>
                      <a:pt x="81485" y="364004"/>
                      <a:pt x="0" y="282519"/>
                      <a:pt x="0" y="182002"/>
                    </a:cubicBezTo>
                    <a:cubicBezTo>
                      <a:pt x="0" y="81485"/>
                      <a:pt x="81485" y="0"/>
                      <a:pt x="182002" y="0"/>
                    </a:cubicBezTo>
                    <a:cubicBezTo>
                      <a:pt x="282519" y="0"/>
                      <a:pt x="364004" y="81485"/>
                      <a:pt x="364004" y="182002"/>
                    </a:cubicBez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34" name="Graphic 6">
              <a:extLst>
                <a:ext uri="{FF2B5EF4-FFF2-40B4-BE49-F238E27FC236}">
                  <a16:creationId xmlns:a16="http://schemas.microsoft.com/office/drawing/2014/main" id="{112761DA-4A35-5511-E41A-687BE4EEF994}"/>
                </a:ext>
              </a:extLst>
            </p:cNvPr>
            <p:cNvGrpSpPr/>
            <p:nvPr/>
          </p:nvGrpSpPr>
          <p:grpSpPr>
            <a:xfrm>
              <a:off x="10373203" y="2030525"/>
              <a:ext cx="936148" cy="161386"/>
              <a:chOff x="10373203" y="2030525"/>
              <a:chExt cx="936148" cy="161386"/>
            </a:xfrm>
            <a:noFill/>
          </p:grpSpPr>
          <p:sp>
            <p:nvSpPr>
              <p:cNvPr id="45" name="Freeform: Shape 43">
                <a:extLst>
                  <a:ext uri="{FF2B5EF4-FFF2-40B4-BE49-F238E27FC236}">
                    <a16:creationId xmlns:a16="http://schemas.microsoft.com/office/drawing/2014/main" id="{7EF4B7D9-783B-5130-4790-2135D8B2FBF6}"/>
                  </a:ext>
                </a:extLst>
              </p:cNvPr>
              <p:cNvSpPr/>
              <p:nvPr/>
            </p:nvSpPr>
            <p:spPr>
              <a:xfrm>
                <a:off x="10534590" y="2111218"/>
                <a:ext cx="615877" cy="7362"/>
              </a:xfrm>
              <a:custGeom>
                <a:avLst/>
                <a:gdLst>
                  <a:gd name="connsiteX0" fmla="*/ 615877 w 615877"/>
                  <a:gd name="connsiteY0" fmla="*/ 0 h 7362"/>
                  <a:gd name="connsiteX1" fmla="*/ 0 w 615877"/>
                  <a:gd name="connsiteY1" fmla="*/ 0 h 7362"/>
                </a:gdLst>
                <a:ahLst/>
                <a:cxnLst>
                  <a:cxn ang="0">
                    <a:pos x="connsiteX0" y="connsiteY0"/>
                  </a:cxn>
                  <a:cxn ang="0">
                    <a:pos x="connsiteX1" y="connsiteY1"/>
                  </a:cxn>
                </a:cxnLst>
                <a:rect l="l" t="t" r="r" b="b"/>
                <a:pathLst>
                  <a:path w="615877" h="7362">
                    <a:moveTo>
                      <a:pt x="615877" y="0"/>
                    </a:moveTo>
                    <a:lnTo>
                      <a:pt x="0" y="0"/>
                    </a:lnTo>
                  </a:path>
                </a:pathLst>
              </a:custGeom>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6" name="Freeform: Shape 44">
                <a:extLst>
                  <a:ext uri="{FF2B5EF4-FFF2-40B4-BE49-F238E27FC236}">
                    <a16:creationId xmlns:a16="http://schemas.microsoft.com/office/drawing/2014/main" id="{88E29F00-8873-F246-75C0-CC4A900AA005}"/>
                  </a:ext>
                </a:extLst>
              </p:cNvPr>
              <p:cNvSpPr/>
              <p:nvPr/>
            </p:nvSpPr>
            <p:spPr>
              <a:xfrm>
                <a:off x="11147964" y="2030525"/>
                <a:ext cx="161387" cy="161386"/>
              </a:xfrm>
              <a:custGeom>
                <a:avLst/>
                <a:gdLst>
                  <a:gd name="connsiteX0" fmla="*/ 161387 w 161387"/>
                  <a:gd name="connsiteY0" fmla="*/ 80693 h 161386"/>
                  <a:gd name="connsiteX1" fmla="*/ 80693 w 161387"/>
                  <a:gd name="connsiteY1" fmla="*/ 161387 h 161386"/>
                  <a:gd name="connsiteX2" fmla="*/ 0 w 161387"/>
                  <a:gd name="connsiteY2" fmla="*/ 80693 h 161386"/>
                  <a:gd name="connsiteX3" fmla="*/ 80693 w 161387"/>
                  <a:gd name="connsiteY3" fmla="*/ 0 h 161386"/>
                  <a:gd name="connsiteX4" fmla="*/ 161387 w 161387"/>
                  <a:gd name="connsiteY4" fmla="*/ 80693 h 16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387" h="161386">
                    <a:moveTo>
                      <a:pt x="161387" y="80693"/>
                    </a:moveTo>
                    <a:cubicBezTo>
                      <a:pt x="161387" y="125259"/>
                      <a:pt x="125259" y="161387"/>
                      <a:pt x="80693" y="161387"/>
                    </a:cubicBezTo>
                    <a:cubicBezTo>
                      <a:pt x="36128" y="161387"/>
                      <a:pt x="0" y="125259"/>
                      <a:pt x="0" y="80693"/>
                    </a:cubicBezTo>
                    <a:cubicBezTo>
                      <a:pt x="0" y="36128"/>
                      <a:pt x="36128" y="0"/>
                      <a:pt x="80693" y="0"/>
                    </a:cubicBezTo>
                    <a:cubicBezTo>
                      <a:pt x="125259" y="0"/>
                      <a:pt x="161387" y="36128"/>
                      <a:pt x="161387" y="80693"/>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7" name="Freeform: Shape 45">
                <a:extLst>
                  <a:ext uri="{FF2B5EF4-FFF2-40B4-BE49-F238E27FC236}">
                    <a16:creationId xmlns:a16="http://schemas.microsoft.com/office/drawing/2014/main" id="{17EFD1D7-8075-77E7-77DF-E2E1D8E55B45}"/>
                  </a:ext>
                </a:extLst>
              </p:cNvPr>
              <p:cNvSpPr/>
              <p:nvPr/>
            </p:nvSpPr>
            <p:spPr>
              <a:xfrm>
                <a:off x="10373203" y="2030525"/>
                <a:ext cx="161387" cy="161386"/>
              </a:xfrm>
              <a:custGeom>
                <a:avLst/>
                <a:gdLst>
                  <a:gd name="connsiteX0" fmla="*/ 161387 w 161387"/>
                  <a:gd name="connsiteY0" fmla="*/ 80693 h 161386"/>
                  <a:gd name="connsiteX1" fmla="*/ 80694 w 161387"/>
                  <a:gd name="connsiteY1" fmla="*/ 161387 h 161386"/>
                  <a:gd name="connsiteX2" fmla="*/ 0 w 161387"/>
                  <a:gd name="connsiteY2" fmla="*/ 80693 h 161386"/>
                  <a:gd name="connsiteX3" fmla="*/ 80694 w 161387"/>
                  <a:gd name="connsiteY3" fmla="*/ 0 h 161386"/>
                  <a:gd name="connsiteX4" fmla="*/ 161387 w 161387"/>
                  <a:gd name="connsiteY4" fmla="*/ 80693 h 16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387" h="161386">
                    <a:moveTo>
                      <a:pt x="161387" y="80693"/>
                    </a:moveTo>
                    <a:cubicBezTo>
                      <a:pt x="161387" y="125259"/>
                      <a:pt x="125259" y="161387"/>
                      <a:pt x="80694" y="161387"/>
                    </a:cubicBezTo>
                    <a:cubicBezTo>
                      <a:pt x="36128" y="161387"/>
                      <a:pt x="0" y="125259"/>
                      <a:pt x="0" y="80693"/>
                    </a:cubicBezTo>
                    <a:cubicBezTo>
                      <a:pt x="0" y="36128"/>
                      <a:pt x="36128" y="0"/>
                      <a:pt x="80694" y="0"/>
                    </a:cubicBezTo>
                    <a:cubicBezTo>
                      <a:pt x="125259" y="0"/>
                      <a:pt x="161387" y="36128"/>
                      <a:pt x="161387" y="80693"/>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35" name="Graphic 6">
              <a:extLst>
                <a:ext uri="{FF2B5EF4-FFF2-40B4-BE49-F238E27FC236}">
                  <a16:creationId xmlns:a16="http://schemas.microsoft.com/office/drawing/2014/main" id="{FE80F247-198B-503D-5A93-FE63375DABDF}"/>
                </a:ext>
              </a:extLst>
            </p:cNvPr>
            <p:cNvGrpSpPr/>
            <p:nvPr/>
          </p:nvGrpSpPr>
          <p:grpSpPr>
            <a:xfrm>
              <a:off x="9469303" y="1724685"/>
              <a:ext cx="984593" cy="773140"/>
              <a:chOff x="9469303" y="1724685"/>
              <a:chExt cx="984593" cy="773140"/>
            </a:xfrm>
            <a:noFill/>
          </p:grpSpPr>
          <p:sp>
            <p:nvSpPr>
              <p:cNvPr id="36" name="Freeform: Shape 47">
                <a:extLst>
                  <a:ext uri="{FF2B5EF4-FFF2-40B4-BE49-F238E27FC236}">
                    <a16:creationId xmlns:a16="http://schemas.microsoft.com/office/drawing/2014/main" id="{7E4EC9FA-A647-9CED-BA72-CF5633F1D103}"/>
                  </a:ext>
                </a:extLst>
              </p:cNvPr>
              <p:cNvSpPr/>
              <p:nvPr/>
            </p:nvSpPr>
            <p:spPr>
              <a:xfrm>
                <a:off x="9469377" y="1724685"/>
                <a:ext cx="984519" cy="773140"/>
              </a:xfrm>
              <a:custGeom>
                <a:avLst/>
                <a:gdLst>
                  <a:gd name="connsiteX0" fmla="*/ 984520 w 984519"/>
                  <a:gd name="connsiteY0" fmla="*/ 467301 h 773140"/>
                  <a:gd name="connsiteX1" fmla="*/ 984520 w 984519"/>
                  <a:gd name="connsiteY1" fmla="*/ 723223 h 773140"/>
                  <a:gd name="connsiteX2" fmla="*/ 934602 w 984519"/>
                  <a:gd name="connsiteY2" fmla="*/ 773141 h 773140"/>
                  <a:gd name="connsiteX3" fmla="*/ 49918 w 984519"/>
                  <a:gd name="connsiteY3" fmla="*/ 773141 h 773140"/>
                  <a:gd name="connsiteX4" fmla="*/ 0 w 984519"/>
                  <a:gd name="connsiteY4" fmla="*/ 723223 h 773140"/>
                  <a:gd name="connsiteX5" fmla="*/ 0 w 984519"/>
                  <a:gd name="connsiteY5" fmla="*/ 49918 h 773140"/>
                  <a:gd name="connsiteX6" fmla="*/ 49918 w 984519"/>
                  <a:gd name="connsiteY6" fmla="*/ 0 h 773140"/>
                  <a:gd name="connsiteX7" fmla="*/ 934602 w 984519"/>
                  <a:gd name="connsiteY7" fmla="*/ 0 h 773140"/>
                  <a:gd name="connsiteX8" fmla="*/ 984520 w 984519"/>
                  <a:gd name="connsiteY8" fmla="*/ 49918 h 773140"/>
                  <a:gd name="connsiteX9" fmla="*/ 984520 w 984519"/>
                  <a:gd name="connsiteY9" fmla="*/ 305840 h 77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4519" h="773140">
                    <a:moveTo>
                      <a:pt x="984520" y="467301"/>
                    </a:moveTo>
                    <a:lnTo>
                      <a:pt x="984520" y="723223"/>
                    </a:lnTo>
                    <a:cubicBezTo>
                      <a:pt x="984520" y="750832"/>
                      <a:pt x="962138" y="773141"/>
                      <a:pt x="934602" y="773141"/>
                    </a:cubicBezTo>
                    <a:lnTo>
                      <a:pt x="49918" y="773141"/>
                    </a:lnTo>
                    <a:cubicBezTo>
                      <a:pt x="22309" y="773141"/>
                      <a:pt x="0" y="750759"/>
                      <a:pt x="0" y="723223"/>
                    </a:cubicBezTo>
                    <a:lnTo>
                      <a:pt x="0" y="49918"/>
                    </a:lnTo>
                    <a:cubicBezTo>
                      <a:pt x="0" y="22309"/>
                      <a:pt x="22382" y="0"/>
                      <a:pt x="49918" y="0"/>
                    </a:cubicBezTo>
                    <a:lnTo>
                      <a:pt x="934602" y="0"/>
                    </a:lnTo>
                    <a:cubicBezTo>
                      <a:pt x="962211" y="0"/>
                      <a:pt x="984520" y="22382"/>
                      <a:pt x="984520" y="49918"/>
                    </a:cubicBezTo>
                    <a:lnTo>
                      <a:pt x="984520" y="305840"/>
                    </a:lnTo>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7" name="Freeform: Shape 48">
                <a:extLst>
                  <a:ext uri="{FF2B5EF4-FFF2-40B4-BE49-F238E27FC236}">
                    <a16:creationId xmlns:a16="http://schemas.microsoft.com/office/drawing/2014/main" id="{27048AA3-E371-2C3E-3FC7-641152297CDE}"/>
                  </a:ext>
                </a:extLst>
              </p:cNvPr>
              <p:cNvSpPr/>
              <p:nvPr/>
            </p:nvSpPr>
            <p:spPr>
              <a:xfrm>
                <a:off x="9469303" y="1888869"/>
                <a:ext cx="984593" cy="7362"/>
              </a:xfrm>
              <a:custGeom>
                <a:avLst/>
                <a:gdLst>
                  <a:gd name="connsiteX0" fmla="*/ 0 w 984593"/>
                  <a:gd name="connsiteY0" fmla="*/ 0 h 7362"/>
                  <a:gd name="connsiteX1" fmla="*/ 984593 w 984593"/>
                  <a:gd name="connsiteY1" fmla="*/ 0 h 7362"/>
                </a:gdLst>
                <a:ahLst/>
                <a:cxnLst>
                  <a:cxn ang="0">
                    <a:pos x="connsiteX0" y="connsiteY0"/>
                  </a:cxn>
                  <a:cxn ang="0">
                    <a:pos x="connsiteX1" y="connsiteY1"/>
                  </a:cxn>
                </a:cxnLst>
                <a:rect l="l" t="t" r="r" b="b"/>
                <a:pathLst>
                  <a:path w="984593" h="7362">
                    <a:moveTo>
                      <a:pt x="0" y="0"/>
                    </a:moveTo>
                    <a:lnTo>
                      <a:pt x="984593" y="0"/>
                    </a:lnTo>
                  </a:path>
                </a:pathLst>
              </a:custGeom>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38" name="Graphic 6">
                <a:extLst>
                  <a:ext uri="{FF2B5EF4-FFF2-40B4-BE49-F238E27FC236}">
                    <a16:creationId xmlns:a16="http://schemas.microsoft.com/office/drawing/2014/main" id="{9D3AFC3D-D308-C351-C452-771F43DF949E}"/>
                  </a:ext>
                </a:extLst>
              </p:cNvPr>
              <p:cNvGrpSpPr/>
              <p:nvPr/>
            </p:nvGrpSpPr>
            <p:grpSpPr>
              <a:xfrm>
                <a:off x="9661171" y="2008511"/>
                <a:ext cx="587310" cy="372397"/>
                <a:chOff x="9661171" y="2008511"/>
                <a:chExt cx="587310" cy="372397"/>
              </a:xfrm>
              <a:noFill/>
            </p:grpSpPr>
            <p:sp>
              <p:nvSpPr>
                <p:cNvPr id="42" name="Freeform: Shape 50">
                  <a:extLst>
                    <a:ext uri="{FF2B5EF4-FFF2-40B4-BE49-F238E27FC236}">
                      <a16:creationId xmlns:a16="http://schemas.microsoft.com/office/drawing/2014/main" id="{BC3E2FC3-4976-920B-83E5-0AF469EDFB7C}"/>
                    </a:ext>
                  </a:extLst>
                </p:cNvPr>
                <p:cNvSpPr/>
                <p:nvPr/>
              </p:nvSpPr>
              <p:spPr>
                <a:xfrm>
                  <a:off x="9661171" y="2040096"/>
                  <a:ext cx="143127" cy="286108"/>
                </a:xfrm>
                <a:custGeom>
                  <a:avLst/>
                  <a:gdLst>
                    <a:gd name="connsiteX0" fmla="*/ 143128 w 143127"/>
                    <a:gd name="connsiteY0" fmla="*/ 0 h 286108"/>
                    <a:gd name="connsiteX1" fmla="*/ 0 w 143127"/>
                    <a:gd name="connsiteY1" fmla="*/ 143054 h 286108"/>
                    <a:gd name="connsiteX2" fmla="*/ 143128 w 143127"/>
                    <a:gd name="connsiteY2" fmla="*/ 286109 h 286108"/>
                  </a:gdLst>
                  <a:ahLst/>
                  <a:cxnLst>
                    <a:cxn ang="0">
                      <a:pos x="connsiteX0" y="connsiteY0"/>
                    </a:cxn>
                    <a:cxn ang="0">
                      <a:pos x="connsiteX1" y="connsiteY1"/>
                    </a:cxn>
                    <a:cxn ang="0">
                      <a:pos x="connsiteX2" y="connsiteY2"/>
                    </a:cxn>
                  </a:cxnLst>
                  <a:rect l="l" t="t" r="r" b="b"/>
                  <a:pathLst>
                    <a:path w="143127" h="286108">
                      <a:moveTo>
                        <a:pt x="143128" y="0"/>
                      </a:moveTo>
                      <a:lnTo>
                        <a:pt x="0" y="143054"/>
                      </a:lnTo>
                      <a:lnTo>
                        <a:pt x="143128" y="286109"/>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3" name="Freeform: Shape 51">
                  <a:extLst>
                    <a:ext uri="{FF2B5EF4-FFF2-40B4-BE49-F238E27FC236}">
                      <a16:creationId xmlns:a16="http://schemas.microsoft.com/office/drawing/2014/main" id="{B0B5202B-E491-56CD-6C1D-AE5BBB9E3644}"/>
                    </a:ext>
                  </a:extLst>
                </p:cNvPr>
                <p:cNvSpPr/>
                <p:nvPr/>
              </p:nvSpPr>
              <p:spPr>
                <a:xfrm>
                  <a:off x="10105427" y="2040096"/>
                  <a:ext cx="143054" cy="286108"/>
                </a:xfrm>
                <a:custGeom>
                  <a:avLst/>
                  <a:gdLst>
                    <a:gd name="connsiteX0" fmla="*/ 0 w 143054"/>
                    <a:gd name="connsiteY0" fmla="*/ 0 h 286108"/>
                    <a:gd name="connsiteX1" fmla="*/ 143054 w 143054"/>
                    <a:gd name="connsiteY1" fmla="*/ 143054 h 286108"/>
                    <a:gd name="connsiteX2" fmla="*/ 0 w 143054"/>
                    <a:gd name="connsiteY2" fmla="*/ 286109 h 286108"/>
                  </a:gdLst>
                  <a:ahLst/>
                  <a:cxnLst>
                    <a:cxn ang="0">
                      <a:pos x="connsiteX0" y="connsiteY0"/>
                    </a:cxn>
                    <a:cxn ang="0">
                      <a:pos x="connsiteX1" y="connsiteY1"/>
                    </a:cxn>
                    <a:cxn ang="0">
                      <a:pos x="connsiteX2" y="connsiteY2"/>
                    </a:cxn>
                  </a:cxnLst>
                  <a:rect l="l" t="t" r="r" b="b"/>
                  <a:pathLst>
                    <a:path w="143054" h="286108">
                      <a:moveTo>
                        <a:pt x="0" y="0"/>
                      </a:moveTo>
                      <a:lnTo>
                        <a:pt x="143054" y="143054"/>
                      </a:lnTo>
                      <a:lnTo>
                        <a:pt x="0" y="286109"/>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4" name="Freeform: Shape 52">
                  <a:extLst>
                    <a:ext uri="{FF2B5EF4-FFF2-40B4-BE49-F238E27FC236}">
                      <a16:creationId xmlns:a16="http://schemas.microsoft.com/office/drawing/2014/main" id="{91D024DC-6D92-9527-B733-06AC115037CD}"/>
                    </a:ext>
                  </a:extLst>
                </p:cNvPr>
                <p:cNvSpPr/>
                <p:nvPr/>
              </p:nvSpPr>
              <p:spPr>
                <a:xfrm>
                  <a:off x="9878734" y="2008511"/>
                  <a:ext cx="152257" cy="372397"/>
                </a:xfrm>
                <a:custGeom>
                  <a:avLst/>
                  <a:gdLst>
                    <a:gd name="connsiteX0" fmla="*/ 152257 w 152257"/>
                    <a:gd name="connsiteY0" fmla="*/ 0 h 372397"/>
                    <a:gd name="connsiteX1" fmla="*/ 0 w 152257"/>
                    <a:gd name="connsiteY1" fmla="*/ 372398 h 372397"/>
                  </a:gdLst>
                  <a:ahLst/>
                  <a:cxnLst>
                    <a:cxn ang="0">
                      <a:pos x="connsiteX0" y="connsiteY0"/>
                    </a:cxn>
                    <a:cxn ang="0">
                      <a:pos x="connsiteX1" y="connsiteY1"/>
                    </a:cxn>
                  </a:cxnLst>
                  <a:rect l="l" t="t" r="r" b="b"/>
                  <a:pathLst>
                    <a:path w="152257" h="372397">
                      <a:moveTo>
                        <a:pt x="152257" y="0"/>
                      </a:moveTo>
                      <a:lnTo>
                        <a:pt x="0" y="372398"/>
                      </a:lnTo>
                    </a:path>
                  </a:pathLst>
                </a:custGeom>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39" name="Freeform: Shape 53">
                <a:extLst>
                  <a:ext uri="{FF2B5EF4-FFF2-40B4-BE49-F238E27FC236}">
                    <a16:creationId xmlns:a16="http://schemas.microsoft.com/office/drawing/2014/main" id="{3475758E-292F-4EF9-4B6B-A832197047F9}"/>
                  </a:ext>
                </a:extLst>
              </p:cNvPr>
              <p:cNvSpPr/>
              <p:nvPr/>
            </p:nvSpPr>
            <p:spPr>
              <a:xfrm>
                <a:off x="10106531" y="1777916"/>
                <a:ext cx="57280" cy="57280"/>
              </a:xfrm>
              <a:custGeom>
                <a:avLst/>
                <a:gdLst>
                  <a:gd name="connsiteX0" fmla="*/ 57281 w 57280"/>
                  <a:gd name="connsiteY0" fmla="*/ 28640 h 57280"/>
                  <a:gd name="connsiteX1" fmla="*/ 28640 w 57280"/>
                  <a:gd name="connsiteY1" fmla="*/ 57281 h 57280"/>
                  <a:gd name="connsiteX2" fmla="*/ 0 w 57280"/>
                  <a:gd name="connsiteY2" fmla="*/ 28640 h 57280"/>
                  <a:gd name="connsiteX3" fmla="*/ 28640 w 57280"/>
                  <a:gd name="connsiteY3" fmla="*/ 0 h 57280"/>
                  <a:gd name="connsiteX4" fmla="*/ 57281 w 57280"/>
                  <a:gd name="connsiteY4" fmla="*/ 28640 h 57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80" h="57280">
                    <a:moveTo>
                      <a:pt x="57281" y="28640"/>
                    </a:moveTo>
                    <a:cubicBezTo>
                      <a:pt x="57281" y="44458"/>
                      <a:pt x="44458" y="57281"/>
                      <a:pt x="28640" y="57281"/>
                    </a:cubicBezTo>
                    <a:cubicBezTo>
                      <a:pt x="12823" y="57281"/>
                      <a:pt x="0" y="44458"/>
                      <a:pt x="0" y="28640"/>
                    </a:cubicBezTo>
                    <a:cubicBezTo>
                      <a:pt x="0" y="12823"/>
                      <a:pt x="12823" y="0"/>
                      <a:pt x="28640" y="0"/>
                    </a:cubicBezTo>
                    <a:cubicBezTo>
                      <a:pt x="44458" y="0"/>
                      <a:pt x="57281" y="12823"/>
                      <a:pt x="57281" y="28640"/>
                    </a:cubicBez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0" name="Freeform: Shape 54">
                <a:extLst>
                  <a:ext uri="{FF2B5EF4-FFF2-40B4-BE49-F238E27FC236}">
                    <a16:creationId xmlns:a16="http://schemas.microsoft.com/office/drawing/2014/main" id="{17CAB70F-434D-7F52-05F0-EAE7516B917D}"/>
                  </a:ext>
                </a:extLst>
              </p:cNvPr>
              <p:cNvSpPr/>
              <p:nvPr/>
            </p:nvSpPr>
            <p:spPr>
              <a:xfrm>
                <a:off x="10216233" y="1777916"/>
                <a:ext cx="57280" cy="57280"/>
              </a:xfrm>
              <a:custGeom>
                <a:avLst/>
                <a:gdLst>
                  <a:gd name="connsiteX0" fmla="*/ 57281 w 57280"/>
                  <a:gd name="connsiteY0" fmla="*/ 28640 h 57280"/>
                  <a:gd name="connsiteX1" fmla="*/ 28640 w 57280"/>
                  <a:gd name="connsiteY1" fmla="*/ 57281 h 57280"/>
                  <a:gd name="connsiteX2" fmla="*/ 0 w 57280"/>
                  <a:gd name="connsiteY2" fmla="*/ 28640 h 57280"/>
                  <a:gd name="connsiteX3" fmla="*/ 28640 w 57280"/>
                  <a:gd name="connsiteY3" fmla="*/ 0 h 57280"/>
                  <a:gd name="connsiteX4" fmla="*/ 57281 w 57280"/>
                  <a:gd name="connsiteY4" fmla="*/ 28640 h 57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80" h="57280">
                    <a:moveTo>
                      <a:pt x="57281" y="28640"/>
                    </a:moveTo>
                    <a:cubicBezTo>
                      <a:pt x="57281" y="44458"/>
                      <a:pt x="44458" y="57281"/>
                      <a:pt x="28640" y="57281"/>
                    </a:cubicBezTo>
                    <a:cubicBezTo>
                      <a:pt x="12823" y="57281"/>
                      <a:pt x="0" y="44458"/>
                      <a:pt x="0" y="28640"/>
                    </a:cubicBezTo>
                    <a:cubicBezTo>
                      <a:pt x="0" y="12823"/>
                      <a:pt x="12823" y="0"/>
                      <a:pt x="28640" y="0"/>
                    </a:cubicBezTo>
                    <a:cubicBezTo>
                      <a:pt x="44458" y="0"/>
                      <a:pt x="57281" y="12823"/>
                      <a:pt x="57281" y="28640"/>
                    </a:cubicBez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1" name="Freeform: Shape 55">
                <a:extLst>
                  <a:ext uri="{FF2B5EF4-FFF2-40B4-BE49-F238E27FC236}">
                    <a16:creationId xmlns:a16="http://schemas.microsoft.com/office/drawing/2014/main" id="{95B551A2-FD61-7D05-DA34-341270117906}"/>
                  </a:ext>
                </a:extLst>
              </p:cNvPr>
              <p:cNvSpPr/>
              <p:nvPr/>
            </p:nvSpPr>
            <p:spPr>
              <a:xfrm>
                <a:off x="10325935" y="1777916"/>
                <a:ext cx="57280" cy="57280"/>
              </a:xfrm>
              <a:custGeom>
                <a:avLst/>
                <a:gdLst>
                  <a:gd name="connsiteX0" fmla="*/ 57281 w 57280"/>
                  <a:gd name="connsiteY0" fmla="*/ 28640 h 57280"/>
                  <a:gd name="connsiteX1" fmla="*/ 28640 w 57280"/>
                  <a:gd name="connsiteY1" fmla="*/ 57281 h 57280"/>
                  <a:gd name="connsiteX2" fmla="*/ 0 w 57280"/>
                  <a:gd name="connsiteY2" fmla="*/ 28640 h 57280"/>
                  <a:gd name="connsiteX3" fmla="*/ 28640 w 57280"/>
                  <a:gd name="connsiteY3" fmla="*/ 0 h 57280"/>
                  <a:gd name="connsiteX4" fmla="*/ 57281 w 57280"/>
                  <a:gd name="connsiteY4" fmla="*/ 28640 h 57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80" h="57280">
                    <a:moveTo>
                      <a:pt x="57281" y="28640"/>
                    </a:moveTo>
                    <a:cubicBezTo>
                      <a:pt x="57281" y="44458"/>
                      <a:pt x="44458" y="57281"/>
                      <a:pt x="28640" y="57281"/>
                    </a:cubicBezTo>
                    <a:cubicBezTo>
                      <a:pt x="12823" y="57281"/>
                      <a:pt x="0" y="44458"/>
                      <a:pt x="0" y="28640"/>
                    </a:cubicBezTo>
                    <a:cubicBezTo>
                      <a:pt x="0" y="12823"/>
                      <a:pt x="12823" y="0"/>
                      <a:pt x="28640" y="0"/>
                    </a:cubicBezTo>
                    <a:cubicBezTo>
                      <a:pt x="44458" y="0"/>
                      <a:pt x="57281" y="12823"/>
                      <a:pt x="57281" y="28640"/>
                    </a:cubicBez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sp>
        <p:nvSpPr>
          <p:cNvPr id="28" name="TextBox 27">
            <a:extLst>
              <a:ext uri="{FF2B5EF4-FFF2-40B4-BE49-F238E27FC236}">
                <a16:creationId xmlns:a16="http://schemas.microsoft.com/office/drawing/2014/main" id="{5C36E414-3324-FDD5-88B6-38E99A7B45A1}"/>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51" name="Graphic 8">
            <a:extLst>
              <a:ext uri="{FF2B5EF4-FFF2-40B4-BE49-F238E27FC236}">
                <a16:creationId xmlns:a16="http://schemas.microsoft.com/office/drawing/2014/main" id="{9E06D9E4-9115-0B32-8C99-2EB0628163FB}"/>
              </a:ext>
            </a:extLst>
          </p:cNvPr>
          <p:cNvGrpSpPr/>
          <p:nvPr userDrawn="1"/>
        </p:nvGrpSpPr>
        <p:grpSpPr>
          <a:xfrm>
            <a:off x="265625" y="6323271"/>
            <a:ext cx="1249223" cy="369648"/>
            <a:chOff x="265625" y="6323271"/>
            <a:chExt cx="1249223" cy="369648"/>
          </a:xfrm>
          <a:solidFill>
            <a:srgbClr val="000000"/>
          </a:solidFill>
        </p:grpSpPr>
        <p:grpSp>
          <p:nvGrpSpPr>
            <p:cNvPr id="52" name="Graphic 8">
              <a:extLst>
                <a:ext uri="{FF2B5EF4-FFF2-40B4-BE49-F238E27FC236}">
                  <a16:creationId xmlns:a16="http://schemas.microsoft.com/office/drawing/2014/main" id="{D912C3F0-D141-3BF2-D634-663DD79D1115}"/>
                </a:ext>
              </a:extLst>
            </p:cNvPr>
            <p:cNvGrpSpPr/>
            <p:nvPr/>
          </p:nvGrpSpPr>
          <p:grpSpPr>
            <a:xfrm>
              <a:off x="745455" y="6594444"/>
              <a:ext cx="722662" cy="98475"/>
              <a:chOff x="745455" y="6594444"/>
              <a:chExt cx="722662" cy="98475"/>
            </a:xfrm>
            <a:solidFill>
              <a:srgbClr val="000000"/>
            </a:solidFill>
          </p:grpSpPr>
          <p:sp>
            <p:nvSpPr>
              <p:cNvPr id="61" name="Freeform 19">
                <a:extLst>
                  <a:ext uri="{FF2B5EF4-FFF2-40B4-BE49-F238E27FC236}">
                    <a16:creationId xmlns:a16="http://schemas.microsoft.com/office/drawing/2014/main" id="{2679C535-83D4-F506-0FBC-1FC91502842F}"/>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62" name="Freeform 20">
                <a:extLst>
                  <a:ext uri="{FF2B5EF4-FFF2-40B4-BE49-F238E27FC236}">
                    <a16:creationId xmlns:a16="http://schemas.microsoft.com/office/drawing/2014/main" id="{980D7D2B-B551-6782-CE99-71D9956EAD22}"/>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63" name="Freeform 21">
                <a:extLst>
                  <a:ext uri="{FF2B5EF4-FFF2-40B4-BE49-F238E27FC236}">
                    <a16:creationId xmlns:a16="http://schemas.microsoft.com/office/drawing/2014/main" id="{93E81E0B-EC2C-A55A-6A16-5752CF526133}"/>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129" name="Freeform 22">
                <a:extLst>
                  <a:ext uri="{FF2B5EF4-FFF2-40B4-BE49-F238E27FC236}">
                    <a16:creationId xmlns:a16="http://schemas.microsoft.com/office/drawing/2014/main" id="{1A1E37DC-C8FC-9981-E3B2-DCAA252B4B62}"/>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130" name="Freeform 23">
                <a:extLst>
                  <a:ext uri="{FF2B5EF4-FFF2-40B4-BE49-F238E27FC236}">
                    <a16:creationId xmlns:a16="http://schemas.microsoft.com/office/drawing/2014/main" id="{33344F34-AC51-2527-3C9D-8314279906A8}"/>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31" name="Freeform 24">
                <a:extLst>
                  <a:ext uri="{FF2B5EF4-FFF2-40B4-BE49-F238E27FC236}">
                    <a16:creationId xmlns:a16="http://schemas.microsoft.com/office/drawing/2014/main" id="{44552C25-6E6E-932C-58BE-822700D722A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132" name="Freeform 25">
                <a:extLst>
                  <a:ext uri="{FF2B5EF4-FFF2-40B4-BE49-F238E27FC236}">
                    <a16:creationId xmlns:a16="http://schemas.microsoft.com/office/drawing/2014/main" id="{54531708-A4EE-8903-D1B2-4F0CBEAA885C}"/>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133" name="Freeform 26">
                <a:extLst>
                  <a:ext uri="{FF2B5EF4-FFF2-40B4-BE49-F238E27FC236}">
                    <a16:creationId xmlns:a16="http://schemas.microsoft.com/office/drawing/2014/main" id="{36A0D391-E7FE-1B53-5C16-0FE8D35AB496}"/>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134" name="Freeform 27">
                <a:extLst>
                  <a:ext uri="{FF2B5EF4-FFF2-40B4-BE49-F238E27FC236}">
                    <a16:creationId xmlns:a16="http://schemas.microsoft.com/office/drawing/2014/main" id="{8BBFFDD2-A9D2-BD89-FDAB-100B15BC314D}"/>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35" name="Freeform 28">
                <a:extLst>
                  <a:ext uri="{FF2B5EF4-FFF2-40B4-BE49-F238E27FC236}">
                    <a16:creationId xmlns:a16="http://schemas.microsoft.com/office/drawing/2014/main" id="{19DED88E-D488-5A44-76B0-3D062161BDE8}"/>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53" name="Graphic 8">
              <a:extLst>
                <a:ext uri="{FF2B5EF4-FFF2-40B4-BE49-F238E27FC236}">
                  <a16:creationId xmlns:a16="http://schemas.microsoft.com/office/drawing/2014/main" id="{C2965FF7-AEF7-C2F0-63F8-F1FDEE0C409E}"/>
                </a:ext>
              </a:extLst>
            </p:cNvPr>
            <p:cNvGrpSpPr/>
            <p:nvPr/>
          </p:nvGrpSpPr>
          <p:grpSpPr>
            <a:xfrm>
              <a:off x="265625" y="6323271"/>
              <a:ext cx="1249223" cy="190348"/>
              <a:chOff x="265625" y="6323271"/>
              <a:chExt cx="1249223" cy="190348"/>
            </a:xfrm>
            <a:solidFill>
              <a:srgbClr val="000000"/>
            </a:solidFill>
          </p:grpSpPr>
          <p:sp>
            <p:nvSpPr>
              <p:cNvPr id="54" name="Freeform 10">
                <a:extLst>
                  <a:ext uri="{FF2B5EF4-FFF2-40B4-BE49-F238E27FC236}">
                    <a16:creationId xmlns:a16="http://schemas.microsoft.com/office/drawing/2014/main" id="{E038BDB1-BCA2-06EF-CE65-02DB90820FA0}"/>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55" name="Freeform 11">
                <a:extLst>
                  <a:ext uri="{FF2B5EF4-FFF2-40B4-BE49-F238E27FC236}">
                    <a16:creationId xmlns:a16="http://schemas.microsoft.com/office/drawing/2014/main" id="{A747ED16-5106-EF7B-3AF4-C6B84D310198}"/>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56" name="Freeform 14">
                <a:extLst>
                  <a:ext uri="{FF2B5EF4-FFF2-40B4-BE49-F238E27FC236}">
                    <a16:creationId xmlns:a16="http://schemas.microsoft.com/office/drawing/2014/main" id="{93DF5C0C-BE16-8CCE-8B6F-4A8EBA567151}"/>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57" name="Freeform 15">
                <a:extLst>
                  <a:ext uri="{FF2B5EF4-FFF2-40B4-BE49-F238E27FC236}">
                    <a16:creationId xmlns:a16="http://schemas.microsoft.com/office/drawing/2014/main" id="{476666EF-1A24-FB49-755E-173132F59A76}"/>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58" name="Freeform 16">
                <a:extLst>
                  <a:ext uri="{FF2B5EF4-FFF2-40B4-BE49-F238E27FC236}">
                    <a16:creationId xmlns:a16="http://schemas.microsoft.com/office/drawing/2014/main" id="{4C641D78-B6F4-7DF1-7AC8-6C7C3706DC85}"/>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59" name="Freeform 17">
                <a:extLst>
                  <a:ext uri="{FF2B5EF4-FFF2-40B4-BE49-F238E27FC236}">
                    <a16:creationId xmlns:a16="http://schemas.microsoft.com/office/drawing/2014/main" id="{1243D46A-B0E8-A2B8-C46B-283C09251320}"/>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60" name="Freeform 18">
                <a:extLst>
                  <a:ext uri="{FF2B5EF4-FFF2-40B4-BE49-F238E27FC236}">
                    <a16:creationId xmlns:a16="http://schemas.microsoft.com/office/drawing/2014/main" id="{CBF21737-6D15-0013-436F-C4F38B7F768D}"/>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50" name="TextBox 49">
            <a:extLst>
              <a:ext uri="{FF2B5EF4-FFF2-40B4-BE49-F238E27FC236}">
                <a16:creationId xmlns:a16="http://schemas.microsoft.com/office/drawing/2014/main" id="{B88D2144-6E96-D6CF-FAAD-0076DE220724}"/>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grpSp>
        <p:nvGrpSpPr>
          <p:cNvPr id="138" name="Picture Placeholder 76">
            <a:extLst>
              <a:ext uri="{FF2B5EF4-FFF2-40B4-BE49-F238E27FC236}">
                <a16:creationId xmlns:a16="http://schemas.microsoft.com/office/drawing/2014/main" id="{6E50E1B4-3F0D-D20F-C428-B72B15CA7632}"/>
              </a:ext>
            </a:extLst>
          </p:cNvPr>
          <p:cNvGrpSpPr/>
          <p:nvPr/>
        </p:nvGrpSpPr>
        <p:grpSpPr>
          <a:xfrm>
            <a:off x="7016479" y="2531945"/>
            <a:ext cx="1828800" cy="1828800"/>
            <a:chOff x="3200394" y="4032442"/>
            <a:chExt cx="588187" cy="588187"/>
          </a:xfrm>
          <a:solidFill>
            <a:schemeClr val="accent5"/>
          </a:solidFill>
        </p:grpSpPr>
        <p:sp>
          <p:nvSpPr>
            <p:cNvPr id="139" name="Picture Placeholder 76">
              <a:extLst>
                <a:ext uri="{FF2B5EF4-FFF2-40B4-BE49-F238E27FC236}">
                  <a16:creationId xmlns:a16="http://schemas.microsoft.com/office/drawing/2014/main" id="{1BF42488-4217-3351-88A6-948BAC1EFDEE}"/>
                </a:ext>
              </a:extLst>
            </p:cNvPr>
            <p:cNvSpPr/>
            <p:nvPr/>
          </p:nvSpPr>
          <p:spPr>
            <a:xfrm>
              <a:off x="3337248" y="4155999"/>
              <a:ext cx="327718" cy="340668"/>
            </a:xfrm>
            <a:custGeom>
              <a:avLst/>
              <a:gdLst>
                <a:gd name="connsiteX0" fmla="*/ 157240 w 327718"/>
                <a:gd name="connsiteY0" fmla="*/ 340668 h 340668"/>
                <a:gd name="connsiteX1" fmla="*/ 90200 w 327718"/>
                <a:gd name="connsiteY1" fmla="*/ 326754 h 340668"/>
                <a:gd name="connsiteX2" fmla="*/ 85772 w 327718"/>
                <a:gd name="connsiteY2" fmla="*/ 316635 h 340668"/>
                <a:gd name="connsiteX3" fmla="*/ 95892 w 327718"/>
                <a:gd name="connsiteY3" fmla="*/ 312208 h 340668"/>
                <a:gd name="connsiteX4" fmla="*/ 298911 w 327718"/>
                <a:gd name="connsiteY4" fmla="*/ 230620 h 340668"/>
                <a:gd name="connsiteX5" fmla="*/ 217324 w 327718"/>
                <a:gd name="connsiteY5" fmla="*/ 27601 h 340668"/>
                <a:gd name="connsiteX6" fmla="*/ 99054 w 327718"/>
                <a:gd name="connsiteY6" fmla="*/ 26336 h 340668"/>
                <a:gd name="connsiteX7" fmla="*/ 14937 w 327718"/>
                <a:gd name="connsiteY7" fmla="*/ 109188 h 340668"/>
                <a:gd name="connsiteX8" fmla="*/ 4817 w 327718"/>
                <a:gd name="connsiteY8" fmla="*/ 113615 h 340668"/>
                <a:gd name="connsiteX9" fmla="*/ 390 w 327718"/>
                <a:gd name="connsiteY9" fmla="*/ 103496 h 340668"/>
                <a:gd name="connsiteX10" fmla="*/ 93994 w 327718"/>
                <a:gd name="connsiteY10" fmla="*/ 12422 h 340668"/>
                <a:gd name="connsiteX11" fmla="*/ 224281 w 327718"/>
                <a:gd name="connsiteY11" fmla="*/ 13687 h 340668"/>
                <a:gd name="connsiteX12" fmla="*/ 314090 w 327718"/>
                <a:gd name="connsiteY12" fmla="*/ 237578 h 340668"/>
                <a:gd name="connsiteX13" fmla="*/ 157240 w 327718"/>
                <a:gd name="connsiteY13" fmla="*/ 340668 h 34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7718" h="340668">
                  <a:moveTo>
                    <a:pt x="157240" y="340668"/>
                  </a:moveTo>
                  <a:cubicBezTo>
                    <a:pt x="135104" y="340668"/>
                    <a:pt x="112336" y="336241"/>
                    <a:pt x="90200" y="326754"/>
                  </a:cubicBezTo>
                  <a:cubicBezTo>
                    <a:pt x="86405" y="324857"/>
                    <a:pt x="84507" y="320430"/>
                    <a:pt x="85772" y="316635"/>
                  </a:cubicBezTo>
                  <a:cubicBezTo>
                    <a:pt x="87670" y="312840"/>
                    <a:pt x="92097" y="310943"/>
                    <a:pt x="95892" y="312208"/>
                  </a:cubicBezTo>
                  <a:cubicBezTo>
                    <a:pt x="174317" y="345728"/>
                    <a:pt x="265391" y="309045"/>
                    <a:pt x="298911" y="230620"/>
                  </a:cubicBezTo>
                  <a:cubicBezTo>
                    <a:pt x="332432" y="152195"/>
                    <a:pt x="295749" y="61121"/>
                    <a:pt x="217324" y="27601"/>
                  </a:cubicBezTo>
                  <a:cubicBezTo>
                    <a:pt x="179376" y="11157"/>
                    <a:pt x="137634" y="11157"/>
                    <a:pt x="99054" y="26336"/>
                  </a:cubicBezTo>
                  <a:cubicBezTo>
                    <a:pt x="61106" y="42147"/>
                    <a:pt x="31381" y="71241"/>
                    <a:pt x="14937" y="109188"/>
                  </a:cubicBezTo>
                  <a:cubicBezTo>
                    <a:pt x="13039" y="112983"/>
                    <a:pt x="8612" y="114880"/>
                    <a:pt x="4817" y="113615"/>
                  </a:cubicBezTo>
                  <a:cubicBezTo>
                    <a:pt x="1023" y="111718"/>
                    <a:pt x="-875" y="107291"/>
                    <a:pt x="390" y="103496"/>
                  </a:cubicBezTo>
                  <a:cubicBezTo>
                    <a:pt x="18099" y="61754"/>
                    <a:pt x="51620" y="29498"/>
                    <a:pt x="93994" y="12422"/>
                  </a:cubicBezTo>
                  <a:cubicBezTo>
                    <a:pt x="136369" y="-4655"/>
                    <a:pt x="182539" y="-4022"/>
                    <a:pt x="224281" y="13687"/>
                  </a:cubicBezTo>
                  <a:cubicBezTo>
                    <a:pt x="310928" y="50369"/>
                    <a:pt x="350773" y="150930"/>
                    <a:pt x="314090" y="237578"/>
                  </a:cubicBezTo>
                  <a:cubicBezTo>
                    <a:pt x="286262" y="302088"/>
                    <a:pt x="223016" y="340668"/>
                    <a:pt x="157240" y="340668"/>
                  </a:cubicBezTo>
                  <a:close/>
                </a:path>
              </a:pathLst>
            </a:custGeom>
            <a:grpFill/>
            <a:ln w="6271" cap="flat">
              <a:noFill/>
              <a:prstDash val="solid"/>
              <a:miter/>
            </a:ln>
          </p:spPr>
          <p:txBody>
            <a:bodyPr rtlCol="0" anchor="ctr"/>
            <a:lstStyle/>
            <a:p>
              <a:endParaRPr lang="en-US"/>
            </a:p>
          </p:txBody>
        </p:sp>
        <p:sp>
          <p:nvSpPr>
            <p:cNvPr id="140" name="Picture Placeholder 76">
              <a:extLst>
                <a:ext uri="{FF2B5EF4-FFF2-40B4-BE49-F238E27FC236}">
                  <a16:creationId xmlns:a16="http://schemas.microsoft.com/office/drawing/2014/main" id="{22DF471F-79B3-DDA9-9577-EC1EFBC297DA}"/>
                </a:ext>
              </a:extLst>
            </p:cNvPr>
            <p:cNvSpPr/>
            <p:nvPr/>
          </p:nvSpPr>
          <p:spPr>
            <a:xfrm>
              <a:off x="3200394" y="4032442"/>
              <a:ext cx="588187" cy="588187"/>
            </a:xfrm>
            <a:custGeom>
              <a:avLst/>
              <a:gdLst>
                <a:gd name="connsiteX0" fmla="*/ 337101 w 588187"/>
                <a:gd name="connsiteY0" fmla="*/ 588188 h 588187"/>
                <a:gd name="connsiteX1" fmla="*/ 248557 w 588187"/>
                <a:gd name="connsiteY1" fmla="*/ 588188 h 588187"/>
                <a:gd name="connsiteX2" fmla="*/ 241600 w 588187"/>
                <a:gd name="connsiteY2" fmla="*/ 583761 h 588187"/>
                <a:gd name="connsiteX3" fmla="*/ 232113 w 588187"/>
                <a:gd name="connsiteY3" fmla="*/ 553403 h 588187"/>
                <a:gd name="connsiteX4" fmla="*/ 225788 w 588187"/>
                <a:gd name="connsiteY4" fmla="*/ 528104 h 588187"/>
                <a:gd name="connsiteX5" fmla="*/ 176456 w 588187"/>
                <a:gd name="connsiteY5" fmla="*/ 505968 h 588187"/>
                <a:gd name="connsiteX6" fmla="*/ 153688 w 588187"/>
                <a:gd name="connsiteY6" fmla="*/ 517352 h 588187"/>
                <a:gd name="connsiteX7" fmla="*/ 127757 w 588187"/>
                <a:gd name="connsiteY7" fmla="*/ 532531 h 588187"/>
                <a:gd name="connsiteX8" fmla="*/ 120167 w 588187"/>
                <a:gd name="connsiteY8" fmla="*/ 531899 h 588187"/>
                <a:gd name="connsiteX9" fmla="*/ 55024 w 588187"/>
                <a:gd name="connsiteY9" fmla="*/ 469918 h 588187"/>
                <a:gd name="connsiteX10" fmla="*/ 53127 w 588187"/>
                <a:gd name="connsiteY10" fmla="*/ 462328 h 588187"/>
                <a:gd name="connsiteX11" fmla="*/ 79690 w 588187"/>
                <a:gd name="connsiteY11" fmla="*/ 411099 h 588187"/>
                <a:gd name="connsiteX12" fmla="*/ 68938 w 588187"/>
                <a:gd name="connsiteY12" fmla="*/ 386433 h 588187"/>
                <a:gd name="connsiteX13" fmla="*/ 59451 w 588187"/>
                <a:gd name="connsiteY13" fmla="*/ 358605 h 588187"/>
                <a:gd name="connsiteX14" fmla="*/ 34153 w 588187"/>
                <a:gd name="connsiteY14" fmla="*/ 352913 h 588187"/>
                <a:gd name="connsiteX15" fmla="*/ 6325 w 588187"/>
                <a:gd name="connsiteY15" fmla="*/ 345323 h 588187"/>
                <a:gd name="connsiteX16" fmla="*/ 0 w 588187"/>
                <a:gd name="connsiteY16" fmla="*/ 337734 h 588187"/>
                <a:gd name="connsiteX17" fmla="*/ 0 w 588187"/>
                <a:gd name="connsiteY17" fmla="*/ 247292 h 588187"/>
                <a:gd name="connsiteX18" fmla="*/ 6325 w 588187"/>
                <a:gd name="connsiteY18" fmla="*/ 239702 h 588187"/>
                <a:gd name="connsiteX19" fmla="*/ 32888 w 588187"/>
                <a:gd name="connsiteY19" fmla="*/ 232113 h 588187"/>
                <a:gd name="connsiteX20" fmla="*/ 58186 w 588187"/>
                <a:gd name="connsiteY20" fmla="*/ 226421 h 588187"/>
                <a:gd name="connsiteX21" fmla="*/ 69571 w 588187"/>
                <a:gd name="connsiteY21" fmla="*/ 201122 h 588187"/>
                <a:gd name="connsiteX22" fmla="*/ 82220 w 588187"/>
                <a:gd name="connsiteY22" fmla="*/ 175191 h 588187"/>
                <a:gd name="connsiteX23" fmla="*/ 55024 w 588187"/>
                <a:gd name="connsiteY23" fmla="*/ 130919 h 588187"/>
                <a:gd name="connsiteX24" fmla="*/ 54392 w 588187"/>
                <a:gd name="connsiteY24" fmla="*/ 121432 h 588187"/>
                <a:gd name="connsiteX25" fmla="*/ 118902 w 588187"/>
                <a:gd name="connsiteY25" fmla="*/ 54392 h 588187"/>
                <a:gd name="connsiteX26" fmla="*/ 127757 w 588187"/>
                <a:gd name="connsiteY26" fmla="*/ 53127 h 588187"/>
                <a:gd name="connsiteX27" fmla="*/ 177721 w 588187"/>
                <a:gd name="connsiteY27" fmla="*/ 81587 h 588187"/>
                <a:gd name="connsiteX28" fmla="*/ 228318 w 588187"/>
                <a:gd name="connsiteY28" fmla="*/ 61981 h 588187"/>
                <a:gd name="connsiteX29" fmla="*/ 235275 w 588187"/>
                <a:gd name="connsiteY29" fmla="*/ 36050 h 588187"/>
                <a:gd name="connsiteX30" fmla="*/ 243497 w 588187"/>
                <a:gd name="connsiteY30" fmla="*/ 5692 h 588187"/>
                <a:gd name="connsiteX31" fmla="*/ 251087 w 588187"/>
                <a:gd name="connsiteY31" fmla="*/ 0 h 588187"/>
                <a:gd name="connsiteX32" fmla="*/ 339631 w 588187"/>
                <a:gd name="connsiteY32" fmla="*/ 0 h 588187"/>
                <a:gd name="connsiteX33" fmla="*/ 347221 w 588187"/>
                <a:gd name="connsiteY33" fmla="*/ 5060 h 588187"/>
                <a:gd name="connsiteX34" fmla="*/ 363664 w 588187"/>
                <a:gd name="connsiteY34" fmla="*/ 60084 h 588187"/>
                <a:gd name="connsiteX35" fmla="*/ 388330 w 588187"/>
                <a:gd name="connsiteY35" fmla="*/ 69571 h 588187"/>
                <a:gd name="connsiteX36" fmla="*/ 413629 w 588187"/>
                <a:gd name="connsiteY36" fmla="*/ 81587 h 588187"/>
                <a:gd name="connsiteX37" fmla="*/ 434500 w 588187"/>
                <a:gd name="connsiteY37" fmla="*/ 70203 h 588187"/>
                <a:gd name="connsiteX38" fmla="*/ 461696 w 588187"/>
                <a:gd name="connsiteY38" fmla="*/ 55024 h 588187"/>
                <a:gd name="connsiteX39" fmla="*/ 468653 w 588187"/>
                <a:gd name="connsiteY39" fmla="*/ 55656 h 588187"/>
                <a:gd name="connsiteX40" fmla="*/ 504071 w 588187"/>
                <a:gd name="connsiteY40" fmla="*/ 86647 h 588187"/>
                <a:gd name="connsiteX41" fmla="*/ 535694 w 588187"/>
                <a:gd name="connsiteY41" fmla="*/ 117005 h 588187"/>
                <a:gd name="connsiteX42" fmla="*/ 537591 w 588187"/>
                <a:gd name="connsiteY42" fmla="*/ 127124 h 588187"/>
                <a:gd name="connsiteX43" fmla="*/ 509130 w 588187"/>
                <a:gd name="connsiteY43" fmla="*/ 177089 h 588187"/>
                <a:gd name="connsiteX44" fmla="*/ 527472 w 588187"/>
                <a:gd name="connsiteY44" fmla="*/ 228951 h 588187"/>
                <a:gd name="connsiteX45" fmla="*/ 554035 w 588187"/>
                <a:gd name="connsiteY45" fmla="*/ 235275 h 588187"/>
                <a:gd name="connsiteX46" fmla="*/ 581863 w 588187"/>
                <a:gd name="connsiteY46" fmla="*/ 242865 h 588187"/>
                <a:gd name="connsiteX47" fmla="*/ 588188 w 588187"/>
                <a:gd name="connsiteY47" fmla="*/ 250454 h 588187"/>
                <a:gd name="connsiteX48" fmla="*/ 588188 w 588187"/>
                <a:gd name="connsiteY48" fmla="*/ 340263 h 588187"/>
                <a:gd name="connsiteX49" fmla="*/ 581863 w 588187"/>
                <a:gd name="connsiteY49" fmla="*/ 347853 h 588187"/>
                <a:gd name="connsiteX50" fmla="*/ 555300 w 588187"/>
                <a:gd name="connsiteY50" fmla="*/ 355443 h 588187"/>
                <a:gd name="connsiteX51" fmla="*/ 530002 w 588187"/>
                <a:gd name="connsiteY51" fmla="*/ 361767 h 588187"/>
                <a:gd name="connsiteX52" fmla="*/ 519250 w 588187"/>
                <a:gd name="connsiteY52" fmla="*/ 387066 h 588187"/>
                <a:gd name="connsiteX53" fmla="*/ 506600 w 588187"/>
                <a:gd name="connsiteY53" fmla="*/ 412996 h 588187"/>
                <a:gd name="connsiteX54" fmla="*/ 518617 w 588187"/>
                <a:gd name="connsiteY54" fmla="*/ 433868 h 588187"/>
                <a:gd name="connsiteX55" fmla="*/ 533796 w 588187"/>
                <a:gd name="connsiteY55" fmla="*/ 457269 h 588187"/>
                <a:gd name="connsiteX56" fmla="*/ 533796 w 588187"/>
                <a:gd name="connsiteY56" fmla="*/ 466755 h 588187"/>
                <a:gd name="connsiteX57" fmla="*/ 469285 w 588187"/>
                <a:gd name="connsiteY57" fmla="*/ 533796 h 588187"/>
                <a:gd name="connsiteX58" fmla="*/ 460431 w 588187"/>
                <a:gd name="connsiteY58" fmla="*/ 535061 h 588187"/>
                <a:gd name="connsiteX59" fmla="*/ 411099 w 588187"/>
                <a:gd name="connsiteY59" fmla="*/ 506600 h 588187"/>
                <a:gd name="connsiteX60" fmla="*/ 361135 w 588187"/>
                <a:gd name="connsiteY60" fmla="*/ 526207 h 588187"/>
                <a:gd name="connsiteX61" fmla="*/ 353545 w 588187"/>
                <a:gd name="connsiteY61" fmla="*/ 550873 h 588187"/>
                <a:gd name="connsiteX62" fmla="*/ 343426 w 588187"/>
                <a:gd name="connsiteY62" fmla="*/ 583128 h 588187"/>
                <a:gd name="connsiteX63" fmla="*/ 337101 w 588187"/>
                <a:gd name="connsiteY63" fmla="*/ 588188 h 588187"/>
                <a:gd name="connsiteX64" fmla="*/ 253616 w 588187"/>
                <a:gd name="connsiteY64" fmla="*/ 572376 h 588187"/>
                <a:gd name="connsiteX65" fmla="*/ 331409 w 588187"/>
                <a:gd name="connsiteY65" fmla="*/ 572376 h 588187"/>
                <a:gd name="connsiteX66" fmla="*/ 338366 w 588187"/>
                <a:gd name="connsiteY66" fmla="*/ 547710 h 588187"/>
                <a:gd name="connsiteX67" fmla="*/ 349750 w 588187"/>
                <a:gd name="connsiteY67" fmla="*/ 515455 h 588187"/>
                <a:gd name="connsiteX68" fmla="*/ 354810 w 588187"/>
                <a:gd name="connsiteY68" fmla="*/ 511660 h 588187"/>
                <a:gd name="connsiteX69" fmla="*/ 407937 w 588187"/>
                <a:gd name="connsiteY69" fmla="*/ 490789 h 588187"/>
                <a:gd name="connsiteX70" fmla="*/ 416159 w 588187"/>
                <a:gd name="connsiteY70" fmla="*/ 490789 h 588187"/>
                <a:gd name="connsiteX71" fmla="*/ 462961 w 588187"/>
                <a:gd name="connsiteY71" fmla="*/ 517985 h 588187"/>
                <a:gd name="connsiteX72" fmla="*/ 517985 w 588187"/>
                <a:gd name="connsiteY72" fmla="*/ 461696 h 588187"/>
                <a:gd name="connsiteX73" fmla="*/ 505336 w 588187"/>
                <a:gd name="connsiteY73" fmla="*/ 441457 h 588187"/>
                <a:gd name="connsiteX74" fmla="*/ 490789 w 588187"/>
                <a:gd name="connsiteY74" fmla="*/ 416159 h 588187"/>
                <a:gd name="connsiteX75" fmla="*/ 492054 w 588187"/>
                <a:gd name="connsiteY75" fmla="*/ 406672 h 588187"/>
                <a:gd name="connsiteX76" fmla="*/ 505336 w 588187"/>
                <a:gd name="connsiteY76" fmla="*/ 381373 h 588187"/>
                <a:gd name="connsiteX77" fmla="*/ 518617 w 588187"/>
                <a:gd name="connsiteY77" fmla="*/ 350383 h 588187"/>
                <a:gd name="connsiteX78" fmla="*/ 524309 w 588187"/>
                <a:gd name="connsiteY78" fmla="*/ 346588 h 588187"/>
                <a:gd name="connsiteX79" fmla="*/ 551505 w 588187"/>
                <a:gd name="connsiteY79" fmla="*/ 340263 h 588187"/>
                <a:gd name="connsiteX80" fmla="*/ 573009 w 588187"/>
                <a:gd name="connsiteY80" fmla="*/ 333939 h 588187"/>
                <a:gd name="connsiteX81" fmla="*/ 573009 w 588187"/>
                <a:gd name="connsiteY81" fmla="*/ 256146 h 588187"/>
                <a:gd name="connsiteX82" fmla="*/ 550240 w 588187"/>
                <a:gd name="connsiteY82" fmla="*/ 249822 h 588187"/>
                <a:gd name="connsiteX83" fmla="*/ 524309 w 588187"/>
                <a:gd name="connsiteY83" fmla="*/ 244130 h 588187"/>
                <a:gd name="connsiteX84" fmla="*/ 493319 w 588187"/>
                <a:gd name="connsiteY84" fmla="*/ 178354 h 588187"/>
                <a:gd name="connsiteX85" fmla="*/ 493319 w 588187"/>
                <a:gd name="connsiteY85" fmla="*/ 171397 h 588187"/>
                <a:gd name="connsiteX86" fmla="*/ 520515 w 588187"/>
                <a:gd name="connsiteY86" fmla="*/ 125227 h 588187"/>
                <a:gd name="connsiteX87" fmla="*/ 492054 w 588187"/>
                <a:gd name="connsiteY87" fmla="*/ 97399 h 588187"/>
                <a:gd name="connsiteX88" fmla="*/ 463593 w 588187"/>
                <a:gd name="connsiteY88" fmla="*/ 71468 h 588187"/>
                <a:gd name="connsiteX89" fmla="*/ 442722 w 588187"/>
                <a:gd name="connsiteY89" fmla="*/ 83485 h 588187"/>
                <a:gd name="connsiteX90" fmla="*/ 413629 w 588187"/>
                <a:gd name="connsiteY90" fmla="*/ 97399 h 588187"/>
                <a:gd name="connsiteX91" fmla="*/ 406672 w 588187"/>
                <a:gd name="connsiteY91" fmla="*/ 96134 h 588187"/>
                <a:gd name="connsiteX92" fmla="*/ 382006 w 588187"/>
                <a:gd name="connsiteY92" fmla="*/ 83485 h 588187"/>
                <a:gd name="connsiteX93" fmla="*/ 352913 w 588187"/>
                <a:gd name="connsiteY93" fmla="*/ 72100 h 588187"/>
                <a:gd name="connsiteX94" fmla="*/ 348485 w 588187"/>
                <a:gd name="connsiteY94" fmla="*/ 67041 h 588187"/>
                <a:gd name="connsiteX95" fmla="*/ 333939 w 588187"/>
                <a:gd name="connsiteY95" fmla="*/ 15179 h 588187"/>
                <a:gd name="connsiteX96" fmla="*/ 257411 w 588187"/>
                <a:gd name="connsiteY96" fmla="*/ 15179 h 588187"/>
                <a:gd name="connsiteX97" fmla="*/ 250454 w 588187"/>
                <a:gd name="connsiteY97" fmla="*/ 39213 h 588187"/>
                <a:gd name="connsiteX98" fmla="*/ 242232 w 588187"/>
                <a:gd name="connsiteY98" fmla="*/ 70203 h 588187"/>
                <a:gd name="connsiteX99" fmla="*/ 235275 w 588187"/>
                <a:gd name="connsiteY99" fmla="*/ 75895 h 588187"/>
                <a:gd name="connsiteX100" fmla="*/ 180251 w 588187"/>
                <a:gd name="connsiteY100" fmla="*/ 97399 h 588187"/>
                <a:gd name="connsiteX101" fmla="*/ 172029 w 588187"/>
                <a:gd name="connsiteY101" fmla="*/ 96766 h 588187"/>
                <a:gd name="connsiteX102" fmla="*/ 125860 w 588187"/>
                <a:gd name="connsiteY102" fmla="*/ 69571 h 588187"/>
                <a:gd name="connsiteX103" fmla="*/ 70836 w 588187"/>
                <a:gd name="connsiteY103" fmla="*/ 125860 h 588187"/>
                <a:gd name="connsiteX104" fmla="*/ 98031 w 588187"/>
                <a:gd name="connsiteY104" fmla="*/ 172029 h 588187"/>
                <a:gd name="connsiteX105" fmla="*/ 97399 w 588187"/>
                <a:gd name="connsiteY105" fmla="*/ 180251 h 588187"/>
                <a:gd name="connsiteX106" fmla="*/ 83485 w 588187"/>
                <a:gd name="connsiteY106" fmla="*/ 207447 h 588187"/>
                <a:gd name="connsiteX107" fmla="*/ 69571 w 588187"/>
                <a:gd name="connsiteY107" fmla="*/ 237173 h 588187"/>
                <a:gd name="connsiteX108" fmla="*/ 63878 w 588187"/>
                <a:gd name="connsiteY108" fmla="*/ 240967 h 588187"/>
                <a:gd name="connsiteX109" fmla="*/ 36683 w 588187"/>
                <a:gd name="connsiteY109" fmla="*/ 247292 h 588187"/>
                <a:gd name="connsiteX110" fmla="*/ 15179 w 588187"/>
                <a:gd name="connsiteY110" fmla="*/ 253616 h 588187"/>
                <a:gd name="connsiteX111" fmla="*/ 15179 w 588187"/>
                <a:gd name="connsiteY111" fmla="*/ 332041 h 588187"/>
                <a:gd name="connsiteX112" fmla="*/ 37948 w 588187"/>
                <a:gd name="connsiteY112" fmla="*/ 338366 h 588187"/>
                <a:gd name="connsiteX113" fmla="*/ 66408 w 588187"/>
                <a:gd name="connsiteY113" fmla="*/ 344691 h 588187"/>
                <a:gd name="connsiteX114" fmla="*/ 73365 w 588187"/>
                <a:gd name="connsiteY114" fmla="*/ 351648 h 588187"/>
                <a:gd name="connsiteX115" fmla="*/ 82220 w 588187"/>
                <a:gd name="connsiteY115" fmla="*/ 381373 h 588187"/>
                <a:gd name="connsiteX116" fmla="*/ 94869 w 588187"/>
                <a:gd name="connsiteY116" fmla="*/ 410467 h 588187"/>
                <a:gd name="connsiteX117" fmla="*/ 94237 w 588187"/>
                <a:gd name="connsiteY117" fmla="*/ 416791 h 588187"/>
                <a:gd name="connsiteX118" fmla="*/ 68938 w 588187"/>
                <a:gd name="connsiteY118" fmla="*/ 462961 h 588187"/>
                <a:gd name="connsiteX119" fmla="*/ 124595 w 588187"/>
                <a:gd name="connsiteY119" fmla="*/ 516087 h 588187"/>
                <a:gd name="connsiteX120" fmla="*/ 144833 w 588187"/>
                <a:gd name="connsiteY120" fmla="*/ 504071 h 588187"/>
                <a:gd name="connsiteX121" fmla="*/ 173927 w 588187"/>
                <a:gd name="connsiteY121" fmla="*/ 490156 h 588187"/>
                <a:gd name="connsiteX122" fmla="*/ 180884 w 588187"/>
                <a:gd name="connsiteY122" fmla="*/ 491421 h 588187"/>
                <a:gd name="connsiteX123" fmla="*/ 234643 w 588187"/>
                <a:gd name="connsiteY123" fmla="*/ 515455 h 588187"/>
                <a:gd name="connsiteX124" fmla="*/ 239070 w 588187"/>
                <a:gd name="connsiteY124" fmla="*/ 519882 h 588187"/>
                <a:gd name="connsiteX125" fmla="*/ 247292 w 588187"/>
                <a:gd name="connsiteY125" fmla="*/ 550240 h 588187"/>
                <a:gd name="connsiteX126" fmla="*/ 253616 w 588187"/>
                <a:gd name="connsiteY126" fmla="*/ 572376 h 58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588187" h="588187">
                  <a:moveTo>
                    <a:pt x="337101" y="588188"/>
                  </a:moveTo>
                  <a:lnTo>
                    <a:pt x="248557" y="588188"/>
                  </a:lnTo>
                  <a:cubicBezTo>
                    <a:pt x="245394" y="588188"/>
                    <a:pt x="242865" y="586290"/>
                    <a:pt x="241600" y="583761"/>
                  </a:cubicBezTo>
                  <a:cubicBezTo>
                    <a:pt x="238437" y="576804"/>
                    <a:pt x="235275" y="567317"/>
                    <a:pt x="232113" y="553403"/>
                  </a:cubicBezTo>
                  <a:cubicBezTo>
                    <a:pt x="229583" y="542018"/>
                    <a:pt x="227053" y="533796"/>
                    <a:pt x="225788" y="528104"/>
                  </a:cubicBezTo>
                  <a:cubicBezTo>
                    <a:pt x="193533" y="514190"/>
                    <a:pt x="181516" y="508498"/>
                    <a:pt x="176456" y="505968"/>
                  </a:cubicBezTo>
                  <a:cubicBezTo>
                    <a:pt x="170132" y="508498"/>
                    <a:pt x="162542" y="512293"/>
                    <a:pt x="153688" y="517352"/>
                  </a:cubicBezTo>
                  <a:cubicBezTo>
                    <a:pt x="141039" y="524942"/>
                    <a:pt x="132817" y="530002"/>
                    <a:pt x="127757" y="532531"/>
                  </a:cubicBezTo>
                  <a:cubicBezTo>
                    <a:pt x="125227" y="533796"/>
                    <a:pt x="122697" y="533164"/>
                    <a:pt x="120167" y="531899"/>
                  </a:cubicBezTo>
                  <a:cubicBezTo>
                    <a:pt x="111945" y="526207"/>
                    <a:pt x="90442" y="505968"/>
                    <a:pt x="55024" y="469918"/>
                  </a:cubicBezTo>
                  <a:cubicBezTo>
                    <a:pt x="53127" y="468020"/>
                    <a:pt x="52494" y="464858"/>
                    <a:pt x="53127" y="462328"/>
                  </a:cubicBezTo>
                  <a:cubicBezTo>
                    <a:pt x="54392" y="458533"/>
                    <a:pt x="58186" y="448414"/>
                    <a:pt x="79690" y="411099"/>
                  </a:cubicBezTo>
                  <a:cubicBezTo>
                    <a:pt x="78425" y="407304"/>
                    <a:pt x="75263" y="399715"/>
                    <a:pt x="68938" y="386433"/>
                  </a:cubicBezTo>
                  <a:cubicBezTo>
                    <a:pt x="64511" y="376314"/>
                    <a:pt x="61349" y="366827"/>
                    <a:pt x="59451" y="358605"/>
                  </a:cubicBezTo>
                  <a:cubicBezTo>
                    <a:pt x="52494" y="357340"/>
                    <a:pt x="43640" y="355443"/>
                    <a:pt x="34153" y="352913"/>
                  </a:cubicBezTo>
                  <a:cubicBezTo>
                    <a:pt x="20871" y="349118"/>
                    <a:pt x="11384" y="346588"/>
                    <a:pt x="6325" y="345323"/>
                  </a:cubicBezTo>
                  <a:cubicBezTo>
                    <a:pt x="2530" y="344691"/>
                    <a:pt x="0" y="341528"/>
                    <a:pt x="0" y="337734"/>
                  </a:cubicBezTo>
                  <a:lnTo>
                    <a:pt x="0" y="247292"/>
                  </a:lnTo>
                  <a:cubicBezTo>
                    <a:pt x="0" y="243497"/>
                    <a:pt x="2530" y="240335"/>
                    <a:pt x="6325" y="239702"/>
                  </a:cubicBezTo>
                  <a:cubicBezTo>
                    <a:pt x="10752" y="238437"/>
                    <a:pt x="19606" y="235908"/>
                    <a:pt x="32888" y="232113"/>
                  </a:cubicBezTo>
                  <a:cubicBezTo>
                    <a:pt x="42375" y="229583"/>
                    <a:pt x="50597" y="227053"/>
                    <a:pt x="58186" y="226421"/>
                  </a:cubicBezTo>
                  <a:cubicBezTo>
                    <a:pt x="60716" y="221361"/>
                    <a:pt x="64511" y="213139"/>
                    <a:pt x="69571" y="201122"/>
                  </a:cubicBezTo>
                  <a:cubicBezTo>
                    <a:pt x="73998" y="190370"/>
                    <a:pt x="78425" y="182148"/>
                    <a:pt x="82220" y="175191"/>
                  </a:cubicBezTo>
                  <a:cubicBezTo>
                    <a:pt x="67041" y="146731"/>
                    <a:pt x="58819" y="135346"/>
                    <a:pt x="55024" y="130919"/>
                  </a:cubicBezTo>
                  <a:cubicBezTo>
                    <a:pt x="52494" y="128389"/>
                    <a:pt x="52494" y="123962"/>
                    <a:pt x="54392" y="121432"/>
                  </a:cubicBezTo>
                  <a:cubicBezTo>
                    <a:pt x="60084" y="113210"/>
                    <a:pt x="81587" y="91074"/>
                    <a:pt x="118902" y="54392"/>
                  </a:cubicBezTo>
                  <a:cubicBezTo>
                    <a:pt x="121432" y="51862"/>
                    <a:pt x="124595" y="51229"/>
                    <a:pt x="127757" y="53127"/>
                  </a:cubicBezTo>
                  <a:cubicBezTo>
                    <a:pt x="148628" y="63246"/>
                    <a:pt x="165705" y="72733"/>
                    <a:pt x="177721" y="81587"/>
                  </a:cubicBezTo>
                  <a:cubicBezTo>
                    <a:pt x="207447" y="68938"/>
                    <a:pt x="221361" y="63878"/>
                    <a:pt x="228318" y="61981"/>
                  </a:cubicBezTo>
                  <a:cubicBezTo>
                    <a:pt x="229583" y="57554"/>
                    <a:pt x="231480" y="49964"/>
                    <a:pt x="235275" y="36050"/>
                  </a:cubicBezTo>
                  <a:cubicBezTo>
                    <a:pt x="238437" y="24033"/>
                    <a:pt x="241600" y="13914"/>
                    <a:pt x="243497" y="5692"/>
                  </a:cubicBezTo>
                  <a:cubicBezTo>
                    <a:pt x="244762" y="2530"/>
                    <a:pt x="247292" y="0"/>
                    <a:pt x="251087" y="0"/>
                  </a:cubicBezTo>
                  <a:lnTo>
                    <a:pt x="339631" y="0"/>
                  </a:lnTo>
                  <a:cubicBezTo>
                    <a:pt x="342793" y="0"/>
                    <a:pt x="345956" y="1897"/>
                    <a:pt x="347221" y="5060"/>
                  </a:cubicBezTo>
                  <a:cubicBezTo>
                    <a:pt x="350383" y="13282"/>
                    <a:pt x="355443" y="30991"/>
                    <a:pt x="363664" y="60084"/>
                  </a:cubicBezTo>
                  <a:cubicBezTo>
                    <a:pt x="367459" y="61981"/>
                    <a:pt x="375049" y="64511"/>
                    <a:pt x="388330" y="69571"/>
                  </a:cubicBezTo>
                  <a:cubicBezTo>
                    <a:pt x="399082" y="73365"/>
                    <a:pt x="407304" y="77793"/>
                    <a:pt x="413629" y="81587"/>
                  </a:cubicBezTo>
                  <a:cubicBezTo>
                    <a:pt x="419953" y="79690"/>
                    <a:pt x="426910" y="75895"/>
                    <a:pt x="434500" y="70203"/>
                  </a:cubicBezTo>
                  <a:cubicBezTo>
                    <a:pt x="447149" y="62614"/>
                    <a:pt x="456004" y="57554"/>
                    <a:pt x="461696" y="55024"/>
                  </a:cubicBezTo>
                  <a:cubicBezTo>
                    <a:pt x="464226" y="53759"/>
                    <a:pt x="466755" y="54392"/>
                    <a:pt x="468653" y="55656"/>
                  </a:cubicBezTo>
                  <a:cubicBezTo>
                    <a:pt x="478772" y="61981"/>
                    <a:pt x="490789" y="72100"/>
                    <a:pt x="504071" y="86647"/>
                  </a:cubicBezTo>
                  <a:cubicBezTo>
                    <a:pt x="518617" y="101826"/>
                    <a:pt x="529369" y="111945"/>
                    <a:pt x="535694" y="117005"/>
                  </a:cubicBezTo>
                  <a:cubicBezTo>
                    <a:pt x="538856" y="119535"/>
                    <a:pt x="539488" y="123330"/>
                    <a:pt x="537591" y="127124"/>
                  </a:cubicBezTo>
                  <a:cubicBezTo>
                    <a:pt x="525574" y="149261"/>
                    <a:pt x="516087" y="165705"/>
                    <a:pt x="509130" y="177089"/>
                  </a:cubicBezTo>
                  <a:cubicBezTo>
                    <a:pt x="520515" y="209344"/>
                    <a:pt x="525574" y="223258"/>
                    <a:pt x="527472" y="228951"/>
                  </a:cubicBezTo>
                  <a:cubicBezTo>
                    <a:pt x="535061" y="230215"/>
                    <a:pt x="544548" y="232113"/>
                    <a:pt x="554035" y="235275"/>
                  </a:cubicBezTo>
                  <a:cubicBezTo>
                    <a:pt x="567317" y="239070"/>
                    <a:pt x="576804" y="241600"/>
                    <a:pt x="581863" y="242865"/>
                  </a:cubicBezTo>
                  <a:cubicBezTo>
                    <a:pt x="585658" y="243497"/>
                    <a:pt x="588188" y="246659"/>
                    <a:pt x="588188" y="250454"/>
                  </a:cubicBezTo>
                  <a:lnTo>
                    <a:pt x="588188" y="340263"/>
                  </a:lnTo>
                  <a:cubicBezTo>
                    <a:pt x="588188" y="344058"/>
                    <a:pt x="585658" y="347221"/>
                    <a:pt x="581863" y="347853"/>
                  </a:cubicBezTo>
                  <a:cubicBezTo>
                    <a:pt x="578701" y="348485"/>
                    <a:pt x="571744" y="350383"/>
                    <a:pt x="555300" y="355443"/>
                  </a:cubicBezTo>
                  <a:cubicBezTo>
                    <a:pt x="545813" y="357972"/>
                    <a:pt x="537591" y="360502"/>
                    <a:pt x="530002" y="361767"/>
                  </a:cubicBezTo>
                  <a:cubicBezTo>
                    <a:pt x="528104" y="366194"/>
                    <a:pt x="524309" y="373151"/>
                    <a:pt x="519250" y="387066"/>
                  </a:cubicBezTo>
                  <a:cubicBezTo>
                    <a:pt x="515455" y="398450"/>
                    <a:pt x="511028" y="406672"/>
                    <a:pt x="506600" y="412996"/>
                  </a:cubicBezTo>
                  <a:cubicBezTo>
                    <a:pt x="509130" y="417424"/>
                    <a:pt x="513558" y="424381"/>
                    <a:pt x="518617" y="433868"/>
                  </a:cubicBezTo>
                  <a:cubicBezTo>
                    <a:pt x="524309" y="443987"/>
                    <a:pt x="529369" y="451576"/>
                    <a:pt x="533796" y="457269"/>
                  </a:cubicBezTo>
                  <a:cubicBezTo>
                    <a:pt x="535694" y="459798"/>
                    <a:pt x="536326" y="463593"/>
                    <a:pt x="533796" y="466755"/>
                  </a:cubicBezTo>
                  <a:cubicBezTo>
                    <a:pt x="528104" y="474977"/>
                    <a:pt x="507233" y="497114"/>
                    <a:pt x="469285" y="533796"/>
                  </a:cubicBezTo>
                  <a:cubicBezTo>
                    <a:pt x="466755" y="536326"/>
                    <a:pt x="463593" y="536959"/>
                    <a:pt x="460431" y="535061"/>
                  </a:cubicBezTo>
                  <a:cubicBezTo>
                    <a:pt x="443354" y="526839"/>
                    <a:pt x="426910" y="517352"/>
                    <a:pt x="411099" y="506600"/>
                  </a:cubicBezTo>
                  <a:cubicBezTo>
                    <a:pt x="394023" y="516087"/>
                    <a:pt x="376946" y="523044"/>
                    <a:pt x="361135" y="526207"/>
                  </a:cubicBezTo>
                  <a:cubicBezTo>
                    <a:pt x="359237" y="530634"/>
                    <a:pt x="356075" y="538224"/>
                    <a:pt x="353545" y="550873"/>
                  </a:cubicBezTo>
                  <a:cubicBezTo>
                    <a:pt x="349750" y="566684"/>
                    <a:pt x="346588" y="577436"/>
                    <a:pt x="343426" y="583128"/>
                  </a:cubicBezTo>
                  <a:cubicBezTo>
                    <a:pt x="342793" y="586290"/>
                    <a:pt x="339631" y="588188"/>
                    <a:pt x="337101" y="588188"/>
                  </a:cubicBezTo>
                  <a:close/>
                  <a:moveTo>
                    <a:pt x="253616" y="572376"/>
                  </a:moveTo>
                  <a:lnTo>
                    <a:pt x="331409" y="572376"/>
                  </a:lnTo>
                  <a:cubicBezTo>
                    <a:pt x="333306" y="567949"/>
                    <a:pt x="335204" y="560360"/>
                    <a:pt x="338366" y="547710"/>
                  </a:cubicBezTo>
                  <a:cubicBezTo>
                    <a:pt x="341528" y="533164"/>
                    <a:pt x="345323" y="522412"/>
                    <a:pt x="349750" y="515455"/>
                  </a:cubicBezTo>
                  <a:cubicBezTo>
                    <a:pt x="351015" y="513558"/>
                    <a:pt x="352913" y="512293"/>
                    <a:pt x="354810" y="511660"/>
                  </a:cubicBezTo>
                  <a:cubicBezTo>
                    <a:pt x="371254" y="508498"/>
                    <a:pt x="388963" y="501541"/>
                    <a:pt x="407937" y="490789"/>
                  </a:cubicBezTo>
                  <a:cubicBezTo>
                    <a:pt x="410467" y="489524"/>
                    <a:pt x="413629" y="489524"/>
                    <a:pt x="416159" y="490789"/>
                  </a:cubicBezTo>
                  <a:cubicBezTo>
                    <a:pt x="431338" y="500908"/>
                    <a:pt x="447149" y="510395"/>
                    <a:pt x="462961" y="517985"/>
                  </a:cubicBezTo>
                  <a:cubicBezTo>
                    <a:pt x="496481" y="485097"/>
                    <a:pt x="511660" y="469285"/>
                    <a:pt x="517985" y="461696"/>
                  </a:cubicBezTo>
                  <a:cubicBezTo>
                    <a:pt x="514190" y="456004"/>
                    <a:pt x="509763" y="449679"/>
                    <a:pt x="505336" y="441457"/>
                  </a:cubicBezTo>
                  <a:cubicBezTo>
                    <a:pt x="495216" y="423116"/>
                    <a:pt x="492054" y="418056"/>
                    <a:pt x="490789" y="416159"/>
                  </a:cubicBezTo>
                  <a:cubicBezTo>
                    <a:pt x="488892" y="412996"/>
                    <a:pt x="489524" y="409202"/>
                    <a:pt x="492054" y="406672"/>
                  </a:cubicBezTo>
                  <a:cubicBezTo>
                    <a:pt x="495216" y="403509"/>
                    <a:pt x="499643" y="396552"/>
                    <a:pt x="505336" y="381373"/>
                  </a:cubicBezTo>
                  <a:cubicBezTo>
                    <a:pt x="511028" y="365562"/>
                    <a:pt x="515455" y="355443"/>
                    <a:pt x="518617" y="350383"/>
                  </a:cubicBezTo>
                  <a:cubicBezTo>
                    <a:pt x="519882" y="348485"/>
                    <a:pt x="521779" y="347221"/>
                    <a:pt x="524309" y="346588"/>
                  </a:cubicBezTo>
                  <a:cubicBezTo>
                    <a:pt x="531899" y="345323"/>
                    <a:pt x="540753" y="343426"/>
                    <a:pt x="551505" y="340263"/>
                  </a:cubicBezTo>
                  <a:cubicBezTo>
                    <a:pt x="560360" y="337734"/>
                    <a:pt x="567949" y="335836"/>
                    <a:pt x="573009" y="333939"/>
                  </a:cubicBezTo>
                  <a:lnTo>
                    <a:pt x="573009" y="256146"/>
                  </a:lnTo>
                  <a:cubicBezTo>
                    <a:pt x="567317" y="254881"/>
                    <a:pt x="559727" y="252984"/>
                    <a:pt x="550240" y="249822"/>
                  </a:cubicBezTo>
                  <a:cubicBezTo>
                    <a:pt x="540121" y="246659"/>
                    <a:pt x="531899" y="244762"/>
                    <a:pt x="524309" y="244130"/>
                  </a:cubicBezTo>
                  <a:cubicBezTo>
                    <a:pt x="516720" y="246027"/>
                    <a:pt x="516720" y="245394"/>
                    <a:pt x="493319" y="178354"/>
                  </a:cubicBezTo>
                  <a:cubicBezTo>
                    <a:pt x="492054" y="175824"/>
                    <a:pt x="492054" y="173294"/>
                    <a:pt x="493319" y="171397"/>
                  </a:cubicBezTo>
                  <a:cubicBezTo>
                    <a:pt x="499643" y="161910"/>
                    <a:pt x="508498" y="146731"/>
                    <a:pt x="520515" y="125227"/>
                  </a:cubicBezTo>
                  <a:cubicBezTo>
                    <a:pt x="513558" y="118902"/>
                    <a:pt x="504703" y="110048"/>
                    <a:pt x="492054" y="97399"/>
                  </a:cubicBezTo>
                  <a:cubicBezTo>
                    <a:pt x="481302" y="86015"/>
                    <a:pt x="471815" y="77160"/>
                    <a:pt x="463593" y="71468"/>
                  </a:cubicBezTo>
                  <a:cubicBezTo>
                    <a:pt x="458533" y="73998"/>
                    <a:pt x="451576" y="77793"/>
                    <a:pt x="442722" y="83485"/>
                  </a:cubicBezTo>
                  <a:cubicBezTo>
                    <a:pt x="431970" y="90442"/>
                    <a:pt x="422483" y="95501"/>
                    <a:pt x="413629" y="97399"/>
                  </a:cubicBezTo>
                  <a:cubicBezTo>
                    <a:pt x="411099" y="98031"/>
                    <a:pt x="408569" y="97399"/>
                    <a:pt x="406672" y="96134"/>
                  </a:cubicBezTo>
                  <a:cubicBezTo>
                    <a:pt x="401612" y="92339"/>
                    <a:pt x="392758" y="87912"/>
                    <a:pt x="382006" y="83485"/>
                  </a:cubicBezTo>
                  <a:cubicBezTo>
                    <a:pt x="366194" y="77793"/>
                    <a:pt x="356707" y="73998"/>
                    <a:pt x="352913" y="72100"/>
                  </a:cubicBezTo>
                  <a:cubicBezTo>
                    <a:pt x="351015" y="70836"/>
                    <a:pt x="349118" y="68938"/>
                    <a:pt x="348485" y="67041"/>
                  </a:cubicBezTo>
                  <a:cubicBezTo>
                    <a:pt x="342161" y="41742"/>
                    <a:pt x="337101" y="24666"/>
                    <a:pt x="333939" y="15179"/>
                  </a:cubicBezTo>
                  <a:lnTo>
                    <a:pt x="257411" y="15179"/>
                  </a:lnTo>
                  <a:cubicBezTo>
                    <a:pt x="255514" y="22136"/>
                    <a:pt x="252984" y="29726"/>
                    <a:pt x="250454" y="39213"/>
                  </a:cubicBezTo>
                  <a:cubicBezTo>
                    <a:pt x="246027" y="56289"/>
                    <a:pt x="242865" y="66408"/>
                    <a:pt x="242232" y="70203"/>
                  </a:cubicBezTo>
                  <a:cubicBezTo>
                    <a:pt x="240967" y="73365"/>
                    <a:pt x="238437" y="75895"/>
                    <a:pt x="235275" y="75895"/>
                  </a:cubicBezTo>
                  <a:cubicBezTo>
                    <a:pt x="233378" y="75895"/>
                    <a:pt x="224523" y="77793"/>
                    <a:pt x="180251" y="97399"/>
                  </a:cubicBezTo>
                  <a:cubicBezTo>
                    <a:pt x="177721" y="98664"/>
                    <a:pt x="174559" y="98031"/>
                    <a:pt x="172029" y="96766"/>
                  </a:cubicBezTo>
                  <a:cubicBezTo>
                    <a:pt x="161277" y="88544"/>
                    <a:pt x="145466" y="79690"/>
                    <a:pt x="125860" y="69571"/>
                  </a:cubicBezTo>
                  <a:cubicBezTo>
                    <a:pt x="92339" y="102459"/>
                    <a:pt x="77160" y="118270"/>
                    <a:pt x="70836" y="125860"/>
                  </a:cubicBezTo>
                  <a:cubicBezTo>
                    <a:pt x="77793" y="134714"/>
                    <a:pt x="86647" y="149893"/>
                    <a:pt x="98031" y="172029"/>
                  </a:cubicBezTo>
                  <a:cubicBezTo>
                    <a:pt x="99296" y="174559"/>
                    <a:pt x="99296" y="177721"/>
                    <a:pt x="97399" y="180251"/>
                  </a:cubicBezTo>
                  <a:cubicBezTo>
                    <a:pt x="93604" y="185943"/>
                    <a:pt x="88544" y="194798"/>
                    <a:pt x="83485" y="207447"/>
                  </a:cubicBezTo>
                  <a:cubicBezTo>
                    <a:pt x="77160" y="222626"/>
                    <a:pt x="72733" y="232113"/>
                    <a:pt x="69571" y="237173"/>
                  </a:cubicBezTo>
                  <a:cubicBezTo>
                    <a:pt x="68306" y="239070"/>
                    <a:pt x="66408" y="240967"/>
                    <a:pt x="63878" y="240967"/>
                  </a:cubicBezTo>
                  <a:cubicBezTo>
                    <a:pt x="56289" y="242232"/>
                    <a:pt x="47435" y="244130"/>
                    <a:pt x="36683" y="247292"/>
                  </a:cubicBezTo>
                  <a:cubicBezTo>
                    <a:pt x="27196" y="249822"/>
                    <a:pt x="20239" y="252352"/>
                    <a:pt x="15179" y="253616"/>
                  </a:cubicBezTo>
                  <a:lnTo>
                    <a:pt x="15179" y="332041"/>
                  </a:lnTo>
                  <a:cubicBezTo>
                    <a:pt x="20871" y="333306"/>
                    <a:pt x="28461" y="335204"/>
                    <a:pt x="37948" y="338366"/>
                  </a:cubicBezTo>
                  <a:cubicBezTo>
                    <a:pt x="49332" y="341528"/>
                    <a:pt x="58819" y="343426"/>
                    <a:pt x="66408" y="344691"/>
                  </a:cubicBezTo>
                  <a:cubicBezTo>
                    <a:pt x="70203" y="345323"/>
                    <a:pt x="72733" y="347853"/>
                    <a:pt x="73365" y="351648"/>
                  </a:cubicBezTo>
                  <a:cubicBezTo>
                    <a:pt x="74630" y="360502"/>
                    <a:pt x="77793" y="369989"/>
                    <a:pt x="82220" y="381373"/>
                  </a:cubicBezTo>
                  <a:cubicBezTo>
                    <a:pt x="92339" y="402877"/>
                    <a:pt x="94237" y="408569"/>
                    <a:pt x="94869" y="410467"/>
                  </a:cubicBezTo>
                  <a:cubicBezTo>
                    <a:pt x="95501" y="412364"/>
                    <a:pt x="95501" y="414894"/>
                    <a:pt x="94237" y="416791"/>
                  </a:cubicBezTo>
                  <a:cubicBezTo>
                    <a:pt x="78425" y="444619"/>
                    <a:pt x="71468" y="457269"/>
                    <a:pt x="68938" y="462961"/>
                  </a:cubicBezTo>
                  <a:cubicBezTo>
                    <a:pt x="101826" y="496481"/>
                    <a:pt x="117005" y="510395"/>
                    <a:pt x="124595" y="516087"/>
                  </a:cubicBezTo>
                  <a:cubicBezTo>
                    <a:pt x="129022" y="513558"/>
                    <a:pt x="135979" y="509763"/>
                    <a:pt x="144833" y="504071"/>
                  </a:cubicBezTo>
                  <a:cubicBezTo>
                    <a:pt x="156218" y="497114"/>
                    <a:pt x="165705" y="492686"/>
                    <a:pt x="173927" y="490156"/>
                  </a:cubicBezTo>
                  <a:cubicBezTo>
                    <a:pt x="176456" y="489524"/>
                    <a:pt x="178986" y="489524"/>
                    <a:pt x="180884" y="491421"/>
                  </a:cubicBezTo>
                  <a:cubicBezTo>
                    <a:pt x="182148" y="492054"/>
                    <a:pt x="191003" y="496481"/>
                    <a:pt x="234643" y="515455"/>
                  </a:cubicBezTo>
                  <a:cubicBezTo>
                    <a:pt x="236540" y="516087"/>
                    <a:pt x="237805" y="517985"/>
                    <a:pt x="239070" y="519882"/>
                  </a:cubicBezTo>
                  <a:cubicBezTo>
                    <a:pt x="241600" y="525574"/>
                    <a:pt x="244130" y="535694"/>
                    <a:pt x="247292" y="550240"/>
                  </a:cubicBezTo>
                  <a:cubicBezTo>
                    <a:pt x="249822" y="559095"/>
                    <a:pt x="251719" y="566684"/>
                    <a:pt x="253616" y="572376"/>
                  </a:cubicBezTo>
                  <a:close/>
                </a:path>
              </a:pathLst>
            </a:custGeom>
            <a:grpFill/>
            <a:ln w="6271" cap="flat">
              <a:noFill/>
              <a:prstDash val="solid"/>
              <a:miter/>
            </a:ln>
          </p:spPr>
          <p:txBody>
            <a:bodyPr rtlCol="0" anchor="ctr"/>
            <a:lstStyle/>
            <a:p>
              <a:endParaRPr lang="en-US"/>
            </a:p>
          </p:txBody>
        </p:sp>
      </p:grpSp>
    </p:spTree>
    <p:extLst>
      <p:ext uri="{BB962C8B-B14F-4D97-AF65-F5344CB8AC3E}">
        <p14:creationId xmlns:p14="http://schemas.microsoft.com/office/powerpoint/2010/main" val="23369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dec="http://schemas.microsoft.com/office/drawing/2017/decorative" xmlns:a16="http://schemas.microsoft.com/office/drawing/2014/main" xmlns="">
      <p:transition spd="med">
        <p:fade/>
      </p:transition>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userDrawn="1">
  <p:cSld name="Section - Lifecycl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2">
                    <a:lumMod val="25000"/>
                  </a:schemeClr>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3" name="Parallelogram 2">
            <a:extLst>
              <a:ext uri="{FF2B5EF4-FFF2-40B4-BE49-F238E27FC236}">
                <a16:creationId xmlns:a16="http://schemas.microsoft.com/office/drawing/2014/main" id="{C4CA6643-154D-E531-5DE2-43DD0C31365B}"/>
              </a:ext>
            </a:extLst>
          </p:cNvPr>
          <p:cNvSpPr/>
          <p:nvPr userDrawn="1"/>
        </p:nvSpPr>
        <p:spPr>
          <a:xfrm>
            <a:off x="5406003" y="-1"/>
            <a:ext cx="13664885" cy="6858001"/>
          </a:xfrm>
          <a:prstGeom prst="parallelogram">
            <a:avLst>
              <a:gd name="adj" fmla="val 100124"/>
            </a:avLst>
          </a:prstGeom>
          <a:gradFill flip="none" rotWithShape="1">
            <a:gsLst>
              <a:gs pos="35000">
                <a:schemeClr val="accent3"/>
              </a:gs>
              <a:gs pos="100000">
                <a:schemeClr val="accent1">
                  <a:alpha val="66000"/>
                </a:schemeClr>
              </a:gs>
            </a:gsLst>
            <a:lin ang="18900000" scaled="1"/>
            <a:tileRect/>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rallelogram 3">
            <a:extLst>
              <a:ext uri="{FF2B5EF4-FFF2-40B4-BE49-F238E27FC236}">
                <a16:creationId xmlns:a16="http://schemas.microsoft.com/office/drawing/2014/main" id="{0AEBF18F-0382-E5BD-7665-01E7D65F96E0}"/>
              </a:ext>
            </a:extLst>
          </p:cNvPr>
          <p:cNvSpPr/>
          <p:nvPr userDrawn="1"/>
        </p:nvSpPr>
        <p:spPr>
          <a:xfrm>
            <a:off x="1840256" y="-1"/>
            <a:ext cx="12934077" cy="6470788"/>
          </a:xfrm>
          <a:prstGeom prst="parallelogram">
            <a:avLst>
              <a:gd name="adj" fmla="val 100124"/>
            </a:avLst>
          </a:prstGeom>
          <a:gradFill flip="none" rotWithShape="1">
            <a:gsLst>
              <a:gs pos="0">
                <a:schemeClr val="accent3">
                  <a:alpha val="18000"/>
                </a:schemeClr>
              </a:gs>
              <a:gs pos="73000">
                <a:schemeClr val="accent1">
                  <a:alpha val="0"/>
                </a:schemeClr>
              </a:gs>
            </a:gsLst>
            <a:lin ang="8100000" scaled="1"/>
            <a:tileRect/>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5" name="Graphic 133">
            <a:extLst>
              <a:ext uri="{FF2B5EF4-FFF2-40B4-BE49-F238E27FC236}">
                <a16:creationId xmlns:a16="http://schemas.microsoft.com/office/drawing/2014/main" id="{6EE6DDD2-41BC-331F-3A5D-D90B113D069C}"/>
              </a:ext>
            </a:extLst>
          </p:cNvPr>
          <p:cNvGrpSpPr/>
          <p:nvPr userDrawn="1"/>
        </p:nvGrpSpPr>
        <p:grpSpPr>
          <a:xfrm rot="5400000">
            <a:off x="6771789" y="816814"/>
            <a:ext cx="993032" cy="1949868"/>
            <a:chOff x="7819347" y="302010"/>
            <a:chExt cx="1311782" cy="2575749"/>
          </a:xfrm>
          <a:noFill/>
        </p:grpSpPr>
        <p:sp>
          <p:nvSpPr>
            <p:cNvPr id="6" name="Freeform: Shape 13">
              <a:extLst>
                <a:ext uri="{FF2B5EF4-FFF2-40B4-BE49-F238E27FC236}">
                  <a16:creationId xmlns:a16="http://schemas.microsoft.com/office/drawing/2014/main" id="{B64642D8-AC04-719D-048D-23C99D3B84B1}"/>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7" name="Freeform: Shape 14">
              <a:extLst>
                <a:ext uri="{FF2B5EF4-FFF2-40B4-BE49-F238E27FC236}">
                  <a16:creationId xmlns:a16="http://schemas.microsoft.com/office/drawing/2014/main" id="{B66E871D-3A5F-DA5D-6C7B-ED80D11FF3CB}"/>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8" name="Freeform: Shape 15">
              <a:extLst>
                <a:ext uri="{FF2B5EF4-FFF2-40B4-BE49-F238E27FC236}">
                  <a16:creationId xmlns:a16="http://schemas.microsoft.com/office/drawing/2014/main" id="{7B0EABD1-4FF3-3F17-9FB6-900D79A0A5FA}"/>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9" name="Freeform: Shape 16">
              <a:extLst>
                <a:ext uri="{FF2B5EF4-FFF2-40B4-BE49-F238E27FC236}">
                  <a16:creationId xmlns:a16="http://schemas.microsoft.com/office/drawing/2014/main" id="{07B3CA37-086B-9666-35EA-CC31309667DC}"/>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0" name="Freeform: Shape 17">
              <a:extLst>
                <a:ext uri="{FF2B5EF4-FFF2-40B4-BE49-F238E27FC236}">
                  <a16:creationId xmlns:a16="http://schemas.microsoft.com/office/drawing/2014/main" id="{73DE4EC7-EC97-A0E0-4199-100CD748B105}"/>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1" name="Graphic 143">
            <a:extLst>
              <a:ext uri="{FF2B5EF4-FFF2-40B4-BE49-F238E27FC236}">
                <a16:creationId xmlns:a16="http://schemas.microsoft.com/office/drawing/2014/main" id="{05180DF3-8E0F-CE72-5825-2E3776530FA3}"/>
              </a:ext>
            </a:extLst>
          </p:cNvPr>
          <p:cNvSpPr/>
          <p:nvPr userDrawn="1"/>
        </p:nvSpPr>
        <p:spPr>
          <a:xfrm>
            <a:off x="4130978" y="4499933"/>
            <a:ext cx="2421204" cy="666750"/>
          </a:xfrm>
          <a:custGeom>
            <a:avLst/>
            <a:gdLst>
              <a:gd name="connsiteX0" fmla="*/ 482061 w 600651"/>
              <a:gd name="connsiteY0" fmla="*/ 38962 h 165407"/>
              <a:gd name="connsiteX1" fmla="*/ 398886 w 600651"/>
              <a:gd name="connsiteY1" fmla="*/ 75298 h 165407"/>
              <a:gd name="connsiteX2" fmla="*/ 268849 w 600651"/>
              <a:gd name="connsiteY2" fmla="*/ 0 h 165407"/>
              <a:gd name="connsiteX3" fmla="*/ 118927 w 600651"/>
              <a:gd name="connsiteY3" fmla="*/ 122878 h 165407"/>
              <a:gd name="connsiteX4" fmla="*/ 66185 w 600651"/>
              <a:gd name="connsiteY4" fmla="*/ 94823 h 165407"/>
              <a:gd name="connsiteX5" fmla="*/ 0 w 600651"/>
              <a:gd name="connsiteY5" fmla="*/ 165408 h 165407"/>
              <a:gd name="connsiteX6" fmla="*/ 600652 w 600651"/>
              <a:gd name="connsiteY6" fmla="*/ 165408 h 165407"/>
              <a:gd name="connsiteX7" fmla="*/ 482061 w 600651"/>
              <a:gd name="connsiteY7" fmla="*/ 38939 h 16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651" h="165407">
                <a:moveTo>
                  <a:pt x="482061" y="38962"/>
                </a:moveTo>
                <a:cubicBezTo>
                  <a:pt x="449653" y="38962"/>
                  <a:pt x="420297" y="52832"/>
                  <a:pt x="398886" y="75298"/>
                </a:cubicBezTo>
                <a:cubicBezTo>
                  <a:pt x="371236" y="29984"/>
                  <a:pt x="323341" y="0"/>
                  <a:pt x="268849" y="0"/>
                </a:cubicBezTo>
                <a:cubicBezTo>
                  <a:pt x="196963" y="0"/>
                  <a:pt x="136523" y="52136"/>
                  <a:pt x="118927" y="122878"/>
                </a:cubicBezTo>
                <a:cubicBezTo>
                  <a:pt x="106853" y="105865"/>
                  <a:pt x="87754" y="94823"/>
                  <a:pt x="66185" y="94823"/>
                </a:cubicBezTo>
                <a:cubicBezTo>
                  <a:pt x="29625" y="94823"/>
                  <a:pt x="0" y="126446"/>
                  <a:pt x="0" y="165408"/>
                </a:cubicBezTo>
                <a:lnTo>
                  <a:pt x="600652" y="165408"/>
                </a:lnTo>
                <a:cubicBezTo>
                  <a:pt x="600652" y="95564"/>
                  <a:pt x="547551" y="38939"/>
                  <a:pt x="482061" y="38939"/>
                </a:cubicBezTo>
                <a:close/>
              </a:path>
            </a:pathLst>
          </a:custGeom>
          <a:solidFill>
            <a:schemeClr val="accent3">
              <a:alpha val="13000"/>
            </a:schemeClr>
          </a:soli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12" name="Graphic 11">
            <a:extLst>
              <a:ext uri="{FF2B5EF4-FFF2-40B4-BE49-F238E27FC236}">
                <a16:creationId xmlns:a16="http://schemas.microsoft.com/office/drawing/2014/main" id="{7F35FA26-1E68-BAB5-194B-F9FBD15B60FA}"/>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979191" y="2319345"/>
            <a:ext cx="3124591" cy="1207366"/>
          </a:xfrm>
          <a:prstGeom prst="rect">
            <a:avLst/>
          </a:prstGeom>
        </p:spPr>
      </p:pic>
      <p:grpSp>
        <p:nvGrpSpPr>
          <p:cNvPr id="13" name="Graphic 133">
            <a:extLst>
              <a:ext uri="{FF2B5EF4-FFF2-40B4-BE49-F238E27FC236}">
                <a16:creationId xmlns:a16="http://schemas.microsoft.com/office/drawing/2014/main" id="{78C6DDE1-E6E5-8ED3-1D06-F85474354626}"/>
              </a:ext>
            </a:extLst>
          </p:cNvPr>
          <p:cNvGrpSpPr/>
          <p:nvPr userDrawn="1"/>
        </p:nvGrpSpPr>
        <p:grpSpPr>
          <a:xfrm rot="5400000">
            <a:off x="9360519" y="3679453"/>
            <a:ext cx="747561" cy="1467875"/>
            <a:chOff x="7819347" y="302010"/>
            <a:chExt cx="1311782" cy="2575749"/>
          </a:xfrm>
          <a:noFill/>
        </p:grpSpPr>
        <p:sp>
          <p:nvSpPr>
            <p:cNvPr id="14" name="Freeform: Shape 232">
              <a:extLst>
                <a:ext uri="{FF2B5EF4-FFF2-40B4-BE49-F238E27FC236}">
                  <a16:creationId xmlns:a16="http://schemas.microsoft.com/office/drawing/2014/main" id="{D9EC97D7-1DEA-7862-9450-8EB7178E1EBB}"/>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6" name="Freeform: Shape 233">
              <a:extLst>
                <a:ext uri="{FF2B5EF4-FFF2-40B4-BE49-F238E27FC236}">
                  <a16:creationId xmlns:a16="http://schemas.microsoft.com/office/drawing/2014/main" id="{0295306C-DA58-1259-849A-913F4C5D971D}"/>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 name="Freeform: Shape 234">
              <a:extLst>
                <a:ext uri="{FF2B5EF4-FFF2-40B4-BE49-F238E27FC236}">
                  <a16:creationId xmlns:a16="http://schemas.microsoft.com/office/drawing/2014/main" id="{0FC7C686-8726-4370-2DF0-AFE6E572F032}"/>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8" name="Freeform: Shape 235">
              <a:extLst>
                <a:ext uri="{FF2B5EF4-FFF2-40B4-BE49-F238E27FC236}">
                  <a16:creationId xmlns:a16="http://schemas.microsoft.com/office/drawing/2014/main" id="{3246215E-FB3A-481F-0DA1-4FF36B77D4EC}"/>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 name="Freeform: Shape 236">
              <a:extLst>
                <a:ext uri="{FF2B5EF4-FFF2-40B4-BE49-F238E27FC236}">
                  <a16:creationId xmlns:a16="http://schemas.microsoft.com/office/drawing/2014/main" id="{1D969BCD-5997-9CA5-F71D-0B3D92A7A336}"/>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20" name="Freeform: Shape 265">
            <a:extLst>
              <a:ext uri="{FF2B5EF4-FFF2-40B4-BE49-F238E27FC236}">
                <a16:creationId xmlns:a16="http://schemas.microsoft.com/office/drawing/2014/main" id="{89DFAFDF-B10E-B7B7-BD66-0FB5A53E82B7}"/>
              </a:ext>
            </a:extLst>
          </p:cNvPr>
          <p:cNvSpPr/>
          <p:nvPr userDrawn="1"/>
        </p:nvSpPr>
        <p:spPr>
          <a:xfrm>
            <a:off x="11119385" y="4173017"/>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1" name="Freeform: Shape 269">
            <a:extLst>
              <a:ext uri="{FF2B5EF4-FFF2-40B4-BE49-F238E27FC236}">
                <a16:creationId xmlns:a16="http://schemas.microsoft.com/office/drawing/2014/main" id="{EAD4972A-2487-9887-CC7E-860F6E549AED}"/>
              </a:ext>
            </a:extLst>
          </p:cNvPr>
          <p:cNvSpPr/>
          <p:nvPr userDrawn="1"/>
        </p:nvSpPr>
        <p:spPr>
          <a:xfrm>
            <a:off x="6195382" y="430769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2" name="Freeform: Shape 285">
            <a:extLst>
              <a:ext uri="{FF2B5EF4-FFF2-40B4-BE49-F238E27FC236}">
                <a16:creationId xmlns:a16="http://schemas.microsoft.com/office/drawing/2014/main" id="{0ACAE36C-7901-4B2B-198B-AF5ADFFB6A7B}"/>
              </a:ext>
            </a:extLst>
          </p:cNvPr>
          <p:cNvSpPr/>
          <p:nvPr userDrawn="1"/>
        </p:nvSpPr>
        <p:spPr>
          <a:xfrm>
            <a:off x="8709950" y="5303803"/>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3" name="Freeform: Shape 286">
            <a:extLst>
              <a:ext uri="{FF2B5EF4-FFF2-40B4-BE49-F238E27FC236}">
                <a16:creationId xmlns:a16="http://schemas.microsoft.com/office/drawing/2014/main" id="{4EE75C1D-85B2-8569-4667-24C06318FFBE}"/>
              </a:ext>
            </a:extLst>
          </p:cNvPr>
          <p:cNvSpPr/>
          <p:nvPr userDrawn="1"/>
        </p:nvSpPr>
        <p:spPr>
          <a:xfrm>
            <a:off x="9116688" y="50100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4" name="Oval 23">
            <a:extLst>
              <a:ext uri="{FF2B5EF4-FFF2-40B4-BE49-F238E27FC236}">
                <a16:creationId xmlns:a16="http://schemas.microsoft.com/office/drawing/2014/main" id="{F7ABE287-5B33-5029-CCE6-CE0785A816E5}"/>
              </a:ext>
            </a:extLst>
          </p:cNvPr>
          <p:cNvSpPr/>
          <p:nvPr userDrawn="1"/>
        </p:nvSpPr>
        <p:spPr>
          <a:xfrm flipV="1">
            <a:off x="6354876" y="1852997"/>
            <a:ext cx="3152006" cy="3152006"/>
          </a:xfrm>
          <a:prstGeom prst="ellipse">
            <a:avLst/>
          </a:prstGeom>
          <a:solidFill>
            <a:schemeClr val="bg1"/>
          </a:solidFill>
          <a:ln w="508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5" name="Freeform: Shape 298">
            <a:extLst>
              <a:ext uri="{FF2B5EF4-FFF2-40B4-BE49-F238E27FC236}">
                <a16:creationId xmlns:a16="http://schemas.microsoft.com/office/drawing/2014/main" id="{C456017F-9DDE-563F-45AB-C9AB3A1FD08D}"/>
              </a:ext>
            </a:extLst>
          </p:cNvPr>
          <p:cNvSpPr/>
          <p:nvPr userDrawn="1"/>
        </p:nvSpPr>
        <p:spPr>
          <a:xfrm>
            <a:off x="5406003" y="4429286"/>
            <a:ext cx="2921280" cy="1192670"/>
          </a:xfrm>
          <a:custGeom>
            <a:avLst/>
            <a:gdLst>
              <a:gd name="connsiteX0" fmla="*/ 2797989 w 3387980"/>
              <a:gd name="connsiteY0" fmla="*/ 793219 h 1383210"/>
              <a:gd name="connsiteX1" fmla="*/ 2614092 w 3387980"/>
              <a:gd name="connsiteY1" fmla="*/ 822614 h 1383210"/>
              <a:gd name="connsiteX2" fmla="*/ 1697357 w 3387980"/>
              <a:gd name="connsiteY2" fmla="*/ 0 h 1383210"/>
              <a:gd name="connsiteX3" fmla="*/ 798795 w 3387980"/>
              <a:gd name="connsiteY3" fmla="*/ 714810 h 1383210"/>
              <a:gd name="connsiteX4" fmla="*/ 668546 w 3387980"/>
              <a:gd name="connsiteY4" fmla="*/ 714665 h 1383210"/>
              <a:gd name="connsiteX5" fmla="*/ 0 w 3387980"/>
              <a:gd name="connsiteY5" fmla="*/ 1383211 h 1383210"/>
              <a:gd name="connsiteX6" fmla="*/ 3387981 w 3387980"/>
              <a:gd name="connsiteY6" fmla="*/ 1383211 h 1383210"/>
              <a:gd name="connsiteX7" fmla="*/ 2797989 w 3387980"/>
              <a:gd name="connsiteY7" fmla="*/ 793219 h 138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7980" h="1383210">
                <a:moveTo>
                  <a:pt x="2797989" y="793219"/>
                </a:moveTo>
                <a:cubicBezTo>
                  <a:pt x="2733770" y="793219"/>
                  <a:pt x="2671940" y="803573"/>
                  <a:pt x="2614092" y="822614"/>
                </a:cubicBezTo>
                <a:cubicBezTo>
                  <a:pt x="2564425" y="360192"/>
                  <a:pt x="2172956" y="0"/>
                  <a:pt x="1697357" y="0"/>
                </a:cubicBezTo>
                <a:cubicBezTo>
                  <a:pt x="1259406" y="0"/>
                  <a:pt x="892915" y="305385"/>
                  <a:pt x="798795" y="714810"/>
                </a:cubicBezTo>
                <a:lnTo>
                  <a:pt x="668546" y="714665"/>
                </a:lnTo>
                <a:cubicBezTo>
                  <a:pt x="299304" y="714737"/>
                  <a:pt x="0" y="1014041"/>
                  <a:pt x="0" y="1383211"/>
                </a:cubicBezTo>
                <a:lnTo>
                  <a:pt x="3387981" y="1383211"/>
                </a:lnTo>
                <a:cubicBezTo>
                  <a:pt x="3387981" y="1057336"/>
                  <a:pt x="3123864" y="793219"/>
                  <a:pt x="2797989" y="793219"/>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26" name="Graphic 25">
            <a:extLst>
              <a:ext uri="{FF2B5EF4-FFF2-40B4-BE49-F238E27FC236}">
                <a16:creationId xmlns:a16="http://schemas.microsoft.com/office/drawing/2014/main" id="{F5640F75-9028-4AF6-193F-A1B14B777C2D}"/>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8387932" y="943899"/>
            <a:ext cx="728756" cy="613080"/>
          </a:xfrm>
          <a:prstGeom prst="rect">
            <a:avLst/>
          </a:prstGeom>
        </p:spPr>
      </p:pic>
      <p:pic>
        <p:nvPicPr>
          <p:cNvPr id="27" name="Graphic 26">
            <a:extLst>
              <a:ext uri="{FF2B5EF4-FFF2-40B4-BE49-F238E27FC236}">
                <a16:creationId xmlns:a16="http://schemas.microsoft.com/office/drawing/2014/main" id="{839E5DF7-0685-7776-4205-7852314A0A7D}"/>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10528299" y="1210110"/>
            <a:ext cx="676189" cy="676189"/>
          </a:xfrm>
          <a:prstGeom prst="rect">
            <a:avLst/>
          </a:prstGeom>
        </p:spPr>
      </p:pic>
      <p:pic>
        <p:nvPicPr>
          <p:cNvPr id="28" name="Graphic 27">
            <a:extLst>
              <a:ext uri="{FF2B5EF4-FFF2-40B4-BE49-F238E27FC236}">
                <a16:creationId xmlns:a16="http://schemas.microsoft.com/office/drawing/2014/main" id="{3E5AAE3F-E4D1-4A09-188D-324E0E9130F9}"/>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10320444" y="3815728"/>
            <a:ext cx="542250" cy="542250"/>
          </a:xfrm>
          <a:prstGeom prst="rect">
            <a:avLst/>
          </a:prstGeom>
        </p:spPr>
      </p:pic>
      <p:grpSp>
        <p:nvGrpSpPr>
          <p:cNvPr id="29" name="Graphic 133">
            <a:extLst>
              <a:ext uri="{FF2B5EF4-FFF2-40B4-BE49-F238E27FC236}">
                <a16:creationId xmlns:a16="http://schemas.microsoft.com/office/drawing/2014/main" id="{B79F0FBD-1720-7531-685D-3ABEC2A2C8E3}"/>
              </a:ext>
            </a:extLst>
          </p:cNvPr>
          <p:cNvGrpSpPr/>
          <p:nvPr userDrawn="1"/>
        </p:nvGrpSpPr>
        <p:grpSpPr>
          <a:xfrm>
            <a:off x="9571634" y="5166683"/>
            <a:ext cx="845544" cy="920851"/>
            <a:chOff x="8799755" y="943899"/>
            <a:chExt cx="839533" cy="914304"/>
          </a:xfrm>
          <a:noFill/>
        </p:grpSpPr>
        <p:sp>
          <p:nvSpPr>
            <p:cNvPr id="30" name="Freeform: Shape 8">
              <a:extLst>
                <a:ext uri="{FF2B5EF4-FFF2-40B4-BE49-F238E27FC236}">
                  <a16:creationId xmlns:a16="http://schemas.microsoft.com/office/drawing/2014/main" id="{C83770EA-0529-FFD1-B723-2952286486D0}"/>
                </a:ext>
              </a:extLst>
            </p:cNvPr>
            <p:cNvSpPr/>
            <p:nvPr/>
          </p:nvSpPr>
          <p:spPr>
            <a:xfrm>
              <a:off x="8799755" y="943899"/>
              <a:ext cx="839533" cy="914304"/>
            </a:xfrm>
            <a:custGeom>
              <a:avLst/>
              <a:gdLst>
                <a:gd name="connsiteX0" fmla="*/ 419767 w 839533"/>
                <a:gd name="connsiteY0" fmla="*/ 914305 h 914304"/>
                <a:gd name="connsiteX1" fmla="*/ 415576 w 839533"/>
                <a:gd name="connsiteY1" fmla="*/ 913638 h 914304"/>
                <a:gd name="connsiteX2" fmla="*/ 0 w 839533"/>
                <a:gd name="connsiteY2" fmla="*/ 345281 h 914304"/>
                <a:gd name="connsiteX3" fmla="*/ 0 w 839533"/>
                <a:gd name="connsiteY3" fmla="*/ 13906 h 914304"/>
                <a:gd name="connsiteX4" fmla="*/ 13906 w 839533"/>
                <a:gd name="connsiteY4" fmla="*/ 0 h 914304"/>
                <a:gd name="connsiteX5" fmla="*/ 825627 w 839533"/>
                <a:gd name="connsiteY5" fmla="*/ 0 h 914304"/>
                <a:gd name="connsiteX6" fmla="*/ 839534 w 839533"/>
                <a:gd name="connsiteY6" fmla="*/ 13906 h 914304"/>
                <a:gd name="connsiteX7" fmla="*/ 839534 w 839533"/>
                <a:gd name="connsiteY7" fmla="*/ 345281 h 914304"/>
                <a:gd name="connsiteX8" fmla="*/ 424053 w 839533"/>
                <a:gd name="connsiteY8" fmla="*/ 913638 h 914304"/>
                <a:gd name="connsiteX9" fmla="*/ 419862 w 839533"/>
                <a:gd name="connsiteY9" fmla="*/ 914305 h 91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9533" h="914304">
                  <a:moveTo>
                    <a:pt x="419767" y="914305"/>
                  </a:moveTo>
                  <a:cubicBezTo>
                    <a:pt x="418338" y="914305"/>
                    <a:pt x="416909" y="914114"/>
                    <a:pt x="415576" y="913638"/>
                  </a:cubicBezTo>
                  <a:cubicBezTo>
                    <a:pt x="167069" y="834676"/>
                    <a:pt x="0" y="606266"/>
                    <a:pt x="0" y="345281"/>
                  </a:cubicBezTo>
                  <a:lnTo>
                    <a:pt x="0" y="13906"/>
                  </a:lnTo>
                  <a:cubicBezTo>
                    <a:pt x="0" y="6191"/>
                    <a:pt x="6191" y="0"/>
                    <a:pt x="13906" y="0"/>
                  </a:cubicBezTo>
                  <a:lnTo>
                    <a:pt x="825627" y="0"/>
                  </a:lnTo>
                  <a:cubicBezTo>
                    <a:pt x="833342" y="0"/>
                    <a:pt x="839534" y="6191"/>
                    <a:pt x="839534" y="13906"/>
                  </a:cubicBezTo>
                  <a:lnTo>
                    <a:pt x="839534" y="345281"/>
                  </a:lnTo>
                  <a:cubicBezTo>
                    <a:pt x="839534" y="606266"/>
                    <a:pt x="672560" y="834676"/>
                    <a:pt x="424053" y="913638"/>
                  </a:cubicBezTo>
                  <a:cubicBezTo>
                    <a:pt x="422624" y="914114"/>
                    <a:pt x="421195" y="914305"/>
                    <a:pt x="419862" y="914305"/>
                  </a:cubicBezTo>
                  <a:close/>
                </a:path>
              </a:pathLst>
            </a:custGeom>
            <a:grp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1" name="Freeform: Shape 10">
              <a:extLst>
                <a:ext uri="{FF2B5EF4-FFF2-40B4-BE49-F238E27FC236}">
                  <a16:creationId xmlns:a16="http://schemas.microsoft.com/office/drawing/2014/main" id="{8B4AC14F-24DD-7A15-E59C-05F8E70EA3DE}"/>
                </a:ext>
              </a:extLst>
            </p:cNvPr>
            <p:cNvSpPr/>
            <p:nvPr/>
          </p:nvSpPr>
          <p:spPr>
            <a:xfrm>
              <a:off x="9223713" y="943899"/>
              <a:ext cx="9525" cy="913638"/>
            </a:xfrm>
            <a:custGeom>
              <a:avLst/>
              <a:gdLst>
                <a:gd name="connsiteX0" fmla="*/ 0 w 9525"/>
                <a:gd name="connsiteY0" fmla="*/ 913638 h 913638"/>
                <a:gd name="connsiteX1" fmla="*/ 0 w 9525"/>
                <a:gd name="connsiteY1" fmla="*/ 0 h 913638"/>
              </a:gdLst>
              <a:ahLst/>
              <a:cxnLst>
                <a:cxn ang="0">
                  <a:pos x="connsiteX0" y="connsiteY0"/>
                </a:cxn>
                <a:cxn ang="0">
                  <a:pos x="connsiteX1" y="connsiteY1"/>
                </a:cxn>
              </a:cxnLst>
              <a:rect l="l" t="t" r="r" b="b"/>
              <a:pathLst>
                <a:path w="9525" h="913638">
                  <a:moveTo>
                    <a:pt x="0" y="913638"/>
                  </a:moveTo>
                  <a:lnTo>
                    <a:pt x="0" y="0"/>
                  </a:lnTo>
                </a:path>
              </a:pathLst>
            </a:custGeom>
            <a:grp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32" name="Picture Placeholder 97" descr="Operations">
            <a:extLst>
              <a:ext uri="{FF2B5EF4-FFF2-40B4-BE49-F238E27FC236}">
                <a16:creationId xmlns:a16="http://schemas.microsoft.com/office/drawing/2014/main" id="{94C2DBC6-26B4-5B8F-5CA2-3B0E040EE125}"/>
              </a:ext>
            </a:extLst>
          </p:cNvPr>
          <p:cNvGrpSpPr>
            <a:grpSpLocks noChangeAspect="1"/>
          </p:cNvGrpSpPr>
          <p:nvPr userDrawn="1"/>
        </p:nvGrpSpPr>
        <p:grpSpPr>
          <a:xfrm>
            <a:off x="7003028" y="2541305"/>
            <a:ext cx="1833280" cy="1828800"/>
            <a:chOff x="7125981" y="3179818"/>
            <a:chExt cx="600637" cy="599168"/>
          </a:xfrm>
          <a:solidFill>
            <a:schemeClr val="accent3"/>
          </a:solidFill>
        </p:grpSpPr>
        <p:sp>
          <p:nvSpPr>
            <p:cNvPr id="33" name="Picture Placeholder 97">
              <a:extLst>
                <a:ext uri="{FF2B5EF4-FFF2-40B4-BE49-F238E27FC236}">
                  <a16:creationId xmlns:a16="http://schemas.microsoft.com/office/drawing/2014/main" id="{49D95725-2E2B-F11D-11F5-A676703E4B13}"/>
                </a:ext>
              </a:extLst>
            </p:cNvPr>
            <p:cNvSpPr/>
            <p:nvPr/>
          </p:nvSpPr>
          <p:spPr>
            <a:xfrm>
              <a:off x="7276406" y="3329940"/>
              <a:ext cx="292196" cy="292196"/>
            </a:xfrm>
            <a:custGeom>
              <a:avLst/>
              <a:gdLst>
                <a:gd name="connsiteX0" fmla="*/ 146098 w 292196"/>
                <a:gd name="connsiteY0" fmla="*/ 292197 h 292196"/>
                <a:gd name="connsiteX1" fmla="*/ 0 w 292196"/>
                <a:gd name="connsiteY1" fmla="*/ 146098 h 292196"/>
                <a:gd name="connsiteX2" fmla="*/ 146098 w 292196"/>
                <a:gd name="connsiteY2" fmla="*/ 0 h 292196"/>
                <a:gd name="connsiteX3" fmla="*/ 292197 w 292196"/>
                <a:gd name="connsiteY3" fmla="*/ 146098 h 292196"/>
                <a:gd name="connsiteX4" fmla="*/ 146098 w 292196"/>
                <a:gd name="connsiteY4" fmla="*/ 292197 h 292196"/>
                <a:gd name="connsiteX5" fmla="*/ 146098 w 292196"/>
                <a:gd name="connsiteY5" fmla="*/ 15812 h 292196"/>
                <a:gd name="connsiteX6" fmla="*/ 15812 w 292196"/>
                <a:gd name="connsiteY6" fmla="*/ 146098 h 292196"/>
                <a:gd name="connsiteX7" fmla="*/ 146098 w 292196"/>
                <a:gd name="connsiteY7" fmla="*/ 276385 h 292196"/>
                <a:gd name="connsiteX8" fmla="*/ 276385 w 292196"/>
                <a:gd name="connsiteY8" fmla="*/ 146098 h 292196"/>
                <a:gd name="connsiteX9" fmla="*/ 146098 w 292196"/>
                <a:gd name="connsiteY9" fmla="*/ 15812 h 29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96" h="292196">
                  <a:moveTo>
                    <a:pt x="146098" y="292197"/>
                  </a:moveTo>
                  <a:cubicBezTo>
                    <a:pt x="65776" y="292197"/>
                    <a:pt x="0" y="226421"/>
                    <a:pt x="0" y="146098"/>
                  </a:cubicBezTo>
                  <a:cubicBezTo>
                    <a:pt x="0" y="65776"/>
                    <a:pt x="65776" y="0"/>
                    <a:pt x="146098" y="0"/>
                  </a:cubicBezTo>
                  <a:cubicBezTo>
                    <a:pt x="226421" y="0"/>
                    <a:pt x="292197" y="65776"/>
                    <a:pt x="292197" y="146098"/>
                  </a:cubicBezTo>
                  <a:cubicBezTo>
                    <a:pt x="292197" y="226421"/>
                    <a:pt x="226421" y="292197"/>
                    <a:pt x="146098" y="292197"/>
                  </a:cubicBezTo>
                  <a:close/>
                  <a:moveTo>
                    <a:pt x="146098" y="15812"/>
                  </a:moveTo>
                  <a:cubicBezTo>
                    <a:pt x="73998" y="15812"/>
                    <a:pt x="15812" y="74630"/>
                    <a:pt x="15812" y="146098"/>
                  </a:cubicBezTo>
                  <a:cubicBezTo>
                    <a:pt x="15812" y="217566"/>
                    <a:pt x="73998" y="276385"/>
                    <a:pt x="146098" y="276385"/>
                  </a:cubicBezTo>
                  <a:cubicBezTo>
                    <a:pt x="218199" y="276385"/>
                    <a:pt x="276385" y="218199"/>
                    <a:pt x="276385" y="146098"/>
                  </a:cubicBezTo>
                  <a:cubicBezTo>
                    <a:pt x="276385" y="73998"/>
                    <a:pt x="218199" y="15812"/>
                    <a:pt x="146098" y="1581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34" name="Picture Placeholder 97">
              <a:extLst>
                <a:ext uri="{FF2B5EF4-FFF2-40B4-BE49-F238E27FC236}">
                  <a16:creationId xmlns:a16="http://schemas.microsoft.com/office/drawing/2014/main" id="{247BB94D-AC3A-55CF-7968-C73849F0BB45}"/>
                </a:ext>
              </a:extLst>
            </p:cNvPr>
            <p:cNvGrpSpPr/>
            <p:nvPr/>
          </p:nvGrpSpPr>
          <p:grpSpPr>
            <a:xfrm>
              <a:off x="7511149" y="3563353"/>
              <a:ext cx="215469" cy="215633"/>
              <a:chOff x="7511149" y="3563353"/>
              <a:chExt cx="215469" cy="215633"/>
            </a:xfrm>
            <a:grpFill/>
          </p:grpSpPr>
          <p:sp>
            <p:nvSpPr>
              <p:cNvPr id="55" name="Picture Placeholder 97">
                <a:extLst>
                  <a:ext uri="{FF2B5EF4-FFF2-40B4-BE49-F238E27FC236}">
                    <a16:creationId xmlns:a16="http://schemas.microsoft.com/office/drawing/2014/main" id="{ACE27663-3507-0B32-D702-977F1F719826}"/>
                  </a:ext>
                </a:extLst>
              </p:cNvPr>
              <p:cNvSpPr/>
              <p:nvPr/>
            </p:nvSpPr>
            <p:spPr>
              <a:xfrm>
                <a:off x="7511149" y="3563353"/>
                <a:ext cx="215469" cy="215633"/>
              </a:xfrm>
              <a:custGeom>
                <a:avLst/>
                <a:gdLst>
                  <a:gd name="connsiteX0" fmla="*/ 107418 w 215469"/>
                  <a:gd name="connsiteY0" fmla="*/ 215634 h 215633"/>
                  <a:gd name="connsiteX1" fmla="*/ 61249 w 215469"/>
                  <a:gd name="connsiteY1" fmla="*/ 204882 h 215633"/>
                  <a:gd name="connsiteX2" fmla="*/ 6225 w 215469"/>
                  <a:gd name="connsiteY2" fmla="*/ 143533 h 215633"/>
                  <a:gd name="connsiteX3" fmla="*/ 10652 w 215469"/>
                  <a:gd name="connsiteY3" fmla="*/ 61313 h 215633"/>
                  <a:gd name="connsiteX4" fmla="*/ 154220 w 215469"/>
                  <a:gd name="connsiteY4" fmla="*/ 10717 h 215633"/>
                  <a:gd name="connsiteX5" fmla="*/ 209244 w 215469"/>
                  <a:gd name="connsiteY5" fmla="*/ 72065 h 215633"/>
                  <a:gd name="connsiteX6" fmla="*/ 204817 w 215469"/>
                  <a:gd name="connsiteY6" fmla="*/ 154285 h 215633"/>
                  <a:gd name="connsiteX7" fmla="*/ 204817 w 215469"/>
                  <a:gd name="connsiteY7" fmla="*/ 154285 h 215633"/>
                  <a:gd name="connsiteX8" fmla="*/ 107418 w 215469"/>
                  <a:gd name="connsiteY8" fmla="*/ 215634 h 215633"/>
                  <a:gd name="connsiteX9" fmla="*/ 108051 w 215469"/>
                  <a:gd name="connsiteY9" fmla="*/ 15776 h 215633"/>
                  <a:gd name="connsiteX10" fmla="*/ 24566 w 215469"/>
                  <a:gd name="connsiteY10" fmla="*/ 68270 h 215633"/>
                  <a:gd name="connsiteX11" fmla="*/ 20771 w 215469"/>
                  <a:gd name="connsiteY11" fmla="*/ 138474 h 215633"/>
                  <a:gd name="connsiteX12" fmla="*/ 68206 w 215469"/>
                  <a:gd name="connsiteY12" fmla="*/ 190968 h 215633"/>
                  <a:gd name="connsiteX13" fmla="*/ 190903 w 215469"/>
                  <a:gd name="connsiteY13" fmla="*/ 147328 h 215633"/>
                  <a:gd name="connsiteX14" fmla="*/ 190903 w 215469"/>
                  <a:gd name="connsiteY14" fmla="*/ 147328 h 215633"/>
                  <a:gd name="connsiteX15" fmla="*/ 194698 w 215469"/>
                  <a:gd name="connsiteY15" fmla="*/ 77125 h 215633"/>
                  <a:gd name="connsiteX16" fmla="*/ 147263 w 215469"/>
                  <a:gd name="connsiteY16" fmla="*/ 24631 h 215633"/>
                  <a:gd name="connsiteX17" fmla="*/ 108051 w 215469"/>
                  <a:gd name="connsiteY17" fmla="*/ 15776 h 21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5469" h="215633">
                    <a:moveTo>
                      <a:pt x="107418" y="215634"/>
                    </a:moveTo>
                    <a:cubicBezTo>
                      <a:pt x="91607" y="215634"/>
                      <a:pt x="75795" y="212471"/>
                      <a:pt x="61249" y="204882"/>
                    </a:cubicBezTo>
                    <a:cubicBezTo>
                      <a:pt x="35318" y="192233"/>
                      <a:pt x="15712" y="170729"/>
                      <a:pt x="6225" y="143533"/>
                    </a:cubicBezTo>
                    <a:cubicBezTo>
                      <a:pt x="-3262" y="116337"/>
                      <a:pt x="-1997" y="87244"/>
                      <a:pt x="10652" y="61313"/>
                    </a:cubicBezTo>
                    <a:cubicBezTo>
                      <a:pt x="35950" y="7554"/>
                      <a:pt x="100461" y="-15214"/>
                      <a:pt x="154220" y="10717"/>
                    </a:cubicBezTo>
                    <a:cubicBezTo>
                      <a:pt x="180151" y="23366"/>
                      <a:pt x="199758" y="44869"/>
                      <a:pt x="209244" y="72065"/>
                    </a:cubicBezTo>
                    <a:cubicBezTo>
                      <a:pt x="218731" y="99261"/>
                      <a:pt x="217466" y="128354"/>
                      <a:pt x="204817" y="154285"/>
                    </a:cubicBezTo>
                    <a:lnTo>
                      <a:pt x="204817" y="154285"/>
                    </a:lnTo>
                    <a:cubicBezTo>
                      <a:pt x="186476" y="192865"/>
                      <a:pt x="147896" y="215634"/>
                      <a:pt x="107418" y="215634"/>
                    </a:cubicBezTo>
                    <a:close/>
                    <a:moveTo>
                      <a:pt x="108051" y="15776"/>
                    </a:moveTo>
                    <a:cubicBezTo>
                      <a:pt x="73898" y="15776"/>
                      <a:pt x="40378" y="35383"/>
                      <a:pt x="24566" y="68270"/>
                    </a:cubicBezTo>
                    <a:cubicBezTo>
                      <a:pt x="13814" y="90407"/>
                      <a:pt x="12549" y="115705"/>
                      <a:pt x="20771" y="138474"/>
                    </a:cubicBezTo>
                    <a:cubicBezTo>
                      <a:pt x="28993" y="161875"/>
                      <a:pt x="45437" y="180216"/>
                      <a:pt x="68206" y="190968"/>
                    </a:cubicBezTo>
                    <a:cubicBezTo>
                      <a:pt x="113743" y="213104"/>
                      <a:pt x="168767" y="193498"/>
                      <a:pt x="190903" y="147328"/>
                    </a:cubicBezTo>
                    <a:lnTo>
                      <a:pt x="190903" y="147328"/>
                    </a:lnTo>
                    <a:cubicBezTo>
                      <a:pt x="201655" y="125192"/>
                      <a:pt x="202920" y="99893"/>
                      <a:pt x="194698" y="77125"/>
                    </a:cubicBezTo>
                    <a:cubicBezTo>
                      <a:pt x="186476" y="53724"/>
                      <a:pt x="170032" y="35383"/>
                      <a:pt x="147263" y="24631"/>
                    </a:cubicBezTo>
                    <a:cubicBezTo>
                      <a:pt x="134614" y="18939"/>
                      <a:pt x="121333" y="15776"/>
                      <a:pt x="108051" y="1577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6" name="Picture Placeholder 97">
                <a:extLst>
                  <a:ext uri="{FF2B5EF4-FFF2-40B4-BE49-F238E27FC236}">
                    <a16:creationId xmlns:a16="http://schemas.microsoft.com/office/drawing/2014/main" id="{D49E156E-20C8-6912-A7AB-D33CF94ABB0E}"/>
                  </a:ext>
                </a:extLst>
              </p:cNvPr>
              <p:cNvSpPr/>
              <p:nvPr/>
            </p:nvSpPr>
            <p:spPr>
              <a:xfrm>
                <a:off x="7555321" y="3608728"/>
                <a:ext cx="111945" cy="65270"/>
              </a:xfrm>
              <a:custGeom>
                <a:avLst/>
                <a:gdLst>
                  <a:gd name="connsiteX0" fmla="*/ 60716 w 111945"/>
                  <a:gd name="connsiteY0" fmla="*/ 127 h 65270"/>
                  <a:gd name="connsiteX1" fmla="*/ 15179 w 111945"/>
                  <a:gd name="connsiteY1" fmla="*/ 24161 h 65270"/>
                  <a:gd name="connsiteX2" fmla="*/ 0 w 111945"/>
                  <a:gd name="connsiteY2" fmla="*/ 19101 h 65270"/>
                  <a:gd name="connsiteX3" fmla="*/ 10119 w 111945"/>
                  <a:gd name="connsiteY3" fmla="*/ 65271 h 65270"/>
                  <a:gd name="connsiteX4" fmla="*/ 44905 w 111945"/>
                  <a:gd name="connsiteY4" fmla="*/ 33648 h 65270"/>
                  <a:gd name="connsiteX5" fmla="*/ 31623 w 111945"/>
                  <a:gd name="connsiteY5" fmla="*/ 29853 h 65270"/>
                  <a:gd name="connsiteX6" fmla="*/ 61981 w 111945"/>
                  <a:gd name="connsiteY6" fmla="*/ 15939 h 65270"/>
                  <a:gd name="connsiteX7" fmla="*/ 99929 w 111945"/>
                  <a:gd name="connsiteY7" fmla="*/ 32383 h 65270"/>
                  <a:gd name="connsiteX8" fmla="*/ 111945 w 111945"/>
                  <a:gd name="connsiteY8" fmla="*/ 22263 h 65270"/>
                  <a:gd name="connsiteX9" fmla="*/ 60716 w 111945"/>
                  <a:gd name="connsiteY9" fmla="*/ 127 h 65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945" h="65270">
                    <a:moveTo>
                      <a:pt x="60716" y="127"/>
                    </a:moveTo>
                    <a:cubicBezTo>
                      <a:pt x="43007" y="1392"/>
                      <a:pt x="25931" y="10247"/>
                      <a:pt x="15179" y="24161"/>
                    </a:cubicBezTo>
                    <a:lnTo>
                      <a:pt x="0" y="19101"/>
                    </a:lnTo>
                    <a:lnTo>
                      <a:pt x="10119" y="65271"/>
                    </a:lnTo>
                    <a:lnTo>
                      <a:pt x="44905" y="33648"/>
                    </a:lnTo>
                    <a:lnTo>
                      <a:pt x="31623" y="29853"/>
                    </a:lnTo>
                    <a:cubicBezTo>
                      <a:pt x="39845" y="21631"/>
                      <a:pt x="50597" y="16571"/>
                      <a:pt x="61981" y="15939"/>
                    </a:cubicBezTo>
                    <a:cubicBezTo>
                      <a:pt x="76528" y="15306"/>
                      <a:pt x="90442" y="20998"/>
                      <a:pt x="99929" y="32383"/>
                    </a:cubicBezTo>
                    <a:lnTo>
                      <a:pt x="111945" y="22263"/>
                    </a:lnTo>
                    <a:cubicBezTo>
                      <a:pt x="98664" y="7084"/>
                      <a:pt x="80322" y="-1138"/>
                      <a:pt x="60716" y="127"/>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7" name="Picture Placeholder 97">
                <a:extLst>
                  <a:ext uri="{FF2B5EF4-FFF2-40B4-BE49-F238E27FC236}">
                    <a16:creationId xmlns:a16="http://schemas.microsoft.com/office/drawing/2014/main" id="{82FBC3F2-63C3-D2DD-82E6-C6D1CB9B8493}"/>
                  </a:ext>
                </a:extLst>
              </p:cNvPr>
              <p:cNvSpPr/>
              <p:nvPr/>
            </p:nvSpPr>
            <p:spPr>
              <a:xfrm>
                <a:off x="7572398" y="3667674"/>
                <a:ext cx="111945" cy="65143"/>
              </a:xfrm>
              <a:custGeom>
                <a:avLst/>
                <a:gdLst>
                  <a:gd name="connsiteX0" fmla="*/ 111945 w 111945"/>
                  <a:gd name="connsiteY0" fmla="*/ 46170 h 65143"/>
                  <a:gd name="connsiteX1" fmla="*/ 101826 w 111945"/>
                  <a:gd name="connsiteY1" fmla="*/ 0 h 65143"/>
                  <a:gd name="connsiteX2" fmla="*/ 67041 w 111945"/>
                  <a:gd name="connsiteY2" fmla="*/ 31623 h 65143"/>
                  <a:gd name="connsiteX3" fmla="*/ 80322 w 111945"/>
                  <a:gd name="connsiteY3" fmla="*/ 36050 h 65143"/>
                  <a:gd name="connsiteX4" fmla="*/ 49964 w 111945"/>
                  <a:gd name="connsiteY4" fmla="*/ 49964 h 65143"/>
                  <a:gd name="connsiteX5" fmla="*/ 12017 w 111945"/>
                  <a:gd name="connsiteY5" fmla="*/ 33520 h 65143"/>
                  <a:gd name="connsiteX6" fmla="*/ 0 w 111945"/>
                  <a:gd name="connsiteY6" fmla="*/ 43640 h 65143"/>
                  <a:gd name="connsiteX7" fmla="*/ 47435 w 111945"/>
                  <a:gd name="connsiteY7" fmla="*/ 65143 h 65143"/>
                  <a:gd name="connsiteX8" fmla="*/ 51229 w 111945"/>
                  <a:gd name="connsiteY8" fmla="*/ 65143 h 65143"/>
                  <a:gd name="connsiteX9" fmla="*/ 96766 w 111945"/>
                  <a:gd name="connsiteY9" fmla="*/ 41110 h 65143"/>
                  <a:gd name="connsiteX10" fmla="*/ 111945 w 111945"/>
                  <a:gd name="connsiteY10" fmla="*/ 46170 h 65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45" h="65143">
                    <a:moveTo>
                      <a:pt x="111945" y="46170"/>
                    </a:moveTo>
                    <a:lnTo>
                      <a:pt x="101826" y="0"/>
                    </a:lnTo>
                    <a:lnTo>
                      <a:pt x="67041" y="31623"/>
                    </a:lnTo>
                    <a:lnTo>
                      <a:pt x="80322" y="36050"/>
                    </a:lnTo>
                    <a:cubicBezTo>
                      <a:pt x="72100" y="44272"/>
                      <a:pt x="61981" y="49332"/>
                      <a:pt x="49964" y="49964"/>
                    </a:cubicBezTo>
                    <a:cubicBezTo>
                      <a:pt x="35418" y="50597"/>
                      <a:pt x="21504" y="44905"/>
                      <a:pt x="12017" y="33520"/>
                    </a:cubicBezTo>
                    <a:lnTo>
                      <a:pt x="0" y="43640"/>
                    </a:lnTo>
                    <a:cubicBezTo>
                      <a:pt x="12017" y="57554"/>
                      <a:pt x="29093" y="65143"/>
                      <a:pt x="47435" y="65143"/>
                    </a:cubicBezTo>
                    <a:cubicBezTo>
                      <a:pt x="48699" y="65143"/>
                      <a:pt x="49964" y="65143"/>
                      <a:pt x="51229" y="65143"/>
                    </a:cubicBezTo>
                    <a:cubicBezTo>
                      <a:pt x="68938" y="63878"/>
                      <a:pt x="86015" y="55024"/>
                      <a:pt x="96766" y="41110"/>
                    </a:cubicBezTo>
                    <a:lnTo>
                      <a:pt x="111945" y="4617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35" name="Picture Placeholder 97">
              <a:extLst>
                <a:ext uri="{FF2B5EF4-FFF2-40B4-BE49-F238E27FC236}">
                  <a16:creationId xmlns:a16="http://schemas.microsoft.com/office/drawing/2014/main" id="{C6E1E54F-A55E-C731-26B3-BC3F728EFF20}"/>
                </a:ext>
              </a:extLst>
            </p:cNvPr>
            <p:cNvGrpSpPr/>
            <p:nvPr/>
          </p:nvGrpSpPr>
          <p:grpSpPr>
            <a:xfrm>
              <a:off x="7125981" y="3179818"/>
              <a:ext cx="212306" cy="211470"/>
              <a:chOff x="7125981" y="3179818"/>
              <a:chExt cx="212306" cy="211470"/>
            </a:xfrm>
            <a:grpFill/>
          </p:grpSpPr>
          <p:sp>
            <p:nvSpPr>
              <p:cNvPr id="52" name="Picture Placeholder 97">
                <a:extLst>
                  <a:ext uri="{FF2B5EF4-FFF2-40B4-BE49-F238E27FC236}">
                    <a16:creationId xmlns:a16="http://schemas.microsoft.com/office/drawing/2014/main" id="{18C640A6-A4BC-5BCA-F1ED-5F12FA14FCA7}"/>
                  </a:ext>
                </a:extLst>
              </p:cNvPr>
              <p:cNvSpPr/>
              <p:nvPr/>
            </p:nvSpPr>
            <p:spPr>
              <a:xfrm>
                <a:off x="7125981" y="3179818"/>
                <a:ext cx="212306" cy="211470"/>
              </a:xfrm>
              <a:custGeom>
                <a:avLst/>
                <a:gdLst>
                  <a:gd name="connsiteX0" fmla="*/ 106153 w 212306"/>
                  <a:gd name="connsiteY0" fmla="*/ 211471 h 211470"/>
                  <a:gd name="connsiteX1" fmla="*/ 60616 w 212306"/>
                  <a:gd name="connsiteY1" fmla="*/ 201351 h 211470"/>
                  <a:gd name="connsiteX2" fmla="*/ 6225 w 212306"/>
                  <a:gd name="connsiteY2" fmla="*/ 141268 h 211470"/>
                  <a:gd name="connsiteX3" fmla="*/ 10652 w 212306"/>
                  <a:gd name="connsiteY3" fmla="*/ 60313 h 211470"/>
                  <a:gd name="connsiteX4" fmla="*/ 151691 w 212306"/>
                  <a:gd name="connsiteY4" fmla="*/ 10349 h 211470"/>
                  <a:gd name="connsiteX5" fmla="*/ 206082 w 212306"/>
                  <a:gd name="connsiteY5" fmla="*/ 70432 h 211470"/>
                  <a:gd name="connsiteX6" fmla="*/ 201655 w 212306"/>
                  <a:gd name="connsiteY6" fmla="*/ 151387 h 211470"/>
                  <a:gd name="connsiteX7" fmla="*/ 201655 w 212306"/>
                  <a:gd name="connsiteY7" fmla="*/ 151387 h 211470"/>
                  <a:gd name="connsiteX8" fmla="*/ 106153 w 212306"/>
                  <a:gd name="connsiteY8" fmla="*/ 211471 h 211470"/>
                  <a:gd name="connsiteX9" fmla="*/ 106153 w 212306"/>
                  <a:gd name="connsiteY9" fmla="*/ 15408 h 211470"/>
                  <a:gd name="connsiteX10" fmla="*/ 24566 w 212306"/>
                  <a:gd name="connsiteY10" fmla="*/ 66637 h 211470"/>
                  <a:gd name="connsiteX11" fmla="*/ 20771 w 212306"/>
                  <a:gd name="connsiteY11" fmla="*/ 135576 h 211470"/>
                  <a:gd name="connsiteX12" fmla="*/ 66941 w 212306"/>
                  <a:gd name="connsiteY12" fmla="*/ 186805 h 211470"/>
                  <a:gd name="connsiteX13" fmla="*/ 187108 w 212306"/>
                  <a:gd name="connsiteY13" fmla="*/ 144430 h 211470"/>
                  <a:gd name="connsiteX14" fmla="*/ 187108 w 212306"/>
                  <a:gd name="connsiteY14" fmla="*/ 144430 h 211470"/>
                  <a:gd name="connsiteX15" fmla="*/ 190903 w 212306"/>
                  <a:gd name="connsiteY15" fmla="*/ 75492 h 211470"/>
                  <a:gd name="connsiteX16" fmla="*/ 144734 w 212306"/>
                  <a:gd name="connsiteY16" fmla="*/ 24263 h 211470"/>
                  <a:gd name="connsiteX17" fmla="*/ 106153 w 212306"/>
                  <a:gd name="connsiteY17" fmla="*/ 15408 h 21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2306" h="211470">
                    <a:moveTo>
                      <a:pt x="106153" y="211471"/>
                    </a:moveTo>
                    <a:cubicBezTo>
                      <a:pt x="90974" y="211471"/>
                      <a:pt x="75163" y="208309"/>
                      <a:pt x="60616" y="201351"/>
                    </a:cubicBezTo>
                    <a:cubicBezTo>
                      <a:pt x="35318" y="189335"/>
                      <a:pt x="15712" y="167831"/>
                      <a:pt x="6225" y="141268"/>
                    </a:cubicBezTo>
                    <a:cubicBezTo>
                      <a:pt x="-3262" y="114704"/>
                      <a:pt x="-1997" y="85611"/>
                      <a:pt x="10652" y="60313"/>
                    </a:cubicBezTo>
                    <a:cubicBezTo>
                      <a:pt x="35950" y="7819"/>
                      <a:pt x="99196" y="-14950"/>
                      <a:pt x="151691" y="10349"/>
                    </a:cubicBezTo>
                    <a:cubicBezTo>
                      <a:pt x="176989" y="22365"/>
                      <a:pt x="196595" y="43869"/>
                      <a:pt x="206082" y="70432"/>
                    </a:cubicBezTo>
                    <a:cubicBezTo>
                      <a:pt x="215569" y="96996"/>
                      <a:pt x="214304" y="126089"/>
                      <a:pt x="201655" y="151387"/>
                    </a:cubicBezTo>
                    <a:lnTo>
                      <a:pt x="201655" y="151387"/>
                    </a:lnTo>
                    <a:cubicBezTo>
                      <a:pt x="183314" y="189335"/>
                      <a:pt x="145366" y="211471"/>
                      <a:pt x="106153" y="211471"/>
                    </a:cubicBezTo>
                    <a:close/>
                    <a:moveTo>
                      <a:pt x="106153" y="15408"/>
                    </a:moveTo>
                    <a:cubicBezTo>
                      <a:pt x="72633" y="15408"/>
                      <a:pt x="39745" y="34382"/>
                      <a:pt x="24566" y="66637"/>
                    </a:cubicBezTo>
                    <a:cubicBezTo>
                      <a:pt x="14447" y="88141"/>
                      <a:pt x="13182" y="112807"/>
                      <a:pt x="20771" y="135576"/>
                    </a:cubicBezTo>
                    <a:cubicBezTo>
                      <a:pt x="28993" y="158344"/>
                      <a:pt x="45437" y="176686"/>
                      <a:pt x="66941" y="186805"/>
                    </a:cubicBezTo>
                    <a:cubicBezTo>
                      <a:pt x="111846" y="208309"/>
                      <a:pt x="165605" y="189335"/>
                      <a:pt x="187108" y="144430"/>
                    </a:cubicBezTo>
                    <a:lnTo>
                      <a:pt x="187108" y="144430"/>
                    </a:lnTo>
                    <a:cubicBezTo>
                      <a:pt x="197228" y="122926"/>
                      <a:pt x="198493" y="98260"/>
                      <a:pt x="190903" y="75492"/>
                    </a:cubicBezTo>
                    <a:cubicBezTo>
                      <a:pt x="182681" y="52723"/>
                      <a:pt x="166237" y="34382"/>
                      <a:pt x="144734" y="24263"/>
                    </a:cubicBezTo>
                    <a:cubicBezTo>
                      <a:pt x="132084" y="17938"/>
                      <a:pt x="119435" y="15408"/>
                      <a:pt x="106153" y="15408"/>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3" name="Picture Placeholder 97">
                <a:extLst>
                  <a:ext uri="{FF2B5EF4-FFF2-40B4-BE49-F238E27FC236}">
                    <a16:creationId xmlns:a16="http://schemas.microsoft.com/office/drawing/2014/main" id="{F113D5C3-6CDC-C07C-4BBB-02567EEA061E}"/>
                  </a:ext>
                </a:extLst>
              </p:cNvPr>
              <p:cNvSpPr/>
              <p:nvPr/>
            </p:nvSpPr>
            <p:spPr>
              <a:xfrm>
                <a:off x="7190511" y="3216730"/>
                <a:ext cx="84246" cy="140406"/>
              </a:xfrm>
              <a:custGeom>
                <a:avLst/>
                <a:gdLst>
                  <a:gd name="connsiteX0" fmla="*/ 41623 w 84246"/>
                  <a:gd name="connsiteY0" fmla="*/ 140406 h 140406"/>
                  <a:gd name="connsiteX1" fmla="*/ 41623 w 84246"/>
                  <a:gd name="connsiteY1" fmla="*/ 140406 h 140406"/>
                  <a:gd name="connsiteX2" fmla="*/ 41623 w 84246"/>
                  <a:gd name="connsiteY2" fmla="*/ 140406 h 140406"/>
                  <a:gd name="connsiteX3" fmla="*/ 34666 w 84246"/>
                  <a:gd name="connsiteY3" fmla="*/ 126492 h 140406"/>
                  <a:gd name="connsiteX4" fmla="*/ 6205 w 84246"/>
                  <a:gd name="connsiteY4" fmla="*/ 69571 h 140406"/>
                  <a:gd name="connsiteX5" fmla="*/ 1146 w 84246"/>
                  <a:gd name="connsiteY5" fmla="*/ 55024 h 140406"/>
                  <a:gd name="connsiteX6" fmla="*/ 1778 w 84246"/>
                  <a:gd name="connsiteY6" fmla="*/ 30991 h 140406"/>
                  <a:gd name="connsiteX7" fmla="*/ 42256 w 84246"/>
                  <a:gd name="connsiteY7" fmla="*/ 0 h 140406"/>
                  <a:gd name="connsiteX8" fmla="*/ 82733 w 84246"/>
                  <a:gd name="connsiteY8" fmla="*/ 30991 h 140406"/>
                  <a:gd name="connsiteX9" fmla="*/ 83365 w 84246"/>
                  <a:gd name="connsiteY9" fmla="*/ 54392 h 140406"/>
                  <a:gd name="connsiteX10" fmla="*/ 83365 w 84246"/>
                  <a:gd name="connsiteY10" fmla="*/ 54392 h 140406"/>
                  <a:gd name="connsiteX11" fmla="*/ 78306 w 84246"/>
                  <a:gd name="connsiteY11" fmla="*/ 68938 h 140406"/>
                  <a:gd name="connsiteX12" fmla="*/ 41623 w 84246"/>
                  <a:gd name="connsiteY12" fmla="*/ 140406 h 140406"/>
                  <a:gd name="connsiteX13" fmla="*/ 41623 w 84246"/>
                  <a:gd name="connsiteY13" fmla="*/ 16444 h 140406"/>
                  <a:gd name="connsiteX14" fmla="*/ 16325 w 84246"/>
                  <a:gd name="connsiteY14" fmla="*/ 35418 h 140406"/>
                  <a:gd name="connsiteX15" fmla="*/ 16325 w 84246"/>
                  <a:gd name="connsiteY15" fmla="*/ 52494 h 140406"/>
                  <a:gd name="connsiteX16" fmla="*/ 20119 w 84246"/>
                  <a:gd name="connsiteY16" fmla="*/ 63246 h 140406"/>
                  <a:gd name="connsiteX17" fmla="*/ 41623 w 84246"/>
                  <a:gd name="connsiteY17" fmla="*/ 106253 h 140406"/>
                  <a:gd name="connsiteX18" fmla="*/ 63127 w 84246"/>
                  <a:gd name="connsiteY18" fmla="*/ 63246 h 140406"/>
                  <a:gd name="connsiteX19" fmla="*/ 66921 w 84246"/>
                  <a:gd name="connsiteY19" fmla="*/ 52494 h 140406"/>
                  <a:gd name="connsiteX20" fmla="*/ 66921 w 84246"/>
                  <a:gd name="connsiteY20" fmla="*/ 35418 h 140406"/>
                  <a:gd name="connsiteX21" fmla="*/ 41623 w 84246"/>
                  <a:gd name="connsiteY21" fmla="*/ 16444 h 14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4246" h="140406">
                    <a:moveTo>
                      <a:pt x="41623" y="140406"/>
                    </a:moveTo>
                    <a:lnTo>
                      <a:pt x="41623" y="140406"/>
                    </a:lnTo>
                    <a:lnTo>
                      <a:pt x="41623" y="140406"/>
                    </a:lnTo>
                    <a:lnTo>
                      <a:pt x="34666" y="126492"/>
                    </a:lnTo>
                    <a:lnTo>
                      <a:pt x="6205" y="69571"/>
                    </a:lnTo>
                    <a:cubicBezTo>
                      <a:pt x="3675" y="64511"/>
                      <a:pt x="1778" y="59451"/>
                      <a:pt x="1146" y="55024"/>
                    </a:cubicBezTo>
                    <a:cubicBezTo>
                      <a:pt x="-752" y="46802"/>
                      <a:pt x="-119" y="38580"/>
                      <a:pt x="1778" y="30991"/>
                    </a:cubicBezTo>
                    <a:cubicBezTo>
                      <a:pt x="6838" y="11384"/>
                      <a:pt x="20752" y="0"/>
                      <a:pt x="42256" y="0"/>
                    </a:cubicBezTo>
                    <a:cubicBezTo>
                      <a:pt x="63759" y="0"/>
                      <a:pt x="77673" y="10752"/>
                      <a:pt x="82733" y="30991"/>
                    </a:cubicBezTo>
                    <a:cubicBezTo>
                      <a:pt x="84630" y="38580"/>
                      <a:pt x="84630" y="46802"/>
                      <a:pt x="83365" y="54392"/>
                    </a:cubicBezTo>
                    <a:lnTo>
                      <a:pt x="83365" y="54392"/>
                    </a:lnTo>
                    <a:cubicBezTo>
                      <a:pt x="82101" y="58819"/>
                      <a:pt x="80836" y="63878"/>
                      <a:pt x="78306" y="68938"/>
                    </a:cubicBezTo>
                    <a:lnTo>
                      <a:pt x="41623" y="140406"/>
                    </a:lnTo>
                    <a:close/>
                    <a:moveTo>
                      <a:pt x="41623" y="16444"/>
                    </a:moveTo>
                    <a:cubicBezTo>
                      <a:pt x="27709" y="16444"/>
                      <a:pt x="19487" y="22136"/>
                      <a:pt x="16325" y="35418"/>
                    </a:cubicBezTo>
                    <a:cubicBezTo>
                      <a:pt x="15060" y="40477"/>
                      <a:pt x="15060" y="46802"/>
                      <a:pt x="16325" y="52494"/>
                    </a:cubicBezTo>
                    <a:cubicBezTo>
                      <a:pt x="16957" y="55656"/>
                      <a:pt x="18222" y="59451"/>
                      <a:pt x="20119" y="63246"/>
                    </a:cubicBezTo>
                    <a:lnTo>
                      <a:pt x="41623" y="106253"/>
                    </a:lnTo>
                    <a:lnTo>
                      <a:pt x="63127" y="63246"/>
                    </a:lnTo>
                    <a:cubicBezTo>
                      <a:pt x="65024" y="59451"/>
                      <a:pt x="66289" y="55656"/>
                      <a:pt x="66921" y="52494"/>
                    </a:cubicBezTo>
                    <a:cubicBezTo>
                      <a:pt x="68186" y="46802"/>
                      <a:pt x="68186" y="41110"/>
                      <a:pt x="66921" y="35418"/>
                    </a:cubicBezTo>
                    <a:cubicBezTo>
                      <a:pt x="63759" y="22136"/>
                      <a:pt x="55537" y="16444"/>
                      <a:pt x="41623" y="16444"/>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4" name="Picture Placeholder 97">
                <a:extLst>
                  <a:ext uri="{FF2B5EF4-FFF2-40B4-BE49-F238E27FC236}">
                    <a16:creationId xmlns:a16="http://schemas.microsoft.com/office/drawing/2014/main" id="{71112796-A564-A625-BEAE-F94520450F9C}"/>
                  </a:ext>
                </a:extLst>
              </p:cNvPr>
              <p:cNvSpPr/>
              <p:nvPr/>
            </p:nvSpPr>
            <p:spPr>
              <a:xfrm>
                <a:off x="7218220" y="3247720"/>
                <a:ext cx="27828" cy="27828"/>
              </a:xfrm>
              <a:custGeom>
                <a:avLst/>
                <a:gdLst>
                  <a:gd name="connsiteX0" fmla="*/ 27828 w 27828"/>
                  <a:gd name="connsiteY0" fmla="*/ 13914 h 27828"/>
                  <a:gd name="connsiteX1" fmla="*/ 13914 w 27828"/>
                  <a:gd name="connsiteY1" fmla="*/ 27828 h 27828"/>
                  <a:gd name="connsiteX2" fmla="*/ 0 w 27828"/>
                  <a:gd name="connsiteY2" fmla="*/ 13914 h 27828"/>
                  <a:gd name="connsiteX3" fmla="*/ 13914 w 27828"/>
                  <a:gd name="connsiteY3" fmla="*/ 0 h 27828"/>
                  <a:gd name="connsiteX4" fmla="*/ 27828 w 27828"/>
                  <a:gd name="connsiteY4" fmla="*/ 13914 h 27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28" h="27828">
                    <a:moveTo>
                      <a:pt x="27828" y="13914"/>
                    </a:moveTo>
                    <a:cubicBezTo>
                      <a:pt x="27828" y="21599"/>
                      <a:pt x="21599" y="27828"/>
                      <a:pt x="13914" y="27828"/>
                    </a:cubicBezTo>
                    <a:cubicBezTo>
                      <a:pt x="6230" y="27828"/>
                      <a:pt x="0" y="21599"/>
                      <a:pt x="0" y="13914"/>
                    </a:cubicBezTo>
                    <a:cubicBezTo>
                      <a:pt x="0" y="6230"/>
                      <a:pt x="6230" y="0"/>
                      <a:pt x="13914" y="0"/>
                    </a:cubicBezTo>
                    <a:cubicBezTo>
                      <a:pt x="21599" y="0"/>
                      <a:pt x="27828" y="6230"/>
                      <a:pt x="27828" y="13914"/>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36" name="Picture Placeholder 97">
              <a:extLst>
                <a:ext uri="{FF2B5EF4-FFF2-40B4-BE49-F238E27FC236}">
                  <a16:creationId xmlns:a16="http://schemas.microsoft.com/office/drawing/2014/main" id="{307C5F80-7C99-3ACA-B9C6-DFE075F9CAD2}"/>
                </a:ext>
              </a:extLst>
            </p:cNvPr>
            <p:cNvGrpSpPr/>
            <p:nvPr/>
          </p:nvGrpSpPr>
          <p:grpSpPr>
            <a:xfrm>
              <a:off x="7125981" y="3567516"/>
              <a:ext cx="212306" cy="211470"/>
              <a:chOff x="7125981" y="3567516"/>
              <a:chExt cx="212306" cy="211470"/>
            </a:xfrm>
            <a:grpFill/>
          </p:grpSpPr>
          <p:sp>
            <p:nvSpPr>
              <p:cNvPr id="47" name="Picture Placeholder 97">
                <a:extLst>
                  <a:ext uri="{FF2B5EF4-FFF2-40B4-BE49-F238E27FC236}">
                    <a16:creationId xmlns:a16="http://schemas.microsoft.com/office/drawing/2014/main" id="{DE2A41AA-8A2E-9C0A-6FE1-19603DA47710}"/>
                  </a:ext>
                </a:extLst>
              </p:cNvPr>
              <p:cNvSpPr/>
              <p:nvPr/>
            </p:nvSpPr>
            <p:spPr>
              <a:xfrm>
                <a:off x="7125981" y="3567516"/>
                <a:ext cx="212306" cy="211470"/>
              </a:xfrm>
              <a:custGeom>
                <a:avLst/>
                <a:gdLst>
                  <a:gd name="connsiteX0" fmla="*/ 106153 w 212306"/>
                  <a:gd name="connsiteY0" fmla="*/ 211471 h 211470"/>
                  <a:gd name="connsiteX1" fmla="*/ 60616 w 212306"/>
                  <a:gd name="connsiteY1" fmla="*/ 201351 h 211470"/>
                  <a:gd name="connsiteX2" fmla="*/ 6225 w 212306"/>
                  <a:gd name="connsiteY2" fmla="*/ 141268 h 211470"/>
                  <a:gd name="connsiteX3" fmla="*/ 10652 w 212306"/>
                  <a:gd name="connsiteY3" fmla="*/ 60313 h 211470"/>
                  <a:gd name="connsiteX4" fmla="*/ 151691 w 212306"/>
                  <a:gd name="connsiteY4" fmla="*/ 10349 h 211470"/>
                  <a:gd name="connsiteX5" fmla="*/ 206082 w 212306"/>
                  <a:gd name="connsiteY5" fmla="*/ 70432 h 211470"/>
                  <a:gd name="connsiteX6" fmla="*/ 201655 w 212306"/>
                  <a:gd name="connsiteY6" fmla="*/ 151387 h 211470"/>
                  <a:gd name="connsiteX7" fmla="*/ 106153 w 212306"/>
                  <a:gd name="connsiteY7" fmla="*/ 211471 h 211470"/>
                  <a:gd name="connsiteX8" fmla="*/ 106153 w 212306"/>
                  <a:gd name="connsiteY8" fmla="*/ 15408 h 211470"/>
                  <a:gd name="connsiteX9" fmla="*/ 24566 w 212306"/>
                  <a:gd name="connsiteY9" fmla="*/ 66637 h 211470"/>
                  <a:gd name="connsiteX10" fmla="*/ 20771 w 212306"/>
                  <a:gd name="connsiteY10" fmla="*/ 135576 h 211470"/>
                  <a:gd name="connsiteX11" fmla="*/ 66941 w 212306"/>
                  <a:gd name="connsiteY11" fmla="*/ 186805 h 211470"/>
                  <a:gd name="connsiteX12" fmla="*/ 187108 w 212306"/>
                  <a:gd name="connsiteY12" fmla="*/ 144430 h 211470"/>
                  <a:gd name="connsiteX13" fmla="*/ 190903 w 212306"/>
                  <a:gd name="connsiteY13" fmla="*/ 75492 h 211470"/>
                  <a:gd name="connsiteX14" fmla="*/ 144734 w 212306"/>
                  <a:gd name="connsiteY14" fmla="*/ 24263 h 211470"/>
                  <a:gd name="connsiteX15" fmla="*/ 106153 w 212306"/>
                  <a:gd name="connsiteY15" fmla="*/ 15408 h 21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306" h="211470">
                    <a:moveTo>
                      <a:pt x="106153" y="211471"/>
                    </a:moveTo>
                    <a:cubicBezTo>
                      <a:pt x="90974" y="211471"/>
                      <a:pt x="75163" y="208308"/>
                      <a:pt x="60616" y="201351"/>
                    </a:cubicBezTo>
                    <a:cubicBezTo>
                      <a:pt x="35318" y="189335"/>
                      <a:pt x="15712" y="167831"/>
                      <a:pt x="6225" y="141268"/>
                    </a:cubicBezTo>
                    <a:cubicBezTo>
                      <a:pt x="-3262" y="114704"/>
                      <a:pt x="-1997" y="85611"/>
                      <a:pt x="10652" y="60313"/>
                    </a:cubicBezTo>
                    <a:cubicBezTo>
                      <a:pt x="35950" y="7819"/>
                      <a:pt x="99196" y="-14950"/>
                      <a:pt x="151691" y="10349"/>
                    </a:cubicBezTo>
                    <a:cubicBezTo>
                      <a:pt x="176989" y="22365"/>
                      <a:pt x="196595" y="43869"/>
                      <a:pt x="206082" y="70432"/>
                    </a:cubicBezTo>
                    <a:cubicBezTo>
                      <a:pt x="215569" y="96996"/>
                      <a:pt x="214304" y="126089"/>
                      <a:pt x="201655" y="151387"/>
                    </a:cubicBezTo>
                    <a:cubicBezTo>
                      <a:pt x="183314" y="189335"/>
                      <a:pt x="145366" y="211471"/>
                      <a:pt x="106153" y="211471"/>
                    </a:cubicBezTo>
                    <a:close/>
                    <a:moveTo>
                      <a:pt x="106153" y="15408"/>
                    </a:moveTo>
                    <a:cubicBezTo>
                      <a:pt x="72633" y="15408"/>
                      <a:pt x="39745" y="34382"/>
                      <a:pt x="24566" y="66637"/>
                    </a:cubicBezTo>
                    <a:cubicBezTo>
                      <a:pt x="14447" y="88141"/>
                      <a:pt x="13182" y="112807"/>
                      <a:pt x="20771" y="135576"/>
                    </a:cubicBezTo>
                    <a:cubicBezTo>
                      <a:pt x="28993" y="158344"/>
                      <a:pt x="45437" y="176685"/>
                      <a:pt x="66941" y="186805"/>
                    </a:cubicBezTo>
                    <a:cubicBezTo>
                      <a:pt x="111846" y="208308"/>
                      <a:pt x="165605" y="189335"/>
                      <a:pt x="187108" y="144430"/>
                    </a:cubicBezTo>
                    <a:cubicBezTo>
                      <a:pt x="197228" y="122926"/>
                      <a:pt x="198493" y="98260"/>
                      <a:pt x="190903" y="75492"/>
                    </a:cubicBezTo>
                    <a:cubicBezTo>
                      <a:pt x="182681" y="52723"/>
                      <a:pt x="166237" y="34382"/>
                      <a:pt x="144734" y="24263"/>
                    </a:cubicBezTo>
                    <a:cubicBezTo>
                      <a:pt x="132084" y="17938"/>
                      <a:pt x="119435" y="15408"/>
                      <a:pt x="106153" y="15408"/>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8" name="Picture Placeholder 97">
                <a:extLst>
                  <a:ext uri="{FF2B5EF4-FFF2-40B4-BE49-F238E27FC236}">
                    <a16:creationId xmlns:a16="http://schemas.microsoft.com/office/drawing/2014/main" id="{963EA3A5-A286-D393-D6EE-01FBE4C91CA9}"/>
                  </a:ext>
                </a:extLst>
              </p:cNvPr>
              <p:cNvSpPr/>
              <p:nvPr/>
            </p:nvSpPr>
            <p:spPr>
              <a:xfrm>
                <a:off x="7183435" y="3612650"/>
                <a:ext cx="97398" cy="36682"/>
              </a:xfrm>
              <a:custGeom>
                <a:avLst/>
                <a:gdLst>
                  <a:gd name="connsiteX0" fmla="*/ 48699 w 97398"/>
                  <a:gd name="connsiteY0" fmla="*/ 36683 h 36682"/>
                  <a:gd name="connsiteX1" fmla="*/ 0 w 97398"/>
                  <a:gd name="connsiteY1" fmla="*/ 18341 h 36682"/>
                  <a:gd name="connsiteX2" fmla="*/ 48699 w 97398"/>
                  <a:gd name="connsiteY2" fmla="*/ 0 h 36682"/>
                  <a:gd name="connsiteX3" fmla="*/ 97399 w 97398"/>
                  <a:gd name="connsiteY3" fmla="*/ 18341 h 36682"/>
                  <a:gd name="connsiteX4" fmla="*/ 48699 w 97398"/>
                  <a:gd name="connsiteY4" fmla="*/ 36683 h 36682"/>
                  <a:gd name="connsiteX5" fmla="*/ 22769 w 97398"/>
                  <a:gd name="connsiteY5" fmla="*/ 18341 h 36682"/>
                  <a:gd name="connsiteX6" fmla="*/ 48067 w 97398"/>
                  <a:gd name="connsiteY6" fmla="*/ 20871 h 36682"/>
                  <a:gd name="connsiteX7" fmla="*/ 73365 w 97398"/>
                  <a:gd name="connsiteY7" fmla="*/ 18341 h 36682"/>
                  <a:gd name="connsiteX8" fmla="*/ 48067 w 97398"/>
                  <a:gd name="connsiteY8" fmla="*/ 15812 h 36682"/>
                  <a:gd name="connsiteX9" fmla="*/ 22769 w 97398"/>
                  <a:gd name="connsiteY9" fmla="*/ 18341 h 3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398" h="36682">
                    <a:moveTo>
                      <a:pt x="48699" y="36683"/>
                    </a:moveTo>
                    <a:cubicBezTo>
                      <a:pt x="34153" y="36683"/>
                      <a:pt x="0" y="34785"/>
                      <a:pt x="0" y="18341"/>
                    </a:cubicBezTo>
                    <a:cubicBezTo>
                      <a:pt x="0" y="1897"/>
                      <a:pt x="34153" y="0"/>
                      <a:pt x="48699" y="0"/>
                    </a:cubicBezTo>
                    <a:cubicBezTo>
                      <a:pt x="63246" y="0"/>
                      <a:pt x="97399" y="1897"/>
                      <a:pt x="97399" y="18341"/>
                    </a:cubicBezTo>
                    <a:cubicBezTo>
                      <a:pt x="97399" y="34785"/>
                      <a:pt x="63246" y="36683"/>
                      <a:pt x="48699" y="36683"/>
                    </a:cubicBezTo>
                    <a:close/>
                    <a:moveTo>
                      <a:pt x="22769" y="18341"/>
                    </a:moveTo>
                    <a:cubicBezTo>
                      <a:pt x="28461" y="19606"/>
                      <a:pt x="37315" y="20871"/>
                      <a:pt x="48067" y="20871"/>
                    </a:cubicBezTo>
                    <a:cubicBezTo>
                      <a:pt x="58819" y="20871"/>
                      <a:pt x="67673" y="19606"/>
                      <a:pt x="73365" y="18341"/>
                    </a:cubicBezTo>
                    <a:cubicBezTo>
                      <a:pt x="67673" y="17076"/>
                      <a:pt x="58819" y="15812"/>
                      <a:pt x="48067" y="15812"/>
                    </a:cubicBezTo>
                    <a:cubicBezTo>
                      <a:pt x="37315" y="15812"/>
                      <a:pt x="29093" y="17076"/>
                      <a:pt x="22769" y="18341"/>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9" name="Picture Placeholder 97">
                <a:extLst>
                  <a:ext uri="{FF2B5EF4-FFF2-40B4-BE49-F238E27FC236}">
                    <a16:creationId xmlns:a16="http://schemas.microsoft.com/office/drawing/2014/main" id="{CE49F4C4-5055-F849-17E5-FA50147E579E}"/>
                  </a:ext>
                </a:extLst>
              </p:cNvPr>
              <p:cNvSpPr/>
              <p:nvPr/>
            </p:nvSpPr>
            <p:spPr>
              <a:xfrm>
                <a:off x="7183435" y="3679690"/>
                <a:ext cx="93604" cy="29725"/>
              </a:xfrm>
              <a:custGeom>
                <a:avLst/>
                <a:gdLst>
                  <a:gd name="connsiteX0" fmla="*/ 48699 w 93604"/>
                  <a:gd name="connsiteY0" fmla="*/ 29726 h 29725"/>
                  <a:gd name="connsiteX1" fmla="*/ 0 w 93604"/>
                  <a:gd name="connsiteY1" fmla="*/ 11384 h 29725"/>
                  <a:gd name="connsiteX2" fmla="*/ 0 w 93604"/>
                  <a:gd name="connsiteY2" fmla="*/ 0 h 29725"/>
                  <a:gd name="connsiteX3" fmla="*/ 15812 w 93604"/>
                  <a:gd name="connsiteY3" fmla="*/ 0 h 29725"/>
                  <a:gd name="connsiteX4" fmla="*/ 15812 w 93604"/>
                  <a:gd name="connsiteY4" fmla="*/ 8854 h 29725"/>
                  <a:gd name="connsiteX5" fmla="*/ 48699 w 93604"/>
                  <a:gd name="connsiteY5" fmla="*/ 13914 h 29725"/>
                  <a:gd name="connsiteX6" fmla="*/ 82852 w 93604"/>
                  <a:gd name="connsiteY6" fmla="*/ 7590 h 29725"/>
                  <a:gd name="connsiteX7" fmla="*/ 93604 w 93604"/>
                  <a:gd name="connsiteY7" fmla="*/ 18974 h 29725"/>
                  <a:gd name="connsiteX8" fmla="*/ 48699 w 93604"/>
                  <a:gd name="connsiteY8" fmla="*/ 29726 h 2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604" h="29725">
                    <a:moveTo>
                      <a:pt x="48699" y="29726"/>
                    </a:moveTo>
                    <a:cubicBezTo>
                      <a:pt x="34153" y="29726"/>
                      <a:pt x="0" y="27828"/>
                      <a:pt x="0" y="11384"/>
                    </a:cubicBezTo>
                    <a:lnTo>
                      <a:pt x="0" y="0"/>
                    </a:lnTo>
                    <a:lnTo>
                      <a:pt x="15812" y="0"/>
                    </a:lnTo>
                    <a:lnTo>
                      <a:pt x="15812" y="8854"/>
                    </a:lnTo>
                    <a:cubicBezTo>
                      <a:pt x="19606" y="10752"/>
                      <a:pt x="30991" y="13914"/>
                      <a:pt x="48699" y="13914"/>
                    </a:cubicBezTo>
                    <a:cubicBezTo>
                      <a:pt x="68306" y="13914"/>
                      <a:pt x="80955" y="9487"/>
                      <a:pt x="82852" y="7590"/>
                    </a:cubicBezTo>
                    <a:lnTo>
                      <a:pt x="93604" y="18974"/>
                    </a:lnTo>
                    <a:cubicBezTo>
                      <a:pt x="86015" y="26563"/>
                      <a:pt x="64511" y="29726"/>
                      <a:pt x="48699" y="2972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0" name="Picture Placeholder 97">
                <a:extLst>
                  <a:ext uri="{FF2B5EF4-FFF2-40B4-BE49-F238E27FC236}">
                    <a16:creationId xmlns:a16="http://schemas.microsoft.com/office/drawing/2014/main" id="{48FEE31F-E183-AF73-48F6-C92B4F85B60C}"/>
                  </a:ext>
                </a:extLst>
              </p:cNvPr>
              <p:cNvSpPr/>
              <p:nvPr/>
            </p:nvSpPr>
            <p:spPr>
              <a:xfrm>
                <a:off x="7183435" y="3651862"/>
                <a:ext cx="93604" cy="29725"/>
              </a:xfrm>
              <a:custGeom>
                <a:avLst/>
                <a:gdLst>
                  <a:gd name="connsiteX0" fmla="*/ 48699 w 93604"/>
                  <a:gd name="connsiteY0" fmla="*/ 29726 h 29725"/>
                  <a:gd name="connsiteX1" fmla="*/ 0 w 93604"/>
                  <a:gd name="connsiteY1" fmla="*/ 11384 h 29725"/>
                  <a:gd name="connsiteX2" fmla="*/ 0 w 93604"/>
                  <a:gd name="connsiteY2" fmla="*/ 0 h 29725"/>
                  <a:gd name="connsiteX3" fmla="*/ 15812 w 93604"/>
                  <a:gd name="connsiteY3" fmla="*/ 0 h 29725"/>
                  <a:gd name="connsiteX4" fmla="*/ 15812 w 93604"/>
                  <a:gd name="connsiteY4" fmla="*/ 8854 h 29725"/>
                  <a:gd name="connsiteX5" fmla="*/ 48699 w 93604"/>
                  <a:gd name="connsiteY5" fmla="*/ 13914 h 29725"/>
                  <a:gd name="connsiteX6" fmla="*/ 82852 w 93604"/>
                  <a:gd name="connsiteY6" fmla="*/ 7590 h 29725"/>
                  <a:gd name="connsiteX7" fmla="*/ 93604 w 93604"/>
                  <a:gd name="connsiteY7" fmla="*/ 18974 h 29725"/>
                  <a:gd name="connsiteX8" fmla="*/ 48699 w 93604"/>
                  <a:gd name="connsiteY8" fmla="*/ 29726 h 2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604" h="29725">
                    <a:moveTo>
                      <a:pt x="48699" y="29726"/>
                    </a:moveTo>
                    <a:cubicBezTo>
                      <a:pt x="34153" y="29726"/>
                      <a:pt x="0" y="27828"/>
                      <a:pt x="0" y="11384"/>
                    </a:cubicBezTo>
                    <a:lnTo>
                      <a:pt x="0" y="0"/>
                    </a:lnTo>
                    <a:lnTo>
                      <a:pt x="15812" y="0"/>
                    </a:lnTo>
                    <a:lnTo>
                      <a:pt x="15812" y="8854"/>
                    </a:lnTo>
                    <a:cubicBezTo>
                      <a:pt x="19606" y="10752"/>
                      <a:pt x="30991" y="13914"/>
                      <a:pt x="48699" y="13914"/>
                    </a:cubicBezTo>
                    <a:cubicBezTo>
                      <a:pt x="68306" y="13914"/>
                      <a:pt x="80955" y="9487"/>
                      <a:pt x="82852" y="7590"/>
                    </a:cubicBezTo>
                    <a:lnTo>
                      <a:pt x="93604" y="18974"/>
                    </a:lnTo>
                    <a:cubicBezTo>
                      <a:pt x="86015" y="26563"/>
                      <a:pt x="64511" y="29726"/>
                      <a:pt x="48699" y="2972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1" name="Picture Placeholder 97">
                <a:extLst>
                  <a:ext uri="{FF2B5EF4-FFF2-40B4-BE49-F238E27FC236}">
                    <a16:creationId xmlns:a16="http://schemas.microsoft.com/office/drawing/2014/main" id="{407D93D1-87CF-9827-3BD9-4352C94C086D}"/>
                  </a:ext>
                </a:extLst>
              </p:cNvPr>
              <p:cNvSpPr/>
              <p:nvPr/>
            </p:nvSpPr>
            <p:spPr>
              <a:xfrm>
                <a:off x="7183435" y="3630991"/>
                <a:ext cx="97398" cy="108150"/>
              </a:xfrm>
              <a:custGeom>
                <a:avLst/>
                <a:gdLst>
                  <a:gd name="connsiteX0" fmla="*/ 48699 w 97398"/>
                  <a:gd name="connsiteY0" fmla="*/ 108151 h 108150"/>
                  <a:gd name="connsiteX1" fmla="*/ 0 w 97398"/>
                  <a:gd name="connsiteY1" fmla="*/ 89809 h 108150"/>
                  <a:gd name="connsiteX2" fmla="*/ 0 w 97398"/>
                  <a:gd name="connsiteY2" fmla="*/ 75895 h 108150"/>
                  <a:gd name="connsiteX3" fmla="*/ 15812 w 97398"/>
                  <a:gd name="connsiteY3" fmla="*/ 75895 h 108150"/>
                  <a:gd name="connsiteX4" fmla="*/ 15812 w 97398"/>
                  <a:gd name="connsiteY4" fmla="*/ 87279 h 108150"/>
                  <a:gd name="connsiteX5" fmla="*/ 48699 w 97398"/>
                  <a:gd name="connsiteY5" fmla="*/ 92339 h 108150"/>
                  <a:gd name="connsiteX6" fmla="*/ 81587 w 97398"/>
                  <a:gd name="connsiteY6" fmla="*/ 87279 h 108150"/>
                  <a:gd name="connsiteX7" fmla="*/ 81587 w 97398"/>
                  <a:gd name="connsiteY7" fmla="*/ 0 h 108150"/>
                  <a:gd name="connsiteX8" fmla="*/ 97399 w 97398"/>
                  <a:gd name="connsiteY8" fmla="*/ 0 h 108150"/>
                  <a:gd name="connsiteX9" fmla="*/ 97399 w 97398"/>
                  <a:gd name="connsiteY9" fmla="*/ 89809 h 108150"/>
                  <a:gd name="connsiteX10" fmla="*/ 48699 w 97398"/>
                  <a:gd name="connsiteY10" fmla="*/ 108151 h 10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98" h="108150">
                    <a:moveTo>
                      <a:pt x="48699" y="108151"/>
                    </a:moveTo>
                    <a:cubicBezTo>
                      <a:pt x="34153" y="108151"/>
                      <a:pt x="0" y="106253"/>
                      <a:pt x="0" y="89809"/>
                    </a:cubicBezTo>
                    <a:lnTo>
                      <a:pt x="0" y="75895"/>
                    </a:lnTo>
                    <a:lnTo>
                      <a:pt x="15812" y="75895"/>
                    </a:lnTo>
                    <a:lnTo>
                      <a:pt x="15812" y="87279"/>
                    </a:lnTo>
                    <a:cubicBezTo>
                      <a:pt x="19606" y="89177"/>
                      <a:pt x="30991" y="92339"/>
                      <a:pt x="48699" y="92339"/>
                    </a:cubicBezTo>
                    <a:cubicBezTo>
                      <a:pt x="66408" y="92339"/>
                      <a:pt x="77793" y="89809"/>
                      <a:pt x="81587" y="87279"/>
                    </a:cubicBezTo>
                    <a:lnTo>
                      <a:pt x="81587" y="0"/>
                    </a:lnTo>
                    <a:lnTo>
                      <a:pt x="97399" y="0"/>
                    </a:lnTo>
                    <a:lnTo>
                      <a:pt x="97399" y="89809"/>
                    </a:lnTo>
                    <a:cubicBezTo>
                      <a:pt x="96766" y="106253"/>
                      <a:pt x="63246" y="108151"/>
                      <a:pt x="48699" y="108151"/>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37" name="Picture Placeholder 97">
              <a:extLst>
                <a:ext uri="{FF2B5EF4-FFF2-40B4-BE49-F238E27FC236}">
                  <a16:creationId xmlns:a16="http://schemas.microsoft.com/office/drawing/2014/main" id="{AA7E0CBF-A989-CBBF-E302-E688ED7CB995}"/>
                </a:ext>
              </a:extLst>
            </p:cNvPr>
            <p:cNvSpPr/>
            <p:nvPr/>
          </p:nvSpPr>
          <p:spPr>
            <a:xfrm rot="-2700000">
              <a:off x="7519807" y="3357569"/>
              <a:ext cx="30990" cy="15811"/>
            </a:xfrm>
            <a:custGeom>
              <a:avLst/>
              <a:gdLst>
                <a:gd name="connsiteX0" fmla="*/ 0 w 30990"/>
                <a:gd name="connsiteY0" fmla="*/ 0 h 15811"/>
                <a:gd name="connsiteX1" fmla="*/ 30990 w 30990"/>
                <a:gd name="connsiteY1" fmla="*/ 0 h 15811"/>
                <a:gd name="connsiteX2" fmla="*/ 30990 w 30990"/>
                <a:gd name="connsiteY2" fmla="*/ 15811 h 15811"/>
                <a:gd name="connsiteX3" fmla="*/ 0 w 30990"/>
                <a:gd name="connsiteY3" fmla="*/ 15811 h 15811"/>
              </a:gdLst>
              <a:ahLst/>
              <a:cxnLst>
                <a:cxn ang="0">
                  <a:pos x="connsiteX0" y="connsiteY0"/>
                </a:cxn>
                <a:cxn ang="0">
                  <a:pos x="connsiteX1" y="connsiteY1"/>
                </a:cxn>
                <a:cxn ang="0">
                  <a:pos x="connsiteX2" y="connsiteY2"/>
                </a:cxn>
                <a:cxn ang="0">
                  <a:pos x="connsiteX3" y="connsiteY3"/>
                </a:cxn>
              </a:cxnLst>
              <a:rect l="l" t="t" r="r" b="b"/>
              <a:pathLst>
                <a:path w="30990" h="15811">
                  <a:moveTo>
                    <a:pt x="0" y="0"/>
                  </a:moveTo>
                  <a:lnTo>
                    <a:pt x="30990" y="0"/>
                  </a:lnTo>
                  <a:lnTo>
                    <a:pt x="30990" y="15811"/>
                  </a:lnTo>
                  <a:lnTo>
                    <a:pt x="0" y="15811"/>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8" name="Picture Placeholder 97">
              <a:extLst>
                <a:ext uri="{FF2B5EF4-FFF2-40B4-BE49-F238E27FC236}">
                  <a16:creationId xmlns:a16="http://schemas.microsoft.com/office/drawing/2014/main" id="{BB8899F6-8ACB-76F5-8BBE-510706245B81}"/>
                </a:ext>
              </a:extLst>
            </p:cNvPr>
            <p:cNvSpPr/>
            <p:nvPr/>
          </p:nvSpPr>
          <p:spPr>
            <a:xfrm rot="-2700486">
              <a:off x="7297780" y="3577759"/>
              <a:ext cx="32887" cy="15811"/>
            </a:xfrm>
            <a:custGeom>
              <a:avLst/>
              <a:gdLst>
                <a:gd name="connsiteX0" fmla="*/ 0 w 32887"/>
                <a:gd name="connsiteY0" fmla="*/ 0 h 15811"/>
                <a:gd name="connsiteX1" fmla="*/ 32888 w 32887"/>
                <a:gd name="connsiteY1" fmla="*/ 0 h 15811"/>
                <a:gd name="connsiteX2" fmla="*/ 32888 w 32887"/>
                <a:gd name="connsiteY2" fmla="*/ 15811 h 15811"/>
                <a:gd name="connsiteX3" fmla="*/ 0 w 32887"/>
                <a:gd name="connsiteY3" fmla="*/ 15811 h 15811"/>
              </a:gdLst>
              <a:ahLst/>
              <a:cxnLst>
                <a:cxn ang="0">
                  <a:pos x="connsiteX0" y="connsiteY0"/>
                </a:cxn>
                <a:cxn ang="0">
                  <a:pos x="connsiteX1" y="connsiteY1"/>
                </a:cxn>
                <a:cxn ang="0">
                  <a:pos x="connsiteX2" y="connsiteY2"/>
                </a:cxn>
                <a:cxn ang="0">
                  <a:pos x="connsiteX3" y="connsiteY3"/>
                </a:cxn>
              </a:cxnLst>
              <a:rect l="l" t="t" r="r" b="b"/>
              <a:pathLst>
                <a:path w="32887" h="15811">
                  <a:moveTo>
                    <a:pt x="0" y="0"/>
                  </a:moveTo>
                  <a:lnTo>
                    <a:pt x="32888" y="0"/>
                  </a:lnTo>
                  <a:lnTo>
                    <a:pt x="32888" y="15811"/>
                  </a:lnTo>
                  <a:lnTo>
                    <a:pt x="0" y="15811"/>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9" name="Picture Placeholder 97">
              <a:extLst>
                <a:ext uri="{FF2B5EF4-FFF2-40B4-BE49-F238E27FC236}">
                  <a16:creationId xmlns:a16="http://schemas.microsoft.com/office/drawing/2014/main" id="{0BB39BE9-A65C-7C6A-5711-9016DBEB30BD}"/>
                </a:ext>
              </a:extLst>
            </p:cNvPr>
            <p:cNvSpPr/>
            <p:nvPr/>
          </p:nvSpPr>
          <p:spPr>
            <a:xfrm rot="-2700000">
              <a:off x="7304779" y="3354826"/>
              <a:ext cx="15811" cy="30357"/>
            </a:xfrm>
            <a:custGeom>
              <a:avLst/>
              <a:gdLst>
                <a:gd name="connsiteX0" fmla="*/ 0 w 15811"/>
                <a:gd name="connsiteY0" fmla="*/ 0 h 30357"/>
                <a:gd name="connsiteX1" fmla="*/ 15811 w 15811"/>
                <a:gd name="connsiteY1" fmla="*/ 0 h 30357"/>
                <a:gd name="connsiteX2" fmla="*/ 15811 w 15811"/>
                <a:gd name="connsiteY2" fmla="*/ 30358 h 30357"/>
                <a:gd name="connsiteX3" fmla="*/ 0 w 15811"/>
                <a:gd name="connsiteY3" fmla="*/ 30358 h 30357"/>
              </a:gdLst>
              <a:ahLst/>
              <a:cxnLst>
                <a:cxn ang="0">
                  <a:pos x="connsiteX0" y="connsiteY0"/>
                </a:cxn>
                <a:cxn ang="0">
                  <a:pos x="connsiteX1" y="connsiteY1"/>
                </a:cxn>
                <a:cxn ang="0">
                  <a:pos x="connsiteX2" y="connsiteY2"/>
                </a:cxn>
                <a:cxn ang="0">
                  <a:pos x="connsiteX3" y="connsiteY3"/>
                </a:cxn>
              </a:cxnLst>
              <a:rect l="l" t="t" r="r" b="b"/>
              <a:pathLst>
                <a:path w="15811" h="30357">
                  <a:moveTo>
                    <a:pt x="0" y="0"/>
                  </a:moveTo>
                  <a:lnTo>
                    <a:pt x="15811" y="0"/>
                  </a:lnTo>
                  <a:lnTo>
                    <a:pt x="15811" y="30358"/>
                  </a:lnTo>
                  <a:lnTo>
                    <a:pt x="0" y="30358"/>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0" name="Picture Placeholder 97">
              <a:extLst>
                <a:ext uri="{FF2B5EF4-FFF2-40B4-BE49-F238E27FC236}">
                  <a16:creationId xmlns:a16="http://schemas.microsoft.com/office/drawing/2014/main" id="{96AD55FD-D08E-E4FB-E563-0C594E3EF021}"/>
                </a:ext>
              </a:extLst>
            </p:cNvPr>
            <p:cNvSpPr/>
            <p:nvPr/>
          </p:nvSpPr>
          <p:spPr>
            <a:xfrm rot="-2700000">
              <a:off x="7523720" y="3570128"/>
              <a:ext cx="15811" cy="29092"/>
            </a:xfrm>
            <a:custGeom>
              <a:avLst/>
              <a:gdLst>
                <a:gd name="connsiteX0" fmla="*/ 0 w 15811"/>
                <a:gd name="connsiteY0" fmla="*/ 0 h 29092"/>
                <a:gd name="connsiteX1" fmla="*/ 15811 w 15811"/>
                <a:gd name="connsiteY1" fmla="*/ 0 h 29092"/>
                <a:gd name="connsiteX2" fmla="*/ 15811 w 15811"/>
                <a:gd name="connsiteY2" fmla="*/ 29093 h 29092"/>
                <a:gd name="connsiteX3" fmla="*/ 0 w 15811"/>
                <a:gd name="connsiteY3" fmla="*/ 29093 h 29092"/>
              </a:gdLst>
              <a:ahLst/>
              <a:cxnLst>
                <a:cxn ang="0">
                  <a:pos x="connsiteX0" y="connsiteY0"/>
                </a:cxn>
                <a:cxn ang="0">
                  <a:pos x="connsiteX1" y="connsiteY1"/>
                </a:cxn>
                <a:cxn ang="0">
                  <a:pos x="connsiteX2" y="connsiteY2"/>
                </a:cxn>
                <a:cxn ang="0">
                  <a:pos x="connsiteX3" y="connsiteY3"/>
                </a:cxn>
              </a:cxnLst>
              <a:rect l="l" t="t" r="r" b="b"/>
              <a:pathLst>
                <a:path w="15811" h="29092">
                  <a:moveTo>
                    <a:pt x="0" y="0"/>
                  </a:moveTo>
                  <a:lnTo>
                    <a:pt x="15811" y="0"/>
                  </a:lnTo>
                  <a:lnTo>
                    <a:pt x="15811" y="29093"/>
                  </a:lnTo>
                  <a:lnTo>
                    <a:pt x="0" y="2909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1" name="Picture Placeholder 97">
              <a:extLst>
                <a:ext uri="{FF2B5EF4-FFF2-40B4-BE49-F238E27FC236}">
                  <a16:creationId xmlns:a16="http://schemas.microsoft.com/office/drawing/2014/main" id="{9D84C5E9-448B-03D6-D035-6A9CB844B5DD}"/>
                </a:ext>
              </a:extLst>
            </p:cNvPr>
            <p:cNvSpPr/>
            <p:nvPr/>
          </p:nvSpPr>
          <p:spPr>
            <a:xfrm>
              <a:off x="7332063" y="3384964"/>
              <a:ext cx="181516" cy="182780"/>
            </a:xfrm>
            <a:custGeom>
              <a:avLst/>
              <a:gdLst>
                <a:gd name="connsiteX0" fmla="*/ 181516 w 181516"/>
                <a:gd name="connsiteY0" fmla="*/ 106253 h 182780"/>
                <a:gd name="connsiteX1" fmla="*/ 172662 w 181516"/>
                <a:gd name="connsiteY1" fmla="*/ 108783 h 182780"/>
                <a:gd name="connsiteX2" fmla="*/ 163807 w 181516"/>
                <a:gd name="connsiteY2" fmla="*/ 110681 h 182780"/>
                <a:gd name="connsiteX3" fmla="*/ 160012 w 181516"/>
                <a:gd name="connsiteY3" fmla="*/ 120167 h 182780"/>
                <a:gd name="connsiteX4" fmla="*/ 155585 w 181516"/>
                <a:gd name="connsiteY4" fmla="*/ 129022 h 182780"/>
                <a:gd name="connsiteX5" fmla="*/ 160012 w 181516"/>
                <a:gd name="connsiteY5" fmla="*/ 137244 h 182780"/>
                <a:gd name="connsiteX6" fmla="*/ 165072 w 181516"/>
                <a:gd name="connsiteY6" fmla="*/ 144833 h 182780"/>
                <a:gd name="connsiteX7" fmla="*/ 144833 w 181516"/>
                <a:gd name="connsiteY7" fmla="*/ 165705 h 182780"/>
                <a:gd name="connsiteX8" fmla="*/ 128389 w 181516"/>
                <a:gd name="connsiteY8" fmla="*/ 156218 h 182780"/>
                <a:gd name="connsiteX9" fmla="*/ 110681 w 181516"/>
                <a:gd name="connsiteY9" fmla="*/ 163175 h 182780"/>
                <a:gd name="connsiteX10" fmla="*/ 107518 w 181516"/>
                <a:gd name="connsiteY10" fmla="*/ 172662 h 182780"/>
                <a:gd name="connsiteX11" fmla="*/ 104356 w 181516"/>
                <a:gd name="connsiteY11" fmla="*/ 182781 h 182780"/>
                <a:gd name="connsiteX12" fmla="*/ 76528 w 181516"/>
                <a:gd name="connsiteY12" fmla="*/ 182781 h 182780"/>
                <a:gd name="connsiteX13" fmla="*/ 73998 w 181516"/>
                <a:gd name="connsiteY13" fmla="*/ 173294 h 182780"/>
                <a:gd name="connsiteX14" fmla="*/ 71468 w 181516"/>
                <a:gd name="connsiteY14" fmla="*/ 163807 h 182780"/>
                <a:gd name="connsiteX15" fmla="*/ 53759 w 181516"/>
                <a:gd name="connsiteY15" fmla="*/ 155585 h 182780"/>
                <a:gd name="connsiteX16" fmla="*/ 44905 w 181516"/>
                <a:gd name="connsiteY16" fmla="*/ 160012 h 182780"/>
                <a:gd name="connsiteX17" fmla="*/ 36683 w 181516"/>
                <a:gd name="connsiteY17" fmla="*/ 164440 h 182780"/>
                <a:gd name="connsiteX18" fmla="*/ 16444 w 181516"/>
                <a:gd name="connsiteY18" fmla="*/ 144833 h 182780"/>
                <a:gd name="connsiteX19" fmla="*/ 25298 w 181516"/>
                <a:gd name="connsiteY19" fmla="*/ 128389 h 182780"/>
                <a:gd name="connsiteX20" fmla="*/ 21504 w 181516"/>
                <a:gd name="connsiteY20" fmla="*/ 118902 h 182780"/>
                <a:gd name="connsiteX21" fmla="*/ 18341 w 181516"/>
                <a:gd name="connsiteY21" fmla="*/ 108783 h 182780"/>
                <a:gd name="connsiteX22" fmla="*/ 8854 w 181516"/>
                <a:gd name="connsiteY22" fmla="*/ 106886 h 182780"/>
                <a:gd name="connsiteX23" fmla="*/ 0 w 181516"/>
                <a:gd name="connsiteY23" fmla="*/ 104356 h 182780"/>
                <a:gd name="connsiteX24" fmla="*/ 0 w 181516"/>
                <a:gd name="connsiteY24" fmla="*/ 76528 h 182780"/>
                <a:gd name="connsiteX25" fmla="*/ 8854 w 181516"/>
                <a:gd name="connsiteY25" fmla="*/ 73998 h 182780"/>
                <a:gd name="connsiteX26" fmla="*/ 17709 w 181516"/>
                <a:gd name="connsiteY26" fmla="*/ 72100 h 182780"/>
                <a:gd name="connsiteX27" fmla="*/ 22136 w 181516"/>
                <a:gd name="connsiteY27" fmla="*/ 62614 h 182780"/>
                <a:gd name="connsiteX28" fmla="*/ 26563 w 181516"/>
                <a:gd name="connsiteY28" fmla="*/ 53759 h 182780"/>
                <a:gd name="connsiteX29" fmla="*/ 17076 w 181516"/>
                <a:gd name="connsiteY29" fmla="*/ 37948 h 182780"/>
                <a:gd name="connsiteX30" fmla="*/ 37315 w 181516"/>
                <a:gd name="connsiteY30" fmla="*/ 17076 h 182780"/>
                <a:gd name="connsiteX31" fmla="*/ 53759 w 181516"/>
                <a:gd name="connsiteY31" fmla="*/ 26563 h 182780"/>
                <a:gd name="connsiteX32" fmla="*/ 72100 w 181516"/>
                <a:gd name="connsiteY32" fmla="*/ 19606 h 182780"/>
                <a:gd name="connsiteX33" fmla="*/ 74630 w 181516"/>
                <a:gd name="connsiteY33" fmla="*/ 9487 h 182780"/>
                <a:gd name="connsiteX34" fmla="*/ 77160 w 181516"/>
                <a:gd name="connsiteY34" fmla="*/ 0 h 182780"/>
                <a:gd name="connsiteX35" fmla="*/ 104988 w 181516"/>
                <a:gd name="connsiteY35" fmla="*/ 0 h 182780"/>
                <a:gd name="connsiteX36" fmla="*/ 110048 w 181516"/>
                <a:gd name="connsiteY36" fmla="*/ 18341 h 182780"/>
                <a:gd name="connsiteX37" fmla="*/ 118903 w 181516"/>
                <a:gd name="connsiteY37" fmla="*/ 22136 h 182780"/>
                <a:gd name="connsiteX38" fmla="*/ 127757 w 181516"/>
                <a:gd name="connsiteY38" fmla="*/ 26563 h 182780"/>
                <a:gd name="connsiteX39" fmla="*/ 136611 w 181516"/>
                <a:gd name="connsiteY39" fmla="*/ 22136 h 182780"/>
                <a:gd name="connsiteX40" fmla="*/ 144833 w 181516"/>
                <a:gd name="connsiteY40" fmla="*/ 17709 h 182780"/>
                <a:gd name="connsiteX41" fmla="*/ 155585 w 181516"/>
                <a:gd name="connsiteY41" fmla="*/ 27196 h 182780"/>
                <a:gd name="connsiteX42" fmla="*/ 165705 w 181516"/>
                <a:gd name="connsiteY42" fmla="*/ 37315 h 182780"/>
                <a:gd name="connsiteX43" fmla="*/ 156218 w 181516"/>
                <a:gd name="connsiteY43" fmla="*/ 53759 h 182780"/>
                <a:gd name="connsiteX44" fmla="*/ 163175 w 181516"/>
                <a:gd name="connsiteY44" fmla="*/ 72733 h 182780"/>
                <a:gd name="connsiteX45" fmla="*/ 172662 w 181516"/>
                <a:gd name="connsiteY45" fmla="*/ 74630 h 182780"/>
                <a:gd name="connsiteX46" fmla="*/ 181516 w 181516"/>
                <a:gd name="connsiteY46" fmla="*/ 77160 h 182780"/>
                <a:gd name="connsiteX47" fmla="*/ 181516 w 181516"/>
                <a:gd name="connsiteY47" fmla="*/ 106253 h 182780"/>
                <a:gd name="connsiteX48" fmla="*/ 141039 w 181516"/>
                <a:gd name="connsiteY48" fmla="*/ 118270 h 182780"/>
                <a:gd name="connsiteX49" fmla="*/ 147996 w 181516"/>
                <a:gd name="connsiteY49" fmla="*/ 86015 h 182780"/>
                <a:gd name="connsiteX50" fmla="*/ 137244 w 181516"/>
                <a:gd name="connsiteY50" fmla="*/ 58819 h 182780"/>
                <a:gd name="connsiteX51" fmla="*/ 114475 w 181516"/>
                <a:gd name="connsiteY51" fmla="*/ 40477 h 182780"/>
                <a:gd name="connsiteX52" fmla="*/ 86015 w 181516"/>
                <a:gd name="connsiteY52" fmla="*/ 34785 h 182780"/>
                <a:gd name="connsiteX53" fmla="*/ 50597 w 181516"/>
                <a:gd name="connsiteY53" fmla="*/ 49964 h 182780"/>
                <a:gd name="connsiteX54" fmla="*/ 34785 w 181516"/>
                <a:gd name="connsiteY54" fmla="*/ 80322 h 182780"/>
                <a:gd name="connsiteX55" fmla="*/ 38580 w 181516"/>
                <a:gd name="connsiteY55" fmla="*/ 114475 h 182780"/>
                <a:gd name="connsiteX56" fmla="*/ 61981 w 181516"/>
                <a:gd name="connsiteY56" fmla="*/ 140406 h 182780"/>
                <a:gd name="connsiteX57" fmla="*/ 107518 w 181516"/>
                <a:gd name="connsiteY57" fmla="*/ 144201 h 182780"/>
                <a:gd name="connsiteX58" fmla="*/ 141039 w 181516"/>
                <a:gd name="connsiteY58" fmla="*/ 118270 h 18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1516" h="182780">
                  <a:moveTo>
                    <a:pt x="181516" y="106253"/>
                  </a:moveTo>
                  <a:cubicBezTo>
                    <a:pt x="180251" y="106886"/>
                    <a:pt x="177089" y="107518"/>
                    <a:pt x="172662" y="108783"/>
                  </a:cubicBezTo>
                  <a:cubicBezTo>
                    <a:pt x="168867" y="110048"/>
                    <a:pt x="166337" y="110681"/>
                    <a:pt x="163807" y="110681"/>
                  </a:cubicBezTo>
                  <a:cubicBezTo>
                    <a:pt x="163175" y="111945"/>
                    <a:pt x="161277" y="115108"/>
                    <a:pt x="160012" y="120167"/>
                  </a:cubicBezTo>
                  <a:cubicBezTo>
                    <a:pt x="158747" y="124595"/>
                    <a:pt x="156850" y="127124"/>
                    <a:pt x="155585" y="129022"/>
                  </a:cubicBezTo>
                  <a:cubicBezTo>
                    <a:pt x="156218" y="129654"/>
                    <a:pt x="157483" y="132817"/>
                    <a:pt x="160012" y="137244"/>
                  </a:cubicBezTo>
                  <a:cubicBezTo>
                    <a:pt x="161910" y="140406"/>
                    <a:pt x="163807" y="142936"/>
                    <a:pt x="165072" y="144833"/>
                  </a:cubicBezTo>
                  <a:cubicBezTo>
                    <a:pt x="163175" y="147363"/>
                    <a:pt x="156850" y="154320"/>
                    <a:pt x="144833" y="165705"/>
                  </a:cubicBezTo>
                  <a:cubicBezTo>
                    <a:pt x="139141" y="163175"/>
                    <a:pt x="133449" y="160012"/>
                    <a:pt x="128389" y="156218"/>
                  </a:cubicBezTo>
                  <a:cubicBezTo>
                    <a:pt x="122065" y="160012"/>
                    <a:pt x="116373" y="161910"/>
                    <a:pt x="110681" y="163175"/>
                  </a:cubicBezTo>
                  <a:cubicBezTo>
                    <a:pt x="109416" y="165072"/>
                    <a:pt x="108151" y="168234"/>
                    <a:pt x="107518" y="172662"/>
                  </a:cubicBezTo>
                  <a:cubicBezTo>
                    <a:pt x="106253" y="177721"/>
                    <a:pt x="105621" y="180884"/>
                    <a:pt x="104356" y="182781"/>
                  </a:cubicBezTo>
                  <a:lnTo>
                    <a:pt x="76528" y="182781"/>
                  </a:lnTo>
                  <a:cubicBezTo>
                    <a:pt x="75895" y="180884"/>
                    <a:pt x="74630" y="177721"/>
                    <a:pt x="73998" y="173294"/>
                  </a:cubicBezTo>
                  <a:cubicBezTo>
                    <a:pt x="72733" y="168867"/>
                    <a:pt x="72100" y="165705"/>
                    <a:pt x="71468" y="163807"/>
                  </a:cubicBezTo>
                  <a:cubicBezTo>
                    <a:pt x="60084" y="158747"/>
                    <a:pt x="54392" y="156218"/>
                    <a:pt x="53759" y="155585"/>
                  </a:cubicBezTo>
                  <a:cubicBezTo>
                    <a:pt x="51229" y="156218"/>
                    <a:pt x="48699" y="157483"/>
                    <a:pt x="44905" y="160012"/>
                  </a:cubicBezTo>
                  <a:cubicBezTo>
                    <a:pt x="41110" y="162542"/>
                    <a:pt x="38580" y="163807"/>
                    <a:pt x="36683" y="164440"/>
                  </a:cubicBezTo>
                  <a:cubicBezTo>
                    <a:pt x="34153" y="162542"/>
                    <a:pt x="27196" y="156218"/>
                    <a:pt x="16444" y="144833"/>
                  </a:cubicBezTo>
                  <a:cubicBezTo>
                    <a:pt x="17076" y="142936"/>
                    <a:pt x="19606" y="137244"/>
                    <a:pt x="25298" y="128389"/>
                  </a:cubicBezTo>
                  <a:cubicBezTo>
                    <a:pt x="24666" y="127124"/>
                    <a:pt x="23401" y="124595"/>
                    <a:pt x="21504" y="118902"/>
                  </a:cubicBezTo>
                  <a:cubicBezTo>
                    <a:pt x="19606" y="115108"/>
                    <a:pt x="18974" y="111945"/>
                    <a:pt x="18341" y="108783"/>
                  </a:cubicBezTo>
                  <a:cubicBezTo>
                    <a:pt x="15812" y="108151"/>
                    <a:pt x="12649" y="107518"/>
                    <a:pt x="8854" y="106886"/>
                  </a:cubicBezTo>
                  <a:cubicBezTo>
                    <a:pt x="4427" y="105621"/>
                    <a:pt x="1265" y="104988"/>
                    <a:pt x="0" y="104356"/>
                  </a:cubicBezTo>
                  <a:lnTo>
                    <a:pt x="0" y="76528"/>
                  </a:lnTo>
                  <a:cubicBezTo>
                    <a:pt x="1265" y="75895"/>
                    <a:pt x="4427" y="75263"/>
                    <a:pt x="8854" y="73998"/>
                  </a:cubicBezTo>
                  <a:cubicBezTo>
                    <a:pt x="12649" y="72733"/>
                    <a:pt x="15179" y="72100"/>
                    <a:pt x="17709" y="72100"/>
                  </a:cubicBezTo>
                  <a:cubicBezTo>
                    <a:pt x="18341" y="70836"/>
                    <a:pt x="20239" y="67673"/>
                    <a:pt x="22136" y="62614"/>
                  </a:cubicBezTo>
                  <a:cubicBezTo>
                    <a:pt x="24034" y="58819"/>
                    <a:pt x="25298" y="55656"/>
                    <a:pt x="26563" y="53759"/>
                  </a:cubicBezTo>
                  <a:cubicBezTo>
                    <a:pt x="22136" y="45537"/>
                    <a:pt x="18974" y="39845"/>
                    <a:pt x="17076" y="37948"/>
                  </a:cubicBezTo>
                  <a:cubicBezTo>
                    <a:pt x="18974" y="35418"/>
                    <a:pt x="25298" y="28461"/>
                    <a:pt x="37315" y="17076"/>
                  </a:cubicBezTo>
                  <a:cubicBezTo>
                    <a:pt x="44905" y="20871"/>
                    <a:pt x="49964" y="24033"/>
                    <a:pt x="53759" y="26563"/>
                  </a:cubicBezTo>
                  <a:cubicBezTo>
                    <a:pt x="64511" y="22136"/>
                    <a:pt x="70203" y="19606"/>
                    <a:pt x="72100" y="19606"/>
                  </a:cubicBezTo>
                  <a:cubicBezTo>
                    <a:pt x="72733" y="18341"/>
                    <a:pt x="73365" y="15179"/>
                    <a:pt x="74630" y="9487"/>
                  </a:cubicBezTo>
                  <a:cubicBezTo>
                    <a:pt x="75895" y="5692"/>
                    <a:pt x="76528" y="2530"/>
                    <a:pt x="77160" y="0"/>
                  </a:cubicBezTo>
                  <a:lnTo>
                    <a:pt x="104988" y="0"/>
                  </a:lnTo>
                  <a:cubicBezTo>
                    <a:pt x="106253" y="2530"/>
                    <a:pt x="107518" y="8854"/>
                    <a:pt x="110048" y="18341"/>
                  </a:cubicBezTo>
                  <a:cubicBezTo>
                    <a:pt x="111313" y="18974"/>
                    <a:pt x="114475" y="20239"/>
                    <a:pt x="118903" y="22136"/>
                  </a:cubicBezTo>
                  <a:cubicBezTo>
                    <a:pt x="122697" y="23401"/>
                    <a:pt x="125860" y="25298"/>
                    <a:pt x="127757" y="26563"/>
                  </a:cubicBezTo>
                  <a:cubicBezTo>
                    <a:pt x="130287" y="25931"/>
                    <a:pt x="132817" y="24666"/>
                    <a:pt x="136611" y="22136"/>
                  </a:cubicBezTo>
                  <a:cubicBezTo>
                    <a:pt x="140406" y="19606"/>
                    <a:pt x="142936" y="18341"/>
                    <a:pt x="144833" y="17709"/>
                  </a:cubicBezTo>
                  <a:cubicBezTo>
                    <a:pt x="147996" y="19606"/>
                    <a:pt x="151790" y="22769"/>
                    <a:pt x="155585" y="27196"/>
                  </a:cubicBezTo>
                  <a:cubicBezTo>
                    <a:pt x="160645" y="32255"/>
                    <a:pt x="163807" y="35418"/>
                    <a:pt x="165705" y="37315"/>
                  </a:cubicBezTo>
                  <a:cubicBezTo>
                    <a:pt x="161277" y="44905"/>
                    <a:pt x="158115" y="50597"/>
                    <a:pt x="156218" y="53759"/>
                  </a:cubicBezTo>
                  <a:cubicBezTo>
                    <a:pt x="161277" y="67673"/>
                    <a:pt x="163175" y="73998"/>
                    <a:pt x="163175" y="72733"/>
                  </a:cubicBezTo>
                  <a:cubicBezTo>
                    <a:pt x="165705" y="72733"/>
                    <a:pt x="168867" y="73365"/>
                    <a:pt x="172662" y="74630"/>
                  </a:cubicBezTo>
                  <a:cubicBezTo>
                    <a:pt x="177089" y="75895"/>
                    <a:pt x="180251" y="76528"/>
                    <a:pt x="181516" y="77160"/>
                  </a:cubicBezTo>
                  <a:lnTo>
                    <a:pt x="181516" y="106253"/>
                  </a:lnTo>
                  <a:close/>
                  <a:moveTo>
                    <a:pt x="141039" y="118270"/>
                  </a:moveTo>
                  <a:cubicBezTo>
                    <a:pt x="146731" y="107518"/>
                    <a:pt x="149261" y="96766"/>
                    <a:pt x="147996" y="86015"/>
                  </a:cubicBezTo>
                  <a:cubicBezTo>
                    <a:pt x="147363" y="75895"/>
                    <a:pt x="143568" y="67041"/>
                    <a:pt x="137244" y="58819"/>
                  </a:cubicBezTo>
                  <a:cubicBezTo>
                    <a:pt x="131552" y="50597"/>
                    <a:pt x="123962" y="44905"/>
                    <a:pt x="114475" y="40477"/>
                  </a:cubicBezTo>
                  <a:cubicBezTo>
                    <a:pt x="104988" y="36050"/>
                    <a:pt x="95501" y="34153"/>
                    <a:pt x="86015" y="34785"/>
                  </a:cubicBezTo>
                  <a:cubicBezTo>
                    <a:pt x="71468" y="36050"/>
                    <a:pt x="60084" y="41110"/>
                    <a:pt x="50597" y="49964"/>
                  </a:cubicBezTo>
                  <a:cubicBezTo>
                    <a:pt x="42375" y="58186"/>
                    <a:pt x="36683" y="68306"/>
                    <a:pt x="34785" y="80322"/>
                  </a:cubicBezTo>
                  <a:cubicBezTo>
                    <a:pt x="32888" y="92339"/>
                    <a:pt x="34153" y="103723"/>
                    <a:pt x="38580" y="114475"/>
                  </a:cubicBezTo>
                  <a:cubicBezTo>
                    <a:pt x="43640" y="125860"/>
                    <a:pt x="51229" y="134714"/>
                    <a:pt x="61981" y="140406"/>
                  </a:cubicBezTo>
                  <a:cubicBezTo>
                    <a:pt x="75895" y="147996"/>
                    <a:pt x="91074" y="149261"/>
                    <a:pt x="107518" y="144201"/>
                  </a:cubicBezTo>
                  <a:cubicBezTo>
                    <a:pt x="123330" y="140406"/>
                    <a:pt x="134082" y="131552"/>
                    <a:pt x="141039" y="11827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42" name="Picture Placeholder 97">
              <a:extLst>
                <a:ext uri="{FF2B5EF4-FFF2-40B4-BE49-F238E27FC236}">
                  <a16:creationId xmlns:a16="http://schemas.microsoft.com/office/drawing/2014/main" id="{A863580B-D263-2F2A-CD2A-3DD7FBFC726F}"/>
                </a:ext>
              </a:extLst>
            </p:cNvPr>
            <p:cNvGrpSpPr/>
            <p:nvPr/>
          </p:nvGrpSpPr>
          <p:grpSpPr>
            <a:xfrm>
              <a:off x="7514311" y="3179818"/>
              <a:ext cx="212307" cy="211470"/>
              <a:chOff x="7514311" y="3179818"/>
              <a:chExt cx="212307" cy="211470"/>
            </a:xfrm>
            <a:grpFill/>
          </p:grpSpPr>
          <p:sp>
            <p:nvSpPr>
              <p:cNvPr id="43" name="Picture Placeholder 97">
                <a:extLst>
                  <a:ext uri="{FF2B5EF4-FFF2-40B4-BE49-F238E27FC236}">
                    <a16:creationId xmlns:a16="http://schemas.microsoft.com/office/drawing/2014/main" id="{17F1E54B-D746-5AA3-2CFA-99C0AB5671D4}"/>
                  </a:ext>
                </a:extLst>
              </p:cNvPr>
              <p:cNvSpPr/>
              <p:nvPr/>
            </p:nvSpPr>
            <p:spPr>
              <a:xfrm>
                <a:off x="7514311" y="3179818"/>
                <a:ext cx="212307" cy="211470"/>
              </a:xfrm>
              <a:custGeom>
                <a:avLst/>
                <a:gdLst>
                  <a:gd name="connsiteX0" fmla="*/ 106153 w 212307"/>
                  <a:gd name="connsiteY0" fmla="*/ 211471 h 211470"/>
                  <a:gd name="connsiteX1" fmla="*/ 60616 w 212307"/>
                  <a:gd name="connsiteY1" fmla="*/ 201351 h 211470"/>
                  <a:gd name="connsiteX2" fmla="*/ 6225 w 212307"/>
                  <a:gd name="connsiteY2" fmla="*/ 141268 h 211470"/>
                  <a:gd name="connsiteX3" fmla="*/ 10652 w 212307"/>
                  <a:gd name="connsiteY3" fmla="*/ 60313 h 211470"/>
                  <a:gd name="connsiteX4" fmla="*/ 151691 w 212307"/>
                  <a:gd name="connsiteY4" fmla="*/ 10349 h 211470"/>
                  <a:gd name="connsiteX5" fmla="*/ 206082 w 212307"/>
                  <a:gd name="connsiteY5" fmla="*/ 70432 h 211470"/>
                  <a:gd name="connsiteX6" fmla="*/ 201655 w 212307"/>
                  <a:gd name="connsiteY6" fmla="*/ 151387 h 211470"/>
                  <a:gd name="connsiteX7" fmla="*/ 106153 w 212307"/>
                  <a:gd name="connsiteY7" fmla="*/ 211471 h 211470"/>
                  <a:gd name="connsiteX8" fmla="*/ 106786 w 212307"/>
                  <a:gd name="connsiteY8" fmla="*/ 15408 h 211470"/>
                  <a:gd name="connsiteX9" fmla="*/ 25199 w 212307"/>
                  <a:gd name="connsiteY9" fmla="*/ 66637 h 211470"/>
                  <a:gd name="connsiteX10" fmla="*/ 21404 w 212307"/>
                  <a:gd name="connsiteY10" fmla="*/ 135576 h 211470"/>
                  <a:gd name="connsiteX11" fmla="*/ 67573 w 212307"/>
                  <a:gd name="connsiteY11" fmla="*/ 186805 h 211470"/>
                  <a:gd name="connsiteX12" fmla="*/ 187741 w 212307"/>
                  <a:gd name="connsiteY12" fmla="*/ 144430 h 211470"/>
                  <a:gd name="connsiteX13" fmla="*/ 187741 w 212307"/>
                  <a:gd name="connsiteY13" fmla="*/ 144430 h 211470"/>
                  <a:gd name="connsiteX14" fmla="*/ 191536 w 212307"/>
                  <a:gd name="connsiteY14" fmla="*/ 75492 h 211470"/>
                  <a:gd name="connsiteX15" fmla="*/ 145366 w 212307"/>
                  <a:gd name="connsiteY15" fmla="*/ 24263 h 211470"/>
                  <a:gd name="connsiteX16" fmla="*/ 106786 w 212307"/>
                  <a:gd name="connsiteY16" fmla="*/ 15408 h 21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307" h="211470">
                    <a:moveTo>
                      <a:pt x="106153" y="211471"/>
                    </a:moveTo>
                    <a:cubicBezTo>
                      <a:pt x="90974" y="211471"/>
                      <a:pt x="75163" y="208309"/>
                      <a:pt x="60616" y="201351"/>
                    </a:cubicBezTo>
                    <a:cubicBezTo>
                      <a:pt x="35318" y="189335"/>
                      <a:pt x="15712" y="167831"/>
                      <a:pt x="6225" y="141268"/>
                    </a:cubicBezTo>
                    <a:cubicBezTo>
                      <a:pt x="-3262" y="114704"/>
                      <a:pt x="-1997" y="85611"/>
                      <a:pt x="10652" y="60313"/>
                    </a:cubicBezTo>
                    <a:cubicBezTo>
                      <a:pt x="35950" y="7819"/>
                      <a:pt x="99196" y="-14950"/>
                      <a:pt x="151691" y="10349"/>
                    </a:cubicBezTo>
                    <a:cubicBezTo>
                      <a:pt x="176989" y="22365"/>
                      <a:pt x="196595" y="43869"/>
                      <a:pt x="206082" y="70432"/>
                    </a:cubicBezTo>
                    <a:cubicBezTo>
                      <a:pt x="215569" y="96996"/>
                      <a:pt x="214304" y="126089"/>
                      <a:pt x="201655" y="151387"/>
                    </a:cubicBezTo>
                    <a:cubicBezTo>
                      <a:pt x="183946" y="189335"/>
                      <a:pt x="145998" y="211471"/>
                      <a:pt x="106153" y="211471"/>
                    </a:cubicBezTo>
                    <a:close/>
                    <a:moveTo>
                      <a:pt x="106786" y="15408"/>
                    </a:moveTo>
                    <a:cubicBezTo>
                      <a:pt x="73266" y="15408"/>
                      <a:pt x="40378" y="34382"/>
                      <a:pt x="25199" y="66637"/>
                    </a:cubicBezTo>
                    <a:cubicBezTo>
                      <a:pt x="15079" y="88141"/>
                      <a:pt x="13814" y="112807"/>
                      <a:pt x="21404" y="135576"/>
                    </a:cubicBezTo>
                    <a:cubicBezTo>
                      <a:pt x="29626" y="158344"/>
                      <a:pt x="46070" y="176686"/>
                      <a:pt x="67573" y="186805"/>
                    </a:cubicBezTo>
                    <a:cubicBezTo>
                      <a:pt x="112478" y="208309"/>
                      <a:pt x="166237" y="189335"/>
                      <a:pt x="187741" y="144430"/>
                    </a:cubicBezTo>
                    <a:lnTo>
                      <a:pt x="187741" y="144430"/>
                    </a:lnTo>
                    <a:cubicBezTo>
                      <a:pt x="197860" y="122926"/>
                      <a:pt x="199125" y="98260"/>
                      <a:pt x="191536" y="75492"/>
                    </a:cubicBezTo>
                    <a:cubicBezTo>
                      <a:pt x="183314" y="52723"/>
                      <a:pt x="166870" y="34382"/>
                      <a:pt x="145366" y="24263"/>
                    </a:cubicBezTo>
                    <a:cubicBezTo>
                      <a:pt x="132717" y="17938"/>
                      <a:pt x="119435" y="15408"/>
                      <a:pt x="106786" y="15408"/>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44" name="Picture Placeholder 97">
                <a:extLst>
                  <a:ext uri="{FF2B5EF4-FFF2-40B4-BE49-F238E27FC236}">
                    <a16:creationId xmlns:a16="http://schemas.microsoft.com/office/drawing/2014/main" id="{CA11B277-4C36-E58E-F1ED-D671C7475EC6}"/>
                  </a:ext>
                </a:extLst>
              </p:cNvPr>
              <p:cNvGrpSpPr/>
              <p:nvPr/>
            </p:nvGrpSpPr>
            <p:grpSpPr>
              <a:xfrm>
                <a:off x="7584415" y="3223054"/>
                <a:ext cx="72732" cy="123962"/>
                <a:chOff x="7584415" y="3223054"/>
                <a:chExt cx="72732" cy="123962"/>
              </a:xfrm>
              <a:grpFill/>
            </p:grpSpPr>
            <p:sp>
              <p:nvSpPr>
                <p:cNvPr id="45" name="Picture Placeholder 97">
                  <a:extLst>
                    <a:ext uri="{FF2B5EF4-FFF2-40B4-BE49-F238E27FC236}">
                      <a16:creationId xmlns:a16="http://schemas.microsoft.com/office/drawing/2014/main" id="{DBA90A81-E256-0B48-7FC7-66D39D70EFCF}"/>
                    </a:ext>
                  </a:extLst>
                </p:cNvPr>
                <p:cNvSpPr/>
                <p:nvPr/>
              </p:nvSpPr>
              <p:spPr>
                <a:xfrm>
                  <a:off x="7584415" y="3281241"/>
                  <a:ext cx="72732" cy="65775"/>
                </a:xfrm>
                <a:custGeom>
                  <a:avLst/>
                  <a:gdLst>
                    <a:gd name="connsiteX0" fmla="*/ 35418 w 72732"/>
                    <a:gd name="connsiteY0" fmla="*/ 15812 h 65775"/>
                    <a:gd name="connsiteX1" fmla="*/ 56289 w 72732"/>
                    <a:gd name="connsiteY1" fmla="*/ 24666 h 65775"/>
                    <a:gd name="connsiteX2" fmla="*/ 56289 w 72732"/>
                    <a:gd name="connsiteY2" fmla="*/ 50597 h 65775"/>
                    <a:gd name="connsiteX3" fmla="*/ 15179 w 72732"/>
                    <a:gd name="connsiteY3" fmla="*/ 50597 h 65775"/>
                    <a:gd name="connsiteX4" fmla="*/ 15179 w 72732"/>
                    <a:gd name="connsiteY4" fmla="*/ 24033 h 65775"/>
                    <a:gd name="connsiteX5" fmla="*/ 35418 w 72732"/>
                    <a:gd name="connsiteY5" fmla="*/ 15812 h 65775"/>
                    <a:gd name="connsiteX6" fmla="*/ 35418 w 72732"/>
                    <a:gd name="connsiteY6" fmla="*/ 0 h 65775"/>
                    <a:gd name="connsiteX7" fmla="*/ 3162 w 72732"/>
                    <a:gd name="connsiteY7" fmla="*/ 13914 h 65775"/>
                    <a:gd name="connsiteX8" fmla="*/ 1265 w 72732"/>
                    <a:gd name="connsiteY8" fmla="*/ 16444 h 65775"/>
                    <a:gd name="connsiteX9" fmla="*/ 0 w 72732"/>
                    <a:gd name="connsiteY9" fmla="*/ 22136 h 65775"/>
                    <a:gd name="connsiteX10" fmla="*/ 0 w 72732"/>
                    <a:gd name="connsiteY10" fmla="*/ 58186 h 65775"/>
                    <a:gd name="connsiteX11" fmla="*/ 5692 w 72732"/>
                    <a:gd name="connsiteY11" fmla="*/ 65776 h 65775"/>
                    <a:gd name="connsiteX12" fmla="*/ 67041 w 72732"/>
                    <a:gd name="connsiteY12" fmla="*/ 65776 h 65775"/>
                    <a:gd name="connsiteX13" fmla="*/ 72733 w 72732"/>
                    <a:gd name="connsiteY13" fmla="*/ 58186 h 65775"/>
                    <a:gd name="connsiteX14" fmla="*/ 72733 w 72732"/>
                    <a:gd name="connsiteY14" fmla="*/ 22136 h 65775"/>
                    <a:gd name="connsiteX15" fmla="*/ 71468 w 72732"/>
                    <a:gd name="connsiteY15" fmla="*/ 17076 h 65775"/>
                    <a:gd name="connsiteX16" fmla="*/ 35418 w 72732"/>
                    <a:gd name="connsiteY16" fmla="*/ 0 h 65775"/>
                    <a:gd name="connsiteX17" fmla="*/ 35418 w 72732"/>
                    <a:gd name="connsiteY17" fmla="*/ 0 h 6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32" h="65775">
                      <a:moveTo>
                        <a:pt x="35418" y="15812"/>
                      </a:moveTo>
                      <a:cubicBezTo>
                        <a:pt x="43007" y="15812"/>
                        <a:pt x="50597" y="18974"/>
                        <a:pt x="56289" y="24666"/>
                      </a:cubicBezTo>
                      <a:lnTo>
                        <a:pt x="56289" y="50597"/>
                      </a:lnTo>
                      <a:lnTo>
                        <a:pt x="15179" y="50597"/>
                      </a:lnTo>
                      <a:lnTo>
                        <a:pt x="15179" y="24033"/>
                      </a:lnTo>
                      <a:cubicBezTo>
                        <a:pt x="21504" y="18341"/>
                        <a:pt x="28461" y="15812"/>
                        <a:pt x="35418" y="15812"/>
                      </a:cubicBezTo>
                      <a:moveTo>
                        <a:pt x="35418" y="0"/>
                      </a:moveTo>
                      <a:cubicBezTo>
                        <a:pt x="23401" y="0"/>
                        <a:pt x="12017" y="4427"/>
                        <a:pt x="3162" y="13914"/>
                      </a:cubicBezTo>
                      <a:cubicBezTo>
                        <a:pt x="2530" y="14547"/>
                        <a:pt x="1897" y="15812"/>
                        <a:pt x="1265" y="16444"/>
                      </a:cubicBezTo>
                      <a:cubicBezTo>
                        <a:pt x="632" y="17709"/>
                        <a:pt x="0" y="19606"/>
                        <a:pt x="0" y="22136"/>
                      </a:cubicBezTo>
                      <a:lnTo>
                        <a:pt x="0" y="58186"/>
                      </a:lnTo>
                      <a:cubicBezTo>
                        <a:pt x="0" y="62614"/>
                        <a:pt x="2530" y="65776"/>
                        <a:pt x="5692" y="65776"/>
                      </a:cubicBezTo>
                      <a:lnTo>
                        <a:pt x="67041" y="65776"/>
                      </a:lnTo>
                      <a:cubicBezTo>
                        <a:pt x="70203" y="65776"/>
                        <a:pt x="72733" y="61981"/>
                        <a:pt x="72733" y="58186"/>
                      </a:cubicBezTo>
                      <a:lnTo>
                        <a:pt x="72733" y="22136"/>
                      </a:lnTo>
                      <a:cubicBezTo>
                        <a:pt x="72733" y="20239"/>
                        <a:pt x="72100" y="18341"/>
                        <a:pt x="71468" y="17076"/>
                      </a:cubicBezTo>
                      <a:cubicBezTo>
                        <a:pt x="61349" y="5692"/>
                        <a:pt x="48699" y="0"/>
                        <a:pt x="35418" y="0"/>
                      </a:cubicBezTo>
                      <a:lnTo>
                        <a:pt x="35418"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6" name="Picture Placeholder 97">
                  <a:extLst>
                    <a:ext uri="{FF2B5EF4-FFF2-40B4-BE49-F238E27FC236}">
                      <a16:creationId xmlns:a16="http://schemas.microsoft.com/office/drawing/2014/main" id="{5B8D97B4-F834-F061-5B4C-076B2E2F29BB}"/>
                    </a:ext>
                  </a:extLst>
                </p:cNvPr>
                <p:cNvSpPr/>
                <p:nvPr/>
              </p:nvSpPr>
              <p:spPr>
                <a:xfrm>
                  <a:off x="7592636" y="3223054"/>
                  <a:ext cx="51861" cy="51861"/>
                </a:xfrm>
                <a:custGeom>
                  <a:avLst/>
                  <a:gdLst>
                    <a:gd name="connsiteX0" fmla="*/ 25931 w 51861"/>
                    <a:gd name="connsiteY0" fmla="*/ 15812 h 51861"/>
                    <a:gd name="connsiteX1" fmla="*/ 36050 w 51861"/>
                    <a:gd name="connsiteY1" fmla="*/ 25931 h 51861"/>
                    <a:gd name="connsiteX2" fmla="*/ 25931 w 51861"/>
                    <a:gd name="connsiteY2" fmla="*/ 36050 h 51861"/>
                    <a:gd name="connsiteX3" fmla="*/ 15812 w 51861"/>
                    <a:gd name="connsiteY3" fmla="*/ 25931 h 51861"/>
                    <a:gd name="connsiteX4" fmla="*/ 25931 w 51861"/>
                    <a:gd name="connsiteY4" fmla="*/ 15812 h 51861"/>
                    <a:gd name="connsiteX5" fmla="*/ 25931 w 51861"/>
                    <a:gd name="connsiteY5" fmla="*/ 0 h 51861"/>
                    <a:gd name="connsiteX6" fmla="*/ 0 w 51861"/>
                    <a:gd name="connsiteY6" fmla="*/ 25931 h 51861"/>
                    <a:gd name="connsiteX7" fmla="*/ 25931 w 51861"/>
                    <a:gd name="connsiteY7" fmla="*/ 51862 h 51861"/>
                    <a:gd name="connsiteX8" fmla="*/ 51862 w 51861"/>
                    <a:gd name="connsiteY8" fmla="*/ 25931 h 51861"/>
                    <a:gd name="connsiteX9" fmla="*/ 25931 w 51861"/>
                    <a:gd name="connsiteY9" fmla="*/ 0 h 51861"/>
                    <a:gd name="connsiteX10" fmla="*/ 25931 w 51861"/>
                    <a:gd name="connsiteY10" fmla="*/ 0 h 5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861" h="51861">
                      <a:moveTo>
                        <a:pt x="25931" y="15812"/>
                      </a:moveTo>
                      <a:cubicBezTo>
                        <a:pt x="31623" y="15812"/>
                        <a:pt x="36050" y="20239"/>
                        <a:pt x="36050" y="25931"/>
                      </a:cubicBezTo>
                      <a:cubicBezTo>
                        <a:pt x="36050" y="31623"/>
                        <a:pt x="31623" y="36050"/>
                        <a:pt x="25931" y="36050"/>
                      </a:cubicBezTo>
                      <a:cubicBezTo>
                        <a:pt x="20239" y="36050"/>
                        <a:pt x="15812" y="31623"/>
                        <a:pt x="15812" y="25931"/>
                      </a:cubicBezTo>
                      <a:cubicBezTo>
                        <a:pt x="15812" y="20239"/>
                        <a:pt x="20239" y="15812"/>
                        <a:pt x="25931" y="15812"/>
                      </a:cubicBezTo>
                      <a:moveTo>
                        <a:pt x="25931" y="0"/>
                      </a:moveTo>
                      <a:cubicBezTo>
                        <a:pt x="11384" y="0"/>
                        <a:pt x="0" y="11384"/>
                        <a:pt x="0" y="25931"/>
                      </a:cubicBezTo>
                      <a:cubicBezTo>
                        <a:pt x="0" y="40477"/>
                        <a:pt x="11384" y="51862"/>
                        <a:pt x="25931" y="51862"/>
                      </a:cubicBezTo>
                      <a:cubicBezTo>
                        <a:pt x="40477" y="51862"/>
                        <a:pt x="51862" y="40477"/>
                        <a:pt x="51862" y="25931"/>
                      </a:cubicBezTo>
                      <a:cubicBezTo>
                        <a:pt x="51862" y="11384"/>
                        <a:pt x="40477" y="0"/>
                        <a:pt x="25931" y="0"/>
                      </a:cubicBezTo>
                      <a:lnTo>
                        <a:pt x="25931"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grpSp>
      <p:sp>
        <p:nvSpPr>
          <p:cNvPr id="15" name="TextBox 14">
            <a:extLst>
              <a:ext uri="{FF2B5EF4-FFF2-40B4-BE49-F238E27FC236}">
                <a16:creationId xmlns:a16="http://schemas.microsoft.com/office/drawing/2014/main" id="{6F403218-11E9-5C00-2DC9-7AD1144C0B0E}"/>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59" name="Graphic 8">
            <a:extLst>
              <a:ext uri="{FF2B5EF4-FFF2-40B4-BE49-F238E27FC236}">
                <a16:creationId xmlns:a16="http://schemas.microsoft.com/office/drawing/2014/main" id="{DA8F3CDD-DA35-ECA8-6946-BEACF9F025F5}"/>
              </a:ext>
            </a:extLst>
          </p:cNvPr>
          <p:cNvGrpSpPr/>
          <p:nvPr userDrawn="1"/>
        </p:nvGrpSpPr>
        <p:grpSpPr>
          <a:xfrm>
            <a:off x="265625" y="6323271"/>
            <a:ext cx="1249223" cy="369648"/>
            <a:chOff x="265625" y="6323271"/>
            <a:chExt cx="1249223" cy="369648"/>
          </a:xfrm>
          <a:solidFill>
            <a:srgbClr val="000000"/>
          </a:solidFill>
        </p:grpSpPr>
        <p:grpSp>
          <p:nvGrpSpPr>
            <p:cNvPr id="60" name="Graphic 8">
              <a:extLst>
                <a:ext uri="{FF2B5EF4-FFF2-40B4-BE49-F238E27FC236}">
                  <a16:creationId xmlns:a16="http://schemas.microsoft.com/office/drawing/2014/main" id="{FEA26D96-DCC5-44B9-DCC1-F04A8DA65D45}"/>
                </a:ext>
              </a:extLst>
            </p:cNvPr>
            <p:cNvGrpSpPr/>
            <p:nvPr/>
          </p:nvGrpSpPr>
          <p:grpSpPr>
            <a:xfrm>
              <a:off x="745455" y="6594444"/>
              <a:ext cx="722662" cy="98475"/>
              <a:chOff x="745455" y="6594444"/>
              <a:chExt cx="722662" cy="98475"/>
            </a:xfrm>
            <a:solidFill>
              <a:srgbClr val="000000"/>
            </a:solidFill>
          </p:grpSpPr>
          <p:sp>
            <p:nvSpPr>
              <p:cNvPr id="134" name="Freeform 19">
                <a:extLst>
                  <a:ext uri="{FF2B5EF4-FFF2-40B4-BE49-F238E27FC236}">
                    <a16:creationId xmlns:a16="http://schemas.microsoft.com/office/drawing/2014/main" id="{E665FCE4-3C14-6260-F19F-347C8632444A}"/>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135" name="Freeform 20">
                <a:extLst>
                  <a:ext uri="{FF2B5EF4-FFF2-40B4-BE49-F238E27FC236}">
                    <a16:creationId xmlns:a16="http://schemas.microsoft.com/office/drawing/2014/main" id="{7C18765B-3031-F731-1213-A99707F1546A}"/>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136" name="Freeform 21">
                <a:extLst>
                  <a:ext uri="{FF2B5EF4-FFF2-40B4-BE49-F238E27FC236}">
                    <a16:creationId xmlns:a16="http://schemas.microsoft.com/office/drawing/2014/main" id="{DB8A8D53-4CC4-DF3A-BA18-D9DB5DF1B935}"/>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137" name="Freeform 22">
                <a:extLst>
                  <a:ext uri="{FF2B5EF4-FFF2-40B4-BE49-F238E27FC236}">
                    <a16:creationId xmlns:a16="http://schemas.microsoft.com/office/drawing/2014/main" id="{A0796472-E1AC-288B-D542-7291A19AAA5D}"/>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138" name="Freeform 23">
                <a:extLst>
                  <a:ext uri="{FF2B5EF4-FFF2-40B4-BE49-F238E27FC236}">
                    <a16:creationId xmlns:a16="http://schemas.microsoft.com/office/drawing/2014/main" id="{5ECA4B10-0963-4B85-56F8-5499607A8A0B}"/>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39" name="Freeform 24">
                <a:extLst>
                  <a:ext uri="{FF2B5EF4-FFF2-40B4-BE49-F238E27FC236}">
                    <a16:creationId xmlns:a16="http://schemas.microsoft.com/office/drawing/2014/main" id="{9B618098-4500-FE11-F067-EBB471D32C39}"/>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140" name="Freeform 25">
                <a:extLst>
                  <a:ext uri="{FF2B5EF4-FFF2-40B4-BE49-F238E27FC236}">
                    <a16:creationId xmlns:a16="http://schemas.microsoft.com/office/drawing/2014/main" id="{EBA01472-EFE4-6E00-F42D-B8F9FCFC391C}"/>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141" name="Freeform 26">
                <a:extLst>
                  <a:ext uri="{FF2B5EF4-FFF2-40B4-BE49-F238E27FC236}">
                    <a16:creationId xmlns:a16="http://schemas.microsoft.com/office/drawing/2014/main" id="{7577505E-2A27-ABED-FEE7-9504CFDA36FE}"/>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142" name="Freeform 27">
                <a:extLst>
                  <a:ext uri="{FF2B5EF4-FFF2-40B4-BE49-F238E27FC236}">
                    <a16:creationId xmlns:a16="http://schemas.microsoft.com/office/drawing/2014/main" id="{30766C96-17CE-4EDF-B5A7-BB06A8800281}"/>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43" name="Freeform 28">
                <a:extLst>
                  <a:ext uri="{FF2B5EF4-FFF2-40B4-BE49-F238E27FC236}">
                    <a16:creationId xmlns:a16="http://schemas.microsoft.com/office/drawing/2014/main" id="{24BED79B-AC0E-98AE-E5D7-CFAEC8AF7552}"/>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61" name="Graphic 8">
              <a:extLst>
                <a:ext uri="{FF2B5EF4-FFF2-40B4-BE49-F238E27FC236}">
                  <a16:creationId xmlns:a16="http://schemas.microsoft.com/office/drawing/2014/main" id="{1B0F7D89-0D03-4D58-9934-F88B709D1FA8}"/>
                </a:ext>
              </a:extLst>
            </p:cNvPr>
            <p:cNvGrpSpPr/>
            <p:nvPr/>
          </p:nvGrpSpPr>
          <p:grpSpPr>
            <a:xfrm>
              <a:off x="265625" y="6323271"/>
              <a:ext cx="1249223" cy="190348"/>
              <a:chOff x="265625" y="6323271"/>
              <a:chExt cx="1249223" cy="190348"/>
            </a:xfrm>
            <a:solidFill>
              <a:srgbClr val="000000"/>
            </a:solidFill>
          </p:grpSpPr>
          <p:sp>
            <p:nvSpPr>
              <p:cNvPr id="62" name="Freeform 10">
                <a:extLst>
                  <a:ext uri="{FF2B5EF4-FFF2-40B4-BE49-F238E27FC236}">
                    <a16:creationId xmlns:a16="http://schemas.microsoft.com/office/drawing/2014/main" id="{FC47670E-4E2D-5A69-7C2E-C73E4C646198}"/>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63" name="Freeform 11">
                <a:extLst>
                  <a:ext uri="{FF2B5EF4-FFF2-40B4-BE49-F238E27FC236}">
                    <a16:creationId xmlns:a16="http://schemas.microsoft.com/office/drawing/2014/main" id="{D1E180CA-EF7B-F86F-38ED-DB37D4AA2938}"/>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29" name="Freeform 14">
                <a:extLst>
                  <a:ext uri="{FF2B5EF4-FFF2-40B4-BE49-F238E27FC236}">
                    <a16:creationId xmlns:a16="http://schemas.microsoft.com/office/drawing/2014/main" id="{4F722D32-32EA-697E-659D-10EAA7CA3AC1}"/>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30" name="Freeform 15">
                <a:extLst>
                  <a:ext uri="{FF2B5EF4-FFF2-40B4-BE49-F238E27FC236}">
                    <a16:creationId xmlns:a16="http://schemas.microsoft.com/office/drawing/2014/main" id="{AEEEC679-5C63-EAA4-66C9-00E7C815D869}"/>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31" name="Freeform 16">
                <a:extLst>
                  <a:ext uri="{FF2B5EF4-FFF2-40B4-BE49-F238E27FC236}">
                    <a16:creationId xmlns:a16="http://schemas.microsoft.com/office/drawing/2014/main" id="{5495FE3B-CD5B-967D-BBF5-125873320EED}"/>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32" name="Freeform 17">
                <a:extLst>
                  <a:ext uri="{FF2B5EF4-FFF2-40B4-BE49-F238E27FC236}">
                    <a16:creationId xmlns:a16="http://schemas.microsoft.com/office/drawing/2014/main" id="{AEBF0620-7FB7-B34B-2CCD-46D6923A1D71}"/>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33" name="Freeform 18">
                <a:extLst>
                  <a:ext uri="{FF2B5EF4-FFF2-40B4-BE49-F238E27FC236}">
                    <a16:creationId xmlns:a16="http://schemas.microsoft.com/office/drawing/2014/main" id="{CB8906A9-A9E3-B00B-47DF-4184884ACB5E}"/>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58" name="TextBox 57">
            <a:extLst>
              <a:ext uri="{FF2B5EF4-FFF2-40B4-BE49-F238E27FC236}">
                <a16:creationId xmlns:a16="http://schemas.microsoft.com/office/drawing/2014/main" id="{9BDF8C01-22D8-9DE8-DC1F-3A192D7F864B}"/>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8590975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dec="http://schemas.microsoft.com/office/drawing/2017/decorative" xmlns:a16="http://schemas.microsoft.com/office/drawing/2014/main" xmlns="">
      <p:transition spd="med">
        <p:fade/>
      </p:transition>
    </mc:Fallback>
  </mc:AlternateContent>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Section - AI">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2">
                    <a:lumMod val="25000"/>
                  </a:schemeClr>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3" name="Parallelogram 2">
            <a:extLst>
              <a:ext uri="{FF2B5EF4-FFF2-40B4-BE49-F238E27FC236}">
                <a16:creationId xmlns:a16="http://schemas.microsoft.com/office/drawing/2014/main" id="{60B1DD61-9FDE-780F-69D6-81F7DA6C4664}"/>
              </a:ext>
            </a:extLst>
          </p:cNvPr>
          <p:cNvSpPr/>
          <p:nvPr userDrawn="1"/>
        </p:nvSpPr>
        <p:spPr>
          <a:xfrm>
            <a:off x="5378042" y="-1"/>
            <a:ext cx="14676689" cy="6858001"/>
          </a:xfrm>
          <a:prstGeom prst="parallelogram">
            <a:avLst>
              <a:gd name="adj" fmla="val 100124"/>
            </a:avLst>
          </a:prstGeom>
          <a:gradFill flip="none" rotWithShape="1">
            <a:gsLst>
              <a:gs pos="24000">
                <a:schemeClr val="accent4"/>
              </a:gs>
              <a:gs pos="100000">
                <a:schemeClr val="accent4">
                  <a:lumMod val="60000"/>
                  <a:lumOff val="40000"/>
                </a:schemeClr>
              </a:gs>
            </a:gsLst>
            <a:lin ang="18900000" scaled="1"/>
            <a:tileRect/>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rallelogram 3">
            <a:extLst>
              <a:ext uri="{FF2B5EF4-FFF2-40B4-BE49-F238E27FC236}">
                <a16:creationId xmlns:a16="http://schemas.microsoft.com/office/drawing/2014/main" id="{B946C5CD-C3D8-46F5-2C55-12D47C8A48C1}"/>
              </a:ext>
            </a:extLst>
          </p:cNvPr>
          <p:cNvSpPr/>
          <p:nvPr userDrawn="1"/>
        </p:nvSpPr>
        <p:spPr>
          <a:xfrm>
            <a:off x="1840256" y="-1"/>
            <a:ext cx="12934077" cy="6470788"/>
          </a:xfrm>
          <a:prstGeom prst="parallelogram">
            <a:avLst>
              <a:gd name="adj" fmla="val 100124"/>
            </a:avLst>
          </a:prstGeom>
          <a:gradFill flip="none" rotWithShape="1">
            <a:gsLst>
              <a:gs pos="0">
                <a:schemeClr val="accent4">
                  <a:alpha val="14000"/>
                </a:schemeClr>
              </a:gs>
              <a:gs pos="97000">
                <a:schemeClr val="accent4">
                  <a:alpha val="0"/>
                </a:schemeClr>
              </a:gs>
            </a:gsLst>
            <a:lin ang="8100000" scaled="1"/>
            <a:tileRect/>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 name="Graphic 143">
            <a:extLst>
              <a:ext uri="{FF2B5EF4-FFF2-40B4-BE49-F238E27FC236}">
                <a16:creationId xmlns:a16="http://schemas.microsoft.com/office/drawing/2014/main" id="{539B7AE6-B6CC-2DA5-D5F4-FCF99A4A36E7}"/>
              </a:ext>
            </a:extLst>
          </p:cNvPr>
          <p:cNvSpPr/>
          <p:nvPr userDrawn="1"/>
        </p:nvSpPr>
        <p:spPr>
          <a:xfrm>
            <a:off x="5293059" y="4100725"/>
            <a:ext cx="2421204" cy="666750"/>
          </a:xfrm>
          <a:custGeom>
            <a:avLst/>
            <a:gdLst>
              <a:gd name="connsiteX0" fmla="*/ 482061 w 600651"/>
              <a:gd name="connsiteY0" fmla="*/ 38962 h 165407"/>
              <a:gd name="connsiteX1" fmla="*/ 398886 w 600651"/>
              <a:gd name="connsiteY1" fmla="*/ 75298 h 165407"/>
              <a:gd name="connsiteX2" fmla="*/ 268849 w 600651"/>
              <a:gd name="connsiteY2" fmla="*/ 0 h 165407"/>
              <a:gd name="connsiteX3" fmla="*/ 118927 w 600651"/>
              <a:gd name="connsiteY3" fmla="*/ 122878 h 165407"/>
              <a:gd name="connsiteX4" fmla="*/ 66185 w 600651"/>
              <a:gd name="connsiteY4" fmla="*/ 94823 h 165407"/>
              <a:gd name="connsiteX5" fmla="*/ 0 w 600651"/>
              <a:gd name="connsiteY5" fmla="*/ 165408 h 165407"/>
              <a:gd name="connsiteX6" fmla="*/ 600652 w 600651"/>
              <a:gd name="connsiteY6" fmla="*/ 165408 h 165407"/>
              <a:gd name="connsiteX7" fmla="*/ 482061 w 600651"/>
              <a:gd name="connsiteY7" fmla="*/ 38939 h 16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651" h="165407">
                <a:moveTo>
                  <a:pt x="482061" y="38962"/>
                </a:moveTo>
                <a:cubicBezTo>
                  <a:pt x="449653" y="38962"/>
                  <a:pt x="420297" y="52832"/>
                  <a:pt x="398886" y="75298"/>
                </a:cubicBezTo>
                <a:cubicBezTo>
                  <a:pt x="371236" y="29984"/>
                  <a:pt x="323341" y="0"/>
                  <a:pt x="268849" y="0"/>
                </a:cubicBezTo>
                <a:cubicBezTo>
                  <a:pt x="196963" y="0"/>
                  <a:pt x="136523" y="52136"/>
                  <a:pt x="118927" y="122878"/>
                </a:cubicBezTo>
                <a:cubicBezTo>
                  <a:pt x="106853" y="105865"/>
                  <a:pt x="87754" y="94823"/>
                  <a:pt x="66185" y="94823"/>
                </a:cubicBezTo>
                <a:cubicBezTo>
                  <a:pt x="29625" y="94823"/>
                  <a:pt x="0" y="126446"/>
                  <a:pt x="0" y="165408"/>
                </a:cubicBezTo>
                <a:lnTo>
                  <a:pt x="600652" y="165408"/>
                </a:lnTo>
                <a:cubicBezTo>
                  <a:pt x="600652" y="95564"/>
                  <a:pt x="547551" y="38939"/>
                  <a:pt x="482061" y="38939"/>
                </a:cubicBezTo>
                <a:close/>
              </a:path>
            </a:pathLst>
          </a:custGeom>
          <a:solidFill>
            <a:schemeClr val="accent4">
              <a:alpha val="18000"/>
            </a:schemeClr>
          </a:soli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6" name="Graphic 5">
            <a:extLst>
              <a:ext uri="{FF2B5EF4-FFF2-40B4-BE49-F238E27FC236}">
                <a16:creationId xmlns:a16="http://schemas.microsoft.com/office/drawing/2014/main" id="{3FDEBDA4-3868-5D6A-A49B-C4F2D42356E4}"/>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979191" y="2319345"/>
            <a:ext cx="3124591" cy="1207366"/>
          </a:xfrm>
          <a:prstGeom prst="rect">
            <a:avLst/>
          </a:prstGeom>
        </p:spPr>
      </p:pic>
      <p:grpSp>
        <p:nvGrpSpPr>
          <p:cNvPr id="7" name="Group 6">
            <a:extLst>
              <a:ext uri="{FF2B5EF4-FFF2-40B4-BE49-F238E27FC236}">
                <a16:creationId xmlns:a16="http://schemas.microsoft.com/office/drawing/2014/main" id="{E07D793F-7B43-0194-B315-5248F957D5C7}"/>
              </a:ext>
            </a:extLst>
          </p:cNvPr>
          <p:cNvGrpSpPr/>
          <p:nvPr userDrawn="1"/>
        </p:nvGrpSpPr>
        <p:grpSpPr>
          <a:xfrm>
            <a:off x="9491711" y="911779"/>
            <a:ext cx="1685206" cy="686138"/>
            <a:chOff x="437672" y="1280130"/>
            <a:chExt cx="2910783" cy="1185138"/>
          </a:xfrm>
        </p:grpSpPr>
        <p:sp>
          <p:nvSpPr>
            <p:cNvPr id="8" name="Freeform: Shape 187">
              <a:extLst>
                <a:ext uri="{FF2B5EF4-FFF2-40B4-BE49-F238E27FC236}">
                  <a16:creationId xmlns:a16="http://schemas.microsoft.com/office/drawing/2014/main" id="{73FAE3E3-7BAD-268B-B642-DBC7C9C1501C}"/>
                </a:ext>
              </a:extLst>
            </p:cNvPr>
            <p:cNvSpPr/>
            <p:nvPr/>
          </p:nvSpPr>
          <p:spPr>
            <a:xfrm>
              <a:off x="437672" y="1280130"/>
              <a:ext cx="2720832" cy="1110872"/>
            </a:xfrm>
            <a:custGeom>
              <a:avLst/>
              <a:gdLst>
                <a:gd name="connsiteX0" fmla="*/ 749249 w 907209"/>
                <a:gd name="connsiteY0" fmla="*/ 212440 h 370400"/>
                <a:gd name="connsiteX1" fmla="*/ 700014 w 907209"/>
                <a:gd name="connsiteY1" fmla="*/ 220306 h 370400"/>
                <a:gd name="connsiteX2" fmla="*/ 454537 w 907209"/>
                <a:gd name="connsiteY2" fmla="*/ 0 h 370400"/>
                <a:gd name="connsiteX3" fmla="*/ 213896 w 907209"/>
                <a:gd name="connsiteY3" fmla="*/ 191405 h 370400"/>
                <a:gd name="connsiteX4" fmla="*/ 178995 w 907209"/>
                <a:gd name="connsiteY4" fmla="*/ 191405 h 370400"/>
                <a:gd name="connsiteX5" fmla="*/ 0 w 907209"/>
                <a:gd name="connsiteY5" fmla="*/ 370400 h 370400"/>
                <a:gd name="connsiteX6" fmla="*/ 907209 w 907209"/>
                <a:gd name="connsiteY6" fmla="*/ 370400 h 370400"/>
                <a:gd name="connsiteX7" fmla="*/ 749249 w 907209"/>
                <a:gd name="connsiteY7" fmla="*/ 212440 h 3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7209" h="370400">
                  <a:moveTo>
                    <a:pt x="749249" y="212440"/>
                  </a:moveTo>
                  <a:cubicBezTo>
                    <a:pt x="732060" y="212440"/>
                    <a:pt x="715512" y="215236"/>
                    <a:pt x="700014" y="220306"/>
                  </a:cubicBezTo>
                  <a:cubicBezTo>
                    <a:pt x="686729" y="96489"/>
                    <a:pt x="581907" y="0"/>
                    <a:pt x="454537" y="0"/>
                  </a:cubicBezTo>
                  <a:cubicBezTo>
                    <a:pt x="337246" y="0"/>
                    <a:pt x="239126" y="81806"/>
                    <a:pt x="213896" y="191405"/>
                  </a:cubicBezTo>
                  <a:lnTo>
                    <a:pt x="178995" y="191405"/>
                  </a:lnTo>
                  <a:cubicBezTo>
                    <a:pt x="80116" y="191405"/>
                    <a:pt x="0" y="271522"/>
                    <a:pt x="0" y="370400"/>
                  </a:cubicBezTo>
                  <a:lnTo>
                    <a:pt x="907209" y="370400"/>
                  </a:lnTo>
                  <a:cubicBezTo>
                    <a:pt x="907209" y="283175"/>
                    <a:pt x="836474" y="212440"/>
                    <a:pt x="749249" y="212440"/>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9" name="Freeform: Shape 188">
              <a:extLst>
                <a:ext uri="{FF2B5EF4-FFF2-40B4-BE49-F238E27FC236}">
                  <a16:creationId xmlns:a16="http://schemas.microsoft.com/office/drawing/2014/main" id="{B2737416-25E2-B7A6-4CF0-A4BBAA95EFEF}"/>
                </a:ext>
              </a:extLst>
            </p:cNvPr>
            <p:cNvSpPr/>
            <p:nvPr/>
          </p:nvSpPr>
          <p:spPr>
            <a:xfrm>
              <a:off x="1651302" y="1789783"/>
              <a:ext cx="1697153" cy="675485"/>
            </a:xfrm>
            <a:custGeom>
              <a:avLst/>
              <a:gdLst>
                <a:gd name="connsiteX0" fmla="*/ 154872 w 565884"/>
                <a:gd name="connsiteY0" fmla="*/ 70357 h 225229"/>
                <a:gd name="connsiteX1" fmla="*/ 0 w 565884"/>
                <a:gd name="connsiteY1" fmla="*/ 225229 h 225229"/>
                <a:gd name="connsiteX2" fmla="*/ 565884 w 565884"/>
                <a:gd name="connsiteY2" fmla="*/ 225229 h 225229"/>
                <a:gd name="connsiteX3" fmla="*/ 496023 w 565884"/>
                <a:gd name="connsiteY3" fmla="*/ 70357 h 225229"/>
                <a:gd name="connsiteX4" fmla="*/ 496023 w 565884"/>
                <a:gd name="connsiteY4" fmla="*/ 70357 h 225229"/>
                <a:gd name="connsiteX5" fmla="*/ 154872 w 565884"/>
                <a:gd name="connsiteY5" fmla="*/ 70357 h 22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84" h="225229">
                  <a:moveTo>
                    <a:pt x="154872" y="70357"/>
                  </a:moveTo>
                  <a:lnTo>
                    <a:pt x="0" y="225229"/>
                  </a:lnTo>
                  <a:lnTo>
                    <a:pt x="565884" y="225229"/>
                  </a:lnTo>
                  <a:cubicBezTo>
                    <a:pt x="562272" y="168711"/>
                    <a:pt x="538965" y="113299"/>
                    <a:pt x="496023" y="70357"/>
                  </a:cubicBezTo>
                  <a:lnTo>
                    <a:pt x="496023" y="70357"/>
                  </a:lnTo>
                  <a:cubicBezTo>
                    <a:pt x="402213" y="-23452"/>
                    <a:pt x="248681" y="-23452"/>
                    <a:pt x="154872" y="70357"/>
                  </a:cubicBezTo>
                  <a:close/>
                </a:path>
              </a:pathLst>
            </a:custGeom>
            <a:gradFill>
              <a:gsLst>
                <a:gs pos="29000">
                  <a:srgbClr val="FFFFFF"/>
                </a:gs>
                <a:gs pos="48000">
                  <a:srgbClr val="F8FBFE"/>
                </a:gs>
                <a:gs pos="73000">
                  <a:srgbClr val="E7F3FB"/>
                </a:gs>
                <a:gs pos="100000">
                  <a:srgbClr val="CEE6F7"/>
                </a:gs>
              </a:gsLst>
              <a:lin ang="2700000" scaled="1"/>
            </a:gra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0" name="Graphic 133">
            <a:extLst>
              <a:ext uri="{FF2B5EF4-FFF2-40B4-BE49-F238E27FC236}">
                <a16:creationId xmlns:a16="http://schemas.microsoft.com/office/drawing/2014/main" id="{C1A206A6-3310-EA7E-60A7-52B4E662E852}"/>
              </a:ext>
            </a:extLst>
          </p:cNvPr>
          <p:cNvGrpSpPr/>
          <p:nvPr userDrawn="1"/>
        </p:nvGrpSpPr>
        <p:grpSpPr>
          <a:xfrm>
            <a:off x="7658058" y="759261"/>
            <a:ext cx="747561" cy="1467873"/>
            <a:chOff x="7819347" y="302010"/>
            <a:chExt cx="1311783" cy="2575750"/>
          </a:xfrm>
          <a:noFill/>
        </p:grpSpPr>
        <p:sp>
          <p:nvSpPr>
            <p:cNvPr id="11" name="Freeform: Shape 232">
              <a:extLst>
                <a:ext uri="{FF2B5EF4-FFF2-40B4-BE49-F238E27FC236}">
                  <a16:creationId xmlns:a16="http://schemas.microsoft.com/office/drawing/2014/main" id="{6904CC82-8FC3-4907-D7C4-25E8CCD3B3B1}"/>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 name="Freeform: Shape 233">
              <a:extLst>
                <a:ext uri="{FF2B5EF4-FFF2-40B4-BE49-F238E27FC236}">
                  <a16:creationId xmlns:a16="http://schemas.microsoft.com/office/drawing/2014/main" id="{9BDA50C5-6DC2-578E-D13A-57059AADC076}"/>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 name="Freeform: Shape 234">
              <a:extLst>
                <a:ext uri="{FF2B5EF4-FFF2-40B4-BE49-F238E27FC236}">
                  <a16:creationId xmlns:a16="http://schemas.microsoft.com/office/drawing/2014/main" id="{7DF80A53-DEF6-4DE3-70AE-2C4E88516EB5}"/>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 name="Freeform: Shape 235">
              <a:extLst>
                <a:ext uri="{FF2B5EF4-FFF2-40B4-BE49-F238E27FC236}">
                  <a16:creationId xmlns:a16="http://schemas.microsoft.com/office/drawing/2014/main" id="{0C42C827-27B3-D459-A335-65E91F88ABBA}"/>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5" name="Freeform: Shape 236">
              <a:extLst>
                <a:ext uri="{FF2B5EF4-FFF2-40B4-BE49-F238E27FC236}">
                  <a16:creationId xmlns:a16="http://schemas.microsoft.com/office/drawing/2014/main" id="{C59A6058-5AB1-8234-CA24-700044CCB2CD}"/>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6" name="Freeform: Shape 265">
            <a:extLst>
              <a:ext uri="{FF2B5EF4-FFF2-40B4-BE49-F238E27FC236}">
                <a16:creationId xmlns:a16="http://schemas.microsoft.com/office/drawing/2014/main" id="{6079931B-B490-7325-A160-7A6DE1A9A21A}"/>
              </a:ext>
            </a:extLst>
          </p:cNvPr>
          <p:cNvSpPr/>
          <p:nvPr userDrawn="1"/>
        </p:nvSpPr>
        <p:spPr>
          <a:xfrm>
            <a:off x="11119385" y="4173017"/>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 name="Freeform: Shape 269">
            <a:extLst>
              <a:ext uri="{FF2B5EF4-FFF2-40B4-BE49-F238E27FC236}">
                <a16:creationId xmlns:a16="http://schemas.microsoft.com/office/drawing/2014/main" id="{5F2CFDA2-2CBF-135C-2338-BDEAD8597CF6}"/>
              </a:ext>
            </a:extLst>
          </p:cNvPr>
          <p:cNvSpPr/>
          <p:nvPr userDrawn="1"/>
        </p:nvSpPr>
        <p:spPr>
          <a:xfrm>
            <a:off x="4525077" y="5197695"/>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8" name="Freeform: Shape 285">
            <a:extLst>
              <a:ext uri="{FF2B5EF4-FFF2-40B4-BE49-F238E27FC236}">
                <a16:creationId xmlns:a16="http://schemas.microsoft.com/office/drawing/2014/main" id="{26BAEE59-9AED-9F97-D5FA-39C001419BAE}"/>
              </a:ext>
            </a:extLst>
          </p:cNvPr>
          <p:cNvSpPr/>
          <p:nvPr userDrawn="1"/>
        </p:nvSpPr>
        <p:spPr>
          <a:xfrm>
            <a:off x="8709950" y="5303803"/>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 name="Freeform: Shape 286">
            <a:extLst>
              <a:ext uri="{FF2B5EF4-FFF2-40B4-BE49-F238E27FC236}">
                <a16:creationId xmlns:a16="http://schemas.microsoft.com/office/drawing/2014/main" id="{6E51B8FA-8550-4991-CF45-AF9BC233A4ED}"/>
              </a:ext>
            </a:extLst>
          </p:cNvPr>
          <p:cNvSpPr/>
          <p:nvPr userDrawn="1"/>
        </p:nvSpPr>
        <p:spPr>
          <a:xfrm>
            <a:off x="9116688" y="50100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20" name="Graphic 133">
            <a:extLst>
              <a:ext uri="{FF2B5EF4-FFF2-40B4-BE49-F238E27FC236}">
                <a16:creationId xmlns:a16="http://schemas.microsoft.com/office/drawing/2014/main" id="{6B919A6D-E9F3-238B-0545-E7C2970214F5}"/>
              </a:ext>
            </a:extLst>
          </p:cNvPr>
          <p:cNvGrpSpPr/>
          <p:nvPr userDrawn="1"/>
        </p:nvGrpSpPr>
        <p:grpSpPr>
          <a:xfrm rot="15300000">
            <a:off x="5392445" y="1828091"/>
            <a:ext cx="1311783" cy="2575750"/>
            <a:chOff x="7819347" y="302010"/>
            <a:chExt cx="1311783" cy="2575750"/>
          </a:xfrm>
          <a:noFill/>
        </p:grpSpPr>
        <p:sp>
          <p:nvSpPr>
            <p:cNvPr id="21" name="Freeform: Shape 288">
              <a:extLst>
                <a:ext uri="{FF2B5EF4-FFF2-40B4-BE49-F238E27FC236}">
                  <a16:creationId xmlns:a16="http://schemas.microsoft.com/office/drawing/2014/main" id="{91AD3376-23AF-FAF7-F059-A3FF5F1447BE}"/>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2" name="Freeform: Shape 289">
              <a:extLst>
                <a:ext uri="{FF2B5EF4-FFF2-40B4-BE49-F238E27FC236}">
                  <a16:creationId xmlns:a16="http://schemas.microsoft.com/office/drawing/2014/main" id="{E67FA9BC-F299-29EB-6442-876118767C9E}"/>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3" name="Freeform: Shape 290">
              <a:extLst>
                <a:ext uri="{FF2B5EF4-FFF2-40B4-BE49-F238E27FC236}">
                  <a16:creationId xmlns:a16="http://schemas.microsoft.com/office/drawing/2014/main" id="{062AA542-0F9E-953C-1D69-87234AEB2E01}"/>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4" name="Freeform: Shape 291">
              <a:extLst>
                <a:ext uri="{FF2B5EF4-FFF2-40B4-BE49-F238E27FC236}">
                  <a16:creationId xmlns:a16="http://schemas.microsoft.com/office/drawing/2014/main" id="{F8EC2207-3E2B-C094-D745-681FB54929BB}"/>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5" name="Freeform: Shape 292">
              <a:extLst>
                <a:ext uri="{FF2B5EF4-FFF2-40B4-BE49-F238E27FC236}">
                  <a16:creationId xmlns:a16="http://schemas.microsoft.com/office/drawing/2014/main" id="{36D4EC66-C4B1-4167-28C6-93D5B89E208D}"/>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26" name="Oval 25">
            <a:extLst>
              <a:ext uri="{FF2B5EF4-FFF2-40B4-BE49-F238E27FC236}">
                <a16:creationId xmlns:a16="http://schemas.microsoft.com/office/drawing/2014/main" id="{36E566A3-6670-19EF-B9E7-5485FB3B0FA4}"/>
              </a:ext>
            </a:extLst>
          </p:cNvPr>
          <p:cNvSpPr/>
          <p:nvPr userDrawn="1"/>
        </p:nvSpPr>
        <p:spPr>
          <a:xfrm flipV="1">
            <a:off x="6354876" y="1852997"/>
            <a:ext cx="3152006" cy="3152006"/>
          </a:xfrm>
          <a:prstGeom prst="ellipse">
            <a:avLst/>
          </a:prstGeom>
          <a:solidFill>
            <a:schemeClr val="bg1"/>
          </a:solidFill>
          <a:ln w="508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7" name="Freeform: Shape 298">
            <a:extLst>
              <a:ext uri="{FF2B5EF4-FFF2-40B4-BE49-F238E27FC236}">
                <a16:creationId xmlns:a16="http://schemas.microsoft.com/office/drawing/2014/main" id="{F66D5560-C575-CC2E-4C54-4AB471C116BD}"/>
              </a:ext>
            </a:extLst>
          </p:cNvPr>
          <p:cNvSpPr/>
          <p:nvPr userDrawn="1"/>
        </p:nvSpPr>
        <p:spPr>
          <a:xfrm>
            <a:off x="5893815" y="4685918"/>
            <a:ext cx="2921280" cy="1192670"/>
          </a:xfrm>
          <a:custGeom>
            <a:avLst/>
            <a:gdLst>
              <a:gd name="connsiteX0" fmla="*/ 2797989 w 3387980"/>
              <a:gd name="connsiteY0" fmla="*/ 793219 h 1383210"/>
              <a:gd name="connsiteX1" fmla="*/ 2614092 w 3387980"/>
              <a:gd name="connsiteY1" fmla="*/ 822614 h 1383210"/>
              <a:gd name="connsiteX2" fmla="*/ 1697357 w 3387980"/>
              <a:gd name="connsiteY2" fmla="*/ 0 h 1383210"/>
              <a:gd name="connsiteX3" fmla="*/ 798795 w 3387980"/>
              <a:gd name="connsiteY3" fmla="*/ 714810 h 1383210"/>
              <a:gd name="connsiteX4" fmla="*/ 668546 w 3387980"/>
              <a:gd name="connsiteY4" fmla="*/ 714665 h 1383210"/>
              <a:gd name="connsiteX5" fmla="*/ 0 w 3387980"/>
              <a:gd name="connsiteY5" fmla="*/ 1383211 h 1383210"/>
              <a:gd name="connsiteX6" fmla="*/ 3387981 w 3387980"/>
              <a:gd name="connsiteY6" fmla="*/ 1383211 h 1383210"/>
              <a:gd name="connsiteX7" fmla="*/ 2797989 w 3387980"/>
              <a:gd name="connsiteY7" fmla="*/ 793219 h 138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7980" h="1383210">
                <a:moveTo>
                  <a:pt x="2797989" y="793219"/>
                </a:moveTo>
                <a:cubicBezTo>
                  <a:pt x="2733770" y="793219"/>
                  <a:pt x="2671940" y="803573"/>
                  <a:pt x="2614092" y="822614"/>
                </a:cubicBezTo>
                <a:cubicBezTo>
                  <a:pt x="2564425" y="360192"/>
                  <a:pt x="2172956" y="0"/>
                  <a:pt x="1697357" y="0"/>
                </a:cubicBezTo>
                <a:cubicBezTo>
                  <a:pt x="1259406" y="0"/>
                  <a:pt x="892915" y="305385"/>
                  <a:pt x="798795" y="714810"/>
                </a:cubicBezTo>
                <a:lnTo>
                  <a:pt x="668546" y="714665"/>
                </a:lnTo>
                <a:cubicBezTo>
                  <a:pt x="299304" y="714737"/>
                  <a:pt x="0" y="1014041"/>
                  <a:pt x="0" y="1383211"/>
                </a:cubicBezTo>
                <a:lnTo>
                  <a:pt x="3387981" y="1383211"/>
                </a:lnTo>
                <a:cubicBezTo>
                  <a:pt x="3387981" y="1057336"/>
                  <a:pt x="3123864" y="793219"/>
                  <a:pt x="2797989" y="793219"/>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28" name="Graphic 27">
            <a:extLst>
              <a:ext uri="{FF2B5EF4-FFF2-40B4-BE49-F238E27FC236}">
                <a16:creationId xmlns:a16="http://schemas.microsoft.com/office/drawing/2014/main" id="{D3C99B72-7E35-A873-43DA-C64CADFE5673}"/>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9774850" y="3900948"/>
            <a:ext cx="780374" cy="780374"/>
          </a:xfrm>
          <a:prstGeom prst="rect">
            <a:avLst/>
          </a:prstGeom>
        </p:spPr>
      </p:pic>
      <p:pic>
        <p:nvPicPr>
          <p:cNvPr id="29" name="Graphic 28">
            <a:extLst>
              <a:ext uri="{FF2B5EF4-FFF2-40B4-BE49-F238E27FC236}">
                <a16:creationId xmlns:a16="http://schemas.microsoft.com/office/drawing/2014/main" id="{F1EE2544-EFBA-1086-1AC2-9865D8603579}"/>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9033671" y="4535003"/>
            <a:ext cx="1053193" cy="1053193"/>
          </a:xfrm>
          <a:prstGeom prst="rect">
            <a:avLst/>
          </a:prstGeom>
        </p:spPr>
      </p:pic>
      <p:sp>
        <p:nvSpPr>
          <p:cNvPr id="30" name="Picture Placeholder 91" descr="Mld Model&#10;">
            <a:extLst>
              <a:ext uri="{FF2B5EF4-FFF2-40B4-BE49-F238E27FC236}">
                <a16:creationId xmlns:a16="http://schemas.microsoft.com/office/drawing/2014/main" id="{CBF211F3-F7BD-BDF9-7E50-73744BB38BD6}"/>
              </a:ext>
            </a:extLst>
          </p:cNvPr>
          <p:cNvSpPr>
            <a:spLocks noChangeAspect="1"/>
          </p:cNvSpPr>
          <p:nvPr userDrawn="1"/>
        </p:nvSpPr>
        <p:spPr>
          <a:xfrm>
            <a:off x="6980353" y="2597461"/>
            <a:ext cx="1828800" cy="1696257"/>
          </a:xfrm>
          <a:custGeom>
            <a:avLst/>
            <a:gdLst>
              <a:gd name="connsiteX0" fmla="*/ 569847 w 602101"/>
              <a:gd name="connsiteY0" fmla="*/ 177721 h 558462"/>
              <a:gd name="connsiteX1" fmla="*/ 538856 w 602101"/>
              <a:gd name="connsiteY1" fmla="*/ 201755 h 558462"/>
              <a:gd name="connsiteX2" fmla="*/ 387066 w 602101"/>
              <a:gd name="connsiteY2" fmla="*/ 201755 h 558462"/>
              <a:gd name="connsiteX3" fmla="*/ 387066 w 602101"/>
              <a:gd name="connsiteY3" fmla="*/ 108783 h 558462"/>
              <a:gd name="connsiteX4" fmla="*/ 474977 w 602101"/>
              <a:gd name="connsiteY4" fmla="*/ 108783 h 558462"/>
              <a:gd name="connsiteX5" fmla="*/ 505968 w 602101"/>
              <a:gd name="connsiteY5" fmla="*/ 132817 h 558462"/>
              <a:gd name="connsiteX6" fmla="*/ 538224 w 602101"/>
              <a:gd name="connsiteY6" fmla="*/ 100561 h 558462"/>
              <a:gd name="connsiteX7" fmla="*/ 505968 w 602101"/>
              <a:gd name="connsiteY7" fmla="*/ 68306 h 558462"/>
              <a:gd name="connsiteX8" fmla="*/ 474977 w 602101"/>
              <a:gd name="connsiteY8" fmla="*/ 92339 h 558462"/>
              <a:gd name="connsiteX9" fmla="*/ 387066 w 602101"/>
              <a:gd name="connsiteY9" fmla="*/ 92339 h 558462"/>
              <a:gd name="connsiteX10" fmla="*/ 387066 w 602101"/>
              <a:gd name="connsiteY10" fmla="*/ 27828 h 558462"/>
              <a:gd name="connsiteX11" fmla="*/ 383903 w 602101"/>
              <a:gd name="connsiteY11" fmla="*/ 25298 h 558462"/>
              <a:gd name="connsiteX12" fmla="*/ 309273 w 602101"/>
              <a:gd name="connsiteY12" fmla="*/ 0 h 558462"/>
              <a:gd name="connsiteX13" fmla="*/ 189106 w 602101"/>
              <a:gd name="connsiteY13" fmla="*/ 94869 h 558462"/>
              <a:gd name="connsiteX14" fmla="*/ 144833 w 602101"/>
              <a:gd name="connsiteY14" fmla="*/ 118902 h 558462"/>
              <a:gd name="connsiteX15" fmla="*/ 101194 w 602101"/>
              <a:gd name="connsiteY15" fmla="*/ 203020 h 558462"/>
              <a:gd name="connsiteX16" fmla="*/ 114475 w 602101"/>
              <a:gd name="connsiteY16" fmla="*/ 269428 h 558462"/>
              <a:gd name="connsiteX17" fmla="*/ 63246 w 602101"/>
              <a:gd name="connsiteY17" fmla="*/ 269428 h 558462"/>
              <a:gd name="connsiteX18" fmla="*/ 32255 w 602101"/>
              <a:gd name="connsiteY18" fmla="*/ 245394 h 558462"/>
              <a:gd name="connsiteX19" fmla="*/ 0 w 602101"/>
              <a:gd name="connsiteY19" fmla="*/ 277650 h 558462"/>
              <a:gd name="connsiteX20" fmla="*/ 32255 w 602101"/>
              <a:gd name="connsiteY20" fmla="*/ 309905 h 558462"/>
              <a:gd name="connsiteX21" fmla="*/ 63246 w 602101"/>
              <a:gd name="connsiteY21" fmla="*/ 285872 h 558462"/>
              <a:gd name="connsiteX22" fmla="*/ 113843 w 602101"/>
              <a:gd name="connsiteY22" fmla="*/ 285872 h 558462"/>
              <a:gd name="connsiteX23" fmla="*/ 118902 w 602101"/>
              <a:gd name="connsiteY23" fmla="*/ 406039 h 558462"/>
              <a:gd name="connsiteX24" fmla="*/ 187208 w 602101"/>
              <a:gd name="connsiteY24" fmla="*/ 459166 h 558462"/>
              <a:gd name="connsiteX25" fmla="*/ 187208 w 602101"/>
              <a:gd name="connsiteY25" fmla="*/ 457901 h 558462"/>
              <a:gd name="connsiteX26" fmla="*/ 308640 w 602101"/>
              <a:gd name="connsiteY26" fmla="*/ 558462 h 558462"/>
              <a:gd name="connsiteX27" fmla="*/ 383271 w 602101"/>
              <a:gd name="connsiteY27" fmla="*/ 533164 h 558462"/>
              <a:gd name="connsiteX28" fmla="*/ 386433 w 602101"/>
              <a:gd name="connsiteY28" fmla="*/ 530634 h 558462"/>
              <a:gd name="connsiteX29" fmla="*/ 386433 w 602101"/>
              <a:gd name="connsiteY29" fmla="*/ 436397 h 558462"/>
              <a:gd name="connsiteX30" fmla="*/ 434500 w 602101"/>
              <a:gd name="connsiteY30" fmla="*/ 436397 h 558462"/>
              <a:gd name="connsiteX31" fmla="*/ 465491 w 602101"/>
              <a:gd name="connsiteY31" fmla="*/ 460431 h 558462"/>
              <a:gd name="connsiteX32" fmla="*/ 497746 w 602101"/>
              <a:gd name="connsiteY32" fmla="*/ 428175 h 558462"/>
              <a:gd name="connsiteX33" fmla="*/ 465491 w 602101"/>
              <a:gd name="connsiteY33" fmla="*/ 395920 h 558462"/>
              <a:gd name="connsiteX34" fmla="*/ 434500 w 602101"/>
              <a:gd name="connsiteY34" fmla="*/ 419953 h 558462"/>
              <a:gd name="connsiteX35" fmla="*/ 386433 w 602101"/>
              <a:gd name="connsiteY35" fmla="*/ 419953 h 558462"/>
              <a:gd name="connsiteX36" fmla="*/ 386433 w 602101"/>
              <a:gd name="connsiteY36" fmla="*/ 326982 h 558462"/>
              <a:gd name="connsiteX37" fmla="*/ 503438 w 602101"/>
              <a:gd name="connsiteY37" fmla="*/ 326982 h 558462"/>
              <a:gd name="connsiteX38" fmla="*/ 534429 w 602101"/>
              <a:gd name="connsiteY38" fmla="*/ 351015 h 558462"/>
              <a:gd name="connsiteX39" fmla="*/ 566684 w 602101"/>
              <a:gd name="connsiteY39" fmla="*/ 318760 h 558462"/>
              <a:gd name="connsiteX40" fmla="*/ 534429 w 602101"/>
              <a:gd name="connsiteY40" fmla="*/ 286504 h 558462"/>
              <a:gd name="connsiteX41" fmla="*/ 503438 w 602101"/>
              <a:gd name="connsiteY41" fmla="*/ 310538 h 558462"/>
              <a:gd name="connsiteX42" fmla="*/ 387066 w 602101"/>
              <a:gd name="connsiteY42" fmla="*/ 310538 h 558462"/>
              <a:gd name="connsiteX43" fmla="*/ 387066 w 602101"/>
              <a:gd name="connsiteY43" fmla="*/ 218199 h 558462"/>
              <a:gd name="connsiteX44" fmla="*/ 538856 w 602101"/>
              <a:gd name="connsiteY44" fmla="*/ 218199 h 558462"/>
              <a:gd name="connsiteX45" fmla="*/ 569847 w 602101"/>
              <a:gd name="connsiteY45" fmla="*/ 242232 h 558462"/>
              <a:gd name="connsiteX46" fmla="*/ 602102 w 602101"/>
              <a:gd name="connsiteY46" fmla="*/ 209977 h 558462"/>
              <a:gd name="connsiteX47" fmla="*/ 569847 w 602101"/>
              <a:gd name="connsiteY47" fmla="*/ 177721 h 558462"/>
              <a:gd name="connsiteX48" fmla="*/ 309273 w 602101"/>
              <a:gd name="connsiteY48" fmla="*/ 542018 h 558462"/>
              <a:gd name="connsiteX49" fmla="*/ 201755 w 602101"/>
              <a:gd name="connsiteY49" fmla="*/ 434500 h 558462"/>
              <a:gd name="connsiteX50" fmla="*/ 185943 w 602101"/>
              <a:gd name="connsiteY50" fmla="*/ 434500 h 558462"/>
              <a:gd name="connsiteX51" fmla="*/ 185943 w 602101"/>
              <a:gd name="connsiteY51" fmla="*/ 440825 h 558462"/>
              <a:gd name="connsiteX52" fmla="*/ 132817 w 602101"/>
              <a:gd name="connsiteY52" fmla="*/ 397185 h 558462"/>
              <a:gd name="connsiteX53" fmla="*/ 167602 w 602101"/>
              <a:gd name="connsiteY53" fmla="*/ 249189 h 558462"/>
              <a:gd name="connsiteX54" fmla="*/ 187208 w 602101"/>
              <a:gd name="connsiteY54" fmla="*/ 239702 h 558462"/>
              <a:gd name="connsiteX55" fmla="*/ 181516 w 602101"/>
              <a:gd name="connsiteY55" fmla="*/ 224523 h 558462"/>
              <a:gd name="connsiteX56" fmla="*/ 158747 w 602101"/>
              <a:gd name="connsiteY56" fmla="*/ 235275 h 558462"/>
              <a:gd name="connsiteX57" fmla="*/ 128389 w 602101"/>
              <a:gd name="connsiteY57" fmla="*/ 261838 h 558462"/>
              <a:gd name="connsiteX58" fmla="*/ 117005 w 602101"/>
              <a:gd name="connsiteY58" fmla="*/ 204285 h 558462"/>
              <a:gd name="connsiteX59" fmla="*/ 154953 w 602101"/>
              <a:gd name="connsiteY59" fmla="*/ 131552 h 558462"/>
              <a:gd name="connsiteX60" fmla="*/ 233378 w 602101"/>
              <a:gd name="connsiteY60" fmla="*/ 106886 h 558462"/>
              <a:gd name="connsiteX61" fmla="*/ 254881 w 602101"/>
              <a:gd name="connsiteY61" fmla="*/ 110680 h 558462"/>
              <a:gd name="connsiteX62" fmla="*/ 259309 w 602101"/>
              <a:gd name="connsiteY62" fmla="*/ 95501 h 558462"/>
              <a:gd name="connsiteX63" fmla="*/ 234643 w 602101"/>
              <a:gd name="connsiteY63" fmla="*/ 91074 h 558462"/>
              <a:gd name="connsiteX64" fmla="*/ 206182 w 602101"/>
              <a:gd name="connsiteY64" fmla="*/ 92339 h 558462"/>
              <a:gd name="connsiteX65" fmla="*/ 308640 w 602101"/>
              <a:gd name="connsiteY65" fmla="*/ 17076 h 558462"/>
              <a:gd name="connsiteX66" fmla="*/ 370622 w 602101"/>
              <a:gd name="connsiteY66" fmla="*/ 36683 h 558462"/>
              <a:gd name="connsiteX67" fmla="*/ 370622 w 602101"/>
              <a:gd name="connsiteY67" fmla="*/ 93604 h 558462"/>
              <a:gd name="connsiteX68" fmla="*/ 328247 w 602101"/>
              <a:gd name="connsiteY68" fmla="*/ 93604 h 558462"/>
              <a:gd name="connsiteX69" fmla="*/ 328247 w 602101"/>
              <a:gd name="connsiteY69" fmla="*/ 109416 h 558462"/>
              <a:gd name="connsiteX70" fmla="*/ 370622 w 602101"/>
              <a:gd name="connsiteY70" fmla="*/ 109416 h 558462"/>
              <a:gd name="connsiteX71" fmla="*/ 370622 w 602101"/>
              <a:gd name="connsiteY71" fmla="*/ 201755 h 558462"/>
              <a:gd name="connsiteX72" fmla="*/ 262471 w 602101"/>
              <a:gd name="connsiteY72" fmla="*/ 201755 h 558462"/>
              <a:gd name="connsiteX73" fmla="*/ 230215 w 602101"/>
              <a:gd name="connsiteY73" fmla="*/ 169499 h 558462"/>
              <a:gd name="connsiteX74" fmla="*/ 214404 w 602101"/>
              <a:gd name="connsiteY74" fmla="*/ 169499 h 558462"/>
              <a:gd name="connsiteX75" fmla="*/ 262471 w 602101"/>
              <a:gd name="connsiteY75" fmla="*/ 217566 h 558462"/>
              <a:gd name="connsiteX76" fmla="*/ 371254 w 602101"/>
              <a:gd name="connsiteY76" fmla="*/ 217566 h 558462"/>
              <a:gd name="connsiteX77" fmla="*/ 371254 w 602101"/>
              <a:gd name="connsiteY77" fmla="*/ 310538 h 558462"/>
              <a:gd name="connsiteX78" fmla="*/ 232745 w 602101"/>
              <a:gd name="connsiteY78" fmla="*/ 310538 h 558462"/>
              <a:gd name="connsiteX79" fmla="*/ 184678 w 602101"/>
              <a:gd name="connsiteY79" fmla="*/ 362400 h 558462"/>
              <a:gd name="connsiteX80" fmla="*/ 200490 w 602101"/>
              <a:gd name="connsiteY80" fmla="*/ 362400 h 558462"/>
              <a:gd name="connsiteX81" fmla="*/ 232745 w 602101"/>
              <a:gd name="connsiteY81" fmla="*/ 326349 h 558462"/>
              <a:gd name="connsiteX82" fmla="*/ 371254 w 602101"/>
              <a:gd name="connsiteY82" fmla="*/ 326349 h 558462"/>
              <a:gd name="connsiteX83" fmla="*/ 371254 w 602101"/>
              <a:gd name="connsiteY83" fmla="*/ 419953 h 558462"/>
              <a:gd name="connsiteX84" fmla="*/ 321290 w 602101"/>
              <a:gd name="connsiteY84" fmla="*/ 419953 h 558462"/>
              <a:gd name="connsiteX85" fmla="*/ 273223 w 602101"/>
              <a:gd name="connsiteY85" fmla="*/ 471815 h 558462"/>
              <a:gd name="connsiteX86" fmla="*/ 289034 w 602101"/>
              <a:gd name="connsiteY86" fmla="*/ 471815 h 558462"/>
              <a:gd name="connsiteX87" fmla="*/ 321290 w 602101"/>
              <a:gd name="connsiteY87" fmla="*/ 435765 h 558462"/>
              <a:gd name="connsiteX88" fmla="*/ 371254 w 602101"/>
              <a:gd name="connsiteY88" fmla="*/ 435765 h 558462"/>
              <a:gd name="connsiteX89" fmla="*/ 371254 w 602101"/>
              <a:gd name="connsiteY89" fmla="*/ 521147 h 558462"/>
              <a:gd name="connsiteX90" fmla="*/ 309273 w 602101"/>
              <a:gd name="connsiteY90" fmla="*/ 542018 h 55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2101" h="558462">
                <a:moveTo>
                  <a:pt x="569847" y="177721"/>
                </a:moveTo>
                <a:cubicBezTo>
                  <a:pt x="554667" y="177721"/>
                  <a:pt x="542651" y="187841"/>
                  <a:pt x="538856" y="201755"/>
                </a:cubicBezTo>
                <a:lnTo>
                  <a:pt x="387066" y="201755"/>
                </a:lnTo>
                <a:lnTo>
                  <a:pt x="387066" y="108783"/>
                </a:lnTo>
                <a:lnTo>
                  <a:pt x="474977" y="108783"/>
                </a:lnTo>
                <a:cubicBezTo>
                  <a:pt x="478772" y="122697"/>
                  <a:pt x="490789" y="132817"/>
                  <a:pt x="505968" y="132817"/>
                </a:cubicBezTo>
                <a:cubicBezTo>
                  <a:pt x="523677" y="132817"/>
                  <a:pt x="538224" y="118270"/>
                  <a:pt x="538224" y="100561"/>
                </a:cubicBezTo>
                <a:cubicBezTo>
                  <a:pt x="538224" y="82852"/>
                  <a:pt x="523677" y="68306"/>
                  <a:pt x="505968" y="68306"/>
                </a:cubicBezTo>
                <a:cubicBezTo>
                  <a:pt x="490789" y="68306"/>
                  <a:pt x="478772" y="78425"/>
                  <a:pt x="474977" y="92339"/>
                </a:cubicBezTo>
                <a:lnTo>
                  <a:pt x="387066" y="92339"/>
                </a:lnTo>
                <a:lnTo>
                  <a:pt x="387066" y="27828"/>
                </a:lnTo>
                <a:lnTo>
                  <a:pt x="383903" y="25298"/>
                </a:lnTo>
                <a:cubicBezTo>
                  <a:pt x="362400" y="8854"/>
                  <a:pt x="336469" y="0"/>
                  <a:pt x="309273" y="0"/>
                </a:cubicBezTo>
                <a:cubicBezTo>
                  <a:pt x="252352" y="0"/>
                  <a:pt x="202387" y="39845"/>
                  <a:pt x="189106" y="94869"/>
                </a:cubicBezTo>
                <a:cubicBezTo>
                  <a:pt x="173294" y="99929"/>
                  <a:pt x="158115" y="107518"/>
                  <a:pt x="144833" y="118902"/>
                </a:cubicBezTo>
                <a:cubicBezTo>
                  <a:pt x="119535" y="140406"/>
                  <a:pt x="104356" y="170132"/>
                  <a:pt x="101194" y="203020"/>
                </a:cubicBezTo>
                <a:cubicBezTo>
                  <a:pt x="99296" y="225788"/>
                  <a:pt x="103723" y="249189"/>
                  <a:pt x="114475" y="269428"/>
                </a:cubicBezTo>
                <a:lnTo>
                  <a:pt x="63246" y="269428"/>
                </a:lnTo>
                <a:cubicBezTo>
                  <a:pt x="59451" y="255514"/>
                  <a:pt x="47435" y="245394"/>
                  <a:pt x="32255" y="245394"/>
                </a:cubicBezTo>
                <a:cubicBezTo>
                  <a:pt x="14547" y="245394"/>
                  <a:pt x="0" y="259941"/>
                  <a:pt x="0" y="277650"/>
                </a:cubicBezTo>
                <a:cubicBezTo>
                  <a:pt x="0" y="295359"/>
                  <a:pt x="14547" y="309905"/>
                  <a:pt x="32255" y="309905"/>
                </a:cubicBezTo>
                <a:cubicBezTo>
                  <a:pt x="47435" y="309905"/>
                  <a:pt x="59451" y="299786"/>
                  <a:pt x="63246" y="285872"/>
                </a:cubicBezTo>
                <a:lnTo>
                  <a:pt x="113843" y="285872"/>
                </a:lnTo>
                <a:cubicBezTo>
                  <a:pt x="95501" y="323187"/>
                  <a:pt x="96134" y="368092"/>
                  <a:pt x="118902" y="406039"/>
                </a:cubicBezTo>
                <a:cubicBezTo>
                  <a:pt x="134714" y="431338"/>
                  <a:pt x="158747" y="450312"/>
                  <a:pt x="187208" y="459166"/>
                </a:cubicBezTo>
                <a:lnTo>
                  <a:pt x="187208" y="457901"/>
                </a:lnTo>
                <a:cubicBezTo>
                  <a:pt x="197960" y="515455"/>
                  <a:pt x="247924" y="558462"/>
                  <a:pt x="308640" y="558462"/>
                </a:cubicBezTo>
                <a:cubicBezTo>
                  <a:pt x="335836" y="558462"/>
                  <a:pt x="361767" y="549608"/>
                  <a:pt x="383271" y="533164"/>
                </a:cubicBezTo>
                <a:lnTo>
                  <a:pt x="386433" y="530634"/>
                </a:lnTo>
                <a:lnTo>
                  <a:pt x="386433" y="436397"/>
                </a:lnTo>
                <a:lnTo>
                  <a:pt x="434500" y="436397"/>
                </a:lnTo>
                <a:cubicBezTo>
                  <a:pt x="438295" y="450312"/>
                  <a:pt x="450312" y="460431"/>
                  <a:pt x="465491" y="460431"/>
                </a:cubicBezTo>
                <a:cubicBezTo>
                  <a:pt x="483199" y="460431"/>
                  <a:pt x="497746" y="445884"/>
                  <a:pt x="497746" y="428175"/>
                </a:cubicBezTo>
                <a:cubicBezTo>
                  <a:pt x="497746" y="410467"/>
                  <a:pt x="483199" y="395920"/>
                  <a:pt x="465491" y="395920"/>
                </a:cubicBezTo>
                <a:cubicBezTo>
                  <a:pt x="450312" y="395920"/>
                  <a:pt x="438295" y="406039"/>
                  <a:pt x="434500" y="419953"/>
                </a:cubicBezTo>
                <a:lnTo>
                  <a:pt x="386433" y="419953"/>
                </a:lnTo>
                <a:lnTo>
                  <a:pt x="386433" y="326982"/>
                </a:lnTo>
                <a:lnTo>
                  <a:pt x="503438" y="326982"/>
                </a:lnTo>
                <a:cubicBezTo>
                  <a:pt x="507233" y="340896"/>
                  <a:pt x="519250" y="351015"/>
                  <a:pt x="534429" y="351015"/>
                </a:cubicBezTo>
                <a:cubicBezTo>
                  <a:pt x="552138" y="351015"/>
                  <a:pt x="566684" y="336469"/>
                  <a:pt x="566684" y="318760"/>
                </a:cubicBezTo>
                <a:cubicBezTo>
                  <a:pt x="566684" y="301051"/>
                  <a:pt x="552138" y="286504"/>
                  <a:pt x="534429" y="286504"/>
                </a:cubicBezTo>
                <a:cubicBezTo>
                  <a:pt x="519250" y="286504"/>
                  <a:pt x="507233" y="296624"/>
                  <a:pt x="503438" y="310538"/>
                </a:cubicBezTo>
                <a:lnTo>
                  <a:pt x="387066" y="310538"/>
                </a:lnTo>
                <a:lnTo>
                  <a:pt x="387066" y="218199"/>
                </a:lnTo>
                <a:lnTo>
                  <a:pt x="538856" y="218199"/>
                </a:lnTo>
                <a:cubicBezTo>
                  <a:pt x="542651" y="232113"/>
                  <a:pt x="554667" y="242232"/>
                  <a:pt x="569847" y="242232"/>
                </a:cubicBezTo>
                <a:cubicBezTo>
                  <a:pt x="587555" y="242232"/>
                  <a:pt x="602102" y="227686"/>
                  <a:pt x="602102" y="209977"/>
                </a:cubicBezTo>
                <a:cubicBezTo>
                  <a:pt x="602102" y="192268"/>
                  <a:pt x="587555" y="177721"/>
                  <a:pt x="569847" y="177721"/>
                </a:cubicBezTo>
                <a:close/>
                <a:moveTo>
                  <a:pt x="309273" y="542018"/>
                </a:moveTo>
                <a:cubicBezTo>
                  <a:pt x="249822" y="542018"/>
                  <a:pt x="201755" y="493951"/>
                  <a:pt x="201755" y="434500"/>
                </a:cubicBezTo>
                <a:lnTo>
                  <a:pt x="185943" y="434500"/>
                </a:lnTo>
                <a:cubicBezTo>
                  <a:pt x="185943" y="436397"/>
                  <a:pt x="185943" y="438295"/>
                  <a:pt x="185943" y="440825"/>
                </a:cubicBezTo>
                <a:cubicBezTo>
                  <a:pt x="163807" y="432603"/>
                  <a:pt x="145466" y="417424"/>
                  <a:pt x="132817" y="397185"/>
                </a:cubicBezTo>
                <a:cubicBezTo>
                  <a:pt x="101826" y="346588"/>
                  <a:pt x="117005" y="280812"/>
                  <a:pt x="167602" y="249189"/>
                </a:cubicBezTo>
                <a:cubicBezTo>
                  <a:pt x="173927" y="245394"/>
                  <a:pt x="180251" y="242232"/>
                  <a:pt x="187208" y="239702"/>
                </a:cubicBezTo>
                <a:lnTo>
                  <a:pt x="181516" y="224523"/>
                </a:lnTo>
                <a:cubicBezTo>
                  <a:pt x="173927" y="227686"/>
                  <a:pt x="166337" y="230848"/>
                  <a:pt x="158747" y="235275"/>
                </a:cubicBezTo>
                <a:cubicBezTo>
                  <a:pt x="146731" y="242865"/>
                  <a:pt x="136611" y="251719"/>
                  <a:pt x="128389" y="261838"/>
                </a:cubicBezTo>
                <a:cubicBezTo>
                  <a:pt x="119535" y="244130"/>
                  <a:pt x="115108" y="223891"/>
                  <a:pt x="117005" y="204285"/>
                </a:cubicBezTo>
                <a:cubicBezTo>
                  <a:pt x="119535" y="175824"/>
                  <a:pt x="132817" y="149893"/>
                  <a:pt x="154953" y="131552"/>
                </a:cubicBezTo>
                <a:cubicBezTo>
                  <a:pt x="177089" y="113210"/>
                  <a:pt x="204917" y="104356"/>
                  <a:pt x="233378" y="106886"/>
                </a:cubicBezTo>
                <a:cubicBezTo>
                  <a:pt x="240335" y="107518"/>
                  <a:pt x="247924" y="108783"/>
                  <a:pt x="254881" y="110680"/>
                </a:cubicBezTo>
                <a:lnTo>
                  <a:pt x="259309" y="95501"/>
                </a:lnTo>
                <a:cubicBezTo>
                  <a:pt x="251087" y="92972"/>
                  <a:pt x="242865" y="91707"/>
                  <a:pt x="234643" y="91074"/>
                </a:cubicBezTo>
                <a:cubicBezTo>
                  <a:pt x="225156" y="90442"/>
                  <a:pt x="215669" y="90442"/>
                  <a:pt x="206182" y="92339"/>
                </a:cubicBezTo>
                <a:cubicBezTo>
                  <a:pt x="220096" y="48067"/>
                  <a:pt x="261206" y="17076"/>
                  <a:pt x="308640" y="17076"/>
                </a:cubicBezTo>
                <a:cubicBezTo>
                  <a:pt x="330777" y="17076"/>
                  <a:pt x="352280" y="24033"/>
                  <a:pt x="370622" y="36683"/>
                </a:cubicBezTo>
                <a:lnTo>
                  <a:pt x="370622" y="93604"/>
                </a:lnTo>
                <a:lnTo>
                  <a:pt x="328247" y="93604"/>
                </a:lnTo>
                <a:lnTo>
                  <a:pt x="328247" y="109416"/>
                </a:lnTo>
                <a:lnTo>
                  <a:pt x="370622" y="109416"/>
                </a:lnTo>
                <a:lnTo>
                  <a:pt x="370622" y="201755"/>
                </a:lnTo>
                <a:lnTo>
                  <a:pt x="262471" y="201755"/>
                </a:lnTo>
                <a:cubicBezTo>
                  <a:pt x="244762" y="201755"/>
                  <a:pt x="230215" y="187208"/>
                  <a:pt x="230215" y="169499"/>
                </a:cubicBezTo>
                <a:lnTo>
                  <a:pt x="214404" y="169499"/>
                </a:lnTo>
                <a:cubicBezTo>
                  <a:pt x="214404" y="196063"/>
                  <a:pt x="235908" y="217566"/>
                  <a:pt x="262471" y="217566"/>
                </a:cubicBezTo>
                <a:lnTo>
                  <a:pt x="371254" y="217566"/>
                </a:lnTo>
                <a:lnTo>
                  <a:pt x="371254" y="310538"/>
                </a:lnTo>
                <a:lnTo>
                  <a:pt x="232745" y="310538"/>
                </a:lnTo>
                <a:cubicBezTo>
                  <a:pt x="206182" y="310538"/>
                  <a:pt x="184678" y="333939"/>
                  <a:pt x="184678" y="362400"/>
                </a:cubicBezTo>
                <a:lnTo>
                  <a:pt x="200490" y="362400"/>
                </a:lnTo>
                <a:cubicBezTo>
                  <a:pt x="200490" y="342793"/>
                  <a:pt x="215036" y="326349"/>
                  <a:pt x="232745" y="326349"/>
                </a:cubicBezTo>
                <a:lnTo>
                  <a:pt x="371254" y="326349"/>
                </a:lnTo>
                <a:lnTo>
                  <a:pt x="371254" y="419953"/>
                </a:lnTo>
                <a:lnTo>
                  <a:pt x="321290" y="419953"/>
                </a:lnTo>
                <a:cubicBezTo>
                  <a:pt x="294726" y="419953"/>
                  <a:pt x="273223" y="443354"/>
                  <a:pt x="273223" y="471815"/>
                </a:cubicBezTo>
                <a:lnTo>
                  <a:pt x="289034" y="471815"/>
                </a:lnTo>
                <a:cubicBezTo>
                  <a:pt x="289034" y="452209"/>
                  <a:pt x="303581" y="435765"/>
                  <a:pt x="321290" y="435765"/>
                </a:cubicBezTo>
                <a:lnTo>
                  <a:pt x="371254" y="435765"/>
                </a:lnTo>
                <a:lnTo>
                  <a:pt x="371254" y="521147"/>
                </a:lnTo>
                <a:cubicBezTo>
                  <a:pt x="352913" y="535061"/>
                  <a:pt x="331409" y="542018"/>
                  <a:pt x="309273" y="542018"/>
                </a:cubicBezTo>
                <a:close/>
              </a:path>
            </a:pathLst>
          </a:custGeom>
          <a:solidFill>
            <a:schemeClr val="accent4"/>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1" name="TextBox 30">
            <a:extLst>
              <a:ext uri="{FF2B5EF4-FFF2-40B4-BE49-F238E27FC236}">
                <a16:creationId xmlns:a16="http://schemas.microsoft.com/office/drawing/2014/main" id="{31D605C2-B2A9-BBA3-69C3-986B0687CFAB}"/>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33" name="Graphic 8">
            <a:extLst>
              <a:ext uri="{FF2B5EF4-FFF2-40B4-BE49-F238E27FC236}">
                <a16:creationId xmlns:a16="http://schemas.microsoft.com/office/drawing/2014/main" id="{4140B847-1351-6D2C-E8FC-B4748542F87A}"/>
              </a:ext>
            </a:extLst>
          </p:cNvPr>
          <p:cNvGrpSpPr/>
          <p:nvPr userDrawn="1"/>
        </p:nvGrpSpPr>
        <p:grpSpPr>
          <a:xfrm>
            <a:off x="265625" y="6323271"/>
            <a:ext cx="1249223" cy="369648"/>
            <a:chOff x="265625" y="6323271"/>
            <a:chExt cx="1249223" cy="369648"/>
          </a:xfrm>
          <a:solidFill>
            <a:srgbClr val="000000"/>
          </a:solidFill>
        </p:grpSpPr>
        <p:grpSp>
          <p:nvGrpSpPr>
            <p:cNvPr id="34" name="Graphic 8">
              <a:extLst>
                <a:ext uri="{FF2B5EF4-FFF2-40B4-BE49-F238E27FC236}">
                  <a16:creationId xmlns:a16="http://schemas.microsoft.com/office/drawing/2014/main" id="{2662E0BA-5338-F821-5B7A-EEF82B54A8AC}"/>
                </a:ext>
              </a:extLst>
            </p:cNvPr>
            <p:cNvGrpSpPr/>
            <p:nvPr/>
          </p:nvGrpSpPr>
          <p:grpSpPr>
            <a:xfrm>
              <a:off x="745455" y="6594444"/>
              <a:ext cx="722662" cy="98475"/>
              <a:chOff x="745455" y="6594444"/>
              <a:chExt cx="722662" cy="98475"/>
            </a:xfrm>
            <a:solidFill>
              <a:srgbClr val="000000"/>
            </a:solidFill>
          </p:grpSpPr>
          <p:sp>
            <p:nvSpPr>
              <p:cNvPr id="43" name="Freeform 19">
                <a:extLst>
                  <a:ext uri="{FF2B5EF4-FFF2-40B4-BE49-F238E27FC236}">
                    <a16:creationId xmlns:a16="http://schemas.microsoft.com/office/drawing/2014/main" id="{61003CDA-DAF1-038F-9A89-C221CD5633A8}"/>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44" name="Freeform 20">
                <a:extLst>
                  <a:ext uri="{FF2B5EF4-FFF2-40B4-BE49-F238E27FC236}">
                    <a16:creationId xmlns:a16="http://schemas.microsoft.com/office/drawing/2014/main" id="{D7A3E0F4-986A-8803-166F-BD704C4A55DD}"/>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45" name="Freeform 21">
                <a:extLst>
                  <a:ext uri="{FF2B5EF4-FFF2-40B4-BE49-F238E27FC236}">
                    <a16:creationId xmlns:a16="http://schemas.microsoft.com/office/drawing/2014/main" id="{1FC37E74-E709-5AB5-6A7C-A9ADC384D8DC}"/>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46" name="Freeform 22">
                <a:extLst>
                  <a:ext uri="{FF2B5EF4-FFF2-40B4-BE49-F238E27FC236}">
                    <a16:creationId xmlns:a16="http://schemas.microsoft.com/office/drawing/2014/main" id="{C38D5A9A-EA7E-53D1-3277-EC0136F9E8E9}"/>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47" name="Freeform 23">
                <a:extLst>
                  <a:ext uri="{FF2B5EF4-FFF2-40B4-BE49-F238E27FC236}">
                    <a16:creationId xmlns:a16="http://schemas.microsoft.com/office/drawing/2014/main" id="{7CFFF5EB-100C-0340-A546-74B2410D0A50}"/>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48" name="Freeform 24">
                <a:extLst>
                  <a:ext uri="{FF2B5EF4-FFF2-40B4-BE49-F238E27FC236}">
                    <a16:creationId xmlns:a16="http://schemas.microsoft.com/office/drawing/2014/main" id="{EFBEACE8-6DDE-F5FE-CA0E-68DDAF66B839}"/>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49" name="Freeform 25">
                <a:extLst>
                  <a:ext uri="{FF2B5EF4-FFF2-40B4-BE49-F238E27FC236}">
                    <a16:creationId xmlns:a16="http://schemas.microsoft.com/office/drawing/2014/main" id="{628DE9C2-4952-D567-E51D-39E0E115561D}"/>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50" name="Freeform 26">
                <a:extLst>
                  <a:ext uri="{FF2B5EF4-FFF2-40B4-BE49-F238E27FC236}">
                    <a16:creationId xmlns:a16="http://schemas.microsoft.com/office/drawing/2014/main" id="{3E0F5CBD-4926-A4B5-1A16-1296DD6DFC15}"/>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51" name="Freeform 27">
                <a:extLst>
                  <a:ext uri="{FF2B5EF4-FFF2-40B4-BE49-F238E27FC236}">
                    <a16:creationId xmlns:a16="http://schemas.microsoft.com/office/drawing/2014/main" id="{40160548-6D70-E13A-BF7B-4F1AFF14EE89}"/>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52" name="Freeform 28">
                <a:extLst>
                  <a:ext uri="{FF2B5EF4-FFF2-40B4-BE49-F238E27FC236}">
                    <a16:creationId xmlns:a16="http://schemas.microsoft.com/office/drawing/2014/main" id="{C71BDB84-F96B-F8BA-606A-CA865B97F4E3}"/>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35" name="Graphic 8">
              <a:extLst>
                <a:ext uri="{FF2B5EF4-FFF2-40B4-BE49-F238E27FC236}">
                  <a16:creationId xmlns:a16="http://schemas.microsoft.com/office/drawing/2014/main" id="{410178EF-C59A-C3E2-4AA5-54038CACD20E}"/>
                </a:ext>
              </a:extLst>
            </p:cNvPr>
            <p:cNvGrpSpPr/>
            <p:nvPr/>
          </p:nvGrpSpPr>
          <p:grpSpPr>
            <a:xfrm>
              <a:off x="265625" y="6323271"/>
              <a:ext cx="1249223" cy="190348"/>
              <a:chOff x="265625" y="6323271"/>
              <a:chExt cx="1249223" cy="190348"/>
            </a:xfrm>
            <a:solidFill>
              <a:srgbClr val="000000"/>
            </a:solidFill>
          </p:grpSpPr>
          <p:sp>
            <p:nvSpPr>
              <p:cNvPr id="36" name="Freeform 10">
                <a:extLst>
                  <a:ext uri="{FF2B5EF4-FFF2-40B4-BE49-F238E27FC236}">
                    <a16:creationId xmlns:a16="http://schemas.microsoft.com/office/drawing/2014/main" id="{0B47B1D5-AEA5-3D63-B5D5-33FE93687132}"/>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37" name="Freeform 11">
                <a:extLst>
                  <a:ext uri="{FF2B5EF4-FFF2-40B4-BE49-F238E27FC236}">
                    <a16:creationId xmlns:a16="http://schemas.microsoft.com/office/drawing/2014/main" id="{6F4F17AA-8E5A-3E61-AF81-E06E0EBE2E7F}"/>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38" name="Freeform 14">
                <a:extLst>
                  <a:ext uri="{FF2B5EF4-FFF2-40B4-BE49-F238E27FC236}">
                    <a16:creationId xmlns:a16="http://schemas.microsoft.com/office/drawing/2014/main" id="{CCB91B0B-A941-9840-E098-DA9CED50C89E}"/>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39" name="Freeform 15">
                <a:extLst>
                  <a:ext uri="{FF2B5EF4-FFF2-40B4-BE49-F238E27FC236}">
                    <a16:creationId xmlns:a16="http://schemas.microsoft.com/office/drawing/2014/main" id="{4F741117-4AE4-872D-7FDA-962E0569BCCA}"/>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40" name="Freeform 16">
                <a:extLst>
                  <a:ext uri="{FF2B5EF4-FFF2-40B4-BE49-F238E27FC236}">
                    <a16:creationId xmlns:a16="http://schemas.microsoft.com/office/drawing/2014/main" id="{961B0062-30D4-4F70-3AC6-CBD2710370EF}"/>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41" name="Freeform 17">
                <a:extLst>
                  <a:ext uri="{FF2B5EF4-FFF2-40B4-BE49-F238E27FC236}">
                    <a16:creationId xmlns:a16="http://schemas.microsoft.com/office/drawing/2014/main" id="{D9CCED73-F84F-DD9B-4450-06769598FD7C}"/>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42" name="Freeform 18">
                <a:extLst>
                  <a:ext uri="{FF2B5EF4-FFF2-40B4-BE49-F238E27FC236}">
                    <a16:creationId xmlns:a16="http://schemas.microsoft.com/office/drawing/2014/main" id="{53106FC1-E6C6-1255-7921-78947EEEDF62}"/>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32" name="TextBox 31">
            <a:extLst>
              <a:ext uri="{FF2B5EF4-FFF2-40B4-BE49-F238E27FC236}">
                <a16:creationId xmlns:a16="http://schemas.microsoft.com/office/drawing/2014/main" id="{F47AAEFE-7796-57E3-88AA-33BD897DB3A4}"/>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33239489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dec="http://schemas.microsoft.com/office/drawing/2017/decorative" xmlns:a16="http://schemas.microsoft.com/office/drawing/2014/main" xmlns="">
      <p:transition spd="med">
        <p:fade/>
      </p:transition>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preserve="1" userDrawn="1">
  <p:cSld name="Section - Workloads">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2">
                    <a:lumMod val="25000"/>
                  </a:schemeClr>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3" name="Parallelogram 2">
            <a:extLst>
              <a:ext uri="{FF2B5EF4-FFF2-40B4-BE49-F238E27FC236}">
                <a16:creationId xmlns:a16="http://schemas.microsoft.com/office/drawing/2014/main" id="{D20B508B-2485-CEA2-02EC-9EF73F94C63B}"/>
              </a:ext>
            </a:extLst>
          </p:cNvPr>
          <p:cNvSpPr/>
          <p:nvPr userDrawn="1"/>
        </p:nvSpPr>
        <p:spPr>
          <a:xfrm>
            <a:off x="5406003" y="-1"/>
            <a:ext cx="14676689" cy="6858001"/>
          </a:xfrm>
          <a:prstGeom prst="parallelogram">
            <a:avLst>
              <a:gd name="adj" fmla="val 100124"/>
            </a:avLst>
          </a:prstGeom>
          <a:gradFill flip="none" rotWithShape="1">
            <a:gsLst>
              <a:gs pos="29000">
                <a:schemeClr val="accent3">
                  <a:lumMod val="75000"/>
                </a:schemeClr>
              </a:gs>
              <a:gs pos="100000">
                <a:schemeClr val="accent3"/>
              </a:gs>
            </a:gsLst>
            <a:lin ang="18900000" scaled="1"/>
            <a:tileRect/>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rallelogram 3">
            <a:extLst>
              <a:ext uri="{FF2B5EF4-FFF2-40B4-BE49-F238E27FC236}">
                <a16:creationId xmlns:a16="http://schemas.microsoft.com/office/drawing/2014/main" id="{2FB26765-CA09-3A08-7425-BF28B4C66D58}"/>
              </a:ext>
            </a:extLst>
          </p:cNvPr>
          <p:cNvSpPr/>
          <p:nvPr userDrawn="1"/>
        </p:nvSpPr>
        <p:spPr>
          <a:xfrm>
            <a:off x="1840256" y="-1"/>
            <a:ext cx="12934077" cy="6470788"/>
          </a:xfrm>
          <a:prstGeom prst="parallelogram">
            <a:avLst>
              <a:gd name="adj" fmla="val 100124"/>
            </a:avLst>
          </a:prstGeom>
          <a:gradFill flip="none" rotWithShape="1">
            <a:gsLst>
              <a:gs pos="0">
                <a:schemeClr val="accent3">
                  <a:alpha val="28846"/>
                </a:schemeClr>
              </a:gs>
              <a:gs pos="97000">
                <a:schemeClr val="accent3">
                  <a:alpha val="0"/>
                </a:schemeClr>
              </a:gs>
            </a:gsLst>
            <a:lin ang="8100000" scaled="1"/>
            <a:tileRect/>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 name="Graphic 143">
            <a:extLst>
              <a:ext uri="{FF2B5EF4-FFF2-40B4-BE49-F238E27FC236}">
                <a16:creationId xmlns:a16="http://schemas.microsoft.com/office/drawing/2014/main" id="{4A95738A-D27B-7397-A22D-FDFE6ECD1B33}"/>
              </a:ext>
            </a:extLst>
          </p:cNvPr>
          <p:cNvSpPr/>
          <p:nvPr userDrawn="1"/>
        </p:nvSpPr>
        <p:spPr>
          <a:xfrm>
            <a:off x="4130978" y="4499933"/>
            <a:ext cx="2421204" cy="666750"/>
          </a:xfrm>
          <a:custGeom>
            <a:avLst/>
            <a:gdLst>
              <a:gd name="connsiteX0" fmla="*/ 482061 w 600651"/>
              <a:gd name="connsiteY0" fmla="*/ 38962 h 165407"/>
              <a:gd name="connsiteX1" fmla="*/ 398886 w 600651"/>
              <a:gd name="connsiteY1" fmla="*/ 75298 h 165407"/>
              <a:gd name="connsiteX2" fmla="*/ 268849 w 600651"/>
              <a:gd name="connsiteY2" fmla="*/ 0 h 165407"/>
              <a:gd name="connsiteX3" fmla="*/ 118927 w 600651"/>
              <a:gd name="connsiteY3" fmla="*/ 122878 h 165407"/>
              <a:gd name="connsiteX4" fmla="*/ 66185 w 600651"/>
              <a:gd name="connsiteY4" fmla="*/ 94823 h 165407"/>
              <a:gd name="connsiteX5" fmla="*/ 0 w 600651"/>
              <a:gd name="connsiteY5" fmla="*/ 165408 h 165407"/>
              <a:gd name="connsiteX6" fmla="*/ 600652 w 600651"/>
              <a:gd name="connsiteY6" fmla="*/ 165408 h 165407"/>
              <a:gd name="connsiteX7" fmla="*/ 482061 w 600651"/>
              <a:gd name="connsiteY7" fmla="*/ 38939 h 16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651" h="165407">
                <a:moveTo>
                  <a:pt x="482061" y="38962"/>
                </a:moveTo>
                <a:cubicBezTo>
                  <a:pt x="449653" y="38962"/>
                  <a:pt x="420297" y="52832"/>
                  <a:pt x="398886" y="75298"/>
                </a:cubicBezTo>
                <a:cubicBezTo>
                  <a:pt x="371236" y="29984"/>
                  <a:pt x="323341" y="0"/>
                  <a:pt x="268849" y="0"/>
                </a:cubicBezTo>
                <a:cubicBezTo>
                  <a:pt x="196963" y="0"/>
                  <a:pt x="136523" y="52136"/>
                  <a:pt x="118927" y="122878"/>
                </a:cubicBezTo>
                <a:cubicBezTo>
                  <a:pt x="106853" y="105865"/>
                  <a:pt x="87754" y="94823"/>
                  <a:pt x="66185" y="94823"/>
                </a:cubicBezTo>
                <a:cubicBezTo>
                  <a:pt x="29625" y="94823"/>
                  <a:pt x="0" y="126446"/>
                  <a:pt x="0" y="165408"/>
                </a:cubicBezTo>
                <a:lnTo>
                  <a:pt x="600652" y="165408"/>
                </a:lnTo>
                <a:cubicBezTo>
                  <a:pt x="600652" y="95564"/>
                  <a:pt x="547551" y="38939"/>
                  <a:pt x="482061" y="38939"/>
                </a:cubicBezTo>
                <a:close/>
              </a:path>
            </a:pathLst>
          </a:custGeom>
          <a:solidFill>
            <a:schemeClr val="accent3">
              <a:alpha val="18000"/>
            </a:schemeClr>
          </a:soli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6" name="Graphic 5">
            <a:extLst>
              <a:ext uri="{FF2B5EF4-FFF2-40B4-BE49-F238E27FC236}">
                <a16:creationId xmlns:a16="http://schemas.microsoft.com/office/drawing/2014/main" id="{01C3016C-4124-9DEF-66EC-B8D545CF778B}"/>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9590092" y="3681343"/>
            <a:ext cx="3124591" cy="1207366"/>
          </a:xfrm>
          <a:prstGeom prst="rect">
            <a:avLst/>
          </a:prstGeom>
        </p:spPr>
      </p:pic>
      <p:grpSp>
        <p:nvGrpSpPr>
          <p:cNvPr id="7" name="Group 6">
            <a:extLst>
              <a:ext uri="{FF2B5EF4-FFF2-40B4-BE49-F238E27FC236}">
                <a16:creationId xmlns:a16="http://schemas.microsoft.com/office/drawing/2014/main" id="{C008A753-BA72-ACB3-82D3-416692BF9F12}"/>
              </a:ext>
            </a:extLst>
          </p:cNvPr>
          <p:cNvGrpSpPr/>
          <p:nvPr userDrawn="1"/>
        </p:nvGrpSpPr>
        <p:grpSpPr>
          <a:xfrm>
            <a:off x="9274356" y="594854"/>
            <a:ext cx="1685206" cy="686138"/>
            <a:chOff x="437672" y="1280130"/>
            <a:chExt cx="2910783" cy="1185138"/>
          </a:xfrm>
        </p:grpSpPr>
        <p:sp>
          <p:nvSpPr>
            <p:cNvPr id="8" name="Freeform: Shape 187">
              <a:extLst>
                <a:ext uri="{FF2B5EF4-FFF2-40B4-BE49-F238E27FC236}">
                  <a16:creationId xmlns:a16="http://schemas.microsoft.com/office/drawing/2014/main" id="{38081A5D-2B55-278D-2F4B-AAC5EE4830B5}"/>
                </a:ext>
              </a:extLst>
            </p:cNvPr>
            <p:cNvSpPr/>
            <p:nvPr/>
          </p:nvSpPr>
          <p:spPr>
            <a:xfrm>
              <a:off x="437672" y="1280130"/>
              <a:ext cx="2720832" cy="1110872"/>
            </a:xfrm>
            <a:custGeom>
              <a:avLst/>
              <a:gdLst>
                <a:gd name="connsiteX0" fmla="*/ 749249 w 907209"/>
                <a:gd name="connsiteY0" fmla="*/ 212440 h 370400"/>
                <a:gd name="connsiteX1" fmla="*/ 700014 w 907209"/>
                <a:gd name="connsiteY1" fmla="*/ 220306 h 370400"/>
                <a:gd name="connsiteX2" fmla="*/ 454537 w 907209"/>
                <a:gd name="connsiteY2" fmla="*/ 0 h 370400"/>
                <a:gd name="connsiteX3" fmla="*/ 213896 w 907209"/>
                <a:gd name="connsiteY3" fmla="*/ 191405 h 370400"/>
                <a:gd name="connsiteX4" fmla="*/ 178995 w 907209"/>
                <a:gd name="connsiteY4" fmla="*/ 191405 h 370400"/>
                <a:gd name="connsiteX5" fmla="*/ 0 w 907209"/>
                <a:gd name="connsiteY5" fmla="*/ 370400 h 370400"/>
                <a:gd name="connsiteX6" fmla="*/ 907209 w 907209"/>
                <a:gd name="connsiteY6" fmla="*/ 370400 h 370400"/>
                <a:gd name="connsiteX7" fmla="*/ 749249 w 907209"/>
                <a:gd name="connsiteY7" fmla="*/ 212440 h 3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7209" h="370400">
                  <a:moveTo>
                    <a:pt x="749249" y="212440"/>
                  </a:moveTo>
                  <a:cubicBezTo>
                    <a:pt x="732060" y="212440"/>
                    <a:pt x="715512" y="215236"/>
                    <a:pt x="700014" y="220306"/>
                  </a:cubicBezTo>
                  <a:cubicBezTo>
                    <a:pt x="686729" y="96489"/>
                    <a:pt x="581907" y="0"/>
                    <a:pt x="454537" y="0"/>
                  </a:cubicBezTo>
                  <a:cubicBezTo>
                    <a:pt x="337246" y="0"/>
                    <a:pt x="239126" y="81806"/>
                    <a:pt x="213896" y="191405"/>
                  </a:cubicBezTo>
                  <a:lnTo>
                    <a:pt x="178995" y="191405"/>
                  </a:lnTo>
                  <a:cubicBezTo>
                    <a:pt x="80116" y="191405"/>
                    <a:pt x="0" y="271522"/>
                    <a:pt x="0" y="370400"/>
                  </a:cubicBezTo>
                  <a:lnTo>
                    <a:pt x="907209" y="370400"/>
                  </a:lnTo>
                  <a:cubicBezTo>
                    <a:pt x="907209" y="283175"/>
                    <a:pt x="836474" y="212440"/>
                    <a:pt x="749249" y="212440"/>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9" name="Freeform: Shape 188">
              <a:extLst>
                <a:ext uri="{FF2B5EF4-FFF2-40B4-BE49-F238E27FC236}">
                  <a16:creationId xmlns:a16="http://schemas.microsoft.com/office/drawing/2014/main" id="{7017ABBE-74D5-8542-6DA3-C0889037986A}"/>
                </a:ext>
              </a:extLst>
            </p:cNvPr>
            <p:cNvSpPr/>
            <p:nvPr/>
          </p:nvSpPr>
          <p:spPr>
            <a:xfrm>
              <a:off x="1651302" y="1789783"/>
              <a:ext cx="1697153" cy="675485"/>
            </a:xfrm>
            <a:custGeom>
              <a:avLst/>
              <a:gdLst>
                <a:gd name="connsiteX0" fmla="*/ 154872 w 565884"/>
                <a:gd name="connsiteY0" fmla="*/ 70357 h 225229"/>
                <a:gd name="connsiteX1" fmla="*/ 0 w 565884"/>
                <a:gd name="connsiteY1" fmla="*/ 225229 h 225229"/>
                <a:gd name="connsiteX2" fmla="*/ 565884 w 565884"/>
                <a:gd name="connsiteY2" fmla="*/ 225229 h 225229"/>
                <a:gd name="connsiteX3" fmla="*/ 496023 w 565884"/>
                <a:gd name="connsiteY3" fmla="*/ 70357 h 225229"/>
                <a:gd name="connsiteX4" fmla="*/ 496023 w 565884"/>
                <a:gd name="connsiteY4" fmla="*/ 70357 h 225229"/>
                <a:gd name="connsiteX5" fmla="*/ 154872 w 565884"/>
                <a:gd name="connsiteY5" fmla="*/ 70357 h 22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84" h="225229">
                  <a:moveTo>
                    <a:pt x="154872" y="70357"/>
                  </a:moveTo>
                  <a:lnTo>
                    <a:pt x="0" y="225229"/>
                  </a:lnTo>
                  <a:lnTo>
                    <a:pt x="565884" y="225229"/>
                  </a:lnTo>
                  <a:cubicBezTo>
                    <a:pt x="562272" y="168711"/>
                    <a:pt x="538965" y="113299"/>
                    <a:pt x="496023" y="70357"/>
                  </a:cubicBezTo>
                  <a:lnTo>
                    <a:pt x="496023" y="70357"/>
                  </a:lnTo>
                  <a:cubicBezTo>
                    <a:pt x="402213" y="-23452"/>
                    <a:pt x="248681" y="-23452"/>
                    <a:pt x="154872" y="70357"/>
                  </a:cubicBezTo>
                  <a:close/>
                </a:path>
              </a:pathLst>
            </a:custGeom>
            <a:gradFill>
              <a:gsLst>
                <a:gs pos="29000">
                  <a:srgbClr val="FFFFFF"/>
                </a:gs>
                <a:gs pos="48000">
                  <a:srgbClr val="F8FBFE"/>
                </a:gs>
                <a:gs pos="73000">
                  <a:srgbClr val="E7F3FB"/>
                </a:gs>
                <a:gs pos="100000">
                  <a:srgbClr val="CEE6F7"/>
                </a:gs>
              </a:gsLst>
              <a:lin ang="2700000" scaled="1"/>
            </a:gra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0" name="Graphic 133">
            <a:extLst>
              <a:ext uri="{FF2B5EF4-FFF2-40B4-BE49-F238E27FC236}">
                <a16:creationId xmlns:a16="http://schemas.microsoft.com/office/drawing/2014/main" id="{884A1986-A8FC-356C-21C7-E73C0999F517}"/>
              </a:ext>
            </a:extLst>
          </p:cNvPr>
          <p:cNvGrpSpPr/>
          <p:nvPr userDrawn="1"/>
        </p:nvGrpSpPr>
        <p:grpSpPr>
          <a:xfrm>
            <a:off x="7658062" y="759262"/>
            <a:ext cx="747561" cy="1467875"/>
            <a:chOff x="7819347" y="302010"/>
            <a:chExt cx="1311782" cy="2575749"/>
          </a:xfrm>
          <a:noFill/>
        </p:grpSpPr>
        <p:sp>
          <p:nvSpPr>
            <p:cNvPr id="11" name="Freeform: Shape 232">
              <a:extLst>
                <a:ext uri="{FF2B5EF4-FFF2-40B4-BE49-F238E27FC236}">
                  <a16:creationId xmlns:a16="http://schemas.microsoft.com/office/drawing/2014/main" id="{7BBBA99C-0B19-969D-4985-82790A55D3FB}"/>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 name="Freeform: Shape 233">
              <a:extLst>
                <a:ext uri="{FF2B5EF4-FFF2-40B4-BE49-F238E27FC236}">
                  <a16:creationId xmlns:a16="http://schemas.microsoft.com/office/drawing/2014/main" id="{953E530E-9271-2AFB-1EE8-D2803FDA8679}"/>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 name="Freeform: Shape 234">
              <a:extLst>
                <a:ext uri="{FF2B5EF4-FFF2-40B4-BE49-F238E27FC236}">
                  <a16:creationId xmlns:a16="http://schemas.microsoft.com/office/drawing/2014/main" id="{BB1A5A93-5415-4DAE-A148-BE065E113149}"/>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 name="Freeform: Shape 235">
              <a:extLst>
                <a:ext uri="{FF2B5EF4-FFF2-40B4-BE49-F238E27FC236}">
                  <a16:creationId xmlns:a16="http://schemas.microsoft.com/office/drawing/2014/main" id="{2D512040-A52D-3AD2-0C3E-3D9AE33B3BC2}"/>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5" name="Freeform: Shape 236">
              <a:extLst>
                <a:ext uri="{FF2B5EF4-FFF2-40B4-BE49-F238E27FC236}">
                  <a16:creationId xmlns:a16="http://schemas.microsoft.com/office/drawing/2014/main" id="{38278814-E50C-EA27-75E7-6DFA29F26FE8}"/>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6" name="Graphic 133">
            <a:extLst>
              <a:ext uri="{FF2B5EF4-FFF2-40B4-BE49-F238E27FC236}">
                <a16:creationId xmlns:a16="http://schemas.microsoft.com/office/drawing/2014/main" id="{83DCBA45-6B7A-1486-8354-23D89A46ACFF}"/>
              </a:ext>
            </a:extLst>
          </p:cNvPr>
          <p:cNvGrpSpPr/>
          <p:nvPr userDrawn="1"/>
        </p:nvGrpSpPr>
        <p:grpSpPr>
          <a:xfrm>
            <a:off x="9686766" y="1690151"/>
            <a:ext cx="1219568" cy="1127081"/>
            <a:chOff x="10028194" y="3612804"/>
            <a:chExt cx="1409223" cy="1302353"/>
          </a:xfrm>
          <a:noFill/>
        </p:grpSpPr>
        <p:sp>
          <p:nvSpPr>
            <p:cNvPr id="17" name="Freeform: Shape 238">
              <a:extLst>
                <a:ext uri="{FF2B5EF4-FFF2-40B4-BE49-F238E27FC236}">
                  <a16:creationId xmlns:a16="http://schemas.microsoft.com/office/drawing/2014/main" id="{8BD98648-F7B1-CB60-E9E9-8C28F65BB1B2}"/>
                </a:ext>
              </a:extLst>
            </p:cNvPr>
            <p:cNvSpPr/>
            <p:nvPr/>
          </p:nvSpPr>
          <p:spPr>
            <a:xfrm>
              <a:off x="10091154" y="4203164"/>
              <a:ext cx="1007554" cy="711993"/>
            </a:xfrm>
            <a:custGeom>
              <a:avLst/>
              <a:gdLst>
                <a:gd name="connsiteX0" fmla="*/ 1007555 w 1007554"/>
                <a:gd name="connsiteY0" fmla="*/ 605980 h 711993"/>
                <a:gd name="connsiteX1" fmla="*/ 651224 w 1007554"/>
                <a:gd name="connsiteY1" fmla="*/ 711994 h 711993"/>
                <a:gd name="connsiteX2" fmla="*/ 0 w 1007554"/>
                <a:gd name="connsiteY2" fmla="*/ 60770 h 711993"/>
                <a:gd name="connsiteX3" fmla="*/ 2762 w 1007554"/>
                <a:gd name="connsiteY3" fmla="*/ 0 h 711993"/>
              </a:gdLst>
              <a:ahLst/>
              <a:cxnLst>
                <a:cxn ang="0">
                  <a:pos x="connsiteX0" y="connsiteY0"/>
                </a:cxn>
                <a:cxn ang="0">
                  <a:pos x="connsiteX1" y="connsiteY1"/>
                </a:cxn>
                <a:cxn ang="0">
                  <a:pos x="connsiteX2" y="connsiteY2"/>
                </a:cxn>
                <a:cxn ang="0">
                  <a:pos x="connsiteX3" y="connsiteY3"/>
                </a:cxn>
              </a:cxnLst>
              <a:rect l="l" t="t" r="r" b="b"/>
              <a:pathLst>
                <a:path w="1007554" h="711993">
                  <a:moveTo>
                    <a:pt x="1007555" y="605980"/>
                  </a:moveTo>
                  <a:cubicBezTo>
                    <a:pt x="905161" y="673037"/>
                    <a:pt x="782765" y="711994"/>
                    <a:pt x="651224" y="711994"/>
                  </a:cubicBezTo>
                  <a:cubicBezTo>
                    <a:pt x="291560" y="711994"/>
                    <a:pt x="0" y="420433"/>
                    <a:pt x="0" y="60770"/>
                  </a:cubicBezTo>
                  <a:cubicBezTo>
                    <a:pt x="0" y="40291"/>
                    <a:pt x="953" y="20003"/>
                    <a:pt x="2762" y="0"/>
                  </a:cubicBez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8" name="Freeform: Shape 239">
              <a:extLst>
                <a:ext uri="{FF2B5EF4-FFF2-40B4-BE49-F238E27FC236}">
                  <a16:creationId xmlns:a16="http://schemas.microsoft.com/office/drawing/2014/main" id="{1A81888F-9DF8-CF32-2694-9565C9B96263}"/>
                </a:ext>
              </a:extLst>
            </p:cNvPr>
            <p:cNvSpPr/>
            <p:nvPr/>
          </p:nvSpPr>
          <p:spPr>
            <a:xfrm>
              <a:off x="11191958" y="4393187"/>
              <a:ext cx="188880" cy="342042"/>
            </a:xfrm>
            <a:custGeom>
              <a:avLst/>
              <a:gdLst>
                <a:gd name="connsiteX0" fmla="*/ 188881 w 188880"/>
                <a:gd name="connsiteY0" fmla="*/ 0 h 342042"/>
                <a:gd name="connsiteX1" fmla="*/ 0 w 188880"/>
                <a:gd name="connsiteY1" fmla="*/ 342043 h 342042"/>
              </a:gdLst>
              <a:ahLst/>
              <a:cxnLst>
                <a:cxn ang="0">
                  <a:pos x="connsiteX0" y="connsiteY0"/>
                </a:cxn>
                <a:cxn ang="0">
                  <a:pos x="connsiteX1" y="connsiteY1"/>
                </a:cxn>
              </a:cxnLst>
              <a:rect l="l" t="t" r="r" b="b"/>
              <a:pathLst>
                <a:path w="188880" h="342042">
                  <a:moveTo>
                    <a:pt x="188881" y="0"/>
                  </a:moveTo>
                  <a:cubicBezTo>
                    <a:pt x="162116" y="133255"/>
                    <a:pt x="94583" y="251746"/>
                    <a:pt x="0" y="342043"/>
                  </a:cubicBez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 name="Freeform: Shape 240">
              <a:extLst>
                <a:ext uri="{FF2B5EF4-FFF2-40B4-BE49-F238E27FC236}">
                  <a16:creationId xmlns:a16="http://schemas.microsoft.com/office/drawing/2014/main" id="{58EB731D-881F-E14C-68D3-32BFCF7FB1FC}"/>
                </a:ext>
              </a:extLst>
            </p:cNvPr>
            <p:cNvSpPr/>
            <p:nvPr/>
          </p:nvSpPr>
          <p:spPr>
            <a:xfrm>
              <a:off x="11147477" y="3754060"/>
              <a:ext cx="246125" cy="528351"/>
            </a:xfrm>
            <a:custGeom>
              <a:avLst/>
              <a:gdLst>
                <a:gd name="connsiteX0" fmla="*/ 0 w 246125"/>
                <a:gd name="connsiteY0" fmla="*/ 0 h 528351"/>
                <a:gd name="connsiteX1" fmla="*/ 246126 w 246125"/>
                <a:gd name="connsiteY1" fmla="*/ 509873 h 528351"/>
                <a:gd name="connsiteX2" fmla="*/ 245840 w 246125"/>
                <a:gd name="connsiteY2" fmla="*/ 528352 h 528351"/>
              </a:gdLst>
              <a:ahLst/>
              <a:cxnLst>
                <a:cxn ang="0">
                  <a:pos x="connsiteX0" y="connsiteY0"/>
                </a:cxn>
                <a:cxn ang="0">
                  <a:pos x="connsiteX1" y="connsiteY1"/>
                </a:cxn>
                <a:cxn ang="0">
                  <a:pos x="connsiteX2" y="connsiteY2"/>
                </a:cxn>
              </a:cxnLst>
              <a:rect l="l" t="t" r="r" b="b"/>
              <a:pathLst>
                <a:path w="246125" h="528351">
                  <a:moveTo>
                    <a:pt x="0" y="0"/>
                  </a:moveTo>
                  <a:cubicBezTo>
                    <a:pt x="150019" y="119348"/>
                    <a:pt x="246126" y="303371"/>
                    <a:pt x="246126" y="509873"/>
                  </a:cubicBezTo>
                  <a:cubicBezTo>
                    <a:pt x="246126" y="516064"/>
                    <a:pt x="246126" y="522160"/>
                    <a:pt x="245840" y="528352"/>
                  </a:cubicBez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0" name="Freeform: Shape 241">
              <a:extLst>
                <a:ext uri="{FF2B5EF4-FFF2-40B4-BE49-F238E27FC236}">
                  <a16:creationId xmlns:a16="http://schemas.microsoft.com/office/drawing/2014/main" id="{240B3D94-4AD2-56B7-4295-E1CF46D4EF04}"/>
                </a:ext>
              </a:extLst>
            </p:cNvPr>
            <p:cNvSpPr/>
            <p:nvPr/>
          </p:nvSpPr>
          <p:spPr>
            <a:xfrm>
              <a:off x="10114681" y="3612804"/>
              <a:ext cx="938212" cy="477488"/>
            </a:xfrm>
            <a:custGeom>
              <a:avLst/>
              <a:gdLst>
                <a:gd name="connsiteX0" fmla="*/ 0 w 938212"/>
                <a:gd name="connsiteY0" fmla="*/ 477488 h 477488"/>
                <a:gd name="connsiteX1" fmla="*/ 627793 w 938212"/>
                <a:gd name="connsiteY1" fmla="*/ 0 h 477488"/>
                <a:gd name="connsiteX2" fmla="*/ 938213 w 938212"/>
                <a:gd name="connsiteY2" fmla="*/ 78581 h 477488"/>
              </a:gdLst>
              <a:ahLst/>
              <a:cxnLst>
                <a:cxn ang="0">
                  <a:pos x="connsiteX0" y="connsiteY0"/>
                </a:cxn>
                <a:cxn ang="0">
                  <a:pos x="connsiteX1" y="connsiteY1"/>
                </a:cxn>
                <a:cxn ang="0">
                  <a:pos x="connsiteX2" y="connsiteY2"/>
                </a:cxn>
              </a:cxnLst>
              <a:rect l="l" t="t" r="r" b="b"/>
              <a:pathLst>
                <a:path w="938212" h="477488">
                  <a:moveTo>
                    <a:pt x="0" y="477488"/>
                  </a:moveTo>
                  <a:cubicBezTo>
                    <a:pt x="76010" y="202216"/>
                    <a:pt x="328327" y="0"/>
                    <a:pt x="627793" y="0"/>
                  </a:cubicBezTo>
                  <a:cubicBezTo>
                    <a:pt x="740188" y="0"/>
                    <a:pt x="845915" y="28480"/>
                    <a:pt x="938213" y="78581"/>
                  </a:cubicBez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1" name="Freeform: Shape 242">
              <a:extLst>
                <a:ext uri="{FF2B5EF4-FFF2-40B4-BE49-F238E27FC236}">
                  <a16:creationId xmlns:a16="http://schemas.microsoft.com/office/drawing/2014/main" id="{45AA716D-22BD-E8D3-EF6C-EC00EBAF84A8}"/>
                </a:ext>
              </a:extLst>
            </p:cNvPr>
            <p:cNvSpPr/>
            <p:nvPr/>
          </p:nvSpPr>
          <p:spPr>
            <a:xfrm>
              <a:off x="10141065" y="4182304"/>
              <a:ext cx="817530" cy="200406"/>
            </a:xfrm>
            <a:custGeom>
              <a:avLst/>
              <a:gdLst>
                <a:gd name="connsiteX0" fmla="*/ 0 w 817530"/>
                <a:gd name="connsiteY0" fmla="*/ 0 h 200406"/>
                <a:gd name="connsiteX1" fmla="*/ 817531 w 817530"/>
                <a:gd name="connsiteY1" fmla="*/ 200406 h 200406"/>
              </a:gdLst>
              <a:ahLst/>
              <a:cxnLst>
                <a:cxn ang="0">
                  <a:pos x="connsiteX0" y="connsiteY0"/>
                </a:cxn>
                <a:cxn ang="0">
                  <a:pos x="connsiteX1" y="connsiteY1"/>
                </a:cxn>
              </a:cxnLst>
              <a:rect l="l" t="t" r="r" b="b"/>
              <a:pathLst>
                <a:path w="817530" h="200406">
                  <a:moveTo>
                    <a:pt x="0" y="0"/>
                  </a:moveTo>
                  <a:cubicBezTo>
                    <a:pt x="95536" y="61055"/>
                    <a:pt x="360712" y="198120"/>
                    <a:pt x="817531" y="200406"/>
                  </a:cubicBez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2" name="Freeform: Shape 243">
              <a:extLst>
                <a:ext uri="{FF2B5EF4-FFF2-40B4-BE49-F238E27FC236}">
                  <a16:creationId xmlns:a16="http://schemas.microsoft.com/office/drawing/2014/main" id="{39F7BE27-0DA9-2522-6D06-0AE5775037C9}"/>
                </a:ext>
              </a:extLst>
            </p:cNvPr>
            <p:cNvSpPr/>
            <p:nvPr/>
          </p:nvSpPr>
          <p:spPr>
            <a:xfrm>
              <a:off x="10141065" y="4055812"/>
              <a:ext cx="249078" cy="56102"/>
            </a:xfrm>
            <a:custGeom>
              <a:avLst/>
              <a:gdLst>
                <a:gd name="connsiteX0" fmla="*/ 249079 w 249078"/>
                <a:gd name="connsiteY0" fmla="*/ 0 h 56102"/>
                <a:gd name="connsiteX1" fmla="*/ 0 w 249078"/>
                <a:gd name="connsiteY1" fmla="*/ 56102 h 56102"/>
              </a:gdLst>
              <a:ahLst/>
              <a:cxnLst>
                <a:cxn ang="0">
                  <a:pos x="connsiteX0" y="connsiteY0"/>
                </a:cxn>
                <a:cxn ang="0">
                  <a:pos x="connsiteX1" y="connsiteY1"/>
                </a:cxn>
              </a:cxnLst>
              <a:rect l="l" t="t" r="r" b="b"/>
              <a:pathLst>
                <a:path w="249078" h="56102">
                  <a:moveTo>
                    <a:pt x="249079" y="0"/>
                  </a:moveTo>
                  <a:cubicBezTo>
                    <a:pt x="190024" y="6191"/>
                    <a:pt x="84868" y="21431"/>
                    <a:pt x="0" y="56102"/>
                  </a:cubicBez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3" name="Freeform: Shape 244">
              <a:extLst>
                <a:ext uri="{FF2B5EF4-FFF2-40B4-BE49-F238E27FC236}">
                  <a16:creationId xmlns:a16="http://schemas.microsoft.com/office/drawing/2014/main" id="{FFD78FFD-CDB7-E2FA-496E-93C5A0D64FA1}"/>
                </a:ext>
              </a:extLst>
            </p:cNvPr>
            <p:cNvSpPr/>
            <p:nvPr/>
          </p:nvSpPr>
          <p:spPr>
            <a:xfrm>
              <a:off x="10549878" y="4421477"/>
              <a:ext cx="430053" cy="206692"/>
            </a:xfrm>
            <a:custGeom>
              <a:avLst/>
              <a:gdLst>
                <a:gd name="connsiteX0" fmla="*/ 430054 w 430053"/>
                <a:gd name="connsiteY0" fmla="*/ 0 h 206692"/>
                <a:gd name="connsiteX1" fmla="*/ 0 w 430053"/>
                <a:gd name="connsiteY1" fmla="*/ 206693 h 206692"/>
              </a:gdLst>
              <a:ahLst/>
              <a:cxnLst>
                <a:cxn ang="0">
                  <a:pos x="connsiteX0" y="connsiteY0"/>
                </a:cxn>
                <a:cxn ang="0">
                  <a:pos x="connsiteX1" y="connsiteY1"/>
                </a:cxn>
              </a:cxnLst>
              <a:rect l="l" t="t" r="r" b="b"/>
              <a:pathLst>
                <a:path w="430053" h="206692">
                  <a:moveTo>
                    <a:pt x="430054" y="0"/>
                  </a:moveTo>
                  <a:cubicBezTo>
                    <a:pt x="321183" y="117348"/>
                    <a:pt x="169545" y="194501"/>
                    <a:pt x="0" y="206693"/>
                  </a:cubicBez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4" name="Freeform: Shape 245">
              <a:extLst>
                <a:ext uri="{FF2B5EF4-FFF2-40B4-BE49-F238E27FC236}">
                  <a16:creationId xmlns:a16="http://schemas.microsoft.com/office/drawing/2014/main" id="{DEB1512C-F257-A30A-31EE-349D21193831}"/>
                </a:ext>
              </a:extLst>
            </p:cNvPr>
            <p:cNvSpPr/>
            <p:nvPr/>
          </p:nvSpPr>
          <p:spPr>
            <a:xfrm>
              <a:off x="11044893" y="3768252"/>
              <a:ext cx="108775" cy="570833"/>
            </a:xfrm>
            <a:custGeom>
              <a:avLst/>
              <a:gdLst>
                <a:gd name="connsiteX0" fmla="*/ 74009 w 108775"/>
                <a:gd name="connsiteY0" fmla="*/ 0 h 570833"/>
                <a:gd name="connsiteX1" fmla="*/ 108775 w 108775"/>
                <a:gd name="connsiteY1" fmla="*/ 210407 h 570833"/>
                <a:gd name="connsiteX2" fmla="*/ 0 w 108775"/>
                <a:gd name="connsiteY2" fmla="*/ 570833 h 570833"/>
              </a:gdLst>
              <a:ahLst/>
              <a:cxnLst>
                <a:cxn ang="0">
                  <a:pos x="connsiteX0" y="connsiteY0"/>
                </a:cxn>
                <a:cxn ang="0">
                  <a:pos x="connsiteX1" y="connsiteY1"/>
                </a:cxn>
                <a:cxn ang="0">
                  <a:pos x="connsiteX2" y="connsiteY2"/>
                </a:cxn>
              </a:cxnLst>
              <a:rect l="l" t="t" r="r" b="b"/>
              <a:pathLst>
                <a:path w="108775" h="570833">
                  <a:moveTo>
                    <a:pt x="74009" y="0"/>
                  </a:moveTo>
                  <a:cubicBezTo>
                    <a:pt x="96488" y="66008"/>
                    <a:pt x="108775" y="136779"/>
                    <a:pt x="108775" y="210407"/>
                  </a:cubicBezTo>
                  <a:cubicBezTo>
                    <a:pt x="108775" y="343757"/>
                    <a:pt x="68675" y="467678"/>
                    <a:pt x="0" y="570833"/>
                  </a:cubicBez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5" name="Freeform: Shape 246">
              <a:extLst>
                <a:ext uri="{FF2B5EF4-FFF2-40B4-BE49-F238E27FC236}">
                  <a16:creationId xmlns:a16="http://schemas.microsoft.com/office/drawing/2014/main" id="{A5DD1CE3-792F-150F-2D72-525E519721F7}"/>
                </a:ext>
              </a:extLst>
            </p:cNvPr>
            <p:cNvSpPr/>
            <p:nvPr/>
          </p:nvSpPr>
          <p:spPr>
            <a:xfrm>
              <a:off x="10622268" y="3612804"/>
              <a:ext cx="71437" cy="269843"/>
            </a:xfrm>
            <a:custGeom>
              <a:avLst/>
              <a:gdLst>
                <a:gd name="connsiteX0" fmla="*/ 0 w 71437"/>
                <a:gd name="connsiteY0" fmla="*/ 269843 h 269843"/>
                <a:gd name="connsiteX1" fmla="*/ 71438 w 71437"/>
                <a:gd name="connsiteY1" fmla="*/ 0 h 269843"/>
              </a:gdLst>
              <a:ahLst/>
              <a:cxnLst>
                <a:cxn ang="0">
                  <a:pos x="connsiteX0" y="connsiteY0"/>
                </a:cxn>
                <a:cxn ang="0">
                  <a:pos x="connsiteX1" y="connsiteY1"/>
                </a:cxn>
              </a:cxnLst>
              <a:rect l="l" t="t" r="r" b="b"/>
              <a:pathLst>
                <a:path w="71437" h="269843">
                  <a:moveTo>
                    <a:pt x="0" y="269843"/>
                  </a:moveTo>
                  <a:cubicBezTo>
                    <a:pt x="9049" y="178308"/>
                    <a:pt x="32576" y="87249"/>
                    <a:pt x="71438" y="0"/>
                  </a:cubicBez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6" name="Freeform: Shape 247">
              <a:extLst>
                <a:ext uri="{FF2B5EF4-FFF2-40B4-BE49-F238E27FC236}">
                  <a16:creationId xmlns:a16="http://schemas.microsoft.com/office/drawing/2014/main" id="{51870EF0-B8A3-FD6B-CAD9-2408A5815332}"/>
                </a:ext>
              </a:extLst>
            </p:cNvPr>
            <p:cNvSpPr/>
            <p:nvPr/>
          </p:nvSpPr>
          <p:spPr>
            <a:xfrm>
              <a:off x="10618077" y="3978660"/>
              <a:ext cx="483679" cy="775906"/>
            </a:xfrm>
            <a:custGeom>
              <a:avLst/>
              <a:gdLst>
                <a:gd name="connsiteX0" fmla="*/ 483680 w 483679"/>
                <a:gd name="connsiteY0" fmla="*/ 775906 h 775906"/>
                <a:gd name="connsiteX1" fmla="*/ 422529 w 483679"/>
                <a:gd name="connsiteY1" fmla="*/ 741997 h 775906"/>
                <a:gd name="connsiteX2" fmla="*/ 0 w 483679"/>
                <a:gd name="connsiteY2" fmla="*/ 0 h 775906"/>
              </a:gdLst>
              <a:ahLst/>
              <a:cxnLst>
                <a:cxn ang="0">
                  <a:pos x="connsiteX0" y="connsiteY0"/>
                </a:cxn>
                <a:cxn ang="0">
                  <a:pos x="connsiteX1" y="connsiteY1"/>
                </a:cxn>
                <a:cxn ang="0">
                  <a:pos x="connsiteX2" y="connsiteY2"/>
                </a:cxn>
              </a:cxnLst>
              <a:rect l="l" t="t" r="r" b="b"/>
              <a:pathLst>
                <a:path w="483679" h="775906">
                  <a:moveTo>
                    <a:pt x="483680" y="775906"/>
                  </a:moveTo>
                  <a:cubicBezTo>
                    <a:pt x="463010" y="765524"/>
                    <a:pt x="442627" y="754189"/>
                    <a:pt x="422529" y="741997"/>
                  </a:cubicBezTo>
                  <a:cubicBezTo>
                    <a:pt x="153353" y="578358"/>
                    <a:pt x="3334" y="293370"/>
                    <a:pt x="0" y="0"/>
                  </a:cubicBez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7" name="Freeform: Shape 248">
              <a:extLst>
                <a:ext uri="{FF2B5EF4-FFF2-40B4-BE49-F238E27FC236}">
                  <a16:creationId xmlns:a16="http://schemas.microsoft.com/office/drawing/2014/main" id="{3F23E025-B23D-7A0B-8CE1-48DFC0F5DF5D}"/>
                </a:ext>
              </a:extLst>
            </p:cNvPr>
            <p:cNvSpPr/>
            <p:nvPr/>
          </p:nvSpPr>
          <p:spPr>
            <a:xfrm>
              <a:off x="10667036" y="3930082"/>
              <a:ext cx="690181" cy="360425"/>
            </a:xfrm>
            <a:custGeom>
              <a:avLst/>
              <a:gdLst>
                <a:gd name="connsiteX0" fmla="*/ 0 w 690181"/>
                <a:gd name="connsiteY0" fmla="*/ 0 h 360425"/>
                <a:gd name="connsiteX1" fmla="*/ 334518 w 690181"/>
                <a:gd name="connsiteY1" fmla="*/ 74581 h 360425"/>
                <a:gd name="connsiteX2" fmla="*/ 690181 w 690181"/>
                <a:gd name="connsiteY2" fmla="*/ 360426 h 360425"/>
              </a:gdLst>
              <a:ahLst/>
              <a:cxnLst>
                <a:cxn ang="0">
                  <a:pos x="connsiteX0" y="connsiteY0"/>
                </a:cxn>
                <a:cxn ang="0">
                  <a:pos x="connsiteX1" y="connsiteY1"/>
                </a:cxn>
                <a:cxn ang="0">
                  <a:pos x="connsiteX2" y="connsiteY2"/>
                </a:cxn>
              </a:cxnLst>
              <a:rect l="l" t="t" r="r" b="b"/>
              <a:pathLst>
                <a:path w="690181" h="360425">
                  <a:moveTo>
                    <a:pt x="0" y="0"/>
                  </a:moveTo>
                  <a:cubicBezTo>
                    <a:pt x="112109" y="2477"/>
                    <a:pt x="225552" y="26575"/>
                    <a:pt x="334518" y="74581"/>
                  </a:cubicBezTo>
                  <a:cubicBezTo>
                    <a:pt x="481489" y="139255"/>
                    <a:pt x="601885" y="239363"/>
                    <a:pt x="690181" y="360426"/>
                  </a:cubicBez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8" name="Freeform: Shape 249">
              <a:extLst>
                <a:ext uri="{FF2B5EF4-FFF2-40B4-BE49-F238E27FC236}">
                  <a16:creationId xmlns:a16="http://schemas.microsoft.com/office/drawing/2014/main" id="{483BB38F-5E1D-BD24-6C19-69F655EC8395}"/>
                </a:ext>
              </a:extLst>
            </p:cNvPr>
            <p:cNvSpPr/>
            <p:nvPr/>
          </p:nvSpPr>
          <p:spPr>
            <a:xfrm>
              <a:off x="11125379" y="4603690"/>
              <a:ext cx="24669" cy="114776"/>
            </a:xfrm>
            <a:custGeom>
              <a:avLst/>
              <a:gdLst>
                <a:gd name="connsiteX0" fmla="*/ 0 w 24669"/>
                <a:gd name="connsiteY0" fmla="*/ 0 h 114776"/>
                <a:gd name="connsiteX1" fmla="*/ 24670 w 24669"/>
                <a:gd name="connsiteY1" fmla="*/ 114776 h 114776"/>
              </a:gdLst>
              <a:ahLst/>
              <a:cxnLst>
                <a:cxn ang="0">
                  <a:pos x="connsiteX0" y="connsiteY0"/>
                </a:cxn>
                <a:cxn ang="0">
                  <a:pos x="connsiteX1" y="connsiteY1"/>
                </a:cxn>
              </a:cxnLst>
              <a:rect l="l" t="t" r="r" b="b"/>
              <a:pathLst>
                <a:path w="24669" h="114776">
                  <a:moveTo>
                    <a:pt x="0" y="0"/>
                  </a:moveTo>
                  <a:cubicBezTo>
                    <a:pt x="7715" y="29242"/>
                    <a:pt x="17336" y="69913"/>
                    <a:pt x="24670" y="114776"/>
                  </a:cubicBez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9" name="Freeform: Shape 250">
              <a:extLst>
                <a:ext uri="{FF2B5EF4-FFF2-40B4-BE49-F238E27FC236}">
                  <a16:creationId xmlns:a16="http://schemas.microsoft.com/office/drawing/2014/main" id="{75AD5E31-E933-A93E-A1BD-E3737FEA2C8E}"/>
                </a:ext>
              </a:extLst>
            </p:cNvPr>
            <p:cNvSpPr/>
            <p:nvPr/>
          </p:nvSpPr>
          <p:spPr>
            <a:xfrm>
              <a:off x="11049941" y="3670716"/>
              <a:ext cx="97536" cy="97536"/>
            </a:xfrm>
            <a:custGeom>
              <a:avLst/>
              <a:gdLst>
                <a:gd name="connsiteX0" fmla="*/ 97536 w 97536"/>
                <a:gd name="connsiteY0" fmla="*/ 48768 h 97536"/>
                <a:gd name="connsiteX1" fmla="*/ 48768 w 97536"/>
                <a:gd name="connsiteY1" fmla="*/ 97536 h 97536"/>
                <a:gd name="connsiteX2" fmla="*/ 0 w 97536"/>
                <a:gd name="connsiteY2" fmla="*/ 48768 h 97536"/>
                <a:gd name="connsiteX3" fmla="*/ 48768 w 97536"/>
                <a:gd name="connsiteY3" fmla="*/ 0 h 97536"/>
                <a:gd name="connsiteX4" fmla="*/ 97536 w 97536"/>
                <a:gd name="connsiteY4" fmla="*/ 48768 h 97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36" h="97536">
                  <a:moveTo>
                    <a:pt x="97536" y="48768"/>
                  </a:moveTo>
                  <a:cubicBezTo>
                    <a:pt x="97536" y="75702"/>
                    <a:pt x="75702" y="97536"/>
                    <a:pt x="48768" y="97536"/>
                  </a:cubicBezTo>
                  <a:cubicBezTo>
                    <a:pt x="21834" y="97536"/>
                    <a:pt x="0" y="75702"/>
                    <a:pt x="0" y="48768"/>
                  </a:cubicBezTo>
                  <a:cubicBezTo>
                    <a:pt x="0" y="21834"/>
                    <a:pt x="21834" y="0"/>
                    <a:pt x="48768" y="0"/>
                  </a:cubicBezTo>
                  <a:cubicBezTo>
                    <a:pt x="75702" y="0"/>
                    <a:pt x="97536" y="21834"/>
                    <a:pt x="97536" y="48768"/>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0" name="Freeform: Shape 251">
              <a:extLst>
                <a:ext uri="{FF2B5EF4-FFF2-40B4-BE49-F238E27FC236}">
                  <a16:creationId xmlns:a16="http://schemas.microsoft.com/office/drawing/2014/main" id="{FFE02DED-EE84-748A-3752-368E2B1BDC1F}"/>
                </a:ext>
              </a:extLst>
            </p:cNvPr>
            <p:cNvSpPr/>
            <p:nvPr/>
          </p:nvSpPr>
          <p:spPr>
            <a:xfrm>
              <a:off x="10965645" y="4335466"/>
              <a:ext cx="89916" cy="89916"/>
            </a:xfrm>
            <a:custGeom>
              <a:avLst/>
              <a:gdLst>
                <a:gd name="connsiteX0" fmla="*/ 89916 w 89916"/>
                <a:gd name="connsiteY0" fmla="*/ 44958 h 89916"/>
                <a:gd name="connsiteX1" fmla="*/ 44958 w 89916"/>
                <a:gd name="connsiteY1" fmla="*/ 89916 h 89916"/>
                <a:gd name="connsiteX2" fmla="*/ 0 w 89916"/>
                <a:gd name="connsiteY2" fmla="*/ 44958 h 89916"/>
                <a:gd name="connsiteX3" fmla="*/ 44958 w 89916"/>
                <a:gd name="connsiteY3" fmla="*/ 0 h 89916"/>
                <a:gd name="connsiteX4" fmla="*/ 89916 w 89916"/>
                <a:gd name="connsiteY4" fmla="*/ 44958 h 89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16" h="89916">
                  <a:moveTo>
                    <a:pt x="89916" y="44958"/>
                  </a:moveTo>
                  <a:cubicBezTo>
                    <a:pt x="89916" y="69788"/>
                    <a:pt x="69788" y="89916"/>
                    <a:pt x="44958" y="89916"/>
                  </a:cubicBezTo>
                  <a:cubicBezTo>
                    <a:pt x="20128" y="89916"/>
                    <a:pt x="0" y="69788"/>
                    <a:pt x="0" y="44958"/>
                  </a:cubicBezTo>
                  <a:cubicBezTo>
                    <a:pt x="0" y="20128"/>
                    <a:pt x="20128" y="0"/>
                    <a:pt x="44958" y="0"/>
                  </a:cubicBezTo>
                  <a:cubicBezTo>
                    <a:pt x="69788" y="0"/>
                    <a:pt x="89916" y="20128"/>
                    <a:pt x="89916" y="44958"/>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1" name="Freeform: Shape 252">
              <a:extLst>
                <a:ext uri="{FF2B5EF4-FFF2-40B4-BE49-F238E27FC236}">
                  <a16:creationId xmlns:a16="http://schemas.microsoft.com/office/drawing/2014/main" id="{81560183-5E0E-6F03-7C5D-D1732D03E4A0}"/>
                </a:ext>
              </a:extLst>
            </p:cNvPr>
            <p:cNvSpPr/>
            <p:nvPr/>
          </p:nvSpPr>
          <p:spPr>
            <a:xfrm>
              <a:off x="10436055" y="4577496"/>
              <a:ext cx="100202" cy="100202"/>
            </a:xfrm>
            <a:custGeom>
              <a:avLst/>
              <a:gdLst>
                <a:gd name="connsiteX0" fmla="*/ 100203 w 100202"/>
                <a:gd name="connsiteY0" fmla="*/ 50102 h 100202"/>
                <a:gd name="connsiteX1" fmla="*/ 50101 w 100202"/>
                <a:gd name="connsiteY1" fmla="*/ 100203 h 100202"/>
                <a:gd name="connsiteX2" fmla="*/ 0 w 100202"/>
                <a:gd name="connsiteY2" fmla="*/ 50102 h 100202"/>
                <a:gd name="connsiteX3" fmla="*/ 50101 w 100202"/>
                <a:gd name="connsiteY3" fmla="*/ 0 h 100202"/>
                <a:gd name="connsiteX4" fmla="*/ 100203 w 100202"/>
                <a:gd name="connsiteY4" fmla="*/ 50102 h 100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202" h="100202">
                  <a:moveTo>
                    <a:pt x="100203" y="50102"/>
                  </a:moveTo>
                  <a:cubicBezTo>
                    <a:pt x="100203" y="77772"/>
                    <a:pt x="77772" y="100203"/>
                    <a:pt x="50101" y="100203"/>
                  </a:cubicBezTo>
                  <a:cubicBezTo>
                    <a:pt x="22431" y="100203"/>
                    <a:pt x="0" y="77772"/>
                    <a:pt x="0" y="50102"/>
                  </a:cubicBezTo>
                  <a:cubicBezTo>
                    <a:pt x="0" y="22431"/>
                    <a:pt x="22431" y="0"/>
                    <a:pt x="50101" y="0"/>
                  </a:cubicBezTo>
                  <a:cubicBezTo>
                    <a:pt x="77772" y="0"/>
                    <a:pt x="100203" y="22431"/>
                    <a:pt x="100203" y="50102"/>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2" name="Freeform: Shape 253">
              <a:extLst>
                <a:ext uri="{FF2B5EF4-FFF2-40B4-BE49-F238E27FC236}">
                  <a16:creationId xmlns:a16="http://schemas.microsoft.com/office/drawing/2014/main" id="{3C949242-1F61-374E-54A6-8E530AD88E84}"/>
                </a:ext>
              </a:extLst>
            </p:cNvPr>
            <p:cNvSpPr/>
            <p:nvPr/>
          </p:nvSpPr>
          <p:spPr>
            <a:xfrm>
              <a:off x="10559118" y="3882647"/>
              <a:ext cx="96012" cy="96012"/>
            </a:xfrm>
            <a:custGeom>
              <a:avLst/>
              <a:gdLst>
                <a:gd name="connsiteX0" fmla="*/ 96012 w 96012"/>
                <a:gd name="connsiteY0" fmla="*/ 48006 h 96012"/>
                <a:gd name="connsiteX1" fmla="*/ 48006 w 96012"/>
                <a:gd name="connsiteY1" fmla="*/ 96012 h 96012"/>
                <a:gd name="connsiteX2" fmla="*/ 0 w 96012"/>
                <a:gd name="connsiteY2" fmla="*/ 48006 h 96012"/>
                <a:gd name="connsiteX3" fmla="*/ 48006 w 96012"/>
                <a:gd name="connsiteY3" fmla="*/ 0 h 96012"/>
                <a:gd name="connsiteX4" fmla="*/ 96012 w 96012"/>
                <a:gd name="connsiteY4" fmla="*/ 48006 h 96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12" h="96012">
                  <a:moveTo>
                    <a:pt x="96012" y="48006"/>
                  </a:moveTo>
                  <a:cubicBezTo>
                    <a:pt x="96012" y="74519"/>
                    <a:pt x="74519" y="96012"/>
                    <a:pt x="48006" y="96012"/>
                  </a:cubicBezTo>
                  <a:cubicBezTo>
                    <a:pt x="21493" y="96012"/>
                    <a:pt x="0" y="74519"/>
                    <a:pt x="0" y="48006"/>
                  </a:cubicBezTo>
                  <a:cubicBezTo>
                    <a:pt x="0" y="21493"/>
                    <a:pt x="21493" y="0"/>
                    <a:pt x="48006" y="0"/>
                  </a:cubicBezTo>
                  <a:cubicBezTo>
                    <a:pt x="74519" y="0"/>
                    <a:pt x="96012" y="21493"/>
                    <a:pt x="96012" y="48006"/>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3" name="Freeform: Shape 254">
              <a:extLst>
                <a:ext uri="{FF2B5EF4-FFF2-40B4-BE49-F238E27FC236}">
                  <a16:creationId xmlns:a16="http://schemas.microsoft.com/office/drawing/2014/main" id="{1AC2BDDD-7BC5-273E-0616-9F6917C8B4C7}"/>
                </a:ext>
              </a:extLst>
            </p:cNvPr>
            <p:cNvSpPr/>
            <p:nvPr/>
          </p:nvSpPr>
          <p:spPr>
            <a:xfrm>
              <a:off x="11340072" y="4290508"/>
              <a:ext cx="97345" cy="97345"/>
            </a:xfrm>
            <a:custGeom>
              <a:avLst/>
              <a:gdLst>
                <a:gd name="connsiteX0" fmla="*/ 97346 w 97345"/>
                <a:gd name="connsiteY0" fmla="*/ 48673 h 97345"/>
                <a:gd name="connsiteX1" fmla="*/ 48673 w 97345"/>
                <a:gd name="connsiteY1" fmla="*/ 97345 h 97345"/>
                <a:gd name="connsiteX2" fmla="*/ 0 w 97345"/>
                <a:gd name="connsiteY2" fmla="*/ 48673 h 97345"/>
                <a:gd name="connsiteX3" fmla="*/ 48673 w 97345"/>
                <a:gd name="connsiteY3" fmla="*/ 0 h 97345"/>
                <a:gd name="connsiteX4" fmla="*/ 97346 w 97345"/>
                <a:gd name="connsiteY4" fmla="*/ 48673 h 97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45" h="97345">
                  <a:moveTo>
                    <a:pt x="97346" y="48673"/>
                  </a:moveTo>
                  <a:cubicBezTo>
                    <a:pt x="97346" y="75554"/>
                    <a:pt x="75554" y="97345"/>
                    <a:pt x="48673" y="97345"/>
                  </a:cubicBezTo>
                  <a:cubicBezTo>
                    <a:pt x="21792" y="97345"/>
                    <a:pt x="0" y="75554"/>
                    <a:pt x="0" y="48673"/>
                  </a:cubicBezTo>
                  <a:cubicBezTo>
                    <a:pt x="0" y="21792"/>
                    <a:pt x="21792" y="0"/>
                    <a:pt x="48673" y="0"/>
                  </a:cubicBezTo>
                  <a:cubicBezTo>
                    <a:pt x="75554" y="0"/>
                    <a:pt x="97346" y="21792"/>
                    <a:pt x="97346" y="48673"/>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4" name="Freeform: Shape 255">
              <a:extLst>
                <a:ext uri="{FF2B5EF4-FFF2-40B4-BE49-F238E27FC236}">
                  <a16:creationId xmlns:a16="http://schemas.microsoft.com/office/drawing/2014/main" id="{08B62EA0-57D0-1D0C-4655-3024F753D54A}"/>
                </a:ext>
              </a:extLst>
            </p:cNvPr>
            <p:cNvSpPr/>
            <p:nvPr/>
          </p:nvSpPr>
          <p:spPr>
            <a:xfrm>
              <a:off x="10028194" y="4083625"/>
              <a:ext cx="119634" cy="119633"/>
            </a:xfrm>
            <a:custGeom>
              <a:avLst/>
              <a:gdLst>
                <a:gd name="connsiteX0" fmla="*/ 119634 w 119634"/>
                <a:gd name="connsiteY0" fmla="*/ 59817 h 119633"/>
                <a:gd name="connsiteX1" fmla="*/ 59817 w 119634"/>
                <a:gd name="connsiteY1" fmla="*/ 119634 h 119633"/>
                <a:gd name="connsiteX2" fmla="*/ 0 w 119634"/>
                <a:gd name="connsiteY2" fmla="*/ 59817 h 119633"/>
                <a:gd name="connsiteX3" fmla="*/ 59817 w 119634"/>
                <a:gd name="connsiteY3" fmla="*/ 0 h 119633"/>
                <a:gd name="connsiteX4" fmla="*/ 119634 w 119634"/>
                <a:gd name="connsiteY4" fmla="*/ 59817 h 119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634" h="119633">
                  <a:moveTo>
                    <a:pt x="119634" y="59817"/>
                  </a:moveTo>
                  <a:cubicBezTo>
                    <a:pt x="119634" y="92853"/>
                    <a:pt x="92853" y="119634"/>
                    <a:pt x="59817" y="119634"/>
                  </a:cubicBezTo>
                  <a:cubicBezTo>
                    <a:pt x="26781" y="119634"/>
                    <a:pt x="0" y="92853"/>
                    <a:pt x="0" y="59817"/>
                  </a:cubicBezTo>
                  <a:cubicBezTo>
                    <a:pt x="0" y="26781"/>
                    <a:pt x="26781" y="0"/>
                    <a:pt x="59817" y="0"/>
                  </a:cubicBezTo>
                  <a:cubicBezTo>
                    <a:pt x="92853" y="0"/>
                    <a:pt x="119634" y="26781"/>
                    <a:pt x="119634" y="59817"/>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5" name="Freeform: Shape 256">
              <a:extLst>
                <a:ext uri="{FF2B5EF4-FFF2-40B4-BE49-F238E27FC236}">
                  <a16:creationId xmlns:a16="http://schemas.microsoft.com/office/drawing/2014/main" id="{B4FD8343-FC43-A742-667E-62589B01B842}"/>
                </a:ext>
              </a:extLst>
            </p:cNvPr>
            <p:cNvSpPr/>
            <p:nvPr/>
          </p:nvSpPr>
          <p:spPr>
            <a:xfrm>
              <a:off x="10397288" y="4013140"/>
              <a:ext cx="77533" cy="77533"/>
            </a:xfrm>
            <a:custGeom>
              <a:avLst/>
              <a:gdLst>
                <a:gd name="connsiteX0" fmla="*/ 77534 w 77533"/>
                <a:gd name="connsiteY0" fmla="*/ 38767 h 77533"/>
                <a:gd name="connsiteX1" fmla="*/ 38767 w 77533"/>
                <a:gd name="connsiteY1" fmla="*/ 77534 h 77533"/>
                <a:gd name="connsiteX2" fmla="*/ 0 w 77533"/>
                <a:gd name="connsiteY2" fmla="*/ 38767 h 77533"/>
                <a:gd name="connsiteX3" fmla="*/ 38767 w 77533"/>
                <a:gd name="connsiteY3" fmla="*/ 0 h 77533"/>
                <a:gd name="connsiteX4" fmla="*/ 77534 w 77533"/>
                <a:gd name="connsiteY4" fmla="*/ 38767 h 77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33" h="77533">
                  <a:moveTo>
                    <a:pt x="77534" y="38767"/>
                  </a:moveTo>
                  <a:cubicBezTo>
                    <a:pt x="77534" y="60177"/>
                    <a:pt x="60177" y="77534"/>
                    <a:pt x="38767" y="77534"/>
                  </a:cubicBezTo>
                  <a:cubicBezTo>
                    <a:pt x="17356" y="77534"/>
                    <a:pt x="0" y="60177"/>
                    <a:pt x="0" y="38767"/>
                  </a:cubicBezTo>
                  <a:cubicBezTo>
                    <a:pt x="0" y="17356"/>
                    <a:pt x="17356" y="0"/>
                    <a:pt x="38767" y="0"/>
                  </a:cubicBezTo>
                  <a:cubicBezTo>
                    <a:pt x="60177" y="0"/>
                    <a:pt x="77534" y="17356"/>
                    <a:pt x="77534" y="38767"/>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6" name="Freeform: Shape 257">
              <a:extLst>
                <a:ext uri="{FF2B5EF4-FFF2-40B4-BE49-F238E27FC236}">
                  <a16:creationId xmlns:a16="http://schemas.microsoft.com/office/drawing/2014/main" id="{FC4A927B-3DD1-477B-DF49-F9A7C80E58D4}"/>
                </a:ext>
              </a:extLst>
            </p:cNvPr>
            <p:cNvSpPr/>
            <p:nvPr/>
          </p:nvSpPr>
          <p:spPr>
            <a:xfrm>
              <a:off x="11073468" y="4519013"/>
              <a:ext cx="77533" cy="77533"/>
            </a:xfrm>
            <a:custGeom>
              <a:avLst/>
              <a:gdLst>
                <a:gd name="connsiteX0" fmla="*/ 77533 w 77533"/>
                <a:gd name="connsiteY0" fmla="*/ 38767 h 77533"/>
                <a:gd name="connsiteX1" fmla="*/ 38767 w 77533"/>
                <a:gd name="connsiteY1" fmla="*/ 77533 h 77533"/>
                <a:gd name="connsiteX2" fmla="*/ 0 w 77533"/>
                <a:gd name="connsiteY2" fmla="*/ 38767 h 77533"/>
                <a:gd name="connsiteX3" fmla="*/ 38767 w 77533"/>
                <a:gd name="connsiteY3" fmla="*/ 0 h 77533"/>
                <a:gd name="connsiteX4" fmla="*/ 77533 w 77533"/>
                <a:gd name="connsiteY4" fmla="*/ 38767 h 77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33" h="77533">
                  <a:moveTo>
                    <a:pt x="77533" y="38767"/>
                  </a:moveTo>
                  <a:cubicBezTo>
                    <a:pt x="77533" y="60177"/>
                    <a:pt x="60177" y="77533"/>
                    <a:pt x="38767" y="77533"/>
                  </a:cubicBezTo>
                  <a:cubicBezTo>
                    <a:pt x="17356" y="77533"/>
                    <a:pt x="0" y="60177"/>
                    <a:pt x="0" y="38767"/>
                  </a:cubicBezTo>
                  <a:cubicBezTo>
                    <a:pt x="0" y="17356"/>
                    <a:pt x="17356" y="0"/>
                    <a:pt x="38767" y="0"/>
                  </a:cubicBezTo>
                  <a:cubicBezTo>
                    <a:pt x="60177" y="0"/>
                    <a:pt x="77533" y="17356"/>
                    <a:pt x="77533" y="38767"/>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7" name="Freeform: Shape 258">
              <a:extLst>
                <a:ext uri="{FF2B5EF4-FFF2-40B4-BE49-F238E27FC236}">
                  <a16:creationId xmlns:a16="http://schemas.microsoft.com/office/drawing/2014/main" id="{1E6D80E8-7D3F-6E8E-9FDA-07C1A37CBE27}"/>
                </a:ext>
              </a:extLst>
            </p:cNvPr>
            <p:cNvSpPr/>
            <p:nvPr/>
          </p:nvSpPr>
          <p:spPr>
            <a:xfrm>
              <a:off x="11097756" y="4724372"/>
              <a:ext cx="99441" cy="99441"/>
            </a:xfrm>
            <a:custGeom>
              <a:avLst/>
              <a:gdLst>
                <a:gd name="connsiteX0" fmla="*/ 99441 w 99441"/>
                <a:gd name="connsiteY0" fmla="*/ 49721 h 99441"/>
                <a:gd name="connsiteX1" fmla="*/ 49721 w 99441"/>
                <a:gd name="connsiteY1" fmla="*/ 99441 h 99441"/>
                <a:gd name="connsiteX2" fmla="*/ 0 w 99441"/>
                <a:gd name="connsiteY2" fmla="*/ 49721 h 99441"/>
                <a:gd name="connsiteX3" fmla="*/ 49721 w 99441"/>
                <a:gd name="connsiteY3" fmla="*/ 0 h 99441"/>
                <a:gd name="connsiteX4" fmla="*/ 99441 w 99441"/>
                <a:gd name="connsiteY4" fmla="*/ 49721 h 99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41" h="99441">
                  <a:moveTo>
                    <a:pt x="99441" y="49721"/>
                  </a:moveTo>
                  <a:cubicBezTo>
                    <a:pt x="99441" y="77181"/>
                    <a:pt x="77180" y="99441"/>
                    <a:pt x="49721" y="99441"/>
                  </a:cubicBezTo>
                  <a:cubicBezTo>
                    <a:pt x="22261" y="99441"/>
                    <a:pt x="0" y="77181"/>
                    <a:pt x="0" y="49721"/>
                  </a:cubicBezTo>
                  <a:cubicBezTo>
                    <a:pt x="0" y="22261"/>
                    <a:pt x="22261" y="0"/>
                    <a:pt x="49721" y="0"/>
                  </a:cubicBezTo>
                  <a:cubicBezTo>
                    <a:pt x="77180" y="0"/>
                    <a:pt x="99441" y="22261"/>
                    <a:pt x="99441" y="49721"/>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38" name="Graphic 133">
            <a:extLst>
              <a:ext uri="{FF2B5EF4-FFF2-40B4-BE49-F238E27FC236}">
                <a16:creationId xmlns:a16="http://schemas.microsoft.com/office/drawing/2014/main" id="{A8855F58-6B8B-77E0-1B20-BF603AA3D491}"/>
              </a:ext>
            </a:extLst>
          </p:cNvPr>
          <p:cNvGrpSpPr/>
          <p:nvPr userDrawn="1"/>
        </p:nvGrpSpPr>
        <p:grpSpPr>
          <a:xfrm flipV="1">
            <a:off x="9134596" y="2819653"/>
            <a:ext cx="1402365" cy="926306"/>
            <a:chOff x="9582043" y="2686498"/>
            <a:chExt cx="1402365" cy="926306"/>
          </a:xfrm>
          <a:noFill/>
        </p:grpSpPr>
        <p:sp>
          <p:nvSpPr>
            <p:cNvPr id="39" name="Freeform: Shape 260">
              <a:extLst>
                <a:ext uri="{FF2B5EF4-FFF2-40B4-BE49-F238E27FC236}">
                  <a16:creationId xmlns:a16="http://schemas.microsoft.com/office/drawing/2014/main" id="{61A9CC5C-957B-0692-CD16-A2523EB4C128}"/>
                </a:ext>
              </a:extLst>
            </p:cNvPr>
            <p:cNvSpPr/>
            <p:nvPr/>
          </p:nvSpPr>
          <p:spPr>
            <a:xfrm>
              <a:off x="10526637" y="2686498"/>
              <a:ext cx="457771" cy="457771"/>
            </a:xfrm>
            <a:custGeom>
              <a:avLst/>
              <a:gdLst>
                <a:gd name="connsiteX0" fmla="*/ 457772 w 457771"/>
                <a:gd name="connsiteY0" fmla="*/ 228886 h 457771"/>
                <a:gd name="connsiteX1" fmla="*/ 228886 w 457771"/>
                <a:gd name="connsiteY1" fmla="*/ 457771 h 457771"/>
                <a:gd name="connsiteX2" fmla="*/ 0 w 457771"/>
                <a:gd name="connsiteY2" fmla="*/ 228886 h 457771"/>
                <a:gd name="connsiteX3" fmla="*/ 228886 w 457771"/>
                <a:gd name="connsiteY3" fmla="*/ 0 h 457771"/>
                <a:gd name="connsiteX4" fmla="*/ 457772 w 457771"/>
                <a:gd name="connsiteY4" fmla="*/ 228886 h 457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771" h="457771">
                  <a:moveTo>
                    <a:pt x="457772" y="228886"/>
                  </a:moveTo>
                  <a:cubicBezTo>
                    <a:pt x="457772" y="355296"/>
                    <a:pt x="355296" y="457771"/>
                    <a:pt x="228886" y="457771"/>
                  </a:cubicBezTo>
                  <a:cubicBezTo>
                    <a:pt x="102476" y="457771"/>
                    <a:pt x="0" y="355296"/>
                    <a:pt x="0" y="228886"/>
                  </a:cubicBezTo>
                  <a:cubicBezTo>
                    <a:pt x="0" y="102476"/>
                    <a:pt x="102476" y="0"/>
                    <a:pt x="228886" y="0"/>
                  </a:cubicBezTo>
                  <a:cubicBezTo>
                    <a:pt x="355296" y="0"/>
                    <a:pt x="457772" y="102476"/>
                    <a:pt x="457772" y="228886"/>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0" name="Freeform: Shape 261">
              <a:extLst>
                <a:ext uri="{FF2B5EF4-FFF2-40B4-BE49-F238E27FC236}">
                  <a16:creationId xmlns:a16="http://schemas.microsoft.com/office/drawing/2014/main" id="{8B7477D2-B944-CDC0-B6EA-24F94EC67E24}"/>
                </a:ext>
              </a:extLst>
            </p:cNvPr>
            <p:cNvSpPr/>
            <p:nvPr/>
          </p:nvSpPr>
          <p:spPr>
            <a:xfrm>
              <a:off x="9844552" y="2918146"/>
              <a:ext cx="779716" cy="9525"/>
            </a:xfrm>
            <a:custGeom>
              <a:avLst/>
              <a:gdLst>
                <a:gd name="connsiteX0" fmla="*/ 0 w 779716"/>
                <a:gd name="connsiteY0" fmla="*/ 0 h 9525"/>
                <a:gd name="connsiteX1" fmla="*/ 779717 w 779716"/>
                <a:gd name="connsiteY1" fmla="*/ 0 h 9525"/>
              </a:gdLst>
              <a:ahLst/>
              <a:cxnLst>
                <a:cxn ang="0">
                  <a:pos x="connsiteX0" y="connsiteY0"/>
                </a:cxn>
                <a:cxn ang="0">
                  <a:pos x="connsiteX1" y="connsiteY1"/>
                </a:cxn>
              </a:cxnLst>
              <a:rect l="l" t="t" r="r" b="b"/>
              <a:pathLst>
                <a:path w="779716" h="9525">
                  <a:moveTo>
                    <a:pt x="0" y="0"/>
                  </a:moveTo>
                  <a:lnTo>
                    <a:pt x="779717" y="0"/>
                  </a:lnTo>
                </a:path>
              </a:pathLst>
            </a:custGeom>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1" name="Freeform: Shape 262">
              <a:extLst>
                <a:ext uri="{FF2B5EF4-FFF2-40B4-BE49-F238E27FC236}">
                  <a16:creationId xmlns:a16="http://schemas.microsoft.com/office/drawing/2014/main" id="{435AA0E4-D6F9-FF97-6727-3854BFE726A4}"/>
                </a:ext>
              </a:extLst>
            </p:cNvPr>
            <p:cNvSpPr/>
            <p:nvPr/>
          </p:nvSpPr>
          <p:spPr>
            <a:xfrm>
              <a:off x="10624269" y="2786892"/>
              <a:ext cx="262508" cy="262508"/>
            </a:xfrm>
            <a:custGeom>
              <a:avLst/>
              <a:gdLst>
                <a:gd name="connsiteX0" fmla="*/ 262509 w 262508"/>
                <a:gd name="connsiteY0" fmla="*/ 131255 h 262508"/>
                <a:gd name="connsiteX1" fmla="*/ 131255 w 262508"/>
                <a:gd name="connsiteY1" fmla="*/ 262509 h 262508"/>
                <a:gd name="connsiteX2" fmla="*/ 0 w 262508"/>
                <a:gd name="connsiteY2" fmla="*/ 131255 h 262508"/>
                <a:gd name="connsiteX3" fmla="*/ 131255 w 262508"/>
                <a:gd name="connsiteY3" fmla="*/ 0 h 262508"/>
                <a:gd name="connsiteX4" fmla="*/ 262509 w 262508"/>
                <a:gd name="connsiteY4" fmla="*/ 131255 h 26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08" h="262508">
                  <a:moveTo>
                    <a:pt x="262509" y="131255"/>
                  </a:moveTo>
                  <a:cubicBezTo>
                    <a:pt x="262509" y="203744"/>
                    <a:pt x="203744" y="262509"/>
                    <a:pt x="131255" y="262509"/>
                  </a:cubicBezTo>
                  <a:cubicBezTo>
                    <a:pt x="58765" y="262509"/>
                    <a:pt x="0" y="203744"/>
                    <a:pt x="0" y="131255"/>
                  </a:cubicBezTo>
                  <a:cubicBezTo>
                    <a:pt x="0" y="58765"/>
                    <a:pt x="58765" y="0"/>
                    <a:pt x="131255" y="0"/>
                  </a:cubicBezTo>
                  <a:cubicBezTo>
                    <a:pt x="203744" y="0"/>
                    <a:pt x="262509" y="58765"/>
                    <a:pt x="262509" y="131255"/>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2" name="Freeform: Shape 263">
              <a:extLst>
                <a:ext uri="{FF2B5EF4-FFF2-40B4-BE49-F238E27FC236}">
                  <a16:creationId xmlns:a16="http://schemas.microsoft.com/office/drawing/2014/main" id="{1C380E53-AAFC-85BC-F6FF-D2D1E6399872}"/>
                </a:ext>
              </a:extLst>
            </p:cNvPr>
            <p:cNvSpPr/>
            <p:nvPr/>
          </p:nvSpPr>
          <p:spPr>
            <a:xfrm>
              <a:off x="9582043" y="2786892"/>
              <a:ext cx="262509" cy="262508"/>
            </a:xfrm>
            <a:custGeom>
              <a:avLst/>
              <a:gdLst>
                <a:gd name="connsiteX0" fmla="*/ 262509 w 262509"/>
                <a:gd name="connsiteY0" fmla="*/ 131255 h 262508"/>
                <a:gd name="connsiteX1" fmla="*/ 131254 w 262509"/>
                <a:gd name="connsiteY1" fmla="*/ 262509 h 262508"/>
                <a:gd name="connsiteX2" fmla="*/ 0 w 262509"/>
                <a:gd name="connsiteY2" fmla="*/ 131255 h 262508"/>
                <a:gd name="connsiteX3" fmla="*/ 131254 w 262509"/>
                <a:gd name="connsiteY3" fmla="*/ 0 h 262508"/>
                <a:gd name="connsiteX4" fmla="*/ 262509 w 262509"/>
                <a:gd name="connsiteY4" fmla="*/ 131255 h 26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09" h="262508">
                  <a:moveTo>
                    <a:pt x="262509" y="131255"/>
                  </a:moveTo>
                  <a:cubicBezTo>
                    <a:pt x="262509" y="203744"/>
                    <a:pt x="203744" y="262509"/>
                    <a:pt x="131254" y="262509"/>
                  </a:cubicBezTo>
                  <a:cubicBezTo>
                    <a:pt x="58765" y="262509"/>
                    <a:pt x="0" y="203744"/>
                    <a:pt x="0" y="131255"/>
                  </a:cubicBezTo>
                  <a:cubicBezTo>
                    <a:pt x="0" y="58765"/>
                    <a:pt x="58765" y="0"/>
                    <a:pt x="131254" y="0"/>
                  </a:cubicBezTo>
                  <a:cubicBezTo>
                    <a:pt x="203744" y="0"/>
                    <a:pt x="262509" y="58765"/>
                    <a:pt x="262509" y="131255"/>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3" name="Freeform: Shape 264">
              <a:extLst>
                <a:ext uri="{FF2B5EF4-FFF2-40B4-BE49-F238E27FC236}">
                  <a16:creationId xmlns:a16="http://schemas.microsoft.com/office/drawing/2014/main" id="{4DBDDBBA-958F-1277-4284-C44B084A6828}"/>
                </a:ext>
              </a:extLst>
            </p:cNvPr>
            <p:cNvSpPr/>
            <p:nvPr/>
          </p:nvSpPr>
          <p:spPr>
            <a:xfrm>
              <a:off x="10755523" y="3144270"/>
              <a:ext cx="9525" cy="468534"/>
            </a:xfrm>
            <a:custGeom>
              <a:avLst/>
              <a:gdLst>
                <a:gd name="connsiteX0" fmla="*/ 0 w 9525"/>
                <a:gd name="connsiteY0" fmla="*/ 0 h 468534"/>
                <a:gd name="connsiteX1" fmla="*/ 0 w 9525"/>
                <a:gd name="connsiteY1" fmla="*/ 468535 h 468534"/>
              </a:gdLst>
              <a:ahLst/>
              <a:cxnLst>
                <a:cxn ang="0">
                  <a:pos x="connsiteX0" y="connsiteY0"/>
                </a:cxn>
                <a:cxn ang="0">
                  <a:pos x="connsiteX1" y="connsiteY1"/>
                </a:cxn>
              </a:cxnLst>
              <a:rect l="l" t="t" r="r" b="b"/>
              <a:pathLst>
                <a:path w="9525" h="468534">
                  <a:moveTo>
                    <a:pt x="0" y="0"/>
                  </a:moveTo>
                  <a:lnTo>
                    <a:pt x="0" y="468535"/>
                  </a:lnTo>
                </a:path>
              </a:pathLst>
            </a:custGeom>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44" name="Freeform: Shape 265">
            <a:extLst>
              <a:ext uri="{FF2B5EF4-FFF2-40B4-BE49-F238E27FC236}">
                <a16:creationId xmlns:a16="http://schemas.microsoft.com/office/drawing/2014/main" id="{F7C6FD1A-B2B0-3267-885E-DCC53C98F330}"/>
              </a:ext>
            </a:extLst>
          </p:cNvPr>
          <p:cNvSpPr/>
          <p:nvPr userDrawn="1"/>
        </p:nvSpPr>
        <p:spPr>
          <a:xfrm>
            <a:off x="11185175" y="279296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5" name="Freeform: Shape 269">
            <a:extLst>
              <a:ext uri="{FF2B5EF4-FFF2-40B4-BE49-F238E27FC236}">
                <a16:creationId xmlns:a16="http://schemas.microsoft.com/office/drawing/2014/main" id="{745CFBED-5657-9FA2-871E-686AC9D005FF}"/>
              </a:ext>
            </a:extLst>
          </p:cNvPr>
          <p:cNvSpPr/>
          <p:nvPr userDrawn="1"/>
        </p:nvSpPr>
        <p:spPr>
          <a:xfrm>
            <a:off x="6195382" y="430769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6" name="Freeform: Shape 285">
            <a:extLst>
              <a:ext uri="{FF2B5EF4-FFF2-40B4-BE49-F238E27FC236}">
                <a16:creationId xmlns:a16="http://schemas.microsoft.com/office/drawing/2014/main" id="{8E7AAEEB-66C4-8582-DB55-605B78CEBBBF}"/>
              </a:ext>
            </a:extLst>
          </p:cNvPr>
          <p:cNvSpPr/>
          <p:nvPr userDrawn="1"/>
        </p:nvSpPr>
        <p:spPr>
          <a:xfrm>
            <a:off x="8709950" y="5303803"/>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7" name="Freeform: Shape 286">
            <a:extLst>
              <a:ext uri="{FF2B5EF4-FFF2-40B4-BE49-F238E27FC236}">
                <a16:creationId xmlns:a16="http://schemas.microsoft.com/office/drawing/2014/main" id="{7B07BE64-0FEB-105B-532C-B451305DD39A}"/>
              </a:ext>
            </a:extLst>
          </p:cNvPr>
          <p:cNvSpPr/>
          <p:nvPr userDrawn="1"/>
        </p:nvSpPr>
        <p:spPr>
          <a:xfrm>
            <a:off x="9116688" y="50100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48" name="Graphic 133">
            <a:extLst>
              <a:ext uri="{FF2B5EF4-FFF2-40B4-BE49-F238E27FC236}">
                <a16:creationId xmlns:a16="http://schemas.microsoft.com/office/drawing/2014/main" id="{225D3D06-0410-493F-2044-18F7C16802B1}"/>
              </a:ext>
            </a:extLst>
          </p:cNvPr>
          <p:cNvGrpSpPr/>
          <p:nvPr userDrawn="1"/>
        </p:nvGrpSpPr>
        <p:grpSpPr>
          <a:xfrm rot="15300000">
            <a:off x="4917142" y="1961725"/>
            <a:ext cx="1311782" cy="2575749"/>
            <a:chOff x="7819347" y="302010"/>
            <a:chExt cx="1311782" cy="2575749"/>
          </a:xfrm>
          <a:noFill/>
        </p:grpSpPr>
        <p:sp>
          <p:nvSpPr>
            <p:cNvPr id="49" name="Freeform: Shape 288">
              <a:extLst>
                <a:ext uri="{FF2B5EF4-FFF2-40B4-BE49-F238E27FC236}">
                  <a16:creationId xmlns:a16="http://schemas.microsoft.com/office/drawing/2014/main" id="{A8C9B2D1-0AB0-6540-2833-A5CF9CD906E8}"/>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0" name="Freeform: Shape 289">
              <a:extLst>
                <a:ext uri="{FF2B5EF4-FFF2-40B4-BE49-F238E27FC236}">
                  <a16:creationId xmlns:a16="http://schemas.microsoft.com/office/drawing/2014/main" id="{A9B7C5DE-688A-13E5-BF40-6F0FE7716B40}"/>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1" name="Freeform: Shape 290">
              <a:extLst>
                <a:ext uri="{FF2B5EF4-FFF2-40B4-BE49-F238E27FC236}">
                  <a16:creationId xmlns:a16="http://schemas.microsoft.com/office/drawing/2014/main" id="{D572A5D7-1308-8161-C560-67A731CF15C3}"/>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2" name="Freeform: Shape 291">
              <a:extLst>
                <a:ext uri="{FF2B5EF4-FFF2-40B4-BE49-F238E27FC236}">
                  <a16:creationId xmlns:a16="http://schemas.microsoft.com/office/drawing/2014/main" id="{A4DEFCCC-D6B3-5F8E-42BB-A396201F7253}"/>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3" name="Freeform: Shape 292">
              <a:extLst>
                <a:ext uri="{FF2B5EF4-FFF2-40B4-BE49-F238E27FC236}">
                  <a16:creationId xmlns:a16="http://schemas.microsoft.com/office/drawing/2014/main" id="{D1366F4B-2384-29DA-7E67-92B9B0C81293}"/>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54" name="Oval 53">
            <a:extLst>
              <a:ext uri="{FF2B5EF4-FFF2-40B4-BE49-F238E27FC236}">
                <a16:creationId xmlns:a16="http://schemas.microsoft.com/office/drawing/2014/main" id="{F158BDAF-D49A-D3E9-26E2-23DBF9A1D917}"/>
              </a:ext>
            </a:extLst>
          </p:cNvPr>
          <p:cNvSpPr/>
          <p:nvPr userDrawn="1"/>
        </p:nvSpPr>
        <p:spPr>
          <a:xfrm flipV="1">
            <a:off x="6354876" y="1852997"/>
            <a:ext cx="3152006" cy="3152006"/>
          </a:xfrm>
          <a:prstGeom prst="ellipse">
            <a:avLst/>
          </a:prstGeom>
          <a:solidFill>
            <a:schemeClr val="bg1"/>
          </a:solidFill>
          <a:ln w="508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55" name="Freeform: Shape 298">
            <a:extLst>
              <a:ext uri="{FF2B5EF4-FFF2-40B4-BE49-F238E27FC236}">
                <a16:creationId xmlns:a16="http://schemas.microsoft.com/office/drawing/2014/main" id="{066CAEBB-AF92-6D05-D9F3-42BB57093F1E}"/>
              </a:ext>
            </a:extLst>
          </p:cNvPr>
          <p:cNvSpPr/>
          <p:nvPr userDrawn="1"/>
        </p:nvSpPr>
        <p:spPr>
          <a:xfrm>
            <a:off x="5406003" y="4429286"/>
            <a:ext cx="2921280" cy="1192670"/>
          </a:xfrm>
          <a:custGeom>
            <a:avLst/>
            <a:gdLst>
              <a:gd name="connsiteX0" fmla="*/ 2797989 w 3387980"/>
              <a:gd name="connsiteY0" fmla="*/ 793219 h 1383210"/>
              <a:gd name="connsiteX1" fmla="*/ 2614092 w 3387980"/>
              <a:gd name="connsiteY1" fmla="*/ 822614 h 1383210"/>
              <a:gd name="connsiteX2" fmla="*/ 1697357 w 3387980"/>
              <a:gd name="connsiteY2" fmla="*/ 0 h 1383210"/>
              <a:gd name="connsiteX3" fmla="*/ 798795 w 3387980"/>
              <a:gd name="connsiteY3" fmla="*/ 714810 h 1383210"/>
              <a:gd name="connsiteX4" fmla="*/ 668546 w 3387980"/>
              <a:gd name="connsiteY4" fmla="*/ 714665 h 1383210"/>
              <a:gd name="connsiteX5" fmla="*/ 0 w 3387980"/>
              <a:gd name="connsiteY5" fmla="*/ 1383211 h 1383210"/>
              <a:gd name="connsiteX6" fmla="*/ 3387981 w 3387980"/>
              <a:gd name="connsiteY6" fmla="*/ 1383211 h 1383210"/>
              <a:gd name="connsiteX7" fmla="*/ 2797989 w 3387980"/>
              <a:gd name="connsiteY7" fmla="*/ 793219 h 138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7980" h="1383210">
                <a:moveTo>
                  <a:pt x="2797989" y="793219"/>
                </a:moveTo>
                <a:cubicBezTo>
                  <a:pt x="2733770" y="793219"/>
                  <a:pt x="2671940" y="803573"/>
                  <a:pt x="2614092" y="822614"/>
                </a:cubicBezTo>
                <a:cubicBezTo>
                  <a:pt x="2564425" y="360192"/>
                  <a:pt x="2172956" y="0"/>
                  <a:pt x="1697357" y="0"/>
                </a:cubicBezTo>
                <a:cubicBezTo>
                  <a:pt x="1259406" y="0"/>
                  <a:pt x="892915" y="305385"/>
                  <a:pt x="798795" y="714810"/>
                </a:cubicBezTo>
                <a:lnTo>
                  <a:pt x="668546" y="714665"/>
                </a:lnTo>
                <a:cubicBezTo>
                  <a:pt x="299304" y="714737"/>
                  <a:pt x="0" y="1014041"/>
                  <a:pt x="0" y="1383211"/>
                </a:cubicBezTo>
                <a:lnTo>
                  <a:pt x="3387981" y="1383211"/>
                </a:lnTo>
                <a:cubicBezTo>
                  <a:pt x="3387981" y="1057336"/>
                  <a:pt x="3123864" y="793219"/>
                  <a:pt x="2797989" y="793219"/>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56" name="Graphic 133">
            <a:extLst>
              <a:ext uri="{FF2B5EF4-FFF2-40B4-BE49-F238E27FC236}">
                <a16:creationId xmlns:a16="http://schemas.microsoft.com/office/drawing/2014/main" id="{9FF65BFA-580C-DCA7-C668-2CA14DE5BBE7}"/>
              </a:ext>
            </a:extLst>
          </p:cNvPr>
          <p:cNvGrpSpPr/>
          <p:nvPr userDrawn="1"/>
        </p:nvGrpSpPr>
        <p:grpSpPr>
          <a:xfrm>
            <a:off x="6411279" y="5443017"/>
            <a:ext cx="492164" cy="535997"/>
            <a:chOff x="8799755" y="943899"/>
            <a:chExt cx="839533" cy="914304"/>
          </a:xfrm>
          <a:noFill/>
        </p:grpSpPr>
        <p:sp>
          <p:nvSpPr>
            <p:cNvPr id="57" name="Freeform: Shape 300">
              <a:extLst>
                <a:ext uri="{FF2B5EF4-FFF2-40B4-BE49-F238E27FC236}">
                  <a16:creationId xmlns:a16="http://schemas.microsoft.com/office/drawing/2014/main" id="{52100AD9-54F6-7550-022D-1B629B339DB5}"/>
                </a:ext>
              </a:extLst>
            </p:cNvPr>
            <p:cNvSpPr/>
            <p:nvPr/>
          </p:nvSpPr>
          <p:spPr>
            <a:xfrm>
              <a:off x="8799755" y="943899"/>
              <a:ext cx="839533" cy="914304"/>
            </a:xfrm>
            <a:custGeom>
              <a:avLst/>
              <a:gdLst>
                <a:gd name="connsiteX0" fmla="*/ 419767 w 839533"/>
                <a:gd name="connsiteY0" fmla="*/ 914305 h 914304"/>
                <a:gd name="connsiteX1" fmla="*/ 415576 w 839533"/>
                <a:gd name="connsiteY1" fmla="*/ 913638 h 914304"/>
                <a:gd name="connsiteX2" fmla="*/ 0 w 839533"/>
                <a:gd name="connsiteY2" fmla="*/ 345281 h 914304"/>
                <a:gd name="connsiteX3" fmla="*/ 0 w 839533"/>
                <a:gd name="connsiteY3" fmla="*/ 13906 h 914304"/>
                <a:gd name="connsiteX4" fmla="*/ 13906 w 839533"/>
                <a:gd name="connsiteY4" fmla="*/ 0 h 914304"/>
                <a:gd name="connsiteX5" fmla="*/ 825627 w 839533"/>
                <a:gd name="connsiteY5" fmla="*/ 0 h 914304"/>
                <a:gd name="connsiteX6" fmla="*/ 839534 w 839533"/>
                <a:gd name="connsiteY6" fmla="*/ 13906 h 914304"/>
                <a:gd name="connsiteX7" fmla="*/ 839534 w 839533"/>
                <a:gd name="connsiteY7" fmla="*/ 345281 h 914304"/>
                <a:gd name="connsiteX8" fmla="*/ 424053 w 839533"/>
                <a:gd name="connsiteY8" fmla="*/ 913638 h 914304"/>
                <a:gd name="connsiteX9" fmla="*/ 419862 w 839533"/>
                <a:gd name="connsiteY9" fmla="*/ 914305 h 91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9533" h="914304">
                  <a:moveTo>
                    <a:pt x="419767" y="914305"/>
                  </a:moveTo>
                  <a:cubicBezTo>
                    <a:pt x="418338" y="914305"/>
                    <a:pt x="416909" y="914114"/>
                    <a:pt x="415576" y="913638"/>
                  </a:cubicBezTo>
                  <a:cubicBezTo>
                    <a:pt x="167069" y="834676"/>
                    <a:pt x="0" y="606266"/>
                    <a:pt x="0" y="345281"/>
                  </a:cubicBezTo>
                  <a:lnTo>
                    <a:pt x="0" y="13906"/>
                  </a:lnTo>
                  <a:cubicBezTo>
                    <a:pt x="0" y="6191"/>
                    <a:pt x="6191" y="0"/>
                    <a:pt x="13906" y="0"/>
                  </a:cubicBezTo>
                  <a:lnTo>
                    <a:pt x="825627" y="0"/>
                  </a:lnTo>
                  <a:cubicBezTo>
                    <a:pt x="833342" y="0"/>
                    <a:pt x="839534" y="6191"/>
                    <a:pt x="839534" y="13906"/>
                  </a:cubicBezTo>
                  <a:lnTo>
                    <a:pt x="839534" y="345281"/>
                  </a:lnTo>
                  <a:cubicBezTo>
                    <a:pt x="839534" y="606266"/>
                    <a:pt x="672560" y="834676"/>
                    <a:pt x="424053" y="913638"/>
                  </a:cubicBezTo>
                  <a:cubicBezTo>
                    <a:pt x="422624" y="914114"/>
                    <a:pt x="421195" y="914305"/>
                    <a:pt x="419862" y="914305"/>
                  </a:cubicBezTo>
                  <a:close/>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8" name="Freeform: Shape 301">
              <a:extLst>
                <a:ext uri="{FF2B5EF4-FFF2-40B4-BE49-F238E27FC236}">
                  <a16:creationId xmlns:a16="http://schemas.microsoft.com/office/drawing/2014/main" id="{524B3441-3CEB-FBF9-6A62-068A8B44C403}"/>
                </a:ext>
              </a:extLst>
            </p:cNvPr>
            <p:cNvSpPr/>
            <p:nvPr/>
          </p:nvSpPr>
          <p:spPr>
            <a:xfrm>
              <a:off x="9223713" y="943899"/>
              <a:ext cx="9525" cy="913638"/>
            </a:xfrm>
            <a:custGeom>
              <a:avLst/>
              <a:gdLst>
                <a:gd name="connsiteX0" fmla="*/ 0 w 9525"/>
                <a:gd name="connsiteY0" fmla="*/ 913638 h 913638"/>
                <a:gd name="connsiteX1" fmla="*/ 0 w 9525"/>
                <a:gd name="connsiteY1" fmla="*/ 0 h 913638"/>
              </a:gdLst>
              <a:ahLst/>
              <a:cxnLst>
                <a:cxn ang="0">
                  <a:pos x="connsiteX0" y="connsiteY0"/>
                </a:cxn>
                <a:cxn ang="0">
                  <a:pos x="connsiteX1" y="connsiteY1"/>
                </a:cxn>
              </a:cxnLst>
              <a:rect l="l" t="t" r="r" b="b"/>
              <a:pathLst>
                <a:path w="9525" h="913638">
                  <a:moveTo>
                    <a:pt x="0" y="913638"/>
                  </a:moveTo>
                  <a:lnTo>
                    <a:pt x="0" y="0"/>
                  </a:lnTo>
                </a:path>
              </a:pathLst>
            </a:custGeom>
            <a:noFill/>
            <a:ln w="25400" cap="rnd">
              <a:solidFill>
                <a:schemeClr val="accent3">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59" name="Group 58" descr="Container&#10;">
            <a:extLst>
              <a:ext uri="{FF2B5EF4-FFF2-40B4-BE49-F238E27FC236}">
                <a16:creationId xmlns:a16="http://schemas.microsoft.com/office/drawing/2014/main" id="{7B897225-91E1-F8AA-70B8-7827D2A9126D}"/>
              </a:ext>
            </a:extLst>
          </p:cNvPr>
          <p:cNvGrpSpPr>
            <a:grpSpLocks noChangeAspect="1"/>
          </p:cNvGrpSpPr>
          <p:nvPr userDrawn="1"/>
        </p:nvGrpSpPr>
        <p:grpSpPr>
          <a:xfrm>
            <a:off x="7105553" y="2627829"/>
            <a:ext cx="1645920" cy="1645920"/>
            <a:chOff x="530529" y="4420064"/>
            <a:chExt cx="600837" cy="600837"/>
          </a:xfrm>
          <a:solidFill>
            <a:schemeClr val="accent3"/>
          </a:solidFill>
        </p:grpSpPr>
        <p:sp>
          <p:nvSpPr>
            <p:cNvPr id="60" name="Picture Placeholder 113">
              <a:extLst>
                <a:ext uri="{FF2B5EF4-FFF2-40B4-BE49-F238E27FC236}">
                  <a16:creationId xmlns:a16="http://schemas.microsoft.com/office/drawing/2014/main" id="{0B233153-F204-3DB6-5C03-EDABB51A8042}"/>
                </a:ext>
              </a:extLst>
            </p:cNvPr>
            <p:cNvSpPr/>
            <p:nvPr/>
          </p:nvSpPr>
          <p:spPr>
            <a:xfrm>
              <a:off x="530529" y="4420064"/>
              <a:ext cx="600837" cy="600837"/>
            </a:xfrm>
            <a:custGeom>
              <a:avLst/>
              <a:gdLst>
                <a:gd name="connsiteX0" fmla="*/ 554920 w 600837"/>
                <a:gd name="connsiteY0" fmla="*/ 15938 h 600837"/>
                <a:gd name="connsiteX1" fmla="*/ 585026 w 600837"/>
                <a:gd name="connsiteY1" fmla="*/ 46043 h 600837"/>
                <a:gd name="connsiteX2" fmla="*/ 585026 w 600837"/>
                <a:gd name="connsiteY2" fmla="*/ 555110 h 600837"/>
                <a:gd name="connsiteX3" fmla="*/ 554920 w 600837"/>
                <a:gd name="connsiteY3" fmla="*/ 585152 h 600837"/>
                <a:gd name="connsiteX4" fmla="*/ 45917 w 600837"/>
                <a:gd name="connsiteY4" fmla="*/ 585152 h 600837"/>
                <a:gd name="connsiteX5" fmla="*/ 15812 w 600837"/>
                <a:gd name="connsiteY5" fmla="*/ 555110 h 600837"/>
                <a:gd name="connsiteX6" fmla="*/ 15812 w 600837"/>
                <a:gd name="connsiteY6" fmla="*/ 45917 h 600837"/>
                <a:gd name="connsiteX7" fmla="*/ 45917 w 600837"/>
                <a:gd name="connsiteY7" fmla="*/ 15938 h 600837"/>
                <a:gd name="connsiteX8" fmla="*/ 554920 w 600837"/>
                <a:gd name="connsiteY8" fmla="*/ 15938 h 600837"/>
                <a:gd name="connsiteX9" fmla="*/ 554920 w 600837"/>
                <a:gd name="connsiteY9" fmla="*/ 126 h 600837"/>
                <a:gd name="connsiteX10" fmla="*/ 45917 w 600837"/>
                <a:gd name="connsiteY10" fmla="*/ 126 h 600837"/>
                <a:gd name="connsiteX11" fmla="*/ 0 w 600837"/>
                <a:gd name="connsiteY11" fmla="*/ 45917 h 600837"/>
                <a:gd name="connsiteX12" fmla="*/ 0 w 600837"/>
                <a:gd name="connsiteY12" fmla="*/ 554984 h 600837"/>
                <a:gd name="connsiteX13" fmla="*/ 45917 w 600837"/>
                <a:gd name="connsiteY13" fmla="*/ 600837 h 600837"/>
                <a:gd name="connsiteX14" fmla="*/ 554920 w 600837"/>
                <a:gd name="connsiteY14" fmla="*/ 600837 h 600837"/>
                <a:gd name="connsiteX15" fmla="*/ 600837 w 600837"/>
                <a:gd name="connsiteY15" fmla="*/ 554984 h 600837"/>
                <a:gd name="connsiteX16" fmla="*/ 600837 w 600837"/>
                <a:gd name="connsiteY16" fmla="*/ 45917 h 600837"/>
                <a:gd name="connsiteX17" fmla="*/ 554920 w 600837"/>
                <a:gd name="connsiteY17" fmla="*/ 0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0837" h="600837">
                  <a:moveTo>
                    <a:pt x="554920" y="15938"/>
                  </a:moveTo>
                  <a:cubicBezTo>
                    <a:pt x="571548" y="15938"/>
                    <a:pt x="585026" y="29416"/>
                    <a:pt x="585026" y="46043"/>
                  </a:cubicBezTo>
                  <a:lnTo>
                    <a:pt x="585026" y="555110"/>
                  </a:lnTo>
                  <a:cubicBezTo>
                    <a:pt x="584988" y="571712"/>
                    <a:pt x="571522" y="585152"/>
                    <a:pt x="554920" y="585152"/>
                  </a:cubicBezTo>
                  <a:lnTo>
                    <a:pt x="45917" y="585152"/>
                  </a:lnTo>
                  <a:cubicBezTo>
                    <a:pt x="29315" y="585152"/>
                    <a:pt x="15846" y="571712"/>
                    <a:pt x="15812" y="555110"/>
                  </a:cubicBezTo>
                  <a:lnTo>
                    <a:pt x="15812" y="45917"/>
                  </a:lnTo>
                  <a:cubicBezTo>
                    <a:pt x="15881" y="29339"/>
                    <a:pt x="29339" y="15938"/>
                    <a:pt x="45917" y="15938"/>
                  </a:cubicBezTo>
                  <a:lnTo>
                    <a:pt x="554920" y="15938"/>
                  </a:lnTo>
                  <a:moveTo>
                    <a:pt x="554920" y="126"/>
                  </a:moveTo>
                  <a:lnTo>
                    <a:pt x="45917" y="126"/>
                  </a:lnTo>
                  <a:cubicBezTo>
                    <a:pt x="20607" y="126"/>
                    <a:pt x="70" y="20607"/>
                    <a:pt x="0" y="45917"/>
                  </a:cubicBezTo>
                  <a:lnTo>
                    <a:pt x="0" y="554984"/>
                  </a:lnTo>
                  <a:cubicBezTo>
                    <a:pt x="35" y="580320"/>
                    <a:pt x="20582" y="600837"/>
                    <a:pt x="45917" y="600837"/>
                  </a:cubicBezTo>
                  <a:lnTo>
                    <a:pt x="554920" y="600837"/>
                  </a:lnTo>
                  <a:cubicBezTo>
                    <a:pt x="580257" y="600837"/>
                    <a:pt x="600799" y="580320"/>
                    <a:pt x="600837" y="554984"/>
                  </a:cubicBezTo>
                  <a:lnTo>
                    <a:pt x="600837" y="45917"/>
                  </a:lnTo>
                  <a:cubicBezTo>
                    <a:pt x="600837" y="20557"/>
                    <a:pt x="580282" y="0"/>
                    <a:pt x="554920"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1" name="Picture Placeholder 113">
              <a:extLst>
                <a:ext uri="{FF2B5EF4-FFF2-40B4-BE49-F238E27FC236}">
                  <a16:creationId xmlns:a16="http://schemas.microsoft.com/office/drawing/2014/main" id="{1555F2BD-E3F8-19AB-3761-B86DD375DDEE}"/>
                </a:ext>
              </a:extLst>
            </p:cNvPr>
            <p:cNvSpPr/>
            <p:nvPr/>
          </p:nvSpPr>
          <p:spPr>
            <a:xfrm>
              <a:off x="768207" y="4826672"/>
              <a:ext cx="126808" cy="126492"/>
            </a:xfrm>
            <a:custGeom>
              <a:avLst/>
              <a:gdLst>
                <a:gd name="connsiteX0" fmla="*/ 110870 w 126808"/>
                <a:gd name="connsiteY0" fmla="*/ 15812 h 126492"/>
                <a:gd name="connsiteX1" fmla="*/ 110870 w 126808"/>
                <a:gd name="connsiteY1" fmla="*/ 110681 h 126492"/>
                <a:gd name="connsiteX2" fmla="*/ 16001 w 126808"/>
                <a:gd name="connsiteY2" fmla="*/ 110681 h 126492"/>
                <a:gd name="connsiteX3" fmla="*/ 16001 w 126808"/>
                <a:gd name="connsiteY3" fmla="*/ 15812 h 126492"/>
                <a:gd name="connsiteX4" fmla="*/ 110870 w 126808"/>
                <a:gd name="connsiteY4" fmla="*/ 15812 h 126492"/>
                <a:gd name="connsiteX5" fmla="*/ 117195 w 126808"/>
                <a:gd name="connsiteY5" fmla="*/ 0 h 126492"/>
                <a:gd name="connsiteX6" fmla="*/ 9677 w 126808"/>
                <a:gd name="connsiteY6" fmla="*/ 0 h 126492"/>
                <a:gd name="connsiteX7" fmla="*/ 0 w 126808"/>
                <a:gd name="connsiteY7" fmla="*/ 9613 h 126492"/>
                <a:gd name="connsiteX8" fmla="*/ 0 w 126808"/>
                <a:gd name="connsiteY8" fmla="*/ 116815 h 126492"/>
                <a:gd name="connsiteX9" fmla="*/ 9677 w 126808"/>
                <a:gd name="connsiteY9" fmla="*/ 126492 h 126492"/>
                <a:gd name="connsiteX10" fmla="*/ 117195 w 126808"/>
                <a:gd name="connsiteY10" fmla="*/ 126492 h 126492"/>
                <a:gd name="connsiteX11" fmla="*/ 126808 w 126808"/>
                <a:gd name="connsiteY11" fmla="*/ 116815 h 126492"/>
                <a:gd name="connsiteX12" fmla="*/ 126808 w 126808"/>
                <a:gd name="connsiteY12" fmla="*/ 9613 h 126492"/>
                <a:gd name="connsiteX13" fmla="*/ 117195 w 126808"/>
                <a:gd name="connsiteY13" fmla="*/ 0 h 12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6808" h="126492">
                  <a:moveTo>
                    <a:pt x="110870" y="15812"/>
                  </a:moveTo>
                  <a:lnTo>
                    <a:pt x="110870" y="110681"/>
                  </a:lnTo>
                  <a:lnTo>
                    <a:pt x="16001" y="110681"/>
                  </a:lnTo>
                  <a:lnTo>
                    <a:pt x="16001" y="15812"/>
                  </a:lnTo>
                  <a:lnTo>
                    <a:pt x="110870" y="15812"/>
                  </a:lnTo>
                  <a:moveTo>
                    <a:pt x="117195" y="0"/>
                  </a:moveTo>
                  <a:lnTo>
                    <a:pt x="9677" y="0"/>
                  </a:lnTo>
                  <a:cubicBezTo>
                    <a:pt x="4357" y="0"/>
                    <a:pt x="35" y="4294"/>
                    <a:pt x="0" y="9613"/>
                  </a:cubicBezTo>
                  <a:lnTo>
                    <a:pt x="0" y="116815"/>
                  </a:lnTo>
                  <a:cubicBezTo>
                    <a:pt x="35" y="122145"/>
                    <a:pt x="4347" y="126457"/>
                    <a:pt x="9677" y="126492"/>
                  </a:cubicBezTo>
                  <a:lnTo>
                    <a:pt x="117195" y="126492"/>
                  </a:lnTo>
                  <a:cubicBezTo>
                    <a:pt x="122514" y="126457"/>
                    <a:pt x="126808" y="122135"/>
                    <a:pt x="126808" y="116815"/>
                  </a:cubicBezTo>
                  <a:lnTo>
                    <a:pt x="126808" y="9613"/>
                  </a:lnTo>
                  <a:cubicBezTo>
                    <a:pt x="126808" y="4304"/>
                    <a:pt x="122504" y="0"/>
                    <a:pt x="117195"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2" name="Picture Placeholder 113">
              <a:extLst>
                <a:ext uri="{FF2B5EF4-FFF2-40B4-BE49-F238E27FC236}">
                  <a16:creationId xmlns:a16="http://schemas.microsoft.com/office/drawing/2014/main" id="{7826D8A7-BBCA-4296-C714-6692F52E032D}"/>
                </a:ext>
              </a:extLst>
            </p:cNvPr>
            <p:cNvSpPr/>
            <p:nvPr/>
          </p:nvSpPr>
          <p:spPr>
            <a:xfrm>
              <a:off x="807926" y="4866201"/>
              <a:ext cx="47434" cy="47434"/>
            </a:xfrm>
            <a:custGeom>
              <a:avLst/>
              <a:gdLst>
                <a:gd name="connsiteX0" fmla="*/ 43829 w 47434"/>
                <a:gd name="connsiteY0" fmla="*/ 0 h 47434"/>
                <a:gd name="connsiteX1" fmla="*/ 47435 w 47434"/>
                <a:gd name="connsiteY1" fmla="*/ 0 h 47434"/>
                <a:gd name="connsiteX2" fmla="*/ 47435 w 47434"/>
                <a:gd name="connsiteY2" fmla="*/ 47434 h 47434"/>
                <a:gd name="connsiteX3" fmla="*/ 43829 w 47434"/>
                <a:gd name="connsiteY3" fmla="*/ 47434 h 47434"/>
                <a:gd name="connsiteX4" fmla="*/ 3605 w 47434"/>
                <a:gd name="connsiteY4" fmla="*/ 47434 h 47434"/>
                <a:gd name="connsiteX5" fmla="*/ 0 w 47434"/>
                <a:gd name="connsiteY5" fmla="*/ 47434 h 47434"/>
                <a:gd name="connsiteX6" fmla="*/ 0 w 47434"/>
                <a:gd name="connsiteY6" fmla="*/ 0 h 47434"/>
                <a:gd name="connsiteX7" fmla="*/ 3605 w 47434"/>
                <a:gd name="connsiteY7" fmla="*/ 0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434" h="47434">
                  <a:moveTo>
                    <a:pt x="43829" y="0"/>
                  </a:moveTo>
                  <a:cubicBezTo>
                    <a:pt x="45820" y="0"/>
                    <a:pt x="47435" y="0"/>
                    <a:pt x="47435" y="0"/>
                  </a:cubicBezTo>
                  <a:lnTo>
                    <a:pt x="47435" y="47434"/>
                  </a:lnTo>
                  <a:cubicBezTo>
                    <a:pt x="47435" y="47434"/>
                    <a:pt x="45820" y="47434"/>
                    <a:pt x="43829" y="47434"/>
                  </a:cubicBezTo>
                  <a:lnTo>
                    <a:pt x="3605" y="47434"/>
                  </a:lnTo>
                  <a:cubicBezTo>
                    <a:pt x="1614" y="47434"/>
                    <a:pt x="0" y="47434"/>
                    <a:pt x="0" y="47434"/>
                  </a:cubicBezTo>
                  <a:lnTo>
                    <a:pt x="0" y="0"/>
                  </a:lnTo>
                  <a:cubicBezTo>
                    <a:pt x="0" y="0"/>
                    <a:pt x="1614" y="0"/>
                    <a:pt x="3605"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3" name="Picture Placeholder 113">
              <a:extLst>
                <a:ext uri="{FF2B5EF4-FFF2-40B4-BE49-F238E27FC236}">
                  <a16:creationId xmlns:a16="http://schemas.microsoft.com/office/drawing/2014/main" id="{E523FC37-9285-BD96-3DED-5D92CD07E316}"/>
                </a:ext>
              </a:extLst>
            </p:cNvPr>
            <p:cNvSpPr/>
            <p:nvPr/>
          </p:nvSpPr>
          <p:spPr>
            <a:xfrm>
              <a:off x="768207" y="4492480"/>
              <a:ext cx="126808" cy="126492"/>
            </a:xfrm>
            <a:custGeom>
              <a:avLst/>
              <a:gdLst>
                <a:gd name="connsiteX0" fmla="*/ 110870 w 126808"/>
                <a:gd name="connsiteY0" fmla="*/ 15812 h 126492"/>
                <a:gd name="connsiteX1" fmla="*/ 110870 w 126808"/>
                <a:gd name="connsiteY1" fmla="*/ 110681 h 126492"/>
                <a:gd name="connsiteX2" fmla="*/ 16001 w 126808"/>
                <a:gd name="connsiteY2" fmla="*/ 110681 h 126492"/>
                <a:gd name="connsiteX3" fmla="*/ 16001 w 126808"/>
                <a:gd name="connsiteY3" fmla="*/ 15812 h 126492"/>
                <a:gd name="connsiteX4" fmla="*/ 110870 w 126808"/>
                <a:gd name="connsiteY4" fmla="*/ 15812 h 126492"/>
                <a:gd name="connsiteX5" fmla="*/ 117195 w 126808"/>
                <a:gd name="connsiteY5" fmla="*/ 0 h 126492"/>
                <a:gd name="connsiteX6" fmla="*/ 9677 w 126808"/>
                <a:gd name="connsiteY6" fmla="*/ 0 h 126492"/>
                <a:gd name="connsiteX7" fmla="*/ 0 w 126808"/>
                <a:gd name="connsiteY7" fmla="*/ 9677 h 126492"/>
                <a:gd name="connsiteX8" fmla="*/ 0 w 126808"/>
                <a:gd name="connsiteY8" fmla="*/ 116815 h 126492"/>
                <a:gd name="connsiteX9" fmla="*/ 9677 w 126808"/>
                <a:gd name="connsiteY9" fmla="*/ 126492 h 126492"/>
                <a:gd name="connsiteX10" fmla="*/ 117195 w 126808"/>
                <a:gd name="connsiteY10" fmla="*/ 126492 h 126492"/>
                <a:gd name="connsiteX11" fmla="*/ 126808 w 126808"/>
                <a:gd name="connsiteY11" fmla="*/ 116879 h 126492"/>
                <a:gd name="connsiteX12" fmla="*/ 126808 w 126808"/>
                <a:gd name="connsiteY12" fmla="*/ 116815 h 126492"/>
                <a:gd name="connsiteX13" fmla="*/ 126808 w 126808"/>
                <a:gd name="connsiteY13" fmla="*/ 9677 h 126492"/>
                <a:gd name="connsiteX14" fmla="*/ 117258 w 126808"/>
                <a:gd name="connsiteY14" fmla="*/ 0 h 126492"/>
                <a:gd name="connsiteX15" fmla="*/ 117195 w 126808"/>
                <a:gd name="connsiteY15" fmla="*/ 0 h 12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808" h="126492">
                  <a:moveTo>
                    <a:pt x="110870" y="15812"/>
                  </a:moveTo>
                  <a:lnTo>
                    <a:pt x="110870" y="110681"/>
                  </a:lnTo>
                  <a:lnTo>
                    <a:pt x="16001" y="110681"/>
                  </a:lnTo>
                  <a:lnTo>
                    <a:pt x="16001" y="15812"/>
                  </a:lnTo>
                  <a:lnTo>
                    <a:pt x="110870" y="15812"/>
                  </a:lnTo>
                  <a:moveTo>
                    <a:pt x="117195" y="0"/>
                  </a:moveTo>
                  <a:lnTo>
                    <a:pt x="9677" y="0"/>
                  </a:lnTo>
                  <a:cubicBezTo>
                    <a:pt x="4332" y="0"/>
                    <a:pt x="0" y="4332"/>
                    <a:pt x="0" y="9677"/>
                  </a:cubicBezTo>
                  <a:lnTo>
                    <a:pt x="0" y="116815"/>
                  </a:lnTo>
                  <a:cubicBezTo>
                    <a:pt x="0" y="122160"/>
                    <a:pt x="4332" y="126492"/>
                    <a:pt x="9677" y="126492"/>
                  </a:cubicBezTo>
                  <a:lnTo>
                    <a:pt x="117195" y="126492"/>
                  </a:lnTo>
                  <a:cubicBezTo>
                    <a:pt x="122504" y="126492"/>
                    <a:pt x="126808" y="122188"/>
                    <a:pt x="126808" y="116879"/>
                  </a:cubicBezTo>
                  <a:cubicBezTo>
                    <a:pt x="126808" y="116858"/>
                    <a:pt x="126808" y="116836"/>
                    <a:pt x="126808" y="116815"/>
                  </a:cubicBezTo>
                  <a:lnTo>
                    <a:pt x="126808" y="9677"/>
                  </a:lnTo>
                  <a:cubicBezTo>
                    <a:pt x="126843" y="4367"/>
                    <a:pt x="122568" y="35"/>
                    <a:pt x="117258" y="0"/>
                  </a:cubicBezTo>
                  <a:cubicBezTo>
                    <a:pt x="117237" y="0"/>
                    <a:pt x="117216" y="0"/>
                    <a:pt x="117195"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9" name="Picture Placeholder 113">
              <a:extLst>
                <a:ext uri="{FF2B5EF4-FFF2-40B4-BE49-F238E27FC236}">
                  <a16:creationId xmlns:a16="http://schemas.microsoft.com/office/drawing/2014/main" id="{8F26385B-159B-3E56-B2D4-E33C6D10046D}"/>
                </a:ext>
              </a:extLst>
            </p:cNvPr>
            <p:cNvSpPr/>
            <p:nvPr/>
          </p:nvSpPr>
          <p:spPr>
            <a:xfrm>
              <a:off x="942829" y="4828127"/>
              <a:ext cx="126492" cy="126492"/>
            </a:xfrm>
            <a:custGeom>
              <a:avLst/>
              <a:gdLst>
                <a:gd name="connsiteX0" fmla="*/ 110681 w 126492"/>
                <a:gd name="connsiteY0" fmla="*/ 15938 h 126492"/>
                <a:gd name="connsiteX1" fmla="*/ 110681 w 126492"/>
                <a:gd name="connsiteY1" fmla="*/ 110807 h 126492"/>
                <a:gd name="connsiteX2" fmla="*/ 15812 w 126492"/>
                <a:gd name="connsiteY2" fmla="*/ 110807 h 126492"/>
                <a:gd name="connsiteX3" fmla="*/ 15812 w 126492"/>
                <a:gd name="connsiteY3" fmla="*/ 15938 h 126492"/>
                <a:gd name="connsiteX4" fmla="*/ 110681 w 126492"/>
                <a:gd name="connsiteY4" fmla="*/ 15938 h 126492"/>
                <a:gd name="connsiteX5" fmla="*/ 117005 w 126492"/>
                <a:gd name="connsiteY5" fmla="*/ 126 h 126492"/>
                <a:gd name="connsiteX6" fmla="*/ 9677 w 126492"/>
                <a:gd name="connsiteY6" fmla="*/ 126 h 126492"/>
                <a:gd name="connsiteX7" fmla="*/ 0 w 126492"/>
                <a:gd name="connsiteY7" fmla="*/ 9676 h 126492"/>
                <a:gd name="connsiteX8" fmla="*/ 0 w 126492"/>
                <a:gd name="connsiteY8" fmla="*/ 9803 h 126492"/>
                <a:gd name="connsiteX9" fmla="*/ 0 w 126492"/>
                <a:gd name="connsiteY9" fmla="*/ 116942 h 126492"/>
                <a:gd name="connsiteX10" fmla="*/ 9676 w 126492"/>
                <a:gd name="connsiteY10" fmla="*/ 126492 h 126492"/>
                <a:gd name="connsiteX11" fmla="*/ 9677 w 126492"/>
                <a:gd name="connsiteY11" fmla="*/ 126492 h 126492"/>
                <a:gd name="connsiteX12" fmla="*/ 116815 w 126492"/>
                <a:gd name="connsiteY12" fmla="*/ 126492 h 126492"/>
                <a:gd name="connsiteX13" fmla="*/ 126492 w 126492"/>
                <a:gd name="connsiteY13" fmla="*/ 116815 h 126492"/>
                <a:gd name="connsiteX14" fmla="*/ 126492 w 126492"/>
                <a:gd name="connsiteY14" fmla="*/ 9803 h 126492"/>
                <a:gd name="connsiteX15" fmla="*/ 116942 w 126492"/>
                <a:gd name="connsiteY15" fmla="*/ 1 h 126492"/>
                <a:gd name="connsiteX16" fmla="*/ 116815 w 126492"/>
                <a:gd name="connsiteY16" fmla="*/ 0 h 12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492" h="126492">
                  <a:moveTo>
                    <a:pt x="110681" y="15938"/>
                  </a:moveTo>
                  <a:lnTo>
                    <a:pt x="110681" y="110807"/>
                  </a:lnTo>
                  <a:lnTo>
                    <a:pt x="15812" y="110807"/>
                  </a:lnTo>
                  <a:lnTo>
                    <a:pt x="15812" y="15938"/>
                  </a:lnTo>
                  <a:lnTo>
                    <a:pt x="110681" y="15938"/>
                  </a:lnTo>
                  <a:moveTo>
                    <a:pt x="117005" y="126"/>
                  </a:moveTo>
                  <a:lnTo>
                    <a:pt x="9677" y="126"/>
                  </a:lnTo>
                  <a:cubicBezTo>
                    <a:pt x="4367" y="92"/>
                    <a:pt x="35" y="4367"/>
                    <a:pt x="0" y="9676"/>
                  </a:cubicBezTo>
                  <a:cubicBezTo>
                    <a:pt x="0" y="9718"/>
                    <a:pt x="0" y="9761"/>
                    <a:pt x="0" y="9803"/>
                  </a:cubicBezTo>
                  <a:lnTo>
                    <a:pt x="0" y="116942"/>
                  </a:lnTo>
                  <a:cubicBezTo>
                    <a:pt x="35" y="122251"/>
                    <a:pt x="4367" y="126527"/>
                    <a:pt x="9676" y="126492"/>
                  </a:cubicBezTo>
                  <a:cubicBezTo>
                    <a:pt x="9677" y="126492"/>
                    <a:pt x="9677" y="126492"/>
                    <a:pt x="9677" y="126492"/>
                  </a:cubicBezTo>
                  <a:lnTo>
                    <a:pt x="116815" y="126492"/>
                  </a:lnTo>
                  <a:cubicBezTo>
                    <a:pt x="122160" y="126492"/>
                    <a:pt x="126492" y="122160"/>
                    <a:pt x="126492" y="116815"/>
                  </a:cubicBezTo>
                  <a:lnTo>
                    <a:pt x="126492" y="9803"/>
                  </a:lnTo>
                  <a:cubicBezTo>
                    <a:pt x="126562" y="4459"/>
                    <a:pt x="122287" y="71"/>
                    <a:pt x="116942" y="1"/>
                  </a:cubicBezTo>
                  <a:cubicBezTo>
                    <a:pt x="116900" y="1"/>
                    <a:pt x="116858" y="0"/>
                    <a:pt x="116815"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0" name="Picture Placeholder 113">
              <a:extLst>
                <a:ext uri="{FF2B5EF4-FFF2-40B4-BE49-F238E27FC236}">
                  <a16:creationId xmlns:a16="http://schemas.microsoft.com/office/drawing/2014/main" id="{6222FD66-1D4F-F45A-6E26-DE89D6A24891}"/>
                </a:ext>
              </a:extLst>
            </p:cNvPr>
            <p:cNvSpPr/>
            <p:nvPr/>
          </p:nvSpPr>
          <p:spPr>
            <a:xfrm>
              <a:off x="942795" y="4657995"/>
              <a:ext cx="126496" cy="126816"/>
            </a:xfrm>
            <a:custGeom>
              <a:avLst/>
              <a:gdLst>
                <a:gd name="connsiteX0" fmla="*/ 63280 w 126496"/>
                <a:gd name="connsiteY0" fmla="*/ 19290 h 126816"/>
                <a:gd name="connsiteX1" fmla="*/ 107552 w 126496"/>
                <a:gd name="connsiteY1" fmla="*/ 63562 h 126816"/>
                <a:gd name="connsiteX2" fmla="*/ 63280 w 126496"/>
                <a:gd name="connsiteY2" fmla="*/ 107518 h 126816"/>
                <a:gd name="connsiteX3" fmla="*/ 19008 w 126496"/>
                <a:gd name="connsiteY3" fmla="*/ 63562 h 126816"/>
                <a:gd name="connsiteX4" fmla="*/ 63280 w 126496"/>
                <a:gd name="connsiteY4" fmla="*/ 19290 h 126816"/>
                <a:gd name="connsiteX5" fmla="*/ 63280 w 126496"/>
                <a:gd name="connsiteY5" fmla="*/ 316 h 126816"/>
                <a:gd name="connsiteX6" fmla="*/ 58031 w 126496"/>
                <a:gd name="connsiteY6" fmla="*/ 2467 h 126816"/>
                <a:gd name="connsiteX7" fmla="*/ 2184 w 126496"/>
                <a:gd name="connsiteY7" fmla="*/ 58313 h 126816"/>
                <a:gd name="connsiteX8" fmla="*/ 2150 w 126496"/>
                <a:gd name="connsiteY8" fmla="*/ 68778 h 126816"/>
                <a:gd name="connsiteX9" fmla="*/ 2184 w 126496"/>
                <a:gd name="connsiteY9" fmla="*/ 68812 h 126816"/>
                <a:gd name="connsiteX10" fmla="*/ 58031 w 126496"/>
                <a:gd name="connsiteY10" fmla="*/ 124658 h 126816"/>
                <a:gd name="connsiteX11" fmla="*/ 68529 w 126496"/>
                <a:gd name="connsiteY11" fmla="*/ 124658 h 126816"/>
                <a:gd name="connsiteX12" fmla="*/ 124312 w 126496"/>
                <a:gd name="connsiteY12" fmla="*/ 68812 h 126816"/>
                <a:gd name="connsiteX13" fmla="*/ 124347 w 126496"/>
                <a:gd name="connsiteY13" fmla="*/ 58347 h 126816"/>
                <a:gd name="connsiteX14" fmla="*/ 124312 w 126496"/>
                <a:gd name="connsiteY14" fmla="*/ 58313 h 126816"/>
                <a:gd name="connsiteX15" fmla="*/ 68403 w 126496"/>
                <a:gd name="connsiteY15" fmla="*/ 2151 h 126816"/>
                <a:gd name="connsiteX16" fmla="*/ 63154 w 126496"/>
                <a:gd name="connsiteY16" fmla="*/ 0 h 126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496" h="126816">
                  <a:moveTo>
                    <a:pt x="63280" y="19290"/>
                  </a:moveTo>
                  <a:lnTo>
                    <a:pt x="107552" y="63562"/>
                  </a:lnTo>
                  <a:lnTo>
                    <a:pt x="63280" y="107518"/>
                  </a:lnTo>
                  <a:lnTo>
                    <a:pt x="19008" y="63562"/>
                  </a:lnTo>
                  <a:lnTo>
                    <a:pt x="63280" y="19290"/>
                  </a:lnTo>
                  <a:moveTo>
                    <a:pt x="63280" y="316"/>
                  </a:moveTo>
                  <a:cubicBezTo>
                    <a:pt x="61312" y="301"/>
                    <a:pt x="59421" y="1075"/>
                    <a:pt x="58031" y="2467"/>
                  </a:cubicBezTo>
                  <a:lnTo>
                    <a:pt x="2184" y="58313"/>
                  </a:lnTo>
                  <a:cubicBezTo>
                    <a:pt x="-715" y="61193"/>
                    <a:pt x="-730" y="65879"/>
                    <a:pt x="2150" y="68778"/>
                  </a:cubicBezTo>
                  <a:cubicBezTo>
                    <a:pt x="2162" y="68789"/>
                    <a:pt x="2173" y="68801"/>
                    <a:pt x="2184" y="68812"/>
                  </a:cubicBezTo>
                  <a:lnTo>
                    <a:pt x="58031" y="124658"/>
                  </a:lnTo>
                  <a:cubicBezTo>
                    <a:pt x="60939" y="127536"/>
                    <a:pt x="65621" y="127536"/>
                    <a:pt x="68529" y="124658"/>
                  </a:cubicBezTo>
                  <a:lnTo>
                    <a:pt x="124312" y="68812"/>
                  </a:lnTo>
                  <a:cubicBezTo>
                    <a:pt x="127212" y="65932"/>
                    <a:pt x="127227" y="61246"/>
                    <a:pt x="124347" y="58347"/>
                  </a:cubicBezTo>
                  <a:cubicBezTo>
                    <a:pt x="124335" y="58336"/>
                    <a:pt x="124324" y="58324"/>
                    <a:pt x="124312" y="58313"/>
                  </a:cubicBezTo>
                  <a:lnTo>
                    <a:pt x="68403" y="2151"/>
                  </a:lnTo>
                  <a:cubicBezTo>
                    <a:pt x="67012" y="759"/>
                    <a:pt x="65121" y="-16"/>
                    <a:pt x="63154"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1" name="Picture Placeholder 113">
              <a:extLst>
                <a:ext uri="{FF2B5EF4-FFF2-40B4-BE49-F238E27FC236}">
                  <a16:creationId xmlns:a16="http://schemas.microsoft.com/office/drawing/2014/main" id="{DF245A4A-605D-B354-C5D8-A0ADB53E7EA9}"/>
                </a:ext>
              </a:extLst>
            </p:cNvPr>
            <p:cNvSpPr/>
            <p:nvPr/>
          </p:nvSpPr>
          <p:spPr>
            <a:xfrm>
              <a:off x="592383" y="4663814"/>
              <a:ext cx="126491" cy="126491"/>
            </a:xfrm>
            <a:custGeom>
              <a:avLst/>
              <a:gdLst>
                <a:gd name="connsiteX0" fmla="*/ 63246 w 126491"/>
                <a:gd name="connsiteY0" fmla="*/ 15812 h 126491"/>
                <a:gd name="connsiteX1" fmla="*/ 110680 w 126491"/>
                <a:gd name="connsiteY1" fmla="*/ 63246 h 126491"/>
                <a:gd name="connsiteX2" fmla="*/ 63246 w 126491"/>
                <a:gd name="connsiteY2" fmla="*/ 110680 h 126491"/>
                <a:gd name="connsiteX3" fmla="*/ 15812 w 126491"/>
                <a:gd name="connsiteY3" fmla="*/ 63246 h 126491"/>
                <a:gd name="connsiteX4" fmla="*/ 63246 w 126491"/>
                <a:gd name="connsiteY4" fmla="*/ 15812 h 126491"/>
                <a:gd name="connsiteX5" fmla="*/ 63246 w 126491"/>
                <a:gd name="connsiteY5" fmla="*/ 0 h 126491"/>
                <a:gd name="connsiteX6" fmla="*/ 0 w 126491"/>
                <a:gd name="connsiteY6" fmla="*/ 63246 h 126491"/>
                <a:gd name="connsiteX7" fmla="*/ 63246 w 126491"/>
                <a:gd name="connsiteY7" fmla="*/ 126492 h 126491"/>
                <a:gd name="connsiteX8" fmla="*/ 126492 w 126491"/>
                <a:gd name="connsiteY8" fmla="*/ 63246 h 126491"/>
                <a:gd name="connsiteX9" fmla="*/ 63246 w 126491"/>
                <a:gd name="connsiteY9" fmla="*/ 0 h 126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91" h="126491">
                  <a:moveTo>
                    <a:pt x="63246" y="15812"/>
                  </a:moveTo>
                  <a:cubicBezTo>
                    <a:pt x="89443" y="15812"/>
                    <a:pt x="110680" y="37049"/>
                    <a:pt x="110680" y="63246"/>
                  </a:cubicBezTo>
                  <a:cubicBezTo>
                    <a:pt x="110680" y="89443"/>
                    <a:pt x="89443" y="110680"/>
                    <a:pt x="63246" y="110680"/>
                  </a:cubicBezTo>
                  <a:cubicBezTo>
                    <a:pt x="37049" y="110680"/>
                    <a:pt x="15812" y="89443"/>
                    <a:pt x="15812" y="63246"/>
                  </a:cubicBezTo>
                  <a:cubicBezTo>
                    <a:pt x="15881" y="37077"/>
                    <a:pt x="37077" y="15881"/>
                    <a:pt x="63246" y="15812"/>
                  </a:cubicBezTo>
                  <a:moveTo>
                    <a:pt x="63246" y="0"/>
                  </a:moveTo>
                  <a:cubicBezTo>
                    <a:pt x="28316" y="0"/>
                    <a:pt x="0" y="28316"/>
                    <a:pt x="0" y="63246"/>
                  </a:cubicBezTo>
                  <a:cubicBezTo>
                    <a:pt x="0" y="98176"/>
                    <a:pt x="28316" y="126492"/>
                    <a:pt x="63246" y="126492"/>
                  </a:cubicBezTo>
                  <a:cubicBezTo>
                    <a:pt x="98175" y="126492"/>
                    <a:pt x="126492" y="98176"/>
                    <a:pt x="126492" y="63246"/>
                  </a:cubicBezTo>
                  <a:cubicBezTo>
                    <a:pt x="126492" y="28316"/>
                    <a:pt x="98175" y="0"/>
                    <a:pt x="63246"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2" name="Picture Placeholder 113">
              <a:extLst>
                <a:ext uri="{FF2B5EF4-FFF2-40B4-BE49-F238E27FC236}">
                  <a16:creationId xmlns:a16="http://schemas.microsoft.com/office/drawing/2014/main" id="{8B687F50-50B6-7E2C-550C-D8757D8ECCDA}"/>
                </a:ext>
              </a:extLst>
            </p:cNvPr>
            <p:cNvSpPr/>
            <p:nvPr/>
          </p:nvSpPr>
          <p:spPr>
            <a:xfrm>
              <a:off x="942450" y="4492480"/>
              <a:ext cx="126492" cy="126492"/>
            </a:xfrm>
            <a:custGeom>
              <a:avLst/>
              <a:gdLst>
                <a:gd name="connsiteX0" fmla="*/ 63246 w 126492"/>
                <a:gd name="connsiteY0" fmla="*/ 15812 h 126492"/>
                <a:gd name="connsiteX1" fmla="*/ 110681 w 126492"/>
                <a:gd name="connsiteY1" fmla="*/ 63246 h 126492"/>
                <a:gd name="connsiteX2" fmla="*/ 63246 w 126492"/>
                <a:gd name="connsiteY2" fmla="*/ 110681 h 126492"/>
                <a:gd name="connsiteX3" fmla="*/ 15812 w 126492"/>
                <a:gd name="connsiteY3" fmla="*/ 63246 h 126492"/>
                <a:gd name="connsiteX4" fmla="*/ 63246 w 126492"/>
                <a:gd name="connsiteY4" fmla="*/ 15812 h 126492"/>
                <a:gd name="connsiteX5" fmla="*/ 63246 w 126492"/>
                <a:gd name="connsiteY5" fmla="*/ 0 h 126492"/>
                <a:gd name="connsiteX6" fmla="*/ 0 w 126492"/>
                <a:gd name="connsiteY6" fmla="*/ 63246 h 126492"/>
                <a:gd name="connsiteX7" fmla="*/ 63246 w 126492"/>
                <a:gd name="connsiteY7" fmla="*/ 126492 h 126492"/>
                <a:gd name="connsiteX8" fmla="*/ 126492 w 126492"/>
                <a:gd name="connsiteY8" fmla="*/ 63246 h 126492"/>
                <a:gd name="connsiteX9" fmla="*/ 63246 w 126492"/>
                <a:gd name="connsiteY9" fmla="*/ 0 h 12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92" h="126492">
                  <a:moveTo>
                    <a:pt x="63246" y="15812"/>
                  </a:moveTo>
                  <a:cubicBezTo>
                    <a:pt x="89443" y="15812"/>
                    <a:pt x="110681" y="37049"/>
                    <a:pt x="110681" y="63246"/>
                  </a:cubicBezTo>
                  <a:cubicBezTo>
                    <a:pt x="110681" y="89443"/>
                    <a:pt x="89443" y="110681"/>
                    <a:pt x="63246" y="110681"/>
                  </a:cubicBezTo>
                  <a:cubicBezTo>
                    <a:pt x="37049" y="110681"/>
                    <a:pt x="15812" y="89443"/>
                    <a:pt x="15812" y="63246"/>
                  </a:cubicBezTo>
                  <a:cubicBezTo>
                    <a:pt x="15812" y="37049"/>
                    <a:pt x="37049" y="15812"/>
                    <a:pt x="63246" y="15812"/>
                  </a:cubicBezTo>
                  <a:moveTo>
                    <a:pt x="63246" y="0"/>
                  </a:moveTo>
                  <a:cubicBezTo>
                    <a:pt x="28316" y="0"/>
                    <a:pt x="0" y="28316"/>
                    <a:pt x="0" y="63246"/>
                  </a:cubicBezTo>
                  <a:cubicBezTo>
                    <a:pt x="0" y="98176"/>
                    <a:pt x="28316" y="126492"/>
                    <a:pt x="63246" y="126492"/>
                  </a:cubicBezTo>
                  <a:cubicBezTo>
                    <a:pt x="98176" y="126492"/>
                    <a:pt x="126492" y="98176"/>
                    <a:pt x="126492" y="63246"/>
                  </a:cubicBezTo>
                  <a:cubicBezTo>
                    <a:pt x="126492" y="28316"/>
                    <a:pt x="98176" y="0"/>
                    <a:pt x="63246"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3" name="Picture Placeholder 113">
              <a:extLst>
                <a:ext uri="{FF2B5EF4-FFF2-40B4-BE49-F238E27FC236}">
                  <a16:creationId xmlns:a16="http://schemas.microsoft.com/office/drawing/2014/main" id="{7D134840-66EE-C3DB-0FFD-3484455755DF}"/>
                </a:ext>
              </a:extLst>
            </p:cNvPr>
            <p:cNvSpPr/>
            <p:nvPr/>
          </p:nvSpPr>
          <p:spPr>
            <a:xfrm>
              <a:off x="974073" y="4524103"/>
              <a:ext cx="63246" cy="63246"/>
            </a:xfrm>
            <a:custGeom>
              <a:avLst/>
              <a:gdLst>
                <a:gd name="connsiteX0" fmla="*/ 31623 w 63246"/>
                <a:gd name="connsiteY0" fmla="*/ 15812 h 63246"/>
                <a:gd name="connsiteX1" fmla="*/ 47435 w 63246"/>
                <a:gd name="connsiteY1" fmla="*/ 31623 h 63246"/>
                <a:gd name="connsiteX2" fmla="*/ 31623 w 63246"/>
                <a:gd name="connsiteY2" fmla="*/ 47435 h 63246"/>
                <a:gd name="connsiteX3" fmla="*/ 15812 w 63246"/>
                <a:gd name="connsiteY3" fmla="*/ 31623 h 63246"/>
                <a:gd name="connsiteX4" fmla="*/ 31623 w 63246"/>
                <a:gd name="connsiteY4" fmla="*/ 15812 h 63246"/>
                <a:gd name="connsiteX5" fmla="*/ 31623 w 63246"/>
                <a:gd name="connsiteY5" fmla="*/ 0 h 63246"/>
                <a:gd name="connsiteX6" fmla="*/ 0 w 63246"/>
                <a:gd name="connsiteY6" fmla="*/ 31623 h 63246"/>
                <a:gd name="connsiteX7" fmla="*/ 31623 w 63246"/>
                <a:gd name="connsiteY7" fmla="*/ 63246 h 63246"/>
                <a:gd name="connsiteX8" fmla="*/ 63246 w 63246"/>
                <a:gd name="connsiteY8" fmla="*/ 31623 h 63246"/>
                <a:gd name="connsiteX9" fmla="*/ 31623 w 63246"/>
                <a:gd name="connsiteY9" fmla="*/ 0 h 6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246" h="63246">
                  <a:moveTo>
                    <a:pt x="31623" y="15812"/>
                  </a:moveTo>
                  <a:cubicBezTo>
                    <a:pt x="40355" y="15812"/>
                    <a:pt x="47435" y="22891"/>
                    <a:pt x="47435" y="31623"/>
                  </a:cubicBezTo>
                  <a:cubicBezTo>
                    <a:pt x="47435" y="40355"/>
                    <a:pt x="40355" y="47435"/>
                    <a:pt x="31623" y="47435"/>
                  </a:cubicBezTo>
                  <a:cubicBezTo>
                    <a:pt x="22891" y="47435"/>
                    <a:pt x="15812" y="40355"/>
                    <a:pt x="15812" y="31623"/>
                  </a:cubicBezTo>
                  <a:cubicBezTo>
                    <a:pt x="15812" y="22891"/>
                    <a:pt x="22891" y="15812"/>
                    <a:pt x="31623" y="15812"/>
                  </a:cubicBezTo>
                  <a:moveTo>
                    <a:pt x="31623" y="0"/>
                  </a:moveTo>
                  <a:cubicBezTo>
                    <a:pt x="14158" y="0"/>
                    <a:pt x="0" y="14158"/>
                    <a:pt x="0" y="31623"/>
                  </a:cubicBezTo>
                  <a:cubicBezTo>
                    <a:pt x="0" y="49088"/>
                    <a:pt x="14158" y="63246"/>
                    <a:pt x="31623" y="63246"/>
                  </a:cubicBezTo>
                  <a:cubicBezTo>
                    <a:pt x="49088" y="63246"/>
                    <a:pt x="63246" y="49088"/>
                    <a:pt x="63246" y="31623"/>
                  </a:cubicBezTo>
                  <a:cubicBezTo>
                    <a:pt x="63246" y="14158"/>
                    <a:pt x="49088" y="0"/>
                    <a:pt x="31623"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4" name="Picture Placeholder 113">
              <a:extLst>
                <a:ext uri="{FF2B5EF4-FFF2-40B4-BE49-F238E27FC236}">
                  <a16:creationId xmlns:a16="http://schemas.microsoft.com/office/drawing/2014/main" id="{FC86B001-2811-A376-6007-23BCEBA471A0}"/>
                </a:ext>
              </a:extLst>
            </p:cNvPr>
            <p:cNvSpPr/>
            <p:nvPr/>
          </p:nvSpPr>
          <p:spPr>
            <a:xfrm>
              <a:off x="976224" y="4858798"/>
              <a:ext cx="63254" cy="63248"/>
            </a:xfrm>
            <a:custGeom>
              <a:avLst/>
              <a:gdLst>
                <a:gd name="connsiteX0" fmla="*/ 31685 w 63254"/>
                <a:gd name="connsiteY0" fmla="*/ 63249 h 63248"/>
                <a:gd name="connsiteX1" fmla="*/ 27764 w 63254"/>
                <a:gd name="connsiteY1" fmla="*/ 63249 h 63248"/>
                <a:gd name="connsiteX2" fmla="*/ 20693 w 63254"/>
                <a:gd name="connsiteY2" fmla="*/ 54588 h 63248"/>
                <a:gd name="connsiteX3" fmla="*/ 29353 w 63254"/>
                <a:gd name="connsiteY3" fmla="*/ 47518 h 63248"/>
                <a:gd name="connsiteX4" fmla="*/ 29725 w 63254"/>
                <a:gd name="connsiteY4" fmla="*/ 47564 h 63248"/>
                <a:gd name="connsiteX5" fmla="*/ 47339 w 63254"/>
                <a:gd name="connsiteY5" fmla="*/ 33645 h 63248"/>
                <a:gd name="connsiteX6" fmla="*/ 46928 w 63254"/>
                <a:gd name="connsiteY6" fmla="*/ 27768 h 63248"/>
                <a:gd name="connsiteX7" fmla="*/ 39528 w 63254"/>
                <a:gd name="connsiteY7" fmla="*/ 18154 h 63248"/>
                <a:gd name="connsiteX8" fmla="*/ 17998 w 63254"/>
                <a:gd name="connsiteY8" fmla="*/ 23852 h 63248"/>
                <a:gd name="connsiteX9" fmla="*/ 16000 w 63254"/>
                <a:gd name="connsiteY9" fmla="*/ 33839 h 63248"/>
                <a:gd name="connsiteX10" fmla="*/ 9265 w 63254"/>
                <a:gd name="connsiteY10" fmla="*/ 42789 h 63248"/>
                <a:gd name="connsiteX11" fmla="*/ 315 w 63254"/>
                <a:gd name="connsiteY11" fmla="*/ 36053 h 63248"/>
                <a:gd name="connsiteX12" fmla="*/ 27201 w 63254"/>
                <a:gd name="connsiteY12" fmla="*/ 315 h 63248"/>
                <a:gd name="connsiteX13" fmla="*/ 62939 w 63254"/>
                <a:gd name="connsiteY13" fmla="*/ 27202 h 63248"/>
                <a:gd name="connsiteX14" fmla="*/ 36052 w 63254"/>
                <a:gd name="connsiteY14" fmla="*/ 62939 h 63248"/>
                <a:gd name="connsiteX15" fmla="*/ 31938 w 63254"/>
                <a:gd name="connsiteY15" fmla="*/ 63249 h 6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254" h="63248">
                  <a:moveTo>
                    <a:pt x="31685" y="63249"/>
                  </a:moveTo>
                  <a:cubicBezTo>
                    <a:pt x="30357" y="63249"/>
                    <a:pt x="29092" y="63249"/>
                    <a:pt x="27764" y="63249"/>
                  </a:cubicBezTo>
                  <a:cubicBezTo>
                    <a:pt x="23420" y="62810"/>
                    <a:pt x="20254" y="58932"/>
                    <a:pt x="20693" y="54588"/>
                  </a:cubicBezTo>
                  <a:cubicBezTo>
                    <a:pt x="21132" y="50244"/>
                    <a:pt x="25009" y="47079"/>
                    <a:pt x="29353" y="47518"/>
                  </a:cubicBezTo>
                  <a:cubicBezTo>
                    <a:pt x="29477" y="47530"/>
                    <a:pt x="29601" y="47545"/>
                    <a:pt x="29725" y="47564"/>
                  </a:cubicBezTo>
                  <a:cubicBezTo>
                    <a:pt x="38432" y="48584"/>
                    <a:pt x="46319" y="42353"/>
                    <a:pt x="47339" y="33645"/>
                  </a:cubicBezTo>
                  <a:cubicBezTo>
                    <a:pt x="47570" y="31678"/>
                    <a:pt x="47430" y="29684"/>
                    <a:pt x="46928" y="27768"/>
                  </a:cubicBezTo>
                  <a:cubicBezTo>
                    <a:pt x="45863" y="23694"/>
                    <a:pt x="43194" y="20226"/>
                    <a:pt x="39528" y="18154"/>
                  </a:cubicBezTo>
                  <a:cubicBezTo>
                    <a:pt x="32009" y="13782"/>
                    <a:pt x="22370" y="16333"/>
                    <a:pt x="17998" y="23852"/>
                  </a:cubicBezTo>
                  <a:cubicBezTo>
                    <a:pt x="16244" y="26868"/>
                    <a:pt x="15542" y="30381"/>
                    <a:pt x="16000" y="33839"/>
                  </a:cubicBezTo>
                  <a:cubicBezTo>
                    <a:pt x="16611" y="38170"/>
                    <a:pt x="13596" y="42177"/>
                    <a:pt x="9265" y="42789"/>
                  </a:cubicBezTo>
                  <a:cubicBezTo>
                    <a:pt x="4933" y="43400"/>
                    <a:pt x="926" y="40384"/>
                    <a:pt x="315" y="36053"/>
                  </a:cubicBezTo>
                  <a:cubicBezTo>
                    <a:pt x="-2129" y="18760"/>
                    <a:pt x="9908" y="2760"/>
                    <a:pt x="27201" y="315"/>
                  </a:cubicBezTo>
                  <a:cubicBezTo>
                    <a:pt x="44495" y="-2129"/>
                    <a:pt x="60494" y="9908"/>
                    <a:pt x="62939" y="27202"/>
                  </a:cubicBezTo>
                  <a:cubicBezTo>
                    <a:pt x="65383" y="44494"/>
                    <a:pt x="53346" y="60495"/>
                    <a:pt x="36052" y="62939"/>
                  </a:cubicBezTo>
                  <a:cubicBezTo>
                    <a:pt x="34689" y="63132"/>
                    <a:pt x="33315" y="63235"/>
                    <a:pt x="31938" y="6324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5" name="Picture Placeholder 113">
              <a:extLst>
                <a:ext uri="{FF2B5EF4-FFF2-40B4-BE49-F238E27FC236}">
                  <a16:creationId xmlns:a16="http://schemas.microsoft.com/office/drawing/2014/main" id="{08B81653-4B9C-4459-EAD7-ADE39B5D2B9E}"/>
                </a:ext>
              </a:extLst>
            </p:cNvPr>
            <p:cNvSpPr/>
            <p:nvPr/>
          </p:nvSpPr>
          <p:spPr>
            <a:xfrm>
              <a:off x="592383" y="4492475"/>
              <a:ext cx="126808" cy="126497"/>
            </a:xfrm>
            <a:custGeom>
              <a:avLst/>
              <a:gdLst>
                <a:gd name="connsiteX0" fmla="*/ 116816 w 126808"/>
                <a:gd name="connsiteY0" fmla="*/ 5 h 126497"/>
                <a:gd name="connsiteX1" fmla="*/ 9614 w 126808"/>
                <a:gd name="connsiteY1" fmla="*/ 5 h 126497"/>
                <a:gd name="connsiteX2" fmla="*/ 0 w 126808"/>
                <a:gd name="connsiteY2" fmla="*/ 9618 h 126497"/>
                <a:gd name="connsiteX3" fmla="*/ 0 w 126808"/>
                <a:gd name="connsiteY3" fmla="*/ 9682 h 126497"/>
                <a:gd name="connsiteX4" fmla="*/ 0 w 126808"/>
                <a:gd name="connsiteY4" fmla="*/ 116820 h 126497"/>
                <a:gd name="connsiteX5" fmla="*/ 9550 w 126808"/>
                <a:gd name="connsiteY5" fmla="*/ 126497 h 126497"/>
                <a:gd name="connsiteX6" fmla="*/ 9614 w 126808"/>
                <a:gd name="connsiteY6" fmla="*/ 126497 h 126497"/>
                <a:gd name="connsiteX7" fmla="*/ 117132 w 126808"/>
                <a:gd name="connsiteY7" fmla="*/ 126497 h 126497"/>
                <a:gd name="connsiteX8" fmla="*/ 126808 w 126808"/>
                <a:gd name="connsiteY8" fmla="*/ 116820 h 126497"/>
                <a:gd name="connsiteX9" fmla="*/ 126808 w 126808"/>
                <a:gd name="connsiteY9" fmla="*/ 9682 h 126497"/>
                <a:gd name="connsiteX10" fmla="*/ 117137 w 126808"/>
                <a:gd name="connsiteY10" fmla="*/ 0 h 126497"/>
                <a:gd name="connsiteX11" fmla="*/ 116816 w 126808"/>
                <a:gd name="connsiteY11" fmla="*/ 5 h 126497"/>
                <a:gd name="connsiteX12" fmla="*/ 70140 w 126808"/>
                <a:gd name="connsiteY12" fmla="*/ 110686 h 126497"/>
                <a:gd name="connsiteX13" fmla="*/ 70140 w 126808"/>
                <a:gd name="connsiteY13" fmla="*/ 82225 h 126497"/>
                <a:gd name="connsiteX14" fmla="*/ 54329 w 126808"/>
                <a:gd name="connsiteY14" fmla="*/ 82225 h 126497"/>
                <a:gd name="connsiteX15" fmla="*/ 54329 w 126808"/>
                <a:gd name="connsiteY15" fmla="*/ 110686 h 126497"/>
                <a:gd name="connsiteX16" fmla="*/ 15812 w 126808"/>
                <a:gd name="connsiteY16" fmla="*/ 110686 h 126497"/>
                <a:gd name="connsiteX17" fmla="*/ 15812 w 126808"/>
                <a:gd name="connsiteY17" fmla="*/ 15817 h 126497"/>
                <a:gd name="connsiteX18" fmla="*/ 54329 w 126808"/>
                <a:gd name="connsiteY18" fmla="*/ 15817 h 126497"/>
                <a:gd name="connsiteX19" fmla="*/ 54329 w 126808"/>
                <a:gd name="connsiteY19" fmla="*/ 46048 h 126497"/>
                <a:gd name="connsiteX20" fmla="*/ 70140 w 126808"/>
                <a:gd name="connsiteY20" fmla="*/ 46048 h 126497"/>
                <a:gd name="connsiteX21" fmla="*/ 70140 w 126808"/>
                <a:gd name="connsiteY21" fmla="*/ 15817 h 126497"/>
                <a:gd name="connsiteX22" fmla="*/ 110681 w 126808"/>
                <a:gd name="connsiteY22" fmla="*/ 15817 h 126497"/>
                <a:gd name="connsiteX23" fmla="*/ 110681 w 126808"/>
                <a:gd name="connsiteY23" fmla="*/ 55915 h 126497"/>
                <a:gd name="connsiteX24" fmla="*/ 16571 w 126808"/>
                <a:gd name="connsiteY24" fmla="*/ 55915 h 126497"/>
                <a:gd name="connsiteX25" fmla="*/ 16571 w 126808"/>
                <a:gd name="connsiteY25" fmla="*/ 71726 h 126497"/>
                <a:gd name="connsiteX26" fmla="*/ 110681 w 126808"/>
                <a:gd name="connsiteY26" fmla="*/ 71726 h 126497"/>
                <a:gd name="connsiteX27" fmla="*/ 110681 w 126808"/>
                <a:gd name="connsiteY27" fmla="*/ 110686 h 12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6808" h="126497">
                  <a:moveTo>
                    <a:pt x="116816" y="5"/>
                  </a:moveTo>
                  <a:lnTo>
                    <a:pt x="9614" y="5"/>
                  </a:lnTo>
                  <a:cubicBezTo>
                    <a:pt x="4304" y="5"/>
                    <a:pt x="0" y="4309"/>
                    <a:pt x="0" y="9618"/>
                  </a:cubicBezTo>
                  <a:cubicBezTo>
                    <a:pt x="0" y="9639"/>
                    <a:pt x="0" y="9661"/>
                    <a:pt x="0" y="9682"/>
                  </a:cubicBezTo>
                  <a:lnTo>
                    <a:pt x="0" y="116820"/>
                  </a:lnTo>
                  <a:cubicBezTo>
                    <a:pt x="-35" y="122130"/>
                    <a:pt x="4241" y="126462"/>
                    <a:pt x="9550" y="126497"/>
                  </a:cubicBezTo>
                  <a:cubicBezTo>
                    <a:pt x="9571" y="126497"/>
                    <a:pt x="9593" y="126497"/>
                    <a:pt x="9614" y="126497"/>
                  </a:cubicBezTo>
                  <a:lnTo>
                    <a:pt x="117132" y="126497"/>
                  </a:lnTo>
                  <a:cubicBezTo>
                    <a:pt x="122476" y="126497"/>
                    <a:pt x="126808" y="122165"/>
                    <a:pt x="126808" y="116820"/>
                  </a:cubicBezTo>
                  <a:lnTo>
                    <a:pt x="126808" y="9682"/>
                  </a:lnTo>
                  <a:cubicBezTo>
                    <a:pt x="126812" y="4337"/>
                    <a:pt x="122481" y="3"/>
                    <a:pt x="117137" y="0"/>
                  </a:cubicBezTo>
                  <a:cubicBezTo>
                    <a:pt x="117030" y="0"/>
                    <a:pt x="116922" y="1"/>
                    <a:pt x="116816" y="5"/>
                  </a:cubicBezTo>
                  <a:close/>
                  <a:moveTo>
                    <a:pt x="70140" y="110686"/>
                  </a:moveTo>
                  <a:lnTo>
                    <a:pt x="70140" y="82225"/>
                  </a:lnTo>
                  <a:lnTo>
                    <a:pt x="54329" y="82225"/>
                  </a:lnTo>
                  <a:lnTo>
                    <a:pt x="54329" y="110686"/>
                  </a:lnTo>
                  <a:lnTo>
                    <a:pt x="15812" y="110686"/>
                  </a:lnTo>
                  <a:lnTo>
                    <a:pt x="15812" y="15817"/>
                  </a:lnTo>
                  <a:lnTo>
                    <a:pt x="54329" y="15817"/>
                  </a:lnTo>
                  <a:lnTo>
                    <a:pt x="54329" y="46048"/>
                  </a:lnTo>
                  <a:lnTo>
                    <a:pt x="70140" y="46048"/>
                  </a:lnTo>
                  <a:lnTo>
                    <a:pt x="70140" y="15817"/>
                  </a:lnTo>
                  <a:lnTo>
                    <a:pt x="110681" y="15817"/>
                  </a:lnTo>
                  <a:lnTo>
                    <a:pt x="110681" y="55915"/>
                  </a:lnTo>
                  <a:lnTo>
                    <a:pt x="16571" y="55915"/>
                  </a:lnTo>
                  <a:lnTo>
                    <a:pt x="16571" y="71726"/>
                  </a:lnTo>
                  <a:lnTo>
                    <a:pt x="110681" y="71726"/>
                  </a:lnTo>
                  <a:lnTo>
                    <a:pt x="110681" y="110686"/>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6" name="Picture Placeholder 113">
              <a:extLst>
                <a:ext uri="{FF2B5EF4-FFF2-40B4-BE49-F238E27FC236}">
                  <a16:creationId xmlns:a16="http://schemas.microsoft.com/office/drawing/2014/main" id="{2285A649-3A2E-0EBE-0C04-76E74B369F6A}"/>
                </a:ext>
              </a:extLst>
            </p:cNvPr>
            <p:cNvSpPr/>
            <p:nvPr/>
          </p:nvSpPr>
          <p:spPr>
            <a:xfrm>
              <a:off x="768081" y="4659323"/>
              <a:ext cx="126808" cy="126808"/>
            </a:xfrm>
            <a:custGeom>
              <a:avLst/>
              <a:gdLst>
                <a:gd name="connsiteX0" fmla="*/ 117195 w 126808"/>
                <a:gd name="connsiteY0" fmla="*/ 0 h 126808"/>
                <a:gd name="connsiteX1" fmla="*/ 9677 w 126808"/>
                <a:gd name="connsiteY1" fmla="*/ 0 h 126808"/>
                <a:gd name="connsiteX2" fmla="*/ 0 w 126808"/>
                <a:gd name="connsiteY2" fmla="*/ 9613 h 126808"/>
                <a:gd name="connsiteX3" fmla="*/ 0 w 126808"/>
                <a:gd name="connsiteY3" fmla="*/ 117132 h 126808"/>
                <a:gd name="connsiteX4" fmla="*/ 9677 w 126808"/>
                <a:gd name="connsiteY4" fmla="*/ 126808 h 126808"/>
                <a:gd name="connsiteX5" fmla="*/ 117195 w 126808"/>
                <a:gd name="connsiteY5" fmla="*/ 126808 h 126808"/>
                <a:gd name="connsiteX6" fmla="*/ 126808 w 126808"/>
                <a:gd name="connsiteY6" fmla="*/ 117132 h 126808"/>
                <a:gd name="connsiteX7" fmla="*/ 126808 w 126808"/>
                <a:gd name="connsiteY7" fmla="*/ 9613 h 126808"/>
                <a:gd name="connsiteX8" fmla="*/ 117195 w 126808"/>
                <a:gd name="connsiteY8" fmla="*/ 0 h 126808"/>
                <a:gd name="connsiteX9" fmla="*/ 16001 w 126808"/>
                <a:gd name="connsiteY9" fmla="*/ 110680 h 126808"/>
                <a:gd name="connsiteX10" fmla="*/ 16001 w 126808"/>
                <a:gd name="connsiteY10" fmla="*/ 15812 h 126808"/>
                <a:gd name="connsiteX11" fmla="*/ 103217 w 126808"/>
                <a:gd name="connsiteY11" fmla="*/ 15812 h 126808"/>
                <a:gd name="connsiteX12" fmla="*/ 29915 w 126808"/>
                <a:gd name="connsiteY12" fmla="*/ 82093 h 126808"/>
                <a:gd name="connsiteX13" fmla="*/ 29294 w 126808"/>
                <a:gd name="connsiteY13" fmla="*/ 93167 h 126808"/>
                <a:gd name="connsiteX14" fmla="*/ 29346 w 126808"/>
                <a:gd name="connsiteY14" fmla="*/ 93225 h 126808"/>
                <a:gd name="connsiteX15" fmla="*/ 35228 w 126808"/>
                <a:gd name="connsiteY15" fmla="*/ 95881 h 126808"/>
                <a:gd name="connsiteX16" fmla="*/ 40477 w 126808"/>
                <a:gd name="connsiteY16" fmla="*/ 93794 h 126808"/>
                <a:gd name="connsiteX17" fmla="*/ 110997 w 126808"/>
                <a:gd name="connsiteY17" fmla="*/ 30042 h 126808"/>
                <a:gd name="connsiteX18" fmla="*/ 110997 w 126808"/>
                <a:gd name="connsiteY18" fmla="*/ 110680 h 126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6808" h="126808">
                  <a:moveTo>
                    <a:pt x="117195" y="0"/>
                  </a:moveTo>
                  <a:lnTo>
                    <a:pt x="9677" y="0"/>
                  </a:lnTo>
                  <a:cubicBezTo>
                    <a:pt x="4357" y="0"/>
                    <a:pt x="35" y="4294"/>
                    <a:pt x="0" y="9613"/>
                  </a:cubicBezTo>
                  <a:lnTo>
                    <a:pt x="0" y="117132"/>
                  </a:lnTo>
                  <a:cubicBezTo>
                    <a:pt x="35" y="122461"/>
                    <a:pt x="4347" y="126773"/>
                    <a:pt x="9677" y="126808"/>
                  </a:cubicBezTo>
                  <a:lnTo>
                    <a:pt x="117195" y="126808"/>
                  </a:lnTo>
                  <a:cubicBezTo>
                    <a:pt x="122514" y="126773"/>
                    <a:pt x="126808" y="122451"/>
                    <a:pt x="126808" y="117132"/>
                  </a:cubicBezTo>
                  <a:lnTo>
                    <a:pt x="126808" y="9613"/>
                  </a:lnTo>
                  <a:cubicBezTo>
                    <a:pt x="126808" y="4304"/>
                    <a:pt x="122504" y="0"/>
                    <a:pt x="117195" y="0"/>
                  </a:cubicBezTo>
                  <a:close/>
                  <a:moveTo>
                    <a:pt x="16001" y="110680"/>
                  </a:moveTo>
                  <a:lnTo>
                    <a:pt x="16001" y="15812"/>
                  </a:lnTo>
                  <a:lnTo>
                    <a:pt x="103217" y="15812"/>
                  </a:lnTo>
                  <a:lnTo>
                    <a:pt x="29915" y="82093"/>
                  </a:lnTo>
                  <a:cubicBezTo>
                    <a:pt x="26686" y="84980"/>
                    <a:pt x="26408" y="89938"/>
                    <a:pt x="29294" y="93167"/>
                  </a:cubicBezTo>
                  <a:cubicBezTo>
                    <a:pt x="29311" y="93186"/>
                    <a:pt x="29328" y="93206"/>
                    <a:pt x="29346" y="93225"/>
                  </a:cubicBezTo>
                  <a:cubicBezTo>
                    <a:pt x="30819" y="94934"/>
                    <a:pt x="32971" y="95906"/>
                    <a:pt x="35228" y="95881"/>
                  </a:cubicBezTo>
                  <a:cubicBezTo>
                    <a:pt x="37177" y="95868"/>
                    <a:pt x="39051" y="95123"/>
                    <a:pt x="40477" y="93794"/>
                  </a:cubicBezTo>
                  <a:lnTo>
                    <a:pt x="110997" y="30042"/>
                  </a:lnTo>
                  <a:lnTo>
                    <a:pt x="110997" y="11068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7" name="Picture Placeholder 113">
              <a:extLst>
                <a:ext uri="{FF2B5EF4-FFF2-40B4-BE49-F238E27FC236}">
                  <a16:creationId xmlns:a16="http://schemas.microsoft.com/office/drawing/2014/main" id="{E346D427-4683-2CD2-30C0-D69E4021B3E5}"/>
                </a:ext>
              </a:extLst>
            </p:cNvPr>
            <p:cNvSpPr/>
            <p:nvPr/>
          </p:nvSpPr>
          <p:spPr>
            <a:xfrm>
              <a:off x="592383" y="4828121"/>
              <a:ext cx="126809" cy="126497"/>
            </a:xfrm>
            <a:custGeom>
              <a:avLst/>
              <a:gdLst>
                <a:gd name="connsiteX0" fmla="*/ 116815 w 126809"/>
                <a:gd name="connsiteY0" fmla="*/ 5 h 126497"/>
                <a:gd name="connsiteX1" fmla="*/ 9613 w 126809"/>
                <a:gd name="connsiteY1" fmla="*/ 5 h 126497"/>
                <a:gd name="connsiteX2" fmla="*/ 0 w 126809"/>
                <a:gd name="connsiteY2" fmla="*/ 9619 h 126497"/>
                <a:gd name="connsiteX3" fmla="*/ 0 w 126809"/>
                <a:gd name="connsiteY3" fmla="*/ 9682 h 126497"/>
                <a:gd name="connsiteX4" fmla="*/ 0 w 126809"/>
                <a:gd name="connsiteY4" fmla="*/ 116947 h 126497"/>
                <a:gd name="connsiteX5" fmla="*/ 9613 w 126809"/>
                <a:gd name="connsiteY5" fmla="*/ 126497 h 126497"/>
                <a:gd name="connsiteX6" fmla="*/ 117132 w 126809"/>
                <a:gd name="connsiteY6" fmla="*/ 126497 h 126497"/>
                <a:gd name="connsiteX7" fmla="*/ 126808 w 126809"/>
                <a:gd name="connsiteY7" fmla="*/ 116821 h 126497"/>
                <a:gd name="connsiteX8" fmla="*/ 126808 w 126809"/>
                <a:gd name="connsiteY8" fmla="*/ 9808 h 126497"/>
                <a:gd name="connsiteX9" fmla="*/ 117264 w 126809"/>
                <a:gd name="connsiteY9" fmla="*/ 1 h 126497"/>
                <a:gd name="connsiteX10" fmla="*/ 116815 w 126809"/>
                <a:gd name="connsiteY10" fmla="*/ 5 h 126497"/>
                <a:gd name="connsiteX11" fmla="*/ 15622 w 126809"/>
                <a:gd name="connsiteY11" fmla="*/ 75268 h 126497"/>
                <a:gd name="connsiteX12" fmla="*/ 47751 w 126809"/>
                <a:gd name="connsiteY12" fmla="*/ 75268 h 126497"/>
                <a:gd name="connsiteX13" fmla="*/ 47751 w 126809"/>
                <a:gd name="connsiteY13" fmla="*/ 110686 h 126497"/>
                <a:gd name="connsiteX14" fmla="*/ 15812 w 126809"/>
                <a:gd name="connsiteY14" fmla="*/ 110686 h 126497"/>
                <a:gd name="connsiteX15" fmla="*/ 110491 w 126809"/>
                <a:gd name="connsiteY15" fmla="*/ 110686 h 126497"/>
                <a:gd name="connsiteX16" fmla="*/ 63752 w 126809"/>
                <a:gd name="connsiteY16" fmla="*/ 110686 h 126497"/>
                <a:gd name="connsiteX17" fmla="*/ 63752 w 126809"/>
                <a:gd name="connsiteY17" fmla="*/ 67489 h 126497"/>
                <a:gd name="connsiteX18" fmla="*/ 55846 w 126809"/>
                <a:gd name="connsiteY18" fmla="*/ 59583 h 126497"/>
                <a:gd name="connsiteX19" fmla="*/ 15812 w 126809"/>
                <a:gd name="connsiteY19" fmla="*/ 59583 h 126497"/>
                <a:gd name="connsiteX20" fmla="*/ 15812 w 126809"/>
                <a:gd name="connsiteY20" fmla="*/ 15943 h 126497"/>
                <a:gd name="connsiteX21" fmla="*/ 110680 w 126809"/>
                <a:gd name="connsiteY21" fmla="*/ 15943 h 12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6809" h="126497">
                  <a:moveTo>
                    <a:pt x="116815" y="5"/>
                  </a:moveTo>
                  <a:lnTo>
                    <a:pt x="9613" y="5"/>
                  </a:lnTo>
                  <a:cubicBezTo>
                    <a:pt x="4304" y="5"/>
                    <a:pt x="0" y="4309"/>
                    <a:pt x="0" y="9619"/>
                  </a:cubicBezTo>
                  <a:cubicBezTo>
                    <a:pt x="0" y="9640"/>
                    <a:pt x="0" y="9661"/>
                    <a:pt x="0" y="9682"/>
                  </a:cubicBezTo>
                  <a:lnTo>
                    <a:pt x="0" y="116947"/>
                  </a:lnTo>
                  <a:cubicBezTo>
                    <a:pt x="35" y="122232"/>
                    <a:pt x="4329" y="126497"/>
                    <a:pt x="9613" y="126497"/>
                  </a:cubicBezTo>
                  <a:lnTo>
                    <a:pt x="117132" y="126497"/>
                  </a:lnTo>
                  <a:cubicBezTo>
                    <a:pt x="122476" y="126497"/>
                    <a:pt x="126808" y="122165"/>
                    <a:pt x="126808" y="116821"/>
                  </a:cubicBezTo>
                  <a:lnTo>
                    <a:pt x="126808" y="9808"/>
                  </a:lnTo>
                  <a:cubicBezTo>
                    <a:pt x="126881" y="4465"/>
                    <a:pt x="122608" y="74"/>
                    <a:pt x="117264" y="1"/>
                  </a:cubicBezTo>
                  <a:cubicBezTo>
                    <a:pt x="117115" y="-1"/>
                    <a:pt x="116965" y="0"/>
                    <a:pt x="116815" y="5"/>
                  </a:cubicBezTo>
                  <a:close/>
                  <a:moveTo>
                    <a:pt x="15622" y="75268"/>
                  </a:moveTo>
                  <a:lnTo>
                    <a:pt x="47751" y="75268"/>
                  </a:lnTo>
                  <a:lnTo>
                    <a:pt x="47751" y="110686"/>
                  </a:lnTo>
                  <a:lnTo>
                    <a:pt x="15812" y="110686"/>
                  </a:lnTo>
                  <a:close/>
                  <a:moveTo>
                    <a:pt x="110491" y="110686"/>
                  </a:moveTo>
                  <a:lnTo>
                    <a:pt x="63752" y="110686"/>
                  </a:lnTo>
                  <a:lnTo>
                    <a:pt x="63752" y="67489"/>
                  </a:lnTo>
                  <a:cubicBezTo>
                    <a:pt x="63752" y="63122"/>
                    <a:pt x="60213" y="59583"/>
                    <a:pt x="55846" y="59583"/>
                  </a:cubicBezTo>
                  <a:lnTo>
                    <a:pt x="15812" y="59583"/>
                  </a:lnTo>
                  <a:lnTo>
                    <a:pt x="15812" y="15943"/>
                  </a:lnTo>
                  <a:lnTo>
                    <a:pt x="110680" y="1594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38" name="TextBox 137">
            <a:extLst>
              <a:ext uri="{FF2B5EF4-FFF2-40B4-BE49-F238E27FC236}">
                <a16:creationId xmlns:a16="http://schemas.microsoft.com/office/drawing/2014/main" id="{385543AF-0B72-99A7-1507-AAF2AB855DAA}"/>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140" name="Graphic 8">
            <a:extLst>
              <a:ext uri="{FF2B5EF4-FFF2-40B4-BE49-F238E27FC236}">
                <a16:creationId xmlns:a16="http://schemas.microsoft.com/office/drawing/2014/main" id="{FCD63A0E-0608-2836-F404-491E8C1D3CE7}"/>
              </a:ext>
            </a:extLst>
          </p:cNvPr>
          <p:cNvGrpSpPr/>
          <p:nvPr userDrawn="1"/>
        </p:nvGrpSpPr>
        <p:grpSpPr>
          <a:xfrm>
            <a:off x="265625" y="6323271"/>
            <a:ext cx="1249223" cy="369648"/>
            <a:chOff x="265625" y="6323271"/>
            <a:chExt cx="1249223" cy="369648"/>
          </a:xfrm>
          <a:solidFill>
            <a:srgbClr val="000000"/>
          </a:solidFill>
        </p:grpSpPr>
        <p:grpSp>
          <p:nvGrpSpPr>
            <p:cNvPr id="141" name="Graphic 8">
              <a:extLst>
                <a:ext uri="{FF2B5EF4-FFF2-40B4-BE49-F238E27FC236}">
                  <a16:creationId xmlns:a16="http://schemas.microsoft.com/office/drawing/2014/main" id="{6BC2395B-D8CB-C63C-F0D8-2737A8B21A75}"/>
                </a:ext>
              </a:extLst>
            </p:cNvPr>
            <p:cNvGrpSpPr/>
            <p:nvPr/>
          </p:nvGrpSpPr>
          <p:grpSpPr>
            <a:xfrm>
              <a:off x="745455" y="6594444"/>
              <a:ext cx="722662" cy="98475"/>
              <a:chOff x="745455" y="6594444"/>
              <a:chExt cx="722662" cy="98475"/>
            </a:xfrm>
            <a:solidFill>
              <a:srgbClr val="000000"/>
            </a:solidFill>
          </p:grpSpPr>
          <p:sp>
            <p:nvSpPr>
              <p:cNvPr id="150" name="Freeform 19">
                <a:extLst>
                  <a:ext uri="{FF2B5EF4-FFF2-40B4-BE49-F238E27FC236}">
                    <a16:creationId xmlns:a16="http://schemas.microsoft.com/office/drawing/2014/main" id="{056F31B8-2026-36E0-067E-7DCE03ADF929}"/>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151" name="Freeform 20">
                <a:extLst>
                  <a:ext uri="{FF2B5EF4-FFF2-40B4-BE49-F238E27FC236}">
                    <a16:creationId xmlns:a16="http://schemas.microsoft.com/office/drawing/2014/main" id="{BBAA5AE4-B41E-001B-45A2-1D84200AE27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152" name="Freeform 21">
                <a:extLst>
                  <a:ext uri="{FF2B5EF4-FFF2-40B4-BE49-F238E27FC236}">
                    <a16:creationId xmlns:a16="http://schemas.microsoft.com/office/drawing/2014/main" id="{B2219A1E-A71F-7F3E-A0BF-5DC43B010644}"/>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153" name="Freeform 22">
                <a:extLst>
                  <a:ext uri="{FF2B5EF4-FFF2-40B4-BE49-F238E27FC236}">
                    <a16:creationId xmlns:a16="http://schemas.microsoft.com/office/drawing/2014/main" id="{10BD39B3-96C7-40BB-A9CC-FFB8919DC31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154" name="Freeform 23">
                <a:extLst>
                  <a:ext uri="{FF2B5EF4-FFF2-40B4-BE49-F238E27FC236}">
                    <a16:creationId xmlns:a16="http://schemas.microsoft.com/office/drawing/2014/main" id="{5407F7BB-02E4-02F9-82BC-0249B3665C0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55" name="Freeform 24">
                <a:extLst>
                  <a:ext uri="{FF2B5EF4-FFF2-40B4-BE49-F238E27FC236}">
                    <a16:creationId xmlns:a16="http://schemas.microsoft.com/office/drawing/2014/main" id="{2CCC3231-F265-0AC9-61C8-8506B76932D7}"/>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156" name="Freeform 25">
                <a:extLst>
                  <a:ext uri="{FF2B5EF4-FFF2-40B4-BE49-F238E27FC236}">
                    <a16:creationId xmlns:a16="http://schemas.microsoft.com/office/drawing/2014/main" id="{C3E22B66-9239-A1D9-2138-8799BA49E150}"/>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157" name="Freeform 26">
                <a:extLst>
                  <a:ext uri="{FF2B5EF4-FFF2-40B4-BE49-F238E27FC236}">
                    <a16:creationId xmlns:a16="http://schemas.microsoft.com/office/drawing/2014/main" id="{3B7EC8AA-42AB-FC77-7993-B6262AA84764}"/>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158" name="Freeform 27">
                <a:extLst>
                  <a:ext uri="{FF2B5EF4-FFF2-40B4-BE49-F238E27FC236}">
                    <a16:creationId xmlns:a16="http://schemas.microsoft.com/office/drawing/2014/main" id="{86A23895-10CB-9BF4-188C-3C96E759AD60}"/>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59" name="Freeform 28">
                <a:extLst>
                  <a:ext uri="{FF2B5EF4-FFF2-40B4-BE49-F238E27FC236}">
                    <a16:creationId xmlns:a16="http://schemas.microsoft.com/office/drawing/2014/main" id="{DB58AE0D-D3F2-054A-4FA2-21B58E8AB98B}"/>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142" name="Graphic 8">
              <a:extLst>
                <a:ext uri="{FF2B5EF4-FFF2-40B4-BE49-F238E27FC236}">
                  <a16:creationId xmlns:a16="http://schemas.microsoft.com/office/drawing/2014/main" id="{C504C83F-FB06-B1AE-C934-A9AE145BE860}"/>
                </a:ext>
              </a:extLst>
            </p:cNvPr>
            <p:cNvGrpSpPr/>
            <p:nvPr/>
          </p:nvGrpSpPr>
          <p:grpSpPr>
            <a:xfrm>
              <a:off x="265625" y="6323271"/>
              <a:ext cx="1249223" cy="190348"/>
              <a:chOff x="265625" y="6323271"/>
              <a:chExt cx="1249223" cy="190348"/>
            </a:xfrm>
            <a:solidFill>
              <a:srgbClr val="000000"/>
            </a:solidFill>
          </p:grpSpPr>
          <p:sp>
            <p:nvSpPr>
              <p:cNvPr id="143" name="Freeform 10">
                <a:extLst>
                  <a:ext uri="{FF2B5EF4-FFF2-40B4-BE49-F238E27FC236}">
                    <a16:creationId xmlns:a16="http://schemas.microsoft.com/office/drawing/2014/main" id="{DD539EF3-7A7B-08F8-0012-5265977942F9}"/>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44" name="Freeform 11">
                <a:extLst>
                  <a:ext uri="{FF2B5EF4-FFF2-40B4-BE49-F238E27FC236}">
                    <a16:creationId xmlns:a16="http://schemas.microsoft.com/office/drawing/2014/main" id="{DC1B0333-47E1-966B-5D76-FD55467ED120}"/>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45" name="Freeform 14">
                <a:extLst>
                  <a:ext uri="{FF2B5EF4-FFF2-40B4-BE49-F238E27FC236}">
                    <a16:creationId xmlns:a16="http://schemas.microsoft.com/office/drawing/2014/main" id="{E834E1A1-F4D2-B256-FD76-7354C4CF0F12}"/>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46" name="Freeform 15">
                <a:extLst>
                  <a:ext uri="{FF2B5EF4-FFF2-40B4-BE49-F238E27FC236}">
                    <a16:creationId xmlns:a16="http://schemas.microsoft.com/office/drawing/2014/main" id="{4E75AC14-FF7B-1FA0-3924-389C26DA18B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47" name="Freeform 16">
                <a:extLst>
                  <a:ext uri="{FF2B5EF4-FFF2-40B4-BE49-F238E27FC236}">
                    <a16:creationId xmlns:a16="http://schemas.microsoft.com/office/drawing/2014/main" id="{04B7186C-ADAD-8B6C-E5C0-8E169ECA9039}"/>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48" name="Freeform 17">
                <a:extLst>
                  <a:ext uri="{FF2B5EF4-FFF2-40B4-BE49-F238E27FC236}">
                    <a16:creationId xmlns:a16="http://schemas.microsoft.com/office/drawing/2014/main" id="{E4D02732-A2AF-EB37-3B02-A21E9922B4AD}"/>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49" name="Freeform 18">
                <a:extLst>
                  <a:ext uri="{FF2B5EF4-FFF2-40B4-BE49-F238E27FC236}">
                    <a16:creationId xmlns:a16="http://schemas.microsoft.com/office/drawing/2014/main" id="{94E58605-51E3-C712-381C-825E567BC8FF}"/>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139" name="TextBox 138">
            <a:extLst>
              <a:ext uri="{FF2B5EF4-FFF2-40B4-BE49-F238E27FC236}">
                <a16:creationId xmlns:a16="http://schemas.microsoft.com/office/drawing/2014/main" id="{06C391E6-D3A2-4DDE-7F6F-BBEFD44B6F67}"/>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4140406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dec="http://schemas.microsoft.com/office/drawing/2017/decorative" xmlns:a16="http://schemas.microsoft.com/office/drawing/2014/main" xmlns="">
      <p:transition spd="med">
        <p:fade/>
      </p:transition>
    </mc:Fallback>
  </mc:AlternateContent>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userDrawn="1">
  <p:cSld name="Section - Resource Mgm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2">
                    <a:lumMod val="25000"/>
                  </a:schemeClr>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3" name="Parallelogram 2">
            <a:extLst>
              <a:ext uri="{FF2B5EF4-FFF2-40B4-BE49-F238E27FC236}">
                <a16:creationId xmlns:a16="http://schemas.microsoft.com/office/drawing/2014/main" id="{89094CD1-4612-BDDC-53AB-48D233DA5E91}"/>
              </a:ext>
            </a:extLst>
          </p:cNvPr>
          <p:cNvSpPr/>
          <p:nvPr userDrawn="1"/>
        </p:nvSpPr>
        <p:spPr>
          <a:xfrm>
            <a:off x="5406003" y="-1"/>
            <a:ext cx="14676689" cy="6858001"/>
          </a:xfrm>
          <a:prstGeom prst="parallelogram">
            <a:avLst>
              <a:gd name="adj" fmla="val 100124"/>
            </a:avLst>
          </a:prstGeom>
          <a:gradFill flip="none" rotWithShape="1">
            <a:gsLst>
              <a:gs pos="24000">
                <a:schemeClr val="accent5"/>
              </a:gs>
              <a:gs pos="100000">
                <a:schemeClr val="accent5">
                  <a:lumMod val="60000"/>
                  <a:lumOff val="40000"/>
                </a:schemeClr>
              </a:gs>
            </a:gsLst>
            <a:lin ang="18900000" scaled="1"/>
            <a:tileRect/>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rallelogram 3">
            <a:extLst>
              <a:ext uri="{FF2B5EF4-FFF2-40B4-BE49-F238E27FC236}">
                <a16:creationId xmlns:a16="http://schemas.microsoft.com/office/drawing/2014/main" id="{17E42CF3-5F91-08E5-A5FC-6BC4CD78FFA2}"/>
              </a:ext>
            </a:extLst>
          </p:cNvPr>
          <p:cNvSpPr/>
          <p:nvPr userDrawn="1"/>
        </p:nvSpPr>
        <p:spPr>
          <a:xfrm>
            <a:off x="1840256" y="-1"/>
            <a:ext cx="12934077" cy="6470788"/>
          </a:xfrm>
          <a:prstGeom prst="parallelogram">
            <a:avLst>
              <a:gd name="adj" fmla="val 100124"/>
            </a:avLst>
          </a:prstGeom>
          <a:gradFill flip="none" rotWithShape="1">
            <a:gsLst>
              <a:gs pos="0">
                <a:schemeClr val="accent5">
                  <a:alpha val="33000"/>
                </a:schemeClr>
              </a:gs>
              <a:gs pos="97000">
                <a:schemeClr val="accent5">
                  <a:alpha val="0"/>
                </a:schemeClr>
              </a:gs>
            </a:gsLst>
            <a:lin ang="8100000" scaled="1"/>
            <a:tileRect/>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 name="Graphic 143">
            <a:extLst>
              <a:ext uri="{FF2B5EF4-FFF2-40B4-BE49-F238E27FC236}">
                <a16:creationId xmlns:a16="http://schemas.microsoft.com/office/drawing/2014/main" id="{1FF80852-0FFA-B3DA-921C-6BE23778037A}"/>
              </a:ext>
            </a:extLst>
          </p:cNvPr>
          <p:cNvSpPr/>
          <p:nvPr userDrawn="1"/>
        </p:nvSpPr>
        <p:spPr>
          <a:xfrm>
            <a:off x="4130978" y="4499933"/>
            <a:ext cx="2421204" cy="666750"/>
          </a:xfrm>
          <a:custGeom>
            <a:avLst/>
            <a:gdLst>
              <a:gd name="connsiteX0" fmla="*/ 482061 w 600651"/>
              <a:gd name="connsiteY0" fmla="*/ 38962 h 165407"/>
              <a:gd name="connsiteX1" fmla="*/ 398886 w 600651"/>
              <a:gd name="connsiteY1" fmla="*/ 75298 h 165407"/>
              <a:gd name="connsiteX2" fmla="*/ 268849 w 600651"/>
              <a:gd name="connsiteY2" fmla="*/ 0 h 165407"/>
              <a:gd name="connsiteX3" fmla="*/ 118927 w 600651"/>
              <a:gd name="connsiteY3" fmla="*/ 122878 h 165407"/>
              <a:gd name="connsiteX4" fmla="*/ 66185 w 600651"/>
              <a:gd name="connsiteY4" fmla="*/ 94823 h 165407"/>
              <a:gd name="connsiteX5" fmla="*/ 0 w 600651"/>
              <a:gd name="connsiteY5" fmla="*/ 165408 h 165407"/>
              <a:gd name="connsiteX6" fmla="*/ 600652 w 600651"/>
              <a:gd name="connsiteY6" fmla="*/ 165408 h 165407"/>
              <a:gd name="connsiteX7" fmla="*/ 482061 w 600651"/>
              <a:gd name="connsiteY7" fmla="*/ 38939 h 16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651" h="165407">
                <a:moveTo>
                  <a:pt x="482061" y="38962"/>
                </a:moveTo>
                <a:cubicBezTo>
                  <a:pt x="449653" y="38962"/>
                  <a:pt x="420297" y="52832"/>
                  <a:pt x="398886" y="75298"/>
                </a:cubicBezTo>
                <a:cubicBezTo>
                  <a:pt x="371236" y="29984"/>
                  <a:pt x="323341" y="0"/>
                  <a:pt x="268849" y="0"/>
                </a:cubicBezTo>
                <a:cubicBezTo>
                  <a:pt x="196963" y="0"/>
                  <a:pt x="136523" y="52136"/>
                  <a:pt x="118927" y="122878"/>
                </a:cubicBezTo>
                <a:cubicBezTo>
                  <a:pt x="106853" y="105865"/>
                  <a:pt x="87754" y="94823"/>
                  <a:pt x="66185" y="94823"/>
                </a:cubicBezTo>
                <a:cubicBezTo>
                  <a:pt x="29625" y="94823"/>
                  <a:pt x="0" y="126446"/>
                  <a:pt x="0" y="165408"/>
                </a:cubicBezTo>
                <a:lnTo>
                  <a:pt x="600652" y="165408"/>
                </a:lnTo>
                <a:cubicBezTo>
                  <a:pt x="600652" y="95564"/>
                  <a:pt x="547551" y="38939"/>
                  <a:pt x="482061" y="38939"/>
                </a:cubicBezTo>
                <a:close/>
              </a:path>
            </a:pathLst>
          </a:custGeom>
          <a:solidFill>
            <a:schemeClr val="accent5">
              <a:alpha val="18000"/>
            </a:schemeClr>
          </a:soli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6" name="Graphic 5">
            <a:extLst>
              <a:ext uri="{FF2B5EF4-FFF2-40B4-BE49-F238E27FC236}">
                <a16:creationId xmlns:a16="http://schemas.microsoft.com/office/drawing/2014/main" id="{DCBA8C3C-A8F2-8915-0A23-7A09076F4314}"/>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607952" y="3165709"/>
            <a:ext cx="3124591" cy="1207366"/>
          </a:xfrm>
          <a:prstGeom prst="rect">
            <a:avLst/>
          </a:prstGeom>
        </p:spPr>
      </p:pic>
      <p:grpSp>
        <p:nvGrpSpPr>
          <p:cNvPr id="7" name="Group 6">
            <a:extLst>
              <a:ext uri="{FF2B5EF4-FFF2-40B4-BE49-F238E27FC236}">
                <a16:creationId xmlns:a16="http://schemas.microsoft.com/office/drawing/2014/main" id="{52289B3A-2866-1292-4488-63364CB153AC}"/>
              </a:ext>
            </a:extLst>
          </p:cNvPr>
          <p:cNvGrpSpPr/>
          <p:nvPr userDrawn="1"/>
        </p:nvGrpSpPr>
        <p:grpSpPr>
          <a:xfrm>
            <a:off x="7416052" y="944496"/>
            <a:ext cx="1685206" cy="686138"/>
            <a:chOff x="437672" y="1280130"/>
            <a:chExt cx="2910783" cy="1185138"/>
          </a:xfrm>
        </p:grpSpPr>
        <p:sp>
          <p:nvSpPr>
            <p:cNvPr id="8" name="Freeform: Shape 187">
              <a:extLst>
                <a:ext uri="{FF2B5EF4-FFF2-40B4-BE49-F238E27FC236}">
                  <a16:creationId xmlns:a16="http://schemas.microsoft.com/office/drawing/2014/main" id="{89387517-8417-DF01-A9B6-979BB14E2FAF}"/>
                </a:ext>
              </a:extLst>
            </p:cNvPr>
            <p:cNvSpPr/>
            <p:nvPr/>
          </p:nvSpPr>
          <p:spPr>
            <a:xfrm>
              <a:off x="437672" y="1280130"/>
              <a:ext cx="2720832" cy="1110872"/>
            </a:xfrm>
            <a:custGeom>
              <a:avLst/>
              <a:gdLst>
                <a:gd name="connsiteX0" fmla="*/ 749249 w 907209"/>
                <a:gd name="connsiteY0" fmla="*/ 212440 h 370400"/>
                <a:gd name="connsiteX1" fmla="*/ 700014 w 907209"/>
                <a:gd name="connsiteY1" fmla="*/ 220306 h 370400"/>
                <a:gd name="connsiteX2" fmla="*/ 454537 w 907209"/>
                <a:gd name="connsiteY2" fmla="*/ 0 h 370400"/>
                <a:gd name="connsiteX3" fmla="*/ 213896 w 907209"/>
                <a:gd name="connsiteY3" fmla="*/ 191405 h 370400"/>
                <a:gd name="connsiteX4" fmla="*/ 178995 w 907209"/>
                <a:gd name="connsiteY4" fmla="*/ 191405 h 370400"/>
                <a:gd name="connsiteX5" fmla="*/ 0 w 907209"/>
                <a:gd name="connsiteY5" fmla="*/ 370400 h 370400"/>
                <a:gd name="connsiteX6" fmla="*/ 907209 w 907209"/>
                <a:gd name="connsiteY6" fmla="*/ 370400 h 370400"/>
                <a:gd name="connsiteX7" fmla="*/ 749249 w 907209"/>
                <a:gd name="connsiteY7" fmla="*/ 212440 h 3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7209" h="370400">
                  <a:moveTo>
                    <a:pt x="749249" y="212440"/>
                  </a:moveTo>
                  <a:cubicBezTo>
                    <a:pt x="732060" y="212440"/>
                    <a:pt x="715512" y="215236"/>
                    <a:pt x="700014" y="220306"/>
                  </a:cubicBezTo>
                  <a:cubicBezTo>
                    <a:pt x="686729" y="96489"/>
                    <a:pt x="581907" y="0"/>
                    <a:pt x="454537" y="0"/>
                  </a:cubicBezTo>
                  <a:cubicBezTo>
                    <a:pt x="337246" y="0"/>
                    <a:pt x="239126" y="81806"/>
                    <a:pt x="213896" y="191405"/>
                  </a:cubicBezTo>
                  <a:lnTo>
                    <a:pt x="178995" y="191405"/>
                  </a:lnTo>
                  <a:cubicBezTo>
                    <a:pt x="80116" y="191405"/>
                    <a:pt x="0" y="271522"/>
                    <a:pt x="0" y="370400"/>
                  </a:cubicBezTo>
                  <a:lnTo>
                    <a:pt x="907209" y="370400"/>
                  </a:lnTo>
                  <a:cubicBezTo>
                    <a:pt x="907209" y="283175"/>
                    <a:pt x="836474" y="212440"/>
                    <a:pt x="749249" y="212440"/>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9" name="Freeform: Shape 188">
              <a:extLst>
                <a:ext uri="{FF2B5EF4-FFF2-40B4-BE49-F238E27FC236}">
                  <a16:creationId xmlns:a16="http://schemas.microsoft.com/office/drawing/2014/main" id="{733422FC-3B13-B5D0-0DAF-FAEE7BC1B601}"/>
                </a:ext>
              </a:extLst>
            </p:cNvPr>
            <p:cNvSpPr/>
            <p:nvPr/>
          </p:nvSpPr>
          <p:spPr>
            <a:xfrm>
              <a:off x="1651302" y="1789783"/>
              <a:ext cx="1697153" cy="675485"/>
            </a:xfrm>
            <a:custGeom>
              <a:avLst/>
              <a:gdLst>
                <a:gd name="connsiteX0" fmla="*/ 154872 w 565884"/>
                <a:gd name="connsiteY0" fmla="*/ 70357 h 225229"/>
                <a:gd name="connsiteX1" fmla="*/ 0 w 565884"/>
                <a:gd name="connsiteY1" fmla="*/ 225229 h 225229"/>
                <a:gd name="connsiteX2" fmla="*/ 565884 w 565884"/>
                <a:gd name="connsiteY2" fmla="*/ 225229 h 225229"/>
                <a:gd name="connsiteX3" fmla="*/ 496023 w 565884"/>
                <a:gd name="connsiteY3" fmla="*/ 70357 h 225229"/>
                <a:gd name="connsiteX4" fmla="*/ 496023 w 565884"/>
                <a:gd name="connsiteY4" fmla="*/ 70357 h 225229"/>
                <a:gd name="connsiteX5" fmla="*/ 154872 w 565884"/>
                <a:gd name="connsiteY5" fmla="*/ 70357 h 22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84" h="225229">
                  <a:moveTo>
                    <a:pt x="154872" y="70357"/>
                  </a:moveTo>
                  <a:lnTo>
                    <a:pt x="0" y="225229"/>
                  </a:lnTo>
                  <a:lnTo>
                    <a:pt x="565884" y="225229"/>
                  </a:lnTo>
                  <a:cubicBezTo>
                    <a:pt x="562272" y="168711"/>
                    <a:pt x="538965" y="113299"/>
                    <a:pt x="496023" y="70357"/>
                  </a:cubicBezTo>
                  <a:lnTo>
                    <a:pt x="496023" y="70357"/>
                  </a:lnTo>
                  <a:cubicBezTo>
                    <a:pt x="402213" y="-23452"/>
                    <a:pt x="248681" y="-23452"/>
                    <a:pt x="154872" y="70357"/>
                  </a:cubicBezTo>
                  <a:close/>
                </a:path>
              </a:pathLst>
            </a:custGeom>
            <a:gradFill>
              <a:gsLst>
                <a:gs pos="29000">
                  <a:srgbClr val="FFFFFF"/>
                </a:gs>
                <a:gs pos="48000">
                  <a:srgbClr val="F8FBFE"/>
                </a:gs>
                <a:gs pos="73000">
                  <a:srgbClr val="E7F3FB"/>
                </a:gs>
                <a:gs pos="100000">
                  <a:srgbClr val="CEE6F7"/>
                </a:gs>
              </a:gsLst>
              <a:lin ang="2700000" scaled="1"/>
            </a:gra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0" name="Freeform: Shape 265">
            <a:extLst>
              <a:ext uri="{FF2B5EF4-FFF2-40B4-BE49-F238E27FC236}">
                <a16:creationId xmlns:a16="http://schemas.microsoft.com/office/drawing/2014/main" id="{2CC5AB18-EC3C-D40F-1A44-A6DDBD135322}"/>
              </a:ext>
            </a:extLst>
          </p:cNvPr>
          <p:cNvSpPr/>
          <p:nvPr userDrawn="1"/>
        </p:nvSpPr>
        <p:spPr>
          <a:xfrm>
            <a:off x="11040650" y="3165709"/>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1" name="Freeform: Shape 269">
            <a:extLst>
              <a:ext uri="{FF2B5EF4-FFF2-40B4-BE49-F238E27FC236}">
                <a16:creationId xmlns:a16="http://schemas.microsoft.com/office/drawing/2014/main" id="{3FAE867A-F63D-0949-D652-E831AD4245E0}"/>
              </a:ext>
            </a:extLst>
          </p:cNvPr>
          <p:cNvSpPr/>
          <p:nvPr userDrawn="1"/>
        </p:nvSpPr>
        <p:spPr>
          <a:xfrm>
            <a:off x="6195382" y="430769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 name="Freeform: Shape 285">
            <a:extLst>
              <a:ext uri="{FF2B5EF4-FFF2-40B4-BE49-F238E27FC236}">
                <a16:creationId xmlns:a16="http://schemas.microsoft.com/office/drawing/2014/main" id="{74DB3C79-1660-4F33-D3A9-76FDC73AC9A7}"/>
              </a:ext>
            </a:extLst>
          </p:cNvPr>
          <p:cNvSpPr/>
          <p:nvPr userDrawn="1"/>
        </p:nvSpPr>
        <p:spPr>
          <a:xfrm>
            <a:off x="8709950" y="5303803"/>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 name="Freeform: Shape 286">
            <a:extLst>
              <a:ext uri="{FF2B5EF4-FFF2-40B4-BE49-F238E27FC236}">
                <a16:creationId xmlns:a16="http://schemas.microsoft.com/office/drawing/2014/main" id="{872A052E-29FA-0DC3-F387-F7E9BF4876E0}"/>
              </a:ext>
            </a:extLst>
          </p:cNvPr>
          <p:cNvSpPr/>
          <p:nvPr userDrawn="1"/>
        </p:nvSpPr>
        <p:spPr>
          <a:xfrm>
            <a:off x="9116688" y="50100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14" name="Graphic 13">
            <a:extLst>
              <a:ext uri="{FF2B5EF4-FFF2-40B4-BE49-F238E27FC236}">
                <a16:creationId xmlns:a16="http://schemas.microsoft.com/office/drawing/2014/main" id="{509589C6-2C33-2634-AE49-1CCE860B9C66}"/>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5147329" y="2147281"/>
            <a:ext cx="1564702" cy="1176425"/>
          </a:xfrm>
          <a:prstGeom prst="rect">
            <a:avLst/>
          </a:prstGeom>
        </p:spPr>
      </p:pic>
      <p:sp>
        <p:nvSpPr>
          <p:cNvPr id="15" name="Oval 14">
            <a:extLst>
              <a:ext uri="{FF2B5EF4-FFF2-40B4-BE49-F238E27FC236}">
                <a16:creationId xmlns:a16="http://schemas.microsoft.com/office/drawing/2014/main" id="{5EA78623-1C39-B6AF-331E-7C4FF2974045}"/>
              </a:ext>
            </a:extLst>
          </p:cNvPr>
          <p:cNvSpPr/>
          <p:nvPr userDrawn="1"/>
        </p:nvSpPr>
        <p:spPr>
          <a:xfrm flipV="1">
            <a:off x="6354876" y="1852997"/>
            <a:ext cx="3152006" cy="3152006"/>
          </a:xfrm>
          <a:prstGeom prst="ellipse">
            <a:avLst/>
          </a:prstGeom>
          <a:solidFill>
            <a:schemeClr val="bg1"/>
          </a:solidFill>
          <a:ln w="508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6" name="Freeform: Shape 298">
            <a:extLst>
              <a:ext uri="{FF2B5EF4-FFF2-40B4-BE49-F238E27FC236}">
                <a16:creationId xmlns:a16="http://schemas.microsoft.com/office/drawing/2014/main" id="{B1F9D95A-0D46-8579-C2E7-5C67C2F5759E}"/>
              </a:ext>
            </a:extLst>
          </p:cNvPr>
          <p:cNvSpPr/>
          <p:nvPr userDrawn="1"/>
        </p:nvSpPr>
        <p:spPr>
          <a:xfrm>
            <a:off x="5406003" y="4429286"/>
            <a:ext cx="2921280" cy="1192670"/>
          </a:xfrm>
          <a:custGeom>
            <a:avLst/>
            <a:gdLst>
              <a:gd name="connsiteX0" fmla="*/ 2797989 w 3387980"/>
              <a:gd name="connsiteY0" fmla="*/ 793219 h 1383210"/>
              <a:gd name="connsiteX1" fmla="*/ 2614092 w 3387980"/>
              <a:gd name="connsiteY1" fmla="*/ 822614 h 1383210"/>
              <a:gd name="connsiteX2" fmla="*/ 1697357 w 3387980"/>
              <a:gd name="connsiteY2" fmla="*/ 0 h 1383210"/>
              <a:gd name="connsiteX3" fmla="*/ 798795 w 3387980"/>
              <a:gd name="connsiteY3" fmla="*/ 714810 h 1383210"/>
              <a:gd name="connsiteX4" fmla="*/ 668546 w 3387980"/>
              <a:gd name="connsiteY4" fmla="*/ 714665 h 1383210"/>
              <a:gd name="connsiteX5" fmla="*/ 0 w 3387980"/>
              <a:gd name="connsiteY5" fmla="*/ 1383211 h 1383210"/>
              <a:gd name="connsiteX6" fmla="*/ 3387981 w 3387980"/>
              <a:gd name="connsiteY6" fmla="*/ 1383211 h 1383210"/>
              <a:gd name="connsiteX7" fmla="*/ 2797989 w 3387980"/>
              <a:gd name="connsiteY7" fmla="*/ 793219 h 138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7980" h="1383210">
                <a:moveTo>
                  <a:pt x="2797989" y="793219"/>
                </a:moveTo>
                <a:cubicBezTo>
                  <a:pt x="2733770" y="793219"/>
                  <a:pt x="2671940" y="803573"/>
                  <a:pt x="2614092" y="822614"/>
                </a:cubicBezTo>
                <a:cubicBezTo>
                  <a:pt x="2564425" y="360192"/>
                  <a:pt x="2172956" y="0"/>
                  <a:pt x="1697357" y="0"/>
                </a:cubicBezTo>
                <a:cubicBezTo>
                  <a:pt x="1259406" y="0"/>
                  <a:pt x="892915" y="305385"/>
                  <a:pt x="798795" y="714810"/>
                </a:cubicBezTo>
                <a:lnTo>
                  <a:pt x="668546" y="714665"/>
                </a:lnTo>
                <a:cubicBezTo>
                  <a:pt x="299304" y="714737"/>
                  <a:pt x="0" y="1014041"/>
                  <a:pt x="0" y="1383211"/>
                </a:cubicBezTo>
                <a:lnTo>
                  <a:pt x="3387981" y="1383211"/>
                </a:lnTo>
                <a:cubicBezTo>
                  <a:pt x="3387981" y="1057336"/>
                  <a:pt x="3123864" y="793219"/>
                  <a:pt x="2797989" y="793219"/>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17" name="Graphic 133">
            <a:extLst>
              <a:ext uri="{FF2B5EF4-FFF2-40B4-BE49-F238E27FC236}">
                <a16:creationId xmlns:a16="http://schemas.microsoft.com/office/drawing/2014/main" id="{C0AEFB13-6955-72D8-CA28-B54C5E3B6FA9}"/>
              </a:ext>
            </a:extLst>
          </p:cNvPr>
          <p:cNvGrpSpPr/>
          <p:nvPr userDrawn="1"/>
        </p:nvGrpSpPr>
        <p:grpSpPr>
          <a:xfrm>
            <a:off x="6411279" y="5443017"/>
            <a:ext cx="492164" cy="535997"/>
            <a:chOff x="8799755" y="943899"/>
            <a:chExt cx="839533" cy="914304"/>
          </a:xfrm>
          <a:noFill/>
        </p:grpSpPr>
        <p:sp>
          <p:nvSpPr>
            <p:cNvPr id="18" name="Freeform: Shape 300">
              <a:extLst>
                <a:ext uri="{FF2B5EF4-FFF2-40B4-BE49-F238E27FC236}">
                  <a16:creationId xmlns:a16="http://schemas.microsoft.com/office/drawing/2014/main" id="{4AFDD986-9D71-582C-8F34-6C2A7D345192}"/>
                </a:ext>
              </a:extLst>
            </p:cNvPr>
            <p:cNvSpPr/>
            <p:nvPr/>
          </p:nvSpPr>
          <p:spPr>
            <a:xfrm>
              <a:off x="8799755" y="943899"/>
              <a:ext cx="839533" cy="914304"/>
            </a:xfrm>
            <a:custGeom>
              <a:avLst/>
              <a:gdLst>
                <a:gd name="connsiteX0" fmla="*/ 419767 w 839533"/>
                <a:gd name="connsiteY0" fmla="*/ 914305 h 914304"/>
                <a:gd name="connsiteX1" fmla="*/ 415576 w 839533"/>
                <a:gd name="connsiteY1" fmla="*/ 913638 h 914304"/>
                <a:gd name="connsiteX2" fmla="*/ 0 w 839533"/>
                <a:gd name="connsiteY2" fmla="*/ 345281 h 914304"/>
                <a:gd name="connsiteX3" fmla="*/ 0 w 839533"/>
                <a:gd name="connsiteY3" fmla="*/ 13906 h 914304"/>
                <a:gd name="connsiteX4" fmla="*/ 13906 w 839533"/>
                <a:gd name="connsiteY4" fmla="*/ 0 h 914304"/>
                <a:gd name="connsiteX5" fmla="*/ 825627 w 839533"/>
                <a:gd name="connsiteY5" fmla="*/ 0 h 914304"/>
                <a:gd name="connsiteX6" fmla="*/ 839534 w 839533"/>
                <a:gd name="connsiteY6" fmla="*/ 13906 h 914304"/>
                <a:gd name="connsiteX7" fmla="*/ 839534 w 839533"/>
                <a:gd name="connsiteY7" fmla="*/ 345281 h 914304"/>
                <a:gd name="connsiteX8" fmla="*/ 424053 w 839533"/>
                <a:gd name="connsiteY8" fmla="*/ 913638 h 914304"/>
                <a:gd name="connsiteX9" fmla="*/ 419862 w 839533"/>
                <a:gd name="connsiteY9" fmla="*/ 914305 h 91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9533" h="914304">
                  <a:moveTo>
                    <a:pt x="419767" y="914305"/>
                  </a:moveTo>
                  <a:cubicBezTo>
                    <a:pt x="418338" y="914305"/>
                    <a:pt x="416909" y="914114"/>
                    <a:pt x="415576" y="913638"/>
                  </a:cubicBezTo>
                  <a:cubicBezTo>
                    <a:pt x="167069" y="834676"/>
                    <a:pt x="0" y="606266"/>
                    <a:pt x="0" y="345281"/>
                  </a:cubicBezTo>
                  <a:lnTo>
                    <a:pt x="0" y="13906"/>
                  </a:lnTo>
                  <a:cubicBezTo>
                    <a:pt x="0" y="6191"/>
                    <a:pt x="6191" y="0"/>
                    <a:pt x="13906" y="0"/>
                  </a:cubicBezTo>
                  <a:lnTo>
                    <a:pt x="825627" y="0"/>
                  </a:lnTo>
                  <a:cubicBezTo>
                    <a:pt x="833342" y="0"/>
                    <a:pt x="839534" y="6191"/>
                    <a:pt x="839534" y="13906"/>
                  </a:cubicBezTo>
                  <a:lnTo>
                    <a:pt x="839534" y="345281"/>
                  </a:lnTo>
                  <a:cubicBezTo>
                    <a:pt x="839534" y="606266"/>
                    <a:pt x="672560" y="834676"/>
                    <a:pt x="424053" y="913638"/>
                  </a:cubicBezTo>
                  <a:cubicBezTo>
                    <a:pt x="422624" y="914114"/>
                    <a:pt x="421195" y="914305"/>
                    <a:pt x="419862" y="914305"/>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 name="Freeform: Shape 301">
              <a:extLst>
                <a:ext uri="{FF2B5EF4-FFF2-40B4-BE49-F238E27FC236}">
                  <a16:creationId xmlns:a16="http://schemas.microsoft.com/office/drawing/2014/main" id="{DE096775-AD99-FA6D-6542-190E4F93467A}"/>
                </a:ext>
              </a:extLst>
            </p:cNvPr>
            <p:cNvSpPr/>
            <p:nvPr/>
          </p:nvSpPr>
          <p:spPr>
            <a:xfrm>
              <a:off x="9223713" y="943899"/>
              <a:ext cx="9525" cy="913638"/>
            </a:xfrm>
            <a:custGeom>
              <a:avLst/>
              <a:gdLst>
                <a:gd name="connsiteX0" fmla="*/ 0 w 9525"/>
                <a:gd name="connsiteY0" fmla="*/ 913638 h 913638"/>
                <a:gd name="connsiteX1" fmla="*/ 0 w 9525"/>
                <a:gd name="connsiteY1" fmla="*/ 0 h 913638"/>
              </a:gdLst>
              <a:ahLst/>
              <a:cxnLst>
                <a:cxn ang="0">
                  <a:pos x="connsiteX0" y="connsiteY0"/>
                </a:cxn>
                <a:cxn ang="0">
                  <a:pos x="connsiteX1" y="connsiteY1"/>
                </a:cxn>
              </a:cxnLst>
              <a:rect l="l" t="t" r="r" b="b"/>
              <a:pathLst>
                <a:path w="9525" h="913638">
                  <a:moveTo>
                    <a:pt x="0" y="913638"/>
                  </a:moveTo>
                  <a:lnTo>
                    <a:pt x="0" y="0"/>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pic>
        <p:nvPicPr>
          <p:cNvPr id="20" name="Graphic 19">
            <a:extLst>
              <a:ext uri="{FF2B5EF4-FFF2-40B4-BE49-F238E27FC236}">
                <a16:creationId xmlns:a16="http://schemas.microsoft.com/office/drawing/2014/main" id="{3A0FF0CB-687C-E24F-36A5-FB289981636A}"/>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5514997" y="3684778"/>
            <a:ext cx="388873" cy="388873"/>
          </a:xfrm>
          <a:prstGeom prst="rect">
            <a:avLst/>
          </a:prstGeom>
        </p:spPr>
      </p:pic>
      <p:pic>
        <p:nvPicPr>
          <p:cNvPr id="21" name="Graphic 20">
            <a:extLst>
              <a:ext uri="{FF2B5EF4-FFF2-40B4-BE49-F238E27FC236}">
                <a16:creationId xmlns:a16="http://schemas.microsoft.com/office/drawing/2014/main" id="{2499B8D3-8756-8591-628B-6D81BA9ECB3C}"/>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9683496" y="390624"/>
            <a:ext cx="1410208" cy="2480020"/>
          </a:xfrm>
          <a:prstGeom prst="rect">
            <a:avLst/>
          </a:prstGeom>
        </p:spPr>
      </p:pic>
      <p:pic>
        <p:nvPicPr>
          <p:cNvPr id="22" name="Graphic 21">
            <a:extLst>
              <a:ext uri="{FF2B5EF4-FFF2-40B4-BE49-F238E27FC236}">
                <a16:creationId xmlns:a16="http://schemas.microsoft.com/office/drawing/2014/main" id="{DE377636-735E-5072-4763-BD9AD106FF04}"/>
              </a:ext>
            </a:extLst>
          </p:cNvPr>
          <p:cNvPicPr>
            <a:picLocks noChangeAspect="1"/>
          </p:cNvPicPr>
          <p:nvPr userDrawn="1"/>
        </p:nvPicPr>
        <p:blipFill>
          <a:blip r:embed="rId10">
            <a:extLst>
              <a:ext uri="{96DAC541-7B7A-43D3-8B79-37D633B846F1}">
                <asvg:svgBlip xmlns:asvg="http://schemas.microsoft.com/office/drawing/2016/SVG/main" r:embed="rId11"/>
              </a:ext>
            </a:extLst>
          </a:blip>
          <a:stretch>
            <a:fillRect/>
          </a:stretch>
        </p:blipFill>
        <p:spPr>
          <a:xfrm>
            <a:off x="6449352" y="838788"/>
            <a:ext cx="397256" cy="397256"/>
          </a:xfrm>
          <a:prstGeom prst="rect">
            <a:avLst/>
          </a:prstGeom>
        </p:spPr>
      </p:pic>
      <p:pic>
        <p:nvPicPr>
          <p:cNvPr id="23" name="Graphic 22">
            <a:extLst>
              <a:ext uri="{FF2B5EF4-FFF2-40B4-BE49-F238E27FC236}">
                <a16:creationId xmlns:a16="http://schemas.microsoft.com/office/drawing/2014/main" id="{EB98284C-1B5E-A8D8-8ED6-444E5E27C252}"/>
              </a:ext>
            </a:extLst>
          </p:cNvPr>
          <p:cNvPicPr>
            <a:picLocks noChangeAspect="1"/>
          </p:cNvPicPr>
          <p:nvPr userDrawn="1"/>
        </p:nvPicPr>
        <p:blipFill>
          <a:blip r:embed="rId10">
            <a:extLst>
              <a:ext uri="{96DAC541-7B7A-43D3-8B79-37D633B846F1}">
                <asvg:svgBlip xmlns:asvg="http://schemas.microsoft.com/office/drawing/2016/SVG/main" r:embed="rId11"/>
              </a:ext>
            </a:extLst>
          </a:blip>
          <a:stretch>
            <a:fillRect/>
          </a:stretch>
        </p:blipFill>
        <p:spPr>
          <a:xfrm>
            <a:off x="11051033" y="4987988"/>
            <a:ext cx="397256" cy="397256"/>
          </a:xfrm>
          <a:prstGeom prst="rect">
            <a:avLst/>
          </a:prstGeom>
        </p:spPr>
      </p:pic>
      <p:grpSp>
        <p:nvGrpSpPr>
          <p:cNvPr id="24" name="Group 23">
            <a:extLst>
              <a:ext uri="{FF2B5EF4-FFF2-40B4-BE49-F238E27FC236}">
                <a16:creationId xmlns:a16="http://schemas.microsoft.com/office/drawing/2014/main" id="{AA95DB9C-39E7-6DC6-E872-A8C2723826CA}"/>
              </a:ext>
            </a:extLst>
          </p:cNvPr>
          <p:cNvGrpSpPr>
            <a:grpSpLocks noChangeAspect="1"/>
          </p:cNvGrpSpPr>
          <p:nvPr userDrawn="1"/>
        </p:nvGrpSpPr>
        <p:grpSpPr>
          <a:xfrm>
            <a:off x="7072863" y="2635715"/>
            <a:ext cx="1681551" cy="1737360"/>
            <a:chOff x="7078693" y="2691028"/>
            <a:chExt cx="1634411" cy="1688655"/>
          </a:xfrm>
        </p:grpSpPr>
        <p:sp>
          <p:nvSpPr>
            <p:cNvPr id="25" name="Freeform: Shape 22">
              <a:extLst>
                <a:ext uri="{FF2B5EF4-FFF2-40B4-BE49-F238E27FC236}">
                  <a16:creationId xmlns:a16="http://schemas.microsoft.com/office/drawing/2014/main" id="{D2E0534F-69DF-F22A-6194-6DF17D92BAA2}"/>
                </a:ext>
              </a:extLst>
            </p:cNvPr>
            <p:cNvSpPr/>
            <p:nvPr/>
          </p:nvSpPr>
          <p:spPr>
            <a:xfrm>
              <a:off x="7078693" y="3540053"/>
              <a:ext cx="553370" cy="839455"/>
            </a:xfrm>
            <a:custGeom>
              <a:avLst/>
              <a:gdLst>
                <a:gd name="connsiteX0" fmla="*/ 186803 w 206004"/>
                <a:gd name="connsiteY0" fmla="*/ 0 h 312504"/>
                <a:gd name="connsiteX1" fmla="*/ 0 w 206004"/>
                <a:gd name="connsiteY1" fmla="*/ 0 h 312504"/>
                <a:gd name="connsiteX2" fmla="*/ 0 w 206004"/>
                <a:gd name="connsiteY2" fmla="*/ 16496 h 312504"/>
                <a:gd name="connsiteX3" fmla="*/ 186803 w 206004"/>
                <a:gd name="connsiteY3" fmla="*/ 16496 h 312504"/>
                <a:gd name="connsiteX4" fmla="*/ 189508 w 206004"/>
                <a:gd name="connsiteY4" fmla="*/ 19202 h 312504"/>
                <a:gd name="connsiteX5" fmla="*/ 189508 w 206004"/>
                <a:gd name="connsiteY5" fmla="*/ 312504 h 312504"/>
                <a:gd name="connsiteX6" fmla="*/ 206004 w 206004"/>
                <a:gd name="connsiteY6" fmla="*/ 312504 h 312504"/>
                <a:gd name="connsiteX7" fmla="*/ 206004 w 206004"/>
                <a:gd name="connsiteY7" fmla="*/ 19202 h 312504"/>
                <a:gd name="connsiteX8" fmla="*/ 186803 w 206004"/>
                <a:gd name="connsiteY8" fmla="*/ 0 h 31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004" h="312504">
                  <a:moveTo>
                    <a:pt x="186803" y="0"/>
                  </a:moveTo>
                  <a:lnTo>
                    <a:pt x="0" y="0"/>
                  </a:lnTo>
                  <a:lnTo>
                    <a:pt x="0" y="16496"/>
                  </a:lnTo>
                  <a:lnTo>
                    <a:pt x="186803" y="16496"/>
                  </a:lnTo>
                  <a:cubicBezTo>
                    <a:pt x="188255" y="16496"/>
                    <a:pt x="189508" y="17684"/>
                    <a:pt x="189508" y="19202"/>
                  </a:cubicBezTo>
                  <a:lnTo>
                    <a:pt x="189508" y="312504"/>
                  </a:lnTo>
                  <a:lnTo>
                    <a:pt x="206004" y="312504"/>
                  </a:lnTo>
                  <a:lnTo>
                    <a:pt x="206004" y="19202"/>
                  </a:lnTo>
                  <a:cubicBezTo>
                    <a:pt x="206004" y="8644"/>
                    <a:pt x="197426" y="0"/>
                    <a:pt x="186803" y="0"/>
                  </a:cubicBezTo>
                  <a:close/>
                </a:path>
              </a:pathLst>
            </a:custGeom>
            <a:solidFill>
              <a:schemeClr val="accent5"/>
            </a:solidFill>
            <a:ln w="0" cap="flat">
              <a:noFill/>
              <a:prstDash val="solid"/>
              <a:miter/>
            </a:ln>
          </p:spPr>
          <p:txBody>
            <a:bodyPr lIns="46818" tIns="23409" rIns="46818" bIns="23409"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6" name="Freeform: Shape 23">
              <a:extLst>
                <a:ext uri="{FF2B5EF4-FFF2-40B4-BE49-F238E27FC236}">
                  <a16:creationId xmlns:a16="http://schemas.microsoft.com/office/drawing/2014/main" id="{916BEADB-2B89-3793-74C3-B4E68ECBD0D3}"/>
                </a:ext>
              </a:extLst>
            </p:cNvPr>
            <p:cNvSpPr/>
            <p:nvPr/>
          </p:nvSpPr>
          <p:spPr>
            <a:xfrm>
              <a:off x="8162393" y="3540053"/>
              <a:ext cx="550711" cy="839455"/>
            </a:xfrm>
            <a:custGeom>
              <a:avLst/>
              <a:gdLst>
                <a:gd name="connsiteX0" fmla="*/ 19202 w 205014"/>
                <a:gd name="connsiteY0" fmla="*/ 0 h 312504"/>
                <a:gd name="connsiteX1" fmla="*/ 0 w 205014"/>
                <a:gd name="connsiteY1" fmla="*/ 19202 h 312504"/>
                <a:gd name="connsiteX2" fmla="*/ 0 w 205014"/>
                <a:gd name="connsiteY2" fmla="*/ 312504 h 312504"/>
                <a:gd name="connsiteX3" fmla="*/ 16496 w 205014"/>
                <a:gd name="connsiteY3" fmla="*/ 312504 h 312504"/>
                <a:gd name="connsiteX4" fmla="*/ 16496 w 205014"/>
                <a:gd name="connsiteY4" fmla="*/ 19202 h 312504"/>
                <a:gd name="connsiteX5" fmla="*/ 19202 w 205014"/>
                <a:gd name="connsiteY5" fmla="*/ 16496 h 312504"/>
                <a:gd name="connsiteX6" fmla="*/ 205015 w 205014"/>
                <a:gd name="connsiteY6" fmla="*/ 16496 h 312504"/>
                <a:gd name="connsiteX7" fmla="*/ 205015 w 205014"/>
                <a:gd name="connsiteY7" fmla="*/ 0 h 312504"/>
                <a:gd name="connsiteX8" fmla="*/ 19202 w 205014"/>
                <a:gd name="connsiteY8" fmla="*/ 0 h 31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5014" h="312504">
                  <a:moveTo>
                    <a:pt x="19202" y="0"/>
                  </a:moveTo>
                  <a:cubicBezTo>
                    <a:pt x="8644" y="0"/>
                    <a:pt x="0" y="8578"/>
                    <a:pt x="0" y="19202"/>
                  </a:cubicBezTo>
                  <a:lnTo>
                    <a:pt x="0" y="312504"/>
                  </a:lnTo>
                  <a:lnTo>
                    <a:pt x="16496" y="312504"/>
                  </a:lnTo>
                  <a:lnTo>
                    <a:pt x="16496" y="19202"/>
                  </a:lnTo>
                  <a:cubicBezTo>
                    <a:pt x="16496" y="17750"/>
                    <a:pt x="17684" y="16496"/>
                    <a:pt x="19202" y="16496"/>
                  </a:cubicBezTo>
                  <a:lnTo>
                    <a:pt x="205015" y="16496"/>
                  </a:lnTo>
                  <a:lnTo>
                    <a:pt x="205015" y="0"/>
                  </a:lnTo>
                  <a:lnTo>
                    <a:pt x="19202" y="0"/>
                  </a:lnTo>
                  <a:close/>
                </a:path>
              </a:pathLst>
            </a:custGeom>
            <a:solidFill>
              <a:schemeClr val="accent5"/>
            </a:solidFill>
            <a:ln w="0" cap="flat">
              <a:noFill/>
              <a:prstDash val="solid"/>
              <a:miter/>
            </a:ln>
          </p:spPr>
          <p:txBody>
            <a:bodyPr lIns="46818" tIns="23409" rIns="46818" bIns="23409"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27" name="Group 26">
              <a:extLst>
                <a:ext uri="{FF2B5EF4-FFF2-40B4-BE49-F238E27FC236}">
                  <a16:creationId xmlns:a16="http://schemas.microsoft.com/office/drawing/2014/main" id="{8118B40A-A09D-7557-38AE-0407BA84BA1C}"/>
                </a:ext>
              </a:extLst>
            </p:cNvPr>
            <p:cNvGrpSpPr/>
            <p:nvPr/>
          </p:nvGrpSpPr>
          <p:grpSpPr>
            <a:xfrm>
              <a:off x="7099254" y="2691028"/>
              <a:ext cx="1591520" cy="1688655"/>
              <a:chOff x="7099254" y="2691028"/>
              <a:chExt cx="1591520" cy="1688655"/>
            </a:xfrm>
            <a:solidFill>
              <a:schemeClr val="accent5"/>
            </a:solidFill>
          </p:grpSpPr>
          <p:sp>
            <p:nvSpPr>
              <p:cNvPr id="28" name="Freeform: Shape 24">
                <a:extLst>
                  <a:ext uri="{FF2B5EF4-FFF2-40B4-BE49-F238E27FC236}">
                    <a16:creationId xmlns:a16="http://schemas.microsoft.com/office/drawing/2014/main" id="{CF169628-FF3F-072F-75AE-8E9ED2901F21}"/>
                  </a:ext>
                </a:extLst>
              </p:cNvPr>
              <p:cNvSpPr/>
              <p:nvPr/>
            </p:nvSpPr>
            <p:spPr>
              <a:xfrm>
                <a:off x="7537767" y="2704497"/>
                <a:ext cx="290689" cy="290689"/>
              </a:xfrm>
              <a:custGeom>
                <a:avLst/>
                <a:gdLst>
                  <a:gd name="connsiteX0" fmla="*/ 54108 w 108215"/>
                  <a:gd name="connsiteY0" fmla="*/ 108215 h 108215"/>
                  <a:gd name="connsiteX1" fmla="*/ 108215 w 108215"/>
                  <a:gd name="connsiteY1" fmla="*/ 54108 h 108215"/>
                  <a:gd name="connsiteX2" fmla="*/ 54108 w 108215"/>
                  <a:gd name="connsiteY2" fmla="*/ 0 h 108215"/>
                  <a:gd name="connsiteX3" fmla="*/ 0 w 108215"/>
                  <a:gd name="connsiteY3" fmla="*/ 54108 h 108215"/>
                  <a:gd name="connsiteX4" fmla="*/ 54108 w 108215"/>
                  <a:gd name="connsiteY4" fmla="*/ 108215 h 108215"/>
                  <a:gd name="connsiteX5" fmla="*/ 54108 w 108215"/>
                  <a:gd name="connsiteY5" fmla="*/ 16496 h 108215"/>
                  <a:gd name="connsiteX6" fmla="*/ 91719 w 108215"/>
                  <a:gd name="connsiteY6" fmla="*/ 54108 h 108215"/>
                  <a:gd name="connsiteX7" fmla="*/ 54108 w 108215"/>
                  <a:gd name="connsiteY7" fmla="*/ 91719 h 108215"/>
                  <a:gd name="connsiteX8" fmla="*/ 16496 w 108215"/>
                  <a:gd name="connsiteY8" fmla="*/ 54108 h 108215"/>
                  <a:gd name="connsiteX9" fmla="*/ 54108 w 108215"/>
                  <a:gd name="connsiteY9" fmla="*/ 16496 h 10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215" h="108215">
                    <a:moveTo>
                      <a:pt x="54108" y="108215"/>
                    </a:moveTo>
                    <a:cubicBezTo>
                      <a:pt x="83933" y="108215"/>
                      <a:pt x="108215" y="83933"/>
                      <a:pt x="108215" y="54108"/>
                    </a:cubicBezTo>
                    <a:cubicBezTo>
                      <a:pt x="108215" y="24282"/>
                      <a:pt x="83933" y="0"/>
                      <a:pt x="54108" y="0"/>
                    </a:cubicBezTo>
                    <a:cubicBezTo>
                      <a:pt x="24282" y="0"/>
                      <a:pt x="0" y="24282"/>
                      <a:pt x="0" y="54108"/>
                    </a:cubicBezTo>
                    <a:cubicBezTo>
                      <a:pt x="0" y="83933"/>
                      <a:pt x="24282" y="108215"/>
                      <a:pt x="54108" y="108215"/>
                    </a:cubicBezTo>
                    <a:close/>
                    <a:moveTo>
                      <a:pt x="54108" y="16496"/>
                    </a:moveTo>
                    <a:cubicBezTo>
                      <a:pt x="74827" y="16496"/>
                      <a:pt x="91719" y="33388"/>
                      <a:pt x="91719" y="54108"/>
                    </a:cubicBezTo>
                    <a:cubicBezTo>
                      <a:pt x="91719" y="74827"/>
                      <a:pt x="74827" y="91719"/>
                      <a:pt x="54108" y="91719"/>
                    </a:cubicBezTo>
                    <a:cubicBezTo>
                      <a:pt x="33388" y="91719"/>
                      <a:pt x="16496" y="74827"/>
                      <a:pt x="16496" y="54108"/>
                    </a:cubicBezTo>
                    <a:cubicBezTo>
                      <a:pt x="16496" y="33388"/>
                      <a:pt x="33388" y="16496"/>
                      <a:pt x="54108" y="16496"/>
                    </a:cubicBezTo>
                    <a:close/>
                  </a:path>
                </a:pathLst>
              </a:custGeom>
              <a:grpFill/>
              <a:ln w="62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9" name="Freeform: Shape 25">
                <a:extLst>
                  <a:ext uri="{FF2B5EF4-FFF2-40B4-BE49-F238E27FC236}">
                    <a16:creationId xmlns:a16="http://schemas.microsoft.com/office/drawing/2014/main" id="{5F395B14-284D-AB07-C89B-BB1C44583D43}"/>
                  </a:ext>
                </a:extLst>
              </p:cNvPr>
              <p:cNvSpPr/>
              <p:nvPr/>
            </p:nvSpPr>
            <p:spPr>
              <a:xfrm>
                <a:off x="8400085" y="2704497"/>
                <a:ext cx="290689" cy="290689"/>
              </a:xfrm>
              <a:custGeom>
                <a:avLst/>
                <a:gdLst>
                  <a:gd name="connsiteX0" fmla="*/ 54108 w 108215"/>
                  <a:gd name="connsiteY0" fmla="*/ 108215 h 108215"/>
                  <a:gd name="connsiteX1" fmla="*/ 108215 w 108215"/>
                  <a:gd name="connsiteY1" fmla="*/ 54108 h 108215"/>
                  <a:gd name="connsiteX2" fmla="*/ 54108 w 108215"/>
                  <a:gd name="connsiteY2" fmla="*/ 0 h 108215"/>
                  <a:gd name="connsiteX3" fmla="*/ 0 w 108215"/>
                  <a:gd name="connsiteY3" fmla="*/ 54108 h 108215"/>
                  <a:gd name="connsiteX4" fmla="*/ 54108 w 108215"/>
                  <a:gd name="connsiteY4" fmla="*/ 108215 h 108215"/>
                  <a:gd name="connsiteX5" fmla="*/ 54108 w 108215"/>
                  <a:gd name="connsiteY5" fmla="*/ 16496 h 108215"/>
                  <a:gd name="connsiteX6" fmla="*/ 91719 w 108215"/>
                  <a:gd name="connsiteY6" fmla="*/ 54108 h 108215"/>
                  <a:gd name="connsiteX7" fmla="*/ 54108 w 108215"/>
                  <a:gd name="connsiteY7" fmla="*/ 91719 h 108215"/>
                  <a:gd name="connsiteX8" fmla="*/ 16496 w 108215"/>
                  <a:gd name="connsiteY8" fmla="*/ 54108 h 108215"/>
                  <a:gd name="connsiteX9" fmla="*/ 54108 w 108215"/>
                  <a:gd name="connsiteY9" fmla="*/ 16496 h 10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215" h="108215">
                    <a:moveTo>
                      <a:pt x="54108" y="108215"/>
                    </a:moveTo>
                    <a:cubicBezTo>
                      <a:pt x="83933" y="108215"/>
                      <a:pt x="108215" y="83933"/>
                      <a:pt x="108215" y="54108"/>
                    </a:cubicBezTo>
                    <a:cubicBezTo>
                      <a:pt x="108215" y="24282"/>
                      <a:pt x="83933" y="0"/>
                      <a:pt x="54108" y="0"/>
                    </a:cubicBezTo>
                    <a:cubicBezTo>
                      <a:pt x="24282" y="0"/>
                      <a:pt x="0" y="24282"/>
                      <a:pt x="0" y="54108"/>
                    </a:cubicBezTo>
                    <a:cubicBezTo>
                      <a:pt x="0" y="83933"/>
                      <a:pt x="24282" y="108215"/>
                      <a:pt x="54108" y="108215"/>
                    </a:cubicBezTo>
                    <a:close/>
                    <a:moveTo>
                      <a:pt x="54108" y="16496"/>
                    </a:moveTo>
                    <a:cubicBezTo>
                      <a:pt x="74827" y="16496"/>
                      <a:pt x="91719" y="33388"/>
                      <a:pt x="91719" y="54108"/>
                    </a:cubicBezTo>
                    <a:cubicBezTo>
                      <a:pt x="91719" y="74827"/>
                      <a:pt x="74827" y="91719"/>
                      <a:pt x="54108" y="91719"/>
                    </a:cubicBezTo>
                    <a:cubicBezTo>
                      <a:pt x="33388" y="91719"/>
                      <a:pt x="16496" y="74827"/>
                      <a:pt x="16496" y="54108"/>
                    </a:cubicBezTo>
                    <a:cubicBezTo>
                      <a:pt x="16496" y="33388"/>
                      <a:pt x="33388" y="16496"/>
                      <a:pt x="54108" y="16496"/>
                    </a:cubicBezTo>
                    <a:close/>
                  </a:path>
                </a:pathLst>
              </a:custGeom>
              <a:grpFill/>
              <a:ln w="62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0" name="Freeform: Shape 26">
                <a:extLst>
                  <a:ext uri="{FF2B5EF4-FFF2-40B4-BE49-F238E27FC236}">
                    <a16:creationId xmlns:a16="http://schemas.microsoft.com/office/drawing/2014/main" id="{1A55EB4A-45D9-0B9D-F08D-C85179EC8CC9}"/>
                  </a:ext>
                </a:extLst>
              </p:cNvPr>
              <p:cNvSpPr/>
              <p:nvPr/>
            </p:nvSpPr>
            <p:spPr>
              <a:xfrm>
                <a:off x="7112724" y="3081153"/>
                <a:ext cx="290689" cy="290689"/>
              </a:xfrm>
              <a:custGeom>
                <a:avLst/>
                <a:gdLst>
                  <a:gd name="connsiteX0" fmla="*/ 0 w 108215"/>
                  <a:gd name="connsiteY0" fmla="*/ 54108 h 108215"/>
                  <a:gd name="connsiteX1" fmla="*/ 54108 w 108215"/>
                  <a:gd name="connsiteY1" fmla="*/ 108215 h 108215"/>
                  <a:gd name="connsiteX2" fmla="*/ 108215 w 108215"/>
                  <a:gd name="connsiteY2" fmla="*/ 54108 h 108215"/>
                  <a:gd name="connsiteX3" fmla="*/ 54108 w 108215"/>
                  <a:gd name="connsiteY3" fmla="*/ 0 h 108215"/>
                  <a:gd name="connsiteX4" fmla="*/ 0 w 108215"/>
                  <a:gd name="connsiteY4" fmla="*/ 54108 h 108215"/>
                  <a:gd name="connsiteX5" fmla="*/ 91719 w 108215"/>
                  <a:gd name="connsiteY5" fmla="*/ 54108 h 108215"/>
                  <a:gd name="connsiteX6" fmla="*/ 54108 w 108215"/>
                  <a:gd name="connsiteY6" fmla="*/ 91719 h 108215"/>
                  <a:gd name="connsiteX7" fmla="*/ 16496 w 108215"/>
                  <a:gd name="connsiteY7" fmla="*/ 54108 h 108215"/>
                  <a:gd name="connsiteX8" fmla="*/ 54108 w 108215"/>
                  <a:gd name="connsiteY8" fmla="*/ 16496 h 108215"/>
                  <a:gd name="connsiteX9" fmla="*/ 91719 w 108215"/>
                  <a:gd name="connsiteY9" fmla="*/ 54108 h 10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215" h="108215">
                    <a:moveTo>
                      <a:pt x="0" y="54108"/>
                    </a:moveTo>
                    <a:cubicBezTo>
                      <a:pt x="0" y="83933"/>
                      <a:pt x="24282" y="108215"/>
                      <a:pt x="54108" y="108215"/>
                    </a:cubicBezTo>
                    <a:cubicBezTo>
                      <a:pt x="83933" y="108215"/>
                      <a:pt x="108215" y="83933"/>
                      <a:pt x="108215" y="54108"/>
                    </a:cubicBezTo>
                    <a:cubicBezTo>
                      <a:pt x="108215" y="24282"/>
                      <a:pt x="83933" y="0"/>
                      <a:pt x="54108" y="0"/>
                    </a:cubicBezTo>
                    <a:cubicBezTo>
                      <a:pt x="24282" y="0"/>
                      <a:pt x="0" y="24282"/>
                      <a:pt x="0" y="54108"/>
                    </a:cubicBezTo>
                    <a:close/>
                    <a:moveTo>
                      <a:pt x="91719" y="54108"/>
                    </a:moveTo>
                    <a:cubicBezTo>
                      <a:pt x="91719" y="74827"/>
                      <a:pt x="74827" y="91719"/>
                      <a:pt x="54108" y="91719"/>
                    </a:cubicBezTo>
                    <a:cubicBezTo>
                      <a:pt x="33388" y="91719"/>
                      <a:pt x="16496" y="74827"/>
                      <a:pt x="16496" y="54108"/>
                    </a:cubicBezTo>
                    <a:cubicBezTo>
                      <a:pt x="16496" y="33388"/>
                      <a:pt x="33388" y="16496"/>
                      <a:pt x="54108" y="16496"/>
                    </a:cubicBezTo>
                    <a:cubicBezTo>
                      <a:pt x="74827" y="16496"/>
                      <a:pt x="91719" y="33388"/>
                      <a:pt x="91719" y="54108"/>
                    </a:cubicBezTo>
                    <a:close/>
                  </a:path>
                </a:pathLst>
              </a:custGeom>
              <a:grpFill/>
              <a:ln w="62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1" name="Freeform: Shape 27">
                <a:extLst>
                  <a:ext uri="{FF2B5EF4-FFF2-40B4-BE49-F238E27FC236}">
                    <a16:creationId xmlns:a16="http://schemas.microsoft.com/office/drawing/2014/main" id="{18BE65EB-6D7D-002F-63B5-AB850291F334}"/>
                  </a:ext>
                </a:extLst>
              </p:cNvPr>
              <p:cNvSpPr/>
              <p:nvPr/>
            </p:nvSpPr>
            <p:spPr>
              <a:xfrm>
                <a:off x="7984791" y="2719564"/>
                <a:ext cx="260377" cy="260378"/>
              </a:xfrm>
              <a:custGeom>
                <a:avLst/>
                <a:gdLst>
                  <a:gd name="connsiteX0" fmla="*/ 96932 w 96931"/>
                  <a:gd name="connsiteY0" fmla="*/ 0 h 96931"/>
                  <a:gd name="connsiteX1" fmla="*/ 0 w 96931"/>
                  <a:gd name="connsiteY1" fmla="*/ 0 h 96931"/>
                  <a:gd name="connsiteX2" fmla="*/ 0 w 96931"/>
                  <a:gd name="connsiteY2" fmla="*/ 96932 h 96931"/>
                  <a:gd name="connsiteX3" fmla="*/ 96932 w 96931"/>
                  <a:gd name="connsiteY3" fmla="*/ 96932 h 96931"/>
                  <a:gd name="connsiteX4" fmla="*/ 96932 w 96931"/>
                  <a:gd name="connsiteY4" fmla="*/ 0 h 96931"/>
                  <a:gd name="connsiteX5" fmla="*/ 80435 w 96931"/>
                  <a:gd name="connsiteY5" fmla="*/ 80436 h 96931"/>
                  <a:gd name="connsiteX6" fmla="*/ 16496 w 96931"/>
                  <a:gd name="connsiteY6" fmla="*/ 80436 h 96931"/>
                  <a:gd name="connsiteX7" fmla="*/ 16496 w 96931"/>
                  <a:gd name="connsiteY7" fmla="*/ 16496 h 96931"/>
                  <a:gd name="connsiteX8" fmla="*/ 80435 w 96931"/>
                  <a:gd name="connsiteY8" fmla="*/ 16496 h 96931"/>
                  <a:gd name="connsiteX9" fmla="*/ 80435 w 96931"/>
                  <a:gd name="connsiteY9" fmla="*/ 80436 h 9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6931" h="96931">
                    <a:moveTo>
                      <a:pt x="96932" y="0"/>
                    </a:moveTo>
                    <a:lnTo>
                      <a:pt x="0" y="0"/>
                    </a:lnTo>
                    <a:lnTo>
                      <a:pt x="0" y="96932"/>
                    </a:lnTo>
                    <a:lnTo>
                      <a:pt x="96932" y="96932"/>
                    </a:lnTo>
                    <a:lnTo>
                      <a:pt x="96932" y="0"/>
                    </a:lnTo>
                    <a:close/>
                    <a:moveTo>
                      <a:pt x="80435" y="80436"/>
                    </a:moveTo>
                    <a:lnTo>
                      <a:pt x="16496" y="80436"/>
                    </a:lnTo>
                    <a:lnTo>
                      <a:pt x="16496" y="16496"/>
                    </a:lnTo>
                    <a:lnTo>
                      <a:pt x="80435" y="16496"/>
                    </a:lnTo>
                    <a:lnTo>
                      <a:pt x="80435" y="80436"/>
                    </a:lnTo>
                    <a:close/>
                  </a:path>
                </a:pathLst>
              </a:custGeom>
              <a:grpFill/>
              <a:ln w="62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2" name="Freeform: Shape 28">
                <a:extLst>
                  <a:ext uri="{FF2B5EF4-FFF2-40B4-BE49-F238E27FC236}">
                    <a16:creationId xmlns:a16="http://schemas.microsoft.com/office/drawing/2014/main" id="{3A9F768E-93DD-0C02-73DA-D4C24044C5E8}"/>
                  </a:ext>
                </a:extLst>
              </p:cNvPr>
              <p:cNvSpPr/>
              <p:nvPr/>
            </p:nvSpPr>
            <p:spPr>
              <a:xfrm>
                <a:off x="7552834" y="3096397"/>
                <a:ext cx="260377" cy="260378"/>
              </a:xfrm>
              <a:custGeom>
                <a:avLst/>
                <a:gdLst>
                  <a:gd name="connsiteX0" fmla="*/ 0 w 96931"/>
                  <a:gd name="connsiteY0" fmla="*/ 96932 h 96931"/>
                  <a:gd name="connsiteX1" fmla="*/ 96932 w 96931"/>
                  <a:gd name="connsiteY1" fmla="*/ 96932 h 96931"/>
                  <a:gd name="connsiteX2" fmla="*/ 96932 w 96931"/>
                  <a:gd name="connsiteY2" fmla="*/ 0 h 96931"/>
                  <a:gd name="connsiteX3" fmla="*/ 0 w 96931"/>
                  <a:gd name="connsiteY3" fmla="*/ 0 h 96931"/>
                  <a:gd name="connsiteX4" fmla="*/ 0 w 96931"/>
                  <a:gd name="connsiteY4" fmla="*/ 96932 h 96931"/>
                  <a:gd name="connsiteX5" fmla="*/ 16496 w 96931"/>
                  <a:gd name="connsiteY5" fmla="*/ 16496 h 96931"/>
                  <a:gd name="connsiteX6" fmla="*/ 80435 w 96931"/>
                  <a:gd name="connsiteY6" fmla="*/ 16496 h 96931"/>
                  <a:gd name="connsiteX7" fmla="*/ 80435 w 96931"/>
                  <a:gd name="connsiteY7" fmla="*/ 80436 h 96931"/>
                  <a:gd name="connsiteX8" fmla="*/ 16496 w 96931"/>
                  <a:gd name="connsiteY8" fmla="*/ 80436 h 96931"/>
                  <a:gd name="connsiteX9" fmla="*/ 16496 w 96931"/>
                  <a:gd name="connsiteY9" fmla="*/ 16496 h 9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6931" h="96931">
                    <a:moveTo>
                      <a:pt x="0" y="96932"/>
                    </a:moveTo>
                    <a:lnTo>
                      <a:pt x="96932" y="96932"/>
                    </a:lnTo>
                    <a:lnTo>
                      <a:pt x="96932" y="0"/>
                    </a:lnTo>
                    <a:lnTo>
                      <a:pt x="0" y="0"/>
                    </a:lnTo>
                    <a:lnTo>
                      <a:pt x="0" y="96932"/>
                    </a:lnTo>
                    <a:close/>
                    <a:moveTo>
                      <a:pt x="16496" y="16496"/>
                    </a:moveTo>
                    <a:lnTo>
                      <a:pt x="80435" y="16496"/>
                    </a:lnTo>
                    <a:lnTo>
                      <a:pt x="80435" y="80436"/>
                    </a:lnTo>
                    <a:lnTo>
                      <a:pt x="16496" y="80436"/>
                    </a:lnTo>
                    <a:lnTo>
                      <a:pt x="16496" y="16496"/>
                    </a:lnTo>
                    <a:close/>
                  </a:path>
                </a:pathLst>
              </a:custGeom>
              <a:grpFill/>
              <a:ln w="62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3" name="Freeform: Shape 29">
                <a:extLst>
                  <a:ext uri="{FF2B5EF4-FFF2-40B4-BE49-F238E27FC236}">
                    <a16:creationId xmlns:a16="http://schemas.microsoft.com/office/drawing/2014/main" id="{24A56CF1-2E93-E6CD-6517-7E45FC348BE0}"/>
                  </a:ext>
                </a:extLst>
              </p:cNvPr>
              <p:cNvSpPr/>
              <p:nvPr/>
            </p:nvSpPr>
            <p:spPr>
              <a:xfrm>
                <a:off x="7765711" y="3539344"/>
                <a:ext cx="260377" cy="260378"/>
              </a:xfrm>
              <a:custGeom>
                <a:avLst/>
                <a:gdLst>
                  <a:gd name="connsiteX0" fmla="*/ 0 w 96931"/>
                  <a:gd name="connsiteY0" fmla="*/ 96932 h 96931"/>
                  <a:gd name="connsiteX1" fmla="*/ 96932 w 96931"/>
                  <a:gd name="connsiteY1" fmla="*/ 96932 h 96931"/>
                  <a:gd name="connsiteX2" fmla="*/ 96932 w 96931"/>
                  <a:gd name="connsiteY2" fmla="*/ 0 h 96931"/>
                  <a:gd name="connsiteX3" fmla="*/ 0 w 96931"/>
                  <a:gd name="connsiteY3" fmla="*/ 0 h 96931"/>
                  <a:gd name="connsiteX4" fmla="*/ 0 w 96931"/>
                  <a:gd name="connsiteY4" fmla="*/ 96932 h 96931"/>
                  <a:gd name="connsiteX5" fmla="*/ 16496 w 96931"/>
                  <a:gd name="connsiteY5" fmla="*/ 16496 h 96931"/>
                  <a:gd name="connsiteX6" fmla="*/ 80435 w 96931"/>
                  <a:gd name="connsiteY6" fmla="*/ 16496 h 96931"/>
                  <a:gd name="connsiteX7" fmla="*/ 80435 w 96931"/>
                  <a:gd name="connsiteY7" fmla="*/ 80436 h 96931"/>
                  <a:gd name="connsiteX8" fmla="*/ 16496 w 96931"/>
                  <a:gd name="connsiteY8" fmla="*/ 80436 h 96931"/>
                  <a:gd name="connsiteX9" fmla="*/ 16496 w 96931"/>
                  <a:gd name="connsiteY9" fmla="*/ 16496 h 9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6931" h="96931">
                    <a:moveTo>
                      <a:pt x="0" y="96932"/>
                    </a:moveTo>
                    <a:lnTo>
                      <a:pt x="96932" y="96932"/>
                    </a:lnTo>
                    <a:lnTo>
                      <a:pt x="96932" y="0"/>
                    </a:lnTo>
                    <a:lnTo>
                      <a:pt x="0" y="0"/>
                    </a:lnTo>
                    <a:lnTo>
                      <a:pt x="0" y="96932"/>
                    </a:lnTo>
                    <a:close/>
                    <a:moveTo>
                      <a:pt x="16496" y="16496"/>
                    </a:moveTo>
                    <a:lnTo>
                      <a:pt x="80435" y="16496"/>
                    </a:lnTo>
                    <a:lnTo>
                      <a:pt x="80435" y="80436"/>
                    </a:lnTo>
                    <a:lnTo>
                      <a:pt x="16496" y="80436"/>
                    </a:lnTo>
                    <a:lnTo>
                      <a:pt x="16496" y="16496"/>
                    </a:lnTo>
                    <a:close/>
                  </a:path>
                </a:pathLst>
              </a:custGeom>
              <a:grpFill/>
              <a:ln w="62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4" name="Freeform: Shape 30">
                <a:extLst>
                  <a:ext uri="{FF2B5EF4-FFF2-40B4-BE49-F238E27FC236}">
                    <a16:creationId xmlns:a16="http://schemas.microsoft.com/office/drawing/2014/main" id="{FCAF6FE8-5943-9016-7798-F6BDDC61570C}"/>
                  </a:ext>
                </a:extLst>
              </p:cNvPr>
              <p:cNvSpPr/>
              <p:nvPr/>
            </p:nvSpPr>
            <p:spPr>
              <a:xfrm>
                <a:off x="7765711" y="3896327"/>
                <a:ext cx="260377" cy="260378"/>
              </a:xfrm>
              <a:custGeom>
                <a:avLst/>
                <a:gdLst>
                  <a:gd name="connsiteX0" fmla="*/ 0 w 96931"/>
                  <a:gd name="connsiteY0" fmla="*/ 96932 h 96931"/>
                  <a:gd name="connsiteX1" fmla="*/ 96932 w 96931"/>
                  <a:gd name="connsiteY1" fmla="*/ 96932 h 96931"/>
                  <a:gd name="connsiteX2" fmla="*/ 96932 w 96931"/>
                  <a:gd name="connsiteY2" fmla="*/ 0 h 96931"/>
                  <a:gd name="connsiteX3" fmla="*/ 0 w 96931"/>
                  <a:gd name="connsiteY3" fmla="*/ 0 h 96931"/>
                  <a:gd name="connsiteX4" fmla="*/ 0 w 96931"/>
                  <a:gd name="connsiteY4" fmla="*/ 96932 h 96931"/>
                  <a:gd name="connsiteX5" fmla="*/ 16496 w 96931"/>
                  <a:gd name="connsiteY5" fmla="*/ 16496 h 96931"/>
                  <a:gd name="connsiteX6" fmla="*/ 80435 w 96931"/>
                  <a:gd name="connsiteY6" fmla="*/ 16496 h 96931"/>
                  <a:gd name="connsiteX7" fmla="*/ 80435 w 96931"/>
                  <a:gd name="connsiteY7" fmla="*/ 80436 h 96931"/>
                  <a:gd name="connsiteX8" fmla="*/ 16496 w 96931"/>
                  <a:gd name="connsiteY8" fmla="*/ 80436 h 96931"/>
                  <a:gd name="connsiteX9" fmla="*/ 16496 w 96931"/>
                  <a:gd name="connsiteY9" fmla="*/ 16496 h 9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6931" h="96931">
                    <a:moveTo>
                      <a:pt x="0" y="96932"/>
                    </a:moveTo>
                    <a:lnTo>
                      <a:pt x="96932" y="96932"/>
                    </a:lnTo>
                    <a:lnTo>
                      <a:pt x="96932" y="0"/>
                    </a:lnTo>
                    <a:lnTo>
                      <a:pt x="0" y="0"/>
                    </a:lnTo>
                    <a:lnTo>
                      <a:pt x="0" y="96932"/>
                    </a:lnTo>
                    <a:close/>
                    <a:moveTo>
                      <a:pt x="16496" y="16496"/>
                    </a:moveTo>
                    <a:lnTo>
                      <a:pt x="80435" y="16496"/>
                    </a:lnTo>
                    <a:lnTo>
                      <a:pt x="80435" y="80436"/>
                    </a:lnTo>
                    <a:lnTo>
                      <a:pt x="16496" y="80436"/>
                    </a:lnTo>
                    <a:lnTo>
                      <a:pt x="16496" y="16496"/>
                    </a:lnTo>
                    <a:close/>
                  </a:path>
                </a:pathLst>
              </a:custGeom>
              <a:grpFill/>
              <a:ln w="62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5" name="Freeform: Shape 31">
                <a:extLst>
                  <a:ext uri="{FF2B5EF4-FFF2-40B4-BE49-F238E27FC236}">
                    <a16:creationId xmlns:a16="http://schemas.microsoft.com/office/drawing/2014/main" id="{87DAE894-D95F-6A53-3B93-99CDDA5285A5}"/>
                  </a:ext>
                </a:extLst>
              </p:cNvPr>
              <p:cNvSpPr/>
              <p:nvPr/>
            </p:nvSpPr>
            <p:spPr>
              <a:xfrm>
                <a:off x="7765711" y="4263056"/>
                <a:ext cx="260377" cy="116627"/>
              </a:xfrm>
              <a:custGeom>
                <a:avLst/>
                <a:gdLst>
                  <a:gd name="connsiteX0" fmla="*/ 0 w 96931"/>
                  <a:gd name="connsiteY0" fmla="*/ 43220 h 43417"/>
                  <a:gd name="connsiteX1" fmla="*/ 16496 w 96931"/>
                  <a:gd name="connsiteY1" fmla="*/ 43220 h 43417"/>
                  <a:gd name="connsiteX2" fmla="*/ 16496 w 96931"/>
                  <a:gd name="connsiteY2" fmla="*/ 16496 h 43417"/>
                  <a:gd name="connsiteX3" fmla="*/ 80435 w 96931"/>
                  <a:gd name="connsiteY3" fmla="*/ 16496 h 43417"/>
                  <a:gd name="connsiteX4" fmla="*/ 80435 w 96931"/>
                  <a:gd name="connsiteY4" fmla="*/ 43418 h 43417"/>
                  <a:gd name="connsiteX5" fmla="*/ 96932 w 96931"/>
                  <a:gd name="connsiteY5" fmla="*/ 43418 h 43417"/>
                  <a:gd name="connsiteX6" fmla="*/ 96932 w 96931"/>
                  <a:gd name="connsiteY6" fmla="*/ 0 h 43417"/>
                  <a:gd name="connsiteX7" fmla="*/ 0 w 96931"/>
                  <a:gd name="connsiteY7" fmla="*/ 0 h 43417"/>
                  <a:gd name="connsiteX8" fmla="*/ 0 w 96931"/>
                  <a:gd name="connsiteY8" fmla="*/ 43220 h 4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931" h="43417">
                    <a:moveTo>
                      <a:pt x="0" y="43220"/>
                    </a:moveTo>
                    <a:lnTo>
                      <a:pt x="16496" y="43220"/>
                    </a:lnTo>
                    <a:lnTo>
                      <a:pt x="16496" y="16496"/>
                    </a:lnTo>
                    <a:lnTo>
                      <a:pt x="80435" y="16496"/>
                    </a:lnTo>
                    <a:lnTo>
                      <a:pt x="80435" y="43418"/>
                    </a:lnTo>
                    <a:lnTo>
                      <a:pt x="96932" y="43418"/>
                    </a:lnTo>
                    <a:lnTo>
                      <a:pt x="96932" y="0"/>
                    </a:lnTo>
                    <a:lnTo>
                      <a:pt x="0" y="0"/>
                    </a:lnTo>
                    <a:lnTo>
                      <a:pt x="0" y="43220"/>
                    </a:lnTo>
                    <a:close/>
                  </a:path>
                </a:pathLst>
              </a:custGeom>
              <a:grpFill/>
              <a:ln w="62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6" name="Freeform: Shape 32">
                <a:extLst>
                  <a:ext uri="{FF2B5EF4-FFF2-40B4-BE49-F238E27FC236}">
                    <a16:creationId xmlns:a16="http://schemas.microsoft.com/office/drawing/2014/main" id="{DBE22D47-6610-5095-EA1F-C580C37AB401}"/>
                  </a:ext>
                </a:extLst>
              </p:cNvPr>
              <p:cNvSpPr/>
              <p:nvPr/>
            </p:nvSpPr>
            <p:spPr>
              <a:xfrm>
                <a:off x="8415329" y="3096397"/>
                <a:ext cx="260377" cy="260378"/>
              </a:xfrm>
              <a:custGeom>
                <a:avLst/>
                <a:gdLst>
                  <a:gd name="connsiteX0" fmla="*/ 0 w 96931"/>
                  <a:gd name="connsiteY0" fmla="*/ 96932 h 96931"/>
                  <a:gd name="connsiteX1" fmla="*/ 96932 w 96931"/>
                  <a:gd name="connsiteY1" fmla="*/ 96932 h 96931"/>
                  <a:gd name="connsiteX2" fmla="*/ 96932 w 96931"/>
                  <a:gd name="connsiteY2" fmla="*/ 0 h 96931"/>
                  <a:gd name="connsiteX3" fmla="*/ 0 w 96931"/>
                  <a:gd name="connsiteY3" fmla="*/ 0 h 96931"/>
                  <a:gd name="connsiteX4" fmla="*/ 0 w 96931"/>
                  <a:gd name="connsiteY4" fmla="*/ 96932 h 96931"/>
                  <a:gd name="connsiteX5" fmla="*/ 16496 w 96931"/>
                  <a:gd name="connsiteY5" fmla="*/ 16496 h 96931"/>
                  <a:gd name="connsiteX6" fmla="*/ 80435 w 96931"/>
                  <a:gd name="connsiteY6" fmla="*/ 16496 h 96931"/>
                  <a:gd name="connsiteX7" fmla="*/ 80435 w 96931"/>
                  <a:gd name="connsiteY7" fmla="*/ 80436 h 96931"/>
                  <a:gd name="connsiteX8" fmla="*/ 16496 w 96931"/>
                  <a:gd name="connsiteY8" fmla="*/ 80436 h 96931"/>
                  <a:gd name="connsiteX9" fmla="*/ 16496 w 96931"/>
                  <a:gd name="connsiteY9" fmla="*/ 16496 h 9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6931" h="96931">
                    <a:moveTo>
                      <a:pt x="0" y="96932"/>
                    </a:moveTo>
                    <a:lnTo>
                      <a:pt x="96932" y="96932"/>
                    </a:lnTo>
                    <a:lnTo>
                      <a:pt x="96932" y="0"/>
                    </a:lnTo>
                    <a:lnTo>
                      <a:pt x="0" y="0"/>
                    </a:lnTo>
                    <a:lnTo>
                      <a:pt x="0" y="96932"/>
                    </a:lnTo>
                    <a:close/>
                    <a:moveTo>
                      <a:pt x="16496" y="16496"/>
                    </a:moveTo>
                    <a:lnTo>
                      <a:pt x="80435" y="16496"/>
                    </a:lnTo>
                    <a:lnTo>
                      <a:pt x="80435" y="80436"/>
                    </a:lnTo>
                    <a:lnTo>
                      <a:pt x="16496" y="80436"/>
                    </a:lnTo>
                    <a:lnTo>
                      <a:pt x="16496" y="16496"/>
                    </a:lnTo>
                    <a:close/>
                  </a:path>
                </a:pathLst>
              </a:custGeom>
              <a:grpFill/>
              <a:ln w="62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7" name="Freeform: Shape 33">
                <a:extLst>
                  <a:ext uri="{FF2B5EF4-FFF2-40B4-BE49-F238E27FC236}">
                    <a16:creationId xmlns:a16="http://schemas.microsoft.com/office/drawing/2014/main" id="{AC66B9D6-057B-6EE1-2E07-628F6B93507C}"/>
                  </a:ext>
                </a:extLst>
              </p:cNvPr>
              <p:cNvSpPr/>
              <p:nvPr/>
            </p:nvSpPr>
            <p:spPr>
              <a:xfrm>
                <a:off x="7099254" y="2691028"/>
                <a:ext cx="317629" cy="317629"/>
              </a:xfrm>
              <a:custGeom>
                <a:avLst/>
                <a:gdLst>
                  <a:gd name="connsiteX0" fmla="*/ 118179 w 118244"/>
                  <a:gd name="connsiteY0" fmla="*/ 59122 h 118244"/>
                  <a:gd name="connsiteX1" fmla="*/ 59122 w 118244"/>
                  <a:gd name="connsiteY1" fmla="*/ 0 h 118244"/>
                  <a:gd name="connsiteX2" fmla="*/ 0 w 118244"/>
                  <a:gd name="connsiteY2" fmla="*/ 59122 h 118244"/>
                  <a:gd name="connsiteX3" fmla="*/ 59122 w 118244"/>
                  <a:gd name="connsiteY3" fmla="*/ 118245 h 118244"/>
                  <a:gd name="connsiteX4" fmla="*/ 118245 w 118244"/>
                  <a:gd name="connsiteY4" fmla="*/ 59122 h 118244"/>
                  <a:gd name="connsiteX5" fmla="*/ 59122 w 118244"/>
                  <a:gd name="connsiteY5" fmla="*/ 23359 h 118244"/>
                  <a:gd name="connsiteX6" fmla="*/ 94886 w 118244"/>
                  <a:gd name="connsiteY6" fmla="*/ 59122 h 118244"/>
                  <a:gd name="connsiteX7" fmla="*/ 59122 w 118244"/>
                  <a:gd name="connsiteY7" fmla="*/ 94886 h 118244"/>
                  <a:gd name="connsiteX8" fmla="*/ 23359 w 118244"/>
                  <a:gd name="connsiteY8" fmla="*/ 59122 h 118244"/>
                  <a:gd name="connsiteX9" fmla="*/ 59122 w 118244"/>
                  <a:gd name="connsiteY9" fmla="*/ 23359 h 118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244" h="118244">
                    <a:moveTo>
                      <a:pt x="118179" y="59122"/>
                    </a:moveTo>
                    <a:lnTo>
                      <a:pt x="59122" y="0"/>
                    </a:lnTo>
                    <a:lnTo>
                      <a:pt x="0" y="59122"/>
                    </a:lnTo>
                    <a:lnTo>
                      <a:pt x="59122" y="118245"/>
                    </a:lnTo>
                    <a:lnTo>
                      <a:pt x="118245" y="59122"/>
                    </a:lnTo>
                    <a:close/>
                    <a:moveTo>
                      <a:pt x="59122" y="23359"/>
                    </a:moveTo>
                    <a:lnTo>
                      <a:pt x="94886" y="59122"/>
                    </a:lnTo>
                    <a:lnTo>
                      <a:pt x="59122" y="94886"/>
                    </a:lnTo>
                    <a:lnTo>
                      <a:pt x="23359" y="59122"/>
                    </a:lnTo>
                    <a:lnTo>
                      <a:pt x="59122" y="23359"/>
                    </a:lnTo>
                    <a:close/>
                  </a:path>
                </a:pathLst>
              </a:custGeom>
              <a:grpFill/>
              <a:ln w="62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8" name="Freeform: Shape 34">
                <a:extLst>
                  <a:ext uri="{FF2B5EF4-FFF2-40B4-BE49-F238E27FC236}">
                    <a16:creationId xmlns:a16="http://schemas.microsoft.com/office/drawing/2014/main" id="{36B9C124-D768-EA55-4559-2887555F0ECC}"/>
                  </a:ext>
                </a:extLst>
              </p:cNvPr>
              <p:cNvSpPr/>
              <p:nvPr/>
            </p:nvSpPr>
            <p:spPr>
              <a:xfrm>
                <a:off x="7956076" y="3067859"/>
                <a:ext cx="317629" cy="317629"/>
              </a:xfrm>
              <a:custGeom>
                <a:avLst/>
                <a:gdLst>
                  <a:gd name="connsiteX0" fmla="*/ 59122 w 118244"/>
                  <a:gd name="connsiteY0" fmla="*/ 0 h 118244"/>
                  <a:gd name="connsiteX1" fmla="*/ 0 w 118244"/>
                  <a:gd name="connsiteY1" fmla="*/ 59122 h 118244"/>
                  <a:gd name="connsiteX2" fmla="*/ 59122 w 118244"/>
                  <a:gd name="connsiteY2" fmla="*/ 118245 h 118244"/>
                  <a:gd name="connsiteX3" fmla="*/ 118245 w 118244"/>
                  <a:gd name="connsiteY3" fmla="*/ 59122 h 118244"/>
                  <a:gd name="connsiteX4" fmla="*/ 59122 w 118244"/>
                  <a:gd name="connsiteY4" fmla="*/ 0 h 118244"/>
                  <a:gd name="connsiteX5" fmla="*/ 23359 w 118244"/>
                  <a:gd name="connsiteY5" fmla="*/ 59122 h 118244"/>
                  <a:gd name="connsiteX6" fmla="*/ 59122 w 118244"/>
                  <a:gd name="connsiteY6" fmla="*/ 23359 h 118244"/>
                  <a:gd name="connsiteX7" fmla="*/ 94886 w 118244"/>
                  <a:gd name="connsiteY7" fmla="*/ 59122 h 118244"/>
                  <a:gd name="connsiteX8" fmla="*/ 59122 w 118244"/>
                  <a:gd name="connsiteY8" fmla="*/ 94886 h 118244"/>
                  <a:gd name="connsiteX9" fmla="*/ 23359 w 118244"/>
                  <a:gd name="connsiteY9" fmla="*/ 59122 h 118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244" h="118244">
                    <a:moveTo>
                      <a:pt x="59122" y="0"/>
                    </a:moveTo>
                    <a:lnTo>
                      <a:pt x="0" y="59122"/>
                    </a:lnTo>
                    <a:lnTo>
                      <a:pt x="59122" y="118245"/>
                    </a:lnTo>
                    <a:lnTo>
                      <a:pt x="118245" y="59122"/>
                    </a:lnTo>
                    <a:lnTo>
                      <a:pt x="59122" y="0"/>
                    </a:lnTo>
                    <a:close/>
                    <a:moveTo>
                      <a:pt x="23359" y="59122"/>
                    </a:moveTo>
                    <a:lnTo>
                      <a:pt x="59122" y="23359"/>
                    </a:lnTo>
                    <a:lnTo>
                      <a:pt x="94886" y="59122"/>
                    </a:lnTo>
                    <a:lnTo>
                      <a:pt x="59122" y="94886"/>
                    </a:lnTo>
                    <a:lnTo>
                      <a:pt x="23359" y="59122"/>
                    </a:lnTo>
                    <a:close/>
                  </a:path>
                </a:pathLst>
              </a:custGeom>
              <a:grpFill/>
              <a:ln w="62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sp>
        <p:nvSpPr>
          <p:cNvPr id="39" name="TextBox 38">
            <a:extLst>
              <a:ext uri="{FF2B5EF4-FFF2-40B4-BE49-F238E27FC236}">
                <a16:creationId xmlns:a16="http://schemas.microsoft.com/office/drawing/2014/main" id="{92A294C6-C909-C316-AAF7-3C62BB69C3CA}"/>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41" name="Graphic 8">
            <a:extLst>
              <a:ext uri="{FF2B5EF4-FFF2-40B4-BE49-F238E27FC236}">
                <a16:creationId xmlns:a16="http://schemas.microsoft.com/office/drawing/2014/main" id="{892D436A-9CF8-71EB-2706-2608558983A2}"/>
              </a:ext>
            </a:extLst>
          </p:cNvPr>
          <p:cNvGrpSpPr/>
          <p:nvPr userDrawn="1"/>
        </p:nvGrpSpPr>
        <p:grpSpPr>
          <a:xfrm>
            <a:off x="265625" y="6323271"/>
            <a:ext cx="1249223" cy="369648"/>
            <a:chOff x="265625" y="6323271"/>
            <a:chExt cx="1249223" cy="369648"/>
          </a:xfrm>
          <a:solidFill>
            <a:srgbClr val="000000"/>
          </a:solidFill>
        </p:grpSpPr>
        <p:grpSp>
          <p:nvGrpSpPr>
            <p:cNvPr id="42" name="Graphic 8">
              <a:extLst>
                <a:ext uri="{FF2B5EF4-FFF2-40B4-BE49-F238E27FC236}">
                  <a16:creationId xmlns:a16="http://schemas.microsoft.com/office/drawing/2014/main" id="{35C93C08-A4A6-BB98-4129-973240CA30B9}"/>
                </a:ext>
              </a:extLst>
            </p:cNvPr>
            <p:cNvGrpSpPr/>
            <p:nvPr/>
          </p:nvGrpSpPr>
          <p:grpSpPr>
            <a:xfrm>
              <a:off x="745455" y="6594444"/>
              <a:ext cx="722662" cy="98475"/>
              <a:chOff x="745455" y="6594444"/>
              <a:chExt cx="722662" cy="98475"/>
            </a:xfrm>
            <a:solidFill>
              <a:srgbClr val="000000"/>
            </a:solidFill>
          </p:grpSpPr>
          <p:sp>
            <p:nvSpPr>
              <p:cNvPr id="51" name="Freeform 19">
                <a:extLst>
                  <a:ext uri="{FF2B5EF4-FFF2-40B4-BE49-F238E27FC236}">
                    <a16:creationId xmlns:a16="http://schemas.microsoft.com/office/drawing/2014/main" id="{D964A917-2142-E043-7D9A-1FED1CA5FD1C}"/>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52" name="Freeform 20">
                <a:extLst>
                  <a:ext uri="{FF2B5EF4-FFF2-40B4-BE49-F238E27FC236}">
                    <a16:creationId xmlns:a16="http://schemas.microsoft.com/office/drawing/2014/main" id="{07FB8CFB-F8BB-7695-B609-5108322681CB}"/>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53" name="Freeform 21">
                <a:extLst>
                  <a:ext uri="{FF2B5EF4-FFF2-40B4-BE49-F238E27FC236}">
                    <a16:creationId xmlns:a16="http://schemas.microsoft.com/office/drawing/2014/main" id="{6EEFC953-799D-C005-0947-6547DF07DAF0}"/>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54" name="Freeform 22">
                <a:extLst>
                  <a:ext uri="{FF2B5EF4-FFF2-40B4-BE49-F238E27FC236}">
                    <a16:creationId xmlns:a16="http://schemas.microsoft.com/office/drawing/2014/main" id="{C992F0AB-B0D9-CA64-45C4-4150373E1300}"/>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55" name="Freeform 23">
                <a:extLst>
                  <a:ext uri="{FF2B5EF4-FFF2-40B4-BE49-F238E27FC236}">
                    <a16:creationId xmlns:a16="http://schemas.microsoft.com/office/drawing/2014/main" id="{442C4985-7171-F625-9238-92598218578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56" name="Freeform 24">
                <a:extLst>
                  <a:ext uri="{FF2B5EF4-FFF2-40B4-BE49-F238E27FC236}">
                    <a16:creationId xmlns:a16="http://schemas.microsoft.com/office/drawing/2014/main" id="{D154FC48-E995-2BC8-6C63-14513EA04503}"/>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57" name="Freeform 25">
                <a:extLst>
                  <a:ext uri="{FF2B5EF4-FFF2-40B4-BE49-F238E27FC236}">
                    <a16:creationId xmlns:a16="http://schemas.microsoft.com/office/drawing/2014/main" id="{EE9B05EA-F748-6830-086D-BE51F42604E7}"/>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58" name="Freeform 26">
                <a:extLst>
                  <a:ext uri="{FF2B5EF4-FFF2-40B4-BE49-F238E27FC236}">
                    <a16:creationId xmlns:a16="http://schemas.microsoft.com/office/drawing/2014/main" id="{2B91EF22-DECB-2992-FC33-C98F4D646445}"/>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59" name="Freeform 27">
                <a:extLst>
                  <a:ext uri="{FF2B5EF4-FFF2-40B4-BE49-F238E27FC236}">
                    <a16:creationId xmlns:a16="http://schemas.microsoft.com/office/drawing/2014/main" id="{12D8F48E-1B8A-2AC4-6E86-B7DDA640E4F5}"/>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60" name="Freeform 28">
                <a:extLst>
                  <a:ext uri="{FF2B5EF4-FFF2-40B4-BE49-F238E27FC236}">
                    <a16:creationId xmlns:a16="http://schemas.microsoft.com/office/drawing/2014/main" id="{B3968019-A78B-4F5B-276F-28321B52B28A}"/>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43" name="Graphic 8">
              <a:extLst>
                <a:ext uri="{FF2B5EF4-FFF2-40B4-BE49-F238E27FC236}">
                  <a16:creationId xmlns:a16="http://schemas.microsoft.com/office/drawing/2014/main" id="{A8286F36-561E-3FA6-F31C-400982C33B7A}"/>
                </a:ext>
              </a:extLst>
            </p:cNvPr>
            <p:cNvGrpSpPr/>
            <p:nvPr/>
          </p:nvGrpSpPr>
          <p:grpSpPr>
            <a:xfrm>
              <a:off x="265625" y="6323271"/>
              <a:ext cx="1249223" cy="190348"/>
              <a:chOff x="265625" y="6323271"/>
              <a:chExt cx="1249223" cy="190348"/>
            </a:xfrm>
            <a:solidFill>
              <a:srgbClr val="000000"/>
            </a:solidFill>
          </p:grpSpPr>
          <p:sp>
            <p:nvSpPr>
              <p:cNvPr id="44" name="Freeform 10">
                <a:extLst>
                  <a:ext uri="{FF2B5EF4-FFF2-40B4-BE49-F238E27FC236}">
                    <a16:creationId xmlns:a16="http://schemas.microsoft.com/office/drawing/2014/main" id="{4242B9E4-5A2D-B4B8-E9CE-DB3559A7D5B8}"/>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45" name="Freeform 11">
                <a:extLst>
                  <a:ext uri="{FF2B5EF4-FFF2-40B4-BE49-F238E27FC236}">
                    <a16:creationId xmlns:a16="http://schemas.microsoft.com/office/drawing/2014/main" id="{084222A9-7BF6-F3DE-D5EA-9465CAC34E8A}"/>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46" name="Freeform 14">
                <a:extLst>
                  <a:ext uri="{FF2B5EF4-FFF2-40B4-BE49-F238E27FC236}">
                    <a16:creationId xmlns:a16="http://schemas.microsoft.com/office/drawing/2014/main" id="{568061FF-3D3F-BC91-697E-F81586770B5D}"/>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47" name="Freeform 15">
                <a:extLst>
                  <a:ext uri="{FF2B5EF4-FFF2-40B4-BE49-F238E27FC236}">
                    <a16:creationId xmlns:a16="http://schemas.microsoft.com/office/drawing/2014/main" id="{161136C6-3C73-C985-BCA9-A7002206885D}"/>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48" name="Freeform 16">
                <a:extLst>
                  <a:ext uri="{FF2B5EF4-FFF2-40B4-BE49-F238E27FC236}">
                    <a16:creationId xmlns:a16="http://schemas.microsoft.com/office/drawing/2014/main" id="{F72427CA-B877-4CB5-F604-0EC292761D27}"/>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49" name="Freeform 17">
                <a:extLst>
                  <a:ext uri="{FF2B5EF4-FFF2-40B4-BE49-F238E27FC236}">
                    <a16:creationId xmlns:a16="http://schemas.microsoft.com/office/drawing/2014/main" id="{B7EB85A9-5305-B000-F4A2-DB45DF066FD0}"/>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50" name="Freeform 18">
                <a:extLst>
                  <a:ext uri="{FF2B5EF4-FFF2-40B4-BE49-F238E27FC236}">
                    <a16:creationId xmlns:a16="http://schemas.microsoft.com/office/drawing/2014/main" id="{ECCF61CD-6D3F-5060-39BE-657A848A9A3A}"/>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40" name="TextBox 39">
            <a:extLst>
              <a:ext uri="{FF2B5EF4-FFF2-40B4-BE49-F238E27FC236}">
                <a16:creationId xmlns:a16="http://schemas.microsoft.com/office/drawing/2014/main" id="{9509A734-D739-9650-4AEE-CBE983D5246F}"/>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2549166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dec="http://schemas.microsoft.com/office/drawing/2017/decorative" xmlns:a16="http://schemas.microsoft.com/office/drawing/2014/main" xmlns="">
      <p:transition spd="med">
        <p:fade/>
      </p:transition>
    </mc:Fallback>
  </mc:AlternateContent>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preserve="1" userDrawn="1">
  <p:cSld name="Section - Availability">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2">
                    <a:lumMod val="25000"/>
                  </a:schemeClr>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3" name="Parallelogram 2">
            <a:extLst>
              <a:ext uri="{FF2B5EF4-FFF2-40B4-BE49-F238E27FC236}">
                <a16:creationId xmlns:a16="http://schemas.microsoft.com/office/drawing/2014/main" id="{4F7016CB-D59E-EB51-025D-1289057FBE7D}"/>
              </a:ext>
            </a:extLst>
          </p:cNvPr>
          <p:cNvSpPr/>
          <p:nvPr userDrawn="1"/>
        </p:nvSpPr>
        <p:spPr>
          <a:xfrm>
            <a:off x="5406003" y="0"/>
            <a:ext cx="14676689" cy="6858001"/>
          </a:xfrm>
          <a:prstGeom prst="parallelogram">
            <a:avLst>
              <a:gd name="adj" fmla="val 100124"/>
            </a:avLst>
          </a:prstGeom>
          <a:gradFill flip="none" rotWithShape="1">
            <a:gsLst>
              <a:gs pos="30000">
                <a:schemeClr val="accent2"/>
              </a:gs>
              <a:gs pos="100000">
                <a:schemeClr val="accent1"/>
              </a:gs>
            </a:gsLst>
            <a:lin ang="18900000" scaled="1"/>
            <a:tileRect/>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rallelogram 3">
            <a:extLst>
              <a:ext uri="{FF2B5EF4-FFF2-40B4-BE49-F238E27FC236}">
                <a16:creationId xmlns:a16="http://schemas.microsoft.com/office/drawing/2014/main" id="{7E9E863D-1DAA-BB55-6231-59FAB26FEE4B}"/>
              </a:ext>
            </a:extLst>
          </p:cNvPr>
          <p:cNvSpPr/>
          <p:nvPr userDrawn="1"/>
        </p:nvSpPr>
        <p:spPr>
          <a:xfrm>
            <a:off x="1840256" y="-1"/>
            <a:ext cx="12934077" cy="6470788"/>
          </a:xfrm>
          <a:prstGeom prst="parallelogram">
            <a:avLst>
              <a:gd name="adj" fmla="val 100124"/>
            </a:avLst>
          </a:prstGeom>
          <a:gradFill flip="none" rotWithShape="1">
            <a:gsLst>
              <a:gs pos="0">
                <a:schemeClr val="accent2">
                  <a:lumMod val="60000"/>
                  <a:lumOff val="40000"/>
                  <a:alpha val="25000"/>
                </a:schemeClr>
              </a:gs>
              <a:gs pos="74000">
                <a:schemeClr val="accent2">
                  <a:alpha val="0"/>
                </a:schemeClr>
              </a:gs>
            </a:gsLst>
            <a:lin ang="8100000" scaled="1"/>
            <a:tileRect/>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 name="Graphic 143">
            <a:extLst>
              <a:ext uri="{FF2B5EF4-FFF2-40B4-BE49-F238E27FC236}">
                <a16:creationId xmlns:a16="http://schemas.microsoft.com/office/drawing/2014/main" id="{A976FCD3-AC7B-0793-2363-B3A40057C53E}"/>
              </a:ext>
            </a:extLst>
          </p:cNvPr>
          <p:cNvSpPr/>
          <p:nvPr userDrawn="1"/>
        </p:nvSpPr>
        <p:spPr>
          <a:xfrm>
            <a:off x="4130978" y="4499933"/>
            <a:ext cx="2421204" cy="666750"/>
          </a:xfrm>
          <a:custGeom>
            <a:avLst/>
            <a:gdLst>
              <a:gd name="connsiteX0" fmla="*/ 482061 w 600651"/>
              <a:gd name="connsiteY0" fmla="*/ 38962 h 165407"/>
              <a:gd name="connsiteX1" fmla="*/ 398886 w 600651"/>
              <a:gd name="connsiteY1" fmla="*/ 75298 h 165407"/>
              <a:gd name="connsiteX2" fmla="*/ 268849 w 600651"/>
              <a:gd name="connsiteY2" fmla="*/ 0 h 165407"/>
              <a:gd name="connsiteX3" fmla="*/ 118927 w 600651"/>
              <a:gd name="connsiteY3" fmla="*/ 122878 h 165407"/>
              <a:gd name="connsiteX4" fmla="*/ 66185 w 600651"/>
              <a:gd name="connsiteY4" fmla="*/ 94823 h 165407"/>
              <a:gd name="connsiteX5" fmla="*/ 0 w 600651"/>
              <a:gd name="connsiteY5" fmla="*/ 165408 h 165407"/>
              <a:gd name="connsiteX6" fmla="*/ 600652 w 600651"/>
              <a:gd name="connsiteY6" fmla="*/ 165408 h 165407"/>
              <a:gd name="connsiteX7" fmla="*/ 482061 w 600651"/>
              <a:gd name="connsiteY7" fmla="*/ 38939 h 16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651" h="165407">
                <a:moveTo>
                  <a:pt x="482061" y="38962"/>
                </a:moveTo>
                <a:cubicBezTo>
                  <a:pt x="449653" y="38962"/>
                  <a:pt x="420297" y="52832"/>
                  <a:pt x="398886" y="75298"/>
                </a:cubicBezTo>
                <a:cubicBezTo>
                  <a:pt x="371236" y="29984"/>
                  <a:pt x="323341" y="0"/>
                  <a:pt x="268849" y="0"/>
                </a:cubicBezTo>
                <a:cubicBezTo>
                  <a:pt x="196963" y="0"/>
                  <a:pt x="136523" y="52136"/>
                  <a:pt x="118927" y="122878"/>
                </a:cubicBezTo>
                <a:cubicBezTo>
                  <a:pt x="106853" y="105865"/>
                  <a:pt x="87754" y="94823"/>
                  <a:pt x="66185" y="94823"/>
                </a:cubicBezTo>
                <a:cubicBezTo>
                  <a:pt x="29625" y="94823"/>
                  <a:pt x="0" y="126446"/>
                  <a:pt x="0" y="165408"/>
                </a:cubicBezTo>
                <a:lnTo>
                  <a:pt x="600652" y="165408"/>
                </a:lnTo>
                <a:cubicBezTo>
                  <a:pt x="600652" y="95564"/>
                  <a:pt x="547551" y="38939"/>
                  <a:pt x="482061" y="38939"/>
                </a:cubicBezTo>
                <a:close/>
              </a:path>
            </a:pathLst>
          </a:custGeom>
          <a:solidFill>
            <a:schemeClr val="accent2">
              <a:alpha val="13000"/>
            </a:schemeClr>
          </a:soli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6" name="Graphic 5">
            <a:extLst>
              <a:ext uri="{FF2B5EF4-FFF2-40B4-BE49-F238E27FC236}">
                <a16:creationId xmlns:a16="http://schemas.microsoft.com/office/drawing/2014/main" id="{5FB9E571-88B1-7CC6-11BF-3E907A0F3276}"/>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979191" y="2319345"/>
            <a:ext cx="3124591" cy="1207366"/>
          </a:xfrm>
          <a:prstGeom prst="rect">
            <a:avLst/>
          </a:prstGeom>
        </p:spPr>
      </p:pic>
      <p:grpSp>
        <p:nvGrpSpPr>
          <p:cNvPr id="7" name="Group 6">
            <a:extLst>
              <a:ext uri="{FF2B5EF4-FFF2-40B4-BE49-F238E27FC236}">
                <a16:creationId xmlns:a16="http://schemas.microsoft.com/office/drawing/2014/main" id="{4F1634E2-8058-C555-3943-FD1ADC8838C5}"/>
              </a:ext>
            </a:extLst>
          </p:cNvPr>
          <p:cNvGrpSpPr/>
          <p:nvPr userDrawn="1"/>
        </p:nvGrpSpPr>
        <p:grpSpPr>
          <a:xfrm>
            <a:off x="8467108" y="1045130"/>
            <a:ext cx="1685206" cy="686138"/>
            <a:chOff x="437672" y="1280130"/>
            <a:chExt cx="2910783" cy="1185138"/>
          </a:xfrm>
        </p:grpSpPr>
        <p:sp>
          <p:nvSpPr>
            <p:cNvPr id="8" name="Freeform: Shape 187">
              <a:extLst>
                <a:ext uri="{FF2B5EF4-FFF2-40B4-BE49-F238E27FC236}">
                  <a16:creationId xmlns:a16="http://schemas.microsoft.com/office/drawing/2014/main" id="{0FDBA61F-F67A-5815-162E-B6C33A29E7D2}"/>
                </a:ext>
              </a:extLst>
            </p:cNvPr>
            <p:cNvSpPr/>
            <p:nvPr/>
          </p:nvSpPr>
          <p:spPr>
            <a:xfrm>
              <a:off x="437672" y="1280130"/>
              <a:ext cx="2720832" cy="1110872"/>
            </a:xfrm>
            <a:custGeom>
              <a:avLst/>
              <a:gdLst>
                <a:gd name="connsiteX0" fmla="*/ 749249 w 907209"/>
                <a:gd name="connsiteY0" fmla="*/ 212440 h 370400"/>
                <a:gd name="connsiteX1" fmla="*/ 700014 w 907209"/>
                <a:gd name="connsiteY1" fmla="*/ 220306 h 370400"/>
                <a:gd name="connsiteX2" fmla="*/ 454537 w 907209"/>
                <a:gd name="connsiteY2" fmla="*/ 0 h 370400"/>
                <a:gd name="connsiteX3" fmla="*/ 213896 w 907209"/>
                <a:gd name="connsiteY3" fmla="*/ 191405 h 370400"/>
                <a:gd name="connsiteX4" fmla="*/ 178995 w 907209"/>
                <a:gd name="connsiteY4" fmla="*/ 191405 h 370400"/>
                <a:gd name="connsiteX5" fmla="*/ 0 w 907209"/>
                <a:gd name="connsiteY5" fmla="*/ 370400 h 370400"/>
                <a:gd name="connsiteX6" fmla="*/ 907209 w 907209"/>
                <a:gd name="connsiteY6" fmla="*/ 370400 h 370400"/>
                <a:gd name="connsiteX7" fmla="*/ 749249 w 907209"/>
                <a:gd name="connsiteY7" fmla="*/ 212440 h 3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7209" h="370400">
                  <a:moveTo>
                    <a:pt x="749249" y="212440"/>
                  </a:moveTo>
                  <a:cubicBezTo>
                    <a:pt x="732060" y="212440"/>
                    <a:pt x="715512" y="215236"/>
                    <a:pt x="700014" y="220306"/>
                  </a:cubicBezTo>
                  <a:cubicBezTo>
                    <a:pt x="686729" y="96489"/>
                    <a:pt x="581907" y="0"/>
                    <a:pt x="454537" y="0"/>
                  </a:cubicBezTo>
                  <a:cubicBezTo>
                    <a:pt x="337246" y="0"/>
                    <a:pt x="239126" y="81806"/>
                    <a:pt x="213896" y="191405"/>
                  </a:cubicBezTo>
                  <a:lnTo>
                    <a:pt x="178995" y="191405"/>
                  </a:lnTo>
                  <a:cubicBezTo>
                    <a:pt x="80116" y="191405"/>
                    <a:pt x="0" y="271522"/>
                    <a:pt x="0" y="370400"/>
                  </a:cubicBezTo>
                  <a:lnTo>
                    <a:pt x="907209" y="370400"/>
                  </a:lnTo>
                  <a:cubicBezTo>
                    <a:pt x="907209" y="283175"/>
                    <a:pt x="836474" y="212440"/>
                    <a:pt x="749249" y="212440"/>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9" name="Freeform: Shape 188">
              <a:extLst>
                <a:ext uri="{FF2B5EF4-FFF2-40B4-BE49-F238E27FC236}">
                  <a16:creationId xmlns:a16="http://schemas.microsoft.com/office/drawing/2014/main" id="{A4FC251F-49D7-9469-E4A5-AAE2124E6B09}"/>
                </a:ext>
              </a:extLst>
            </p:cNvPr>
            <p:cNvSpPr/>
            <p:nvPr/>
          </p:nvSpPr>
          <p:spPr>
            <a:xfrm>
              <a:off x="1651302" y="1789783"/>
              <a:ext cx="1697153" cy="675485"/>
            </a:xfrm>
            <a:custGeom>
              <a:avLst/>
              <a:gdLst>
                <a:gd name="connsiteX0" fmla="*/ 154872 w 565884"/>
                <a:gd name="connsiteY0" fmla="*/ 70357 h 225229"/>
                <a:gd name="connsiteX1" fmla="*/ 0 w 565884"/>
                <a:gd name="connsiteY1" fmla="*/ 225229 h 225229"/>
                <a:gd name="connsiteX2" fmla="*/ 565884 w 565884"/>
                <a:gd name="connsiteY2" fmla="*/ 225229 h 225229"/>
                <a:gd name="connsiteX3" fmla="*/ 496023 w 565884"/>
                <a:gd name="connsiteY3" fmla="*/ 70357 h 225229"/>
                <a:gd name="connsiteX4" fmla="*/ 496023 w 565884"/>
                <a:gd name="connsiteY4" fmla="*/ 70357 h 225229"/>
                <a:gd name="connsiteX5" fmla="*/ 154872 w 565884"/>
                <a:gd name="connsiteY5" fmla="*/ 70357 h 22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84" h="225229">
                  <a:moveTo>
                    <a:pt x="154872" y="70357"/>
                  </a:moveTo>
                  <a:lnTo>
                    <a:pt x="0" y="225229"/>
                  </a:lnTo>
                  <a:lnTo>
                    <a:pt x="565884" y="225229"/>
                  </a:lnTo>
                  <a:cubicBezTo>
                    <a:pt x="562272" y="168711"/>
                    <a:pt x="538965" y="113299"/>
                    <a:pt x="496023" y="70357"/>
                  </a:cubicBezTo>
                  <a:lnTo>
                    <a:pt x="496023" y="70357"/>
                  </a:lnTo>
                  <a:cubicBezTo>
                    <a:pt x="402213" y="-23452"/>
                    <a:pt x="248681" y="-23452"/>
                    <a:pt x="154872" y="70357"/>
                  </a:cubicBezTo>
                  <a:close/>
                </a:path>
              </a:pathLst>
            </a:custGeom>
            <a:gradFill>
              <a:gsLst>
                <a:gs pos="29000">
                  <a:srgbClr val="FFFFFF"/>
                </a:gs>
                <a:gs pos="48000">
                  <a:srgbClr val="F8FBFE"/>
                </a:gs>
                <a:gs pos="73000">
                  <a:srgbClr val="E7F3FB"/>
                </a:gs>
                <a:gs pos="100000">
                  <a:srgbClr val="CEE6F7"/>
                </a:gs>
              </a:gsLst>
              <a:lin ang="2700000" scaled="1"/>
            </a:gra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0" name="Graphic 133">
            <a:extLst>
              <a:ext uri="{FF2B5EF4-FFF2-40B4-BE49-F238E27FC236}">
                <a16:creationId xmlns:a16="http://schemas.microsoft.com/office/drawing/2014/main" id="{88C96766-B074-E6B0-DB30-1210E51F7777}"/>
              </a:ext>
            </a:extLst>
          </p:cNvPr>
          <p:cNvGrpSpPr/>
          <p:nvPr userDrawn="1"/>
        </p:nvGrpSpPr>
        <p:grpSpPr>
          <a:xfrm>
            <a:off x="7658058" y="759261"/>
            <a:ext cx="747561" cy="1467873"/>
            <a:chOff x="7819347" y="302010"/>
            <a:chExt cx="1311783" cy="2575750"/>
          </a:xfrm>
          <a:noFill/>
        </p:grpSpPr>
        <p:sp>
          <p:nvSpPr>
            <p:cNvPr id="11" name="Freeform: Shape 232">
              <a:extLst>
                <a:ext uri="{FF2B5EF4-FFF2-40B4-BE49-F238E27FC236}">
                  <a16:creationId xmlns:a16="http://schemas.microsoft.com/office/drawing/2014/main" id="{D4C48364-B88B-DC56-E5FE-438032A60D50}"/>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 name="Freeform: Shape 233">
              <a:extLst>
                <a:ext uri="{FF2B5EF4-FFF2-40B4-BE49-F238E27FC236}">
                  <a16:creationId xmlns:a16="http://schemas.microsoft.com/office/drawing/2014/main" id="{725730B3-3C14-88AC-6894-5153EEF9151E}"/>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 name="Freeform: Shape 234">
              <a:extLst>
                <a:ext uri="{FF2B5EF4-FFF2-40B4-BE49-F238E27FC236}">
                  <a16:creationId xmlns:a16="http://schemas.microsoft.com/office/drawing/2014/main" id="{755B9BD9-7CD3-DE32-91C9-37EF0D3ADE41}"/>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 name="Freeform: Shape 235">
              <a:extLst>
                <a:ext uri="{FF2B5EF4-FFF2-40B4-BE49-F238E27FC236}">
                  <a16:creationId xmlns:a16="http://schemas.microsoft.com/office/drawing/2014/main" id="{7063CD81-2F95-431F-2824-F93E019FDFA0}"/>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5" name="Freeform: Shape 236">
              <a:extLst>
                <a:ext uri="{FF2B5EF4-FFF2-40B4-BE49-F238E27FC236}">
                  <a16:creationId xmlns:a16="http://schemas.microsoft.com/office/drawing/2014/main" id="{25D8D3CB-436C-B532-88F8-B2A754EA8B47}"/>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6" name="Freeform: Shape 265">
            <a:extLst>
              <a:ext uri="{FF2B5EF4-FFF2-40B4-BE49-F238E27FC236}">
                <a16:creationId xmlns:a16="http://schemas.microsoft.com/office/drawing/2014/main" id="{4DC63BCB-2424-FA0B-B016-9DB0081CC73D}"/>
              </a:ext>
            </a:extLst>
          </p:cNvPr>
          <p:cNvSpPr/>
          <p:nvPr userDrawn="1"/>
        </p:nvSpPr>
        <p:spPr>
          <a:xfrm>
            <a:off x="11119385" y="4173017"/>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 name="Freeform: Shape 269">
            <a:extLst>
              <a:ext uri="{FF2B5EF4-FFF2-40B4-BE49-F238E27FC236}">
                <a16:creationId xmlns:a16="http://schemas.microsoft.com/office/drawing/2014/main" id="{16235C33-BD07-1AB2-75EC-2A600351BEF2}"/>
              </a:ext>
            </a:extLst>
          </p:cNvPr>
          <p:cNvSpPr/>
          <p:nvPr userDrawn="1"/>
        </p:nvSpPr>
        <p:spPr>
          <a:xfrm>
            <a:off x="6195382" y="430769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8" name="Freeform: Shape 285">
            <a:extLst>
              <a:ext uri="{FF2B5EF4-FFF2-40B4-BE49-F238E27FC236}">
                <a16:creationId xmlns:a16="http://schemas.microsoft.com/office/drawing/2014/main" id="{211AC89D-61D2-C7B7-49D9-67C9509B9417}"/>
              </a:ext>
            </a:extLst>
          </p:cNvPr>
          <p:cNvSpPr/>
          <p:nvPr userDrawn="1"/>
        </p:nvSpPr>
        <p:spPr>
          <a:xfrm>
            <a:off x="8709950" y="5303803"/>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 name="Freeform: Shape 286">
            <a:extLst>
              <a:ext uri="{FF2B5EF4-FFF2-40B4-BE49-F238E27FC236}">
                <a16:creationId xmlns:a16="http://schemas.microsoft.com/office/drawing/2014/main" id="{758304ED-089F-DA5F-03FB-67D09C210941}"/>
              </a:ext>
            </a:extLst>
          </p:cNvPr>
          <p:cNvSpPr/>
          <p:nvPr userDrawn="1"/>
        </p:nvSpPr>
        <p:spPr>
          <a:xfrm>
            <a:off x="9116688" y="50100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20" name="Graphic 133">
            <a:extLst>
              <a:ext uri="{FF2B5EF4-FFF2-40B4-BE49-F238E27FC236}">
                <a16:creationId xmlns:a16="http://schemas.microsoft.com/office/drawing/2014/main" id="{EE9E5ECA-73AE-3E40-A370-02B8CD76AA5D}"/>
              </a:ext>
            </a:extLst>
          </p:cNvPr>
          <p:cNvGrpSpPr/>
          <p:nvPr userDrawn="1"/>
        </p:nvGrpSpPr>
        <p:grpSpPr>
          <a:xfrm rot="15300000">
            <a:off x="9138526" y="3220264"/>
            <a:ext cx="1311783" cy="2575750"/>
            <a:chOff x="7819347" y="302010"/>
            <a:chExt cx="1311783" cy="2575750"/>
          </a:xfrm>
          <a:noFill/>
        </p:grpSpPr>
        <p:sp>
          <p:nvSpPr>
            <p:cNvPr id="21" name="Freeform: Shape 288">
              <a:extLst>
                <a:ext uri="{FF2B5EF4-FFF2-40B4-BE49-F238E27FC236}">
                  <a16:creationId xmlns:a16="http://schemas.microsoft.com/office/drawing/2014/main" id="{D47A122D-DF7C-8F26-FE45-93D33BE57298}"/>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2" name="Freeform: Shape 289">
              <a:extLst>
                <a:ext uri="{FF2B5EF4-FFF2-40B4-BE49-F238E27FC236}">
                  <a16:creationId xmlns:a16="http://schemas.microsoft.com/office/drawing/2014/main" id="{ABBADE66-E75F-53A1-DE3D-F2FDF7140C7B}"/>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3" name="Freeform: Shape 290">
              <a:extLst>
                <a:ext uri="{FF2B5EF4-FFF2-40B4-BE49-F238E27FC236}">
                  <a16:creationId xmlns:a16="http://schemas.microsoft.com/office/drawing/2014/main" id="{8046C844-E80C-F924-5DCC-C02527CEB385}"/>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4" name="Freeform: Shape 291">
              <a:extLst>
                <a:ext uri="{FF2B5EF4-FFF2-40B4-BE49-F238E27FC236}">
                  <a16:creationId xmlns:a16="http://schemas.microsoft.com/office/drawing/2014/main" id="{4EE9FF86-9A1F-C918-ECBE-284AC28F34DC}"/>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5" name="Freeform: Shape 292">
              <a:extLst>
                <a:ext uri="{FF2B5EF4-FFF2-40B4-BE49-F238E27FC236}">
                  <a16:creationId xmlns:a16="http://schemas.microsoft.com/office/drawing/2014/main" id="{B0198D9D-AE1D-88FA-10CF-494B56B3F1C2}"/>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26" name="Oval 25">
            <a:extLst>
              <a:ext uri="{FF2B5EF4-FFF2-40B4-BE49-F238E27FC236}">
                <a16:creationId xmlns:a16="http://schemas.microsoft.com/office/drawing/2014/main" id="{2B9F8834-0DC1-6106-31A0-939ED0E7573C}"/>
              </a:ext>
            </a:extLst>
          </p:cNvPr>
          <p:cNvSpPr/>
          <p:nvPr userDrawn="1"/>
        </p:nvSpPr>
        <p:spPr>
          <a:xfrm flipV="1">
            <a:off x="6354876" y="1852997"/>
            <a:ext cx="3152006" cy="3152006"/>
          </a:xfrm>
          <a:prstGeom prst="ellipse">
            <a:avLst/>
          </a:prstGeom>
          <a:solidFill>
            <a:schemeClr val="bg1"/>
          </a:solidFill>
          <a:ln w="508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7" name="Freeform: Shape 298">
            <a:extLst>
              <a:ext uri="{FF2B5EF4-FFF2-40B4-BE49-F238E27FC236}">
                <a16:creationId xmlns:a16="http://schemas.microsoft.com/office/drawing/2014/main" id="{A46EF116-4B78-19A3-F578-E0723508E51F}"/>
              </a:ext>
            </a:extLst>
          </p:cNvPr>
          <p:cNvSpPr/>
          <p:nvPr userDrawn="1"/>
        </p:nvSpPr>
        <p:spPr>
          <a:xfrm>
            <a:off x="5406003" y="4429286"/>
            <a:ext cx="2921280" cy="1192670"/>
          </a:xfrm>
          <a:custGeom>
            <a:avLst/>
            <a:gdLst>
              <a:gd name="connsiteX0" fmla="*/ 2797989 w 3387980"/>
              <a:gd name="connsiteY0" fmla="*/ 793219 h 1383210"/>
              <a:gd name="connsiteX1" fmla="*/ 2614092 w 3387980"/>
              <a:gd name="connsiteY1" fmla="*/ 822614 h 1383210"/>
              <a:gd name="connsiteX2" fmla="*/ 1697357 w 3387980"/>
              <a:gd name="connsiteY2" fmla="*/ 0 h 1383210"/>
              <a:gd name="connsiteX3" fmla="*/ 798795 w 3387980"/>
              <a:gd name="connsiteY3" fmla="*/ 714810 h 1383210"/>
              <a:gd name="connsiteX4" fmla="*/ 668546 w 3387980"/>
              <a:gd name="connsiteY4" fmla="*/ 714665 h 1383210"/>
              <a:gd name="connsiteX5" fmla="*/ 0 w 3387980"/>
              <a:gd name="connsiteY5" fmla="*/ 1383211 h 1383210"/>
              <a:gd name="connsiteX6" fmla="*/ 3387981 w 3387980"/>
              <a:gd name="connsiteY6" fmla="*/ 1383211 h 1383210"/>
              <a:gd name="connsiteX7" fmla="*/ 2797989 w 3387980"/>
              <a:gd name="connsiteY7" fmla="*/ 793219 h 138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7980" h="1383210">
                <a:moveTo>
                  <a:pt x="2797989" y="793219"/>
                </a:moveTo>
                <a:cubicBezTo>
                  <a:pt x="2733770" y="793219"/>
                  <a:pt x="2671940" y="803573"/>
                  <a:pt x="2614092" y="822614"/>
                </a:cubicBezTo>
                <a:cubicBezTo>
                  <a:pt x="2564425" y="360192"/>
                  <a:pt x="2172956" y="0"/>
                  <a:pt x="1697357" y="0"/>
                </a:cubicBezTo>
                <a:cubicBezTo>
                  <a:pt x="1259406" y="0"/>
                  <a:pt x="892915" y="305385"/>
                  <a:pt x="798795" y="714810"/>
                </a:cubicBezTo>
                <a:lnTo>
                  <a:pt x="668546" y="714665"/>
                </a:lnTo>
                <a:cubicBezTo>
                  <a:pt x="299304" y="714737"/>
                  <a:pt x="0" y="1014041"/>
                  <a:pt x="0" y="1383211"/>
                </a:cubicBezTo>
                <a:lnTo>
                  <a:pt x="3387981" y="1383211"/>
                </a:lnTo>
                <a:cubicBezTo>
                  <a:pt x="3387981" y="1057336"/>
                  <a:pt x="3123864" y="793219"/>
                  <a:pt x="2797989" y="793219"/>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28" name="Graphic 133">
            <a:extLst>
              <a:ext uri="{FF2B5EF4-FFF2-40B4-BE49-F238E27FC236}">
                <a16:creationId xmlns:a16="http://schemas.microsoft.com/office/drawing/2014/main" id="{05048551-D2BA-0849-5D9E-1F6D5107A14D}"/>
              </a:ext>
            </a:extLst>
          </p:cNvPr>
          <p:cNvGrpSpPr/>
          <p:nvPr userDrawn="1"/>
        </p:nvGrpSpPr>
        <p:grpSpPr>
          <a:xfrm>
            <a:off x="6411279" y="5443017"/>
            <a:ext cx="492164" cy="535997"/>
            <a:chOff x="8799755" y="943899"/>
            <a:chExt cx="839533" cy="914304"/>
          </a:xfrm>
          <a:noFill/>
        </p:grpSpPr>
        <p:sp>
          <p:nvSpPr>
            <p:cNvPr id="29" name="Freeform: Shape 300">
              <a:extLst>
                <a:ext uri="{FF2B5EF4-FFF2-40B4-BE49-F238E27FC236}">
                  <a16:creationId xmlns:a16="http://schemas.microsoft.com/office/drawing/2014/main" id="{FE19AA27-B0B8-C09E-332C-C634977F95F2}"/>
                </a:ext>
              </a:extLst>
            </p:cNvPr>
            <p:cNvSpPr/>
            <p:nvPr/>
          </p:nvSpPr>
          <p:spPr>
            <a:xfrm>
              <a:off x="8799755" y="943899"/>
              <a:ext cx="839533" cy="914304"/>
            </a:xfrm>
            <a:custGeom>
              <a:avLst/>
              <a:gdLst>
                <a:gd name="connsiteX0" fmla="*/ 419767 w 839533"/>
                <a:gd name="connsiteY0" fmla="*/ 914305 h 914304"/>
                <a:gd name="connsiteX1" fmla="*/ 415576 w 839533"/>
                <a:gd name="connsiteY1" fmla="*/ 913638 h 914304"/>
                <a:gd name="connsiteX2" fmla="*/ 0 w 839533"/>
                <a:gd name="connsiteY2" fmla="*/ 345281 h 914304"/>
                <a:gd name="connsiteX3" fmla="*/ 0 w 839533"/>
                <a:gd name="connsiteY3" fmla="*/ 13906 h 914304"/>
                <a:gd name="connsiteX4" fmla="*/ 13906 w 839533"/>
                <a:gd name="connsiteY4" fmla="*/ 0 h 914304"/>
                <a:gd name="connsiteX5" fmla="*/ 825627 w 839533"/>
                <a:gd name="connsiteY5" fmla="*/ 0 h 914304"/>
                <a:gd name="connsiteX6" fmla="*/ 839534 w 839533"/>
                <a:gd name="connsiteY6" fmla="*/ 13906 h 914304"/>
                <a:gd name="connsiteX7" fmla="*/ 839534 w 839533"/>
                <a:gd name="connsiteY7" fmla="*/ 345281 h 914304"/>
                <a:gd name="connsiteX8" fmla="*/ 424053 w 839533"/>
                <a:gd name="connsiteY8" fmla="*/ 913638 h 914304"/>
                <a:gd name="connsiteX9" fmla="*/ 419862 w 839533"/>
                <a:gd name="connsiteY9" fmla="*/ 914305 h 91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9533" h="914304">
                  <a:moveTo>
                    <a:pt x="419767" y="914305"/>
                  </a:moveTo>
                  <a:cubicBezTo>
                    <a:pt x="418338" y="914305"/>
                    <a:pt x="416909" y="914114"/>
                    <a:pt x="415576" y="913638"/>
                  </a:cubicBezTo>
                  <a:cubicBezTo>
                    <a:pt x="167069" y="834676"/>
                    <a:pt x="0" y="606266"/>
                    <a:pt x="0" y="345281"/>
                  </a:cubicBezTo>
                  <a:lnTo>
                    <a:pt x="0" y="13906"/>
                  </a:lnTo>
                  <a:cubicBezTo>
                    <a:pt x="0" y="6191"/>
                    <a:pt x="6191" y="0"/>
                    <a:pt x="13906" y="0"/>
                  </a:cubicBezTo>
                  <a:lnTo>
                    <a:pt x="825627" y="0"/>
                  </a:lnTo>
                  <a:cubicBezTo>
                    <a:pt x="833342" y="0"/>
                    <a:pt x="839534" y="6191"/>
                    <a:pt x="839534" y="13906"/>
                  </a:cubicBezTo>
                  <a:lnTo>
                    <a:pt x="839534" y="345281"/>
                  </a:lnTo>
                  <a:cubicBezTo>
                    <a:pt x="839534" y="606266"/>
                    <a:pt x="672560" y="834676"/>
                    <a:pt x="424053" y="913638"/>
                  </a:cubicBezTo>
                  <a:cubicBezTo>
                    <a:pt x="422624" y="914114"/>
                    <a:pt x="421195" y="914305"/>
                    <a:pt x="419862" y="914305"/>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0" name="Freeform: Shape 301">
              <a:extLst>
                <a:ext uri="{FF2B5EF4-FFF2-40B4-BE49-F238E27FC236}">
                  <a16:creationId xmlns:a16="http://schemas.microsoft.com/office/drawing/2014/main" id="{17AA15B6-EAD5-B8F3-694F-CAEA21541004}"/>
                </a:ext>
              </a:extLst>
            </p:cNvPr>
            <p:cNvSpPr/>
            <p:nvPr/>
          </p:nvSpPr>
          <p:spPr>
            <a:xfrm>
              <a:off x="9223713" y="943899"/>
              <a:ext cx="9525" cy="913638"/>
            </a:xfrm>
            <a:custGeom>
              <a:avLst/>
              <a:gdLst>
                <a:gd name="connsiteX0" fmla="*/ 0 w 9525"/>
                <a:gd name="connsiteY0" fmla="*/ 913638 h 913638"/>
                <a:gd name="connsiteX1" fmla="*/ 0 w 9525"/>
                <a:gd name="connsiteY1" fmla="*/ 0 h 913638"/>
              </a:gdLst>
              <a:ahLst/>
              <a:cxnLst>
                <a:cxn ang="0">
                  <a:pos x="connsiteX0" y="connsiteY0"/>
                </a:cxn>
                <a:cxn ang="0">
                  <a:pos x="connsiteX1" y="connsiteY1"/>
                </a:cxn>
              </a:cxnLst>
              <a:rect l="l" t="t" r="r" b="b"/>
              <a:pathLst>
                <a:path w="9525" h="913638">
                  <a:moveTo>
                    <a:pt x="0" y="913638"/>
                  </a:moveTo>
                  <a:lnTo>
                    <a:pt x="0" y="0"/>
                  </a:lnTo>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pic>
        <p:nvPicPr>
          <p:cNvPr id="31" name="Graphic 30">
            <a:extLst>
              <a:ext uri="{FF2B5EF4-FFF2-40B4-BE49-F238E27FC236}">
                <a16:creationId xmlns:a16="http://schemas.microsoft.com/office/drawing/2014/main" id="{2DEDDD0F-0568-74C8-C067-FAC13B276763}"/>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5399087" y="3195829"/>
            <a:ext cx="695325" cy="695325"/>
          </a:xfrm>
          <a:prstGeom prst="rect">
            <a:avLst/>
          </a:prstGeom>
        </p:spPr>
      </p:pic>
      <p:pic>
        <p:nvPicPr>
          <p:cNvPr id="32" name="Graphic 31">
            <a:extLst>
              <a:ext uri="{FF2B5EF4-FFF2-40B4-BE49-F238E27FC236}">
                <a16:creationId xmlns:a16="http://schemas.microsoft.com/office/drawing/2014/main" id="{7F93159D-A0D8-6681-B211-57BF8B243920}"/>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10592950" y="1045130"/>
            <a:ext cx="930016" cy="930016"/>
          </a:xfrm>
          <a:prstGeom prst="rect">
            <a:avLst/>
          </a:prstGeom>
        </p:spPr>
      </p:pic>
      <p:grpSp>
        <p:nvGrpSpPr>
          <p:cNvPr id="33" name="Group 32">
            <a:extLst>
              <a:ext uri="{FF2B5EF4-FFF2-40B4-BE49-F238E27FC236}">
                <a16:creationId xmlns:a16="http://schemas.microsoft.com/office/drawing/2014/main" id="{CD7218DF-79B8-B84A-C655-37F70007680B}"/>
              </a:ext>
            </a:extLst>
          </p:cNvPr>
          <p:cNvGrpSpPr/>
          <p:nvPr userDrawn="1"/>
        </p:nvGrpSpPr>
        <p:grpSpPr>
          <a:xfrm>
            <a:off x="7052468" y="2553893"/>
            <a:ext cx="1758055" cy="1758055"/>
            <a:chOff x="7865264" y="1822400"/>
            <a:chExt cx="366384" cy="366384"/>
          </a:xfrm>
          <a:solidFill>
            <a:schemeClr val="accent2"/>
          </a:solidFill>
        </p:grpSpPr>
        <p:sp>
          <p:nvSpPr>
            <p:cNvPr id="34" name="Freeform: Shape 10">
              <a:extLst>
                <a:ext uri="{FF2B5EF4-FFF2-40B4-BE49-F238E27FC236}">
                  <a16:creationId xmlns:a16="http://schemas.microsoft.com/office/drawing/2014/main" id="{C85E388D-6ED6-016C-3C0F-D5049190D4F0}"/>
                </a:ext>
              </a:extLst>
            </p:cNvPr>
            <p:cNvSpPr/>
            <p:nvPr/>
          </p:nvSpPr>
          <p:spPr>
            <a:xfrm>
              <a:off x="7954330" y="1858452"/>
              <a:ext cx="277318" cy="190816"/>
            </a:xfrm>
            <a:custGeom>
              <a:avLst/>
              <a:gdLst>
                <a:gd name="connsiteX0" fmla="*/ 33907 w 1312589"/>
                <a:gd name="connsiteY0" fmla="*/ 423929 h 902070"/>
                <a:gd name="connsiteX1" fmla="*/ 0 w 1312589"/>
                <a:gd name="connsiteY1" fmla="*/ 457836 h 902070"/>
                <a:gd name="connsiteX2" fmla="*/ 444235 w 1312589"/>
                <a:gd name="connsiteY2" fmla="*/ 902070 h 902070"/>
                <a:gd name="connsiteX3" fmla="*/ 1312589 w 1312589"/>
                <a:gd name="connsiteY3" fmla="*/ 33715 h 902070"/>
                <a:gd name="connsiteX4" fmla="*/ 1278683 w 1312589"/>
                <a:gd name="connsiteY4" fmla="*/ 0 h 902070"/>
                <a:gd name="connsiteX5" fmla="*/ 444235 w 1312589"/>
                <a:gd name="connsiteY5" fmla="*/ 834257 h 90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2589" h="902070">
                  <a:moveTo>
                    <a:pt x="33907" y="423929"/>
                  </a:moveTo>
                  <a:lnTo>
                    <a:pt x="0" y="457836"/>
                  </a:lnTo>
                  <a:lnTo>
                    <a:pt x="444235" y="902070"/>
                  </a:lnTo>
                  <a:lnTo>
                    <a:pt x="1312589" y="33715"/>
                  </a:lnTo>
                  <a:lnTo>
                    <a:pt x="1278683" y="0"/>
                  </a:lnTo>
                  <a:lnTo>
                    <a:pt x="444235" y="834257"/>
                  </a:lnTo>
                  <a:close/>
                </a:path>
              </a:pathLst>
            </a:custGeom>
            <a:grpFill/>
            <a:ln w="1915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5" name="Freeform: Shape 19">
              <a:extLst>
                <a:ext uri="{FF2B5EF4-FFF2-40B4-BE49-F238E27FC236}">
                  <a16:creationId xmlns:a16="http://schemas.microsoft.com/office/drawing/2014/main" id="{6D376E54-6A3F-53F6-9B3E-05CA9D8A3570}"/>
                </a:ext>
              </a:extLst>
            </p:cNvPr>
            <p:cNvSpPr/>
            <p:nvPr/>
          </p:nvSpPr>
          <p:spPr>
            <a:xfrm>
              <a:off x="7865264" y="1822400"/>
              <a:ext cx="365961" cy="366384"/>
            </a:xfrm>
            <a:custGeom>
              <a:avLst/>
              <a:gdLst>
                <a:gd name="connsiteX0" fmla="*/ 1630330 w 1732155"/>
                <a:gd name="connsiteY0" fmla="*/ 458161 h 1732055"/>
                <a:gd name="connsiteX1" fmla="*/ 1587994 w 1732155"/>
                <a:gd name="connsiteY1" fmla="*/ 480766 h 1732055"/>
                <a:gd name="connsiteX2" fmla="*/ 1683584 w 1732155"/>
                <a:gd name="connsiteY2" fmla="*/ 838414 h 1732055"/>
                <a:gd name="connsiteX3" fmla="*/ 1463478 w 1732155"/>
                <a:gd name="connsiteY3" fmla="*/ 1424597 h 1732055"/>
                <a:gd name="connsiteX4" fmla="*/ 893387 w 1732155"/>
                <a:gd name="connsiteY4" fmla="*/ 1683590 h 1732055"/>
                <a:gd name="connsiteX5" fmla="*/ 48403 w 1732155"/>
                <a:gd name="connsiteY5" fmla="*/ 893584 h 1732055"/>
                <a:gd name="connsiteX6" fmla="*/ 268508 w 1732155"/>
                <a:gd name="connsiteY6" fmla="*/ 307401 h 1732055"/>
                <a:gd name="connsiteX7" fmla="*/ 838600 w 1732155"/>
                <a:gd name="connsiteY7" fmla="*/ 48217 h 1732055"/>
                <a:gd name="connsiteX8" fmla="*/ 1422101 w 1732155"/>
                <a:gd name="connsiteY8" fmla="*/ 265832 h 1732055"/>
                <a:gd name="connsiteX9" fmla="*/ 1454666 w 1732155"/>
                <a:gd name="connsiteY9" fmla="*/ 230776 h 1732055"/>
                <a:gd name="connsiteX10" fmla="*/ 836876 w 1732155"/>
                <a:gd name="connsiteY10" fmla="*/ 517 h 1732055"/>
                <a:gd name="connsiteX11" fmla="*/ 233452 w 1732155"/>
                <a:gd name="connsiteY11" fmla="*/ 274644 h 1732055"/>
                <a:gd name="connsiteX12" fmla="*/ 512 w 1732155"/>
                <a:gd name="connsiteY12" fmla="*/ 895117 h 1732055"/>
                <a:gd name="connsiteX13" fmla="*/ 865610 w 1732155"/>
                <a:gd name="connsiteY13" fmla="*/ 1732055 h 1732055"/>
                <a:gd name="connsiteX14" fmla="*/ 895111 w 1732155"/>
                <a:gd name="connsiteY14" fmla="*/ 1731481 h 1732055"/>
                <a:gd name="connsiteX15" fmla="*/ 1498726 w 1732155"/>
                <a:gd name="connsiteY15" fmla="*/ 1457354 h 1732055"/>
                <a:gd name="connsiteX16" fmla="*/ 1731666 w 1732155"/>
                <a:gd name="connsiteY16" fmla="*/ 836881 h 1732055"/>
                <a:gd name="connsiteX17" fmla="*/ 1630330 w 1732155"/>
                <a:gd name="connsiteY17" fmla="*/ 458161 h 1732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32155" h="1732055">
                  <a:moveTo>
                    <a:pt x="1630330" y="458161"/>
                  </a:moveTo>
                  <a:lnTo>
                    <a:pt x="1587994" y="480766"/>
                  </a:lnTo>
                  <a:cubicBezTo>
                    <a:pt x="1647187" y="591681"/>
                    <a:pt x="1679370" y="711982"/>
                    <a:pt x="1683584" y="838414"/>
                  </a:cubicBezTo>
                  <a:cubicBezTo>
                    <a:pt x="1690863" y="1056796"/>
                    <a:pt x="1612706" y="1265025"/>
                    <a:pt x="1463478" y="1424597"/>
                  </a:cubicBezTo>
                  <a:cubicBezTo>
                    <a:pt x="1314251" y="1584169"/>
                    <a:pt x="1111769" y="1676119"/>
                    <a:pt x="893387" y="1683590"/>
                  </a:cubicBezTo>
                  <a:cubicBezTo>
                    <a:pt x="442448" y="1699490"/>
                    <a:pt x="63536" y="1344332"/>
                    <a:pt x="48403" y="893584"/>
                  </a:cubicBezTo>
                  <a:cubicBezTo>
                    <a:pt x="41123" y="675202"/>
                    <a:pt x="119281" y="466973"/>
                    <a:pt x="268508" y="307401"/>
                  </a:cubicBezTo>
                  <a:cubicBezTo>
                    <a:pt x="417544" y="147638"/>
                    <a:pt x="620026" y="55687"/>
                    <a:pt x="838600" y="48217"/>
                  </a:cubicBezTo>
                  <a:cubicBezTo>
                    <a:pt x="1055641" y="40937"/>
                    <a:pt x="1262912" y="118137"/>
                    <a:pt x="1422101" y="265832"/>
                  </a:cubicBezTo>
                  <a:lnTo>
                    <a:pt x="1454666" y="230776"/>
                  </a:lnTo>
                  <a:cubicBezTo>
                    <a:pt x="1286091" y="74461"/>
                    <a:pt x="1066368" y="-7337"/>
                    <a:pt x="836876" y="517"/>
                  </a:cubicBezTo>
                  <a:cubicBezTo>
                    <a:pt x="605659" y="8371"/>
                    <a:pt x="391300" y="105685"/>
                    <a:pt x="233452" y="274644"/>
                  </a:cubicBezTo>
                  <a:cubicBezTo>
                    <a:pt x="75413" y="443603"/>
                    <a:pt x="-7342" y="663900"/>
                    <a:pt x="512" y="895117"/>
                  </a:cubicBezTo>
                  <a:cubicBezTo>
                    <a:pt x="16220" y="1362530"/>
                    <a:pt x="401453" y="1732055"/>
                    <a:pt x="865610" y="1732055"/>
                  </a:cubicBezTo>
                  <a:cubicBezTo>
                    <a:pt x="875380" y="1732055"/>
                    <a:pt x="885341" y="1731864"/>
                    <a:pt x="895111" y="1731481"/>
                  </a:cubicBezTo>
                  <a:cubicBezTo>
                    <a:pt x="1126327" y="1723627"/>
                    <a:pt x="1340686" y="1626313"/>
                    <a:pt x="1498726" y="1457354"/>
                  </a:cubicBezTo>
                  <a:cubicBezTo>
                    <a:pt x="1656765" y="1288395"/>
                    <a:pt x="1739329" y="1068098"/>
                    <a:pt x="1731666" y="836881"/>
                  </a:cubicBezTo>
                  <a:cubicBezTo>
                    <a:pt x="1727069" y="702979"/>
                    <a:pt x="1692971" y="575589"/>
                    <a:pt x="1630330" y="458161"/>
                  </a:cubicBezTo>
                  <a:close/>
                </a:path>
              </a:pathLst>
            </a:custGeom>
            <a:grpFill/>
            <a:ln w="1915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36" name="TextBox 35">
            <a:extLst>
              <a:ext uri="{FF2B5EF4-FFF2-40B4-BE49-F238E27FC236}">
                <a16:creationId xmlns:a16="http://schemas.microsoft.com/office/drawing/2014/main" id="{6B1AA7EA-5E22-2B80-E29C-2032453F4134}"/>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38" name="Graphic 8">
            <a:extLst>
              <a:ext uri="{FF2B5EF4-FFF2-40B4-BE49-F238E27FC236}">
                <a16:creationId xmlns:a16="http://schemas.microsoft.com/office/drawing/2014/main" id="{EEE6FDE1-91DD-65C8-6BE7-D19E81438780}"/>
              </a:ext>
            </a:extLst>
          </p:cNvPr>
          <p:cNvGrpSpPr/>
          <p:nvPr userDrawn="1"/>
        </p:nvGrpSpPr>
        <p:grpSpPr>
          <a:xfrm>
            <a:off x="265625" y="6323271"/>
            <a:ext cx="1249223" cy="369648"/>
            <a:chOff x="265625" y="6323271"/>
            <a:chExt cx="1249223" cy="369648"/>
          </a:xfrm>
          <a:solidFill>
            <a:srgbClr val="000000"/>
          </a:solidFill>
        </p:grpSpPr>
        <p:grpSp>
          <p:nvGrpSpPr>
            <p:cNvPr id="39" name="Graphic 8">
              <a:extLst>
                <a:ext uri="{FF2B5EF4-FFF2-40B4-BE49-F238E27FC236}">
                  <a16:creationId xmlns:a16="http://schemas.microsoft.com/office/drawing/2014/main" id="{ACE55440-ED7B-0CEB-0F09-B6BAA1CE4F86}"/>
                </a:ext>
              </a:extLst>
            </p:cNvPr>
            <p:cNvGrpSpPr/>
            <p:nvPr/>
          </p:nvGrpSpPr>
          <p:grpSpPr>
            <a:xfrm>
              <a:off x="745455" y="6594444"/>
              <a:ext cx="722662" cy="98475"/>
              <a:chOff x="745455" y="6594444"/>
              <a:chExt cx="722662" cy="98475"/>
            </a:xfrm>
            <a:solidFill>
              <a:srgbClr val="000000"/>
            </a:solidFill>
          </p:grpSpPr>
          <p:sp>
            <p:nvSpPr>
              <p:cNvPr id="48" name="Freeform 19">
                <a:extLst>
                  <a:ext uri="{FF2B5EF4-FFF2-40B4-BE49-F238E27FC236}">
                    <a16:creationId xmlns:a16="http://schemas.microsoft.com/office/drawing/2014/main" id="{A43B6D68-18C2-E9B1-5E57-86628B236F60}"/>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49" name="Freeform 20">
                <a:extLst>
                  <a:ext uri="{FF2B5EF4-FFF2-40B4-BE49-F238E27FC236}">
                    <a16:creationId xmlns:a16="http://schemas.microsoft.com/office/drawing/2014/main" id="{DDB3CD3E-CADF-384A-4424-04C01F9C03E4}"/>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50" name="Freeform 21">
                <a:extLst>
                  <a:ext uri="{FF2B5EF4-FFF2-40B4-BE49-F238E27FC236}">
                    <a16:creationId xmlns:a16="http://schemas.microsoft.com/office/drawing/2014/main" id="{1A9575B6-0DF6-9EB0-D2FC-B2467DD56A6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51" name="Freeform 22">
                <a:extLst>
                  <a:ext uri="{FF2B5EF4-FFF2-40B4-BE49-F238E27FC236}">
                    <a16:creationId xmlns:a16="http://schemas.microsoft.com/office/drawing/2014/main" id="{1B38A66E-2472-4AD2-3D89-B24A07EB692B}"/>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52" name="Freeform 23">
                <a:extLst>
                  <a:ext uri="{FF2B5EF4-FFF2-40B4-BE49-F238E27FC236}">
                    <a16:creationId xmlns:a16="http://schemas.microsoft.com/office/drawing/2014/main" id="{838FFDF2-32E4-7CE1-0E34-71D0624BC292}"/>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53" name="Freeform 24">
                <a:extLst>
                  <a:ext uri="{FF2B5EF4-FFF2-40B4-BE49-F238E27FC236}">
                    <a16:creationId xmlns:a16="http://schemas.microsoft.com/office/drawing/2014/main" id="{F4E4D6C5-6B5E-42D5-EC45-9A86F1C53AF9}"/>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54" name="Freeform 25">
                <a:extLst>
                  <a:ext uri="{FF2B5EF4-FFF2-40B4-BE49-F238E27FC236}">
                    <a16:creationId xmlns:a16="http://schemas.microsoft.com/office/drawing/2014/main" id="{92837331-31E4-014B-BB30-5C8AF1BE2FB7}"/>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55" name="Freeform 26">
                <a:extLst>
                  <a:ext uri="{FF2B5EF4-FFF2-40B4-BE49-F238E27FC236}">
                    <a16:creationId xmlns:a16="http://schemas.microsoft.com/office/drawing/2014/main" id="{9B74DC74-9115-9CB6-6C94-93050E073321}"/>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56" name="Freeform 27">
                <a:extLst>
                  <a:ext uri="{FF2B5EF4-FFF2-40B4-BE49-F238E27FC236}">
                    <a16:creationId xmlns:a16="http://schemas.microsoft.com/office/drawing/2014/main" id="{DEA60CEB-D608-C18A-3553-2BEBB078C364}"/>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57" name="Freeform 28">
                <a:extLst>
                  <a:ext uri="{FF2B5EF4-FFF2-40B4-BE49-F238E27FC236}">
                    <a16:creationId xmlns:a16="http://schemas.microsoft.com/office/drawing/2014/main" id="{2A0D508A-64EF-51BE-D09A-DF2B3BBCEC99}"/>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40" name="Graphic 8">
              <a:extLst>
                <a:ext uri="{FF2B5EF4-FFF2-40B4-BE49-F238E27FC236}">
                  <a16:creationId xmlns:a16="http://schemas.microsoft.com/office/drawing/2014/main" id="{62DECAB8-8056-3209-AAEE-A075D8873A35}"/>
                </a:ext>
              </a:extLst>
            </p:cNvPr>
            <p:cNvGrpSpPr/>
            <p:nvPr/>
          </p:nvGrpSpPr>
          <p:grpSpPr>
            <a:xfrm>
              <a:off x="265625" y="6323271"/>
              <a:ext cx="1249223" cy="190348"/>
              <a:chOff x="265625" y="6323271"/>
              <a:chExt cx="1249223" cy="190348"/>
            </a:xfrm>
            <a:solidFill>
              <a:srgbClr val="000000"/>
            </a:solidFill>
          </p:grpSpPr>
          <p:sp>
            <p:nvSpPr>
              <p:cNvPr id="41" name="Freeform 10">
                <a:extLst>
                  <a:ext uri="{FF2B5EF4-FFF2-40B4-BE49-F238E27FC236}">
                    <a16:creationId xmlns:a16="http://schemas.microsoft.com/office/drawing/2014/main" id="{96BC81C2-8E5C-1CEC-BDFB-88D895CFB936}"/>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42" name="Freeform 11">
                <a:extLst>
                  <a:ext uri="{FF2B5EF4-FFF2-40B4-BE49-F238E27FC236}">
                    <a16:creationId xmlns:a16="http://schemas.microsoft.com/office/drawing/2014/main" id="{340DF54E-276F-8B20-0571-5504176D3B0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43" name="Freeform 14">
                <a:extLst>
                  <a:ext uri="{FF2B5EF4-FFF2-40B4-BE49-F238E27FC236}">
                    <a16:creationId xmlns:a16="http://schemas.microsoft.com/office/drawing/2014/main" id="{B707DDF2-DF96-BAA4-80B4-5354E71AA927}"/>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44" name="Freeform 15">
                <a:extLst>
                  <a:ext uri="{FF2B5EF4-FFF2-40B4-BE49-F238E27FC236}">
                    <a16:creationId xmlns:a16="http://schemas.microsoft.com/office/drawing/2014/main" id="{C6FFAE2E-DC2E-9A6B-0418-3CD360748F8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45" name="Freeform 16">
                <a:extLst>
                  <a:ext uri="{FF2B5EF4-FFF2-40B4-BE49-F238E27FC236}">
                    <a16:creationId xmlns:a16="http://schemas.microsoft.com/office/drawing/2014/main" id="{054BE156-7B3C-CF84-0946-DCE83B097304}"/>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46" name="Freeform 17">
                <a:extLst>
                  <a:ext uri="{FF2B5EF4-FFF2-40B4-BE49-F238E27FC236}">
                    <a16:creationId xmlns:a16="http://schemas.microsoft.com/office/drawing/2014/main" id="{896A5FCF-531D-3F07-E047-81314B10C0C4}"/>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47" name="Freeform 18">
                <a:extLst>
                  <a:ext uri="{FF2B5EF4-FFF2-40B4-BE49-F238E27FC236}">
                    <a16:creationId xmlns:a16="http://schemas.microsoft.com/office/drawing/2014/main" id="{1CE78466-6580-0951-D19C-D8BE39D0A726}"/>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37" name="TextBox 36">
            <a:extLst>
              <a:ext uri="{FF2B5EF4-FFF2-40B4-BE49-F238E27FC236}">
                <a16:creationId xmlns:a16="http://schemas.microsoft.com/office/drawing/2014/main" id="{46263DFB-1E84-F8B5-009C-4FC929DE5F69}"/>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7973022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dec="http://schemas.microsoft.com/office/drawing/2017/decorative" xmlns:a16="http://schemas.microsoft.com/office/drawing/2014/main" xmlns="">
      <p:transition spd="med">
        <p:fade/>
      </p:transition>
    </mc:Fallback>
  </mc:AlternateContent>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preserve="1" userDrawn="1">
  <p:cSld name="Section - Security">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2">
                    <a:lumMod val="25000"/>
                  </a:schemeClr>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3" name="Parallelogram 2">
            <a:extLst>
              <a:ext uri="{FF2B5EF4-FFF2-40B4-BE49-F238E27FC236}">
                <a16:creationId xmlns:a16="http://schemas.microsoft.com/office/drawing/2014/main" id="{F582BB52-6A3E-24F3-5A49-BEE5A167F13B}"/>
              </a:ext>
            </a:extLst>
          </p:cNvPr>
          <p:cNvSpPr/>
          <p:nvPr userDrawn="1"/>
        </p:nvSpPr>
        <p:spPr>
          <a:xfrm>
            <a:off x="5406003" y="-1"/>
            <a:ext cx="14676689" cy="6858001"/>
          </a:xfrm>
          <a:prstGeom prst="parallelogram">
            <a:avLst>
              <a:gd name="adj" fmla="val 100124"/>
            </a:avLst>
          </a:prstGeom>
          <a:gradFill flip="none" rotWithShape="1">
            <a:gsLst>
              <a:gs pos="35000">
                <a:schemeClr val="accent1"/>
              </a:gs>
              <a:gs pos="100000">
                <a:schemeClr val="accent1">
                  <a:alpha val="66000"/>
                </a:schemeClr>
              </a:gs>
            </a:gsLst>
            <a:lin ang="18900000" scaled="1"/>
            <a:tileRect/>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rallelogram 3">
            <a:extLst>
              <a:ext uri="{FF2B5EF4-FFF2-40B4-BE49-F238E27FC236}">
                <a16:creationId xmlns:a16="http://schemas.microsoft.com/office/drawing/2014/main" id="{72B93CFE-64D4-FECC-42EC-18400A295E1B}"/>
              </a:ext>
            </a:extLst>
          </p:cNvPr>
          <p:cNvSpPr/>
          <p:nvPr userDrawn="1"/>
        </p:nvSpPr>
        <p:spPr>
          <a:xfrm>
            <a:off x="1840256" y="-1"/>
            <a:ext cx="12934077" cy="6470788"/>
          </a:xfrm>
          <a:prstGeom prst="parallelogram">
            <a:avLst>
              <a:gd name="adj" fmla="val 100124"/>
            </a:avLst>
          </a:prstGeom>
          <a:gradFill flip="none" rotWithShape="1">
            <a:gsLst>
              <a:gs pos="0">
                <a:schemeClr val="accent1">
                  <a:alpha val="19000"/>
                </a:schemeClr>
              </a:gs>
              <a:gs pos="73000">
                <a:schemeClr val="accent1">
                  <a:alpha val="0"/>
                </a:schemeClr>
              </a:gs>
            </a:gsLst>
            <a:lin ang="8100000" scaled="1"/>
            <a:tileRect/>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 name="Graphic 143">
            <a:extLst>
              <a:ext uri="{FF2B5EF4-FFF2-40B4-BE49-F238E27FC236}">
                <a16:creationId xmlns:a16="http://schemas.microsoft.com/office/drawing/2014/main" id="{E8DF72B4-3B82-BCAD-A6A6-77A5BAB6C216}"/>
              </a:ext>
            </a:extLst>
          </p:cNvPr>
          <p:cNvSpPr/>
          <p:nvPr userDrawn="1"/>
        </p:nvSpPr>
        <p:spPr>
          <a:xfrm>
            <a:off x="4130978" y="4499933"/>
            <a:ext cx="2421204" cy="666750"/>
          </a:xfrm>
          <a:custGeom>
            <a:avLst/>
            <a:gdLst>
              <a:gd name="connsiteX0" fmla="*/ 482061 w 600651"/>
              <a:gd name="connsiteY0" fmla="*/ 38962 h 165407"/>
              <a:gd name="connsiteX1" fmla="*/ 398886 w 600651"/>
              <a:gd name="connsiteY1" fmla="*/ 75298 h 165407"/>
              <a:gd name="connsiteX2" fmla="*/ 268849 w 600651"/>
              <a:gd name="connsiteY2" fmla="*/ 0 h 165407"/>
              <a:gd name="connsiteX3" fmla="*/ 118927 w 600651"/>
              <a:gd name="connsiteY3" fmla="*/ 122878 h 165407"/>
              <a:gd name="connsiteX4" fmla="*/ 66185 w 600651"/>
              <a:gd name="connsiteY4" fmla="*/ 94823 h 165407"/>
              <a:gd name="connsiteX5" fmla="*/ 0 w 600651"/>
              <a:gd name="connsiteY5" fmla="*/ 165408 h 165407"/>
              <a:gd name="connsiteX6" fmla="*/ 600652 w 600651"/>
              <a:gd name="connsiteY6" fmla="*/ 165408 h 165407"/>
              <a:gd name="connsiteX7" fmla="*/ 482061 w 600651"/>
              <a:gd name="connsiteY7" fmla="*/ 38939 h 16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651" h="165407">
                <a:moveTo>
                  <a:pt x="482061" y="38962"/>
                </a:moveTo>
                <a:cubicBezTo>
                  <a:pt x="449653" y="38962"/>
                  <a:pt x="420297" y="52832"/>
                  <a:pt x="398886" y="75298"/>
                </a:cubicBezTo>
                <a:cubicBezTo>
                  <a:pt x="371236" y="29984"/>
                  <a:pt x="323341" y="0"/>
                  <a:pt x="268849" y="0"/>
                </a:cubicBezTo>
                <a:cubicBezTo>
                  <a:pt x="196963" y="0"/>
                  <a:pt x="136523" y="52136"/>
                  <a:pt x="118927" y="122878"/>
                </a:cubicBezTo>
                <a:cubicBezTo>
                  <a:pt x="106853" y="105865"/>
                  <a:pt x="87754" y="94823"/>
                  <a:pt x="66185" y="94823"/>
                </a:cubicBezTo>
                <a:cubicBezTo>
                  <a:pt x="29625" y="94823"/>
                  <a:pt x="0" y="126446"/>
                  <a:pt x="0" y="165408"/>
                </a:cubicBezTo>
                <a:lnTo>
                  <a:pt x="600652" y="165408"/>
                </a:lnTo>
                <a:cubicBezTo>
                  <a:pt x="600652" y="95564"/>
                  <a:pt x="547551" y="38939"/>
                  <a:pt x="482061" y="38939"/>
                </a:cubicBezTo>
                <a:close/>
              </a:path>
            </a:pathLst>
          </a:custGeom>
          <a:solidFill>
            <a:schemeClr val="accent1">
              <a:alpha val="13000"/>
            </a:schemeClr>
          </a:soli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6" name="Graphic 5">
            <a:extLst>
              <a:ext uri="{FF2B5EF4-FFF2-40B4-BE49-F238E27FC236}">
                <a16:creationId xmlns:a16="http://schemas.microsoft.com/office/drawing/2014/main" id="{855041E8-21EB-9E5A-38FA-B419088D456E}"/>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979191" y="2319345"/>
            <a:ext cx="3124591" cy="1207366"/>
          </a:xfrm>
          <a:prstGeom prst="rect">
            <a:avLst/>
          </a:prstGeom>
        </p:spPr>
      </p:pic>
      <p:grpSp>
        <p:nvGrpSpPr>
          <p:cNvPr id="7" name="Graphic 133">
            <a:extLst>
              <a:ext uri="{FF2B5EF4-FFF2-40B4-BE49-F238E27FC236}">
                <a16:creationId xmlns:a16="http://schemas.microsoft.com/office/drawing/2014/main" id="{969F323B-C841-ED07-7650-ACB057A00779}"/>
              </a:ext>
            </a:extLst>
          </p:cNvPr>
          <p:cNvGrpSpPr/>
          <p:nvPr userDrawn="1"/>
        </p:nvGrpSpPr>
        <p:grpSpPr>
          <a:xfrm rot="5400000">
            <a:off x="9360520" y="3679450"/>
            <a:ext cx="747561" cy="1467873"/>
            <a:chOff x="7819347" y="302010"/>
            <a:chExt cx="1311783" cy="2575750"/>
          </a:xfrm>
          <a:noFill/>
        </p:grpSpPr>
        <p:sp>
          <p:nvSpPr>
            <p:cNvPr id="8" name="Freeform: Shape 232">
              <a:extLst>
                <a:ext uri="{FF2B5EF4-FFF2-40B4-BE49-F238E27FC236}">
                  <a16:creationId xmlns:a16="http://schemas.microsoft.com/office/drawing/2014/main" id="{72D1B530-36E7-072E-07FE-C9E9E1AAFA89}"/>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9" name="Freeform: Shape 233">
              <a:extLst>
                <a:ext uri="{FF2B5EF4-FFF2-40B4-BE49-F238E27FC236}">
                  <a16:creationId xmlns:a16="http://schemas.microsoft.com/office/drawing/2014/main" id="{4438C008-69DB-1944-5C6D-CF9525B39BAC}"/>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0" name="Freeform: Shape 234">
              <a:extLst>
                <a:ext uri="{FF2B5EF4-FFF2-40B4-BE49-F238E27FC236}">
                  <a16:creationId xmlns:a16="http://schemas.microsoft.com/office/drawing/2014/main" id="{9B1F3FFD-D92A-070E-19F8-05D7CA2FC780}"/>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1" name="Freeform: Shape 235">
              <a:extLst>
                <a:ext uri="{FF2B5EF4-FFF2-40B4-BE49-F238E27FC236}">
                  <a16:creationId xmlns:a16="http://schemas.microsoft.com/office/drawing/2014/main" id="{DF687985-6D04-960D-D849-14FF3D910DCB}"/>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 name="Freeform: Shape 236">
              <a:extLst>
                <a:ext uri="{FF2B5EF4-FFF2-40B4-BE49-F238E27FC236}">
                  <a16:creationId xmlns:a16="http://schemas.microsoft.com/office/drawing/2014/main" id="{DE33F0D6-8755-81DD-C78F-CE0A6CFC5322}"/>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3" name="Freeform: Shape 265">
            <a:extLst>
              <a:ext uri="{FF2B5EF4-FFF2-40B4-BE49-F238E27FC236}">
                <a16:creationId xmlns:a16="http://schemas.microsoft.com/office/drawing/2014/main" id="{D4FFBD2E-F3E1-C69E-7E0E-EE171A01449A}"/>
              </a:ext>
            </a:extLst>
          </p:cNvPr>
          <p:cNvSpPr/>
          <p:nvPr userDrawn="1"/>
        </p:nvSpPr>
        <p:spPr>
          <a:xfrm>
            <a:off x="11119385" y="4173017"/>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 name="Freeform: Shape 269">
            <a:extLst>
              <a:ext uri="{FF2B5EF4-FFF2-40B4-BE49-F238E27FC236}">
                <a16:creationId xmlns:a16="http://schemas.microsoft.com/office/drawing/2014/main" id="{093074EE-F2F9-0FDE-EA9C-7FD09291D2C5}"/>
              </a:ext>
            </a:extLst>
          </p:cNvPr>
          <p:cNvSpPr/>
          <p:nvPr userDrawn="1"/>
        </p:nvSpPr>
        <p:spPr>
          <a:xfrm>
            <a:off x="6195382" y="430769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2">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5" name="Freeform: Shape 285">
            <a:extLst>
              <a:ext uri="{FF2B5EF4-FFF2-40B4-BE49-F238E27FC236}">
                <a16:creationId xmlns:a16="http://schemas.microsoft.com/office/drawing/2014/main" id="{9CECCA90-58BC-CBD2-A128-54D6FEFFFE35}"/>
              </a:ext>
            </a:extLst>
          </p:cNvPr>
          <p:cNvSpPr/>
          <p:nvPr userDrawn="1"/>
        </p:nvSpPr>
        <p:spPr>
          <a:xfrm>
            <a:off x="8709950" y="5303803"/>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6" name="Freeform: Shape 286">
            <a:extLst>
              <a:ext uri="{FF2B5EF4-FFF2-40B4-BE49-F238E27FC236}">
                <a16:creationId xmlns:a16="http://schemas.microsoft.com/office/drawing/2014/main" id="{545C46B5-EF60-5060-9B95-B5ACD0C8A7F7}"/>
              </a:ext>
            </a:extLst>
          </p:cNvPr>
          <p:cNvSpPr/>
          <p:nvPr userDrawn="1"/>
        </p:nvSpPr>
        <p:spPr>
          <a:xfrm>
            <a:off x="11119385" y="1192454"/>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 name="Oval 16">
            <a:extLst>
              <a:ext uri="{FF2B5EF4-FFF2-40B4-BE49-F238E27FC236}">
                <a16:creationId xmlns:a16="http://schemas.microsoft.com/office/drawing/2014/main" id="{98B2635D-3B82-0427-0D21-AB9B1504A8E5}"/>
              </a:ext>
            </a:extLst>
          </p:cNvPr>
          <p:cNvSpPr/>
          <p:nvPr userDrawn="1"/>
        </p:nvSpPr>
        <p:spPr>
          <a:xfrm flipV="1">
            <a:off x="6354876" y="1852997"/>
            <a:ext cx="3152006" cy="3152006"/>
          </a:xfrm>
          <a:prstGeom prst="ellipse">
            <a:avLst/>
          </a:prstGeom>
          <a:solidFill>
            <a:schemeClr val="bg1"/>
          </a:solidFill>
          <a:ln w="508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8" name="Freeform: Shape 298">
            <a:extLst>
              <a:ext uri="{FF2B5EF4-FFF2-40B4-BE49-F238E27FC236}">
                <a16:creationId xmlns:a16="http://schemas.microsoft.com/office/drawing/2014/main" id="{313376CF-6EFF-3B8D-F3BE-9CE1629DA1C0}"/>
              </a:ext>
            </a:extLst>
          </p:cNvPr>
          <p:cNvSpPr/>
          <p:nvPr userDrawn="1"/>
        </p:nvSpPr>
        <p:spPr>
          <a:xfrm>
            <a:off x="5406003" y="4429286"/>
            <a:ext cx="2921280" cy="1192670"/>
          </a:xfrm>
          <a:custGeom>
            <a:avLst/>
            <a:gdLst>
              <a:gd name="connsiteX0" fmla="*/ 2797989 w 3387980"/>
              <a:gd name="connsiteY0" fmla="*/ 793219 h 1383210"/>
              <a:gd name="connsiteX1" fmla="*/ 2614092 w 3387980"/>
              <a:gd name="connsiteY1" fmla="*/ 822614 h 1383210"/>
              <a:gd name="connsiteX2" fmla="*/ 1697357 w 3387980"/>
              <a:gd name="connsiteY2" fmla="*/ 0 h 1383210"/>
              <a:gd name="connsiteX3" fmla="*/ 798795 w 3387980"/>
              <a:gd name="connsiteY3" fmla="*/ 714810 h 1383210"/>
              <a:gd name="connsiteX4" fmla="*/ 668546 w 3387980"/>
              <a:gd name="connsiteY4" fmla="*/ 714665 h 1383210"/>
              <a:gd name="connsiteX5" fmla="*/ 0 w 3387980"/>
              <a:gd name="connsiteY5" fmla="*/ 1383211 h 1383210"/>
              <a:gd name="connsiteX6" fmla="*/ 3387981 w 3387980"/>
              <a:gd name="connsiteY6" fmla="*/ 1383211 h 1383210"/>
              <a:gd name="connsiteX7" fmla="*/ 2797989 w 3387980"/>
              <a:gd name="connsiteY7" fmla="*/ 793219 h 138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7980" h="1383210">
                <a:moveTo>
                  <a:pt x="2797989" y="793219"/>
                </a:moveTo>
                <a:cubicBezTo>
                  <a:pt x="2733770" y="793219"/>
                  <a:pt x="2671940" y="803573"/>
                  <a:pt x="2614092" y="822614"/>
                </a:cubicBezTo>
                <a:cubicBezTo>
                  <a:pt x="2564425" y="360192"/>
                  <a:pt x="2172956" y="0"/>
                  <a:pt x="1697357" y="0"/>
                </a:cubicBezTo>
                <a:cubicBezTo>
                  <a:pt x="1259406" y="0"/>
                  <a:pt x="892915" y="305385"/>
                  <a:pt x="798795" y="714810"/>
                </a:cubicBezTo>
                <a:lnTo>
                  <a:pt x="668546" y="714665"/>
                </a:lnTo>
                <a:cubicBezTo>
                  <a:pt x="299304" y="714737"/>
                  <a:pt x="0" y="1014041"/>
                  <a:pt x="0" y="1383211"/>
                </a:cubicBezTo>
                <a:lnTo>
                  <a:pt x="3387981" y="1383211"/>
                </a:lnTo>
                <a:cubicBezTo>
                  <a:pt x="3387981" y="1057336"/>
                  <a:pt x="3123864" y="793219"/>
                  <a:pt x="2797989" y="793219"/>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 name="page number">
            <a:extLst>
              <a:ext uri="{FF2B5EF4-FFF2-40B4-BE49-F238E27FC236}">
                <a16:creationId xmlns:a16="http://schemas.microsoft.com/office/drawing/2014/main" id="{35B56995-88B0-8A20-29F5-FDEF9678864D}"/>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fld id="{7A51DB15-7364-4F0B-A3A0-1309F8830053}" type="slidenum">
              <a:rPr kumimoji="0" lang="en-US" sz="800" b="0" i="0" u="none" strike="noStrike" kern="1200" cap="none" spc="0" normalizeH="0" baseline="0" noProof="0" smtClean="0">
                <a:ln>
                  <a:noFill/>
                </a:ln>
                <a:solidFill>
                  <a:srgbClr val="FFFFFF"/>
                </a:solidFill>
                <a:effectLst/>
                <a:uLnTx/>
                <a:uFillTx/>
                <a:latin typeface="Arial" panose="020B0604020202020204" pitchFamily="34" charset="0"/>
                <a:ea typeface="Arial" panose="020B0604020202020204" pitchFamily="34" charset="0"/>
                <a:cs typeface="Arial" panose="020B0604020202020204" pitchFamily="34" charset="0"/>
              </a:rPr>
              <a:pPr marL="0" marR="0" lvl="0" indent="0" algn="r" defTabSz="914400" rtl="0" eaLnBrk="1" fontAlgn="auto" latinLnBrk="0" hangingPunct="1">
                <a:lnSpc>
                  <a:spcPct val="9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Arial" panose="020B0604020202020204" pitchFamily="34" charset="0"/>
              <a:cs typeface="Arial" panose="020B0604020202020204" pitchFamily="34" charset="0"/>
            </a:endParaRPr>
          </a:p>
        </p:txBody>
      </p:sp>
      <p:grpSp>
        <p:nvGrpSpPr>
          <p:cNvPr id="20" name="Group 19">
            <a:extLst>
              <a:ext uri="{FF2B5EF4-FFF2-40B4-BE49-F238E27FC236}">
                <a16:creationId xmlns:a16="http://schemas.microsoft.com/office/drawing/2014/main" id="{98785D4F-6528-22FB-9AAC-C04A73B18455}"/>
              </a:ext>
            </a:extLst>
          </p:cNvPr>
          <p:cNvGrpSpPr/>
          <p:nvPr userDrawn="1"/>
        </p:nvGrpSpPr>
        <p:grpSpPr>
          <a:xfrm>
            <a:off x="7857746" y="325264"/>
            <a:ext cx="2070249" cy="1375245"/>
            <a:chOff x="9416736" y="375238"/>
            <a:chExt cx="2070249" cy="1375245"/>
          </a:xfrm>
        </p:grpSpPr>
        <p:sp>
          <p:nvSpPr>
            <p:cNvPr id="21" name="Freeform: Shape 15">
              <a:extLst>
                <a:ext uri="{FF2B5EF4-FFF2-40B4-BE49-F238E27FC236}">
                  <a16:creationId xmlns:a16="http://schemas.microsoft.com/office/drawing/2014/main" id="{8D042576-63AE-F687-192B-DFE5DDCC0BB2}"/>
                </a:ext>
              </a:extLst>
            </p:cNvPr>
            <p:cNvSpPr/>
            <p:nvPr/>
          </p:nvSpPr>
          <p:spPr>
            <a:xfrm>
              <a:off x="9416736" y="375238"/>
              <a:ext cx="2070249" cy="822428"/>
            </a:xfrm>
            <a:custGeom>
              <a:avLst/>
              <a:gdLst>
                <a:gd name="connsiteX0" fmla="*/ 1092971 w 2070249"/>
                <a:gd name="connsiteY0" fmla="*/ 822428 h 822428"/>
                <a:gd name="connsiteX1" fmla="*/ 2070250 w 2070249"/>
                <a:gd name="connsiteY1" fmla="*/ 822428 h 822428"/>
                <a:gd name="connsiteX2" fmla="*/ 1938630 w 2070249"/>
                <a:gd name="connsiteY2" fmla="*/ 530519 h 822428"/>
                <a:gd name="connsiteX3" fmla="*/ 1938630 w 2070249"/>
                <a:gd name="connsiteY3" fmla="*/ 530519 h 822428"/>
                <a:gd name="connsiteX4" fmla="*/ 1538411 w 2070249"/>
                <a:gd name="connsiteY4" fmla="*/ 404726 h 822428"/>
                <a:gd name="connsiteX5" fmla="*/ 1009213 w 2070249"/>
                <a:gd name="connsiteY5" fmla="*/ 0 h 822428"/>
                <a:gd name="connsiteX6" fmla="*/ 474965 w 2070249"/>
                <a:gd name="connsiteY6" fmla="*/ 425005 h 822428"/>
                <a:gd name="connsiteX7" fmla="*/ 397500 w 2070249"/>
                <a:gd name="connsiteY7" fmla="*/ 425005 h 822428"/>
                <a:gd name="connsiteX8" fmla="*/ 0 w 2070249"/>
                <a:gd name="connsiteY8" fmla="*/ 822428 h 822428"/>
                <a:gd name="connsiteX9" fmla="*/ 125015 w 2070249"/>
                <a:gd name="connsiteY9" fmla="*/ 822428 h 8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70249" h="822428">
                  <a:moveTo>
                    <a:pt x="1092971" y="822428"/>
                  </a:moveTo>
                  <a:lnTo>
                    <a:pt x="2070250" y="822428"/>
                  </a:lnTo>
                  <a:cubicBezTo>
                    <a:pt x="2063413" y="715905"/>
                    <a:pt x="2019514" y="611479"/>
                    <a:pt x="1938630" y="530519"/>
                  </a:cubicBezTo>
                  <a:lnTo>
                    <a:pt x="1938630" y="530519"/>
                  </a:lnTo>
                  <a:cubicBezTo>
                    <a:pt x="1830242" y="422131"/>
                    <a:pt x="1679587" y="380174"/>
                    <a:pt x="1538411" y="404726"/>
                  </a:cubicBezTo>
                  <a:cubicBezTo>
                    <a:pt x="1475243" y="171556"/>
                    <a:pt x="1262274" y="0"/>
                    <a:pt x="1009213" y="0"/>
                  </a:cubicBezTo>
                  <a:cubicBezTo>
                    <a:pt x="756152" y="0"/>
                    <a:pt x="530907" y="181579"/>
                    <a:pt x="474965" y="425005"/>
                  </a:cubicBezTo>
                  <a:lnTo>
                    <a:pt x="397500" y="425005"/>
                  </a:lnTo>
                  <a:cubicBezTo>
                    <a:pt x="178005" y="425005"/>
                    <a:pt x="0" y="602855"/>
                    <a:pt x="0" y="822428"/>
                  </a:cubicBezTo>
                  <a:lnTo>
                    <a:pt x="125015" y="822428"/>
                  </a:lnTo>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22" name="Graphic 6">
              <a:extLst>
                <a:ext uri="{FF2B5EF4-FFF2-40B4-BE49-F238E27FC236}">
                  <a16:creationId xmlns:a16="http://schemas.microsoft.com/office/drawing/2014/main" id="{CF0B4F2D-8403-C622-BEC6-96F06459630D}"/>
                </a:ext>
              </a:extLst>
            </p:cNvPr>
            <p:cNvGrpSpPr/>
            <p:nvPr/>
          </p:nvGrpSpPr>
          <p:grpSpPr>
            <a:xfrm>
              <a:off x="9677489" y="984075"/>
              <a:ext cx="696635" cy="766408"/>
              <a:chOff x="9677489" y="984075"/>
              <a:chExt cx="696635" cy="766408"/>
            </a:xfrm>
            <a:noFill/>
          </p:grpSpPr>
          <p:sp>
            <p:nvSpPr>
              <p:cNvPr id="23" name="Freeform: Shape 17">
                <a:extLst>
                  <a:ext uri="{FF2B5EF4-FFF2-40B4-BE49-F238E27FC236}">
                    <a16:creationId xmlns:a16="http://schemas.microsoft.com/office/drawing/2014/main" id="{39DF948A-9D9C-3625-16AD-77929EF7D3D4}"/>
                  </a:ext>
                </a:extLst>
              </p:cNvPr>
              <p:cNvSpPr/>
              <p:nvPr/>
            </p:nvSpPr>
            <p:spPr>
              <a:xfrm>
                <a:off x="9677489" y="984075"/>
                <a:ext cx="696635" cy="766408"/>
              </a:xfrm>
              <a:custGeom>
                <a:avLst/>
                <a:gdLst>
                  <a:gd name="connsiteX0" fmla="*/ 0 w 696635"/>
                  <a:gd name="connsiteY0" fmla="*/ 0 h 766408"/>
                  <a:gd name="connsiteX1" fmla="*/ 696636 w 696635"/>
                  <a:gd name="connsiteY1" fmla="*/ 0 h 766408"/>
                  <a:gd name="connsiteX2" fmla="*/ 696636 w 696635"/>
                  <a:gd name="connsiteY2" fmla="*/ 207608 h 766408"/>
                  <a:gd name="connsiteX3" fmla="*/ 0 w 696635"/>
                  <a:gd name="connsiteY3" fmla="*/ 207608 h 766408"/>
                  <a:gd name="connsiteX4" fmla="*/ 0 w 696635"/>
                  <a:gd name="connsiteY4" fmla="*/ 0 h 766408"/>
                  <a:gd name="connsiteX5" fmla="*/ 0 w 696635"/>
                  <a:gd name="connsiteY5" fmla="*/ 487008 h 766408"/>
                  <a:gd name="connsiteX6" fmla="*/ 696636 w 696635"/>
                  <a:gd name="connsiteY6" fmla="*/ 487008 h 766408"/>
                  <a:gd name="connsiteX7" fmla="*/ 696636 w 696635"/>
                  <a:gd name="connsiteY7" fmla="*/ 279400 h 766408"/>
                  <a:gd name="connsiteX8" fmla="*/ 0 w 696635"/>
                  <a:gd name="connsiteY8" fmla="*/ 279400 h 766408"/>
                  <a:gd name="connsiteX9" fmla="*/ 0 w 696635"/>
                  <a:gd name="connsiteY9" fmla="*/ 487008 h 766408"/>
                  <a:gd name="connsiteX10" fmla="*/ 0 w 696635"/>
                  <a:gd name="connsiteY10" fmla="*/ 766408 h 766408"/>
                  <a:gd name="connsiteX11" fmla="*/ 696636 w 696635"/>
                  <a:gd name="connsiteY11" fmla="*/ 766408 h 766408"/>
                  <a:gd name="connsiteX12" fmla="*/ 696636 w 696635"/>
                  <a:gd name="connsiteY12" fmla="*/ 558801 h 766408"/>
                  <a:gd name="connsiteX13" fmla="*/ 0 w 696635"/>
                  <a:gd name="connsiteY13" fmla="*/ 558801 h 766408"/>
                  <a:gd name="connsiteX14" fmla="*/ 0 w 696635"/>
                  <a:gd name="connsiteY14" fmla="*/ 766408 h 76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96635" h="766408">
                    <a:moveTo>
                      <a:pt x="0" y="0"/>
                    </a:moveTo>
                    <a:lnTo>
                      <a:pt x="696636" y="0"/>
                    </a:lnTo>
                    <a:cubicBezTo>
                      <a:pt x="696636" y="0"/>
                      <a:pt x="696636" y="207608"/>
                      <a:pt x="696636" y="207608"/>
                    </a:cubicBezTo>
                    <a:lnTo>
                      <a:pt x="0" y="207608"/>
                    </a:lnTo>
                    <a:cubicBezTo>
                      <a:pt x="0" y="207608"/>
                      <a:pt x="0" y="0"/>
                      <a:pt x="0" y="0"/>
                    </a:cubicBezTo>
                    <a:close/>
                    <a:moveTo>
                      <a:pt x="0" y="487008"/>
                    </a:moveTo>
                    <a:lnTo>
                      <a:pt x="696636" y="487008"/>
                    </a:lnTo>
                    <a:lnTo>
                      <a:pt x="696636" y="279400"/>
                    </a:lnTo>
                    <a:lnTo>
                      <a:pt x="0" y="279400"/>
                    </a:lnTo>
                    <a:lnTo>
                      <a:pt x="0" y="487008"/>
                    </a:lnTo>
                    <a:close/>
                    <a:moveTo>
                      <a:pt x="0" y="766408"/>
                    </a:moveTo>
                    <a:lnTo>
                      <a:pt x="696636" y="766408"/>
                    </a:lnTo>
                    <a:lnTo>
                      <a:pt x="696636" y="558801"/>
                    </a:lnTo>
                    <a:lnTo>
                      <a:pt x="0" y="558801"/>
                    </a:lnTo>
                    <a:lnTo>
                      <a:pt x="0" y="766408"/>
                    </a:lnTo>
                    <a:close/>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24" name="Graphic 6">
                <a:extLst>
                  <a:ext uri="{FF2B5EF4-FFF2-40B4-BE49-F238E27FC236}">
                    <a16:creationId xmlns:a16="http://schemas.microsoft.com/office/drawing/2014/main" id="{1CE6C42C-9828-DF0F-703C-BE23033C3E7F}"/>
                  </a:ext>
                </a:extLst>
              </p:cNvPr>
              <p:cNvGrpSpPr/>
              <p:nvPr/>
            </p:nvGrpSpPr>
            <p:grpSpPr>
              <a:xfrm>
                <a:off x="9708413" y="1191683"/>
                <a:ext cx="634788" cy="71792"/>
                <a:chOff x="9708413" y="1191683"/>
                <a:chExt cx="634788" cy="71792"/>
              </a:xfrm>
            </p:grpSpPr>
            <p:sp>
              <p:nvSpPr>
                <p:cNvPr id="28" name="Freeform: Shape 20">
                  <a:extLst>
                    <a:ext uri="{FF2B5EF4-FFF2-40B4-BE49-F238E27FC236}">
                      <a16:creationId xmlns:a16="http://schemas.microsoft.com/office/drawing/2014/main" id="{3904B872-AACF-26F9-039E-E55FC2B8D0FB}"/>
                    </a:ext>
                  </a:extLst>
                </p:cNvPr>
                <p:cNvSpPr/>
                <p:nvPr/>
              </p:nvSpPr>
              <p:spPr>
                <a:xfrm>
                  <a:off x="9708413" y="1191683"/>
                  <a:ext cx="7769" cy="71792"/>
                </a:xfrm>
                <a:custGeom>
                  <a:avLst/>
                  <a:gdLst>
                    <a:gd name="connsiteX0" fmla="*/ 0 w 7769"/>
                    <a:gd name="connsiteY0" fmla="*/ 0 h 71792"/>
                    <a:gd name="connsiteX1" fmla="*/ 0 w 7769"/>
                    <a:gd name="connsiteY1" fmla="*/ 71793 h 71792"/>
                  </a:gdLst>
                  <a:ahLst/>
                  <a:cxnLst>
                    <a:cxn ang="0">
                      <a:pos x="connsiteX0" y="connsiteY0"/>
                    </a:cxn>
                    <a:cxn ang="0">
                      <a:pos x="connsiteX1" y="connsiteY1"/>
                    </a:cxn>
                  </a:cxnLst>
                  <a:rect l="l" t="t" r="r" b="b"/>
                  <a:pathLst>
                    <a:path w="7769" h="71792">
                      <a:moveTo>
                        <a:pt x="0" y="0"/>
                      </a:moveTo>
                      <a:lnTo>
                        <a:pt x="0" y="71793"/>
                      </a:lnTo>
                    </a:path>
                  </a:pathLst>
                </a:custGeom>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9" name="Freeform: Shape 21">
                  <a:extLst>
                    <a:ext uri="{FF2B5EF4-FFF2-40B4-BE49-F238E27FC236}">
                      <a16:creationId xmlns:a16="http://schemas.microsoft.com/office/drawing/2014/main" id="{917267C0-29A6-FD56-85E1-7AB86D559513}"/>
                    </a:ext>
                  </a:extLst>
                </p:cNvPr>
                <p:cNvSpPr/>
                <p:nvPr/>
              </p:nvSpPr>
              <p:spPr>
                <a:xfrm>
                  <a:off x="10343201" y="1191683"/>
                  <a:ext cx="7769" cy="71792"/>
                </a:xfrm>
                <a:custGeom>
                  <a:avLst/>
                  <a:gdLst>
                    <a:gd name="connsiteX0" fmla="*/ 0 w 7769"/>
                    <a:gd name="connsiteY0" fmla="*/ 0 h 71792"/>
                    <a:gd name="connsiteX1" fmla="*/ 0 w 7769"/>
                    <a:gd name="connsiteY1" fmla="*/ 71793 h 71792"/>
                  </a:gdLst>
                  <a:ahLst/>
                  <a:cxnLst>
                    <a:cxn ang="0">
                      <a:pos x="connsiteX0" y="connsiteY0"/>
                    </a:cxn>
                    <a:cxn ang="0">
                      <a:pos x="connsiteX1" y="connsiteY1"/>
                    </a:cxn>
                  </a:cxnLst>
                  <a:rect l="l" t="t" r="r" b="b"/>
                  <a:pathLst>
                    <a:path w="7769" h="71792">
                      <a:moveTo>
                        <a:pt x="0" y="0"/>
                      </a:moveTo>
                      <a:lnTo>
                        <a:pt x="0" y="71793"/>
                      </a:lnTo>
                    </a:path>
                  </a:pathLst>
                </a:custGeom>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25" name="Graphic 6">
                <a:extLst>
                  <a:ext uri="{FF2B5EF4-FFF2-40B4-BE49-F238E27FC236}">
                    <a16:creationId xmlns:a16="http://schemas.microsoft.com/office/drawing/2014/main" id="{1AA147BB-3B92-C41F-A404-01B7A4D2F9A5}"/>
                  </a:ext>
                </a:extLst>
              </p:cNvPr>
              <p:cNvGrpSpPr/>
              <p:nvPr/>
            </p:nvGrpSpPr>
            <p:grpSpPr>
              <a:xfrm>
                <a:off x="9708413" y="1471083"/>
                <a:ext cx="634788" cy="71792"/>
                <a:chOff x="9708413" y="1471083"/>
                <a:chExt cx="634788" cy="71792"/>
              </a:xfrm>
            </p:grpSpPr>
            <p:sp>
              <p:nvSpPr>
                <p:cNvPr id="26" name="Freeform: Shape 23">
                  <a:extLst>
                    <a:ext uri="{FF2B5EF4-FFF2-40B4-BE49-F238E27FC236}">
                      <a16:creationId xmlns:a16="http://schemas.microsoft.com/office/drawing/2014/main" id="{3A2A53D5-8723-B8B7-1BC2-F939331BC953}"/>
                    </a:ext>
                  </a:extLst>
                </p:cNvPr>
                <p:cNvSpPr/>
                <p:nvPr/>
              </p:nvSpPr>
              <p:spPr>
                <a:xfrm>
                  <a:off x="9708413" y="1471083"/>
                  <a:ext cx="7769" cy="71792"/>
                </a:xfrm>
                <a:custGeom>
                  <a:avLst/>
                  <a:gdLst>
                    <a:gd name="connsiteX0" fmla="*/ 0 w 7769"/>
                    <a:gd name="connsiteY0" fmla="*/ 0 h 71792"/>
                    <a:gd name="connsiteX1" fmla="*/ 0 w 7769"/>
                    <a:gd name="connsiteY1" fmla="*/ 71793 h 71792"/>
                  </a:gdLst>
                  <a:ahLst/>
                  <a:cxnLst>
                    <a:cxn ang="0">
                      <a:pos x="connsiteX0" y="connsiteY0"/>
                    </a:cxn>
                    <a:cxn ang="0">
                      <a:pos x="connsiteX1" y="connsiteY1"/>
                    </a:cxn>
                  </a:cxnLst>
                  <a:rect l="l" t="t" r="r" b="b"/>
                  <a:pathLst>
                    <a:path w="7769" h="71792">
                      <a:moveTo>
                        <a:pt x="0" y="0"/>
                      </a:moveTo>
                      <a:lnTo>
                        <a:pt x="0" y="71793"/>
                      </a:lnTo>
                    </a:path>
                  </a:pathLst>
                </a:custGeom>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7" name="Freeform: Shape 24">
                  <a:extLst>
                    <a:ext uri="{FF2B5EF4-FFF2-40B4-BE49-F238E27FC236}">
                      <a16:creationId xmlns:a16="http://schemas.microsoft.com/office/drawing/2014/main" id="{A200D62B-9CB7-2F5B-32B8-6512E099E00E}"/>
                    </a:ext>
                  </a:extLst>
                </p:cNvPr>
                <p:cNvSpPr/>
                <p:nvPr/>
              </p:nvSpPr>
              <p:spPr>
                <a:xfrm>
                  <a:off x="10343201" y="1471083"/>
                  <a:ext cx="7769" cy="71792"/>
                </a:xfrm>
                <a:custGeom>
                  <a:avLst/>
                  <a:gdLst>
                    <a:gd name="connsiteX0" fmla="*/ 0 w 7769"/>
                    <a:gd name="connsiteY0" fmla="*/ 0 h 71792"/>
                    <a:gd name="connsiteX1" fmla="*/ 0 w 7769"/>
                    <a:gd name="connsiteY1" fmla="*/ 71793 h 71792"/>
                  </a:gdLst>
                  <a:ahLst/>
                  <a:cxnLst>
                    <a:cxn ang="0">
                      <a:pos x="connsiteX0" y="connsiteY0"/>
                    </a:cxn>
                    <a:cxn ang="0">
                      <a:pos x="connsiteX1" y="connsiteY1"/>
                    </a:cxn>
                  </a:cxnLst>
                  <a:rect l="l" t="t" r="r" b="b"/>
                  <a:pathLst>
                    <a:path w="7769" h="71792">
                      <a:moveTo>
                        <a:pt x="0" y="0"/>
                      </a:moveTo>
                      <a:lnTo>
                        <a:pt x="0" y="71793"/>
                      </a:lnTo>
                    </a:path>
                  </a:pathLst>
                </a:custGeom>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grpSp>
      <p:grpSp>
        <p:nvGrpSpPr>
          <p:cNvPr id="30" name="Graphic 6">
            <a:extLst>
              <a:ext uri="{FF2B5EF4-FFF2-40B4-BE49-F238E27FC236}">
                <a16:creationId xmlns:a16="http://schemas.microsoft.com/office/drawing/2014/main" id="{D3DBBD83-24B6-9E44-FBED-70CE4903E5A4}"/>
              </a:ext>
            </a:extLst>
          </p:cNvPr>
          <p:cNvGrpSpPr/>
          <p:nvPr userDrawn="1"/>
        </p:nvGrpSpPr>
        <p:grpSpPr>
          <a:xfrm flipH="1">
            <a:off x="9311265" y="1317305"/>
            <a:ext cx="857003" cy="1684948"/>
            <a:chOff x="9209673" y="1578772"/>
            <a:chExt cx="857003" cy="1684948"/>
          </a:xfrm>
          <a:noFill/>
        </p:grpSpPr>
        <p:sp>
          <p:nvSpPr>
            <p:cNvPr id="31" name="Freeform: Shape 26">
              <a:extLst>
                <a:ext uri="{FF2B5EF4-FFF2-40B4-BE49-F238E27FC236}">
                  <a16:creationId xmlns:a16="http://schemas.microsoft.com/office/drawing/2014/main" id="{2D8242BB-B5DB-CA77-CC66-4A79CCDC29A9}"/>
                </a:ext>
              </a:extLst>
            </p:cNvPr>
            <p:cNvSpPr/>
            <p:nvPr/>
          </p:nvSpPr>
          <p:spPr>
            <a:xfrm>
              <a:off x="9219929" y="2995042"/>
              <a:ext cx="268677" cy="268678"/>
            </a:xfrm>
            <a:custGeom>
              <a:avLst/>
              <a:gdLst>
                <a:gd name="connsiteX0" fmla="*/ 268678 w 268677"/>
                <a:gd name="connsiteY0" fmla="*/ 134339 h 268678"/>
                <a:gd name="connsiteX1" fmla="*/ 134339 w 268677"/>
                <a:gd name="connsiteY1" fmla="*/ 268678 h 268678"/>
                <a:gd name="connsiteX2" fmla="*/ 0 w 268677"/>
                <a:gd name="connsiteY2" fmla="*/ 134339 h 268678"/>
                <a:gd name="connsiteX3" fmla="*/ 134339 w 268677"/>
                <a:gd name="connsiteY3" fmla="*/ 0 h 268678"/>
                <a:gd name="connsiteX4" fmla="*/ 268678 w 268677"/>
                <a:gd name="connsiteY4" fmla="*/ 134339 h 268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677" h="268678">
                  <a:moveTo>
                    <a:pt x="268678" y="134339"/>
                  </a:moveTo>
                  <a:cubicBezTo>
                    <a:pt x="268678" y="208532"/>
                    <a:pt x="208532" y="268678"/>
                    <a:pt x="134339" y="268678"/>
                  </a:cubicBezTo>
                  <a:cubicBezTo>
                    <a:pt x="60146" y="268678"/>
                    <a:pt x="0" y="208532"/>
                    <a:pt x="0" y="134339"/>
                  </a:cubicBezTo>
                  <a:cubicBezTo>
                    <a:pt x="0" y="60146"/>
                    <a:pt x="60146" y="0"/>
                    <a:pt x="134339" y="0"/>
                  </a:cubicBezTo>
                  <a:cubicBezTo>
                    <a:pt x="208532" y="0"/>
                    <a:pt x="268678" y="60146"/>
                    <a:pt x="268678" y="134339"/>
                  </a:cubicBezTo>
                  <a:close/>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2" name="Freeform: Shape 27">
              <a:extLst>
                <a:ext uri="{FF2B5EF4-FFF2-40B4-BE49-F238E27FC236}">
                  <a16:creationId xmlns:a16="http://schemas.microsoft.com/office/drawing/2014/main" id="{8E75D678-8EAC-A882-3B1A-B5089EC68384}"/>
                </a:ext>
              </a:extLst>
            </p:cNvPr>
            <p:cNvSpPr/>
            <p:nvPr/>
          </p:nvSpPr>
          <p:spPr>
            <a:xfrm>
              <a:off x="9209673" y="2137573"/>
              <a:ext cx="326018" cy="326018"/>
            </a:xfrm>
            <a:custGeom>
              <a:avLst/>
              <a:gdLst>
                <a:gd name="connsiteX0" fmla="*/ 326019 w 326018"/>
                <a:gd name="connsiteY0" fmla="*/ 163009 h 326018"/>
                <a:gd name="connsiteX1" fmla="*/ 163009 w 326018"/>
                <a:gd name="connsiteY1" fmla="*/ 326019 h 326018"/>
                <a:gd name="connsiteX2" fmla="*/ 0 w 326018"/>
                <a:gd name="connsiteY2" fmla="*/ 163009 h 326018"/>
                <a:gd name="connsiteX3" fmla="*/ 163009 w 326018"/>
                <a:gd name="connsiteY3" fmla="*/ 0 h 326018"/>
                <a:gd name="connsiteX4" fmla="*/ 326019 w 326018"/>
                <a:gd name="connsiteY4" fmla="*/ 163009 h 326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018" h="326018">
                  <a:moveTo>
                    <a:pt x="326019" y="163009"/>
                  </a:moveTo>
                  <a:cubicBezTo>
                    <a:pt x="326019" y="253037"/>
                    <a:pt x="253037" y="326019"/>
                    <a:pt x="163009" y="326019"/>
                  </a:cubicBezTo>
                  <a:cubicBezTo>
                    <a:pt x="72982" y="326019"/>
                    <a:pt x="0" y="253037"/>
                    <a:pt x="0" y="163009"/>
                  </a:cubicBezTo>
                  <a:cubicBezTo>
                    <a:pt x="0" y="72982"/>
                    <a:pt x="72982" y="0"/>
                    <a:pt x="163009" y="0"/>
                  </a:cubicBezTo>
                  <a:cubicBezTo>
                    <a:pt x="253037" y="0"/>
                    <a:pt x="326019" y="72982"/>
                    <a:pt x="326019" y="163009"/>
                  </a:cubicBezTo>
                  <a:close/>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3" name="Freeform: Shape 28">
              <a:extLst>
                <a:ext uri="{FF2B5EF4-FFF2-40B4-BE49-F238E27FC236}">
                  <a16:creationId xmlns:a16="http://schemas.microsoft.com/office/drawing/2014/main" id="{43CDCE9A-BBD0-2A60-66B0-A31CECCF8413}"/>
                </a:ext>
              </a:extLst>
            </p:cNvPr>
            <p:cNvSpPr/>
            <p:nvPr/>
          </p:nvSpPr>
          <p:spPr>
            <a:xfrm>
              <a:off x="9489617" y="1713033"/>
              <a:ext cx="470691" cy="470691"/>
            </a:xfrm>
            <a:custGeom>
              <a:avLst/>
              <a:gdLst>
                <a:gd name="connsiteX0" fmla="*/ 470691 w 470691"/>
                <a:gd name="connsiteY0" fmla="*/ 0 h 470691"/>
                <a:gd name="connsiteX1" fmla="*/ 0 w 470691"/>
                <a:gd name="connsiteY1" fmla="*/ 470692 h 470691"/>
              </a:gdLst>
              <a:ahLst/>
              <a:cxnLst>
                <a:cxn ang="0">
                  <a:pos x="connsiteX0" y="connsiteY0"/>
                </a:cxn>
                <a:cxn ang="0">
                  <a:pos x="connsiteX1" y="connsiteY1"/>
                </a:cxn>
              </a:cxnLst>
              <a:rect l="l" t="t" r="r" b="b"/>
              <a:pathLst>
                <a:path w="470691" h="470691">
                  <a:moveTo>
                    <a:pt x="470691" y="0"/>
                  </a:moveTo>
                  <a:lnTo>
                    <a:pt x="0" y="470692"/>
                  </a:lnTo>
                </a:path>
              </a:pathLst>
            </a:custGeom>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4" name="Freeform: Shape 29">
              <a:extLst>
                <a:ext uri="{FF2B5EF4-FFF2-40B4-BE49-F238E27FC236}">
                  <a16:creationId xmlns:a16="http://schemas.microsoft.com/office/drawing/2014/main" id="{D5033284-4E48-6011-D60A-DC18F9C82377}"/>
                </a:ext>
              </a:extLst>
            </p:cNvPr>
            <p:cNvSpPr/>
            <p:nvPr/>
          </p:nvSpPr>
          <p:spPr>
            <a:xfrm>
              <a:off x="9926044" y="1578772"/>
              <a:ext cx="140632" cy="140632"/>
            </a:xfrm>
            <a:custGeom>
              <a:avLst/>
              <a:gdLst>
                <a:gd name="connsiteX0" fmla="*/ 140632 w 140632"/>
                <a:gd name="connsiteY0" fmla="*/ 70316 h 140632"/>
                <a:gd name="connsiteX1" fmla="*/ 70316 w 140632"/>
                <a:gd name="connsiteY1" fmla="*/ 140633 h 140632"/>
                <a:gd name="connsiteX2" fmla="*/ 0 w 140632"/>
                <a:gd name="connsiteY2" fmla="*/ 70316 h 140632"/>
                <a:gd name="connsiteX3" fmla="*/ 70316 w 140632"/>
                <a:gd name="connsiteY3" fmla="*/ 0 h 140632"/>
                <a:gd name="connsiteX4" fmla="*/ 140632 w 140632"/>
                <a:gd name="connsiteY4" fmla="*/ 70316 h 140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32" h="140632">
                  <a:moveTo>
                    <a:pt x="140632" y="70316"/>
                  </a:moveTo>
                  <a:cubicBezTo>
                    <a:pt x="140632" y="109151"/>
                    <a:pt x="109151" y="140633"/>
                    <a:pt x="70316" y="140633"/>
                  </a:cubicBezTo>
                  <a:cubicBezTo>
                    <a:pt x="31482" y="140633"/>
                    <a:pt x="0" y="109151"/>
                    <a:pt x="0" y="70316"/>
                  </a:cubicBezTo>
                  <a:cubicBezTo>
                    <a:pt x="0" y="31482"/>
                    <a:pt x="31482" y="0"/>
                    <a:pt x="70316" y="0"/>
                  </a:cubicBezTo>
                  <a:cubicBezTo>
                    <a:pt x="109151" y="0"/>
                    <a:pt x="140632" y="31482"/>
                    <a:pt x="140632" y="70316"/>
                  </a:cubicBezTo>
                  <a:close/>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5" name="Freeform: Shape 30">
              <a:extLst>
                <a:ext uri="{FF2B5EF4-FFF2-40B4-BE49-F238E27FC236}">
                  <a16:creationId xmlns:a16="http://schemas.microsoft.com/office/drawing/2014/main" id="{1D47BB34-7228-3D78-1228-7212A78CF7A6}"/>
                </a:ext>
              </a:extLst>
            </p:cNvPr>
            <p:cNvSpPr/>
            <p:nvPr/>
          </p:nvSpPr>
          <p:spPr>
            <a:xfrm>
              <a:off x="9357065" y="2462892"/>
              <a:ext cx="7769" cy="532227"/>
            </a:xfrm>
            <a:custGeom>
              <a:avLst/>
              <a:gdLst>
                <a:gd name="connsiteX0" fmla="*/ 0 w 7769"/>
                <a:gd name="connsiteY0" fmla="*/ 0 h 532227"/>
                <a:gd name="connsiteX1" fmla="*/ 0 w 7769"/>
                <a:gd name="connsiteY1" fmla="*/ 532228 h 532227"/>
              </a:gdLst>
              <a:ahLst/>
              <a:cxnLst>
                <a:cxn ang="0">
                  <a:pos x="connsiteX0" y="connsiteY0"/>
                </a:cxn>
                <a:cxn ang="0">
                  <a:pos x="connsiteX1" y="connsiteY1"/>
                </a:cxn>
              </a:cxnLst>
              <a:rect l="l" t="t" r="r" b="b"/>
              <a:pathLst>
                <a:path w="7769" h="532227">
                  <a:moveTo>
                    <a:pt x="0" y="0"/>
                  </a:moveTo>
                  <a:lnTo>
                    <a:pt x="0" y="532228"/>
                  </a:lnTo>
                </a:path>
              </a:pathLst>
            </a:custGeom>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36" name="Graphic 133">
            <a:extLst>
              <a:ext uri="{FF2B5EF4-FFF2-40B4-BE49-F238E27FC236}">
                <a16:creationId xmlns:a16="http://schemas.microsoft.com/office/drawing/2014/main" id="{A449B654-BF6C-7B21-AE20-93B88638C581}"/>
              </a:ext>
            </a:extLst>
          </p:cNvPr>
          <p:cNvGrpSpPr/>
          <p:nvPr userDrawn="1"/>
        </p:nvGrpSpPr>
        <p:grpSpPr>
          <a:xfrm>
            <a:off x="6464888" y="5263236"/>
            <a:ext cx="803510" cy="875072"/>
            <a:chOff x="8799755" y="943899"/>
            <a:chExt cx="839533" cy="914304"/>
          </a:xfrm>
          <a:noFill/>
        </p:grpSpPr>
        <p:sp>
          <p:nvSpPr>
            <p:cNvPr id="37" name="Freeform: Shape 8">
              <a:extLst>
                <a:ext uri="{FF2B5EF4-FFF2-40B4-BE49-F238E27FC236}">
                  <a16:creationId xmlns:a16="http://schemas.microsoft.com/office/drawing/2014/main" id="{677E842F-8A37-F2FB-7124-9C9D690E2F81}"/>
                </a:ext>
              </a:extLst>
            </p:cNvPr>
            <p:cNvSpPr/>
            <p:nvPr/>
          </p:nvSpPr>
          <p:spPr>
            <a:xfrm>
              <a:off x="8799755" y="943899"/>
              <a:ext cx="839533" cy="914304"/>
            </a:xfrm>
            <a:custGeom>
              <a:avLst/>
              <a:gdLst>
                <a:gd name="connsiteX0" fmla="*/ 419767 w 839533"/>
                <a:gd name="connsiteY0" fmla="*/ 914305 h 914304"/>
                <a:gd name="connsiteX1" fmla="*/ 415576 w 839533"/>
                <a:gd name="connsiteY1" fmla="*/ 913638 h 914304"/>
                <a:gd name="connsiteX2" fmla="*/ 0 w 839533"/>
                <a:gd name="connsiteY2" fmla="*/ 345281 h 914304"/>
                <a:gd name="connsiteX3" fmla="*/ 0 w 839533"/>
                <a:gd name="connsiteY3" fmla="*/ 13906 h 914304"/>
                <a:gd name="connsiteX4" fmla="*/ 13906 w 839533"/>
                <a:gd name="connsiteY4" fmla="*/ 0 h 914304"/>
                <a:gd name="connsiteX5" fmla="*/ 825627 w 839533"/>
                <a:gd name="connsiteY5" fmla="*/ 0 h 914304"/>
                <a:gd name="connsiteX6" fmla="*/ 839534 w 839533"/>
                <a:gd name="connsiteY6" fmla="*/ 13906 h 914304"/>
                <a:gd name="connsiteX7" fmla="*/ 839534 w 839533"/>
                <a:gd name="connsiteY7" fmla="*/ 345281 h 914304"/>
                <a:gd name="connsiteX8" fmla="*/ 424053 w 839533"/>
                <a:gd name="connsiteY8" fmla="*/ 913638 h 914304"/>
                <a:gd name="connsiteX9" fmla="*/ 419862 w 839533"/>
                <a:gd name="connsiteY9" fmla="*/ 914305 h 91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9533" h="914304">
                  <a:moveTo>
                    <a:pt x="419767" y="914305"/>
                  </a:moveTo>
                  <a:cubicBezTo>
                    <a:pt x="418338" y="914305"/>
                    <a:pt x="416909" y="914114"/>
                    <a:pt x="415576" y="913638"/>
                  </a:cubicBezTo>
                  <a:cubicBezTo>
                    <a:pt x="167069" y="834676"/>
                    <a:pt x="0" y="606266"/>
                    <a:pt x="0" y="345281"/>
                  </a:cubicBezTo>
                  <a:lnTo>
                    <a:pt x="0" y="13906"/>
                  </a:lnTo>
                  <a:cubicBezTo>
                    <a:pt x="0" y="6191"/>
                    <a:pt x="6191" y="0"/>
                    <a:pt x="13906" y="0"/>
                  </a:cubicBezTo>
                  <a:lnTo>
                    <a:pt x="825627" y="0"/>
                  </a:lnTo>
                  <a:cubicBezTo>
                    <a:pt x="833342" y="0"/>
                    <a:pt x="839534" y="6191"/>
                    <a:pt x="839534" y="13906"/>
                  </a:cubicBezTo>
                  <a:lnTo>
                    <a:pt x="839534" y="345281"/>
                  </a:lnTo>
                  <a:cubicBezTo>
                    <a:pt x="839534" y="606266"/>
                    <a:pt x="672560" y="834676"/>
                    <a:pt x="424053" y="913638"/>
                  </a:cubicBezTo>
                  <a:cubicBezTo>
                    <a:pt x="422624" y="914114"/>
                    <a:pt x="421195" y="914305"/>
                    <a:pt x="419862" y="914305"/>
                  </a:cubicBezTo>
                  <a:close/>
                </a:path>
              </a:pathLst>
            </a:custGeom>
            <a:noFill/>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8" name="Freeform: Shape 10">
              <a:extLst>
                <a:ext uri="{FF2B5EF4-FFF2-40B4-BE49-F238E27FC236}">
                  <a16:creationId xmlns:a16="http://schemas.microsoft.com/office/drawing/2014/main" id="{ED21D8F0-B178-264F-6DFD-1962D2506E7E}"/>
                </a:ext>
              </a:extLst>
            </p:cNvPr>
            <p:cNvSpPr/>
            <p:nvPr/>
          </p:nvSpPr>
          <p:spPr>
            <a:xfrm>
              <a:off x="9223713" y="943899"/>
              <a:ext cx="9525" cy="913638"/>
            </a:xfrm>
            <a:custGeom>
              <a:avLst/>
              <a:gdLst>
                <a:gd name="connsiteX0" fmla="*/ 0 w 9525"/>
                <a:gd name="connsiteY0" fmla="*/ 913638 h 913638"/>
                <a:gd name="connsiteX1" fmla="*/ 0 w 9525"/>
                <a:gd name="connsiteY1" fmla="*/ 0 h 913638"/>
              </a:gdLst>
              <a:ahLst/>
              <a:cxnLst>
                <a:cxn ang="0">
                  <a:pos x="connsiteX0" y="connsiteY0"/>
                </a:cxn>
                <a:cxn ang="0">
                  <a:pos x="connsiteX1" y="connsiteY1"/>
                </a:cxn>
              </a:cxnLst>
              <a:rect l="l" t="t" r="r" b="b"/>
              <a:pathLst>
                <a:path w="9525" h="913638">
                  <a:moveTo>
                    <a:pt x="0" y="913638"/>
                  </a:moveTo>
                  <a:lnTo>
                    <a:pt x="0" y="0"/>
                  </a:lnTo>
                </a:path>
              </a:pathLst>
            </a:custGeom>
            <a:ln w="25400" cap="rnd">
              <a:solidFill>
                <a:schemeClr val="accent1">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pic>
        <p:nvPicPr>
          <p:cNvPr id="39" name="Graphic 38">
            <a:extLst>
              <a:ext uri="{FF2B5EF4-FFF2-40B4-BE49-F238E27FC236}">
                <a16:creationId xmlns:a16="http://schemas.microsoft.com/office/drawing/2014/main" id="{41FBF9EA-65A7-F9C5-404A-2359ED09B234}"/>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5297477" y="3195829"/>
            <a:ext cx="728552" cy="1067991"/>
          </a:xfrm>
          <a:prstGeom prst="rect">
            <a:avLst/>
          </a:prstGeom>
        </p:spPr>
      </p:pic>
      <p:pic>
        <p:nvPicPr>
          <p:cNvPr id="40" name="Graphic 39">
            <a:extLst>
              <a:ext uri="{FF2B5EF4-FFF2-40B4-BE49-F238E27FC236}">
                <a16:creationId xmlns:a16="http://schemas.microsoft.com/office/drawing/2014/main" id="{78D3284F-3DB4-A439-A125-DC842584EE45}"/>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7092849" y="2517477"/>
            <a:ext cx="1653352" cy="1939113"/>
          </a:xfrm>
          <a:prstGeom prst="rect">
            <a:avLst/>
          </a:prstGeom>
        </p:spPr>
      </p:pic>
      <p:sp>
        <p:nvSpPr>
          <p:cNvPr id="41" name="TextBox 40">
            <a:extLst>
              <a:ext uri="{FF2B5EF4-FFF2-40B4-BE49-F238E27FC236}">
                <a16:creationId xmlns:a16="http://schemas.microsoft.com/office/drawing/2014/main" id="{FC2ECAA8-4EAD-737C-8595-54CB9DC35C30}"/>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43" name="Graphic 8">
            <a:extLst>
              <a:ext uri="{FF2B5EF4-FFF2-40B4-BE49-F238E27FC236}">
                <a16:creationId xmlns:a16="http://schemas.microsoft.com/office/drawing/2014/main" id="{DA16C0CD-F52E-9F90-FDB3-E7F44C68F901}"/>
              </a:ext>
            </a:extLst>
          </p:cNvPr>
          <p:cNvGrpSpPr/>
          <p:nvPr userDrawn="1"/>
        </p:nvGrpSpPr>
        <p:grpSpPr>
          <a:xfrm>
            <a:off x="265625" y="6323271"/>
            <a:ext cx="1249223" cy="369648"/>
            <a:chOff x="265625" y="6323271"/>
            <a:chExt cx="1249223" cy="369648"/>
          </a:xfrm>
          <a:solidFill>
            <a:srgbClr val="000000"/>
          </a:solidFill>
        </p:grpSpPr>
        <p:grpSp>
          <p:nvGrpSpPr>
            <p:cNvPr id="44" name="Graphic 8">
              <a:extLst>
                <a:ext uri="{FF2B5EF4-FFF2-40B4-BE49-F238E27FC236}">
                  <a16:creationId xmlns:a16="http://schemas.microsoft.com/office/drawing/2014/main" id="{10F140DB-E04A-D28E-7FBF-9CAA07F47D0F}"/>
                </a:ext>
              </a:extLst>
            </p:cNvPr>
            <p:cNvGrpSpPr/>
            <p:nvPr/>
          </p:nvGrpSpPr>
          <p:grpSpPr>
            <a:xfrm>
              <a:off x="745455" y="6594444"/>
              <a:ext cx="722662" cy="98475"/>
              <a:chOff x="745455" y="6594444"/>
              <a:chExt cx="722662" cy="98475"/>
            </a:xfrm>
            <a:solidFill>
              <a:srgbClr val="000000"/>
            </a:solidFill>
          </p:grpSpPr>
          <p:sp>
            <p:nvSpPr>
              <p:cNvPr id="53" name="Freeform 19">
                <a:extLst>
                  <a:ext uri="{FF2B5EF4-FFF2-40B4-BE49-F238E27FC236}">
                    <a16:creationId xmlns:a16="http://schemas.microsoft.com/office/drawing/2014/main" id="{5054016D-C3DA-23D9-216A-528A061DC8E4}"/>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54" name="Freeform 20">
                <a:extLst>
                  <a:ext uri="{FF2B5EF4-FFF2-40B4-BE49-F238E27FC236}">
                    <a16:creationId xmlns:a16="http://schemas.microsoft.com/office/drawing/2014/main" id="{D52049C5-E133-80A0-8B4C-99C694465EF6}"/>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55" name="Freeform 21">
                <a:extLst>
                  <a:ext uri="{FF2B5EF4-FFF2-40B4-BE49-F238E27FC236}">
                    <a16:creationId xmlns:a16="http://schemas.microsoft.com/office/drawing/2014/main" id="{B02D6D02-E0B3-FCA7-9301-9E3049CEC0C6}"/>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56" name="Freeform 22">
                <a:extLst>
                  <a:ext uri="{FF2B5EF4-FFF2-40B4-BE49-F238E27FC236}">
                    <a16:creationId xmlns:a16="http://schemas.microsoft.com/office/drawing/2014/main" id="{4D4434E3-62A0-418C-A8F5-824BC86608E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57" name="Freeform 23">
                <a:extLst>
                  <a:ext uri="{FF2B5EF4-FFF2-40B4-BE49-F238E27FC236}">
                    <a16:creationId xmlns:a16="http://schemas.microsoft.com/office/drawing/2014/main" id="{FD2199D3-9094-F66A-11B1-F3CCE310A659}"/>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58" name="Freeform 24">
                <a:extLst>
                  <a:ext uri="{FF2B5EF4-FFF2-40B4-BE49-F238E27FC236}">
                    <a16:creationId xmlns:a16="http://schemas.microsoft.com/office/drawing/2014/main" id="{1DF85363-4208-E6B1-C528-193FE8FBC10B}"/>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59" name="Freeform 25">
                <a:extLst>
                  <a:ext uri="{FF2B5EF4-FFF2-40B4-BE49-F238E27FC236}">
                    <a16:creationId xmlns:a16="http://schemas.microsoft.com/office/drawing/2014/main" id="{A7D1499A-895E-2A8D-499D-A7AEB8597B15}"/>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60" name="Freeform 26">
                <a:extLst>
                  <a:ext uri="{FF2B5EF4-FFF2-40B4-BE49-F238E27FC236}">
                    <a16:creationId xmlns:a16="http://schemas.microsoft.com/office/drawing/2014/main" id="{BD599034-3E54-615C-4B50-958B9E2AF482}"/>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61" name="Freeform 27">
                <a:extLst>
                  <a:ext uri="{FF2B5EF4-FFF2-40B4-BE49-F238E27FC236}">
                    <a16:creationId xmlns:a16="http://schemas.microsoft.com/office/drawing/2014/main" id="{E711CC30-FFB9-0CB7-D044-98FE1A025C3A}"/>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62" name="Freeform 28">
                <a:extLst>
                  <a:ext uri="{FF2B5EF4-FFF2-40B4-BE49-F238E27FC236}">
                    <a16:creationId xmlns:a16="http://schemas.microsoft.com/office/drawing/2014/main" id="{B9452F95-5897-1D49-956D-67528101450C}"/>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45" name="Graphic 8">
              <a:extLst>
                <a:ext uri="{FF2B5EF4-FFF2-40B4-BE49-F238E27FC236}">
                  <a16:creationId xmlns:a16="http://schemas.microsoft.com/office/drawing/2014/main" id="{306518C6-305F-0303-85A9-BA3AA4A7AC32}"/>
                </a:ext>
              </a:extLst>
            </p:cNvPr>
            <p:cNvGrpSpPr/>
            <p:nvPr/>
          </p:nvGrpSpPr>
          <p:grpSpPr>
            <a:xfrm>
              <a:off x="265625" y="6323271"/>
              <a:ext cx="1249223" cy="190348"/>
              <a:chOff x="265625" y="6323271"/>
              <a:chExt cx="1249223" cy="190348"/>
            </a:xfrm>
            <a:solidFill>
              <a:srgbClr val="000000"/>
            </a:solidFill>
          </p:grpSpPr>
          <p:sp>
            <p:nvSpPr>
              <p:cNvPr id="46" name="Freeform 10">
                <a:extLst>
                  <a:ext uri="{FF2B5EF4-FFF2-40B4-BE49-F238E27FC236}">
                    <a16:creationId xmlns:a16="http://schemas.microsoft.com/office/drawing/2014/main" id="{847EB4C3-7CF5-98AC-D84C-C3B0D3A64F0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47" name="Freeform 11">
                <a:extLst>
                  <a:ext uri="{FF2B5EF4-FFF2-40B4-BE49-F238E27FC236}">
                    <a16:creationId xmlns:a16="http://schemas.microsoft.com/office/drawing/2014/main" id="{68BD2BEF-FAFB-276E-549B-939506797EB6}"/>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48" name="Freeform 14">
                <a:extLst>
                  <a:ext uri="{FF2B5EF4-FFF2-40B4-BE49-F238E27FC236}">
                    <a16:creationId xmlns:a16="http://schemas.microsoft.com/office/drawing/2014/main" id="{708FBE4B-ACF9-0B50-0B51-DDAE30BA6CF2}"/>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49" name="Freeform 15">
                <a:extLst>
                  <a:ext uri="{FF2B5EF4-FFF2-40B4-BE49-F238E27FC236}">
                    <a16:creationId xmlns:a16="http://schemas.microsoft.com/office/drawing/2014/main" id="{218989C7-AABF-7343-B385-C6AF363A103B}"/>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50" name="Freeform 16">
                <a:extLst>
                  <a:ext uri="{FF2B5EF4-FFF2-40B4-BE49-F238E27FC236}">
                    <a16:creationId xmlns:a16="http://schemas.microsoft.com/office/drawing/2014/main" id="{3219AB43-876A-0728-FEEE-B41D0B96AE4C}"/>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51" name="Freeform 17">
                <a:extLst>
                  <a:ext uri="{FF2B5EF4-FFF2-40B4-BE49-F238E27FC236}">
                    <a16:creationId xmlns:a16="http://schemas.microsoft.com/office/drawing/2014/main" id="{FC1609E2-25C4-B92A-9E4D-6BE1FA333885}"/>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52" name="Freeform 18">
                <a:extLst>
                  <a:ext uri="{FF2B5EF4-FFF2-40B4-BE49-F238E27FC236}">
                    <a16:creationId xmlns:a16="http://schemas.microsoft.com/office/drawing/2014/main" id="{9C0FBAA7-20B5-4DF6-8261-E9128930B100}"/>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42" name="TextBox 41">
            <a:extLst>
              <a:ext uri="{FF2B5EF4-FFF2-40B4-BE49-F238E27FC236}">
                <a16:creationId xmlns:a16="http://schemas.microsoft.com/office/drawing/2014/main" id="{127F3F6D-8C42-EC76-2E05-9C2CCF64C690}"/>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32611688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dec="http://schemas.microsoft.com/office/drawing/2017/decorative" xmlns:a16="http://schemas.microsoft.com/office/drawing/2014/main" xmlns="">
      <p:transition spd="med">
        <p:fade/>
      </p:transition>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preserve="1" userDrawn="1">
  <p:cSld name="Section - Networkin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2">
                    <a:lumMod val="25000"/>
                  </a:schemeClr>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3" name="Parallelogram 2">
            <a:extLst>
              <a:ext uri="{FF2B5EF4-FFF2-40B4-BE49-F238E27FC236}">
                <a16:creationId xmlns:a16="http://schemas.microsoft.com/office/drawing/2014/main" id="{6B7C6C2D-764B-67CE-F274-909BE3736A5A}"/>
              </a:ext>
            </a:extLst>
          </p:cNvPr>
          <p:cNvSpPr/>
          <p:nvPr userDrawn="1"/>
        </p:nvSpPr>
        <p:spPr>
          <a:xfrm>
            <a:off x="5406003" y="0"/>
            <a:ext cx="14676689" cy="6858001"/>
          </a:xfrm>
          <a:prstGeom prst="parallelogram">
            <a:avLst>
              <a:gd name="adj" fmla="val 100124"/>
            </a:avLst>
          </a:prstGeom>
          <a:gradFill flip="none" rotWithShape="1">
            <a:gsLst>
              <a:gs pos="35000">
                <a:schemeClr val="accent3"/>
              </a:gs>
              <a:gs pos="100000">
                <a:schemeClr val="accent1">
                  <a:alpha val="66000"/>
                </a:schemeClr>
              </a:gs>
            </a:gsLst>
            <a:lin ang="18900000" scaled="1"/>
            <a:tileRect/>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rallelogram 3">
            <a:extLst>
              <a:ext uri="{FF2B5EF4-FFF2-40B4-BE49-F238E27FC236}">
                <a16:creationId xmlns:a16="http://schemas.microsoft.com/office/drawing/2014/main" id="{6BF612B5-4276-28EB-ADF6-2EB6E963BEF2}"/>
              </a:ext>
            </a:extLst>
          </p:cNvPr>
          <p:cNvSpPr/>
          <p:nvPr userDrawn="1"/>
        </p:nvSpPr>
        <p:spPr>
          <a:xfrm>
            <a:off x="1840256" y="-1"/>
            <a:ext cx="12934077" cy="6470788"/>
          </a:xfrm>
          <a:prstGeom prst="parallelogram">
            <a:avLst>
              <a:gd name="adj" fmla="val 100124"/>
            </a:avLst>
          </a:prstGeom>
          <a:gradFill flip="none" rotWithShape="1">
            <a:gsLst>
              <a:gs pos="0">
                <a:schemeClr val="accent3">
                  <a:alpha val="18000"/>
                </a:schemeClr>
              </a:gs>
              <a:gs pos="73000">
                <a:schemeClr val="accent1">
                  <a:alpha val="0"/>
                </a:schemeClr>
              </a:gs>
            </a:gsLst>
            <a:lin ang="8100000" scaled="1"/>
            <a:tileRect/>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5" name="Graphic 133">
            <a:extLst>
              <a:ext uri="{FF2B5EF4-FFF2-40B4-BE49-F238E27FC236}">
                <a16:creationId xmlns:a16="http://schemas.microsoft.com/office/drawing/2014/main" id="{4D0A2E48-4862-FFEB-EA22-34E155682AD1}"/>
              </a:ext>
            </a:extLst>
          </p:cNvPr>
          <p:cNvGrpSpPr/>
          <p:nvPr userDrawn="1"/>
        </p:nvGrpSpPr>
        <p:grpSpPr>
          <a:xfrm>
            <a:off x="9254261" y="4788558"/>
            <a:ext cx="1409223" cy="1302353"/>
            <a:chOff x="10028194" y="3612804"/>
            <a:chExt cx="1409223" cy="1302353"/>
          </a:xfrm>
          <a:noFill/>
        </p:grpSpPr>
        <p:sp>
          <p:nvSpPr>
            <p:cNvPr id="6" name="Freeform: Shape 19">
              <a:extLst>
                <a:ext uri="{FF2B5EF4-FFF2-40B4-BE49-F238E27FC236}">
                  <a16:creationId xmlns:a16="http://schemas.microsoft.com/office/drawing/2014/main" id="{FE9000CD-C60D-2BE4-87C2-6887BE8BEAC3}"/>
                </a:ext>
              </a:extLst>
            </p:cNvPr>
            <p:cNvSpPr/>
            <p:nvPr/>
          </p:nvSpPr>
          <p:spPr>
            <a:xfrm>
              <a:off x="10091154" y="4203164"/>
              <a:ext cx="1007554" cy="711993"/>
            </a:xfrm>
            <a:custGeom>
              <a:avLst/>
              <a:gdLst>
                <a:gd name="connsiteX0" fmla="*/ 1007555 w 1007554"/>
                <a:gd name="connsiteY0" fmla="*/ 605980 h 711993"/>
                <a:gd name="connsiteX1" fmla="*/ 651224 w 1007554"/>
                <a:gd name="connsiteY1" fmla="*/ 711994 h 711993"/>
                <a:gd name="connsiteX2" fmla="*/ 0 w 1007554"/>
                <a:gd name="connsiteY2" fmla="*/ 60770 h 711993"/>
                <a:gd name="connsiteX3" fmla="*/ 2762 w 1007554"/>
                <a:gd name="connsiteY3" fmla="*/ 0 h 711993"/>
              </a:gdLst>
              <a:ahLst/>
              <a:cxnLst>
                <a:cxn ang="0">
                  <a:pos x="connsiteX0" y="connsiteY0"/>
                </a:cxn>
                <a:cxn ang="0">
                  <a:pos x="connsiteX1" y="connsiteY1"/>
                </a:cxn>
                <a:cxn ang="0">
                  <a:pos x="connsiteX2" y="connsiteY2"/>
                </a:cxn>
                <a:cxn ang="0">
                  <a:pos x="connsiteX3" y="connsiteY3"/>
                </a:cxn>
              </a:cxnLst>
              <a:rect l="l" t="t" r="r" b="b"/>
              <a:pathLst>
                <a:path w="1007554" h="711993">
                  <a:moveTo>
                    <a:pt x="1007555" y="605980"/>
                  </a:moveTo>
                  <a:cubicBezTo>
                    <a:pt x="905161" y="673037"/>
                    <a:pt x="782765" y="711994"/>
                    <a:pt x="651224" y="711994"/>
                  </a:cubicBezTo>
                  <a:cubicBezTo>
                    <a:pt x="291560" y="711994"/>
                    <a:pt x="0" y="420433"/>
                    <a:pt x="0" y="60770"/>
                  </a:cubicBezTo>
                  <a:cubicBezTo>
                    <a:pt x="0" y="40291"/>
                    <a:pt x="953" y="20003"/>
                    <a:pt x="2762" y="0"/>
                  </a:cubicBez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7" name="Freeform: Shape 20">
              <a:extLst>
                <a:ext uri="{FF2B5EF4-FFF2-40B4-BE49-F238E27FC236}">
                  <a16:creationId xmlns:a16="http://schemas.microsoft.com/office/drawing/2014/main" id="{70C76A2A-918A-3DF2-8340-7889D75C5CDF}"/>
                </a:ext>
              </a:extLst>
            </p:cNvPr>
            <p:cNvSpPr/>
            <p:nvPr/>
          </p:nvSpPr>
          <p:spPr>
            <a:xfrm>
              <a:off x="11191958" y="4393187"/>
              <a:ext cx="188880" cy="342042"/>
            </a:xfrm>
            <a:custGeom>
              <a:avLst/>
              <a:gdLst>
                <a:gd name="connsiteX0" fmla="*/ 188881 w 188880"/>
                <a:gd name="connsiteY0" fmla="*/ 0 h 342042"/>
                <a:gd name="connsiteX1" fmla="*/ 0 w 188880"/>
                <a:gd name="connsiteY1" fmla="*/ 342043 h 342042"/>
              </a:gdLst>
              <a:ahLst/>
              <a:cxnLst>
                <a:cxn ang="0">
                  <a:pos x="connsiteX0" y="connsiteY0"/>
                </a:cxn>
                <a:cxn ang="0">
                  <a:pos x="connsiteX1" y="connsiteY1"/>
                </a:cxn>
              </a:cxnLst>
              <a:rect l="l" t="t" r="r" b="b"/>
              <a:pathLst>
                <a:path w="188880" h="342042">
                  <a:moveTo>
                    <a:pt x="188881" y="0"/>
                  </a:moveTo>
                  <a:cubicBezTo>
                    <a:pt x="162116" y="133255"/>
                    <a:pt x="94583" y="251746"/>
                    <a:pt x="0" y="342043"/>
                  </a:cubicBez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8" name="Freeform: Shape 36">
              <a:extLst>
                <a:ext uri="{FF2B5EF4-FFF2-40B4-BE49-F238E27FC236}">
                  <a16:creationId xmlns:a16="http://schemas.microsoft.com/office/drawing/2014/main" id="{BC329E29-3BBD-3EE3-875B-14218AAD1502}"/>
                </a:ext>
              </a:extLst>
            </p:cNvPr>
            <p:cNvSpPr/>
            <p:nvPr/>
          </p:nvSpPr>
          <p:spPr>
            <a:xfrm>
              <a:off x="11147477" y="3754060"/>
              <a:ext cx="246125" cy="528351"/>
            </a:xfrm>
            <a:custGeom>
              <a:avLst/>
              <a:gdLst>
                <a:gd name="connsiteX0" fmla="*/ 0 w 246125"/>
                <a:gd name="connsiteY0" fmla="*/ 0 h 528351"/>
                <a:gd name="connsiteX1" fmla="*/ 246126 w 246125"/>
                <a:gd name="connsiteY1" fmla="*/ 509873 h 528351"/>
                <a:gd name="connsiteX2" fmla="*/ 245840 w 246125"/>
                <a:gd name="connsiteY2" fmla="*/ 528352 h 528351"/>
              </a:gdLst>
              <a:ahLst/>
              <a:cxnLst>
                <a:cxn ang="0">
                  <a:pos x="connsiteX0" y="connsiteY0"/>
                </a:cxn>
                <a:cxn ang="0">
                  <a:pos x="connsiteX1" y="connsiteY1"/>
                </a:cxn>
                <a:cxn ang="0">
                  <a:pos x="connsiteX2" y="connsiteY2"/>
                </a:cxn>
              </a:cxnLst>
              <a:rect l="l" t="t" r="r" b="b"/>
              <a:pathLst>
                <a:path w="246125" h="528351">
                  <a:moveTo>
                    <a:pt x="0" y="0"/>
                  </a:moveTo>
                  <a:cubicBezTo>
                    <a:pt x="150019" y="119348"/>
                    <a:pt x="246126" y="303371"/>
                    <a:pt x="246126" y="509873"/>
                  </a:cubicBezTo>
                  <a:cubicBezTo>
                    <a:pt x="246126" y="516064"/>
                    <a:pt x="246126" y="522160"/>
                    <a:pt x="245840" y="528352"/>
                  </a:cubicBez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9" name="Freeform: Shape 37">
              <a:extLst>
                <a:ext uri="{FF2B5EF4-FFF2-40B4-BE49-F238E27FC236}">
                  <a16:creationId xmlns:a16="http://schemas.microsoft.com/office/drawing/2014/main" id="{73EC6DED-DBDC-4DDB-7B8C-CB0C27F02254}"/>
                </a:ext>
              </a:extLst>
            </p:cNvPr>
            <p:cNvSpPr/>
            <p:nvPr/>
          </p:nvSpPr>
          <p:spPr>
            <a:xfrm>
              <a:off x="10114681" y="3612804"/>
              <a:ext cx="938212" cy="477488"/>
            </a:xfrm>
            <a:custGeom>
              <a:avLst/>
              <a:gdLst>
                <a:gd name="connsiteX0" fmla="*/ 0 w 938212"/>
                <a:gd name="connsiteY0" fmla="*/ 477488 h 477488"/>
                <a:gd name="connsiteX1" fmla="*/ 627793 w 938212"/>
                <a:gd name="connsiteY1" fmla="*/ 0 h 477488"/>
                <a:gd name="connsiteX2" fmla="*/ 938213 w 938212"/>
                <a:gd name="connsiteY2" fmla="*/ 78581 h 477488"/>
              </a:gdLst>
              <a:ahLst/>
              <a:cxnLst>
                <a:cxn ang="0">
                  <a:pos x="connsiteX0" y="connsiteY0"/>
                </a:cxn>
                <a:cxn ang="0">
                  <a:pos x="connsiteX1" y="connsiteY1"/>
                </a:cxn>
                <a:cxn ang="0">
                  <a:pos x="connsiteX2" y="connsiteY2"/>
                </a:cxn>
              </a:cxnLst>
              <a:rect l="l" t="t" r="r" b="b"/>
              <a:pathLst>
                <a:path w="938212" h="477488">
                  <a:moveTo>
                    <a:pt x="0" y="477488"/>
                  </a:moveTo>
                  <a:cubicBezTo>
                    <a:pt x="76010" y="202216"/>
                    <a:pt x="328327" y="0"/>
                    <a:pt x="627793" y="0"/>
                  </a:cubicBezTo>
                  <a:cubicBezTo>
                    <a:pt x="740188" y="0"/>
                    <a:pt x="845915" y="28480"/>
                    <a:pt x="938213" y="78581"/>
                  </a:cubicBez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0" name="Freeform: Shape 38">
              <a:extLst>
                <a:ext uri="{FF2B5EF4-FFF2-40B4-BE49-F238E27FC236}">
                  <a16:creationId xmlns:a16="http://schemas.microsoft.com/office/drawing/2014/main" id="{6EC8CD0D-CDB6-8B12-90F3-80B4382C01B1}"/>
                </a:ext>
              </a:extLst>
            </p:cNvPr>
            <p:cNvSpPr/>
            <p:nvPr/>
          </p:nvSpPr>
          <p:spPr>
            <a:xfrm>
              <a:off x="10141065" y="4182304"/>
              <a:ext cx="817530" cy="200406"/>
            </a:xfrm>
            <a:custGeom>
              <a:avLst/>
              <a:gdLst>
                <a:gd name="connsiteX0" fmla="*/ 0 w 817530"/>
                <a:gd name="connsiteY0" fmla="*/ 0 h 200406"/>
                <a:gd name="connsiteX1" fmla="*/ 817531 w 817530"/>
                <a:gd name="connsiteY1" fmla="*/ 200406 h 200406"/>
              </a:gdLst>
              <a:ahLst/>
              <a:cxnLst>
                <a:cxn ang="0">
                  <a:pos x="connsiteX0" y="connsiteY0"/>
                </a:cxn>
                <a:cxn ang="0">
                  <a:pos x="connsiteX1" y="connsiteY1"/>
                </a:cxn>
              </a:cxnLst>
              <a:rect l="l" t="t" r="r" b="b"/>
              <a:pathLst>
                <a:path w="817530" h="200406">
                  <a:moveTo>
                    <a:pt x="0" y="0"/>
                  </a:moveTo>
                  <a:cubicBezTo>
                    <a:pt x="95536" y="61055"/>
                    <a:pt x="360712" y="198120"/>
                    <a:pt x="817531" y="200406"/>
                  </a:cubicBez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1" name="Freeform: Shape 39">
              <a:extLst>
                <a:ext uri="{FF2B5EF4-FFF2-40B4-BE49-F238E27FC236}">
                  <a16:creationId xmlns:a16="http://schemas.microsoft.com/office/drawing/2014/main" id="{A0E2E74F-29CC-C707-94B8-8C6E57455185}"/>
                </a:ext>
              </a:extLst>
            </p:cNvPr>
            <p:cNvSpPr/>
            <p:nvPr/>
          </p:nvSpPr>
          <p:spPr>
            <a:xfrm>
              <a:off x="10141065" y="4055812"/>
              <a:ext cx="249078" cy="56102"/>
            </a:xfrm>
            <a:custGeom>
              <a:avLst/>
              <a:gdLst>
                <a:gd name="connsiteX0" fmla="*/ 249079 w 249078"/>
                <a:gd name="connsiteY0" fmla="*/ 0 h 56102"/>
                <a:gd name="connsiteX1" fmla="*/ 0 w 249078"/>
                <a:gd name="connsiteY1" fmla="*/ 56102 h 56102"/>
              </a:gdLst>
              <a:ahLst/>
              <a:cxnLst>
                <a:cxn ang="0">
                  <a:pos x="connsiteX0" y="connsiteY0"/>
                </a:cxn>
                <a:cxn ang="0">
                  <a:pos x="connsiteX1" y="connsiteY1"/>
                </a:cxn>
              </a:cxnLst>
              <a:rect l="l" t="t" r="r" b="b"/>
              <a:pathLst>
                <a:path w="249078" h="56102">
                  <a:moveTo>
                    <a:pt x="249079" y="0"/>
                  </a:moveTo>
                  <a:cubicBezTo>
                    <a:pt x="190024" y="6191"/>
                    <a:pt x="84868" y="21431"/>
                    <a:pt x="0" y="56102"/>
                  </a:cubicBez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 name="Freeform: Shape 40">
              <a:extLst>
                <a:ext uri="{FF2B5EF4-FFF2-40B4-BE49-F238E27FC236}">
                  <a16:creationId xmlns:a16="http://schemas.microsoft.com/office/drawing/2014/main" id="{2B0AB19D-5408-C1F6-54A8-994EC41E6233}"/>
                </a:ext>
              </a:extLst>
            </p:cNvPr>
            <p:cNvSpPr/>
            <p:nvPr/>
          </p:nvSpPr>
          <p:spPr>
            <a:xfrm>
              <a:off x="10549878" y="4421477"/>
              <a:ext cx="430053" cy="206692"/>
            </a:xfrm>
            <a:custGeom>
              <a:avLst/>
              <a:gdLst>
                <a:gd name="connsiteX0" fmla="*/ 430054 w 430053"/>
                <a:gd name="connsiteY0" fmla="*/ 0 h 206692"/>
                <a:gd name="connsiteX1" fmla="*/ 0 w 430053"/>
                <a:gd name="connsiteY1" fmla="*/ 206693 h 206692"/>
              </a:gdLst>
              <a:ahLst/>
              <a:cxnLst>
                <a:cxn ang="0">
                  <a:pos x="connsiteX0" y="connsiteY0"/>
                </a:cxn>
                <a:cxn ang="0">
                  <a:pos x="connsiteX1" y="connsiteY1"/>
                </a:cxn>
              </a:cxnLst>
              <a:rect l="l" t="t" r="r" b="b"/>
              <a:pathLst>
                <a:path w="430053" h="206692">
                  <a:moveTo>
                    <a:pt x="430054" y="0"/>
                  </a:moveTo>
                  <a:cubicBezTo>
                    <a:pt x="321183" y="117348"/>
                    <a:pt x="169545" y="194501"/>
                    <a:pt x="0" y="206693"/>
                  </a:cubicBez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 name="Freeform: Shape 41">
              <a:extLst>
                <a:ext uri="{FF2B5EF4-FFF2-40B4-BE49-F238E27FC236}">
                  <a16:creationId xmlns:a16="http://schemas.microsoft.com/office/drawing/2014/main" id="{D18927A4-F6B8-1960-27A5-ECF05DE83694}"/>
                </a:ext>
              </a:extLst>
            </p:cNvPr>
            <p:cNvSpPr/>
            <p:nvPr/>
          </p:nvSpPr>
          <p:spPr>
            <a:xfrm>
              <a:off x="11044893" y="3768252"/>
              <a:ext cx="108775" cy="570833"/>
            </a:xfrm>
            <a:custGeom>
              <a:avLst/>
              <a:gdLst>
                <a:gd name="connsiteX0" fmla="*/ 74009 w 108775"/>
                <a:gd name="connsiteY0" fmla="*/ 0 h 570833"/>
                <a:gd name="connsiteX1" fmla="*/ 108775 w 108775"/>
                <a:gd name="connsiteY1" fmla="*/ 210407 h 570833"/>
                <a:gd name="connsiteX2" fmla="*/ 0 w 108775"/>
                <a:gd name="connsiteY2" fmla="*/ 570833 h 570833"/>
              </a:gdLst>
              <a:ahLst/>
              <a:cxnLst>
                <a:cxn ang="0">
                  <a:pos x="connsiteX0" y="connsiteY0"/>
                </a:cxn>
                <a:cxn ang="0">
                  <a:pos x="connsiteX1" y="connsiteY1"/>
                </a:cxn>
                <a:cxn ang="0">
                  <a:pos x="connsiteX2" y="connsiteY2"/>
                </a:cxn>
              </a:cxnLst>
              <a:rect l="l" t="t" r="r" b="b"/>
              <a:pathLst>
                <a:path w="108775" h="570833">
                  <a:moveTo>
                    <a:pt x="74009" y="0"/>
                  </a:moveTo>
                  <a:cubicBezTo>
                    <a:pt x="96488" y="66008"/>
                    <a:pt x="108775" y="136779"/>
                    <a:pt x="108775" y="210407"/>
                  </a:cubicBezTo>
                  <a:cubicBezTo>
                    <a:pt x="108775" y="343757"/>
                    <a:pt x="68675" y="467678"/>
                    <a:pt x="0" y="570833"/>
                  </a:cubicBez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 name="Freeform: Shape 42">
              <a:extLst>
                <a:ext uri="{FF2B5EF4-FFF2-40B4-BE49-F238E27FC236}">
                  <a16:creationId xmlns:a16="http://schemas.microsoft.com/office/drawing/2014/main" id="{0B6634BC-527A-6A2D-8606-B17284BA77AC}"/>
                </a:ext>
              </a:extLst>
            </p:cNvPr>
            <p:cNvSpPr/>
            <p:nvPr/>
          </p:nvSpPr>
          <p:spPr>
            <a:xfrm>
              <a:off x="10622268" y="3612804"/>
              <a:ext cx="71437" cy="269843"/>
            </a:xfrm>
            <a:custGeom>
              <a:avLst/>
              <a:gdLst>
                <a:gd name="connsiteX0" fmla="*/ 0 w 71437"/>
                <a:gd name="connsiteY0" fmla="*/ 269843 h 269843"/>
                <a:gd name="connsiteX1" fmla="*/ 71438 w 71437"/>
                <a:gd name="connsiteY1" fmla="*/ 0 h 269843"/>
              </a:gdLst>
              <a:ahLst/>
              <a:cxnLst>
                <a:cxn ang="0">
                  <a:pos x="connsiteX0" y="connsiteY0"/>
                </a:cxn>
                <a:cxn ang="0">
                  <a:pos x="connsiteX1" y="connsiteY1"/>
                </a:cxn>
              </a:cxnLst>
              <a:rect l="l" t="t" r="r" b="b"/>
              <a:pathLst>
                <a:path w="71437" h="269843">
                  <a:moveTo>
                    <a:pt x="0" y="269843"/>
                  </a:moveTo>
                  <a:cubicBezTo>
                    <a:pt x="9049" y="178308"/>
                    <a:pt x="32576" y="87249"/>
                    <a:pt x="71438" y="0"/>
                  </a:cubicBez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5" name="Freeform: Shape 43">
              <a:extLst>
                <a:ext uri="{FF2B5EF4-FFF2-40B4-BE49-F238E27FC236}">
                  <a16:creationId xmlns:a16="http://schemas.microsoft.com/office/drawing/2014/main" id="{3BA90237-DD72-A077-E705-E7E9CBFE7EE2}"/>
                </a:ext>
              </a:extLst>
            </p:cNvPr>
            <p:cNvSpPr/>
            <p:nvPr/>
          </p:nvSpPr>
          <p:spPr>
            <a:xfrm>
              <a:off x="10618077" y="3978660"/>
              <a:ext cx="483679" cy="775906"/>
            </a:xfrm>
            <a:custGeom>
              <a:avLst/>
              <a:gdLst>
                <a:gd name="connsiteX0" fmla="*/ 483680 w 483679"/>
                <a:gd name="connsiteY0" fmla="*/ 775906 h 775906"/>
                <a:gd name="connsiteX1" fmla="*/ 422529 w 483679"/>
                <a:gd name="connsiteY1" fmla="*/ 741997 h 775906"/>
                <a:gd name="connsiteX2" fmla="*/ 0 w 483679"/>
                <a:gd name="connsiteY2" fmla="*/ 0 h 775906"/>
              </a:gdLst>
              <a:ahLst/>
              <a:cxnLst>
                <a:cxn ang="0">
                  <a:pos x="connsiteX0" y="connsiteY0"/>
                </a:cxn>
                <a:cxn ang="0">
                  <a:pos x="connsiteX1" y="connsiteY1"/>
                </a:cxn>
                <a:cxn ang="0">
                  <a:pos x="connsiteX2" y="connsiteY2"/>
                </a:cxn>
              </a:cxnLst>
              <a:rect l="l" t="t" r="r" b="b"/>
              <a:pathLst>
                <a:path w="483679" h="775906">
                  <a:moveTo>
                    <a:pt x="483680" y="775906"/>
                  </a:moveTo>
                  <a:cubicBezTo>
                    <a:pt x="463010" y="765524"/>
                    <a:pt x="442627" y="754189"/>
                    <a:pt x="422529" y="741997"/>
                  </a:cubicBezTo>
                  <a:cubicBezTo>
                    <a:pt x="153353" y="578358"/>
                    <a:pt x="3334" y="293370"/>
                    <a:pt x="0" y="0"/>
                  </a:cubicBez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6" name="Freeform: Shape 47">
              <a:extLst>
                <a:ext uri="{FF2B5EF4-FFF2-40B4-BE49-F238E27FC236}">
                  <a16:creationId xmlns:a16="http://schemas.microsoft.com/office/drawing/2014/main" id="{FB456947-E020-1B5B-0C6F-9E403F73DA98}"/>
                </a:ext>
              </a:extLst>
            </p:cNvPr>
            <p:cNvSpPr/>
            <p:nvPr/>
          </p:nvSpPr>
          <p:spPr>
            <a:xfrm>
              <a:off x="10667036" y="3930082"/>
              <a:ext cx="690181" cy="360425"/>
            </a:xfrm>
            <a:custGeom>
              <a:avLst/>
              <a:gdLst>
                <a:gd name="connsiteX0" fmla="*/ 0 w 690181"/>
                <a:gd name="connsiteY0" fmla="*/ 0 h 360425"/>
                <a:gd name="connsiteX1" fmla="*/ 334518 w 690181"/>
                <a:gd name="connsiteY1" fmla="*/ 74581 h 360425"/>
                <a:gd name="connsiteX2" fmla="*/ 690181 w 690181"/>
                <a:gd name="connsiteY2" fmla="*/ 360426 h 360425"/>
              </a:gdLst>
              <a:ahLst/>
              <a:cxnLst>
                <a:cxn ang="0">
                  <a:pos x="connsiteX0" y="connsiteY0"/>
                </a:cxn>
                <a:cxn ang="0">
                  <a:pos x="connsiteX1" y="connsiteY1"/>
                </a:cxn>
                <a:cxn ang="0">
                  <a:pos x="connsiteX2" y="connsiteY2"/>
                </a:cxn>
              </a:cxnLst>
              <a:rect l="l" t="t" r="r" b="b"/>
              <a:pathLst>
                <a:path w="690181" h="360425">
                  <a:moveTo>
                    <a:pt x="0" y="0"/>
                  </a:moveTo>
                  <a:cubicBezTo>
                    <a:pt x="112109" y="2477"/>
                    <a:pt x="225552" y="26575"/>
                    <a:pt x="334518" y="74581"/>
                  </a:cubicBezTo>
                  <a:cubicBezTo>
                    <a:pt x="481489" y="139255"/>
                    <a:pt x="601885" y="239363"/>
                    <a:pt x="690181" y="360426"/>
                  </a:cubicBez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 name="Freeform: Shape 48">
              <a:extLst>
                <a:ext uri="{FF2B5EF4-FFF2-40B4-BE49-F238E27FC236}">
                  <a16:creationId xmlns:a16="http://schemas.microsoft.com/office/drawing/2014/main" id="{700EB28D-2AB3-8DA0-490E-A5FE577AB5DB}"/>
                </a:ext>
              </a:extLst>
            </p:cNvPr>
            <p:cNvSpPr/>
            <p:nvPr/>
          </p:nvSpPr>
          <p:spPr>
            <a:xfrm>
              <a:off x="11125379" y="4603690"/>
              <a:ext cx="24669" cy="114776"/>
            </a:xfrm>
            <a:custGeom>
              <a:avLst/>
              <a:gdLst>
                <a:gd name="connsiteX0" fmla="*/ 0 w 24669"/>
                <a:gd name="connsiteY0" fmla="*/ 0 h 114776"/>
                <a:gd name="connsiteX1" fmla="*/ 24670 w 24669"/>
                <a:gd name="connsiteY1" fmla="*/ 114776 h 114776"/>
              </a:gdLst>
              <a:ahLst/>
              <a:cxnLst>
                <a:cxn ang="0">
                  <a:pos x="connsiteX0" y="connsiteY0"/>
                </a:cxn>
                <a:cxn ang="0">
                  <a:pos x="connsiteX1" y="connsiteY1"/>
                </a:cxn>
              </a:cxnLst>
              <a:rect l="l" t="t" r="r" b="b"/>
              <a:pathLst>
                <a:path w="24669" h="114776">
                  <a:moveTo>
                    <a:pt x="0" y="0"/>
                  </a:moveTo>
                  <a:cubicBezTo>
                    <a:pt x="7715" y="29242"/>
                    <a:pt x="17336" y="69913"/>
                    <a:pt x="24670" y="114776"/>
                  </a:cubicBez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8" name="Freeform: Shape 49">
              <a:extLst>
                <a:ext uri="{FF2B5EF4-FFF2-40B4-BE49-F238E27FC236}">
                  <a16:creationId xmlns:a16="http://schemas.microsoft.com/office/drawing/2014/main" id="{916D1137-0452-9266-B7CF-45BF779BED16}"/>
                </a:ext>
              </a:extLst>
            </p:cNvPr>
            <p:cNvSpPr/>
            <p:nvPr/>
          </p:nvSpPr>
          <p:spPr>
            <a:xfrm>
              <a:off x="11049941" y="3670716"/>
              <a:ext cx="97536" cy="97536"/>
            </a:xfrm>
            <a:custGeom>
              <a:avLst/>
              <a:gdLst>
                <a:gd name="connsiteX0" fmla="*/ 97536 w 97536"/>
                <a:gd name="connsiteY0" fmla="*/ 48768 h 97536"/>
                <a:gd name="connsiteX1" fmla="*/ 48768 w 97536"/>
                <a:gd name="connsiteY1" fmla="*/ 97536 h 97536"/>
                <a:gd name="connsiteX2" fmla="*/ 0 w 97536"/>
                <a:gd name="connsiteY2" fmla="*/ 48768 h 97536"/>
                <a:gd name="connsiteX3" fmla="*/ 48768 w 97536"/>
                <a:gd name="connsiteY3" fmla="*/ 0 h 97536"/>
                <a:gd name="connsiteX4" fmla="*/ 97536 w 97536"/>
                <a:gd name="connsiteY4" fmla="*/ 48768 h 97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36" h="97536">
                  <a:moveTo>
                    <a:pt x="97536" y="48768"/>
                  </a:moveTo>
                  <a:cubicBezTo>
                    <a:pt x="97536" y="75702"/>
                    <a:pt x="75702" y="97536"/>
                    <a:pt x="48768" y="97536"/>
                  </a:cubicBezTo>
                  <a:cubicBezTo>
                    <a:pt x="21834" y="97536"/>
                    <a:pt x="0" y="75702"/>
                    <a:pt x="0" y="48768"/>
                  </a:cubicBezTo>
                  <a:cubicBezTo>
                    <a:pt x="0" y="21834"/>
                    <a:pt x="21834" y="0"/>
                    <a:pt x="48768" y="0"/>
                  </a:cubicBezTo>
                  <a:cubicBezTo>
                    <a:pt x="75702" y="0"/>
                    <a:pt x="97536" y="21834"/>
                    <a:pt x="97536" y="48768"/>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 name="Freeform: Shape 50">
              <a:extLst>
                <a:ext uri="{FF2B5EF4-FFF2-40B4-BE49-F238E27FC236}">
                  <a16:creationId xmlns:a16="http://schemas.microsoft.com/office/drawing/2014/main" id="{ABAACD18-2AB1-C5EA-A1BC-684547FBF7A5}"/>
                </a:ext>
              </a:extLst>
            </p:cNvPr>
            <p:cNvSpPr/>
            <p:nvPr/>
          </p:nvSpPr>
          <p:spPr>
            <a:xfrm>
              <a:off x="10965645" y="4335466"/>
              <a:ext cx="89916" cy="89916"/>
            </a:xfrm>
            <a:custGeom>
              <a:avLst/>
              <a:gdLst>
                <a:gd name="connsiteX0" fmla="*/ 89916 w 89916"/>
                <a:gd name="connsiteY0" fmla="*/ 44958 h 89916"/>
                <a:gd name="connsiteX1" fmla="*/ 44958 w 89916"/>
                <a:gd name="connsiteY1" fmla="*/ 89916 h 89916"/>
                <a:gd name="connsiteX2" fmla="*/ 0 w 89916"/>
                <a:gd name="connsiteY2" fmla="*/ 44958 h 89916"/>
                <a:gd name="connsiteX3" fmla="*/ 44958 w 89916"/>
                <a:gd name="connsiteY3" fmla="*/ 0 h 89916"/>
                <a:gd name="connsiteX4" fmla="*/ 89916 w 89916"/>
                <a:gd name="connsiteY4" fmla="*/ 44958 h 89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16" h="89916">
                  <a:moveTo>
                    <a:pt x="89916" y="44958"/>
                  </a:moveTo>
                  <a:cubicBezTo>
                    <a:pt x="89916" y="69788"/>
                    <a:pt x="69788" y="89916"/>
                    <a:pt x="44958" y="89916"/>
                  </a:cubicBezTo>
                  <a:cubicBezTo>
                    <a:pt x="20128" y="89916"/>
                    <a:pt x="0" y="69788"/>
                    <a:pt x="0" y="44958"/>
                  </a:cubicBezTo>
                  <a:cubicBezTo>
                    <a:pt x="0" y="20128"/>
                    <a:pt x="20128" y="0"/>
                    <a:pt x="44958" y="0"/>
                  </a:cubicBezTo>
                  <a:cubicBezTo>
                    <a:pt x="69788" y="0"/>
                    <a:pt x="89916" y="20128"/>
                    <a:pt x="89916" y="44958"/>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0" name="Freeform: Shape 51">
              <a:extLst>
                <a:ext uri="{FF2B5EF4-FFF2-40B4-BE49-F238E27FC236}">
                  <a16:creationId xmlns:a16="http://schemas.microsoft.com/office/drawing/2014/main" id="{53EFAD49-B9A6-05BE-6BA1-960B02614AF1}"/>
                </a:ext>
              </a:extLst>
            </p:cNvPr>
            <p:cNvSpPr/>
            <p:nvPr/>
          </p:nvSpPr>
          <p:spPr>
            <a:xfrm>
              <a:off x="10436055" y="4577496"/>
              <a:ext cx="100202" cy="100202"/>
            </a:xfrm>
            <a:custGeom>
              <a:avLst/>
              <a:gdLst>
                <a:gd name="connsiteX0" fmla="*/ 100203 w 100202"/>
                <a:gd name="connsiteY0" fmla="*/ 50102 h 100202"/>
                <a:gd name="connsiteX1" fmla="*/ 50101 w 100202"/>
                <a:gd name="connsiteY1" fmla="*/ 100203 h 100202"/>
                <a:gd name="connsiteX2" fmla="*/ 0 w 100202"/>
                <a:gd name="connsiteY2" fmla="*/ 50102 h 100202"/>
                <a:gd name="connsiteX3" fmla="*/ 50101 w 100202"/>
                <a:gd name="connsiteY3" fmla="*/ 0 h 100202"/>
                <a:gd name="connsiteX4" fmla="*/ 100203 w 100202"/>
                <a:gd name="connsiteY4" fmla="*/ 50102 h 100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202" h="100202">
                  <a:moveTo>
                    <a:pt x="100203" y="50102"/>
                  </a:moveTo>
                  <a:cubicBezTo>
                    <a:pt x="100203" y="77772"/>
                    <a:pt x="77772" y="100203"/>
                    <a:pt x="50101" y="100203"/>
                  </a:cubicBezTo>
                  <a:cubicBezTo>
                    <a:pt x="22431" y="100203"/>
                    <a:pt x="0" y="77772"/>
                    <a:pt x="0" y="50102"/>
                  </a:cubicBezTo>
                  <a:cubicBezTo>
                    <a:pt x="0" y="22431"/>
                    <a:pt x="22431" y="0"/>
                    <a:pt x="50101" y="0"/>
                  </a:cubicBezTo>
                  <a:cubicBezTo>
                    <a:pt x="77772" y="0"/>
                    <a:pt x="100203" y="22431"/>
                    <a:pt x="100203" y="50102"/>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1" name="Freeform: Shape 52">
              <a:extLst>
                <a:ext uri="{FF2B5EF4-FFF2-40B4-BE49-F238E27FC236}">
                  <a16:creationId xmlns:a16="http://schemas.microsoft.com/office/drawing/2014/main" id="{B962446A-2245-BEE9-D8F6-E8A7E4349718}"/>
                </a:ext>
              </a:extLst>
            </p:cNvPr>
            <p:cNvSpPr/>
            <p:nvPr/>
          </p:nvSpPr>
          <p:spPr>
            <a:xfrm>
              <a:off x="10559118" y="3882647"/>
              <a:ext cx="96012" cy="96012"/>
            </a:xfrm>
            <a:custGeom>
              <a:avLst/>
              <a:gdLst>
                <a:gd name="connsiteX0" fmla="*/ 96012 w 96012"/>
                <a:gd name="connsiteY0" fmla="*/ 48006 h 96012"/>
                <a:gd name="connsiteX1" fmla="*/ 48006 w 96012"/>
                <a:gd name="connsiteY1" fmla="*/ 96012 h 96012"/>
                <a:gd name="connsiteX2" fmla="*/ 0 w 96012"/>
                <a:gd name="connsiteY2" fmla="*/ 48006 h 96012"/>
                <a:gd name="connsiteX3" fmla="*/ 48006 w 96012"/>
                <a:gd name="connsiteY3" fmla="*/ 0 h 96012"/>
                <a:gd name="connsiteX4" fmla="*/ 96012 w 96012"/>
                <a:gd name="connsiteY4" fmla="*/ 48006 h 96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12" h="96012">
                  <a:moveTo>
                    <a:pt x="96012" y="48006"/>
                  </a:moveTo>
                  <a:cubicBezTo>
                    <a:pt x="96012" y="74519"/>
                    <a:pt x="74519" y="96012"/>
                    <a:pt x="48006" y="96012"/>
                  </a:cubicBezTo>
                  <a:cubicBezTo>
                    <a:pt x="21493" y="96012"/>
                    <a:pt x="0" y="74519"/>
                    <a:pt x="0" y="48006"/>
                  </a:cubicBezTo>
                  <a:cubicBezTo>
                    <a:pt x="0" y="21493"/>
                    <a:pt x="21493" y="0"/>
                    <a:pt x="48006" y="0"/>
                  </a:cubicBezTo>
                  <a:cubicBezTo>
                    <a:pt x="74519" y="0"/>
                    <a:pt x="96012" y="21493"/>
                    <a:pt x="96012" y="48006"/>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2" name="Freeform: Shape 53">
              <a:extLst>
                <a:ext uri="{FF2B5EF4-FFF2-40B4-BE49-F238E27FC236}">
                  <a16:creationId xmlns:a16="http://schemas.microsoft.com/office/drawing/2014/main" id="{FE67D60E-087C-C99E-E231-577A5FF7755A}"/>
                </a:ext>
              </a:extLst>
            </p:cNvPr>
            <p:cNvSpPr/>
            <p:nvPr/>
          </p:nvSpPr>
          <p:spPr>
            <a:xfrm>
              <a:off x="11340072" y="4290508"/>
              <a:ext cx="97345" cy="97345"/>
            </a:xfrm>
            <a:custGeom>
              <a:avLst/>
              <a:gdLst>
                <a:gd name="connsiteX0" fmla="*/ 97346 w 97345"/>
                <a:gd name="connsiteY0" fmla="*/ 48673 h 97345"/>
                <a:gd name="connsiteX1" fmla="*/ 48673 w 97345"/>
                <a:gd name="connsiteY1" fmla="*/ 97345 h 97345"/>
                <a:gd name="connsiteX2" fmla="*/ 0 w 97345"/>
                <a:gd name="connsiteY2" fmla="*/ 48673 h 97345"/>
                <a:gd name="connsiteX3" fmla="*/ 48673 w 97345"/>
                <a:gd name="connsiteY3" fmla="*/ 0 h 97345"/>
                <a:gd name="connsiteX4" fmla="*/ 97346 w 97345"/>
                <a:gd name="connsiteY4" fmla="*/ 48673 h 97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45" h="97345">
                  <a:moveTo>
                    <a:pt x="97346" y="48673"/>
                  </a:moveTo>
                  <a:cubicBezTo>
                    <a:pt x="97346" y="75554"/>
                    <a:pt x="75554" y="97345"/>
                    <a:pt x="48673" y="97345"/>
                  </a:cubicBezTo>
                  <a:cubicBezTo>
                    <a:pt x="21792" y="97345"/>
                    <a:pt x="0" y="75554"/>
                    <a:pt x="0" y="48673"/>
                  </a:cubicBezTo>
                  <a:cubicBezTo>
                    <a:pt x="0" y="21792"/>
                    <a:pt x="21792" y="0"/>
                    <a:pt x="48673" y="0"/>
                  </a:cubicBezTo>
                  <a:cubicBezTo>
                    <a:pt x="75554" y="0"/>
                    <a:pt x="97346" y="21792"/>
                    <a:pt x="97346" y="48673"/>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3" name="Freeform: Shape 54">
              <a:extLst>
                <a:ext uri="{FF2B5EF4-FFF2-40B4-BE49-F238E27FC236}">
                  <a16:creationId xmlns:a16="http://schemas.microsoft.com/office/drawing/2014/main" id="{08DFEF8A-AEE3-0105-BE4D-0880FA207EF2}"/>
                </a:ext>
              </a:extLst>
            </p:cNvPr>
            <p:cNvSpPr/>
            <p:nvPr/>
          </p:nvSpPr>
          <p:spPr>
            <a:xfrm>
              <a:off x="10028194" y="4083625"/>
              <a:ext cx="119634" cy="119633"/>
            </a:xfrm>
            <a:custGeom>
              <a:avLst/>
              <a:gdLst>
                <a:gd name="connsiteX0" fmla="*/ 119634 w 119634"/>
                <a:gd name="connsiteY0" fmla="*/ 59817 h 119633"/>
                <a:gd name="connsiteX1" fmla="*/ 59817 w 119634"/>
                <a:gd name="connsiteY1" fmla="*/ 119634 h 119633"/>
                <a:gd name="connsiteX2" fmla="*/ 0 w 119634"/>
                <a:gd name="connsiteY2" fmla="*/ 59817 h 119633"/>
                <a:gd name="connsiteX3" fmla="*/ 59817 w 119634"/>
                <a:gd name="connsiteY3" fmla="*/ 0 h 119633"/>
                <a:gd name="connsiteX4" fmla="*/ 119634 w 119634"/>
                <a:gd name="connsiteY4" fmla="*/ 59817 h 119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634" h="119633">
                  <a:moveTo>
                    <a:pt x="119634" y="59817"/>
                  </a:moveTo>
                  <a:cubicBezTo>
                    <a:pt x="119634" y="92853"/>
                    <a:pt x="92853" y="119634"/>
                    <a:pt x="59817" y="119634"/>
                  </a:cubicBezTo>
                  <a:cubicBezTo>
                    <a:pt x="26781" y="119634"/>
                    <a:pt x="0" y="92853"/>
                    <a:pt x="0" y="59817"/>
                  </a:cubicBezTo>
                  <a:cubicBezTo>
                    <a:pt x="0" y="26781"/>
                    <a:pt x="26781" y="0"/>
                    <a:pt x="59817" y="0"/>
                  </a:cubicBezTo>
                  <a:cubicBezTo>
                    <a:pt x="92853" y="0"/>
                    <a:pt x="119634" y="26781"/>
                    <a:pt x="119634" y="59817"/>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4" name="Freeform: Shape 55">
              <a:extLst>
                <a:ext uri="{FF2B5EF4-FFF2-40B4-BE49-F238E27FC236}">
                  <a16:creationId xmlns:a16="http://schemas.microsoft.com/office/drawing/2014/main" id="{7F5EB2DD-ADE6-A1C7-8F57-24C7AB343C5C}"/>
                </a:ext>
              </a:extLst>
            </p:cNvPr>
            <p:cNvSpPr/>
            <p:nvPr/>
          </p:nvSpPr>
          <p:spPr>
            <a:xfrm>
              <a:off x="10397288" y="4013140"/>
              <a:ext cx="77533" cy="77533"/>
            </a:xfrm>
            <a:custGeom>
              <a:avLst/>
              <a:gdLst>
                <a:gd name="connsiteX0" fmla="*/ 77534 w 77533"/>
                <a:gd name="connsiteY0" fmla="*/ 38767 h 77533"/>
                <a:gd name="connsiteX1" fmla="*/ 38767 w 77533"/>
                <a:gd name="connsiteY1" fmla="*/ 77534 h 77533"/>
                <a:gd name="connsiteX2" fmla="*/ 0 w 77533"/>
                <a:gd name="connsiteY2" fmla="*/ 38767 h 77533"/>
                <a:gd name="connsiteX3" fmla="*/ 38767 w 77533"/>
                <a:gd name="connsiteY3" fmla="*/ 0 h 77533"/>
                <a:gd name="connsiteX4" fmla="*/ 77534 w 77533"/>
                <a:gd name="connsiteY4" fmla="*/ 38767 h 77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33" h="77533">
                  <a:moveTo>
                    <a:pt x="77534" y="38767"/>
                  </a:moveTo>
                  <a:cubicBezTo>
                    <a:pt x="77534" y="60177"/>
                    <a:pt x="60177" y="77534"/>
                    <a:pt x="38767" y="77534"/>
                  </a:cubicBezTo>
                  <a:cubicBezTo>
                    <a:pt x="17356" y="77534"/>
                    <a:pt x="0" y="60177"/>
                    <a:pt x="0" y="38767"/>
                  </a:cubicBezTo>
                  <a:cubicBezTo>
                    <a:pt x="0" y="17356"/>
                    <a:pt x="17356" y="0"/>
                    <a:pt x="38767" y="0"/>
                  </a:cubicBezTo>
                  <a:cubicBezTo>
                    <a:pt x="60177" y="0"/>
                    <a:pt x="77534" y="17356"/>
                    <a:pt x="77534" y="38767"/>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5" name="Freeform: Shape 56">
              <a:extLst>
                <a:ext uri="{FF2B5EF4-FFF2-40B4-BE49-F238E27FC236}">
                  <a16:creationId xmlns:a16="http://schemas.microsoft.com/office/drawing/2014/main" id="{1A79F5DE-5E61-BEB1-A679-992A464C5C51}"/>
                </a:ext>
              </a:extLst>
            </p:cNvPr>
            <p:cNvSpPr/>
            <p:nvPr/>
          </p:nvSpPr>
          <p:spPr>
            <a:xfrm>
              <a:off x="11073468" y="4519013"/>
              <a:ext cx="77533" cy="77533"/>
            </a:xfrm>
            <a:custGeom>
              <a:avLst/>
              <a:gdLst>
                <a:gd name="connsiteX0" fmla="*/ 77533 w 77533"/>
                <a:gd name="connsiteY0" fmla="*/ 38767 h 77533"/>
                <a:gd name="connsiteX1" fmla="*/ 38767 w 77533"/>
                <a:gd name="connsiteY1" fmla="*/ 77533 h 77533"/>
                <a:gd name="connsiteX2" fmla="*/ 0 w 77533"/>
                <a:gd name="connsiteY2" fmla="*/ 38767 h 77533"/>
                <a:gd name="connsiteX3" fmla="*/ 38767 w 77533"/>
                <a:gd name="connsiteY3" fmla="*/ 0 h 77533"/>
                <a:gd name="connsiteX4" fmla="*/ 77533 w 77533"/>
                <a:gd name="connsiteY4" fmla="*/ 38767 h 77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33" h="77533">
                  <a:moveTo>
                    <a:pt x="77533" y="38767"/>
                  </a:moveTo>
                  <a:cubicBezTo>
                    <a:pt x="77533" y="60177"/>
                    <a:pt x="60177" y="77533"/>
                    <a:pt x="38767" y="77533"/>
                  </a:cubicBezTo>
                  <a:cubicBezTo>
                    <a:pt x="17356" y="77533"/>
                    <a:pt x="0" y="60177"/>
                    <a:pt x="0" y="38767"/>
                  </a:cubicBezTo>
                  <a:cubicBezTo>
                    <a:pt x="0" y="17356"/>
                    <a:pt x="17356" y="0"/>
                    <a:pt x="38767" y="0"/>
                  </a:cubicBezTo>
                  <a:cubicBezTo>
                    <a:pt x="60177" y="0"/>
                    <a:pt x="77533" y="17356"/>
                    <a:pt x="77533" y="38767"/>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6" name="Freeform: Shape 57">
              <a:extLst>
                <a:ext uri="{FF2B5EF4-FFF2-40B4-BE49-F238E27FC236}">
                  <a16:creationId xmlns:a16="http://schemas.microsoft.com/office/drawing/2014/main" id="{05362412-A7F7-2D87-CA3D-61105CE64ABF}"/>
                </a:ext>
              </a:extLst>
            </p:cNvPr>
            <p:cNvSpPr/>
            <p:nvPr/>
          </p:nvSpPr>
          <p:spPr>
            <a:xfrm>
              <a:off x="11097756" y="4724372"/>
              <a:ext cx="99441" cy="99441"/>
            </a:xfrm>
            <a:custGeom>
              <a:avLst/>
              <a:gdLst>
                <a:gd name="connsiteX0" fmla="*/ 99441 w 99441"/>
                <a:gd name="connsiteY0" fmla="*/ 49721 h 99441"/>
                <a:gd name="connsiteX1" fmla="*/ 49721 w 99441"/>
                <a:gd name="connsiteY1" fmla="*/ 99441 h 99441"/>
                <a:gd name="connsiteX2" fmla="*/ 0 w 99441"/>
                <a:gd name="connsiteY2" fmla="*/ 49721 h 99441"/>
                <a:gd name="connsiteX3" fmla="*/ 49721 w 99441"/>
                <a:gd name="connsiteY3" fmla="*/ 0 h 99441"/>
                <a:gd name="connsiteX4" fmla="*/ 99441 w 99441"/>
                <a:gd name="connsiteY4" fmla="*/ 49721 h 99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41" h="99441">
                  <a:moveTo>
                    <a:pt x="99441" y="49721"/>
                  </a:moveTo>
                  <a:cubicBezTo>
                    <a:pt x="99441" y="77181"/>
                    <a:pt x="77180" y="99441"/>
                    <a:pt x="49721" y="99441"/>
                  </a:cubicBezTo>
                  <a:cubicBezTo>
                    <a:pt x="22261" y="99441"/>
                    <a:pt x="0" y="77181"/>
                    <a:pt x="0" y="49721"/>
                  </a:cubicBezTo>
                  <a:cubicBezTo>
                    <a:pt x="0" y="22261"/>
                    <a:pt x="22261" y="0"/>
                    <a:pt x="49721" y="0"/>
                  </a:cubicBezTo>
                  <a:cubicBezTo>
                    <a:pt x="77180" y="0"/>
                    <a:pt x="99441" y="22261"/>
                    <a:pt x="99441" y="49721"/>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27" name="Graphic 133">
            <a:extLst>
              <a:ext uri="{FF2B5EF4-FFF2-40B4-BE49-F238E27FC236}">
                <a16:creationId xmlns:a16="http://schemas.microsoft.com/office/drawing/2014/main" id="{D5E80D70-DE0D-324B-E8CE-5F7A795EECE3}"/>
              </a:ext>
            </a:extLst>
          </p:cNvPr>
          <p:cNvGrpSpPr/>
          <p:nvPr userDrawn="1"/>
        </p:nvGrpSpPr>
        <p:grpSpPr>
          <a:xfrm>
            <a:off x="8808110" y="3846256"/>
            <a:ext cx="1402365" cy="926306"/>
            <a:chOff x="9582043" y="2686498"/>
            <a:chExt cx="1402365" cy="926306"/>
          </a:xfrm>
          <a:noFill/>
        </p:grpSpPr>
        <p:sp>
          <p:nvSpPr>
            <p:cNvPr id="28" name="Freeform: Shape 59">
              <a:extLst>
                <a:ext uri="{FF2B5EF4-FFF2-40B4-BE49-F238E27FC236}">
                  <a16:creationId xmlns:a16="http://schemas.microsoft.com/office/drawing/2014/main" id="{EFF8B6D8-599A-8297-F3CE-020060B5C744}"/>
                </a:ext>
              </a:extLst>
            </p:cNvPr>
            <p:cNvSpPr/>
            <p:nvPr/>
          </p:nvSpPr>
          <p:spPr>
            <a:xfrm>
              <a:off x="10526637" y="2686498"/>
              <a:ext cx="457771" cy="457771"/>
            </a:xfrm>
            <a:custGeom>
              <a:avLst/>
              <a:gdLst>
                <a:gd name="connsiteX0" fmla="*/ 457772 w 457771"/>
                <a:gd name="connsiteY0" fmla="*/ 228886 h 457771"/>
                <a:gd name="connsiteX1" fmla="*/ 228886 w 457771"/>
                <a:gd name="connsiteY1" fmla="*/ 457771 h 457771"/>
                <a:gd name="connsiteX2" fmla="*/ 0 w 457771"/>
                <a:gd name="connsiteY2" fmla="*/ 228886 h 457771"/>
                <a:gd name="connsiteX3" fmla="*/ 228886 w 457771"/>
                <a:gd name="connsiteY3" fmla="*/ 0 h 457771"/>
                <a:gd name="connsiteX4" fmla="*/ 457772 w 457771"/>
                <a:gd name="connsiteY4" fmla="*/ 228886 h 457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771" h="457771">
                  <a:moveTo>
                    <a:pt x="457772" y="228886"/>
                  </a:moveTo>
                  <a:cubicBezTo>
                    <a:pt x="457772" y="355296"/>
                    <a:pt x="355296" y="457771"/>
                    <a:pt x="228886" y="457771"/>
                  </a:cubicBezTo>
                  <a:cubicBezTo>
                    <a:pt x="102476" y="457771"/>
                    <a:pt x="0" y="355296"/>
                    <a:pt x="0" y="228886"/>
                  </a:cubicBezTo>
                  <a:cubicBezTo>
                    <a:pt x="0" y="102476"/>
                    <a:pt x="102476" y="0"/>
                    <a:pt x="228886" y="0"/>
                  </a:cubicBezTo>
                  <a:cubicBezTo>
                    <a:pt x="355296" y="0"/>
                    <a:pt x="457772" y="102476"/>
                    <a:pt x="457772" y="228886"/>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9" name="Freeform: Shape 60">
              <a:extLst>
                <a:ext uri="{FF2B5EF4-FFF2-40B4-BE49-F238E27FC236}">
                  <a16:creationId xmlns:a16="http://schemas.microsoft.com/office/drawing/2014/main" id="{B57EC254-EF2B-6C04-85DA-6E74F97ED436}"/>
                </a:ext>
              </a:extLst>
            </p:cNvPr>
            <p:cNvSpPr/>
            <p:nvPr/>
          </p:nvSpPr>
          <p:spPr>
            <a:xfrm>
              <a:off x="9844552" y="2918146"/>
              <a:ext cx="779716" cy="9525"/>
            </a:xfrm>
            <a:custGeom>
              <a:avLst/>
              <a:gdLst>
                <a:gd name="connsiteX0" fmla="*/ 0 w 779716"/>
                <a:gd name="connsiteY0" fmla="*/ 0 h 9525"/>
                <a:gd name="connsiteX1" fmla="*/ 779717 w 779716"/>
                <a:gd name="connsiteY1" fmla="*/ 0 h 9525"/>
              </a:gdLst>
              <a:ahLst/>
              <a:cxnLst>
                <a:cxn ang="0">
                  <a:pos x="connsiteX0" y="connsiteY0"/>
                </a:cxn>
                <a:cxn ang="0">
                  <a:pos x="connsiteX1" y="connsiteY1"/>
                </a:cxn>
              </a:cxnLst>
              <a:rect l="l" t="t" r="r" b="b"/>
              <a:pathLst>
                <a:path w="779716" h="9525">
                  <a:moveTo>
                    <a:pt x="0" y="0"/>
                  </a:moveTo>
                  <a:lnTo>
                    <a:pt x="779717" y="0"/>
                  </a:lnTo>
                </a:path>
              </a:pathLst>
            </a:custGeom>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0" name="Freeform: Shape 61">
              <a:extLst>
                <a:ext uri="{FF2B5EF4-FFF2-40B4-BE49-F238E27FC236}">
                  <a16:creationId xmlns:a16="http://schemas.microsoft.com/office/drawing/2014/main" id="{1C63EA09-4CFB-8C63-DD66-F05467FDC002}"/>
                </a:ext>
              </a:extLst>
            </p:cNvPr>
            <p:cNvSpPr/>
            <p:nvPr/>
          </p:nvSpPr>
          <p:spPr>
            <a:xfrm>
              <a:off x="10624269" y="2786892"/>
              <a:ext cx="262508" cy="262508"/>
            </a:xfrm>
            <a:custGeom>
              <a:avLst/>
              <a:gdLst>
                <a:gd name="connsiteX0" fmla="*/ 262509 w 262508"/>
                <a:gd name="connsiteY0" fmla="*/ 131255 h 262508"/>
                <a:gd name="connsiteX1" fmla="*/ 131255 w 262508"/>
                <a:gd name="connsiteY1" fmla="*/ 262509 h 262508"/>
                <a:gd name="connsiteX2" fmla="*/ 0 w 262508"/>
                <a:gd name="connsiteY2" fmla="*/ 131255 h 262508"/>
                <a:gd name="connsiteX3" fmla="*/ 131255 w 262508"/>
                <a:gd name="connsiteY3" fmla="*/ 0 h 262508"/>
                <a:gd name="connsiteX4" fmla="*/ 262509 w 262508"/>
                <a:gd name="connsiteY4" fmla="*/ 131255 h 26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08" h="262508">
                  <a:moveTo>
                    <a:pt x="262509" y="131255"/>
                  </a:moveTo>
                  <a:cubicBezTo>
                    <a:pt x="262509" y="203744"/>
                    <a:pt x="203744" y="262509"/>
                    <a:pt x="131255" y="262509"/>
                  </a:cubicBezTo>
                  <a:cubicBezTo>
                    <a:pt x="58765" y="262509"/>
                    <a:pt x="0" y="203744"/>
                    <a:pt x="0" y="131255"/>
                  </a:cubicBezTo>
                  <a:cubicBezTo>
                    <a:pt x="0" y="58765"/>
                    <a:pt x="58765" y="0"/>
                    <a:pt x="131255" y="0"/>
                  </a:cubicBezTo>
                  <a:cubicBezTo>
                    <a:pt x="203744" y="0"/>
                    <a:pt x="262509" y="58765"/>
                    <a:pt x="262509" y="131255"/>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1" name="Freeform: Shape 62">
              <a:extLst>
                <a:ext uri="{FF2B5EF4-FFF2-40B4-BE49-F238E27FC236}">
                  <a16:creationId xmlns:a16="http://schemas.microsoft.com/office/drawing/2014/main" id="{010C34D6-5506-DCAC-F3DB-E29523F9E7E4}"/>
                </a:ext>
              </a:extLst>
            </p:cNvPr>
            <p:cNvSpPr/>
            <p:nvPr/>
          </p:nvSpPr>
          <p:spPr>
            <a:xfrm>
              <a:off x="9582043" y="2786892"/>
              <a:ext cx="262509" cy="262508"/>
            </a:xfrm>
            <a:custGeom>
              <a:avLst/>
              <a:gdLst>
                <a:gd name="connsiteX0" fmla="*/ 262509 w 262509"/>
                <a:gd name="connsiteY0" fmla="*/ 131255 h 262508"/>
                <a:gd name="connsiteX1" fmla="*/ 131254 w 262509"/>
                <a:gd name="connsiteY1" fmla="*/ 262509 h 262508"/>
                <a:gd name="connsiteX2" fmla="*/ 0 w 262509"/>
                <a:gd name="connsiteY2" fmla="*/ 131255 h 262508"/>
                <a:gd name="connsiteX3" fmla="*/ 131254 w 262509"/>
                <a:gd name="connsiteY3" fmla="*/ 0 h 262508"/>
                <a:gd name="connsiteX4" fmla="*/ 262509 w 262509"/>
                <a:gd name="connsiteY4" fmla="*/ 131255 h 26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09" h="262508">
                  <a:moveTo>
                    <a:pt x="262509" y="131255"/>
                  </a:moveTo>
                  <a:cubicBezTo>
                    <a:pt x="262509" y="203744"/>
                    <a:pt x="203744" y="262509"/>
                    <a:pt x="131254" y="262509"/>
                  </a:cubicBezTo>
                  <a:cubicBezTo>
                    <a:pt x="58765" y="262509"/>
                    <a:pt x="0" y="203744"/>
                    <a:pt x="0" y="131255"/>
                  </a:cubicBezTo>
                  <a:cubicBezTo>
                    <a:pt x="0" y="58765"/>
                    <a:pt x="58765" y="0"/>
                    <a:pt x="131254" y="0"/>
                  </a:cubicBezTo>
                  <a:cubicBezTo>
                    <a:pt x="203744" y="0"/>
                    <a:pt x="262509" y="58765"/>
                    <a:pt x="262509" y="131255"/>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2" name="Freeform: Shape 191">
              <a:extLst>
                <a:ext uri="{FF2B5EF4-FFF2-40B4-BE49-F238E27FC236}">
                  <a16:creationId xmlns:a16="http://schemas.microsoft.com/office/drawing/2014/main" id="{A3C867D4-6456-24F9-F2AD-C21C181587A3}"/>
                </a:ext>
              </a:extLst>
            </p:cNvPr>
            <p:cNvSpPr/>
            <p:nvPr/>
          </p:nvSpPr>
          <p:spPr>
            <a:xfrm>
              <a:off x="10755523" y="3144270"/>
              <a:ext cx="9525" cy="468534"/>
            </a:xfrm>
            <a:custGeom>
              <a:avLst/>
              <a:gdLst>
                <a:gd name="connsiteX0" fmla="*/ 0 w 9525"/>
                <a:gd name="connsiteY0" fmla="*/ 0 h 468534"/>
                <a:gd name="connsiteX1" fmla="*/ 0 w 9525"/>
                <a:gd name="connsiteY1" fmla="*/ 468535 h 468534"/>
              </a:gdLst>
              <a:ahLst/>
              <a:cxnLst>
                <a:cxn ang="0">
                  <a:pos x="connsiteX0" y="connsiteY0"/>
                </a:cxn>
                <a:cxn ang="0">
                  <a:pos x="connsiteX1" y="connsiteY1"/>
                </a:cxn>
              </a:cxnLst>
              <a:rect l="l" t="t" r="r" b="b"/>
              <a:pathLst>
                <a:path w="9525" h="468534">
                  <a:moveTo>
                    <a:pt x="0" y="0"/>
                  </a:moveTo>
                  <a:lnTo>
                    <a:pt x="0" y="468535"/>
                  </a:lnTo>
                </a:path>
              </a:pathLst>
            </a:custGeom>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33" name="Graphic 133">
            <a:extLst>
              <a:ext uri="{FF2B5EF4-FFF2-40B4-BE49-F238E27FC236}">
                <a16:creationId xmlns:a16="http://schemas.microsoft.com/office/drawing/2014/main" id="{57831333-3178-1639-3480-08CCE736CAE1}"/>
              </a:ext>
            </a:extLst>
          </p:cNvPr>
          <p:cNvGrpSpPr/>
          <p:nvPr userDrawn="1"/>
        </p:nvGrpSpPr>
        <p:grpSpPr>
          <a:xfrm rot="5400000">
            <a:off x="6771789" y="816810"/>
            <a:ext cx="993032" cy="1949867"/>
            <a:chOff x="7819347" y="302010"/>
            <a:chExt cx="1311783" cy="2575750"/>
          </a:xfrm>
          <a:noFill/>
        </p:grpSpPr>
        <p:sp>
          <p:nvSpPr>
            <p:cNvPr id="34" name="Freeform: Shape 13">
              <a:extLst>
                <a:ext uri="{FF2B5EF4-FFF2-40B4-BE49-F238E27FC236}">
                  <a16:creationId xmlns:a16="http://schemas.microsoft.com/office/drawing/2014/main" id="{E605CA0F-727B-01C1-1381-7AE8642E5766}"/>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5" name="Freeform: Shape 14">
              <a:extLst>
                <a:ext uri="{FF2B5EF4-FFF2-40B4-BE49-F238E27FC236}">
                  <a16:creationId xmlns:a16="http://schemas.microsoft.com/office/drawing/2014/main" id="{BAAD02CB-CC71-132C-7BB2-C79ADC974FAC}"/>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6" name="Freeform: Shape 15">
              <a:extLst>
                <a:ext uri="{FF2B5EF4-FFF2-40B4-BE49-F238E27FC236}">
                  <a16:creationId xmlns:a16="http://schemas.microsoft.com/office/drawing/2014/main" id="{27657B4B-656E-BF09-A201-59B8F6E2BE7C}"/>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7" name="Freeform: Shape 16">
              <a:extLst>
                <a:ext uri="{FF2B5EF4-FFF2-40B4-BE49-F238E27FC236}">
                  <a16:creationId xmlns:a16="http://schemas.microsoft.com/office/drawing/2014/main" id="{AD313456-B77A-E666-1556-D29D22A2363F}"/>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8" name="Freeform: Shape 17">
              <a:extLst>
                <a:ext uri="{FF2B5EF4-FFF2-40B4-BE49-F238E27FC236}">
                  <a16:creationId xmlns:a16="http://schemas.microsoft.com/office/drawing/2014/main" id="{C2C5B237-6986-5A5A-4C4A-766D9915D73D}"/>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39" name="Graphic 143">
            <a:extLst>
              <a:ext uri="{FF2B5EF4-FFF2-40B4-BE49-F238E27FC236}">
                <a16:creationId xmlns:a16="http://schemas.microsoft.com/office/drawing/2014/main" id="{5BCB9577-FCDE-83FA-0774-76FBC2390276}"/>
              </a:ext>
            </a:extLst>
          </p:cNvPr>
          <p:cNvSpPr/>
          <p:nvPr userDrawn="1"/>
        </p:nvSpPr>
        <p:spPr>
          <a:xfrm>
            <a:off x="4130978" y="4499933"/>
            <a:ext cx="2421204" cy="666750"/>
          </a:xfrm>
          <a:custGeom>
            <a:avLst/>
            <a:gdLst>
              <a:gd name="connsiteX0" fmla="*/ 482061 w 600651"/>
              <a:gd name="connsiteY0" fmla="*/ 38962 h 165407"/>
              <a:gd name="connsiteX1" fmla="*/ 398886 w 600651"/>
              <a:gd name="connsiteY1" fmla="*/ 75298 h 165407"/>
              <a:gd name="connsiteX2" fmla="*/ 268849 w 600651"/>
              <a:gd name="connsiteY2" fmla="*/ 0 h 165407"/>
              <a:gd name="connsiteX3" fmla="*/ 118927 w 600651"/>
              <a:gd name="connsiteY3" fmla="*/ 122878 h 165407"/>
              <a:gd name="connsiteX4" fmla="*/ 66185 w 600651"/>
              <a:gd name="connsiteY4" fmla="*/ 94823 h 165407"/>
              <a:gd name="connsiteX5" fmla="*/ 0 w 600651"/>
              <a:gd name="connsiteY5" fmla="*/ 165408 h 165407"/>
              <a:gd name="connsiteX6" fmla="*/ 600652 w 600651"/>
              <a:gd name="connsiteY6" fmla="*/ 165408 h 165407"/>
              <a:gd name="connsiteX7" fmla="*/ 482061 w 600651"/>
              <a:gd name="connsiteY7" fmla="*/ 38939 h 16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651" h="165407">
                <a:moveTo>
                  <a:pt x="482061" y="38962"/>
                </a:moveTo>
                <a:cubicBezTo>
                  <a:pt x="449653" y="38962"/>
                  <a:pt x="420297" y="52832"/>
                  <a:pt x="398886" y="75298"/>
                </a:cubicBezTo>
                <a:cubicBezTo>
                  <a:pt x="371236" y="29984"/>
                  <a:pt x="323341" y="0"/>
                  <a:pt x="268849" y="0"/>
                </a:cubicBezTo>
                <a:cubicBezTo>
                  <a:pt x="196963" y="0"/>
                  <a:pt x="136523" y="52136"/>
                  <a:pt x="118927" y="122878"/>
                </a:cubicBezTo>
                <a:cubicBezTo>
                  <a:pt x="106853" y="105865"/>
                  <a:pt x="87754" y="94823"/>
                  <a:pt x="66185" y="94823"/>
                </a:cubicBezTo>
                <a:cubicBezTo>
                  <a:pt x="29625" y="94823"/>
                  <a:pt x="0" y="126446"/>
                  <a:pt x="0" y="165408"/>
                </a:cubicBezTo>
                <a:lnTo>
                  <a:pt x="600652" y="165408"/>
                </a:lnTo>
                <a:cubicBezTo>
                  <a:pt x="600652" y="95564"/>
                  <a:pt x="547551" y="38939"/>
                  <a:pt x="482061" y="38939"/>
                </a:cubicBezTo>
                <a:close/>
              </a:path>
            </a:pathLst>
          </a:custGeom>
          <a:solidFill>
            <a:schemeClr val="accent3">
              <a:alpha val="13000"/>
            </a:schemeClr>
          </a:soli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40" name="Graphic 39">
            <a:extLst>
              <a:ext uri="{FF2B5EF4-FFF2-40B4-BE49-F238E27FC236}">
                <a16:creationId xmlns:a16="http://schemas.microsoft.com/office/drawing/2014/main" id="{3EDF18DC-E283-4A14-6874-DA3635B82B74}"/>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979191" y="2319345"/>
            <a:ext cx="3124591" cy="1207366"/>
          </a:xfrm>
          <a:prstGeom prst="rect">
            <a:avLst/>
          </a:prstGeom>
        </p:spPr>
      </p:pic>
      <p:grpSp>
        <p:nvGrpSpPr>
          <p:cNvPr id="41" name="Graphic 133">
            <a:extLst>
              <a:ext uri="{FF2B5EF4-FFF2-40B4-BE49-F238E27FC236}">
                <a16:creationId xmlns:a16="http://schemas.microsoft.com/office/drawing/2014/main" id="{49C6E3E8-DE97-079B-0620-5A9FBD7690E5}"/>
              </a:ext>
            </a:extLst>
          </p:cNvPr>
          <p:cNvGrpSpPr/>
          <p:nvPr userDrawn="1"/>
        </p:nvGrpSpPr>
        <p:grpSpPr>
          <a:xfrm rot="16200000" flipV="1">
            <a:off x="5423366" y="2833875"/>
            <a:ext cx="747561" cy="1467873"/>
            <a:chOff x="7819347" y="302010"/>
            <a:chExt cx="1311783" cy="2575750"/>
          </a:xfrm>
          <a:noFill/>
        </p:grpSpPr>
        <p:sp>
          <p:nvSpPr>
            <p:cNvPr id="42" name="Freeform: Shape 232">
              <a:extLst>
                <a:ext uri="{FF2B5EF4-FFF2-40B4-BE49-F238E27FC236}">
                  <a16:creationId xmlns:a16="http://schemas.microsoft.com/office/drawing/2014/main" id="{BC301553-8513-C09B-DD44-F27A6E4BE9DB}"/>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3" name="Freeform: Shape 233">
              <a:extLst>
                <a:ext uri="{FF2B5EF4-FFF2-40B4-BE49-F238E27FC236}">
                  <a16:creationId xmlns:a16="http://schemas.microsoft.com/office/drawing/2014/main" id="{A370375C-608D-2627-9D85-F6F5C9EE8AA4}"/>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4" name="Freeform: Shape 234">
              <a:extLst>
                <a:ext uri="{FF2B5EF4-FFF2-40B4-BE49-F238E27FC236}">
                  <a16:creationId xmlns:a16="http://schemas.microsoft.com/office/drawing/2014/main" id="{B13EC1B2-6B31-0889-33FA-F4F91F0BDD63}"/>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5" name="Freeform: Shape 235">
              <a:extLst>
                <a:ext uri="{FF2B5EF4-FFF2-40B4-BE49-F238E27FC236}">
                  <a16:creationId xmlns:a16="http://schemas.microsoft.com/office/drawing/2014/main" id="{4A924F82-25CF-1CA0-09E5-3981A64BB9BB}"/>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6" name="Freeform: Shape 236">
              <a:extLst>
                <a:ext uri="{FF2B5EF4-FFF2-40B4-BE49-F238E27FC236}">
                  <a16:creationId xmlns:a16="http://schemas.microsoft.com/office/drawing/2014/main" id="{DFB5331F-4943-07C6-E310-EC8942CD6972}"/>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47" name="Freeform: Shape 265">
            <a:extLst>
              <a:ext uri="{FF2B5EF4-FFF2-40B4-BE49-F238E27FC236}">
                <a16:creationId xmlns:a16="http://schemas.microsoft.com/office/drawing/2014/main" id="{7FD3BE2C-4460-A681-1A36-C4893BE7C608}"/>
              </a:ext>
            </a:extLst>
          </p:cNvPr>
          <p:cNvSpPr/>
          <p:nvPr userDrawn="1"/>
        </p:nvSpPr>
        <p:spPr>
          <a:xfrm>
            <a:off x="11119385" y="4173017"/>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8" name="Freeform: Shape 269">
            <a:extLst>
              <a:ext uri="{FF2B5EF4-FFF2-40B4-BE49-F238E27FC236}">
                <a16:creationId xmlns:a16="http://schemas.microsoft.com/office/drawing/2014/main" id="{63C9B041-CF4B-C9B7-45A3-CAAD6FF541CC}"/>
              </a:ext>
            </a:extLst>
          </p:cNvPr>
          <p:cNvSpPr/>
          <p:nvPr userDrawn="1"/>
        </p:nvSpPr>
        <p:spPr>
          <a:xfrm>
            <a:off x="6195382" y="430769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9" name="Freeform: Shape 285">
            <a:extLst>
              <a:ext uri="{FF2B5EF4-FFF2-40B4-BE49-F238E27FC236}">
                <a16:creationId xmlns:a16="http://schemas.microsoft.com/office/drawing/2014/main" id="{BCAD775B-D002-22D8-9A30-65715F4974E2}"/>
              </a:ext>
            </a:extLst>
          </p:cNvPr>
          <p:cNvSpPr/>
          <p:nvPr userDrawn="1"/>
        </p:nvSpPr>
        <p:spPr>
          <a:xfrm>
            <a:off x="8709950" y="5303803"/>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0" name="Freeform: Shape 286">
            <a:extLst>
              <a:ext uri="{FF2B5EF4-FFF2-40B4-BE49-F238E27FC236}">
                <a16:creationId xmlns:a16="http://schemas.microsoft.com/office/drawing/2014/main" id="{69BAEC5C-3581-1D6E-3D8D-5D651412E0CC}"/>
              </a:ext>
            </a:extLst>
          </p:cNvPr>
          <p:cNvSpPr/>
          <p:nvPr userDrawn="1"/>
        </p:nvSpPr>
        <p:spPr>
          <a:xfrm>
            <a:off x="9116688" y="50100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1" name="Oval 50">
            <a:extLst>
              <a:ext uri="{FF2B5EF4-FFF2-40B4-BE49-F238E27FC236}">
                <a16:creationId xmlns:a16="http://schemas.microsoft.com/office/drawing/2014/main" id="{9AAEF64A-351B-6ED3-7D6B-D41E9C2D5738}"/>
              </a:ext>
            </a:extLst>
          </p:cNvPr>
          <p:cNvSpPr/>
          <p:nvPr userDrawn="1"/>
        </p:nvSpPr>
        <p:spPr>
          <a:xfrm flipV="1">
            <a:off x="6354876" y="1852997"/>
            <a:ext cx="3152006" cy="3152006"/>
          </a:xfrm>
          <a:prstGeom prst="ellipse">
            <a:avLst/>
          </a:prstGeom>
          <a:solidFill>
            <a:schemeClr val="bg1"/>
          </a:solidFill>
          <a:ln w="508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52" name="Freeform: Shape 298">
            <a:extLst>
              <a:ext uri="{FF2B5EF4-FFF2-40B4-BE49-F238E27FC236}">
                <a16:creationId xmlns:a16="http://schemas.microsoft.com/office/drawing/2014/main" id="{DC1319E1-72A5-F059-9339-E2B002713FBC}"/>
              </a:ext>
            </a:extLst>
          </p:cNvPr>
          <p:cNvSpPr/>
          <p:nvPr userDrawn="1"/>
        </p:nvSpPr>
        <p:spPr>
          <a:xfrm>
            <a:off x="5406003" y="4429286"/>
            <a:ext cx="2921280" cy="1192670"/>
          </a:xfrm>
          <a:custGeom>
            <a:avLst/>
            <a:gdLst>
              <a:gd name="connsiteX0" fmla="*/ 2797989 w 3387980"/>
              <a:gd name="connsiteY0" fmla="*/ 793219 h 1383210"/>
              <a:gd name="connsiteX1" fmla="*/ 2614092 w 3387980"/>
              <a:gd name="connsiteY1" fmla="*/ 822614 h 1383210"/>
              <a:gd name="connsiteX2" fmla="*/ 1697357 w 3387980"/>
              <a:gd name="connsiteY2" fmla="*/ 0 h 1383210"/>
              <a:gd name="connsiteX3" fmla="*/ 798795 w 3387980"/>
              <a:gd name="connsiteY3" fmla="*/ 714810 h 1383210"/>
              <a:gd name="connsiteX4" fmla="*/ 668546 w 3387980"/>
              <a:gd name="connsiteY4" fmla="*/ 714665 h 1383210"/>
              <a:gd name="connsiteX5" fmla="*/ 0 w 3387980"/>
              <a:gd name="connsiteY5" fmla="*/ 1383211 h 1383210"/>
              <a:gd name="connsiteX6" fmla="*/ 3387981 w 3387980"/>
              <a:gd name="connsiteY6" fmla="*/ 1383211 h 1383210"/>
              <a:gd name="connsiteX7" fmla="*/ 2797989 w 3387980"/>
              <a:gd name="connsiteY7" fmla="*/ 793219 h 138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7980" h="1383210">
                <a:moveTo>
                  <a:pt x="2797989" y="793219"/>
                </a:moveTo>
                <a:cubicBezTo>
                  <a:pt x="2733770" y="793219"/>
                  <a:pt x="2671940" y="803573"/>
                  <a:pt x="2614092" y="822614"/>
                </a:cubicBezTo>
                <a:cubicBezTo>
                  <a:pt x="2564425" y="360192"/>
                  <a:pt x="2172956" y="0"/>
                  <a:pt x="1697357" y="0"/>
                </a:cubicBezTo>
                <a:cubicBezTo>
                  <a:pt x="1259406" y="0"/>
                  <a:pt x="892915" y="305385"/>
                  <a:pt x="798795" y="714810"/>
                </a:cubicBezTo>
                <a:lnTo>
                  <a:pt x="668546" y="714665"/>
                </a:lnTo>
                <a:cubicBezTo>
                  <a:pt x="299304" y="714737"/>
                  <a:pt x="0" y="1014041"/>
                  <a:pt x="0" y="1383211"/>
                </a:cubicBezTo>
                <a:lnTo>
                  <a:pt x="3387981" y="1383211"/>
                </a:lnTo>
                <a:cubicBezTo>
                  <a:pt x="3387981" y="1057336"/>
                  <a:pt x="3123864" y="793219"/>
                  <a:pt x="2797989" y="793219"/>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53" name="Graphic 133">
            <a:extLst>
              <a:ext uri="{FF2B5EF4-FFF2-40B4-BE49-F238E27FC236}">
                <a16:creationId xmlns:a16="http://schemas.microsoft.com/office/drawing/2014/main" id="{525A32AC-66C7-1A3E-B6F4-A653362CE9F0}"/>
              </a:ext>
            </a:extLst>
          </p:cNvPr>
          <p:cNvGrpSpPr/>
          <p:nvPr userDrawn="1"/>
        </p:nvGrpSpPr>
        <p:grpSpPr>
          <a:xfrm>
            <a:off x="10600833" y="1243459"/>
            <a:ext cx="845544" cy="920851"/>
            <a:chOff x="8799755" y="943899"/>
            <a:chExt cx="839533" cy="914304"/>
          </a:xfrm>
          <a:noFill/>
        </p:grpSpPr>
        <p:sp>
          <p:nvSpPr>
            <p:cNvPr id="54" name="Freeform: Shape 8">
              <a:extLst>
                <a:ext uri="{FF2B5EF4-FFF2-40B4-BE49-F238E27FC236}">
                  <a16:creationId xmlns:a16="http://schemas.microsoft.com/office/drawing/2014/main" id="{CA87B19F-A191-9D33-36CA-BF7B621C1DEF}"/>
                </a:ext>
              </a:extLst>
            </p:cNvPr>
            <p:cNvSpPr/>
            <p:nvPr/>
          </p:nvSpPr>
          <p:spPr>
            <a:xfrm>
              <a:off x="8799755" y="943899"/>
              <a:ext cx="839533" cy="914304"/>
            </a:xfrm>
            <a:custGeom>
              <a:avLst/>
              <a:gdLst>
                <a:gd name="connsiteX0" fmla="*/ 419767 w 839533"/>
                <a:gd name="connsiteY0" fmla="*/ 914305 h 914304"/>
                <a:gd name="connsiteX1" fmla="*/ 415576 w 839533"/>
                <a:gd name="connsiteY1" fmla="*/ 913638 h 914304"/>
                <a:gd name="connsiteX2" fmla="*/ 0 w 839533"/>
                <a:gd name="connsiteY2" fmla="*/ 345281 h 914304"/>
                <a:gd name="connsiteX3" fmla="*/ 0 w 839533"/>
                <a:gd name="connsiteY3" fmla="*/ 13906 h 914304"/>
                <a:gd name="connsiteX4" fmla="*/ 13906 w 839533"/>
                <a:gd name="connsiteY4" fmla="*/ 0 h 914304"/>
                <a:gd name="connsiteX5" fmla="*/ 825627 w 839533"/>
                <a:gd name="connsiteY5" fmla="*/ 0 h 914304"/>
                <a:gd name="connsiteX6" fmla="*/ 839534 w 839533"/>
                <a:gd name="connsiteY6" fmla="*/ 13906 h 914304"/>
                <a:gd name="connsiteX7" fmla="*/ 839534 w 839533"/>
                <a:gd name="connsiteY7" fmla="*/ 345281 h 914304"/>
                <a:gd name="connsiteX8" fmla="*/ 424053 w 839533"/>
                <a:gd name="connsiteY8" fmla="*/ 913638 h 914304"/>
                <a:gd name="connsiteX9" fmla="*/ 419862 w 839533"/>
                <a:gd name="connsiteY9" fmla="*/ 914305 h 91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9533" h="914304">
                  <a:moveTo>
                    <a:pt x="419767" y="914305"/>
                  </a:moveTo>
                  <a:cubicBezTo>
                    <a:pt x="418338" y="914305"/>
                    <a:pt x="416909" y="914114"/>
                    <a:pt x="415576" y="913638"/>
                  </a:cubicBezTo>
                  <a:cubicBezTo>
                    <a:pt x="167069" y="834676"/>
                    <a:pt x="0" y="606266"/>
                    <a:pt x="0" y="345281"/>
                  </a:cubicBezTo>
                  <a:lnTo>
                    <a:pt x="0" y="13906"/>
                  </a:lnTo>
                  <a:cubicBezTo>
                    <a:pt x="0" y="6191"/>
                    <a:pt x="6191" y="0"/>
                    <a:pt x="13906" y="0"/>
                  </a:cubicBezTo>
                  <a:lnTo>
                    <a:pt x="825627" y="0"/>
                  </a:lnTo>
                  <a:cubicBezTo>
                    <a:pt x="833342" y="0"/>
                    <a:pt x="839534" y="6191"/>
                    <a:pt x="839534" y="13906"/>
                  </a:cubicBezTo>
                  <a:lnTo>
                    <a:pt x="839534" y="345281"/>
                  </a:lnTo>
                  <a:cubicBezTo>
                    <a:pt x="839534" y="606266"/>
                    <a:pt x="672560" y="834676"/>
                    <a:pt x="424053" y="913638"/>
                  </a:cubicBezTo>
                  <a:cubicBezTo>
                    <a:pt x="422624" y="914114"/>
                    <a:pt x="421195" y="914305"/>
                    <a:pt x="419862" y="914305"/>
                  </a:cubicBezTo>
                  <a:close/>
                </a:path>
              </a:pathLst>
            </a:custGeom>
            <a:grp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5" name="Freeform: Shape 10">
              <a:extLst>
                <a:ext uri="{FF2B5EF4-FFF2-40B4-BE49-F238E27FC236}">
                  <a16:creationId xmlns:a16="http://schemas.microsoft.com/office/drawing/2014/main" id="{49C8AC2B-1835-04AE-1B3D-0DD84D351FE8}"/>
                </a:ext>
              </a:extLst>
            </p:cNvPr>
            <p:cNvSpPr/>
            <p:nvPr/>
          </p:nvSpPr>
          <p:spPr>
            <a:xfrm>
              <a:off x="9223713" y="943899"/>
              <a:ext cx="9525" cy="913638"/>
            </a:xfrm>
            <a:custGeom>
              <a:avLst/>
              <a:gdLst>
                <a:gd name="connsiteX0" fmla="*/ 0 w 9525"/>
                <a:gd name="connsiteY0" fmla="*/ 913638 h 913638"/>
                <a:gd name="connsiteX1" fmla="*/ 0 w 9525"/>
                <a:gd name="connsiteY1" fmla="*/ 0 h 913638"/>
              </a:gdLst>
              <a:ahLst/>
              <a:cxnLst>
                <a:cxn ang="0">
                  <a:pos x="connsiteX0" y="connsiteY0"/>
                </a:cxn>
                <a:cxn ang="0">
                  <a:pos x="connsiteX1" y="connsiteY1"/>
                </a:cxn>
              </a:cxnLst>
              <a:rect l="l" t="t" r="r" b="b"/>
              <a:pathLst>
                <a:path w="9525" h="913638">
                  <a:moveTo>
                    <a:pt x="0" y="913638"/>
                  </a:moveTo>
                  <a:lnTo>
                    <a:pt x="0" y="0"/>
                  </a:lnTo>
                </a:path>
              </a:pathLst>
            </a:custGeom>
            <a:grpFill/>
            <a:ln w="25400" cap="rnd">
              <a:solidFill>
                <a:schemeClr val="accent3">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pic>
        <p:nvPicPr>
          <p:cNvPr id="56" name="Graphic 55">
            <a:extLst>
              <a:ext uri="{FF2B5EF4-FFF2-40B4-BE49-F238E27FC236}">
                <a16:creationId xmlns:a16="http://schemas.microsoft.com/office/drawing/2014/main" id="{455F01A6-2368-18EF-F1D1-FB6AAC4625BD}"/>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6977580" y="2602869"/>
            <a:ext cx="1909740" cy="1807074"/>
          </a:xfrm>
          <a:prstGeom prst="rect">
            <a:avLst/>
          </a:prstGeom>
        </p:spPr>
      </p:pic>
      <p:grpSp>
        <p:nvGrpSpPr>
          <p:cNvPr id="57" name="Group 56">
            <a:extLst>
              <a:ext uri="{FF2B5EF4-FFF2-40B4-BE49-F238E27FC236}">
                <a16:creationId xmlns:a16="http://schemas.microsoft.com/office/drawing/2014/main" id="{9D288DED-E377-3089-999C-C9DDE7B3010A}"/>
              </a:ext>
            </a:extLst>
          </p:cNvPr>
          <p:cNvGrpSpPr/>
          <p:nvPr userDrawn="1"/>
        </p:nvGrpSpPr>
        <p:grpSpPr>
          <a:xfrm>
            <a:off x="6977580" y="2603279"/>
            <a:ext cx="1909149" cy="1800980"/>
            <a:chOff x="6977580" y="2603279"/>
            <a:chExt cx="1909149" cy="1800980"/>
          </a:xfrm>
          <a:solidFill>
            <a:schemeClr val="accent3"/>
          </a:solidFill>
        </p:grpSpPr>
        <p:grpSp>
          <p:nvGrpSpPr>
            <p:cNvPr id="58" name="Graphic 192">
              <a:extLst>
                <a:ext uri="{FF2B5EF4-FFF2-40B4-BE49-F238E27FC236}">
                  <a16:creationId xmlns:a16="http://schemas.microsoft.com/office/drawing/2014/main" id="{89A7A90D-5E81-21E2-FB18-15A7C051B7A3}"/>
                </a:ext>
              </a:extLst>
            </p:cNvPr>
            <p:cNvGrpSpPr/>
            <p:nvPr/>
          </p:nvGrpSpPr>
          <p:grpSpPr>
            <a:xfrm>
              <a:off x="6977580" y="2603279"/>
              <a:ext cx="1909149" cy="1800980"/>
              <a:chOff x="6977580" y="2603279"/>
              <a:chExt cx="1909149" cy="1800980"/>
            </a:xfrm>
            <a:grpFill/>
          </p:grpSpPr>
          <p:sp>
            <p:nvSpPr>
              <p:cNvPr id="60" name="Freeform: Shape 195">
                <a:extLst>
                  <a:ext uri="{FF2B5EF4-FFF2-40B4-BE49-F238E27FC236}">
                    <a16:creationId xmlns:a16="http://schemas.microsoft.com/office/drawing/2014/main" id="{08E303E3-C6A2-743B-3C30-F001CB519182}"/>
                  </a:ext>
                </a:extLst>
              </p:cNvPr>
              <p:cNvSpPr/>
              <p:nvPr/>
            </p:nvSpPr>
            <p:spPr>
              <a:xfrm>
                <a:off x="7274719" y="3887713"/>
                <a:ext cx="205964" cy="204983"/>
              </a:xfrm>
              <a:custGeom>
                <a:avLst/>
                <a:gdLst>
                  <a:gd name="connsiteX0" fmla="*/ 102661 w 205964"/>
                  <a:gd name="connsiteY0" fmla="*/ 9 h 204983"/>
                  <a:gd name="connsiteX1" fmla="*/ -13 w 205964"/>
                  <a:gd name="connsiteY1" fmla="*/ 102684 h 204983"/>
                  <a:gd name="connsiteX2" fmla="*/ 30173 w 205964"/>
                  <a:gd name="connsiteY2" fmla="*/ 175788 h 204983"/>
                  <a:gd name="connsiteX3" fmla="*/ 103277 w 205964"/>
                  <a:gd name="connsiteY3" fmla="*/ 204948 h 204983"/>
                  <a:gd name="connsiteX4" fmla="*/ 205951 w 205964"/>
                  <a:gd name="connsiteY4" fmla="*/ 102273 h 204983"/>
                  <a:gd name="connsiteX5" fmla="*/ 175765 w 205964"/>
                  <a:gd name="connsiteY5" fmla="*/ 30401 h 204983"/>
                  <a:gd name="connsiteX6" fmla="*/ 102661 w 205964"/>
                  <a:gd name="connsiteY6" fmla="*/ 9 h 204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964" h="204983">
                    <a:moveTo>
                      <a:pt x="102661" y="9"/>
                    </a:moveTo>
                    <a:cubicBezTo>
                      <a:pt x="45956" y="9"/>
                      <a:pt x="-13" y="45979"/>
                      <a:pt x="-13" y="102684"/>
                    </a:cubicBezTo>
                    <a:cubicBezTo>
                      <a:pt x="106" y="130061"/>
                      <a:pt x="10942" y="156303"/>
                      <a:pt x="30173" y="175788"/>
                    </a:cubicBezTo>
                    <a:cubicBezTo>
                      <a:pt x="49611" y="194970"/>
                      <a:pt x="75974" y="205486"/>
                      <a:pt x="103277" y="204948"/>
                    </a:cubicBezTo>
                    <a:cubicBezTo>
                      <a:pt x="159982" y="204948"/>
                      <a:pt x="205951" y="158978"/>
                      <a:pt x="205951" y="102273"/>
                    </a:cubicBezTo>
                    <a:cubicBezTo>
                      <a:pt x="205885" y="75247"/>
                      <a:pt x="195016" y="49369"/>
                      <a:pt x="175765" y="30401"/>
                    </a:cubicBezTo>
                    <a:cubicBezTo>
                      <a:pt x="156774" y="10414"/>
                      <a:pt x="130225" y="-623"/>
                      <a:pt x="102661" y="9"/>
                    </a:cubicBezTo>
                    <a:close/>
                  </a:path>
                </a:pathLst>
              </a:custGeom>
              <a:grpFill/>
              <a:ln w="204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1" name="Freeform: Shape 196">
                <a:extLst>
                  <a:ext uri="{FF2B5EF4-FFF2-40B4-BE49-F238E27FC236}">
                    <a16:creationId xmlns:a16="http://schemas.microsoft.com/office/drawing/2014/main" id="{A4BACF78-5AAC-D237-9C31-3179080EEB6B}"/>
                  </a:ext>
                </a:extLst>
              </p:cNvPr>
              <p:cNvSpPr/>
              <p:nvPr/>
            </p:nvSpPr>
            <p:spPr>
              <a:xfrm>
                <a:off x="8457936" y="3887729"/>
                <a:ext cx="206785" cy="205379"/>
              </a:xfrm>
              <a:custGeom>
                <a:avLst/>
                <a:gdLst>
                  <a:gd name="connsiteX0" fmla="*/ 104098 w 206785"/>
                  <a:gd name="connsiteY0" fmla="*/ -6 h 205379"/>
                  <a:gd name="connsiteX1" fmla="*/ -3 w 206785"/>
                  <a:gd name="connsiteY1" fmla="*/ 101221 h 205379"/>
                  <a:gd name="connsiteX2" fmla="*/ 30994 w 206785"/>
                  <a:gd name="connsiteY2" fmla="*/ 176184 h 205379"/>
                  <a:gd name="connsiteX3" fmla="*/ 104098 w 206785"/>
                  <a:gd name="connsiteY3" fmla="*/ 205343 h 205379"/>
                  <a:gd name="connsiteX4" fmla="*/ 206772 w 206785"/>
                  <a:gd name="connsiteY4" fmla="*/ 102668 h 205379"/>
                  <a:gd name="connsiteX5" fmla="*/ 176586 w 206785"/>
                  <a:gd name="connsiteY5" fmla="*/ 30796 h 205379"/>
                  <a:gd name="connsiteX6" fmla="*/ 104098 w 206785"/>
                  <a:gd name="connsiteY6" fmla="*/ -6 h 205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6785" h="205379">
                    <a:moveTo>
                      <a:pt x="104098" y="-6"/>
                    </a:moveTo>
                    <a:cubicBezTo>
                      <a:pt x="47397" y="-801"/>
                      <a:pt x="789" y="44522"/>
                      <a:pt x="-3" y="101221"/>
                    </a:cubicBezTo>
                    <a:cubicBezTo>
                      <a:pt x="-398" y="129405"/>
                      <a:pt x="10810" y="156509"/>
                      <a:pt x="30994" y="176184"/>
                    </a:cubicBezTo>
                    <a:cubicBezTo>
                      <a:pt x="50432" y="195365"/>
                      <a:pt x="76795" y="205881"/>
                      <a:pt x="104098" y="205343"/>
                    </a:cubicBezTo>
                    <a:cubicBezTo>
                      <a:pt x="160803" y="205343"/>
                      <a:pt x="206772" y="159374"/>
                      <a:pt x="206772" y="102668"/>
                    </a:cubicBezTo>
                    <a:cubicBezTo>
                      <a:pt x="206706" y="75642"/>
                      <a:pt x="195837" y="49764"/>
                      <a:pt x="176586" y="30796"/>
                    </a:cubicBezTo>
                    <a:cubicBezTo>
                      <a:pt x="157782" y="10859"/>
                      <a:pt x="131502" y="-308"/>
                      <a:pt x="104098" y="-6"/>
                    </a:cubicBezTo>
                    <a:close/>
                  </a:path>
                </a:pathLst>
              </a:custGeom>
              <a:grpFill/>
              <a:ln w="204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2" name="Freeform: Shape 197">
                <a:extLst>
                  <a:ext uri="{FF2B5EF4-FFF2-40B4-BE49-F238E27FC236}">
                    <a16:creationId xmlns:a16="http://schemas.microsoft.com/office/drawing/2014/main" id="{B24A519E-22E1-7BDD-A72D-66B26101DDDF}"/>
                  </a:ext>
                </a:extLst>
              </p:cNvPr>
              <p:cNvSpPr/>
              <p:nvPr/>
            </p:nvSpPr>
            <p:spPr>
              <a:xfrm>
                <a:off x="7835320" y="4199656"/>
                <a:ext cx="204189" cy="204603"/>
              </a:xfrm>
              <a:custGeom>
                <a:avLst/>
                <a:gdLst>
                  <a:gd name="connsiteX0" fmla="*/ 102661 w 204189"/>
                  <a:gd name="connsiteY0" fmla="*/ -8 h 204603"/>
                  <a:gd name="connsiteX1" fmla="*/ -13 w 204189"/>
                  <a:gd name="connsiteY1" fmla="*/ 102667 h 204603"/>
                  <a:gd name="connsiteX2" fmla="*/ 30173 w 204189"/>
                  <a:gd name="connsiteY2" fmla="*/ 175771 h 204603"/>
                  <a:gd name="connsiteX3" fmla="*/ 175354 w 204189"/>
                  <a:gd name="connsiteY3" fmla="*/ 173245 h 204603"/>
                  <a:gd name="connsiteX4" fmla="*/ 175354 w 204189"/>
                  <a:gd name="connsiteY4" fmla="*/ 30589 h 204603"/>
                  <a:gd name="connsiteX5" fmla="*/ 102661 w 204189"/>
                  <a:gd name="connsiteY5" fmla="*/ -8 h 20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189" h="204603">
                    <a:moveTo>
                      <a:pt x="102661" y="-8"/>
                    </a:moveTo>
                    <a:cubicBezTo>
                      <a:pt x="45956" y="-8"/>
                      <a:pt x="-13" y="45962"/>
                      <a:pt x="-13" y="102667"/>
                    </a:cubicBezTo>
                    <a:cubicBezTo>
                      <a:pt x="171" y="130040"/>
                      <a:pt x="10997" y="156242"/>
                      <a:pt x="30173" y="175771"/>
                    </a:cubicBezTo>
                    <a:cubicBezTo>
                      <a:pt x="70961" y="215157"/>
                      <a:pt x="135960" y="214028"/>
                      <a:pt x="175354" y="173245"/>
                    </a:cubicBezTo>
                    <a:cubicBezTo>
                      <a:pt x="213783" y="133469"/>
                      <a:pt x="213783" y="70378"/>
                      <a:pt x="175354" y="30589"/>
                    </a:cubicBezTo>
                    <a:cubicBezTo>
                      <a:pt x="156437" y="10718"/>
                      <a:pt x="130093" y="-371"/>
                      <a:pt x="102661" y="-8"/>
                    </a:cubicBezTo>
                    <a:close/>
                  </a:path>
                </a:pathLst>
              </a:custGeom>
              <a:grpFill/>
              <a:ln w="204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3" name="Freeform: Shape 198">
                <a:extLst>
                  <a:ext uri="{FF2B5EF4-FFF2-40B4-BE49-F238E27FC236}">
                    <a16:creationId xmlns:a16="http://schemas.microsoft.com/office/drawing/2014/main" id="{45068C02-FA62-4D93-6E01-0EC319B28376}"/>
                  </a:ext>
                </a:extLst>
              </p:cNvPr>
              <p:cNvSpPr/>
              <p:nvPr/>
            </p:nvSpPr>
            <p:spPr>
              <a:xfrm>
                <a:off x="7719093" y="3403731"/>
                <a:ext cx="205378" cy="205349"/>
              </a:xfrm>
              <a:custGeom>
                <a:avLst/>
                <a:gdLst>
                  <a:gd name="connsiteX0" fmla="*/ 103277 w 205378"/>
                  <a:gd name="connsiteY0" fmla="*/ 204717 h 205349"/>
                  <a:gd name="connsiteX1" fmla="*/ 197121 w 205378"/>
                  <a:gd name="connsiteY1" fmla="*/ 142085 h 205349"/>
                  <a:gd name="connsiteX2" fmla="*/ 205335 w 205378"/>
                  <a:gd name="connsiteY2" fmla="*/ 102658 h 205349"/>
                  <a:gd name="connsiteX3" fmla="*/ 102661 w 205378"/>
                  <a:gd name="connsiteY3" fmla="*/ -17 h 205349"/>
                  <a:gd name="connsiteX4" fmla="*/ -13 w 205378"/>
                  <a:gd name="connsiteY4" fmla="*/ 102658 h 205349"/>
                  <a:gd name="connsiteX5" fmla="*/ 102661 w 205378"/>
                  <a:gd name="connsiteY5" fmla="*/ 205333 h 20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378" h="205349">
                    <a:moveTo>
                      <a:pt x="103277" y="204717"/>
                    </a:moveTo>
                    <a:cubicBezTo>
                      <a:pt x="144254" y="204437"/>
                      <a:pt x="181141" y="179818"/>
                      <a:pt x="197121" y="142085"/>
                    </a:cubicBezTo>
                    <a:cubicBezTo>
                      <a:pt x="202881" y="129758"/>
                      <a:pt x="205692" y="116260"/>
                      <a:pt x="205335" y="102658"/>
                    </a:cubicBezTo>
                    <a:cubicBezTo>
                      <a:pt x="205335" y="45953"/>
                      <a:pt x="159366" y="-17"/>
                      <a:pt x="102661" y="-17"/>
                    </a:cubicBezTo>
                    <a:cubicBezTo>
                      <a:pt x="45956" y="-17"/>
                      <a:pt x="-13" y="45953"/>
                      <a:pt x="-13" y="102658"/>
                    </a:cubicBezTo>
                    <a:cubicBezTo>
                      <a:pt x="-13" y="159363"/>
                      <a:pt x="45956" y="205333"/>
                      <a:pt x="102661" y="205333"/>
                    </a:cubicBezTo>
                    <a:close/>
                  </a:path>
                </a:pathLst>
              </a:custGeom>
              <a:grpFill/>
              <a:ln w="204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9" name="Freeform: Shape 199">
                <a:extLst>
                  <a:ext uri="{FF2B5EF4-FFF2-40B4-BE49-F238E27FC236}">
                    <a16:creationId xmlns:a16="http://schemas.microsoft.com/office/drawing/2014/main" id="{26C42C4A-3F6A-24F9-F192-A92BF73869CD}"/>
                  </a:ext>
                </a:extLst>
              </p:cNvPr>
              <p:cNvSpPr/>
              <p:nvPr/>
            </p:nvSpPr>
            <p:spPr>
              <a:xfrm>
                <a:off x="7014337" y="3403115"/>
                <a:ext cx="205374" cy="205023"/>
              </a:xfrm>
              <a:custGeom>
                <a:avLst/>
                <a:gdLst>
                  <a:gd name="connsiteX0" fmla="*/ 102661 w 205374"/>
                  <a:gd name="connsiteY0" fmla="*/ -17 h 205023"/>
                  <a:gd name="connsiteX1" fmla="*/ -13 w 205374"/>
                  <a:gd name="connsiteY1" fmla="*/ 102658 h 205023"/>
                  <a:gd name="connsiteX2" fmla="*/ 102987 w 205374"/>
                  <a:gd name="connsiteY2" fmla="*/ 205006 h 205023"/>
                  <a:gd name="connsiteX3" fmla="*/ 197326 w 205374"/>
                  <a:gd name="connsiteY3" fmla="*/ 142085 h 205023"/>
                  <a:gd name="connsiteX4" fmla="*/ 205335 w 205374"/>
                  <a:gd name="connsiteY4" fmla="*/ 102658 h 205023"/>
                  <a:gd name="connsiteX5" fmla="*/ 102661 w 205374"/>
                  <a:gd name="connsiteY5" fmla="*/ -17 h 205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374" h="205023">
                    <a:moveTo>
                      <a:pt x="102661" y="-17"/>
                    </a:moveTo>
                    <a:cubicBezTo>
                      <a:pt x="45956" y="-17"/>
                      <a:pt x="-13" y="45953"/>
                      <a:pt x="-13" y="102658"/>
                    </a:cubicBezTo>
                    <a:cubicBezTo>
                      <a:pt x="167" y="159363"/>
                      <a:pt x="46282" y="205187"/>
                      <a:pt x="102987" y="205006"/>
                    </a:cubicBezTo>
                    <a:cubicBezTo>
                      <a:pt x="144213" y="204875"/>
                      <a:pt x="181365" y="180097"/>
                      <a:pt x="197326" y="142085"/>
                    </a:cubicBezTo>
                    <a:cubicBezTo>
                      <a:pt x="202924" y="129711"/>
                      <a:pt x="205661" y="116236"/>
                      <a:pt x="205335" y="102658"/>
                    </a:cubicBezTo>
                    <a:cubicBezTo>
                      <a:pt x="205335" y="45953"/>
                      <a:pt x="159366" y="-17"/>
                      <a:pt x="102661" y="-17"/>
                    </a:cubicBezTo>
                    <a:close/>
                  </a:path>
                </a:pathLst>
              </a:custGeom>
              <a:grpFill/>
              <a:ln w="204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0" name="Freeform: Shape 200">
                <a:extLst>
                  <a:ext uri="{FF2B5EF4-FFF2-40B4-BE49-F238E27FC236}">
                    <a16:creationId xmlns:a16="http://schemas.microsoft.com/office/drawing/2014/main" id="{991B976A-8E5A-8202-B0C5-65F1EE436BBC}"/>
                  </a:ext>
                </a:extLst>
              </p:cNvPr>
              <p:cNvSpPr/>
              <p:nvPr/>
            </p:nvSpPr>
            <p:spPr>
              <a:xfrm>
                <a:off x="6977580" y="3069011"/>
                <a:ext cx="205386" cy="205350"/>
              </a:xfrm>
              <a:custGeom>
                <a:avLst/>
                <a:gdLst>
                  <a:gd name="connsiteX0" fmla="*/ 197121 w 205386"/>
                  <a:gd name="connsiteY0" fmla="*/ 142085 h 205350"/>
                  <a:gd name="connsiteX1" fmla="*/ 205335 w 205386"/>
                  <a:gd name="connsiteY1" fmla="*/ 102658 h 205350"/>
                  <a:gd name="connsiteX2" fmla="*/ 102661 w 205386"/>
                  <a:gd name="connsiteY2" fmla="*/ -17 h 205350"/>
                  <a:gd name="connsiteX3" fmla="*/ -13 w 205386"/>
                  <a:gd name="connsiteY3" fmla="*/ 102658 h 205350"/>
                  <a:gd name="connsiteX4" fmla="*/ 102661 w 205386"/>
                  <a:gd name="connsiteY4" fmla="*/ 205333 h 205350"/>
                  <a:gd name="connsiteX5" fmla="*/ 197121 w 205386"/>
                  <a:gd name="connsiteY5" fmla="*/ 142085 h 2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386" h="205350">
                    <a:moveTo>
                      <a:pt x="197121" y="142085"/>
                    </a:moveTo>
                    <a:cubicBezTo>
                      <a:pt x="202924" y="129772"/>
                      <a:pt x="205739" y="116265"/>
                      <a:pt x="205335" y="102658"/>
                    </a:cubicBezTo>
                    <a:cubicBezTo>
                      <a:pt x="205335" y="45953"/>
                      <a:pt x="159366" y="-17"/>
                      <a:pt x="102661" y="-17"/>
                    </a:cubicBezTo>
                    <a:cubicBezTo>
                      <a:pt x="45956" y="-17"/>
                      <a:pt x="-13" y="45953"/>
                      <a:pt x="-13" y="102658"/>
                    </a:cubicBezTo>
                    <a:cubicBezTo>
                      <a:pt x="-13" y="159363"/>
                      <a:pt x="45956" y="205333"/>
                      <a:pt x="102661" y="205333"/>
                    </a:cubicBezTo>
                    <a:cubicBezTo>
                      <a:pt x="144112" y="205530"/>
                      <a:pt x="181514" y="180488"/>
                      <a:pt x="197121" y="142085"/>
                    </a:cubicBezTo>
                    <a:close/>
                  </a:path>
                </a:pathLst>
              </a:custGeom>
              <a:grpFill/>
              <a:ln w="204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1" name="Freeform: Shape 201">
                <a:extLst>
                  <a:ext uri="{FF2B5EF4-FFF2-40B4-BE49-F238E27FC236}">
                    <a16:creationId xmlns:a16="http://schemas.microsoft.com/office/drawing/2014/main" id="{BC3E4621-B73F-19CF-D58C-CE329715314B}"/>
                  </a:ext>
                </a:extLst>
              </p:cNvPr>
              <p:cNvSpPr/>
              <p:nvPr/>
            </p:nvSpPr>
            <p:spPr>
              <a:xfrm>
                <a:off x="7389098" y="2603279"/>
                <a:ext cx="205370" cy="205349"/>
              </a:xfrm>
              <a:custGeom>
                <a:avLst/>
                <a:gdLst>
                  <a:gd name="connsiteX0" fmla="*/ 103071 w 205370"/>
                  <a:gd name="connsiteY0" fmla="*/ 204922 h 205349"/>
                  <a:gd name="connsiteX1" fmla="*/ 197121 w 205370"/>
                  <a:gd name="connsiteY1" fmla="*/ 142085 h 205349"/>
                  <a:gd name="connsiteX2" fmla="*/ 205335 w 205370"/>
                  <a:gd name="connsiteY2" fmla="*/ 102658 h 205349"/>
                  <a:gd name="connsiteX3" fmla="*/ 102661 w 205370"/>
                  <a:gd name="connsiteY3" fmla="*/ -17 h 205349"/>
                  <a:gd name="connsiteX4" fmla="*/ -13 w 205370"/>
                  <a:gd name="connsiteY4" fmla="*/ 102658 h 205349"/>
                  <a:gd name="connsiteX5" fmla="*/ 102661 w 205370"/>
                  <a:gd name="connsiteY5" fmla="*/ 205333 h 20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370" h="205349">
                    <a:moveTo>
                      <a:pt x="103071" y="204922"/>
                    </a:moveTo>
                    <a:cubicBezTo>
                      <a:pt x="144172" y="204690"/>
                      <a:pt x="181174" y="179968"/>
                      <a:pt x="197121" y="142085"/>
                    </a:cubicBezTo>
                    <a:cubicBezTo>
                      <a:pt x="202824" y="129740"/>
                      <a:pt x="205635" y="116254"/>
                      <a:pt x="205335" y="102658"/>
                    </a:cubicBezTo>
                    <a:cubicBezTo>
                      <a:pt x="205335" y="45953"/>
                      <a:pt x="159366" y="-17"/>
                      <a:pt x="102661" y="-17"/>
                    </a:cubicBezTo>
                    <a:cubicBezTo>
                      <a:pt x="45956" y="-17"/>
                      <a:pt x="-13" y="45953"/>
                      <a:pt x="-13" y="102658"/>
                    </a:cubicBezTo>
                    <a:cubicBezTo>
                      <a:pt x="-13" y="159363"/>
                      <a:pt x="45956" y="205333"/>
                      <a:pt x="102661" y="205333"/>
                    </a:cubicBezTo>
                    <a:close/>
                  </a:path>
                </a:pathLst>
              </a:custGeom>
              <a:grpFill/>
              <a:ln w="204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2" name="Freeform: Shape 202">
                <a:extLst>
                  <a:ext uri="{FF2B5EF4-FFF2-40B4-BE49-F238E27FC236}">
                    <a16:creationId xmlns:a16="http://schemas.microsoft.com/office/drawing/2014/main" id="{C286B3C7-CA25-4ED3-4152-F464BF405385}"/>
                  </a:ext>
                </a:extLst>
              </p:cNvPr>
              <p:cNvSpPr/>
              <p:nvPr/>
            </p:nvSpPr>
            <p:spPr>
              <a:xfrm>
                <a:off x="8338423" y="2603279"/>
                <a:ext cx="205381" cy="205349"/>
              </a:xfrm>
              <a:custGeom>
                <a:avLst/>
                <a:gdLst>
                  <a:gd name="connsiteX0" fmla="*/ 103277 w 205381"/>
                  <a:gd name="connsiteY0" fmla="*/ 204922 h 205349"/>
                  <a:gd name="connsiteX1" fmla="*/ 197326 w 205381"/>
                  <a:gd name="connsiteY1" fmla="*/ 142085 h 205349"/>
                  <a:gd name="connsiteX2" fmla="*/ 205335 w 205381"/>
                  <a:gd name="connsiteY2" fmla="*/ 102658 h 205349"/>
                  <a:gd name="connsiteX3" fmla="*/ 102661 w 205381"/>
                  <a:gd name="connsiteY3" fmla="*/ -17 h 205349"/>
                  <a:gd name="connsiteX4" fmla="*/ -13 w 205381"/>
                  <a:gd name="connsiteY4" fmla="*/ 102658 h 205349"/>
                  <a:gd name="connsiteX5" fmla="*/ 102661 w 205381"/>
                  <a:gd name="connsiteY5" fmla="*/ 205333 h 20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381" h="205349">
                    <a:moveTo>
                      <a:pt x="103277" y="204922"/>
                    </a:moveTo>
                    <a:cubicBezTo>
                      <a:pt x="144377" y="204690"/>
                      <a:pt x="181379" y="179968"/>
                      <a:pt x="197326" y="142085"/>
                    </a:cubicBezTo>
                    <a:cubicBezTo>
                      <a:pt x="202965" y="129725"/>
                      <a:pt x="205705" y="116240"/>
                      <a:pt x="205335" y="102658"/>
                    </a:cubicBezTo>
                    <a:cubicBezTo>
                      <a:pt x="205335" y="45953"/>
                      <a:pt x="159366" y="-17"/>
                      <a:pt x="102661" y="-17"/>
                    </a:cubicBezTo>
                    <a:cubicBezTo>
                      <a:pt x="45956" y="-17"/>
                      <a:pt x="-13" y="45953"/>
                      <a:pt x="-13" y="102658"/>
                    </a:cubicBezTo>
                    <a:cubicBezTo>
                      <a:pt x="-13" y="159363"/>
                      <a:pt x="45956" y="205333"/>
                      <a:pt x="102661" y="205333"/>
                    </a:cubicBezTo>
                    <a:close/>
                  </a:path>
                </a:pathLst>
              </a:custGeom>
              <a:grpFill/>
              <a:ln w="204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3" name="Freeform: Shape 203">
                <a:extLst>
                  <a:ext uri="{FF2B5EF4-FFF2-40B4-BE49-F238E27FC236}">
                    <a16:creationId xmlns:a16="http://schemas.microsoft.com/office/drawing/2014/main" id="{D63AA01C-D41C-49D2-10E3-D7BE38F7BCB5}"/>
                  </a:ext>
                </a:extLst>
              </p:cNvPr>
              <p:cNvSpPr/>
              <p:nvPr/>
            </p:nvSpPr>
            <p:spPr>
              <a:xfrm>
                <a:off x="8681355" y="3402498"/>
                <a:ext cx="205374" cy="205023"/>
              </a:xfrm>
              <a:custGeom>
                <a:avLst/>
                <a:gdLst>
                  <a:gd name="connsiteX0" fmla="*/ 175765 w 205374"/>
                  <a:gd name="connsiteY0" fmla="*/ 31197 h 205023"/>
                  <a:gd name="connsiteX1" fmla="*/ 102661 w 205374"/>
                  <a:gd name="connsiteY1" fmla="*/ -16 h 205023"/>
                  <a:gd name="connsiteX2" fmla="*/ -13 w 205374"/>
                  <a:gd name="connsiteY2" fmla="*/ 102658 h 205023"/>
                  <a:gd name="connsiteX3" fmla="*/ 102989 w 205374"/>
                  <a:gd name="connsiteY3" fmla="*/ 205007 h 205023"/>
                  <a:gd name="connsiteX4" fmla="*/ 197326 w 205374"/>
                  <a:gd name="connsiteY4" fmla="*/ 142086 h 205023"/>
                  <a:gd name="connsiteX5" fmla="*/ 205335 w 205374"/>
                  <a:gd name="connsiteY5" fmla="*/ 102658 h 205023"/>
                  <a:gd name="connsiteX6" fmla="*/ 175765 w 205374"/>
                  <a:gd name="connsiteY6" fmla="*/ 31197 h 205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374" h="205023">
                    <a:moveTo>
                      <a:pt x="175765" y="31197"/>
                    </a:moveTo>
                    <a:cubicBezTo>
                      <a:pt x="156708" y="11200"/>
                      <a:pt x="130280" y="-86"/>
                      <a:pt x="102661" y="-16"/>
                    </a:cubicBezTo>
                    <a:cubicBezTo>
                      <a:pt x="45956" y="-16"/>
                      <a:pt x="-13" y="45953"/>
                      <a:pt x="-13" y="102658"/>
                    </a:cubicBezTo>
                    <a:cubicBezTo>
                      <a:pt x="167" y="159364"/>
                      <a:pt x="46282" y="205187"/>
                      <a:pt x="102989" y="205007"/>
                    </a:cubicBezTo>
                    <a:cubicBezTo>
                      <a:pt x="144223" y="204875"/>
                      <a:pt x="181371" y="180098"/>
                      <a:pt x="197326" y="142086"/>
                    </a:cubicBezTo>
                    <a:cubicBezTo>
                      <a:pt x="202932" y="129711"/>
                      <a:pt x="205663" y="116236"/>
                      <a:pt x="205335" y="102658"/>
                    </a:cubicBezTo>
                    <a:cubicBezTo>
                      <a:pt x="205396" y="75850"/>
                      <a:pt x="194739" y="50128"/>
                      <a:pt x="175765" y="31197"/>
                    </a:cubicBezTo>
                    <a:close/>
                  </a:path>
                </a:pathLst>
              </a:custGeom>
              <a:grpFill/>
              <a:ln w="204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4" name="Freeform: Shape 204">
                <a:extLst>
                  <a:ext uri="{FF2B5EF4-FFF2-40B4-BE49-F238E27FC236}">
                    <a16:creationId xmlns:a16="http://schemas.microsoft.com/office/drawing/2014/main" id="{F49CAB9D-99BC-6426-C470-AB0ABC2C3A64}"/>
                  </a:ext>
                </a:extLst>
              </p:cNvPr>
              <p:cNvSpPr/>
              <p:nvPr/>
            </p:nvSpPr>
            <p:spPr>
              <a:xfrm rot="-2755800">
                <a:off x="7411495" y="3700540"/>
                <a:ext cx="369627" cy="51337"/>
              </a:xfrm>
              <a:custGeom>
                <a:avLst/>
                <a:gdLst>
                  <a:gd name="connsiteX0" fmla="*/ -14 w 369627"/>
                  <a:gd name="connsiteY0" fmla="*/ -17 h 51337"/>
                  <a:gd name="connsiteX1" fmla="*/ 369614 w 369627"/>
                  <a:gd name="connsiteY1" fmla="*/ -17 h 51337"/>
                  <a:gd name="connsiteX2" fmla="*/ 369614 w 369627"/>
                  <a:gd name="connsiteY2" fmla="*/ 51321 h 51337"/>
                  <a:gd name="connsiteX3" fmla="*/ -14 w 369627"/>
                  <a:gd name="connsiteY3" fmla="*/ 51321 h 51337"/>
                </a:gdLst>
                <a:ahLst/>
                <a:cxnLst>
                  <a:cxn ang="0">
                    <a:pos x="connsiteX0" y="connsiteY0"/>
                  </a:cxn>
                  <a:cxn ang="0">
                    <a:pos x="connsiteX1" y="connsiteY1"/>
                  </a:cxn>
                  <a:cxn ang="0">
                    <a:pos x="connsiteX2" y="connsiteY2"/>
                  </a:cxn>
                  <a:cxn ang="0">
                    <a:pos x="connsiteX3" y="connsiteY3"/>
                  </a:cxn>
                </a:cxnLst>
                <a:rect l="l" t="t" r="r" b="b"/>
                <a:pathLst>
                  <a:path w="369627" h="51337">
                    <a:moveTo>
                      <a:pt x="-14" y="-17"/>
                    </a:moveTo>
                    <a:lnTo>
                      <a:pt x="369614" y="-17"/>
                    </a:lnTo>
                    <a:lnTo>
                      <a:pt x="369614" y="51321"/>
                    </a:lnTo>
                    <a:lnTo>
                      <a:pt x="-14" y="51321"/>
                    </a:lnTo>
                    <a:close/>
                  </a:path>
                </a:pathLst>
              </a:custGeom>
              <a:grpFill/>
              <a:ln w="204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59" name="Freeform: Shape 205">
              <a:extLst>
                <a:ext uri="{FF2B5EF4-FFF2-40B4-BE49-F238E27FC236}">
                  <a16:creationId xmlns:a16="http://schemas.microsoft.com/office/drawing/2014/main" id="{A57D59D7-A7B2-0248-5AC4-5AB957F0A67E}"/>
                </a:ext>
              </a:extLst>
            </p:cNvPr>
            <p:cNvSpPr/>
            <p:nvPr/>
          </p:nvSpPr>
          <p:spPr>
            <a:xfrm>
              <a:off x="7206954" y="2846207"/>
              <a:ext cx="1436412" cy="1311566"/>
            </a:xfrm>
            <a:custGeom>
              <a:avLst/>
              <a:gdLst>
                <a:gd name="connsiteX0" fmla="*/ 1268437 w 1436412"/>
                <a:gd name="connsiteY0" fmla="*/ 621182 h 1311566"/>
                <a:gd name="connsiteX1" fmla="*/ 1260429 w 1436412"/>
                <a:gd name="connsiteY1" fmla="*/ 613378 h 1311566"/>
                <a:gd name="connsiteX2" fmla="*/ 1260429 w 1436412"/>
                <a:gd name="connsiteY2" fmla="*/ 0 h 1311566"/>
                <a:gd name="connsiteX3" fmla="*/ 1209091 w 1436412"/>
                <a:gd name="connsiteY3" fmla="*/ 0 h 1311566"/>
                <a:gd name="connsiteX4" fmla="*/ 1209091 w 1436412"/>
                <a:gd name="connsiteY4" fmla="*/ 562657 h 1311566"/>
                <a:gd name="connsiteX5" fmla="*/ 935773 w 1436412"/>
                <a:gd name="connsiteY5" fmla="*/ 293034 h 1311566"/>
                <a:gd name="connsiteX6" fmla="*/ 312130 w 1436412"/>
                <a:gd name="connsiteY6" fmla="*/ 293034 h 1311566"/>
                <a:gd name="connsiteX7" fmla="*/ 312130 w 1436412"/>
                <a:gd name="connsiteY7" fmla="*/ 291596 h 1311566"/>
                <a:gd name="connsiteX8" fmla="*/ 312335 w 1436412"/>
                <a:gd name="connsiteY8" fmla="*/ 291596 h 1311566"/>
                <a:gd name="connsiteX9" fmla="*/ 312335 w 1436412"/>
                <a:gd name="connsiteY9" fmla="*/ 4518 h 1311566"/>
                <a:gd name="connsiteX10" fmla="*/ 260998 w 1436412"/>
                <a:gd name="connsiteY10" fmla="*/ 4518 h 1311566"/>
                <a:gd name="connsiteX11" fmla="*/ 260998 w 1436412"/>
                <a:gd name="connsiteY11" fmla="*/ 272088 h 1311566"/>
                <a:gd name="connsiteX12" fmla="*/ 260998 w 1436412"/>
                <a:gd name="connsiteY12" fmla="*/ 291596 h 1311566"/>
                <a:gd name="connsiteX13" fmla="*/ 260998 w 1436412"/>
                <a:gd name="connsiteY13" fmla="*/ 293034 h 1311566"/>
                <a:gd name="connsiteX14" fmla="*/ 19508 w 1436412"/>
                <a:gd name="connsiteY14" fmla="*/ 293034 h 1311566"/>
                <a:gd name="connsiteX15" fmla="*/ 19508 w 1436412"/>
                <a:gd name="connsiteY15" fmla="*/ 344371 h 1311566"/>
                <a:gd name="connsiteX16" fmla="*/ 228758 w 1436412"/>
                <a:gd name="connsiteY16" fmla="*/ 344371 h 1311566"/>
                <a:gd name="connsiteX17" fmla="*/ 0 w 1436412"/>
                <a:gd name="connsiteY17" fmla="*/ 573130 h 1311566"/>
                <a:gd name="connsiteX18" fmla="*/ 36347 w 1436412"/>
                <a:gd name="connsiteY18" fmla="*/ 609271 h 1311566"/>
                <a:gd name="connsiteX19" fmla="*/ 291184 w 1436412"/>
                <a:gd name="connsiteY19" fmla="*/ 354433 h 1311566"/>
                <a:gd name="connsiteX20" fmla="*/ 510907 w 1436412"/>
                <a:gd name="connsiteY20" fmla="*/ 574157 h 1311566"/>
                <a:gd name="connsiteX21" fmla="*/ 547253 w 1436412"/>
                <a:gd name="connsiteY21" fmla="*/ 538015 h 1311566"/>
                <a:gd name="connsiteX22" fmla="*/ 353815 w 1436412"/>
                <a:gd name="connsiteY22" fmla="*/ 344371 h 1311566"/>
                <a:gd name="connsiteX23" fmla="*/ 914827 w 1436412"/>
                <a:gd name="connsiteY23" fmla="*/ 344371 h 1311566"/>
                <a:gd name="connsiteX24" fmla="*/ 1207243 w 1436412"/>
                <a:gd name="connsiteY24" fmla="*/ 633092 h 1311566"/>
                <a:gd name="connsiteX25" fmla="*/ 717898 w 1436412"/>
                <a:gd name="connsiteY25" fmla="*/ 1118743 h 1311566"/>
                <a:gd name="connsiteX26" fmla="*/ 315826 w 1436412"/>
                <a:gd name="connsiteY26" fmla="*/ 1118743 h 1311566"/>
                <a:gd name="connsiteX27" fmla="*/ 315826 w 1436412"/>
                <a:gd name="connsiteY27" fmla="*/ 1170081 h 1311566"/>
                <a:gd name="connsiteX28" fmla="*/ 701881 w 1436412"/>
                <a:gd name="connsiteY28" fmla="*/ 1170081 h 1311566"/>
                <a:gd name="connsiteX29" fmla="*/ 700854 w 1436412"/>
                <a:gd name="connsiteY29" fmla="*/ 1311155 h 1311566"/>
                <a:gd name="connsiteX30" fmla="*/ 752191 w 1436412"/>
                <a:gd name="connsiteY30" fmla="*/ 1311566 h 1311566"/>
                <a:gd name="connsiteX31" fmla="*/ 753218 w 1436412"/>
                <a:gd name="connsiteY31" fmla="*/ 1170081 h 1311566"/>
                <a:gd name="connsiteX32" fmla="*/ 1218948 w 1436412"/>
                <a:gd name="connsiteY32" fmla="*/ 1170081 h 1311566"/>
                <a:gd name="connsiteX33" fmla="*/ 1218948 w 1436412"/>
                <a:gd name="connsiteY33" fmla="*/ 1118743 h 1311566"/>
                <a:gd name="connsiteX34" fmla="*/ 790797 w 1436412"/>
                <a:gd name="connsiteY34" fmla="*/ 1118743 h 1311566"/>
                <a:gd name="connsiteX35" fmla="*/ 1243795 w 1436412"/>
                <a:gd name="connsiteY35" fmla="*/ 669233 h 1311566"/>
                <a:gd name="connsiteX36" fmla="*/ 1247286 w 1436412"/>
                <a:gd name="connsiteY36" fmla="*/ 672519 h 1311566"/>
                <a:gd name="connsiteX37" fmla="*/ 1436412 w 1436412"/>
                <a:gd name="connsiteY37" fmla="*/ 672519 h 1311566"/>
                <a:gd name="connsiteX38" fmla="*/ 1436412 w 1436412"/>
                <a:gd name="connsiteY38" fmla="*/ 621182 h 1311566"/>
                <a:gd name="connsiteX39" fmla="*/ 1268437 w 1436412"/>
                <a:gd name="connsiteY39" fmla="*/ 621182 h 1311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6412" h="1311566">
                  <a:moveTo>
                    <a:pt x="1268437" y="621182"/>
                  </a:moveTo>
                  <a:lnTo>
                    <a:pt x="1260429" y="613378"/>
                  </a:lnTo>
                  <a:lnTo>
                    <a:pt x="1260429" y="0"/>
                  </a:lnTo>
                  <a:lnTo>
                    <a:pt x="1209091" y="0"/>
                  </a:lnTo>
                  <a:lnTo>
                    <a:pt x="1209091" y="562657"/>
                  </a:lnTo>
                  <a:lnTo>
                    <a:pt x="935773" y="293034"/>
                  </a:lnTo>
                  <a:lnTo>
                    <a:pt x="312130" y="293034"/>
                  </a:lnTo>
                  <a:lnTo>
                    <a:pt x="312130" y="291596"/>
                  </a:lnTo>
                  <a:lnTo>
                    <a:pt x="312335" y="291596"/>
                  </a:lnTo>
                  <a:lnTo>
                    <a:pt x="312335" y="4518"/>
                  </a:lnTo>
                  <a:lnTo>
                    <a:pt x="260998" y="4518"/>
                  </a:lnTo>
                  <a:lnTo>
                    <a:pt x="260998" y="272088"/>
                  </a:lnTo>
                  <a:lnTo>
                    <a:pt x="260998" y="291596"/>
                  </a:lnTo>
                  <a:lnTo>
                    <a:pt x="260998" y="293034"/>
                  </a:lnTo>
                  <a:lnTo>
                    <a:pt x="19508" y="293034"/>
                  </a:lnTo>
                  <a:lnTo>
                    <a:pt x="19508" y="344371"/>
                  </a:lnTo>
                  <a:lnTo>
                    <a:pt x="228758" y="344371"/>
                  </a:lnTo>
                  <a:lnTo>
                    <a:pt x="0" y="573130"/>
                  </a:lnTo>
                  <a:lnTo>
                    <a:pt x="36347" y="609271"/>
                  </a:lnTo>
                  <a:lnTo>
                    <a:pt x="291184" y="354433"/>
                  </a:lnTo>
                  <a:lnTo>
                    <a:pt x="510907" y="574157"/>
                  </a:lnTo>
                  <a:lnTo>
                    <a:pt x="547253" y="538015"/>
                  </a:lnTo>
                  <a:lnTo>
                    <a:pt x="353815" y="344371"/>
                  </a:lnTo>
                  <a:lnTo>
                    <a:pt x="914827" y="344371"/>
                  </a:lnTo>
                  <a:lnTo>
                    <a:pt x="1207243" y="633092"/>
                  </a:lnTo>
                  <a:lnTo>
                    <a:pt x="717898" y="1118743"/>
                  </a:lnTo>
                  <a:lnTo>
                    <a:pt x="315826" y="1118743"/>
                  </a:lnTo>
                  <a:lnTo>
                    <a:pt x="315826" y="1170081"/>
                  </a:lnTo>
                  <a:lnTo>
                    <a:pt x="701881" y="1170081"/>
                  </a:lnTo>
                  <a:lnTo>
                    <a:pt x="700854" y="1311155"/>
                  </a:lnTo>
                  <a:lnTo>
                    <a:pt x="752191" y="1311566"/>
                  </a:lnTo>
                  <a:lnTo>
                    <a:pt x="753218" y="1170081"/>
                  </a:lnTo>
                  <a:lnTo>
                    <a:pt x="1218948" y="1170081"/>
                  </a:lnTo>
                  <a:lnTo>
                    <a:pt x="1218948" y="1118743"/>
                  </a:lnTo>
                  <a:lnTo>
                    <a:pt x="790797" y="1118743"/>
                  </a:lnTo>
                  <a:lnTo>
                    <a:pt x="1243795" y="669233"/>
                  </a:lnTo>
                  <a:lnTo>
                    <a:pt x="1247286" y="672519"/>
                  </a:lnTo>
                  <a:lnTo>
                    <a:pt x="1436412" y="672519"/>
                  </a:lnTo>
                  <a:lnTo>
                    <a:pt x="1436412" y="621182"/>
                  </a:lnTo>
                  <a:lnTo>
                    <a:pt x="1268437" y="621182"/>
                  </a:lnTo>
                  <a:close/>
                </a:path>
              </a:pathLst>
            </a:custGeom>
            <a:grpFill/>
            <a:ln w="204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35" name="TextBox 134">
            <a:extLst>
              <a:ext uri="{FF2B5EF4-FFF2-40B4-BE49-F238E27FC236}">
                <a16:creationId xmlns:a16="http://schemas.microsoft.com/office/drawing/2014/main" id="{26B16903-EC72-EEAF-CDF9-40BCCADA5528}"/>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137" name="Graphic 8">
            <a:extLst>
              <a:ext uri="{FF2B5EF4-FFF2-40B4-BE49-F238E27FC236}">
                <a16:creationId xmlns:a16="http://schemas.microsoft.com/office/drawing/2014/main" id="{F142784D-5CC0-EC97-2E2C-EC82191D3C4B}"/>
              </a:ext>
            </a:extLst>
          </p:cNvPr>
          <p:cNvGrpSpPr/>
          <p:nvPr userDrawn="1"/>
        </p:nvGrpSpPr>
        <p:grpSpPr>
          <a:xfrm>
            <a:off x="265625" y="6323271"/>
            <a:ext cx="1249223" cy="369648"/>
            <a:chOff x="265625" y="6323271"/>
            <a:chExt cx="1249223" cy="369648"/>
          </a:xfrm>
          <a:solidFill>
            <a:srgbClr val="000000"/>
          </a:solidFill>
        </p:grpSpPr>
        <p:grpSp>
          <p:nvGrpSpPr>
            <p:cNvPr id="138" name="Graphic 8">
              <a:extLst>
                <a:ext uri="{FF2B5EF4-FFF2-40B4-BE49-F238E27FC236}">
                  <a16:creationId xmlns:a16="http://schemas.microsoft.com/office/drawing/2014/main" id="{AA7A5291-875F-C63D-542E-637964D0EE49}"/>
                </a:ext>
              </a:extLst>
            </p:cNvPr>
            <p:cNvGrpSpPr/>
            <p:nvPr/>
          </p:nvGrpSpPr>
          <p:grpSpPr>
            <a:xfrm>
              <a:off x="745455" y="6594444"/>
              <a:ext cx="722662" cy="98475"/>
              <a:chOff x="745455" y="6594444"/>
              <a:chExt cx="722662" cy="98475"/>
            </a:xfrm>
            <a:solidFill>
              <a:srgbClr val="000000"/>
            </a:solidFill>
          </p:grpSpPr>
          <p:sp>
            <p:nvSpPr>
              <p:cNvPr id="147" name="Freeform 19">
                <a:extLst>
                  <a:ext uri="{FF2B5EF4-FFF2-40B4-BE49-F238E27FC236}">
                    <a16:creationId xmlns:a16="http://schemas.microsoft.com/office/drawing/2014/main" id="{89C367D3-57AD-CF13-915C-809AD5C845BA}"/>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148" name="Freeform 20">
                <a:extLst>
                  <a:ext uri="{FF2B5EF4-FFF2-40B4-BE49-F238E27FC236}">
                    <a16:creationId xmlns:a16="http://schemas.microsoft.com/office/drawing/2014/main" id="{CAB7258F-9A18-E695-712A-D92F38A63C0B}"/>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149" name="Freeform 21">
                <a:extLst>
                  <a:ext uri="{FF2B5EF4-FFF2-40B4-BE49-F238E27FC236}">
                    <a16:creationId xmlns:a16="http://schemas.microsoft.com/office/drawing/2014/main" id="{6DE5A77C-8E93-6E9C-5A58-B9993CC99BC3}"/>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150" name="Freeform 22">
                <a:extLst>
                  <a:ext uri="{FF2B5EF4-FFF2-40B4-BE49-F238E27FC236}">
                    <a16:creationId xmlns:a16="http://schemas.microsoft.com/office/drawing/2014/main" id="{26D37949-1C93-5097-7F67-E113C1319AA0}"/>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151" name="Freeform 23">
                <a:extLst>
                  <a:ext uri="{FF2B5EF4-FFF2-40B4-BE49-F238E27FC236}">
                    <a16:creationId xmlns:a16="http://schemas.microsoft.com/office/drawing/2014/main" id="{0407AAC0-908C-00E5-28F4-B6E62729270E}"/>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52" name="Freeform 24">
                <a:extLst>
                  <a:ext uri="{FF2B5EF4-FFF2-40B4-BE49-F238E27FC236}">
                    <a16:creationId xmlns:a16="http://schemas.microsoft.com/office/drawing/2014/main" id="{E4451911-D280-3D4B-9CF3-D7018510F026}"/>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153" name="Freeform 25">
                <a:extLst>
                  <a:ext uri="{FF2B5EF4-FFF2-40B4-BE49-F238E27FC236}">
                    <a16:creationId xmlns:a16="http://schemas.microsoft.com/office/drawing/2014/main" id="{777D13C1-5800-5EBB-7798-DBC9D4037CBC}"/>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154" name="Freeform 26">
                <a:extLst>
                  <a:ext uri="{FF2B5EF4-FFF2-40B4-BE49-F238E27FC236}">
                    <a16:creationId xmlns:a16="http://schemas.microsoft.com/office/drawing/2014/main" id="{3C1BAF5B-21C4-F746-3DB4-32948AD41C5E}"/>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155" name="Freeform 27">
                <a:extLst>
                  <a:ext uri="{FF2B5EF4-FFF2-40B4-BE49-F238E27FC236}">
                    <a16:creationId xmlns:a16="http://schemas.microsoft.com/office/drawing/2014/main" id="{C6D1AFB3-42A1-FE90-D270-611E48F6E003}"/>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56" name="Freeform 28">
                <a:extLst>
                  <a:ext uri="{FF2B5EF4-FFF2-40B4-BE49-F238E27FC236}">
                    <a16:creationId xmlns:a16="http://schemas.microsoft.com/office/drawing/2014/main" id="{8D005045-150A-90E4-5A89-99D0544F624D}"/>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139" name="Graphic 8">
              <a:extLst>
                <a:ext uri="{FF2B5EF4-FFF2-40B4-BE49-F238E27FC236}">
                  <a16:creationId xmlns:a16="http://schemas.microsoft.com/office/drawing/2014/main" id="{80FCC4FB-6142-028F-840A-BB490A86A4F0}"/>
                </a:ext>
              </a:extLst>
            </p:cNvPr>
            <p:cNvGrpSpPr/>
            <p:nvPr/>
          </p:nvGrpSpPr>
          <p:grpSpPr>
            <a:xfrm>
              <a:off x="265625" y="6323271"/>
              <a:ext cx="1249223" cy="190348"/>
              <a:chOff x="265625" y="6323271"/>
              <a:chExt cx="1249223" cy="190348"/>
            </a:xfrm>
            <a:solidFill>
              <a:srgbClr val="000000"/>
            </a:solidFill>
          </p:grpSpPr>
          <p:sp>
            <p:nvSpPr>
              <p:cNvPr id="140" name="Freeform 10">
                <a:extLst>
                  <a:ext uri="{FF2B5EF4-FFF2-40B4-BE49-F238E27FC236}">
                    <a16:creationId xmlns:a16="http://schemas.microsoft.com/office/drawing/2014/main" id="{A7C0BFEE-BB61-8448-94F8-163A5E2E5A63}"/>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41" name="Freeform 11">
                <a:extLst>
                  <a:ext uri="{FF2B5EF4-FFF2-40B4-BE49-F238E27FC236}">
                    <a16:creationId xmlns:a16="http://schemas.microsoft.com/office/drawing/2014/main" id="{3B606197-8344-AF23-91D4-81C0B2B5A3FB}"/>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42" name="Freeform 14">
                <a:extLst>
                  <a:ext uri="{FF2B5EF4-FFF2-40B4-BE49-F238E27FC236}">
                    <a16:creationId xmlns:a16="http://schemas.microsoft.com/office/drawing/2014/main" id="{2C85D479-3215-CE3C-F0E6-DCF91EBB44D3}"/>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43" name="Freeform 15">
                <a:extLst>
                  <a:ext uri="{FF2B5EF4-FFF2-40B4-BE49-F238E27FC236}">
                    <a16:creationId xmlns:a16="http://schemas.microsoft.com/office/drawing/2014/main" id="{0E0FDF46-12C4-FA1F-BBAB-71C8973F66B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44" name="Freeform 16">
                <a:extLst>
                  <a:ext uri="{FF2B5EF4-FFF2-40B4-BE49-F238E27FC236}">
                    <a16:creationId xmlns:a16="http://schemas.microsoft.com/office/drawing/2014/main" id="{163D274D-E9D9-0330-F5DF-56ED8C10C271}"/>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45" name="Freeform 17">
                <a:extLst>
                  <a:ext uri="{FF2B5EF4-FFF2-40B4-BE49-F238E27FC236}">
                    <a16:creationId xmlns:a16="http://schemas.microsoft.com/office/drawing/2014/main" id="{E2E5A1D1-10B3-01AC-2848-502D941918F8}"/>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46" name="Freeform 18">
                <a:extLst>
                  <a:ext uri="{FF2B5EF4-FFF2-40B4-BE49-F238E27FC236}">
                    <a16:creationId xmlns:a16="http://schemas.microsoft.com/office/drawing/2014/main" id="{2ABD04DF-0252-A8C1-8C82-6F885861C30F}"/>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136" name="TextBox 135">
            <a:extLst>
              <a:ext uri="{FF2B5EF4-FFF2-40B4-BE49-F238E27FC236}">
                <a16:creationId xmlns:a16="http://schemas.microsoft.com/office/drawing/2014/main" id="{A8F34B29-C3E0-E228-9FE1-3E7D191C5331}"/>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14275074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dec="http://schemas.microsoft.com/office/drawing/2017/decorative" xmlns:a16="http://schemas.microsoft.com/office/drawing/2014/main" xmlns="">
      <p:transition spd="med">
        <p:fade/>
      </p:transition>
    </mc:Fallback>
  </mc:AlternateContent>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preserve="1" userDrawn="1">
  <p:cSld name="Section - Storag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2">
                    <a:lumMod val="25000"/>
                  </a:schemeClr>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3" name="Parallelogram 2">
            <a:extLst>
              <a:ext uri="{FF2B5EF4-FFF2-40B4-BE49-F238E27FC236}">
                <a16:creationId xmlns:a16="http://schemas.microsoft.com/office/drawing/2014/main" id="{B02B0855-29E0-4AE0-9163-31E0D9A0E1D3}"/>
              </a:ext>
            </a:extLst>
          </p:cNvPr>
          <p:cNvSpPr/>
          <p:nvPr userDrawn="1"/>
        </p:nvSpPr>
        <p:spPr>
          <a:xfrm>
            <a:off x="5378042" y="-1"/>
            <a:ext cx="14676689" cy="6858001"/>
          </a:xfrm>
          <a:prstGeom prst="parallelogram">
            <a:avLst>
              <a:gd name="adj" fmla="val 100124"/>
            </a:avLst>
          </a:prstGeom>
          <a:gradFill flip="none" rotWithShape="1">
            <a:gsLst>
              <a:gs pos="24000">
                <a:schemeClr val="accent4"/>
              </a:gs>
              <a:gs pos="100000">
                <a:schemeClr val="accent4">
                  <a:lumMod val="60000"/>
                  <a:lumOff val="40000"/>
                </a:schemeClr>
              </a:gs>
            </a:gsLst>
            <a:lin ang="18900000" scaled="1"/>
            <a:tileRect/>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rallelogram 3">
            <a:extLst>
              <a:ext uri="{FF2B5EF4-FFF2-40B4-BE49-F238E27FC236}">
                <a16:creationId xmlns:a16="http://schemas.microsoft.com/office/drawing/2014/main" id="{8CC57B2F-C4EE-6577-868F-C322F0B643CA}"/>
              </a:ext>
            </a:extLst>
          </p:cNvPr>
          <p:cNvSpPr/>
          <p:nvPr userDrawn="1"/>
        </p:nvSpPr>
        <p:spPr>
          <a:xfrm>
            <a:off x="1840256" y="-1"/>
            <a:ext cx="12934077" cy="6470788"/>
          </a:xfrm>
          <a:prstGeom prst="parallelogram">
            <a:avLst>
              <a:gd name="adj" fmla="val 100124"/>
            </a:avLst>
          </a:prstGeom>
          <a:gradFill flip="none" rotWithShape="1">
            <a:gsLst>
              <a:gs pos="0">
                <a:schemeClr val="accent4">
                  <a:alpha val="14000"/>
                </a:schemeClr>
              </a:gs>
              <a:gs pos="97000">
                <a:schemeClr val="accent4">
                  <a:alpha val="0"/>
                </a:schemeClr>
              </a:gs>
            </a:gsLst>
            <a:lin ang="8100000" scaled="1"/>
            <a:tileRect/>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 name="Graphic 143">
            <a:extLst>
              <a:ext uri="{FF2B5EF4-FFF2-40B4-BE49-F238E27FC236}">
                <a16:creationId xmlns:a16="http://schemas.microsoft.com/office/drawing/2014/main" id="{7E8061B6-5AF1-740C-E412-8027C6146661}"/>
              </a:ext>
            </a:extLst>
          </p:cNvPr>
          <p:cNvSpPr/>
          <p:nvPr userDrawn="1"/>
        </p:nvSpPr>
        <p:spPr>
          <a:xfrm>
            <a:off x="5293059" y="4100725"/>
            <a:ext cx="2421204" cy="666750"/>
          </a:xfrm>
          <a:custGeom>
            <a:avLst/>
            <a:gdLst>
              <a:gd name="connsiteX0" fmla="*/ 482061 w 600651"/>
              <a:gd name="connsiteY0" fmla="*/ 38962 h 165407"/>
              <a:gd name="connsiteX1" fmla="*/ 398886 w 600651"/>
              <a:gd name="connsiteY1" fmla="*/ 75298 h 165407"/>
              <a:gd name="connsiteX2" fmla="*/ 268849 w 600651"/>
              <a:gd name="connsiteY2" fmla="*/ 0 h 165407"/>
              <a:gd name="connsiteX3" fmla="*/ 118927 w 600651"/>
              <a:gd name="connsiteY3" fmla="*/ 122878 h 165407"/>
              <a:gd name="connsiteX4" fmla="*/ 66185 w 600651"/>
              <a:gd name="connsiteY4" fmla="*/ 94823 h 165407"/>
              <a:gd name="connsiteX5" fmla="*/ 0 w 600651"/>
              <a:gd name="connsiteY5" fmla="*/ 165408 h 165407"/>
              <a:gd name="connsiteX6" fmla="*/ 600652 w 600651"/>
              <a:gd name="connsiteY6" fmla="*/ 165408 h 165407"/>
              <a:gd name="connsiteX7" fmla="*/ 482061 w 600651"/>
              <a:gd name="connsiteY7" fmla="*/ 38939 h 16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651" h="165407">
                <a:moveTo>
                  <a:pt x="482061" y="38962"/>
                </a:moveTo>
                <a:cubicBezTo>
                  <a:pt x="449653" y="38962"/>
                  <a:pt x="420297" y="52832"/>
                  <a:pt x="398886" y="75298"/>
                </a:cubicBezTo>
                <a:cubicBezTo>
                  <a:pt x="371236" y="29984"/>
                  <a:pt x="323341" y="0"/>
                  <a:pt x="268849" y="0"/>
                </a:cubicBezTo>
                <a:cubicBezTo>
                  <a:pt x="196963" y="0"/>
                  <a:pt x="136523" y="52136"/>
                  <a:pt x="118927" y="122878"/>
                </a:cubicBezTo>
                <a:cubicBezTo>
                  <a:pt x="106853" y="105865"/>
                  <a:pt x="87754" y="94823"/>
                  <a:pt x="66185" y="94823"/>
                </a:cubicBezTo>
                <a:cubicBezTo>
                  <a:pt x="29625" y="94823"/>
                  <a:pt x="0" y="126446"/>
                  <a:pt x="0" y="165408"/>
                </a:cubicBezTo>
                <a:lnTo>
                  <a:pt x="600652" y="165408"/>
                </a:lnTo>
                <a:cubicBezTo>
                  <a:pt x="600652" y="95564"/>
                  <a:pt x="547551" y="38939"/>
                  <a:pt x="482061" y="38939"/>
                </a:cubicBezTo>
                <a:close/>
              </a:path>
            </a:pathLst>
          </a:custGeom>
          <a:solidFill>
            <a:schemeClr val="accent4">
              <a:alpha val="18000"/>
            </a:schemeClr>
          </a:soli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6" name="Graphic 5">
            <a:extLst>
              <a:ext uri="{FF2B5EF4-FFF2-40B4-BE49-F238E27FC236}">
                <a16:creationId xmlns:a16="http://schemas.microsoft.com/office/drawing/2014/main" id="{6B4D788D-CC80-EF56-E846-6178A8698F8C}"/>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979191" y="2319345"/>
            <a:ext cx="3124591" cy="1207366"/>
          </a:xfrm>
          <a:prstGeom prst="rect">
            <a:avLst/>
          </a:prstGeom>
        </p:spPr>
      </p:pic>
      <p:grpSp>
        <p:nvGrpSpPr>
          <p:cNvPr id="7" name="Group 6">
            <a:extLst>
              <a:ext uri="{FF2B5EF4-FFF2-40B4-BE49-F238E27FC236}">
                <a16:creationId xmlns:a16="http://schemas.microsoft.com/office/drawing/2014/main" id="{F1FBBCFC-DBF2-E935-179F-0FD40E107ECB}"/>
              </a:ext>
            </a:extLst>
          </p:cNvPr>
          <p:cNvGrpSpPr/>
          <p:nvPr userDrawn="1"/>
        </p:nvGrpSpPr>
        <p:grpSpPr>
          <a:xfrm>
            <a:off x="9491711" y="911779"/>
            <a:ext cx="1685206" cy="686138"/>
            <a:chOff x="437672" y="1280130"/>
            <a:chExt cx="2910783" cy="1185138"/>
          </a:xfrm>
        </p:grpSpPr>
        <p:sp>
          <p:nvSpPr>
            <p:cNvPr id="8" name="Freeform: Shape 187">
              <a:extLst>
                <a:ext uri="{FF2B5EF4-FFF2-40B4-BE49-F238E27FC236}">
                  <a16:creationId xmlns:a16="http://schemas.microsoft.com/office/drawing/2014/main" id="{F085856C-AE78-31DE-3F3E-0A1056F019A1}"/>
                </a:ext>
              </a:extLst>
            </p:cNvPr>
            <p:cNvSpPr/>
            <p:nvPr/>
          </p:nvSpPr>
          <p:spPr>
            <a:xfrm>
              <a:off x="437672" y="1280130"/>
              <a:ext cx="2720832" cy="1110872"/>
            </a:xfrm>
            <a:custGeom>
              <a:avLst/>
              <a:gdLst>
                <a:gd name="connsiteX0" fmla="*/ 749249 w 907209"/>
                <a:gd name="connsiteY0" fmla="*/ 212440 h 370400"/>
                <a:gd name="connsiteX1" fmla="*/ 700014 w 907209"/>
                <a:gd name="connsiteY1" fmla="*/ 220306 h 370400"/>
                <a:gd name="connsiteX2" fmla="*/ 454537 w 907209"/>
                <a:gd name="connsiteY2" fmla="*/ 0 h 370400"/>
                <a:gd name="connsiteX3" fmla="*/ 213896 w 907209"/>
                <a:gd name="connsiteY3" fmla="*/ 191405 h 370400"/>
                <a:gd name="connsiteX4" fmla="*/ 178995 w 907209"/>
                <a:gd name="connsiteY4" fmla="*/ 191405 h 370400"/>
                <a:gd name="connsiteX5" fmla="*/ 0 w 907209"/>
                <a:gd name="connsiteY5" fmla="*/ 370400 h 370400"/>
                <a:gd name="connsiteX6" fmla="*/ 907209 w 907209"/>
                <a:gd name="connsiteY6" fmla="*/ 370400 h 370400"/>
                <a:gd name="connsiteX7" fmla="*/ 749249 w 907209"/>
                <a:gd name="connsiteY7" fmla="*/ 212440 h 3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7209" h="370400">
                  <a:moveTo>
                    <a:pt x="749249" y="212440"/>
                  </a:moveTo>
                  <a:cubicBezTo>
                    <a:pt x="732060" y="212440"/>
                    <a:pt x="715512" y="215236"/>
                    <a:pt x="700014" y="220306"/>
                  </a:cubicBezTo>
                  <a:cubicBezTo>
                    <a:pt x="686729" y="96489"/>
                    <a:pt x="581907" y="0"/>
                    <a:pt x="454537" y="0"/>
                  </a:cubicBezTo>
                  <a:cubicBezTo>
                    <a:pt x="337246" y="0"/>
                    <a:pt x="239126" y="81806"/>
                    <a:pt x="213896" y="191405"/>
                  </a:cubicBezTo>
                  <a:lnTo>
                    <a:pt x="178995" y="191405"/>
                  </a:lnTo>
                  <a:cubicBezTo>
                    <a:pt x="80116" y="191405"/>
                    <a:pt x="0" y="271522"/>
                    <a:pt x="0" y="370400"/>
                  </a:cubicBezTo>
                  <a:lnTo>
                    <a:pt x="907209" y="370400"/>
                  </a:lnTo>
                  <a:cubicBezTo>
                    <a:pt x="907209" y="283175"/>
                    <a:pt x="836474" y="212440"/>
                    <a:pt x="749249" y="212440"/>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9" name="Freeform: Shape 188">
              <a:extLst>
                <a:ext uri="{FF2B5EF4-FFF2-40B4-BE49-F238E27FC236}">
                  <a16:creationId xmlns:a16="http://schemas.microsoft.com/office/drawing/2014/main" id="{4855ED96-5F54-E643-2477-CDAFF43AF60A}"/>
                </a:ext>
              </a:extLst>
            </p:cNvPr>
            <p:cNvSpPr/>
            <p:nvPr/>
          </p:nvSpPr>
          <p:spPr>
            <a:xfrm>
              <a:off x="1651302" y="1789783"/>
              <a:ext cx="1697153" cy="675485"/>
            </a:xfrm>
            <a:custGeom>
              <a:avLst/>
              <a:gdLst>
                <a:gd name="connsiteX0" fmla="*/ 154872 w 565884"/>
                <a:gd name="connsiteY0" fmla="*/ 70357 h 225229"/>
                <a:gd name="connsiteX1" fmla="*/ 0 w 565884"/>
                <a:gd name="connsiteY1" fmla="*/ 225229 h 225229"/>
                <a:gd name="connsiteX2" fmla="*/ 565884 w 565884"/>
                <a:gd name="connsiteY2" fmla="*/ 225229 h 225229"/>
                <a:gd name="connsiteX3" fmla="*/ 496023 w 565884"/>
                <a:gd name="connsiteY3" fmla="*/ 70357 h 225229"/>
                <a:gd name="connsiteX4" fmla="*/ 496023 w 565884"/>
                <a:gd name="connsiteY4" fmla="*/ 70357 h 225229"/>
                <a:gd name="connsiteX5" fmla="*/ 154872 w 565884"/>
                <a:gd name="connsiteY5" fmla="*/ 70357 h 22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84" h="225229">
                  <a:moveTo>
                    <a:pt x="154872" y="70357"/>
                  </a:moveTo>
                  <a:lnTo>
                    <a:pt x="0" y="225229"/>
                  </a:lnTo>
                  <a:lnTo>
                    <a:pt x="565884" y="225229"/>
                  </a:lnTo>
                  <a:cubicBezTo>
                    <a:pt x="562272" y="168711"/>
                    <a:pt x="538965" y="113299"/>
                    <a:pt x="496023" y="70357"/>
                  </a:cubicBezTo>
                  <a:lnTo>
                    <a:pt x="496023" y="70357"/>
                  </a:lnTo>
                  <a:cubicBezTo>
                    <a:pt x="402213" y="-23452"/>
                    <a:pt x="248681" y="-23452"/>
                    <a:pt x="154872" y="70357"/>
                  </a:cubicBezTo>
                  <a:close/>
                </a:path>
              </a:pathLst>
            </a:custGeom>
            <a:gradFill>
              <a:gsLst>
                <a:gs pos="29000">
                  <a:srgbClr val="FFFFFF"/>
                </a:gs>
                <a:gs pos="48000">
                  <a:srgbClr val="F8FBFE"/>
                </a:gs>
                <a:gs pos="73000">
                  <a:srgbClr val="E7F3FB"/>
                </a:gs>
                <a:gs pos="100000">
                  <a:srgbClr val="CEE6F7"/>
                </a:gs>
              </a:gsLst>
              <a:lin ang="2700000" scaled="1"/>
            </a:gra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0" name="Graphic 133">
            <a:extLst>
              <a:ext uri="{FF2B5EF4-FFF2-40B4-BE49-F238E27FC236}">
                <a16:creationId xmlns:a16="http://schemas.microsoft.com/office/drawing/2014/main" id="{B4BEE7AB-B91D-C94C-7E1A-D494851AEE9F}"/>
              </a:ext>
            </a:extLst>
          </p:cNvPr>
          <p:cNvGrpSpPr/>
          <p:nvPr userDrawn="1"/>
        </p:nvGrpSpPr>
        <p:grpSpPr>
          <a:xfrm>
            <a:off x="7658058" y="759261"/>
            <a:ext cx="747561" cy="1467873"/>
            <a:chOff x="7819347" y="302010"/>
            <a:chExt cx="1311783" cy="2575750"/>
          </a:xfrm>
          <a:noFill/>
        </p:grpSpPr>
        <p:sp>
          <p:nvSpPr>
            <p:cNvPr id="11" name="Freeform: Shape 232">
              <a:extLst>
                <a:ext uri="{FF2B5EF4-FFF2-40B4-BE49-F238E27FC236}">
                  <a16:creationId xmlns:a16="http://schemas.microsoft.com/office/drawing/2014/main" id="{38604E83-47FD-DB04-2B0A-67FCA4C4A0D1}"/>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 name="Freeform: Shape 233">
              <a:extLst>
                <a:ext uri="{FF2B5EF4-FFF2-40B4-BE49-F238E27FC236}">
                  <a16:creationId xmlns:a16="http://schemas.microsoft.com/office/drawing/2014/main" id="{7FB3C75C-B37A-1624-B359-BEABEF56228A}"/>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 name="Freeform: Shape 234">
              <a:extLst>
                <a:ext uri="{FF2B5EF4-FFF2-40B4-BE49-F238E27FC236}">
                  <a16:creationId xmlns:a16="http://schemas.microsoft.com/office/drawing/2014/main" id="{B64DC851-0CB1-2FC0-6D9E-A6C994B6C363}"/>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 name="Freeform: Shape 235">
              <a:extLst>
                <a:ext uri="{FF2B5EF4-FFF2-40B4-BE49-F238E27FC236}">
                  <a16:creationId xmlns:a16="http://schemas.microsoft.com/office/drawing/2014/main" id="{1964F791-9B01-2D26-E63D-DFEF0C312268}"/>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5" name="Freeform: Shape 236">
              <a:extLst>
                <a:ext uri="{FF2B5EF4-FFF2-40B4-BE49-F238E27FC236}">
                  <a16:creationId xmlns:a16="http://schemas.microsoft.com/office/drawing/2014/main" id="{0445BEF9-8E3B-0E5A-4259-C773FCD089F8}"/>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6" name="Freeform: Shape 265">
            <a:extLst>
              <a:ext uri="{FF2B5EF4-FFF2-40B4-BE49-F238E27FC236}">
                <a16:creationId xmlns:a16="http://schemas.microsoft.com/office/drawing/2014/main" id="{2F03B70E-BCC8-371E-B50D-0CC95543F614}"/>
              </a:ext>
            </a:extLst>
          </p:cNvPr>
          <p:cNvSpPr/>
          <p:nvPr userDrawn="1"/>
        </p:nvSpPr>
        <p:spPr>
          <a:xfrm>
            <a:off x="11119385" y="4173017"/>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 name="Freeform: Shape 269">
            <a:extLst>
              <a:ext uri="{FF2B5EF4-FFF2-40B4-BE49-F238E27FC236}">
                <a16:creationId xmlns:a16="http://schemas.microsoft.com/office/drawing/2014/main" id="{80F6D39B-570E-9875-60EC-9891587F9259}"/>
              </a:ext>
            </a:extLst>
          </p:cNvPr>
          <p:cNvSpPr/>
          <p:nvPr userDrawn="1"/>
        </p:nvSpPr>
        <p:spPr>
          <a:xfrm>
            <a:off x="4525077" y="5197695"/>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8" name="Freeform: Shape 285">
            <a:extLst>
              <a:ext uri="{FF2B5EF4-FFF2-40B4-BE49-F238E27FC236}">
                <a16:creationId xmlns:a16="http://schemas.microsoft.com/office/drawing/2014/main" id="{7B2FCAD8-7969-F18E-4DAC-84FDD9F5CE84}"/>
              </a:ext>
            </a:extLst>
          </p:cNvPr>
          <p:cNvSpPr/>
          <p:nvPr userDrawn="1"/>
        </p:nvSpPr>
        <p:spPr>
          <a:xfrm>
            <a:off x="8709950" y="5303803"/>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 name="Freeform: Shape 286">
            <a:extLst>
              <a:ext uri="{FF2B5EF4-FFF2-40B4-BE49-F238E27FC236}">
                <a16:creationId xmlns:a16="http://schemas.microsoft.com/office/drawing/2014/main" id="{DD39AA7D-9B8A-6690-D070-2D09DEFC61EB}"/>
              </a:ext>
            </a:extLst>
          </p:cNvPr>
          <p:cNvSpPr/>
          <p:nvPr userDrawn="1"/>
        </p:nvSpPr>
        <p:spPr>
          <a:xfrm>
            <a:off x="9116688" y="50100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20" name="Graphic 133">
            <a:extLst>
              <a:ext uri="{FF2B5EF4-FFF2-40B4-BE49-F238E27FC236}">
                <a16:creationId xmlns:a16="http://schemas.microsoft.com/office/drawing/2014/main" id="{A2EF7928-C182-135D-A558-06D96E147608}"/>
              </a:ext>
            </a:extLst>
          </p:cNvPr>
          <p:cNvGrpSpPr/>
          <p:nvPr userDrawn="1"/>
        </p:nvGrpSpPr>
        <p:grpSpPr>
          <a:xfrm rot="15300000">
            <a:off x="5392445" y="1828091"/>
            <a:ext cx="1311783" cy="2575750"/>
            <a:chOff x="7819347" y="302010"/>
            <a:chExt cx="1311783" cy="2575750"/>
          </a:xfrm>
          <a:noFill/>
        </p:grpSpPr>
        <p:sp>
          <p:nvSpPr>
            <p:cNvPr id="21" name="Freeform: Shape 288">
              <a:extLst>
                <a:ext uri="{FF2B5EF4-FFF2-40B4-BE49-F238E27FC236}">
                  <a16:creationId xmlns:a16="http://schemas.microsoft.com/office/drawing/2014/main" id="{003C2FFD-440C-56EC-49B7-51E942BC96EE}"/>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2" name="Freeform: Shape 289">
              <a:extLst>
                <a:ext uri="{FF2B5EF4-FFF2-40B4-BE49-F238E27FC236}">
                  <a16:creationId xmlns:a16="http://schemas.microsoft.com/office/drawing/2014/main" id="{07262D99-8B86-6578-6389-A831D2CA46E3}"/>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3" name="Freeform: Shape 290">
              <a:extLst>
                <a:ext uri="{FF2B5EF4-FFF2-40B4-BE49-F238E27FC236}">
                  <a16:creationId xmlns:a16="http://schemas.microsoft.com/office/drawing/2014/main" id="{D2224D43-572A-2EE7-9A55-C2885655687E}"/>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4" name="Freeform: Shape 291">
              <a:extLst>
                <a:ext uri="{FF2B5EF4-FFF2-40B4-BE49-F238E27FC236}">
                  <a16:creationId xmlns:a16="http://schemas.microsoft.com/office/drawing/2014/main" id="{229E9362-4EFF-DA88-F993-AB0EE1281C53}"/>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5" name="Freeform: Shape 292">
              <a:extLst>
                <a:ext uri="{FF2B5EF4-FFF2-40B4-BE49-F238E27FC236}">
                  <a16:creationId xmlns:a16="http://schemas.microsoft.com/office/drawing/2014/main" id="{3FA30CA0-19AF-2B6F-F877-FB24BB59DAE3}"/>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4">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26" name="Oval 25">
            <a:extLst>
              <a:ext uri="{FF2B5EF4-FFF2-40B4-BE49-F238E27FC236}">
                <a16:creationId xmlns:a16="http://schemas.microsoft.com/office/drawing/2014/main" id="{01CAD3C7-59F8-B68C-C495-AD3957A10B01}"/>
              </a:ext>
            </a:extLst>
          </p:cNvPr>
          <p:cNvSpPr/>
          <p:nvPr userDrawn="1"/>
        </p:nvSpPr>
        <p:spPr>
          <a:xfrm flipV="1">
            <a:off x="6354876" y="1852997"/>
            <a:ext cx="3152006" cy="3152006"/>
          </a:xfrm>
          <a:prstGeom prst="ellipse">
            <a:avLst/>
          </a:prstGeom>
          <a:solidFill>
            <a:schemeClr val="bg1"/>
          </a:solidFill>
          <a:ln w="508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7" name="Freeform: Shape 298">
            <a:extLst>
              <a:ext uri="{FF2B5EF4-FFF2-40B4-BE49-F238E27FC236}">
                <a16:creationId xmlns:a16="http://schemas.microsoft.com/office/drawing/2014/main" id="{24F08BBF-5489-11E0-C83A-B0740740CE19}"/>
              </a:ext>
            </a:extLst>
          </p:cNvPr>
          <p:cNvSpPr/>
          <p:nvPr userDrawn="1"/>
        </p:nvSpPr>
        <p:spPr>
          <a:xfrm>
            <a:off x="5893815" y="4685918"/>
            <a:ext cx="2921280" cy="1192670"/>
          </a:xfrm>
          <a:custGeom>
            <a:avLst/>
            <a:gdLst>
              <a:gd name="connsiteX0" fmla="*/ 2797989 w 3387980"/>
              <a:gd name="connsiteY0" fmla="*/ 793219 h 1383210"/>
              <a:gd name="connsiteX1" fmla="*/ 2614092 w 3387980"/>
              <a:gd name="connsiteY1" fmla="*/ 822614 h 1383210"/>
              <a:gd name="connsiteX2" fmla="*/ 1697357 w 3387980"/>
              <a:gd name="connsiteY2" fmla="*/ 0 h 1383210"/>
              <a:gd name="connsiteX3" fmla="*/ 798795 w 3387980"/>
              <a:gd name="connsiteY3" fmla="*/ 714810 h 1383210"/>
              <a:gd name="connsiteX4" fmla="*/ 668546 w 3387980"/>
              <a:gd name="connsiteY4" fmla="*/ 714665 h 1383210"/>
              <a:gd name="connsiteX5" fmla="*/ 0 w 3387980"/>
              <a:gd name="connsiteY5" fmla="*/ 1383211 h 1383210"/>
              <a:gd name="connsiteX6" fmla="*/ 3387981 w 3387980"/>
              <a:gd name="connsiteY6" fmla="*/ 1383211 h 1383210"/>
              <a:gd name="connsiteX7" fmla="*/ 2797989 w 3387980"/>
              <a:gd name="connsiteY7" fmla="*/ 793219 h 138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7980" h="1383210">
                <a:moveTo>
                  <a:pt x="2797989" y="793219"/>
                </a:moveTo>
                <a:cubicBezTo>
                  <a:pt x="2733770" y="793219"/>
                  <a:pt x="2671940" y="803573"/>
                  <a:pt x="2614092" y="822614"/>
                </a:cubicBezTo>
                <a:cubicBezTo>
                  <a:pt x="2564425" y="360192"/>
                  <a:pt x="2172956" y="0"/>
                  <a:pt x="1697357" y="0"/>
                </a:cubicBezTo>
                <a:cubicBezTo>
                  <a:pt x="1259406" y="0"/>
                  <a:pt x="892915" y="305385"/>
                  <a:pt x="798795" y="714810"/>
                </a:cubicBezTo>
                <a:lnTo>
                  <a:pt x="668546" y="714665"/>
                </a:lnTo>
                <a:cubicBezTo>
                  <a:pt x="299304" y="714737"/>
                  <a:pt x="0" y="1014041"/>
                  <a:pt x="0" y="1383211"/>
                </a:cubicBezTo>
                <a:lnTo>
                  <a:pt x="3387981" y="1383211"/>
                </a:lnTo>
                <a:cubicBezTo>
                  <a:pt x="3387981" y="1057336"/>
                  <a:pt x="3123864" y="793219"/>
                  <a:pt x="2797989" y="793219"/>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28" name="Graphic 27">
            <a:extLst>
              <a:ext uri="{FF2B5EF4-FFF2-40B4-BE49-F238E27FC236}">
                <a16:creationId xmlns:a16="http://schemas.microsoft.com/office/drawing/2014/main" id="{C6D14542-86AB-167E-459F-4E17E2D415AF}"/>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9628097" y="4685918"/>
            <a:ext cx="1086393" cy="1192670"/>
          </a:xfrm>
          <a:prstGeom prst="rect">
            <a:avLst/>
          </a:prstGeom>
        </p:spPr>
      </p:pic>
      <p:pic>
        <p:nvPicPr>
          <p:cNvPr id="29" name="Graphic 28">
            <a:extLst>
              <a:ext uri="{FF2B5EF4-FFF2-40B4-BE49-F238E27FC236}">
                <a16:creationId xmlns:a16="http://schemas.microsoft.com/office/drawing/2014/main" id="{601C021C-D9B4-DD2B-24B0-7099840AB26D}"/>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4294653" y="3999799"/>
            <a:ext cx="723502" cy="794279"/>
          </a:xfrm>
          <a:prstGeom prst="rect">
            <a:avLst/>
          </a:prstGeom>
        </p:spPr>
      </p:pic>
      <p:grpSp>
        <p:nvGrpSpPr>
          <p:cNvPr id="30" name="Group 29">
            <a:extLst>
              <a:ext uri="{FF2B5EF4-FFF2-40B4-BE49-F238E27FC236}">
                <a16:creationId xmlns:a16="http://schemas.microsoft.com/office/drawing/2014/main" id="{1B511978-950B-16D7-3A4E-F2EC8D1FE450}"/>
              </a:ext>
            </a:extLst>
          </p:cNvPr>
          <p:cNvGrpSpPr/>
          <p:nvPr userDrawn="1"/>
        </p:nvGrpSpPr>
        <p:grpSpPr>
          <a:xfrm>
            <a:off x="7089202" y="2587328"/>
            <a:ext cx="1683354" cy="1683344"/>
            <a:chOff x="7105553" y="2626080"/>
            <a:chExt cx="1683354" cy="1683344"/>
          </a:xfrm>
          <a:solidFill>
            <a:schemeClr val="accent4"/>
          </a:solidFill>
        </p:grpSpPr>
        <p:sp>
          <p:nvSpPr>
            <p:cNvPr id="31" name="Freeform: Shape 10">
              <a:extLst>
                <a:ext uri="{FF2B5EF4-FFF2-40B4-BE49-F238E27FC236}">
                  <a16:creationId xmlns:a16="http://schemas.microsoft.com/office/drawing/2014/main" id="{F34E6F00-4FFD-DBCB-645C-45987F2319BA}"/>
                </a:ext>
              </a:extLst>
            </p:cNvPr>
            <p:cNvSpPr/>
            <p:nvPr/>
          </p:nvSpPr>
          <p:spPr>
            <a:xfrm>
              <a:off x="7105553" y="2626080"/>
              <a:ext cx="1683354" cy="356489"/>
            </a:xfrm>
            <a:custGeom>
              <a:avLst/>
              <a:gdLst>
                <a:gd name="connsiteX0" fmla="*/ 1731520 w 1778318"/>
                <a:gd name="connsiteY0" fmla="*/ 46798 h 374382"/>
                <a:gd name="connsiteX1" fmla="*/ 1731520 w 1778318"/>
                <a:gd name="connsiteY1" fmla="*/ 327585 h 374382"/>
                <a:gd name="connsiteX2" fmla="*/ 46798 w 1778318"/>
                <a:gd name="connsiteY2" fmla="*/ 327585 h 374382"/>
                <a:gd name="connsiteX3" fmla="*/ 46798 w 1778318"/>
                <a:gd name="connsiteY3" fmla="*/ 46798 h 374382"/>
                <a:gd name="connsiteX4" fmla="*/ 1731520 w 1778318"/>
                <a:gd name="connsiteY4" fmla="*/ 46798 h 374382"/>
                <a:gd name="connsiteX5" fmla="*/ 1778318 w 1778318"/>
                <a:gd name="connsiteY5" fmla="*/ 0 h 374382"/>
                <a:gd name="connsiteX6" fmla="*/ 0 w 1778318"/>
                <a:gd name="connsiteY6" fmla="*/ 0 h 374382"/>
                <a:gd name="connsiteX7" fmla="*/ 0 w 1778318"/>
                <a:gd name="connsiteY7" fmla="*/ 374383 h 374382"/>
                <a:gd name="connsiteX8" fmla="*/ 1778318 w 1778318"/>
                <a:gd name="connsiteY8" fmla="*/ 374383 h 374382"/>
                <a:gd name="connsiteX9" fmla="*/ 1778318 w 1778318"/>
                <a:gd name="connsiteY9" fmla="*/ 0 h 374382"/>
                <a:gd name="connsiteX10" fmla="*/ 1778318 w 1778318"/>
                <a:gd name="connsiteY10" fmla="*/ 0 h 37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78318" h="374382">
                  <a:moveTo>
                    <a:pt x="1731520" y="46798"/>
                  </a:moveTo>
                  <a:lnTo>
                    <a:pt x="1731520" y="327585"/>
                  </a:lnTo>
                  <a:lnTo>
                    <a:pt x="46798" y="327585"/>
                  </a:lnTo>
                  <a:lnTo>
                    <a:pt x="46798" y="46798"/>
                  </a:lnTo>
                  <a:lnTo>
                    <a:pt x="1731520" y="46798"/>
                  </a:lnTo>
                  <a:moveTo>
                    <a:pt x="1778318" y="0"/>
                  </a:moveTo>
                  <a:lnTo>
                    <a:pt x="0" y="0"/>
                  </a:lnTo>
                  <a:lnTo>
                    <a:pt x="0" y="374383"/>
                  </a:lnTo>
                  <a:lnTo>
                    <a:pt x="1778318" y="374383"/>
                  </a:lnTo>
                  <a:lnTo>
                    <a:pt x="1778318" y="0"/>
                  </a:lnTo>
                  <a:lnTo>
                    <a:pt x="1778318" y="0"/>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2" name="Freeform: Shape 25">
              <a:extLst>
                <a:ext uri="{FF2B5EF4-FFF2-40B4-BE49-F238E27FC236}">
                  <a16:creationId xmlns:a16="http://schemas.microsoft.com/office/drawing/2014/main" id="{5E5D2E21-4E14-53AA-F03F-C93C4068E3F5}"/>
                </a:ext>
              </a:extLst>
            </p:cNvPr>
            <p:cNvSpPr/>
            <p:nvPr/>
          </p:nvSpPr>
          <p:spPr>
            <a:xfrm>
              <a:off x="7105553" y="3069553"/>
              <a:ext cx="1683354" cy="356489"/>
            </a:xfrm>
            <a:custGeom>
              <a:avLst/>
              <a:gdLst>
                <a:gd name="connsiteX0" fmla="*/ 1731520 w 1778318"/>
                <a:gd name="connsiteY0" fmla="*/ 46798 h 374382"/>
                <a:gd name="connsiteX1" fmla="*/ 1731520 w 1778318"/>
                <a:gd name="connsiteY1" fmla="*/ 327585 h 374382"/>
                <a:gd name="connsiteX2" fmla="*/ 46798 w 1778318"/>
                <a:gd name="connsiteY2" fmla="*/ 327585 h 374382"/>
                <a:gd name="connsiteX3" fmla="*/ 46798 w 1778318"/>
                <a:gd name="connsiteY3" fmla="*/ 46798 h 374382"/>
                <a:gd name="connsiteX4" fmla="*/ 1731520 w 1778318"/>
                <a:gd name="connsiteY4" fmla="*/ 46798 h 374382"/>
                <a:gd name="connsiteX5" fmla="*/ 1778318 w 1778318"/>
                <a:gd name="connsiteY5" fmla="*/ 0 h 374382"/>
                <a:gd name="connsiteX6" fmla="*/ 0 w 1778318"/>
                <a:gd name="connsiteY6" fmla="*/ 0 h 374382"/>
                <a:gd name="connsiteX7" fmla="*/ 0 w 1778318"/>
                <a:gd name="connsiteY7" fmla="*/ 374383 h 374382"/>
                <a:gd name="connsiteX8" fmla="*/ 1778318 w 1778318"/>
                <a:gd name="connsiteY8" fmla="*/ 374383 h 374382"/>
                <a:gd name="connsiteX9" fmla="*/ 1778318 w 1778318"/>
                <a:gd name="connsiteY9" fmla="*/ 0 h 374382"/>
                <a:gd name="connsiteX10" fmla="*/ 1778318 w 1778318"/>
                <a:gd name="connsiteY10" fmla="*/ 0 h 37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78318" h="374382">
                  <a:moveTo>
                    <a:pt x="1731520" y="46798"/>
                  </a:moveTo>
                  <a:lnTo>
                    <a:pt x="1731520" y="327585"/>
                  </a:lnTo>
                  <a:lnTo>
                    <a:pt x="46798" y="327585"/>
                  </a:lnTo>
                  <a:lnTo>
                    <a:pt x="46798" y="46798"/>
                  </a:lnTo>
                  <a:lnTo>
                    <a:pt x="1731520" y="46798"/>
                  </a:lnTo>
                  <a:moveTo>
                    <a:pt x="1778318" y="0"/>
                  </a:moveTo>
                  <a:lnTo>
                    <a:pt x="0" y="0"/>
                  </a:lnTo>
                  <a:lnTo>
                    <a:pt x="0" y="374383"/>
                  </a:lnTo>
                  <a:lnTo>
                    <a:pt x="1778318" y="374383"/>
                  </a:lnTo>
                  <a:lnTo>
                    <a:pt x="1778318" y="0"/>
                  </a:lnTo>
                  <a:lnTo>
                    <a:pt x="1778318" y="0"/>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3" name="Freeform: Shape 28">
              <a:extLst>
                <a:ext uri="{FF2B5EF4-FFF2-40B4-BE49-F238E27FC236}">
                  <a16:creationId xmlns:a16="http://schemas.microsoft.com/office/drawing/2014/main" id="{6A5837EA-A123-CAC5-F31B-AC79BA95A12E}"/>
                </a:ext>
              </a:extLst>
            </p:cNvPr>
            <p:cNvSpPr/>
            <p:nvPr/>
          </p:nvSpPr>
          <p:spPr>
            <a:xfrm>
              <a:off x="7105553" y="3509105"/>
              <a:ext cx="1683354" cy="356489"/>
            </a:xfrm>
            <a:custGeom>
              <a:avLst/>
              <a:gdLst>
                <a:gd name="connsiteX0" fmla="*/ 1731520 w 1778318"/>
                <a:gd name="connsiteY0" fmla="*/ 46798 h 374382"/>
                <a:gd name="connsiteX1" fmla="*/ 1731520 w 1778318"/>
                <a:gd name="connsiteY1" fmla="*/ 327585 h 374382"/>
                <a:gd name="connsiteX2" fmla="*/ 46798 w 1778318"/>
                <a:gd name="connsiteY2" fmla="*/ 327585 h 374382"/>
                <a:gd name="connsiteX3" fmla="*/ 46798 w 1778318"/>
                <a:gd name="connsiteY3" fmla="*/ 46798 h 374382"/>
                <a:gd name="connsiteX4" fmla="*/ 1731520 w 1778318"/>
                <a:gd name="connsiteY4" fmla="*/ 46798 h 374382"/>
                <a:gd name="connsiteX5" fmla="*/ 1778318 w 1778318"/>
                <a:gd name="connsiteY5" fmla="*/ 0 h 374382"/>
                <a:gd name="connsiteX6" fmla="*/ 0 w 1778318"/>
                <a:gd name="connsiteY6" fmla="*/ 0 h 374382"/>
                <a:gd name="connsiteX7" fmla="*/ 0 w 1778318"/>
                <a:gd name="connsiteY7" fmla="*/ 374383 h 374382"/>
                <a:gd name="connsiteX8" fmla="*/ 1778318 w 1778318"/>
                <a:gd name="connsiteY8" fmla="*/ 374383 h 374382"/>
                <a:gd name="connsiteX9" fmla="*/ 1778318 w 1778318"/>
                <a:gd name="connsiteY9" fmla="*/ 0 h 374382"/>
                <a:gd name="connsiteX10" fmla="*/ 1778318 w 1778318"/>
                <a:gd name="connsiteY10" fmla="*/ 0 h 37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78318" h="374382">
                  <a:moveTo>
                    <a:pt x="1731520" y="46798"/>
                  </a:moveTo>
                  <a:lnTo>
                    <a:pt x="1731520" y="327585"/>
                  </a:lnTo>
                  <a:lnTo>
                    <a:pt x="46798" y="327585"/>
                  </a:lnTo>
                  <a:lnTo>
                    <a:pt x="46798" y="46798"/>
                  </a:lnTo>
                  <a:lnTo>
                    <a:pt x="1731520" y="46798"/>
                  </a:lnTo>
                  <a:moveTo>
                    <a:pt x="1778318" y="0"/>
                  </a:moveTo>
                  <a:lnTo>
                    <a:pt x="0" y="0"/>
                  </a:lnTo>
                  <a:lnTo>
                    <a:pt x="0" y="374383"/>
                  </a:lnTo>
                  <a:lnTo>
                    <a:pt x="1778318" y="374383"/>
                  </a:lnTo>
                  <a:lnTo>
                    <a:pt x="1778318" y="0"/>
                  </a:lnTo>
                  <a:lnTo>
                    <a:pt x="1778318" y="0"/>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4" name="Freeform: Shape 31">
              <a:extLst>
                <a:ext uri="{FF2B5EF4-FFF2-40B4-BE49-F238E27FC236}">
                  <a16:creationId xmlns:a16="http://schemas.microsoft.com/office/drawing/2014/main" id="{168098EF-E54C-DA1C-76EB-5B2CF15679A8}"/>
                </a:ext>
              </a:extLst>
            </p:cNvPr>
            <p:cNvSpPr/>
            <p:nvPr/>
          </p:nvSpPr>
          <p:spPr>
            <a:xfrm>
              <a:off x="7105553" y="3952578"/>
              <a:ext cx="1683354" cy="356846"/>
            </a:xfrm>
            <a:custGeom>
              <a:avLst/>
              <a:gdLst>
                <a:gd name="connsiteX0" fmla="*/ 1731520 w 1778318"/>
                <a:gd name="connsiteY0" fmla="*/ 46798 h 374757"/>
                <a:gd name="connsiteX1" fmla="*/ 1731520 w 1778318"/>
                <a:gd name="connsiteY1" fmla="*/ 327959 h 374757"/>
                <a:gd name="connsiteX2" fmla="*/ 46798 w 1778318"/>
                <a:gd name="connsiteY2" fmla="*/ 327959 h 374757"/>
                <a:gd name="connsiteX3" fmla="*/ 46798 w 1778318"/>
                <a:gd name="connsiteY3" fmla="*/ 46798 h 374757"/>
                <a:gd name="connsiteX4" fmla="*/ 1731520 w 1778318"/>
                <a:gd name="connsiteY4" fmla="*/ 46798 h 374757"/>
                <a:gd name="connsiteX5" fmla="*/ 1778318 w 1778318"/>
                <a:gd name="connsiteY5" fmla="*/ 0 h 374757"/>
                <a:gd name="connsiteX6" fmla="*/ 0 w 1778318"/>
                <a:gd name="connsiteY6" fmla="*/ 0 h 374757"/>
                <a:gd name="connsiteX7" fmla="*/ 0 w 1778318"/>
                <a:gd name="connsiteY7" fmla="*/ 374757 h 374757"/>
                <a:gd name="connsiteX8" fmla="*/ 1778318 w 1778318"/>
                <a:gd name="connsiteY8" fmla="*/ 374757 h 374757"/>
                <a:gd name="connsiteX9" fmla="*/ 1778318 w 1778318"/>
                <a:gd name="connsiteY9" fmla="*/ 0 h 374757"/>
                <a:gd name="connsiteX10" fmla="*/ 1778318 w 1778318"/>
                <a:gd name="connsiteY10" fmla="*/ 0 h 374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78318" h="374757">
                  <a:moveTo>
                    <a:pt x="1731520" y="46798"/>
                  </a:moveTo>
                  <a:lnTo>
                    <a:pt x="1731520" y="327959"/>
                  </a:lnTo>
                  <a:lnTo>
                    <a:pt x="46798" y="327959"/>
                  </a:lnTo>
                  <a:lnTo>
                    <a:pt x="46798" y="46798"/>
                  </a:lnTo>
                  <a:lnTo>
                    <a:pt x="1731520" y="46798"/>
                  </a:lnTo>
                  <a:moveTo>
                    <a:pt x="1778318" y="0"/>
                  </a:moveTo>
                  <a:lnTo>
                    <a:pt x="0" y="0"/>
                  </a:lnTo>
                  <a:lnTo>
                    <a:pt x="0" y="374757"/>
                  </a:lnTo>
                  <a:lnTo>
                    <a:pt x="1778318" y="374757"/>
                  </a:lnTo>
                  <a:lnTo>
                    <a:pt x="1778318" y="0"/>
                  </a:lnTo>
                  <a:lnTo>
                    <a:pt x="1778318" y="0"/>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35" name="Group 34">
              <a:extLst>
                <a:ext uri="{FF2B5EF4-FFF2-40B4-BE49-F238E27FC236}">
                  <a16:creationId xmlns:a16="http://schemas.microsoft.com/office/drawing/2014/main" id="{9E348A19-838D-E674-DB99-5BF85C10D892}"/>
                </a:ext>
              </a:extLst>
            </p:cNvPr>
            <p:cNvGrpSpPr/>
            <p:nvPr/>
          </p:nvGrpSpPr>
          <p:grpSpPr>
            <a:xfrm>
              <a:off x="7240575" y="2737839"/>
              <a:ext cx="1407461" cy="1459825"/>
              <a:chOff x="7240575" y="2737839"/>
              <a:chExt cx="1407461" cy="1459825"/>
            </a:xfrm>
            <a:grpFill/>
          </p:grpSpPr>
          <p:grpSp>
            <p:nvGrpSpPr>
              <p:cNvPr id="36" name="Graphic 388">
                <a:extLst>
                  <a:ext uri="{FF2B5EF4-FFF2-40B4-BE49-F238E27FC236}">
                    <a16:creationId xmlns:a16="http://schemas.microsoft.com/office/drawing/2014/main" id="{365E5863-7D32-E222-4A6C-73A5FDD7894D}"/>
                  </a:ext>
                </a:extLst>
              </p:cNvPr>
              <p:cNvGrpSpPr/>
              <p:nvPr/>
            </p:nvGrpSpPr>
            <p:grpSpPr>
              <a:xfrm>
                <a:off x="7240575" y="2737839"/>
                <a:ext cx="666430" cy="132970"/>
                <a:chOff x="9266953" y="746332"/>
                <a:chExt cx="704026" cy="139644"/>
              </a:xfrm>
              <a:grpFill/>
            </p:grpSpPr>
            <p:sp>
              <p:nvSpPr>
                <p:cNvPr id="133" name="Freeform: Shape 58">
                  <a:extLst>
                    <a:ext uri="{FF2B5EF4-FFF2-40B4-BE49-F238E27FC236}">
                      <a16:creationId xmlns:a16="http://schemas.microsoft.com/office/drawing/2014/main" id="{AC7E6249-51DA-DE4C-7CF8-426D692BDF3C}"/>
                    </a:ext>
                  </a:extLst>
                </p:cNvPr>
                <p:cNvSpPr/>
                <p:nvPr/>
              </p:nvSpPr>
              <p:spPr>
                <a:xfrm>
                  <a:off x="9266953" y="746332"/>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4" name="Freeform: Shape 59">
                  <a:extLst>
                    <a:ext uri="{FF2B5EF4-FFF2-40B4-BE49-F238E27FC236}">
                      <a16:creationId xmlns:a16="http://schemas.microsoft.com/office/drawing/2014/main" id="{4F60BE10-3A08-3D45-EC60-F009C2C1356D}"/>
                    </a:ext>
                  </a:extLst>
                </p:cNvPr>
                <p:cNvSpPr/>
                <p:nvPr/>
              </p:nvSpPr>
              <p:spPr>
                <a:xfrm>
                  <a:off x="9360923" y="746332"/>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5" name="Freeform: Shape 60">
                  <a:extLst>
                    <a:ext uri="{FF2B5EF4-FFF2-40B4-BE49-F238E27FC236}">
                      <a16:creationId xmlns:a16="http://schemas.microsoft.com/office/drawing/2014/main" id="{622651E1-F094-96BA-5808-0BFFDFF1E3B9}"/>
                    </a:ext>
                  </a:extLst>
                </p:cNvPr>
                <p:cNvSpPr/>
                <p:nvPr/>
              </p:nvSpPr>
              <p:spPr>
                <a:xfrm>
                  <a:off x="9454706" y="746332"/>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6" name="Freeform: Shape 61">
                  <a:extLst>
                    <a:ext uri="{FF2B5EF4-FFF2-40B4-BE49-F238E27FC236}">
                      <a16:creationId xmlns:a16="http://schemas.microsoft.com/office/drawing/2014/main" id="{56E4C1DC-6A31-B047-1D49-561B5E404528}"/>
                    </a:ext>
                  </a:extLst>
                </p:cNvPr>
                <p:cNvSpPr/>
                <p:nvPr/>
              </p:nvSpPr>
              <p:spPr>
                <a:xfrm>
                  <a:off x="9548676" y="746332"/>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7" name="Freeform: Shape 62">
                  <a:extLst>
                    <a:ext uri="{FF2B5EF4-FFF2-40B4-BE49-F238E27FC236}">
                      <a16:creationId xmlns:a16="http://schemas.microsoft.com/office/drawing/2014/main" id="{78CE3795-D9C5-E885-D876-81DDBBACE619}"/>
                    </a:ext>
                  </a:extLst>
                </p:cNvPr>
                <p:cNvSpPr/>
                <p:nvPr/>
              </p:nvSpPr>
              <p:spPr>
                <a:xfrm>
                  <a:off x="9642646" y="746332"/>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8" name="Freeform: Shape 127">
                  <a:extLst>
                    <a:ext uri="{FF2B5EF4-FFF2-40B4-BE49-F238E27FC236}">
                      <a16:creationId xmlns:a16="http://schemas.microsoft.com/office/drawing/2014/main" id="{5E4D1691-71AD-E3A8-3EC7-D4EA5634AABF}"/>
                    </a:ext>
                  </a:extLst>
                </p:cNvPr>
                <p:cNvSpPr/>
                <p:nvPr/>
              </p:nvSpPr>
              <p:spPr>
                <a:xfrm>
                  <a:off x="9736429" y="746332"/>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9" name="Freeform: Shape 128">
                  <a:extLst>
                    <a:ext uri="{FF2B5EF4-FFF2-40B4-BE49-F238E27FC236}">
                      <a16:creationId xmlns:a16="http://schemas.microsoft.com/office/drawing/2014/main" id="{17D160F0-9A37-1746-CE37-C9A37BF28EFB}"/>
                    </a:ext>
                  </a:extLst>
                </p:cNvPr>
                <p:cNvSpPr/>
                <p:nvPr/>
              </p:nvSpPr>
              <p:spPr>
                <a:xfrm>
                  <a:off x="9830399" y="746332"/>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0" name="Freeform: Shape 129">
                  <a:extLst>
                    <a:ext uri="{FF2B5EF4-FFF2-40B4-BE49-F238E27FC236}">
                      <a16:creationId xmlns:a16="http://schemas.microsoft.com/office/drawing/2014/main" id="{E01BA535-07C9-6725-3026-477BAB7733B4}"/>
                    </a:ext>
                  </a:extLst>
                </p:cNvPr>
                <p:cNvSpPr/>
                <p:nvPr/>
              </p:nvSpPr>
              <p:spPr>
                <a:xfrm>
                  <a:off x="9924182" y="746332"/>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37" name="Freeform: Shape 24">
                <a:extLst>
                  <a:ext uri="{FF2B5EF4-FFF2-40B4-BE49-F238E27FC236}">
                    <a16:creationId xmlns:a16="http://schemas.microsoft.com/office/drawing/2014/main" id="{66905CB3-5418-587E-8177-9A11B1B5C90C}"/>
                  </a:ext>
                </a:extLst>
              </p:cNvPr>
              <p:cNvSpPr/>
              <p:nvPr/>
            </p:nvSpPr>
            <p:spPr>
              <a:xfrm>
                <a:off x="8559439" y="2760654"/>
                <a:ext cx="88597" cy="89122"/>
              </a:xfrm>
              <a:custGeom>
                <a:avLst/>
                <a:gdLst>
                  <a:gd name="connsiteX0" fmla="*/ 93596 w 93595"/>
                  <a:gd name="connsiteY0" fmla="*/ 46798 h 93595"/>
                  <a:gd name="connsiteX1" fmla="*/ 46798 w 93595"/>
                  <a:gd name="connsiteY1" fmla="*/ 93596 h 93595"/>
                  <a:gd name="connsiteX2" fmla="*/ 0 w 93595"/>
                  <a:gd name="connsiteY2" fmla="*/ 46798 h 93595"/>
                  <a:gd name="connsiteX3" fmla="*/ 46798 w 93595"/>
                  <a:gd name="connsiteY3" fmla="*/ 0 h 93595"/>
                  <a:gd name="connsiteX4" fmla="*/ 93596 w 93595"/>
                  <a:gd name="connsiteY4" fmla="*/ 46798 h 93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95" h="93595">
                    <a:moveTo>
                      <a:pt x="93596" y="46798"/>
                    </a:moveTo>
                    <a:cubicBezTo>
                      <a:pt x="93596" y="72644"/>
                      <a:pt x="72644" y="93596"/>
                      <a:pt x="46798" y="93596"/>
                    </a:cubicBezTo>
                    <a:cubicBezTo>
                      <a:pt x="20952" y="93596"/>
                      <a:pt x="0" y="72644"/>
                      <a:pt x="0" y="46798"/>
                    </a:cubicBezTo>
                    <a:cubicBezTo>
                      <a:pt x="0" y="20952"/>
                      <a:pt x="20952" y="0"/>
                      <a:pt x="46798" y="0"/>
                    </a:cubicBezTo>
                    <a:cubicBezTo>
                      <a:pt x="72644" y="0"/>
                      <a:pt x="93596" y="20952"/>
                      <a:pt x="93596" y="46798"/>
                    </a:cubicBez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38" name="Graphic 388">
                <a:extLst>
                  <a:ext uri="{FF2B5EF4-FFF2-40B4-BE49-F238E27FC236}">
                    <a16:creationId xmlns:a16="http://schemas.microsoft.com/office/drawing/2014/main" id="{B90D5C81-82E3-D766-2A7B-FBF535D0D843}"/>
                  </a:ext>
                </a:extLst>
              </p:cNvPr>
              <p:cNvGrpSpPr/>
              <p:nvPr/>
            </p:nvGrpSpPr>
            <p:grpSpPr>
              <a:xfrm>
                <a:off x="7240575" y="3181313"/>
                <a:ext cx="666430" cy="132970"/>
                <a:chOff x="9266953" y="1212065"/>
                <a:chExt cx="704026" cy="139644"/>
              </a:xfrm>
              <a:grpFill/>
            </p:grpSpPr>
            <p:sp>
              <p:nvSpPr>
                <p:cNvPr id="60" name="Freeform: Shape 50">
                  <a:extLst>
                    <a:ext uri="{FF2B5EF4-FFF2-40B4-BE49-F238E27FC236}">
                      <a16:creationId xmlns:a16="http://schemas.microsoft.com/office/drawing/2014/main" id="{E2F0790C-7B2F-5F19-1677-317081BC015A}"/>
                    </a:ext>
                  </a:extLst>
                </p:cNvPr>
                <p:cNvSpPr/>
                <p:nvPr/>
              </p:nvSpPr>
              <p:spPr>
                <a:xfrm>
                  <a:off x="9266953" y="1212065"/>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1" name="Freeform: Shape 51">
                  <a:extLst>
                    <a:ext uri="{FF2B5EF4-FFF2-40B4-BE49-F238E27FC236}">
                      <a16:creationId xmlns:a16="http://schemas.microsoft.com/office/drawing/2014/main" id="{C6B919EC-CC12-3BEF-CFA3-78513F024007}"/>
                    </a:ext>
                  </a:extLst>
                </p:cNvPr>
                <p:cNvSpPr/>
                <p:nvPr/>
              </p:nvSpPr>
              <p:spPr>
                <a:xfrm>
                  <a:off x="9360923" y="1212065"/>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2" name="Freeform: Shape 52">
                  <a:extLst>
                    <a:ext uri="{FF2B5EF4-FFF2-40B4-BE49-F238E27FC236}">
                      <a16:creationId xmlns:a16="http://schemas.microsoft.com/office/drawing/2014/main" id="{F976652A-485D-FCAA-1076-35B2547D993F}"/>
                    </a:ext>
                  </a:extLst>
                </p:cNvPr>
                <p:cNvSpPr/>
                <p:nvPr/>
              </p:nvSpPr>
              <p:spPr>
                <a:xfrm>
                  <a:off x="9454706" y="1212065"/>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3" name="Freeform: Shape 53">
                  <a:extLst>
                    <a:ext uri="{FF2B5EF4-FFF2-40B4-BE49-F238E27FC236}">
                      <a16:creationId xmlns:a16="http://schemas.microsoft.com/office/drawing/2014/main" id="{BFB82F21-DA65-648B-F344-D0321D123E3C}"/>
                    </a:ext>
                  </a:extLst>
                </p:cNvPr>
                <p:cNvSpPr/>
                <p:nvPr/>
              </p:nvSpPr>
              <p:spPr>
                <a:xfrm>
                  <a:off x="9548676" y="1212065"/>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9" name="Freeform: Shape 54">
                  <a:extLst>
                    <a:ext uri="{FF2B5EF4-FFF2-40B4-BE49-F238E27FC236}">
                      <a16:creationId xmlns:a16="http://schemas.microsoft.com/office/drawing/2014/main" id="{0D41E4B6-8CE6-CEDA-BE70-C7776588158B}"/>
                    </a:ext>
                  </a:extLst>
                </p:cNvPr>
                <p:cNvSpPr/>
                <p:nvPr/>
              </p:nvSpPr>
              <p:spPr>
                <a:xfrm>
                  <a:off x="9642646" y="1212065"/>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0" name="Freeform: Shape 55">
                  <a:extLst>
                    <a:ext uri="{FF2B5EF4-FFF2-40B4-BE49-F238E27FC236}">
                      <a16:creationId xmlns:a16="http://schemas.microsoft.com/office/drawing/2014/main" id="{A56AFAE4-4B54-0AF5-D3EA-CBFF0FCF839D}"/>
                    </a:ext>
                  </a:extLst>
                </p:cNvPr>
                <p:cNvSpPr/>
                <p:nvPr/>
              </p:nvSpPr>
              <p:spPr>
                <a:xfrm>
                  <a:off x="9736429" y="1212065"/>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1" name="Freeform: Shape 56">
                  <a:extLst>
                    <a:ext uri="{FF2B5EF4-FFF2-40B4-BE49-F238E27FC236}">
                      <a16:creationId xmlns:a16="http://schemas.microsoft.com/office/drawing/2014/main" id="{541C4B87-935B-136A-E4E4-815BBA8A7CE3}"/>
                    </a:ext>
                  </a:extLst>
                </p:cNvPr>
                <p:cNvSpPr/>
                <p:nvPr/>
              </p:nvSpPr>
              <p:spPr>
                <a:xfrm>
                  <a:off x="9830399" y="1212065"/>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2" name="Freeform: Shape 57">
                  <a:extLst>
                    <a:ext uri="{FF2B5EF4-FFF2-40B4-BE49-F238E27FC236}">
                      <a16:creationId xmlns:a16="http://schemas.microsoft.com/office/drawing/2014/main" id="{801A52A7-4036-9673-A8F4-E7F4E169CBCF}"/>
                    </a:ext>
                  </a:extLst>
                </p:cNvPr>
                <p:cNvSpPr/>
                <p:nvPr/>
              </p:nvSpPr>
              <p:spPr>
                <a:xfrm>
                  <a:off x="9924182" y="1212065"/>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39" name="Freeform: Shape 27">
                <a:extLst>
                  <a:ext uri="{FF2B5EF4-FFF2-40B4-BE49-F238E27FC236}">
                    <a16:creationId xmlns:a16="http://schemas.microsoft.com/office/drawing/2014/main" id="{AEEA00F0-DCF4-9EFF-376D-F92F7AA728EE}"/>
                  </a:ext>
                </a:extLst>
              </p:cNvPr>
              <p:cNvSpPr/>
              <p:nvPr/>
            </p:nvSpPr>
            <p:spPr>
              <a:xfrm>
                <a:off x="8559439" y="3203414"/>
                <a:ext cx="88597" cy="88766"/>
              </a:xfrm>
              <a:custGeom>
                <a:avLst/>
                <a:gdLst>
                  <a:gd name="connsiteX0" fmla="*/ 93596 w 93595"/>
                  <a:gd name="connsiteY0" fmla="*/ 46611 h 93221"/>
                  <a:gd name="connsiteX1" fmla="*/ 46798 w 93595"/>
                  <a:gd name="connsiteY1" fmla="*/ 93221 h 93221"/>
                  <a:gd name="connsiteX2" fmla="*/ 0 w 93595"/>
                  <a:gd name="connsiteY2" fmla="*/ 46611 h 93221"/>
                  <a:gd name="connsiteX3" fmla="*/ 46798 w 93595"/>
                  <a:gd name="connsiteY3" fmla="*/ 0 h 93221"/>
                  <a:gd name="connsiteX4" fmla="*/ 93596 w 93595"/>
                  <a:gd name="connsiteY4" fmla="*/ 46611 h 93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95" h="93221">
                    <a:moveTo>
                      <a:pt x="93596" y="46611"/>
                    </a:moveTo>
                    <a:cubicBezTo>
                      <a:pt x="93596" y="72353"/>
                      <a:pt x="72644" y="93221"/>
                      <a:pt x="46798" y="93221"/>
                    </a:cubicBezTo>
                    <a:cubicBezTo>
                      <a:pt x="20952" y="93221"/>
                      <a:pt x="0" y="72353"/>
                      <a:pt x="0" y="46611"/>
                    </a:cubicBezTo>
                    <a:cubicBezTo>
                      <a:pt x="0" y="20868"/>
                      <a:pt x="20952" y="0"/>
                      <a:pt x="46798" y="0"/>
                    </a:cubicBezTo>
                    <a:cubicBezTo>
                      <a:pt x="72644" y="0"/>
                      <a:pt x="93596" y="20868"/>
                      <a:pt x="93596" y="46611"/>
                    </a:cubicBez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40" name="Graphic 388">
                <a:extLst>
                  <a:ext uri="{FF2B5EF4-FFF2-40B4-BE49-F238E27FC236}">
                    <a16:creationId xmlns:a16="http://schemas.microsoft.com/office/drawing/2014/main" id="{288A17ED-063D-3D07-89F1-AA16B169913B}"/>
                  </a:ext>
                </a:extLst>
              </p:cNvPr>
              <p:cNvGrpSpPr/>
              <p:nvPr/>
            </p:nvGrpSpPr>
            <p:grpSpPr>
              <a:xfrm>
                <a:off x="7240575" y="3620864"/>
                <a:ext cx="666430" cy="132970"/>
                <a:chOff x="9266953" y="1673679"/>
                <a:chExt cx="704026" cy="139644"/>
              </a:xfrm>
              <a:grpFill/>
            </p:grpSpPr>
            <p:sp>
              <p:nvSpPr>
                <p:cNvPr id="52" name="Freeform: Shape 42">
                  <a:extLst>
                    <a:ext uri="{FF2B5EF4-FFF2-40B4-BE49-F238E27FC236}">
                      <a16:creationId xmlns:a16="http://schemas.microsoft.com/office/drawing/2014/main" id="{235D0E81-84C5-222F-E33E-F14F53AE3F14}"/>
                    </a:ext>
                  </a:extLst>
                </p:cNvPr>
                <p:cNvSpPr/>
                <p:nvPr/>
              </p:nvSpPr>
              <p:spPr>
                <a:xfrm>
                  <a:off x="9266953" y="1673679"/>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3" name="Freeform: Shape 43">
                  <a:extLst>
                    <a:ext uri="{FF2B5EF4-FFF2-40B4-BE49-F238E27FC236}">
                      <a16:creationId xmlns:a16="http://schemas.microsoft.com/office/drawing/2014/main" id="{5B917BA6-D5D0-1775-9CE5-0451D086805D}"/>
                    </a:ext>
                  </a:extLst>
                </p:cNvPr>
                <p:cNvSpPr/>
                <p:nvPr/>
              </p:nvSpPr>
              <p:spPr>
                <a:xfrm>
                  <a:off x="9360923" y="1673679"/>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4" name="Freeform: Shape 44">
                  <a:extLst>
                    <a:ext uri="{FF2B5EF4-FFF2-40B4-BE49-F238E27FC236}">
                      <a16:creationId xmlns:a16="http://schemas.microsoft.com/office/drawing/2014/main" id="{A0FDCEFF-168D-6B49-8962-64A4672F8C42}"/>
                    </a:ext>
                  </a:extLst>
                </p:cNvPr>
                <p:cNvSpPr/>
                <p:nvPr/>
              </p:nvSpPr>
              <p:spPr>
                <a:xfrm>
                  <a:off x="9454706" y="1673679"/>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5" name="Freeform: Shape 45">
                  <a:extLst>
                    <a:ext uri="{FF2B5EF4-FFF2-40B4-BE49-F238E27FC236}">
                      <a16:creationId xmlns:a16="http://schemas.microsoft.com/office/drawing/2014/main" id="{D719AC36-D4F6-6849-5E29-BE48302A6BDB}"/>
                    </a:ext>
                  </a:extLst>
                </p:cNvPr>
                <p:cNvSpPr/>
                <p:nvPr/>
              </p:nvSpPr>
              <p:spPr>
                <a:xfrm>
                  <a:off x="9548676" y="1673679"/>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6" name="Freeform: Shape 46">
                  <a:extLst>
                    <a:ext uri="{FF2B5EF4-FFF2-40B4-BE49-F238E27FC236}">
                      <a16:creationId xmlns:a16="http://schemas.microsoft.com/office/drawing/2014/main" id="{FBA8D6DC-B91C-761F-F5AB-2E47320E0E12}"/>
                    </a:ext>
                  </a:extLst>
                </p:cNvPr>
                <p:cNvSpPr/>
                <p:nvPr/>
              </p:nvSpPr>
              <p:spPr>
                <a:xfrm>
                  <a:off x="9642646" y="1673679"/>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7" name="Freeform: Shape 47">
                  <a:extLst>
                    <a:ext uri="{FF2B5EF4-FFF2-40B4-BE49-F238E27FC236}">
                      <a16:creationId xmlns:a16="http://schemas.microsoft.com/office/drawing/2014/main" id="{B49A28E8-AC55-CC5B-E4AF-F23CCA2CB4CF}"/>
                    </a:ext>
                  </a:extLst>
                </p:cNvPr>
                <p:cNvSpPr/>
                <p:nvPr/>
              </p:nvSpPr>
              <p:spPr>
                <a:xfrm>
                  <a:off x="9736429" y="1673679"/>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8" name="Freeform: Shape 48">
                  <a:extLst>
                    <a:ext uri="{FF2B5EF4-FFF2-40B4-BE49-F238E27FC236}">
                      <a16:creationId xmlns:a16="http://schemas.microsoft.com/office/drawing/2014/main" id="{7773B7FB-A40D-0AFA-AE12-B1000D840C62}"/>
                    </a:ext>
                  </a:extLst>
                </p:cNvPr>
                <p:cNvSpPr/>
                <p:nvPr/>
              </p:nvSpPr>
              <p:spPr>
                <a:xfrm>
                  <a:off x="9830399" y="1673679"/>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9" name="Freeform: Shape 49">
                  <a:extLst>
                    <a:ext uri="{FF2B5EF4-FFF2-40B4-BE49-F238E27FC236}">
                      <a16:creationId xmlns:a16="http://schemas.microsoft.com/office/drawing/2014/main" id="{A1CF369F-2CA1-CB86-16F1-9E442BB78787}"/>
                    </a:ext>
                  </a:extLst>
                </p:cNvPr>
                <p:cNvSpPr/>
                <p:nvPr/>
              </p:nvSpPr>
              <p:spPr>
                <a:xfrm>
                  <a:off x="9924182" y="1673679"/>
                  <a:ext cx="46797" cy="139644"/>
                </a:xfrm>
                <a:custGeom>
                  <a:avLst/>
                  <a:gdLst>
                    <a:gd name="connsiteX0" fmla="*/ 0 w 46797"/>
                    <a:gd name="connsiteY0" fmla="*/ 0 h 139644"/>
                    <a:gd name="connsiteX1" fmla="*/ 46798 w 46797"/>
                    <a:gd name="connsiteY1" fmla="*/ 0 h 139644"/>
                    <a:gd name="connsiteX2" fmla="*/ 46798 w 46797"/>
                    <a:gd name="connsiteY2" fmla="*/ 139645 h 139644"/>
                    <a:gd name="connsiteX3" fmla="*/ 0 w 46797"/>
                    <a:gd name="connsiteY3" fmla="*/ 139645 h 139644"/>
                  </a:gdLst>
                  <a:ahLst/>
                  <a:cxnLst>
                    <a:cxn ang="0">
                      <a:pos x="connsiteX0" y="connsiteY0"/>
                    </a:cxn>
                    <a:cxn ang="0">
                      <a:pos x="connsiteX1" y="connsiteY1"/>
                    </a:cxn>
                    <a:cxn ang="0">
                      <a:pos x="connsiteX2" y="connsiteY2"/>
                    </a:cxn>
                    <a:cxn ang="0">
                      <a:pos x="connsiteX3" y="connsiteY3"/>
                    </a:cxn>
                  </a:cxnLst>
                  <a:rect l="l" t="t" r="r" b="b"/>
                  <a:pathLst>
                    <a:path w="46797" h="139644">
                      <a:moveTo>
                        <a:pt x="0" y="0"/>
                      </a:moveTo>
                      <a:lnTo>
                        <a:pt x="46798" y="0"/>
                      </a:lnTo>
                      <a:lnTo>
                        <a:pt x="46798" y="139645"/>
                      </a:lnTo>
                      <a:lnTo>
                        <a:pt x="0" y="139645"/>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41" name="Freeform: Shape 30">
                <a:extLst>
                  <a:ext uri="{FF2B5EF4-FFF2-40B4-BE49-F238E27FC236}">
                    <a16:creationId xmlns:a16="http://schemas.microsoft.com/office/drawing/2014/main" id="{C80BF32F-40D7-FF0D-A3ED-170EAFDEACFE}"/>
                  </a:ext>
                </a:extLst>
              </p:cNvPr>
              <p:cNvSpPr/>
              <p:nvPr/>
            </p:nvSpPr>
            <p:spPr>
              <a:xfrm>
                <a:off x="8559439" y="3642966"/>
                <a:ext cx="88597" cy="88766"/>
              </a:xfrm>
              <a:custGeom>
                <a:avLst/>
                <a:gdLst>
                  <a:gd name="connsiteX0" fmla="*/ 93596 w 93595"/>
                  <a:gd name="connsiteY0" fmla="*/ 46611 h 93221"/>
                  <a:gd name="connsiteX1" fmla="*/ 46798 w 93595"/>
                  <a:gd name="connsiteY1" fmla="*/ 93221 h 93221"/>
                  <a:gd name="connsiteX2" fmla="*/ 0 w 93595"/>
                  <a:gd name="connsiteY2" fmla="*/ 46611 h 93221"/>
                  <a:gd name="connsiteX3" fmla="*/ 46798 w 93595"/>
                  <a:gd name="connsiteY3" fmla="*/ 0 h 93221"/>
                  <a:gd name="connsiteX4" fmla="*/ 93596 w 93595"/>
                  <a:gd name="connsiteY4" fmla="*/ 46611 h 93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95" h="93221">
                    <a:moveTo>
                      <a:pt x="93596" y="46611"/>
                    </a:moveTo>
                    <a:cubicBezTo>
                      <a:pt x="93596" y="72353"/>
                      <a:pt x="72644" y="93221"/>
                      <a:pt x="46798" y="93221"/>
                    </a:cubicBezTo>
                    <a:cubicBezTo>
                      <a:pt x="20952" y="93221"/>
                      <a:pt x="0" y="72353"/>
                      <a:pt x="0" y="46611"/>
                    </a:cubicBezTo>
                    <a:cubicBezTo>
                      <a:pt x="0" y="20868"/>
                      <a:pt x="20952" y="0"/>
                      <a:pt x="46798" y="0"/>
                    </a:cubicBezTo>
                    <a:cubicBezTo>
                      <a:pt x="72644" y="0"/>
                      <a:pt x="93596" y="20868"/>
                      <a:pt x="93596" y="46611"/>
                    </a:cubicBez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42" name="Graphic 388">
                <a:extLst>
                  <a:ext uri="{FF2B5EF4-FFF2-40B4-BE49-F238E27FC236}">
                    <a16:creationId xmlns:a16="http://schemas.microsoft.com/office/drawing/2014/main" id="{3D0FD523-8F78-56DA-F0C1-A8E566FB493E}"/>
                  </a:ext>
                </a:extLst>
              </p:cNvPr>
              <p:cNvGrpSpPr/>
              <p:nvPr/>
            </p:nvGrpSpPr>
            <p:grpSpPr>
              <a:xfrm>
                <a:off x="7240575" y="4064516"/>
                <a:ext cx="666430" cy="133148"/>
                <a:chOff x="9266953" y="2139598"/>
                <a:chExt cx="704026" cy="139831"/>
              </a:xfrm>
              <a:grpFill/>
            </p:grpSpPr>
            <p:sp>
              <p:nvSpPr>
                <p:cNvPr id="44" name="Freeform: Shape 34">
                  <a:extLst>
                    <a:ext uri="{FF2B5EF4-FFF2-40B4-BE49-F238E27FC236}">
                      <a16:creationId xmlns:a16="http://schemas.microsoft.com/office/drawing/2014/main" id="{6F7B443F-5FC2-7509-4A44-BCBE9C8504FB}"/>
                    </a:ext>
                  </a:extLst>
                </p:cNvPr>
                <p:cNvSpPr/>
                <p:nvPr/>
              </p:nvSpPr>
              <p:spPr>
                <a:xfrm>
                  <a:off x="9266953" y="2139598"/>
                  <a:ext cx="46797" cy="139831"/>
                </a:xfrm>
                <a:custGeom>
                  <a:avLst/>
                  <a:gdLst>
                    <a:gd name="connsiteX0" fmla="*/ 0 w 46797"/>
                    <a:gd name="connsiteY0" fmla="*/ 0 h 139831"/>
                    <a:gd name="connsiteX1" fmla="*/ 46798 w 46797"/>
                    <a:gd name="connsiteY1" fmla="*/ 0 h 139831"/>
                    <a:gd name="connsiteX2" fmla="*/ 46798 w 46797"/>
                    <a:gd name="connsiteY2" fmla="*/ 139832 h 139831"/>
                    <a:gd name="connsiteX3" fmla="*/ 0 w 46797"/>
                    <a:gd name="connsiteY3" fmla="*/ 139832 h 139831"/>
                  </a:gdLst>
                  <a:ahLst/>
                  <a:cxnLst>
                    <a:cxn ang="0">
                      <a:pos x="connsiteX0" y="connsiteY0"/>
                    </a:cxn>
                    <a:cxn ang="0">
                      <a:pos x="connsiteX1" y="connsiteY1"/>
                    </a:cxn>
                    <a:cxn ang="0">
                      <a:pos x="connsiteX2" y="connsiteY2"/>
                    </a:cxn>
                    <a:cxn ang="0">
                      <a:pos x="connsiteX3" y="connsiteY3"/>
                    </a:cxn>
                  </a:cxnLst>
                  <a:rect l="l" t="t" r="r" b="b"/>
                  <a:pathLst>
                    <a:path w="46797" h="139831">
                      <a:moveTo>
                        <a:pt x="0" y="0"/>
                      </a:moveTo>
                      <a:lnTo>
                        <a:pt x="46798" y="0"/>
                      </a:lnTo>
                      <a:lnTo>
                        <a:pt x="46798" y="139832"/>
                      </a:lnTo>
                      <a:lnTo>
                        <a:pt x="0" y="139832"/>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5" name="Freeform: Shape 35">
                  <a:extLst>
                    <a:ext uri="{FF2B5EF4-FFF2-40B4-BE49-F238E27FC236}">
                      <a16:creationId xmlns:a16="http://schemas.microsoft.com/office/drawing/2014/main" id="{AFCF811F-C004-3581-CD2A-EF59C4D307C5}"/>
                    </a:ext>
                  </a:extLst>
                </p:cNvPr>
                <p:cNvSpPr/>
                <p:nvPr/>
              </p:nvSpPr>
              <p:spPr>
                <a:xfrm>
                  <a:off x="9360923" y="2139598"/>
                  <a:ext cx="46797" cy="139831"/>
                </a:xfrm>
                <a:custGeom>
                  <a:avLst/>
                  <a:gdLst>
                    <a:gd name="connsiteX0" fmla="*/ 0 w 46797"/>
                    <a:gd name="connsiteY0" fmla="*/ 0 h 139831"/>
                    <a:gd name="connsiteX1" fmla="*/ 46798 w 46797"/>
                    <a:gd name="connsiteY1" fmla="*/ 0 h 139831"/>
                    <a:gd name="connsiteX2" fmla="*/ 46798 w 46797"/>
                    <a:gd name="connsiteY2" fmla="*/ 139832 h 139831"/>
                    <a:gd name="connsiteX3" fmla="*/ 0 w 46797"/>
                    <a:gd name="connsiteY3" fmla="*/ 139832 h 139831"/>
                  </a:gdLst>
                  <a:ahLst/>
                  <a:cxnLst>
                    <a:cxn ang="0">
                      <a:pos x="connsiteX0" y="connsiteY0"/>
                    </a:cxn>
                    <a:cxn ang="0">
                      <a:pos x="connsiteX1" y="connsiteY1"/>
                    </a:cxn>
                    <a:cxn ang="0">
                      <a:pos x="connsiteX2" y="connsiteY2"/>
                    </a:cxn>
                    <a:cxn ang="0">
                      <a:pos x="connsiteX3" y="connsiteY3"/>
                    </a:cxn>
                  </a:cxnLst>
                  <a:rect l="l" t="t" r="r" b="b"/>
                  <a:pathLst>
                    <a:path w="46797" h="139831">
                      <a:moveTo>
                        <a:pt x="0" y="0"/>
                      </a:moveTo>
                      <a:lnTo>
                        <a:pt x="46798" y="0"/>
                      </a:lnTo>
                      <a:lnTo>
                        <a:pt x="46798" y="139832"/>
                      </a:lnTo>
                      <a:lnTo>
                        <a:pt x="0" y="139832"/>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6" name="Freeform: Shape 36">
                  <a:extLst>
                    <a:ext uri="{FF2B5EF4-FFF2-40B4-BE49-F238E27FC236}">
                      <a16:creationId xmlns:a16="http://schemas.microsoft.com/office/drawing/2014/main" id="{022BDCBE-6B9F-CD39-7617-6D1C0B0CFFB9}"/>
                    </a:ext>
                  </a:extLst>
                </p:cNvPr>
                <p:cNvSpPr/>
                <p:nvPr/>
              </p:nvSpPr>
              <p:spPr>
                <a:xfrm>
                  <a:off x="9454706" y="2139598"/>
                  <a:ext cx="46797" cy="139831"/>
                </a:xfrm>
                <a:custGeom>
                  <a:avLst/>
                  <a:gdLst>
                    <a:gd name="connsiteX0" fmla="*/ 0 w 46797"/>
                    <a:gd name="connsiteY0" fmla="*/ 0 h 139831"/>
                    <a:gd name="connsiteX1" fmla="*/ 46798 w 46797"/>
                    <a:gd name="connsiteY1" fmla="*/ 0 h 139831"/>
                    <a:gd name="connsiteX2" fmla="*/ 46798 w 46797"/>
                    <a:gd name="connsiteY2" fmla="*/ 139832 h 139831"/>
                    <a:gd name="connsiteX3" fmla="*/ 0 w 46797"/>
                    <a:gd name="connsiteY3" fmla="*/ 139832 h 139831"/>
                  </a:gdLst>
                  <a:ahLst/>
                  <a:cxnLst>
                    <a:cxn ang="0">
                      <a:pos x="connsiteX0" y="connsiteY0"/>
                    </a:cxn>
                    <a:cxn ang="0">
                      <a:pos x="connsiteX1" y="connsiteY1"/>
                    </a:cxn>
                    <a:cxn ang="0">
                      <a:pos x="connsiteX2" y="connsiteY2"/>
                    </a:cxn>
                    <a:cxn ang="0">
                      <a:pos x="connsiteX3" y="connsiteY3"/>
                    </a:cxn>
                  </a:cxnLst>
                  <a:rect l="l" t="t" r="r" b="b"/>
                  <a:pathLst>
                    <a:path w="46797" h="139831">
                      <a:moveTo>
                        <a:pt x="0" y="0"/>
                      </a:moveTo>
                      <a:lnTo>
                        <a:pt x="46798" y="0"/>
                      </a:lnTo>
                      <a:lnTo>
                        <a:pt x="46798" y="139832"/>
                      </a:lnTo>
                      <a:lnTo>
                        <a:pt x="0" y="139832"/>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7" name="Freeform: Shape 37">
                  <a:extLst>
                    <a:ext uri="{FF2B5EF4-FFF2-40B4-BE49-F238E27FC236}">
                      <a16:creationId xmlns:a16="http://schemas.microsoft.com/office/drawing/2014/main" id="{75912C0E-4A09-A651-E6A4-7E422D841F78}"/>
                    </a:ext>
                  </a:extLst>
                </p:cNvPr>
                <p:cNvSpPr/>
                <p:nvPr/>
              </p:nvSpPr>
              <p:spPr>
                <a:xfrm>
                  <a:off x="9548676" y="2139598"/>
                  <a:ext cx="46797" cy="139831"/>
                </a:xfrm>
                <a:custGeom>
                  <a:avLst/>
                  <a:gdLst>
                    <a:gd name="connsiteX0" fmla="*/ 0 w 46797"/>
                    <a:gd name="connsiteY0" fmla="*/ 0 h 139831"/>
                    <a:gd name="connsiteX1" fmla="*/ 46798 w 46797"/>
                    <a:gd name="connsiteY1" fmla="*/ 0 h 139831"/>
                    <a:gd name="connsiteX2" fmla="*/ 46798 w 46797"/>
                    <a:gd name="connsiteY2" fmla="*/ 139832 h 139831"/>
                    <a:gd name="connsiteX3" fmla="*/ 0 w 46797"/>
                    <a:gd name="connsiteY3" fmla="*/ 139832 h 139831"/>
                  </a:gdLst>
                  <a:ahLst/>
                  <a:cxnLst>
                    <a:cxn ang="0">
                      <a:pos x="connsiteX0" y="connsiteY0"/>
                    </a:cxn>
                    <a:cxn ang="0">
                      <a:pos x="connsiteX1" y="connsiteY1"/>
                    </a:cxn>
                    <a:cxn ang="0">
                      <a:pos x="connsiteX2" y="connsiteY2"/>
                    </a:cxn>
                    <a:cxn ang="0">
                      <a:pos x="connsiteX3" y="connsiteY3"/>
                    </a:cxn>
                  </a:cxnLst>
                  <a:rect l="l" t="t" r="r" b="b"/>
                  <a:pathLst>
                    <a:path w="46797" h="139831">
                      <a:moveTo>
                        <a:pt x="0" y="0"/>
                      </a:moveTo>
                      <a:lnTo>
                        <a:pt x="46798" y="0"/>
                      </a:lnTo>
                      <a:lnTo>
                        <a:pt x="46798" y="139832"/>
                      </a:lnTo>
                      <a:lnTo>
                        <a:pt x="0" y="139832"/>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8" name="Freeform: Shape 38">
                  <a:extLst>
                    <a:ext uri="{FF2B5EF4-FFF2-40B4-BE49-F238E27FC236}">
                      <a16:creationId xmlns:a16="http://schemas.microsoft.com/office/drawing/2014/main" id="{F81AFBA0-655F-649E-E572-E20768BC782B}"/>
                    </a:ext>
                  </a:extLst>
                </p:cNvPr>
                <p:cNvSpPr/>
                <p:nvPr/>
              </p:nvSpPr>
              <p:spPr>
                <a:xfrm>
                  <a:off x="9642646" y="2139598"/>
                  <a:ext cx="46797" cy="139831"/>
                </a:xfrm>
                <a:custGeom>
                  <a:avLst/>
                  <a:gdLst>
                    <a:gd name="connsiteX0" fmla="*/ 0 w 46797"/>
                    <a:gd name="connsiteY0" fmla="*/ 0 h 139831"/>
                    <a:gd name="connsiteX1" fmla="*/ 46798 w 46797"/>
                    <a:gd name="connsiteY1" fmla="*/ 0 h 139831"/>
                    <a:gd name="connsiteX2" fmla="*/ 46798 w 46797"/>
                    <a:gd name="connsiteY2" fmla="*/ 139832 h 139831"/>
                    <a:gd name="connsiteX3" fmla="*/ 0 w 46797"/>
                    <a:gd name="connsiteY3" fmla="*/ 139832 h 139831"/>
                  </a:gdLst>
                  <a:ahLst/>
                  <a:cxnLst>
                    <a:cxn ang="0">
                      <a:pos x="connsiteX0" y="connsiteY0"/>
                    </a:cxn>
                    <a:cxn ang="0">
                      <a:pos x="connsiteX1" y="connsiteY1"/>
                    </a:cxn>
                    <a:cxn ang="0">
                      <a:pos x="connsiteX2" y="connsiteY2"/>
                    </a:cxn>
                    <a:cxn ang="0">
                      <a:pos x="connsiteX3" y="connsiteY3"/>
                    </a:cxn>
                  </a:cxnLst>
                  <a:rect l="l" t="t" r="r" b="b"/>
                  <a:pathLst>
                    <a:path w="46797" h="139831">
                      <a:moveTo>
                        <a:pt x="0" y="0"/>
                      </a:moveTo>
                      <a:lnTo>
                        <a:pt x="46798" y="0"/>
                      </a:lnTo>
                      <a:lnTo>
                        <a:pt x="46798" y="139832"/>
                      </a:lnTo>
                      <a:lnTo>
                        <a:pt x="0" y="139832"/>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9" name="Freeform: Shape 39">
                  <a:extLst>
                    <a:ext uri="{FF2B5EF4-FFF2-40B4-BE49-F238E27FC236}">
                      <a16:creationId xmlns:a16="http://schemas.microsoft.com/office/drawing/2014/main" id="{949AA728-06AB-4EDB-9FEC-0A55CF78D0F4}"/>
                    </a:ext>
                  </a:extLst>
                </p:cNvPr>
                <p:cNvSpPr/>
                <p:nvPr/>
              </p:nvSpPr>
              <p:spPr>
                <a:xfrm>
                  <a:off x="9736429" y="2139598"/>
                  <a:ext cx="46797" cy="139831"/>
                </a:xfrm>
                <a:custGeom>
                  <a:avLst/>
                  <a:gdLst>
                    <a:gd name="connsiteX0" fmla="*/ 0 w 46797"/>
                    <a:gd name="connsiteY0" fmla="*/ 0 h 139831"/>
                    <a:gd name="connsiteX1" fmla="*/ 46798 w 46797"/>
                    <a:gd name="connsiteY1" fmla="*/ 0 h 139831"/>
                    <a:gd name="connsiteX2" fmla="*/ 46798 w 46797"/>
                    <a:gd name="connsiteY2" fmla="*/ 139832 h 139831"/>
                    <a:gd name="connsiteX3" fmla="*/ 0 w 46797"/>
                    <a:gd name="connsiteY3" fmla="*/ 139832 h 139831"/>
                  </a:gdLst>
                  <a:ahLst/>
                  <a:cxnLst>
                    <a:cxn ang="0">
                      <a:pos x="connsiteX0" y="connsiteY0"/>
                    </a:cxn>
                    <a:cxn ang="0">
                      <a:pos x="connsiteX1" y="connsiteY1"/>
                    </a:cxn>
                    <a:cxn ang="0">
                      <a:pos x="connsiteX2" y="connsiteY2"/>
                    </a:cxn>
                    <a:cxn ang="0">
                      <a:pos x="connsiteX3" y="connsiteY3"/>
                    </a:cxn>
                  </a:cxnLst>
                  <a:rect l="l" t="t" r="r" b="b"/>
                  <a:pathLst>
                    <a:path w="46797" h="139831">
                      <a:moveTo>
                        <a:pt x="0" y="0"/>
                      </a:moveTo>
                      <a:lnTo>
                        <a:pt x="46798" y="0"/>
                      </a:lnTo>
                      <a:lnTo>
                        <a:pt x="46798" y="139832"/>
                      </a:lnTo>
                      <a:lnTo>
                        <a:pt x="0" y="139832"/>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0" name="Freeform: Shape 40">
                  <a:extLst>
                    <a:ext uri="{FF2B5EF4-FFF2-40B4-BE49-F238E27FC236}">
                      <a16:creationId xmlns:a16="http://schemas.microsoft.com/office/drawing/2014/main" id="{1E24AF1E-9E69-DDF4-ADF4-661D10CA4BC8}"/>
                    </a:ext>
                  </a:extLst>
                </p:cNvPr>
                <p:cNvSpPr/>
                <p:nvPr/>
              </p:nvSpPr>
              <p:spPr>
                <a:xfrm>
                  <a:off x="9830399" y="2139598"/>
                  <a:ext cx="46797" cy="139831"/>
                </a:xfrm>
                <a:custGeom>
                  <a:avLst/>
                  <a:gdLst>
                    <a:gd name="connsiteX0" fmla="*/ 0 w 46797"/>
                    <a:gd name="connsiteY0" fmla="*/ 0 h 139831"/>
                    <a:gd name="connsiteX1" fmla="*/ 46798 w 46797"/>
                    <a:gd name="connsiteY1" fmla="*/ 0 h 139831"/>
                    <a:gd name="connsiteX2" fmla="*/ 46798 w 46797"/>
                    <a:gd name="connsiteY2" fmla="*/ 139832 h 139831"/>
                    <a:gd name="connsiteX3" fmla="*/ 0 w 46797"/>
                    <a:gd name="connsiteY3" fmla="*/ 139832 h 139831"/>
                  </a:gdLst>
                  <a:ahLst/>
                  <a:cxnLst>
                    <a:cxn ang="0">
                      <a:pos x="connsiteX0" y="connsiteY0"/>
                    </a:cxn>
                    <a:cxn ang="0">
                      <a:pos x="connsiteX1" y="connsiteY1"/>
                    </a:cxn>
                    <a:cxn ang="0">
                      <a:pos x="connsiteX2" y="connsiteY2"/>
                    </a:cxn>
                    <a:cxn ang="0">
                      <a:pos x="connsiteX3" y="connsiteY3"/>
                    </a:cxn>
                  </a:cxnLst>
                  <a:rect l="l" t="t" r="r" b="b"/>
                  <a:pathLst>
                    <a:path w="46797" h="139831">
                      <a:moveTo>
                        <a:pt x="0" y="0"/>
                      </a:moveTo>
                      <a:lnTo>
                        <a:pt x="46798" y="0"/>
                      </a:lnTo>
                      <a:lnTo>
                        <a:pt x="46798" y="139832"/>
                      </a:lnTo>
                      <a:lnTo>
                        <a:pt x="0" y="139832"/>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1" name="Freeform: Shape 41">
                  <a:extLst>
                    <a:ext uri="{FF2B5EF4-FFF2-40B4-BE49-F238E27FC236}">
                      <a16:creationId xmlns:a16="http://schemas.microsoft.com/office/drawing/2014/main" id="{8E5B7117-C68D-92BD-63CC-DBFD16987535}"/>
                    </a:ext>
                  </a:extLst>
                </p:cNvPr>
                <p:cNvSpPr/>
                <p:nvPr/>
              </p:nvSpPr>
              <p:spPr>
                <a:xfrm>
                  <a:off x="9924182" y="2139598"/>
                  <a:ext cx="46797" cy="139831"/>
                </a:xfrm>
                <a:custGeom>
                  <a:avLst/>
                  <a:gdLst>
                    <a:gd name="connsiteX0" fmla="*/ 0 w 46797"/>
                    <a:gd name="connsiteY0" fmla="*/ 0 h 139831"/>
                    <a:gd name="connsiteX1" fmla="*/ 46798 w 46797"/>
                    <a:gd name="connsiteY1" fmla="*/ 0 h 139831"/>
                    <a:gd name="connsiteX2" fmla="*/ 46798 w 46797"/>
                    <a:gd name="connsiteY2" fmla="*/ 139832 h 139831"/>
                    <a:gd name="connsiteX3" fmla="*/ 0 w 46797"/>
                    <a:gd name="connsiteY3" fmla="*/ 139832 h 139831"/>
                  </a:gdLst>
                  <a:ahLst/>
                  <a:cxnLst>
                    <a:cxn ang="0">
                      <a:pos x="connsiteX0" y="connsiteY0"/>
                    </a:cxn>
                    <a:cxn ang="0">
                      <a:pos x="connsiteX1" y="connsiteY1"/>
                    </a:cxn>
                    <a:cxn ang="0">
                      <a:pos x="connsiteX2" y="connsiteY2"/>
                    </a:cxn>
                    <a:cxn ang="0">
                      <a:pos x="connsiteX3" y="connsiteY3"/>
                    </a:cxn>
                  </a:cxnLst>
                  <a:rect l="l" t="t" r="r" b="b"/>
                  <a:pathLst>
                    <a:path w="46797" h="139831">
                      <a:moveTo>
                        <a:pt x="0" y="0"/>
                      </a:moveTo>
                      <a:lnTo>
                        <a:pt x="46798" y="0"/>
                      </a:lnTo>
                      <a:lnTo>
                        <a:pt x="46798" y="139832"/>
                      </a:lnTo>
                      <a:lnTo>
                        <a:pt x="0" y="139832"/>
                      </a:ln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43" name="Freeform: Shape 33">
                <a:extLst>
                  <a:ext uri="{FF2B5EF4-FFF2-40B4-BE49-F238E27FC236}">
                    <a16:creationId xmlns:a16="http://schemas.microsoft.com/office/drawing/2014/main" id="{49A00E5C-2BBF-FC81-161C-C4BF69D8083F}"/>
                  </a:ext>
                </a:extLst>
              </p:cNvPr>
              <p:cNvSpPr/>
              <p:nvPr/>
            </p:nvSpPr>
            <p:spPr>
              <a:xfrm>
                <a:off x="8559439" y="4086618"/>
                <a:ext cx="88597" cy="88766"/>
              </a:xfrm>
              <a:custGeom>
                <a:avLst/>
                <a:gdLst>
                  <a:gd name="connsiteX0" fmla="*/ 93596 w 93595"/>
                  <a:gd name="connsiteY0" fmla="*/ 46611 h 93221"/>
                  <a:gd name="connsiteX1" fmla="*/ 46798 w 93595"/>
                  <a:gd name="connsiteY1" fmla="*/ 93221 h 93221"/>
                  <a:gd name="connsiteX2" fmla="*/ 0 w 93595"/>
                  <a:gd name="connsiteY2" fmla="*/ 46611 h 93221"/>
                  <a:gd name="connsiteX3" fmla="*/ 46798 w 93595"/>
                  <a:gd name="connsiteY3" fmla="*/ 0 h 93221"/>
                  <a:gd name="connsiteX4" fmla="*/ 93596 w 93595"/>
                  <a:gd name="connsiteY4" fmla="*/ 46611 h 93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95" h="93221">
                    <a:moveTo>
                      <a:pt x="93596" y="46611"/>
                    </a:moveTo>
                    <a:cubicBezTo>
                      <a:pt x="93596" y="72353"/>
                      <a:pt x="72644" y="93221"/>
                      <a:pt x="46798" y="93221"/>
                    </a:cubicBezTo>
                    <a:cubicBezTo>
                      <a:pt x="20952" y="93221"/>
                      <a:pt x="0" y="72353"/>
                      <a:pt x="0" y="46611"/>
                    </a:cubicBezTo>
                    <a:cubicBezTo>
                      <a:pt x="0" y="20868"/>
                      <a:pt x="20952" y="0"/>
                      <a:pt x="46798" y="0"/>
                    </a:cubicBezTo>
                    <a:cubicBezTo>
                      <a:pt x="72644" y="0"/>
                      <a:pt x="93596" y="20868"/>
                      <a:pt x="93596" y="46611"/>
                    </a:cubicBezTo>
                    <a:close/>
                  </a:path>
                </a:pathLst>
              </a:custGeom>
              <a:grpFill/>
              <a:ln w="18649" cap="flat">
                <a:noFill/>
                <a:prstDash val="solid"/>
                <a:miter/>
              </a:ln>
            </p:spPr>
            <p:txBody>
              <a:bodyPr lIns="73152" tIns="36576" rIns="73152" bIns="36576"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sp>
        <p:nvSpPr>
          <p:cNvPr id="141" name="TextBox 140">
            <a:extLst>
              <a:ext uri="{FF2B5EF4-FFF2-40B4-BE49-F238E27FC236}">
                <a16:creationId xmlns:a16="http://schemas.microsoft.com/office/drawing/2014/main" id="{F4A3E0D3-216E-0A60-FF95-786D081E58DF}"/>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143" name="Graphic 8">
            <a:extLst>
              <a:ext uri="{FF2B5EF4-FFF2-40B4-BE49-F238E27FC236}">
                <a16:creationId xmlns:a16="http://schemas.microsoft.com/office/drawing/2014/main" id="{2B89775A-5A5C-5A3B-34AF-94DC5E4900B4}"/>
              </a:ext>
            </a:extLst>
          </p:cNvPr>
          <p:cNvGrpSpPr/>
          <p:nvPr userDrawn="1"/>
        </p:nvGrpSpPr>
        <p:grpSpPr>
          <a:xfrm>
            <a:off x="265625" y="6323271"/>
            <a:ext cx="1249223" cy="369648"/>
            <a:chOff x="265625" y="6323271"/>
            <a:chExt cx="1249223" cy="369648"/>
          </a:xfrm>
          <a:solidFill>
            <a:srgbClr val="000000"/>
          </a:solidFill>
        </p:grpSpPr>
        <p:grpSp>
          <p:nvGrpSpPr>
            <p:cNvPr id="144" name="Graphic 8">
              <a:extLst>
                <a:ext uri="{FF2B5EF4-FFF2-40B4-BE49-F238E27FC236}">
                  <a16:creationId xmlns:a16="http://schemas.microsoft.com/office/drawing/2014/main" id="{A5B9EA73-45A3-494A-D088-DDAD43849F6D}"/>
                </a:ext>
              </a:extLst>
            </p:cNvPr>
            <p:cNvGrpSpPr/>
            <p:nvPr/>
          </p:nvGrpSpPr>
          <p:grpSpPr>
            <a:xfrm>
              <a:off x="745455" y="6594444"/>
              <a:ext cx="722662" cy="98475"/>
              <a:chOff x="745455" y="6594444"/>
              <a:chExt cx="722662" cy="98475"/>
            </a:xfrm>
            <a:solidFill>
              <a:srgbClr val="000000"/>
            </a:solidFill>
          </p:grpSpPr>
          <p:sp>
            <p:nvSpPr>
              <p:cNvPr id="153" name="Freeform 19">
                <a:extLst>
                  <a:ext uri="{FF2B5EF4-FFF2-40B4-BE49-F238E27FC236}">
                    <a16:creationId xmlns:a16="http://schemas.microsoft.com/office/drawing/2014/main" id="{7B79B837-C9C0-EF74-3ED9-F5C2DC465574}"/>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154" name="Freeform 20">
                <a:extLst>
                  <a:ext uri="{FF2B5EF4-FFF2-40B4-BE49-F238E27FC236}">
                    <a16:creationId xmlns:a16="http://schemas.microsoft.com/office/drawing/2014/main" id="{180D77C1-E6E2-689C-3C56-CDD68C861462}"/>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155" name="Freeform 21">
                <a:extLst>
                  <a:ext uri="{FF2B5EF4-FFF2-40B4-BE49-F238E27FC236}">
                    <a16:creationId xmlns:a16="http://schemas.microsoft.com/office/drawing/2014/main" id="{1EE3A36C-A3B8-4E20-CB16-C6AD558C0950}"/>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156" name="Freeform 22">
                <a:extLst>
                  <a:ext uri="{FF2B5EF4-FFF2-40B4-BE49-F238E27FC236}">
                    <a16:creationId xmlns:a16="http://schemas.microsoft.com/office/drawing/2014/main" id="{39476531-FB73-9594-6F1F-9D7702B7E974}"/>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157" name="Freeform 23">
                <a:extLst>
                  <a:ext uri="{FF2B5EF4-FFF2-40B4-BE49-F238E27FC236}">
                    <a16:creationId xmlns:a16="http://schemas.microsoft.com/office/drawing/2014/main" id="{A68FF1D1-A385-E651-5544-4CB8EAE3FA49}"/>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58" name="Freeform 24">
                <a:extLst>
                  <a:ext uri="{FF2B5EF4-FFF2-40B4-BE49-F238E27FC236}">
                    <a16:creationId xmlns:a16="http://schemas.microsoft.com/office/drawing/2014/main" id="{9335442C-77ED-9032-AEE7-D8B1339FF5C3}"/>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159" name="Freeform 25">
                <a:extLst>
                  <a:ext uri="{FF2B5EF4-FFF2-40B4-BE49-F238E27FC236}">
                    <a16:creationId xmlns:a16="http://schemas.microsoft.com/office/drawing/2014/main" id="{AE5FB4D7-9A4A-783A-B39B-67E758F34AE0}"/>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160" name="Freeform 26">
                <a:extLst>
                  <a:ext uri="{FF2B5EF4-FFF2-40B4-BE49-F238E27FC236}">
                    <a16:creationId xmlns:a16="http://schemas.microsoft.com/office/drawing/2014/main" id="{331A7A41-AB7A-E20D-A224-906B16BB7E54}"/>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161" name="Freeform 27">
                <a:extLst>
                  <a:ext uri="{FF2B5EF4-FFF2-40B4-BE49-F238E27FC236}">
                    <a16:creationId xmlns:a16="http://schemas.microsoft.com/office/drawing/2014/main" id="{DE582915-B373-D72B-EA9B-CD4F5CE6C660}"/>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62" name="Freeform 28">
                <a:extLst>
                  <a:ext uri="{FF2B5EF4-FFF2-40B4-BE49-F238E27FC236}">
                    <a16:creationId xmlns:a16="http://schemas.microsoft.com/office/drawing/2014/main" id="{CB18936B-C884-0EB5-8AF3-97472C8E7C9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145" name="Graphic 8">
              <a:extLst>
                <a:ext uri="{FF2B5EF4-FFF2-40B4-BE49-F238E27FC236}">
                  <a16:creationId xmlns:a16="http://schemas.microsoft.com/office/drawing/2014/main" id="{AC0DE174-BA1E-95BF-A2DA-B4CCC8254665}"/>
                </a:ext>
              </a:extLst>
            </p:cNvPr>
            <p:cNvGrpSpPr/>
            <p:nvPr/>
          </p:nvGrpSpPr>
          <p:grpSpPr>
            <a:xfrm>
              <a:off x="265625" y="6323271"/>
              <a:ext cx="1249223" cy="190348"/>
              <a:chOff x="265625" y="6323271"/>
              <a:chExt cx="1249223" cy="190348"/>
            </a:xfrm>
            <a:solidFill>
              <a:srgbClr val="000000"/>
            </a:solidFill>
          </p:grpSpPr>
          <p:sp>
            <p:nvSpPr>
              <p:cNvPr id="146" name="Freeform 10">
                <a:extLst>
                  <a:ext uri="{FF2B5EF4-FFF2-40B4-BE49-F238E27FC236}">
                    <a16:creationId xmlns:a16="http://schemas.microsoft.com/office/drawing/2014/main" id="{06664CEB-160F-1AAA-CEF9-B5B3C0FCD5F8}"/>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147" name="Freeform 11">
                <a:extLst>
                  <a:ext uri="{FF2B5EF4-FFF2-40B4-BE49-F238E27FC236}">
                    <a16:creationId xmlns:a16="http://schemas.microsoft.com/office/drawing/2014/main" id="{BD9348E6-A0BC-94B5-0007-A761A2D3C3F2}"/>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148" name="Freeform 14">
                <a:extLst>
                  <a:ext uri="{FF2B5EF4-FFF2-40B4-BE49-F238E27FC236}">
                    <a16:creationId xmlns:a16="http://schemas.microsoft.com/office/drawing/2014/main" id="{93FCF3F4-65D6-7382-8C65-B5A6403CF030}"/>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149" name="Freeform 15">
                <a:extLst>
                  <a:ext uri="{FF2B5EF4-FFF2-40B4-BE49-F238E27FC236}">
                    <a16:creationId xmlns:a16="http://schemas.microsoft.com/office/drawing/2014/main" id="{46194B1A-8C2D-BCCC-3AA6-E0176CF3372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150" name="Freeform 16">
                <a:extLst>
                  <a:ext uri="{FF2B5EF4-FFF2-40B4-BE49-F238E27FC236}">
                    <a16:creationId xmlns:a16="http://schemas.microsoft.com/office/drawing/2014/main" id="{36732589-FBC7-3140-4265-B64D27C2ED14}"/>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151" name="Freeform 17">
                <a:extLst>
                  <a:ext uri="{FF2B5EF4-FFF2-40B4-BE49-F238E27FC236}">
                    <a16:creationId xmlns:a16="http://schemas.microsoft.com/office/drawing/2014/main" id="{4C4497EA-46BF-3D3D-5B5B-D32228D1F6F3}"/>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152" name="Freeform 18">
                <a:extLst>
                  <a:ext uri="{FF2B5EF4-FFF2-40B4-BE49-F238E27FC236}">
                    <a16:creationId xmlns:a16="http://schemas.microsoft.com/office/drawing/2014/main" id="{7832904D-BF0E-EF18-6B3F-9DA48D7437ED}"/>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142" name="TextBox 141">
            <a:extLst>
              <a:ext uri="{FF2B5EF4-FFF2-40B4-BE49-F238E27FC236}">
                <a16:creationId xmlns:a16="http://schemas.microsoft.com/office/drawing/2014/main" id="{88558093-6D10-6FE6-FCDC-A7C330E20EEB}"/>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32313725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dec="http://schemas.microsoft.com/office/drawing/2017/decorative" xmlns:a16="http://schemas.microsoft.com/office/drawing/2014/main" xmlns="">
      <p:transition spd="med">
        <p:fade/>
      </p:transition>
    </mc:Fallback>
  </mc:AlternateContent>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Section - Developer">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2">
                    <a:lumMod val="25000"/>
                  </a:schemeClr>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3" name="Parallelogram 2">
            <a:extLst>
              <a:ext uri="{FF2B5EF4-FFF2-40B4-BE49-F238E27FC236}">
                <a16:creationId xmlns:a16="http://schemas.microsoft.com/office/drawing/2014/main" id="{5F942261-A521-60D5-A5C3-A85CF4F32FA9}"/>
              </a:ext>
            </a:extLst>
          </p:cNvPr>
          <p:cNvSpPr/>
          <p:nvPr userDrawn="1"/>
        </p:nvSpPr>
        <p:spPr>
          <a:xfrm>
            <a:off x="5406003" y="15044"/>
            <a:ext cx="14676689" cy="6858001"/>
          </a:xfrm>
          <a:prstGeom prst="parallelogram">
            <a:avLst>
              <a:gd name="adj" fmla="val 100124"/>
            </a:avLst>
          </a:prstGeom>
          <a:gradFill flip="none" rotWithShape="1">
            <a:gsLst>
              <a:gs pos="24000">
                <a:schemeClr val="accent5"/>
              </a:gs>
              <a:gs pos="100000">
                <a:schemeClr val="accent5">
                  <a:lumMod val="60000"/>
                  <a:lumOff val="40000"/>
                </a:schemeClr>
              </a:gs>
            </a:gsLst>
            <a:lin ang="18900000" scaled="1"/>
            <a:tileRect/>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rallelogram 3">
            <a:extLst>
              <a:ext uri="{FF2B5EF4-FFF2-40B4-BE49-F238E27FC236}">
                <a16:creationId xmlns:a16="http://schemas.microsoft.com/office/drawing/2014/main" id="{DC55FDFC-BFF5-72B6-48F8-99C6DED616E4}"/>
              </a:ext>
            </a:extLst>
          </p:cNvPr>
          <p:cNvSpPr/>
          <p:nvPr userDrawn="1"/>
        </p:nvSpPr>
        <p:spPr>
          <a:xfrm>
            <a:off x="1840256" y="-1"/>
            <a:ext cx="12934077" cy="6470788"/>
          </a:xfrm>
          <a:prstGeom prst="parallelogram">
            <a:avLst>
              <a:gd name="adj" fmla="val 100124"/>
            </a:avLst>
          </a:prstGeom>
          <a:gradFill flip="none" rotWithShape="1">
            <a:gsLst>
              <a:gs pos="0">
                <a:schemeClr val="accent5">
                  <a:alpha val="33000"/>
                </a:schemeClr>
              </a:gs>
              <a:gs pos="97000">
                <a:schemeClr val="accent5">
                  <a:alpha val="0"/>
                </a:schemeClr>
              </a:gs>
            </a:gsLst>
            <a:lin ang="8100000" scaled="1"/>
            <a:tileRect/>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 name="Graphic 143">
            <a:extLst>
              <a:ext uri="{FF2B5EF4-FFF2-40B4-BE49-F238E27FC236}">
                <a16:creationId xmlns:a16="http://schemas.microsoft.com/office/drawing/2014/main" id="{D4D344BF-B1DE-868D-E423-BD5DAAC7B0C9}"/>
              </a:ext>
            </a:extLst>
          </p:cNvPr>
          <p:cNvSpPr/>
          <p:nvPr userDrawn="1"/>
        </p:nvSpPr>
        <p:spPr>
          <a:xfrm>
            <a:off x="4130978" y="4499933"/>
            <a:ext cx="2421204" cy="666750"/>
          </a:xfrm>
          <a:custGeom>
            <a:avLst/>
            <a:gdLst>
              <a:gd name="connsiteX0" fmla="*/ 482061 w 600651"/>
              <a:gd name="connsiteY0" fmla="*/ 38962 h 165407"/>
              <a:gd name="connsiteX1" fmla="*/ 398886 w 600651"/>
              <a:gd name="connsiteY1" fmla="*/ 75298 h 165407"/>
              <a:gd name="connsiteX2" fmla="*/ 268849 w 600651"/>
              <a:gd name="connsiteY2" fmla="*/ 0 h 165407"/>
              <a:gd name="connsiteX3" fmla="*/ 118927 w 600651"/>
              <a:gd name="connsiteY3" fmla="*/ 122878 h 165407"/>
              <a:gd name="connsiteX4" fmla="*/ 66185 w 600651"/>
              <a:gd name="connsiteY4" fmla="*/ 94823 h 165407"/>
              <a:gd name="connsiteX5" fmla="*/ 0 w 600651"/>
              <a:gd name="connsiteY5" fmla="*/ 165408 h 165407"/>
              <a:gd name="connsiteX6" fmla="*/ 600652 w 600651"/>
              <a:gd name="connsiteY6" fmla="*/ 165408 h 165407"/>
              <a:gd name="connsiteX7" fmla="*/ 482061 w 600651"/>
              <a:gd name="connsiteY7" fmla="*/ 38939 h 16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651" h="165407">
                <a:moveTo>
                  <a:pt x="482061" y="38962"/>
                </a:moveTo>
                <a:cubicBezTo>
                  <a:pt x="449653" y="38962"/>
                  <a:pt x="420297" y="52832"/>
                  <a:pt x="398886" y="75298"/>
                </a:cubicBezTo>
                <a:cubicBezTo>
                  <a:pt x="371236" y="29984"/>
                  <a:pt x="323341" y="0"/>
                  <a:pt x="268849" y="0"/>
                </a:cubicBezTo>
                <a:cubicBezTo>
                  <a:pt x="196963" y="0"/>
                  <a:pt x="136523" y="52136"/>
                  <a:pt x="118927" y="122878"/>
                </a:cubicBezTo>
                <a:cubicBezTo>
                  <a:pt x="106853" y="105865"/>
                  <a:pt x="87754" y="94823"/>
                  <a:pt x="66185" y="94823"/>
                </a:cubicBezTo>
                <a:cubicBezTo>
                  <a:pt x="29625" y="94823"/>
                  <a:pt x="0" y="126446"/>
                  <a:pt x="0" y="165408"/>
                </a:cubicBezTo>
                <a:lnTo>
                  <a:pt x="600652" y="165408"/>
                </a:lnTo>
                <a:cubicBezTo>
                  <a:pt x="600652" y="95564"/>
                  <a:pt x="547551" y="38939"/>
                  <a:pt x="482061" y="38939"/>
                </a:cubicBezTo>
                <a:close/>
              </a:path>
            </a:pathLst>
          </a:custGeom>
          <a:solidFill>
            <a:schemeClr val="accent5">
              <a:alpha val="18000"/>
            </a:schemeClr>
          </a:soli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6" name="Graphic 5">
            <a:extLst>
              <a:ext uri="{FF2B5EF4-FFF2-40B4-BE49-F238E27FC236}">
                <a16:creationId xmlns:a16="http://schemas.microsoft.com/office/drawing/2014/main" id="{C9DAFB5F-D079-0D12-1A57-03B02261AA93}"/>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979191" y="2988649"/>
            <a:ext cx="3124591" cy="1207366"/>
          </a:xfrm>
          <a:prstGeom prst="rect">
            <a:avLst/>
          </a:prstGeom>
        </p:spPr>
      </p:pic>
      <p:grpSp>
        <p:nvGrpSpPr>
          <p:cNvPr id="7" name="Group 6">
            <a:extLst>
              <a:ext uri="{FF2B5EF4-FFF2-40B4-BE49-F238E27FC236}">
                <a16:creationId xmlns:a16="http://schemas.microsoft.com/office/drawing/2014/main" id="{112E8C14-E13E-8DDB-974A-C1206CB93365}"/>
              </a:ext>
            </a:extLst>
          </p:cNvPr>
          <p:cNvGrpSpPr/>
          <p:nvPr userDrawn="1"/>
        </p:nvGrpSpPr>
        <p:grpSpPr>
          <a:xfrm>
            <a:off x="8467108" y="1045130"/>
            <a:ext cx="1685206" cy="686138"/>
            <a:chOff x="437672" y="1280130"/>
            <a:chExt cx="2910783" cy="1185138"/>
          </a:xfrm>
        </p:grpSpPr>
        <p:sp>
          <p:nvSpPr>
            <p:cNvPr id="8" name="Freeform: Shape 187">
              <a:extLst>
                <a:ext uri="{FF2B5EF4-FFF2-40B4-BE49-F238E27FC236}">
                  <a16:creationId xmlns:a16="http://schemas.microsoft.com/office/drawing/2014/main" id="{8C76084E-C788-0541-4171-49BECD52252F}"/>
                </a:ext>
              </a:extLst>
            </p:cNvPr>
            <p:cNvSpPr/>
            <p:nvPr/>
          </p:nvSpPr>
          <p:spPr>
            <a:xfrm>
              <a:off x="437672" y="1280130"/>
              <a:ext cx="2720832" cy="1110872"/>
            </a:xfrm>
            <a:custGeom>
              <a:avLst/>
              <a:gdLst>
                <a:gd name="connsiteX0" fmla="*/ 749249 w 907209"/>
                <a:gd name="connsiteY0" fmla="*/ 212440 h 370400"/>
                <a:gd name="connsiteX1" fmla="*/ 700014 w 907209"/>
                <a:gd name="connsiteY1" fmla="*/ 220306 h 370400"/>
                <a:gd name="connsiteX2" fmla="*/ 454537 w 907209"/>
                <a:gd name="connsiteY2" fmla="*/ 0 h 370400"/>
                <a:gd name="connsiteX3" fmla="*/ 213896 w 907209"/>
                <a:gd name="connsiteY3" fmla="*/ 191405 h 370400"/>
                <a:gd name="connsiteX4" fmla="*/ 178995 w 907209"/>
                <a:gd name="connsiteY4" fmla="*/ 191405 h 370400"/>
                <a:gd name="connsiteX5" fmla="*/ 0 w 907209"/>
                <a:gd name="connsiteY5" fmla="*/ 370400 h 370400"/>
                <a:gd name="connsiteX6" fmla="*/ 907209 w 907209"/>
                <a:gd name="connsiteY6" fmla="*/ 370400 h 370400"/>
                <a:gd name="connsiteX7" fmla="*/ 749249 w 907209"/>
                <a:gd name="connsiteY7" fmla="*/ 212440 h 3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7209" h="370400">
                  <a:moveTo>
                    <a:pt x="749249" y="212440"/>
                  </a:moveTo>
                  <a:cubicBezTo>
                    <a:pt x="732060" y="212440"/>
                    <a:pt x="715512" y="215236"/>
                    <a:pt x="700014" y="220306"/>
                  </a:cubicBezTo>
                  <a:cubicBezTo>
                    <a:pt x="686729" y="96489"/>
                    <a:pt x="581907" y="0"/>
                    <a:pt x="454537" y="0"/>
                  </a:cubicBezTo>
                  <a:cubicBezTo>
                    <a:pt x="337246" y="0"/>
                    <a:pt x="239126" y="81806"/>
                    <a:pt x="213896" y="191405"/>
                  </a:cubicBezTo>
                  <a:lnTo>
                    <a:pt x="178995" y="191405"/>
                  </a:lnTo>
                  <a:cubicBezTo>
                    <a:pt x="80116" y="191405"/>
                    <a:pt x="0" y="271522"/>
                    <a:pt x="0" y="370400"/>
                  </a:cubicBezTo>
                  <a:lnTo>
                    <a:pt x="907209" y="370400"/>
                  </a:lnTo>
                  <a:cubicBezTo>
                    <a:pt x="907209" y="283175"/>
                    <a:pt x="836474" y="212440"/>
                    <a:pt x="749249" y="212440"/>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9" name="Freeform: Shape 188">
              <a:extLst>
                <a:ext uri="{FF2B5EF4-FFF2-40B4-BE49-F238E27FC236}">
                  <a16:creationId xmlns:a16="http://schemas.microsoft.com/office/drawing/2014/main" id="{98E8A708-0D42-A8DA-8AE7-3B300A42D78D}"/>
                </a:ext>
              </a:extLst>
            </p:cNvPr>
            <p:cNvSpPr/>
            <p:nvPr/>
          </p:nvSpPr>
          <p:spPr>
            <a:xfrm>
              <a:off x="1651302" y="1789783"/>
              <a:ext cx="1697153" cy="675485"/>
            </a:xfrm>
            <a:custGeom>
              <a:avLst/>
              <a:gdLst>
                <a:gd name="connsiteX0" fmla="*/ 154872 w 565884"/>
                <a:gd name="connsiteY0" fmla="*/ 70357 h 225229"/>
                <a:gd name="connsiteX1" fmla="*/ 0 w 565884"/>
                <a:gd name="connsiteY1" fmla="*/ 225229 h 225229"/>
                <a:gd name="connsiteX2" fmla="*/ 565884 w 565884"/>
                <a:gd name="connsiteY2" fmla="*/ 225229 h 225229"/>
                <a:gd name="connsiteX3" fmla="*/ 496023 w 565884"/>
                <a:gd name="connsiteY3" fmla="*/ 70357 h 225229"/>
                <a:gd name="connsiteX4" fmla="*/ 496023 w 565884"/>
                <a:gd name="connsiteY4" fmla="*/ 70357 h 225229"/>
                <a:gd name="connsiteX5" fmla="*/ 154872 w 565884"/>
                <a:gd name="connsiteY5" fmla="*/ 70357 h 22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84" h="225229">
                  <a:moveTo>
                    <a:pt x="154872" y="70357"/>
                  </a:moveTo>
                  <a:lnTo>
                    <a:pt x="0" y="225229"/>
                  </a:lnTo>
                  <a:lnTo>
                    <a:pt x="565884" y="225229"/>
                  </a:lnTo>
                  <a:cubicBezTo>
                    <a:pt x="562272" y="168711"/>
                    <a:pt x="538965" y="113299"/>
                    <a:pt x="496023" y="70357"/>
                  </a:cubicBezTo>
                  <a:lnTo>
                    <a:pt x="496023" y="70357"/>
                  </a:lnTo>
                  <a:cubicBezTo>
                    <a:pt x="402213" y="-23452"/>
                    <a:pt x="248681" y="-23452"/>
                    <a:pt x="154872" y="70357"/>
                  </a:cubicBezTo>
                  <a:close/>
                </a:path>
              </a:pathLst>
            </a:custGeom>
            <a:gradFill>
              <a:gsLst>
                <a:gs pos="29000">
                  <a:srgbClr val="FFFFFF"/>
                </a:gs>
                <a:gs pos="48000">
                  <a:srgbClr val="F8FBFE"/>
                </a:gs>
                <a:gs pos="73000">
                  <a:srgbClr val="E7F3FB"/>
                </a:gs>
                <a:gs pos="100000">
                  <a:srgbClr val="CEE6F7"/>
                </a:gs>
              </a:gsLst>
              <a:lin ang="2700000" scaled="1"/>
            </a:gra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0" name="Graphic 133">
            <a:extLst>
              <a:ext uri="{FF2B5EF4-FFF2-40B4-BE49-F238E27FC236}">
                <a16:creationId xmlns:a16="http://schemas.microsoft.com/office/drawing/2014/main" id="{FB3DD8E2-0BCC-6714-E82C-B029271CB351}"/>
              </a:ext>
            </a:extLst>
          </p:cNvPr>
          <p:cNvGrpSpPr/>
          <p:nvPr userDrawn="1"/>
        </p:nvGrpSpPr>
        <p:grpSpPr>
          <a:xfrm>
            <a:off x="7658058" y="759261"/>
            <a:ext cx="747561" cy="1467873"/>
            <a:chOff x="7819347" y="302010"/>
            <a:chExt cx="1311783" cy="2575750"/>
          </a:xfrm>
          <a:noFill/>
        </p:grpSpPr>
        <p:sp>
          <p:nvSpPr>
            <p:cNvPr id="11" name="Freeform: Shape 232">
              <a:extLst>
                <a:ext uri="{FF2B5EF4-FFF2-40B4-BE49-F238E27FC236}">
                  <a16:creationId xmlns:a16="http://schemas.microsoft.com/office/drawing/2014/main" id="{C2577F02-047D-0975-B302-56A78525778A}"/>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 name="Freeform: Shape 233">
              <a:extLst>
                <a:ext uri="{FF2B5EF4-FFF2-40B4-BE49-F238E27FC236}">
                  <a16:creationId xmlns:a16="http://schemas.microsoft.com/office/drawing/2014/main" id="{EDE0F961-9F58-9C23-96A4-E34614F246AB}"/>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 name="Freeform: Shape 234">
              <a:extLst>
                <a:ext uri="{FF2B5EF4-FFF2-40B4-BE49-F238E27FC236}">
                  <a16:creationId xmlns:a16="http://schemas.microsoft.com/office/drawing/2014/main" id="{B6430474-CA1A-BB5E-209C-CAD73B4295D9}"/>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 name="Freeform: Shape 235">
              <a:extLst>
                <a:ext uri="{FF2B5EF4-FFF2-40B4-BE49-F238E27FC236}">
                  <a16:creationId xmlns:a16="http://schemas.microsoft.com/office/drawing/2014/main" id="{0A9E379F-4B31-3B2E-8A81-46096DF0F0CC}"/>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5" name="Freeform: Shape 236">
              <a:extLst>
                <a:ext uri="{FF2B5EF4-FFF2-40B4-BE49-F238E27FC236}">
                  <a16:creationId xmlns:a16="http://schemas.microsoft.com/office/drawing/2014/main" id="{EDE9FD9F-999F-0A4A-7B11-FFFEFDAB16FD}"/>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6" name="Freeform: Shape 265">
            <a:extLst>
              <a:ext uri="{FF2B5EF4-FFF2-40B4-BE49-F238E27FC236}">
                <a16:creationId xmlns:a16="http://schemas.microsoft.com/office/drawing/2014/main" id="{BFFFFBE8-2A79-29C1-7C5F-AD54B3445A55}"/>
              </a:ext>
            </a:extLst>
          </p:cNvPr>
          <p:cNvSpPr/>
          <p:nvPr userDrawn="1"/>
        </p:nvSpPr>
        <p:spPr>
          <a:xfrm>
            <a:off x="10295515" y="400250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 name="Freeform: Shape 269">
            <a:extLst>
              <a:ext uri="{FF2B5EF4-FFF2-40B4-BE49-F238E27FC236}">
                <a16:creationId xmlns:a16="http://schemas.microsoft.com/office/drawing/2014/main" id="{7334EB20-8D55-719E-4645-08AA4B56CCFD}"/>
              </a:ext>
            </a:extLst>
          </p:cNvPr>
          <p:cNvSpPr/>
          <p:nvPr userDrawn="1"/>
        </p:nvSpPr>
        <p:spPr>
          <a:xfrm>
            <a:off x="6195382" y="430769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8" name="Freeform: Shape 285">
            <a:extLst>
              <a:ext uri="{FF2B5EF4-FFF2-40B4-BE49-F238E27FC236}">
                <a16:creationId xmlns:a16="http://schemas.microsoft.com/office/drawing/2014/main" id="{D547FC94-84E4-3086-8AAB-1FE3154A1BF4}"/>
              </a:ext>
            </a:extLst>
          </p:cNvPr>
          <p:cNvSpPr/>
          <p:nvPr userDrawn="1"/>
        </p:nvSpPr>
        <p:spPr>
          <a:xfrm>
            <a:off x="8709950" y="5303803"/>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 name="Freeform: Shape 286">
            <a:extLst>
              <a:ext uri="{FF2B5EF4-FFF2-40B4-BE49-F238E27FC236}">
                <a16:creationId xmlns:a16="http://schemas.microsoft.com/office/drawing/2014/main" id="{F979284F-5A03-14A2-13EB-9A248232DAC6}"/>
              </a:ext>
            </a:extLst>
          </p:cNvPr>
          <p:cNvSpPr/>
          <p:nvPr userDrawn="1"/>
        </p:nvSpPr>
        <p:spPr>
          <a:xfrm>
            <a:off x="9116688" y="50100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20" name="Graphic 133">
            <a:extLst>
              <a:ext uri="{FF2B5EF4-FFF2-40B4-BE49-F238E27FC236}">
                <a16:creationId xmlns:a16="http://schemas.microsoft.com/office/drawing/2014/main" id="{FE336CA2-3D98-870D-70F9-622EA63E0E7D}"/>
              </a:ext>
            </a:extLst>
          </p:cNvPr>
          <p:cNvGrpSpPr/>
          <p:nvPr userDrawn="1"/>
        </p:nvGrpSpPr>
        <p:grpSpPr>
          <a:xfrm rot="15300000">
            <a:off x="5392445" y="1828091"/>
            <a:ext cx="1311783" cy="2575750"/>
            <a:chOff x="7819347" y="302010"/>
            <a:chExt cx="1311783" cy="2575750"/>
          </a:xfrm>
          <a:noFill/>
        </p:grpSpPr>
        <p:sp>
          <p:nvSpPr>
            <p:cNvPr id="21" name="Freeform: Shape 288">
              <a:extLst>
                <a:ext uri="{FF2B5EF4-FFF2-40B4-BE49-F238E27FC236}">
                  <a16:creationId xmlns:a16="http://schemas.microsoft.com/office/drawing/2014/main" id="{D917E33A-9066-C254-C5AC-926BD37B8684}"/>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2" name="Freeform: Shape 289">
              <a:extLst>
                <a:ext uri="{FF2B5EF4-FFF2-40B4-BE49-F238E27FC236}">
                  <a16:creationId xmlns:a16="http://schemas.microsoft.com/office/drawing/2014/main" id="{E026DA6A-6474-3AB6-434B-83A3DAE60764}"/>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3" name="Freeform: Shape 290">
              <a:extLst>
                <a:ext uri="{FF2B5EF4-FFF2-40B4-BE49-F238E27FC236}">
                  <a16:creationId xmlns:a16="http://schemas.microsoft.com/office/drawing/2014/main" id="{04DE64F1-F0B1-EC8C-1E3E-F2F2053278BE}"/>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4" name="Freeform: Shape 291">
              <a:extLst>
                <a:ext uri="{FF2B5EF4-FFF2-40B4-BE49-F238E27FC236}">
                  <a16:creationId xmlns:a16="http://schemas.microsoft.com/office/drawing/2014/main" id="{E3F395B2-A6F6-9642-A9B3-0907549B7EED}"/>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5" name="Freeform: Shape 292">
              <a:extLst>
                <a:ext uri="{FF2B5EF4-FFF2-40B4-BE49-F238E27FC236}">
                  <a16:creationId xmlns:a16="http://schemas.microsoft.com/office/drawing/2014/main" id="{64432B98-9ECF-C74B-6250-0AF86BF6ED8C}"/>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26" name="Oval 25">
            <a:extLst>
              <a:ext uri="{FF2B5EF4-FFF2-40B4-BE49-F238E27FC236}">
                <a16:creationId xmlns:a16="http://schemas.microsoft.com/office/drawing/2014/main" id="{0F585DDC-7D94-0B19-9D98-23DBB6B83975}"/>
              </a:ext>
            </a:extLst>
          </p:cNvPr>
          <p:cNvSpPr/>
          <p:nvPr userDrawn="1"/>
        </p:nvSpPr>
        <p:spPr>
          <a:xfrm flipV="1">
            <a:off x="6354876" y="1852997"/>
            <a:ext cx="3152006" cy="3152006"/>
          </a:xfrm>
          <a:prstGeom prst="ellipse">
            <a:avLst/>
          </a:prstGeom>
          <a:solidFill>
            <a:schemeClr val="bg1"/>
          </a:solidFill>
          <a:ln w="508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7" name="Freeform: Shape 298">
            <a:extLst>
              <a:ext uri="{FF2B5EF4-FFF2-40B4-BE49-F238E27FC236}">
                <a16:creationId xmlns:a16="http://schemas.microsoft.com/office/drawing/2014/main" id="{A3F6C062-6099-E639-9F9C-45ACE06D07DA}"/>
              </a:ext>
            </a:extLst>
          </p:cNvPr>
          <p:cNvSpPr/>
          <p:nvPr userDrawn="1"/>
        </p:nvSpPr>
        <p:spPr>
          <a:xfrm>
            <a:off x="5406003" y="4429286"/>
            <a:ext cx="2921280" cy="1192670"/>
          </a:xfrm>
          <a:custGeom>
            <a:avLst/>
            <a:gdLst>
              <a:gd name="connsiteX0" fmla="*/ 2797989 w 3387980"/>
              <a:gd name="connsiteY0" fmla="*/ 793219 h 1383210"/>
              <a:gd name="connsiteX1" fmla="*/ 2614092 w 3387980"/>
              <a:gd name="connsiteY1" fmla="*/ 822614 h 1383210"/>
              <a:gd name="connsiteX2" fmla="*/ 1697357 w 3387980"/>
              <a:gd name="connsiteY2" fmla="*/ 0 h 1383210"/>
              <a:gd name="connsiteX3" fmla="*/ 798795 w 3387980"/>
              <a:gd name="connsiteY3" fmla="*/ 714810 h 1383210"/>
              <a:gd name="connsiteX4" fmla="*/ 668546 w 3387980"/>
              <a:gd name="connsiteY4" fmla="*/ 714665 h 1383210"/>
              <a:gd name="connsiteX5" fmla="*/ 0 w 3387980"/>
              <a:gd name="connsiteY5" fmla="*/ 1383211 h 1383210"/>
              <a:gd name="connsiteX6" fmla="*/ 3387981 w 3387980"/>
              <a:gd name="connsiteY6" fmla="*/ 1383211 h 1383210"/>
              <a:gd name="connsiteX7" fmla="*/ 2797989 w 3387980"/>
              <a:gd name="connsiteY7" fmla="*/ 793219 h 138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7980" h="1383210">
                <a:moveTo>
                  <a:pt x="2797989" y="793219"/>
                </a:moveTo>
                <a:cubicBezTo>
                  <a:pt x="2733770" y="793219"/>
                  <a:pt x="2671940" y="803573"/>
                  <a:pt x="2614092" y="822614"/>
                </a:cubicBezTo>
                <a:cubicBezTo>
                  <a:pt x="2564425" y="360192"/>
                  <a:pt x="2172956" y="0"/>
                  <a:pt x="1697357" y="0"/>
                </a:cubicBezTo>
                <a:cubicBezTo>
                  <a:pt x="1259406" y="0"/>
                  <a:pt x="892915" y="305385"/>
                  <a:pt x="798795" y="714810"/>
                </a:cubicBezTo>
                <a:lnTo>
                  <a:pt x="668546" y="714665"/>
                </a:lnTo>
                <a:cubicBezTo>
                  <a:pt x="299304" y="714737"/>
                  <a:pt x="0" y="1014041"/>
                  <a:pt x="0" y="1383211"/>
                </a:cubicBezTo>
                <a:lnTo>
                  <a:pt x="3387981" y="1383211"/>
                </a:lnTo>
                <a:cubicBezTo>
                  <a:pt x="3387981" y="1057336"/>
                  <a:pt x="3123864" y="793219"/>
                  <a:pt x="2797989" y="793219"/>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29" name="Graphic 28">
            <a:extLst>
              <a:ext uri="{FF2B5EF4-FFF2-40B4-BE49-F238E27FC236}">
                <a16:creationId xmlns:a16="http://schemas.microsoft.com/office/drawing/2014/main" id="{3269DD7D-A762-90F0-BAAE-246E4B1956B5}"/>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9025699" y="4707812"/>
            <a:ext cx="2490461" cy="837840"/>
          </a:xfrm>
          <a:prstGeom prst="rect">
            <a:avLst/>
          </a:prstGeom>
        </p:spPr>
      </p:pic>
      <p:pic>
        <p:nvPicPr>
          <p:cNvPr id="30" name="Picture Placeholder 185" descr="API&#10;">
            <a:extLst>
              <a:ext uri="{FF2B5EF4-FFF2-40B4-BE49-F238E27FC236}">
                <a16:creationId xmlns:a16="http://schemas.microsoft.com/office/drawing/2014/main" id="{39AC5AB5-7948-EE48-F9A0-DEFA0E73C607}"/>
              </a:ext>
            </a:extLst>
          </p:cNvPr>
          <p:cNvPicPr>
            <a:picLocks noChangeAspect="1"/>
          </p:cNvPicPr>
          <p:nvPr userDrawn="1"/>
        </p:nvPicPr>
        <p:blipFill>
          <a:blip r:embed="rId6">
            <a:extLst>
              <a:ext uri="{96DAC541-7B7A-43D3-8B79-37D633B846F1}">
                <asvg:svgBlip xmlns:asvg="http://schemas.microsoft.com/office/drawing/2016/SVG/main" r:embed="rId7"/>
              </a:ext>
            </a:extLst>
          </a:blip>
          <a:srcRect/>
          <a:stretch>
            <a:fillRect/>
          </a:stretch>
        </p:blipFill>
        <p:spPr>
          <a:xfrm>
            <a:off x="6917782" y="2438205"/>
            <a:ext cx="2011680" cy="2011680"/>
          </a:xfrm>
          <a:prstGeom prst="rect">
            <a:avLst/>
          </a:prstGeom>
        </p:spPr>
      </p:pic>
      <p:sp>
        <p:nvSpPr>
          <p:cNvPr id="31" name="Freeform: Shape 265">
            <a:extLst>
              <a:ext uri="{FF2B5EF4-FFF2-40B4-BE49-F238E27FC236}">
                <a16:creationId xmlns:a16="http://schemas.microsoft.com/office/drawing/2014/main" id="{40AE0C90-3611-90B9-945F-CD5690F37797}"/>
              </a:ext>
            </a:extLst>
          </p:cNvPr>
          <p:cNvSpPr/>
          <p:nvPr userDrawn="1"/>
        </p:nvSpPr>
        <p:spPr>
          <a:xfrm>
            <a:off x="11185175" y="279296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60000"/>
                <a:lumOff val="4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32" name="Group 31">
            <a:extLst>
              <a:ext uri="{FF2B5EF4-FFF2-40B4-BE49-F238E27FC236}">
                <a16:creationId xmlns:a16="http://schemas.microsoft.com/office/drawing/2014/main" id="{7896B294-4741-B5DC-2EF0-8E83E0D9D5F3}"/>
              </a:ext>
            </a:extLst>
          </p:cNvPr>
          <p:cNvGrpSpPr/>
          <p:nvPr userDrawn="1"/>
        </p:nvGrpSpPr>
        <p:grpSpPr>
          <a:xfrm>
            <a:off x="9801434" y="1855519"/>
            <a:ext cx="2078815" cy="773140"/>
            <a:chOff x="9469303" y="1724685"/>
            <a:chExt cx="2078815" cy="773140"/>
          </a:xfrm>
        </p:grpSpPr>
        <p:grpSp>
          <p:nvGrpSpPr>
            <p:cNvPr id="33" name="Graphic 6">
              <a:extLst>
                <a:ext uri="{FF2B5EF4-FFF2-40B4-BE49-F238E27FC236}">
                  <a16:creationId xmlns:a16="http://schemas.microsoft.com/office/drawing/2014/main" id="{9AAFCDE0-37FF-86EC-D9BC-9DA31372AA81}"/>
                </a:ext>
              </a:extLst>
            </p:cNvPr>
            <p:cNvGrpSpPr/>
            <p:nvPr/>
          </p:nvGrpSpPr>
          <p:grpSpPr>
            <a:xfrm>
              <a:off x="10935407" y="1804642"/>
              <a:ext cx="612711" cy="613079"/>
              <a:chOff x="10935407" y="1804642"/>
              <a:chExt cx="612711" cy="613079"/>
            </a:xfrm>
            <a:noFill/>
          </p:grpSpPr>
          <p:sp>
            <p:nvSpPr>
              <p:cNvPr id="48" name="Freeform: Shape 10">
                <a:extLst>
                  <a:ext uri="{FF2B5EF4-FFF2-40B4-BE49-F238E27FC236}">
                    <a16:creationId xmlns:a16="http://schemas.microsoft.com/office/drawing/2014/main" id="{4E4B1818-8929-589D-DD23-0B1DB0B0E373}"/>
                  </a:ext>
                </a:extLst>
              </p:cNvPr>
              <p:cNvSpPr/>
              <p:nvPr/>
            </p:nvSpPr>
            <p:spPr>
              <a:xfrm>
                <a:off x="10935407" y="1804642"/>
                <a:ext cx="612711" cy="613079"/>
              </a:xfrm>
              <a:custGeom>
                <a:avLst/>
                <a:gdLst>
                  <a:gd name="connsiteX0" fmla="*/ 257027 w 612711"/>
                  <a:gd name="connsiteY0" fmla="*/ 613079 h 613079"/>
                  <a:gd name="connsiteX1" fmla="*/ 352666 w 612711"/>
                  <a:gd name="connsiteY1" fmla="*/ 612564 h 613079"/>
                  <a:gd name="connsiteX2" fmla="*/ 362605 w 612711"/>
                  <a:gd name="connsiteY2" fmla="*/ 579580 h 613079"/>
                  <a:gd name="connsiteX3" fmla="*/ 371661 w 612711"/>
                  <a:gd name="connsiteY3" fmla="*/ 551528 h 613079"/>
                  <a:gd name="connsiteX4" fmla="*/ 376668 w 612711"/>
                  <a:gd name="connsiteY4" fmla="*/ 547626 h 613079"/>
                  <a:gd name="connsiteX5" fmla="*/ 427985 w 612711"/>
                  <a:gd name="connsiteY5" fmla="*/ 527306 h 613079"/>
                  <a:gd name="connsiteX6" fmla="*/ 435642 w 612711"/>
                  <a:gd name="connsiteY6" fmla="*/ 527600 h 613079"/>
                  <a:gd name="connsiteX7" fmla="*/ 487621 w 612711"/>
                  <a:gd name="connsiteY7" fmla="*/ 557197 h 613079"/>
                  <a:gd name="connsiteX8" fmla="*/ 488210 w 612711"/>
                  <a:gd name="connsiteY8" fmla="*/ 557492 h 613079"/>
                  <a:gd name="connsiteX9" fmla="*/ 488652 w 612711"/>
                  <a:gd name="connsiteY9" fmla="*/ 557050 h 613079"/>
                  <a:gd name="connsiteX10" fmla="*/ 556461 w 612711"/>
                  <a:gd name="connsiteY10" fmla="*/ 486591 h 613079"/>
                  <a:gd name="connsiteX11" fmla="*/ 556829 w 612711"/>
                  <a:gd name="connsiteY11" fmla="*/ 486002 h 613079"/>
                  <a:gd name="connsiteX12" fmla="*/ 556388 w 612711"/>
                  <a:gd name="connsiteY12" fmla="*/ 485486 h 613079"/>
                  <a:gd name="connsiteX13" fmla="*/ 539748 w 612711"/>
                  <a:gd name="connsiteY13" fmla="*/ 459570 h 613079"/>
                  <a:gd name="connsiteX14" fmla="*/ 526864 w 612711"/>
                  <a:gd name="connsiteY14" fmla="*/ 437188 h 613079"/>
                  <a:gd name="connsiteX15" fmla="*/ 527232 w 612711"/>
                  <a:gd name="connsiteY15" fmla="*/ 429236 h 613079"/>
                  <a:gd name="connsiteX16" fmla="*/ 539822 w 612711"/>
                  <a:gd name="connsiteY16" fmla="*/ 403320 h 613079"/>
                  <a:gd name="connsiteX17" fmla="*/ 551381 w 612711"/>
                  <a:gd name="connsiteY17" fmla="*/ 375563 h 613079"/>
                  <a:gd name="connsiteX18" fmla="*/ 556682 w 612711"/>
                  <a:gd name="connsiteY18" fmla="*/ 371661 h 613079"/>
                  <a:gd name="connsiteX19" fmla="*/ 582893 w 612711"/>
                  <a:gd name="connsiteY19" fmla="*/ 365403 h 613079"/>
                  <a:gd name="connsiteX20" fmla="*/ 611975 w 612711"/>
                  <a:gd name="connsiteY20" fmla="*/ 357304 h 613079"/>
                  <a:gd name="connsiteX21" fmla="*/ 612711 w 612711"/>
                  <a:gd name="connsiteY21" fmla="*/ 357157 h 613079"/>
                  <a:gd name="connsiteX22" fmla="*/ 611975 w 612711"/>
                  <a:gd name="connsiteY22" fmla="*/ 258793 h 613079"/>
                  <a:gd name="connsiteX23" fmla="*/ 581715 w 612711"/>
                  <a:gd name="connsiteY23" fmla="*/ 250768 h 613079"/>
                  <a:gd name="connsiteX24" fmla="*/ 554105 w 612711"/>
                  <a:gd name="connsiteY24" fmla="*/ 244363 h 613079"/>
                  <a:gd name="connsiteX25" fmla="*/ 548289 w 612711"/>
                  <a:gd name="connsiteY25" fmla="*/ 239724 h 613079"/>
                  <a:gd name="connsiteX26" fmla="*/ 528410 w 612711"/>
                  <a:gd name="connsiteY26" fmla="*/ 183990 h 613079"/>
                  <a:gd name="connsiteX27" fmla="*/ 529220 w 612711"/>
                  <a:gd name="connsiteY27" fmla="*/ 177585 h 613079"/>
                  <a:gd name="connsiteX28" fmla="*/ 559554 w 612711"/>
                  <a:gd name="connsiteY28" fmla="*/ 125016 h 613079"/>
                  <a:gd name="connsiteX29" fmla="*/ 559922 w 612711"/>
                  <a:gd name="connsiteY29" fmla="*/ 124353 h 613079"/>
                  <a:gd name="connsiteX30" fmla="*/ 559333 w 612711"/>
                  <a:gd name="connsiteY30" fmla="*/ 123838 h 613079"/>
                  <a:gd name="connsiteX31" fmla="*/ 524876 w 612711"/>
                  <a:gd name="connsiteY31" fmla="*/ 90854 h 613079"/>
                  <a:gd name="connsiteX32" fmla="*/ 488579 w 612711"/>
                  <a:gd name="connsiteY32" fmla="*/ 58974 h 613079"/>
                  <a:gd name="connsiteX33" fmla="*/ 488137 w 612711"/>
                  <a:gd name="connsiteY33" fmla="*/ 58753 h 613079"/>
                  <a:gd name="connsiteX34" fmla="*/ 487695 w 612711"/>
                  <a:gd name="connsiteY34" fmla="*/ 58974 h 613079"/>
                  <a:gd name="connsiteX35" fmla="*/ 460012 w 612711"/>
                  <a:gd name="connsiteY35" fmla="*/ 74509 h 613079"/>
                  <a:gd name="connsiteX36" fmla="*/ 435863 w 612711"/>
                  <a:gd name="connsiteY36" fmla="*/ 87025 h 613079"/>
                  <a:gd name="connsiteX37" fmla="*/ 429384 w 612711"/>
                  <a:gd name="connsiteY37" fmla="*/ 86215 h 613079"/>
                  <a:gd name="connsiteX38" fmla="*/ 403688 w 612711"/>
                  <a:gd name="connsiteY38" fmla="*/ 73846 h 613079"/>
                  <a:gd name="connsiteX39" fmla="*/ 377110 w 612711"/>
                  <a:gd name="connsiteY39" fmla="*/ 63539 h 613079"/>
                  <a:gd name="connsiteX40" fmla="*/ 372839 w 612711"/>
                  <a:gd name="connsiteY40" fmla="*/ 58606 h 613079"/>
                  <a:gd name="connsiteX41" fmla="*/ 355832 w 612711"/>
                  <a:gd name="connsiteY41" fmla="*/ 589 h 613079"/>
                  <a:gd name="connsiteX42" fmla="*/ 355611 w 612711"/>
                  <a:gd name="connsiteY42" fmla="*/ 0 h 613079"/>
                  <a:gd name="connsiteX43" fmla="*/ 259898 w 612711"/>
                  <a:gd name="connsiteY43" fmla="*/ 663 h 613079"/>
                  <a:gd name="connsiteX44" fmla="*/ 250915 w 612711"/>
                  <a:gd name="connsiteY44" fmla="*/ 32616 h 613079"/>
                  <a:gd name="connsiteX45" fmla="*/ 243332 w 612711"/>
                  <a:gd name="connsiteY45" fmla="*/ 60520 h 613079"/>
                  <a:gd name="connsiteX46" fmla="*/ 238178 w 612711"/>
                  <a:gd name="connsiteY46" fmla="*/ 65600 h 613079"/>
                  <a:gd name="connsiteX47" fmla="*/ 185168 w 612711"/>
                  <a:gd name="connsiteY47" fmla="*/ 86363 h 613079"/>
                  <a:gd name="connsiteX48" fmla="*/ 178026 w 612711"/>
                  <a:gd name="connsiteY48" fmla="*/ 85626 h 613079"/>
                  <a:gd name="connsiteX49" fmla="*/ 125531 w 612711"/>
                  <a:gd name="connsiteY49" fmla="*/ 55882 h 613079"/>
                  <a:gd name="connsiteX50" fmla="*/ 124942 w 612711"/>
                  <a:gd name="connsiteY50" fmla="*/ 55587 h 613079"/>
                  <a:gd name="connsiteX51" fmla="*/ 124501 w 612711"/>
                  <a:gd name="connsiteY51" fmla="*/ 56029 h 613079"/>
                  <a:gd name="connsiteX52" fmla="*/ 56323 w 612711"/>
                  <a:gd name="connsiteY52" fmla="*/ 126489 h 613079"/>
                  <a:gd name="connsiteX53" fmla="*/ 55882 w 612711"/>
                  <a:gd name="connsiteY53" fmla="*/ 127078 h 613079"/>
                  <a:gd name="connsiteX54" fmla="*/ 56397 w 612711"/>
                  <a:gd name="connsiteY54" fmla="*/ 127667 h 613079"/>
                  <a:gd name="connsiteX55" fmla="*/ 86510 w 612711"/>
                  <a:gd name="connsiteY55" fmla="*/ 176407 h 613079"/>
                  <a:gd name="connsiteX56" fmla="*/ 86289 w 612711"/>
                  <a:gd name="connsiteY56" fmla="*/ 183696 h 613079"/>
                  <a:gd name="connsiteX57" fmla="*/ 73331 w 612711"/>
                  <a:gd name="connsiteY57" fmla="*/ 210201 h 613079"/>
                  <a:gd name="connsiteX58" fmla="*/ 61256 w 612711"/>
                  <a:gd name="connsiteY58" fmla="*/ 237442 h 613079"/>
                  <a:gd name="connsiteX59" fmla="*/ 55882 w 612711"/>
                  <a:gd name="connsiteY59" fmla="*/ 241418 h 613079"/>
                  <a:gd name="connsiteX60" fmla="*/ 29818 w 612711"/>
                  <a:gd name="connsiteY60" fmla="*/ 247676 h 613079"/>
                  <a:gd name="connsiteX61" fmla="*/ 736 w 612711"/>
                  <a:gd name="connsiteY61" fmla="*/ 255775 h 613079"/>
                  <a:gd name="connsiteX62" fmla="*/ 0 w 612711"/>
                  <a:gd name="connsiteY62" fmla="*/ 255922 h 613079"/>
                  <a:gd name="connsiteX63" fmla="*/ 736 w 612711"/>
                  <a:gd name="connsiteY63" fmla="*/ 354286 h 613079"/>
                  <a:gd name="connsiteX64" fmla="*/ 31217 w 612711"/>
                  <a:gd name="connsiteY64" fmla="*/ 362384 h 613079"/>
                  <a:gd name="connsiteX65" fmla="*/ 57133 w 612711"/>
                  <a:gd name="connsiteY65" fmla="*/ 368348 h 613079"/>
                  <a:gd name="connsiteX66" fmla="*/ 63097 w 612711"/>
                  <a:gd name="connsiteY66" fmla="*/ 374017 h 613079"/>
                  <a:gd name="connsiteX67" fmla="*/ 72521 w 612711"/>
                  <a:gd name="connsiteY67" fmla="*/ 402363 h 613079"/>
                  <a:gd name="connsiteX68" fmla="*/ 84301 w 612711"/>
                  <a:gd name="connsiteY68" fmla="*/ 429089 h 613079"/>
                  <a:gd name="connsiteX69" fmla="*/ 83859 w 612711"/>
                  <a:gd name="connsiteY69" fmla="*/ 435495 h 613079"/>
                  <a:gd name="connsiteX70" fmla="*/ 56176 w 612711"/>
                  <a:gd name="connsiteY70" fmla="*/ 488137 h 613079"/>
                  <a:gd name="connsiteX71" fmla="*/ 56029 w 612711"/>
                  <a:gd name="connsiteY71" fmla="*/ 488652 h 613079"/>
                  <a:gd name="connsiteX72" fmla="*/ 56397 w 612711"/>
                  <a:gd name="connsiteY72" fmla="*/ 489020 h 613079"/>
                  <a:gd name="connsiteX73" fmla="*/ 124648 w 612711"/>
                  <a:gd name="connsiteY73" fmla="*/ 553958 h 613079"/>
                  <a:gd name="connsiteX74" fmla="*/ 125090 w 612711"/>
                  <a:gd name="connsiteY74" fmla="*/ 554252 h 613079"/>
                  <a:gd name="connsiteX75" fmla="*/ 125531 w 612711"/>
                  <a:gd name="connsiteY75" fmla="*/ 554032 h 613079"/>
                  <a:gd name="connsiteX76" fmla="*/ 152625 w 612711"/>
                  <a:gd name="connsiteY76" fmla="*/ 538644 h 613079"/>
                  <a:gd name="connsiteX77" fmla="*/ 178174 w 612711"/>
                  <a:gd name="connsiteY77" fmla="*/ 525833 h 613079"/>
                  <a:gd name="connsiteX78" fmla="*/ 183843 w 612711"/>
                  <a:gd name="connsiteY78" fmla="*/ 526127 h 613079"/>
                  <a:gd name="connsiteX79" fmla="*/ 236338 w 612711"/>
                  <a:gd name="connsiteY79" fmla="*/ 549614 h 613079"/>
                  <a:gd name="connsiteX80" fmla="*/ 240313 w 612711"/>
                  <a:gd name="connsiteY80" fmla="*/ 554032 h 613079"/>
                  <a:gd name="connsiteX81" fmla="*/ 247602 w 612711"/>
                  <a:gd name="connsiteY81" fmla="*/ 581494 h 613079"/>
                  <a:gd name="connsiteX82" fmla="*/ 257100 w 612711"/>
                  <a:gd name="connsiteY82" fmla="*/ 612417 h 613079"/>
                  <a:gd name="connsiteX83" fmla="*/ 257395 w 612711"/>
                  <a:gd name="connsiteY83" fmla="*/ 612932 h 6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612711" h="613079">
                    <a:moveTo>
                      <a:pt x="257027" y="613079"/>
                    </a:moveTo>
                    <a:lnTo>
                      <a:pt x="352666" y="612564"/>
                    </a:lnTo>
                    <a:cubicBezTo>
                      <a:pt x="355537" y="606821"/>
                      <a:pt x="358850" y="595704"/>
                      <a:pt x="362605" y="579580"/>
                    </a:cubicBezTo>
                    <a:cubicBezTo>
                      <a:pt x="365403" y="567431"/>
                      <a:pt x="368422" y="558007"/>
                      <a:pt x="371661" y="551528"/>
                    </a:cubicBezTo>
                    <a:cubicBezTo>
                      <a:pt x="372618" y="549540"/>
                      <a:pt x="374533" y="548068"/>
                      <a:pt x="376668" y="547626"/>
                    </a:cubicBezTo>
                    <a:cubicBezTo>
                      <a:pt x="392792" y="544166"/>
                      <a:pt x="410094" y="537319"/>
                      <a:pt x="427985" y="527306"/>
                    </a:cubicBezTo>
                    <a:cubicBezTo>
                      <a:pt x="430414" y="525980"/>
                      <a:pt x="433359" y="526054"/>
                      <a:pt x="435642" y="527600"/>
                    </a:cubicBezTo>
                    <a:cubicBezTo>
                      <a:pt x="452576" y="538865"/>
                      <a:pt x="470099" y="548804"/>
                      <a:pt x="487621" y="557197"/>
                    </a:cubicBezTo>
                    <a:lnTo>
                      <a:pt x="488210" y="557492"/>
                    </a:lnTo>
                    <a:lnTo>
                      <a:pt x="488652" y="557050"/>
                    </a:lnTo>
                    <a:cubicBezTo>
                      <a:pt x="527968" y="518544"/>
                      <a:pt x="550718" y="494837"/>
                      <a:pt x="556461" y="486591"/>
                    </a:cubicBezTo>
                    <a:lnTo>
                      <a:pt x="556829" y="486002"/>
                    </a:lnTo>
                    <a:lnTo>
                      <a:pt x="556388" y="485486"/>
                    </a:lnTo>
                    <a:cubicBezTo>
                      <a:pt x="551528" y="479228"/>
                      <a:pt x="545933" y="470540"/>
                      <a:pt x="539748" y="459570"/>
                    </a:cubicBezTo>
                    <a:cubicBezTo>
                      <a:pt x="534006" y="449483"/>
                      <a:pt x="529735" y="442047"/>
                      <a:pt x="526864" y="437188"/>
                    </a:cubicBezTo>
                    <a:cubicBezTo>
                      <a:pt x="525391" y="434685"/>
                      <a:pt x="525539" y="431592"/>
                      <a:pt x="527232" y="429236"/>
                    </a:cubicBezTo>
                    <a:cubicBezTo>
                      <a:pt x="531502" y="423273"/>
                      <a:pt x="535772" y="414511"/>
                      <a:pt x="539822" y="403320"/>
                    </a:cubicBezTo>
                    <a:cubicBezTo>
                      <a:pt x="544608" y="390657"/>
                      <a:pt x="548510" y="381306"/>
                      <a:pt x="551381" y="375563"/>
                    </a:cubicBezTo>
                    <a:cubicBezTo>
                      <a:pt x="552412" y="373502"/>
                      <a:pt x="554400" y="372103"/>
                      <a:pt x="556682" y="371661"/>
                    </a:cubicBezTo>
                    <a:cubicBezTo>
                      <a:pt x="564192" y="370410"/>
                      <a:pt x="573027" y="368275"/>
                      <a:pt x="582893" y="365403"/>
                    </a:cubicBezTo>
                    <a:cubicBezTo>
                      <a:pt x="600710" y="360176"/>
                      <a:pt x="608514" y="358114"/>
                      <a:pt x="611975" y="357304"/>
                    </a:cubicBezTo>
                    <a:lnTo>
                      <a:pt x="612711" y="357157"/>
                    </a:lnTo>
                    <a:lnTo>
                      <a:pt x="611975" y="258793"/>
                    </a:lnTo>
                    <a:cubicBezTo>
                      <a:pt x="606527" y="257689"/>
                      <a:pt x="596661" y="255112"/>
                      <a:pt x="581715" y="250768"/>
                    </a:cubicBezTo>
                    <a:cubicBezTo>
                      <a:pt x="571186" y="247602"/>
                      <a:pt x="561909" y="245467"/>
                      <a:pt x="554105" y="244363"/>
                    </a:cubicBezTo>
                    <a:cubicBezTo>
                      <a:pt x="551455" y="243995"/>
                      <a:pt x="549246" y="242228"/>
                      <a:pt x="548289" y="239724"/>
                    </a:cubicBezTo>
                    <a:cubicBezTo>
                      <a:pt x="545859" y="233540"/>
                      <a:pt x="540485" y="218741"/>
                      <a:pt x="528410" y="183990"/>
                    </a:cubicBezTo>
                    <a:cubicBezTo>
                      <a:pt x="527674" y="181855"/>
                      <a:pt x="527968" y="179499"/>
                      <a:pt x="529220" y="177585"/>
                    </a:cubicBezTo>
                    <a:cubicBezTo>
                      <a:pt x="536730" y="166025"/>
                      <a:pt x="546669" y="148871"/>
                      <a:pt x="559554" y="125016"/>
                    </a:cubicBezTo>
                    <a:lnTo>
                      <a:pt x="559922" y="124353"/>
                    </a:lnTo>
                    <a:lnTo>
                      <a:pt x="559333" y="123838"/>
                    </a:lnTo>
                    <a:cubicBezTo>
                      <a:pt x="552264" y="118242"/>
                      <a:pt x="540705" y="107125"/>
                      <a:pt x="524876" y="90854"/>
                    </a:cubicBezTo>
                    <a:cubicBezTo>
                      <a:pt x="510814" y="75761"/>
                      <a:pt x="499033" y="65379"/>
                      <a:pt x="488579" y="58974"/>
                    </a:cubicBezTo>
                    <a:lnTo>
                      <a:pt x="488137" y="58753"/>
                    </a:lnTo>
                    <a:lnTo>
                      <a:pt x="487695" y="58974"/>
                    </a:lnTo>
                    <a:cubicBezTo>
                      <a:pt x="482247" y="61256"/>
                      <a:pt x="473191" y="66337"/>
                      <a:pt x="460012" y="74509"/>
                    </a:cubicBezTo>
                    <a:cubicBezTo>
                      <a:pt x="451250" y="80252"/>
                      <a:pt x="443078" y="84522"/>
                      <a:pt x="435863" y="87025"/>
                    </a:cubicBezTo>
                    <a:cubicBezTo>
                      <a:pt x="433728" y="87762"/>
                      <a:pt x="431298" y="87467"/>
                      <a:pt x="429384" y="86215"/>
                    </a:cubicBezTo>
                    <a:cubicBezTo>
                      <a:pt x="423052" y="82019"/>
                      <a:pt x="414658" y="77969"/>
                      <a:pt x="403688" y="73846"/>
                    </a:cubicBezTo>
                    <a:cubicBezTo>
                      <a:pt x="389184" y="68398"/>
                      <a:pt x="381306" y="65306"/>
                      <a:pt x="377110" y="63539"/>
                    </a:cubicBezTo>
                    <a:cubicBezTo>
                      <a:pt x="374974" y="62655"/>
                      <a:pt x="373428" y="60815"/>
                      <a:pt x="372839" y="58606"/>
                    </a:cubicBezTo>
                    <a:cubicBezTo>
                      <a:pt x="364814" y="28272"/>
                      <a:pt x="359145" y="8761"/>
                      <a:pt x="355832" y="589"/>
                    </a:cubicBezTo>
                    <a:lnTo>
                      <a:pt x="355611" y="0"/>
                    </a:lnTo>
                    <a:lnTo>
                      <a:pt x="259898" y="663"/>
                    </a:lnTo>
                    <a:cubicBezTo>
                      <a:pt x="257321" y="8909"/>
                      <a:pt x="254302" y="19658"/>
                      <a:pt x="250915" y="32616"/>
                    </a:cubicBezTo>
                    <a:cubicBezTo>
                      <a:pt x="246940" y="47636"/>
                      <a:pt x="244657" y="55955"/>
                      <a:pt x="243332" y="60520"/>
                    </a:cubicBezTo>
                    <a:cubicBezTo>
                      <a:pt x="242596" y="63023"/>
                      <a:pt x="240682" y="64938"/>
                      <a:pt x="238178" y="65600"/>
                    </a:cubicBezTo>
                    <a:cubicBezTo>
                      <a:pt x="229490" y="67883"/>
                      <a:pt x="212115" y="74656"/>
                      <a:pt x="185168" y="86363"/>
                    </a:cubicBezTo>
                    <a:cubicBezTo>
                      <a:pt x="182812" y="87393"/>
                      <a:pt x="180088" y="87099"/>
                      <a:pt x="178026" y="85626"/>
                    </a:cubicBezTo>
                    <a:cubicBezTo>
                      <a:pt x="165363" y="76644"/>
                      <a:pt x="147693" y="66705"/>
                      <a:pt x="125531" y="55882"/>
                    </a:cubicBezTo>
                    <a:lnTo>
                      <a:pt x="124942" y="55587"/>
                    </a:lnTo>
                    <a:lnTo>
                      <a:pt x="124501" y="56029"/>
                    </a:lnTo>
                    <a:cubicBezTo>
                      <a:pt x="84964" y="94535"/>
                      <a:pt x="61993" y="118242"/>
                      <a:pt x="56323" y="126489"/>
                    </a:cubicBezTo>
                    <a:lnTo>
                      <a:pt x="55882" y="127078"/>
                    </a:lnTo>
                    <a:lnTo>
                      <a:pt x="56397" y="127667"/>
                    </a:lnTo>
                    <a:cubicBezTo>
                      <a:pt x="62803" y="134808"/>
                      <a:pt x="72889" y="151227"/>
                      <a:pt x="86510" y="176407"/>
                    </a:cubicBezTo>
                    <a:cubicBezTo>
                      <a:pt x="87761" y="178689"/>
                      <a:pt x="87688" y="181487"/>
                      <a:pt x="86289" y="183696"/>
                    </a:cubicBezTo>
                    <a:cubicBezTo>
                      <a:pt x="82313" y="190248"/>
                      <a:pt x="78043" y="198862"/>
                      <a:pt x="73331" y="210201"/>
                    </a:cubicBezTo>
                    <a:cubicBezTo>
                      <a:pt x="68104" y="222643"/>
                      <a:pt x="64054" y="231773"/>
                      <a:pt x="61256" y="237442"/>
                    </a:cubicBezTo>
                    <a:cubicBezTo>
                      <a:pt x="60226" y="239577"/>
                      <a:pt x="58238" y="240976"/>
                      <a:pt x="55882" y="241418"/>
                    </a:cubicBezTo>
                    <a:cubicBezTo>
                      <a:pt x="48372" y="242670"/>
                      <a:pt x="39831" y="244731"/>
                      <a:pt x="29818" y="247676"/>
                    </a:cubicBezTo>
                    <a:cubicBezTo>
                      <a:pt x="14946" y="252020"/>
                      <a:pt x="5448" y="254670"/>
                      <a:pt x="736" y="255775"/>
                    </a:cubicBezTo>
                    <a:lnTo>
                      <a:pt x="0" y="255922"/>
                    </a:lnTo>
                    <a:lnTo>
                      <a:pt x="736" y="354286"/>
                    </a:lnTo>
                    <a:cubicBezTo>
                      <a:pt x="6405" y="355390"/>
                      <a:pt x="16639" y="358114"/>
                      <a:pt x="31217" y="362384"/>
                    </a:cubicBezTo>
                    <a:cubicBezTo>
                      <a:pt x="41009" y="365035"/>
                      <a:pt x="49771" y="367097"/>
                      <a:pt x="57133" y="368348"/>
                    </a:cubicBezTo>
                    <a:cubicBezTo>
                      <a:pt x="60078" y="368864"/>
                      <a:pt x="62434" y="371146"/>
                      <a:pt x="63097" y="374017"/>
                    </a:cubicBezTo>
                    <a:cubicBezTo>
                      <a:pt x="64864" y="382631"/>
                      <a:pt x="68030" y="392203"/>
                      <a:pt x="72521" y="402363"/>
                    </a:cubicBezTo>
                    <a:cubicBezTo>
                      <a:pt x="79221" y="417162"/>
                      <a:pt x="82608" y="424966"/>
                      <a:pt x="84301" y="429089"/>
                    </a:cubicBezTo>
                    <a:cubicBezTo>
                      <a:pt x="85184" y="431224"/>
                      <a:pt x="84964" y="433580"/>
                      <a:pt x="83859" y="435495"/>
                    </a:cubicBezTo>
                    <a:cubicBezTo>
                      <a:pt x="67146" y="464429"/>
                      <a:pt x="57870" y="482099"/>
                      <a:pt x="56176" y="488137"/>
                    </a:cubicBezTo>
                    <a:lnTo>
                      <a:pt x="56029" y="488652"/>
                    </a:lnTo>
                    <a:lnTo>
                      <a:pt x="56397" y="489020"/>
                    </a:lnTo>
                    <a:cubicBezTo>
                      <a:pt x="93431" y="526716"/>
                      <a:pt x="116328" y="548583"/>
                      <a:pt x="124648" y="553958"/>
                    </a:cubicBezTo>
                    <a:lnTo>
                      <a:pt x="125090" y="554252"/>
                    </a:lnTo>
                    <a:lnTo>
                      <a:pt x="125531" y="554032"/>
                    </a:lnTo>
                    <a:cubicBezTo>
                      <a:pt x="130759" y="551676"/>
                      <a:pt x="139888" y="546522"/>
                      <a:pt x="152625" y="538644"/>
                    </a:cubicBezTo>
                    <a:cubicBezTo>
                      <a:pt x="162123" y="532827"/>
                      <a:pt x="170664" y="528483"/>
                      <a:pt x="178174" y="525833"/>
                    </a:cubicBezTo>
                    <a:cubicBezTo>
                      <a:pt x="180014" y="525170"/>
                      <a:pt x="182076" y="525244"/>
                      <a:pt x="183843" y="526127"/>
                    </a:cubicBezTo>
                    <a:cubicBezTo>
                      <a:pt x="189144" y="528631"/>
                      <a:pt x="202175" y="534594"/>
                      <a:pt x="236338" y="549614"/>
                    </a:cubicBezTo>
                    <a:cubicBezTo>
                      <a:pt x="238252" y="550424"/>
                      <a:pt x="239651" y="552044"/>
                      <a:pt x="240313" y="554032"/>
                    </a:cubicBezTo>
                    <a:cubicBezTo>
                      <a:pt x="242301" y="560069"/>
                      <a:pt x="244731" y="569346"/>
                      <a:pt x="247602" y="581494"/>
                    </a:cubicBezTo>
                    <a:cubicBezTo>
                      <a:pt x="250768" y="595630"/>
                      <a:pt x="253860" y="605717"/>
                      <a:pt x="257100" y="612417"/>
                    </a:cubicBezTo>
                    <a:lnTo>
                      <a:pt x="257395" y="612932"/>
                    </a:ln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9" name="Freeform: Shape 11">
                <a:extLst>
                  <a:ext uri="{FF2B5EF4-FFF2-40B4-BE49-F238E27FC236}">
                    <a16:creationId xmlns:a16="http://schemas.microsoft.com/office/drawing/2014/main" id="{59355528-FF33-BC8C-160F-02447A9DF538}"/>
                  </a:ext>
                </a:extLst>
              </p:cNvPr>
              <p:cNvSpPr/>
              <p:nvPr/>
            </p:nvSpPr>
            <p:spPr>
              <a:xfrm>
                <a:off x="11055048" y="1930541"/>
                <a:ext cx="364004" cy="364004"/>
              </a:xfrm>
              <a:custGeom>
                <a:avLst/>
                <a:gdLst>
                  <a:gd name="connsiteX0" fmla="*/ 364004 w 364004"/>
                  <a:gd name="connsiteY0" fmla="*/ 182002 h 364004"/>
                  <a:gd name="connsiteX1" fmla="*/ 182002 w 364004"/>
                  <a:gd name="connsiteY1" fmla="*/ 364004 h 364004"/>
                  <a:gd name="connsiteX2" fmla="*/ 0 w 364004"/>
                  <a:gd name="connsiteY2" fmla="*/ 182002 h 364004"/>
                  <a:gd name="connsiteX3" fmla="*/ 182002 w 364004"/>
                  <a:gd name="connsiteY3" fmla="*/ 0 h 364004"/>
                  <a:gd name="connsiteX4" fmla="*/ 364004 w 364004"/>
                  <a:gd name="connsiteY4" fmla="*/ 182002 h 364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004" h="364004">
                    <a:moveTo>
                      <a:pt x="364004" y="182002"/>
                    </a:moveTo>
                    <a:cubicBezTo>
                      <a:pt x="364004" y="282519"/>
                      <a:pt x="282519" y="364004"/>
                      <a:pt x="182002" y="364004"/>
                    </a:cubicBezTo>
                    <a:cubicBezTo>
                      <a:pt x="81485" y="364004"/>
                      <a:pt x="0" y="282519"/>
                      <a:pt x="0" y="182002"/>
                    </a:cubicBezTo>
                    <a:cubicBezTo>
                      <a:pt x="0" y="81485"/>
                      <a:pt x="81485" y="0"/>
                      <a:pt x="182002" y="0"/>
                    </a:cubicBezTo>
                    <a:cubicBezTo>
                      <a:pt x="282519" y="0"/>
                      <a:pt x="364004" y="81485"/>
                      <a:pt x="364004" y="182002"/>
                    </a:cubicBez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34" name="Graphic 6">
              <a:extLst>
                <a:ext uri="{FF2B5EF4-FFF2-40B4-BE49-F238E27FC236}">
                  <a16:creationId xmlns:a16="http://schemas.microsoft.com/office/drawing/2014/main" id="{112761DA-4A35-5511-E41A-687BE4EEF994}"/>
                </a:ext>
              </a:extLst>
            </p:cNvPr>
            <p:cNvGrpSpPr/>
            <p:nvPr/>
          </p:nvGrpSpPr>
          <p:grpSpPr>
            <a:xfrm>
              <a:off x="10373203" y="2030525"/>
              <a:ext cx="936148" cy="161386"/>
              <a:chOff x="10373203" y="2030525"/>
              <a:chExt cx="936148" cy="161386"/>
            </a:xfrm>
            <a:noFill/>
          </p:grpSpPr>
          <p:sp>
            <p:nvSpPr>
              <p:cNvPr id="45" name="Freeform: Shape 43">
                <a:extLst>
                  <a:ext uri="{FF2B5EF4-FFF2-40B4-BE49-F238E27FC236}">
                    <a16:creationId xmlns:a16="http://schemas.microsoft.com/office/drawing/2014/main" id="{7EF4B7D9-783B-5130-4790-2135D8B2FBF6}"/>
                  </a:ext>
                </a:extLst>
              </p:cNvPr>
              <p:cNvSpPr/>
              <p:nvPr/>
            </p:nvSpPr>
            <p:spPr>
              <a:xfrm>
                <a:off x="10534590" y="2111218"/>
                <a:ext cx="615877" cy="7362"/>
              </a:xfrm>
              <a:custGeom>
                <a:avLst/>
                <a:gdLst>
                  <a:gd name="connsiteX0" fmla="*/ 615877 w 615877"/>
                  <a:gd name="connsiteY0" fmla="*/ 0 h 7362"/>
                  <a:gd name="connsiteX1" fmla="*/ 0 w 615877"/>
                  <a:gd name="connsiteY1" fmla="*/ 0 h 7362"/>
                </a:gdLst>
                <a:ahLst/>
                <a:cxnLst>
                  <a:cxn ang="0">
                    <a:pos x="connsiteX0" y="connsiteY0"/>
                  </a:cxn>
                  <a:cxn ang="0">
                    <a:pos x="connsiteX1" y="connsiteY1"/>
                  </a:cxn>
                </a:cxnLst>
                <a:rect l="l" t="t" r="r" b="b"/>
                <a:pathLst>
                  <a:path w="615877" h="7362">
                    <a:moveTo>
                      <a:pt x="615877" y="0"/>
                    </a:moveTo>
                    <a:lnTo>
                      <a:pt x="0" y="0"/>
                    </a:lnTo>
                  </a:path>
                </a:pathLst>
              </a:custGeom>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6" name="Freeform: Shape 44">
                <a:extLst>
                  <a:ext uri="{FF2B5EF4-FFF2-40B4-BE49-F238E27FC236}">
                    <a16:creationId xmlns:a16="http://schemas.microsoft.com/office/drawing/2014/main" id="{88E29F00-8873-F246-75C0-CC4A900AA005}"/>
                  </a:ext>
                </a:extLst>
              </p:cNvPr>
              <p:cNvSpPr/>
              <p:nvPr/>
            </p:nvSpPr>
            <p:spPr>
              <a:xfrm>
                <a:off x="11147964" y="2030525"/>
                <a:ext cx="161387" cy="161386"/>
              </a:xfrm>
              <a:custGeom>
                <a:avLst/>
                <a:gdLst>
                  <a:gd name="connsiteX0" fmla="*/ 161387 w 161387"/>
                  <a:gd name="connsiteY0" fmla="*/ 80693 h 161386"/>
                  <a:gd name="connsiteX1" fmla="*/ 80693 w 161387"/>
                  <a:gd name="connsiteY1" fmla="*/ 161387 h 161386"/>
                  <a:gd name="connsiteX2" fmla="*/ 0 w 161387"/>
                  <a:gd name="connsiteY2" fmla="*/ 80693 h 161386"/>
                  <a:gd name="connsiteX3" fmla="*/ 80693 w 161387"/>
                  <a:gd name="connsiteY3" fmla="*/ 0 h 161386"/>
                  <a:gd name="connsiteX4" fmla="*/ 161387 w 161387"/>
                  <a:gd name="connsiteY4" fmla="*/ 80693 h 16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387" h="161386">
                    <a:moveTo>
                      <a:pt x="161387" y="80693"/>
                    </a:moveTo>
                    <a:cubicBezTo>
                      <a:pt x="161387" y="125259"/>
                      <a:pt x="125259" y="161387"/>
                      <a:pt x="80693" y="161387"/>
                    </a:cubicBezTo>
                    <a:cubicBezTo>
                      <a:pt x="36128" y="161387"/>
                      <a:pt x="0" y="125259"/>
                      <a:pt x="0" y="80693"/>
                    </a:cubicBezTo>
                    <a:cubicBezTo>
                      <a:pt x="0" y="36128"/>
                      <a:pt x="36128" y="0"/>
                      <a:pt x="80693" y="0"/>
                    </a:cubicBezTo>
                    <a:cubicBezTo>
                      <a:pt x="125259" y="0"/>
                      <a:pt x="161387" y="36128"/>
                      <a:pt x="161387" y="80693"/>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7" name="Freeform: Shape 45">
                <a:extLst>
                  <a:ext uri="{FF2B5EF4-FFF2-40B4-BE49-F238E27FC236}">
                    <a16:creationId xmlns:a16="http://schemas.microsoft.com/office/drawing/2014/main" id="{17EFD1D7-8075-77E7-77DF-E2E1D8E55B45}"/>
                  </a:ext>
                </a:extLst>
              </p:cNvPr>
              <p:cNvSpPr/>
              <p:nvPr/>
            </p:nvSpPr>
            <p:spPr>
              <a:xfrm>
                <a:off x="10373203" y="2030525"/>
                <a:ext cx="161387" cy="161386"/>
              </a:xfrm>
              <a:custGeom>
                <a:avLst/>
                <a:gdLst>
                  <a:gd name="connsiteX0" fmla="*/ 161387 w 161387"/>
                  <a:gd name="connsiteY0" fmla="*/ 80693 h 161386"/>
                  <a:gd name="connsiteX1" fmla="*/ 80694 w 161387"/>
                  <a:gd name="connsiteY1" fmla="*/ 161387 h 161386"/>
                  <a:gd name="connsiteX2" fmla="*/ 0 w 161387"/>
                  <a:gd name="connsiteY2" fmla="*/ 80693 h 161386"/>
                  <a:gd name="connsiteX3" fmla="*/ 80694 w 161387"/>
                  <a:gd name="connsiteY3" fmla="*/ 0 h 161386"/>
                  <a:gd name="connsiteX4" fmla="*/ 161387 w 161387"/>
                  <a:gd name="connsiteY4" fmla="*/ 80693 h 16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387" h="161386">
                    <a:moveTo>
                      <a:pt x="161387" y="80693"/>
                    </a:moveTo>
                    <a:cubicBezTo>
                      <a:pt x="161387" y="125259"/>
                      <a:pt x="125259" y="161387"/>
                      <a:pt x="80694" y="161387"/>
                    </a:cubicBezTo>
                    <a:cubicBezTo>
                      <a:pt x="36128" y="161387"/>
                      <a:pt x="0" y="125259"/>
                      <a:pt x="0" y="80693"/>
                    </a:cubicBezTo>
                    <a:cubicBezTo>
                      <a:pt x="0" y="36128"/>
                      <a:pt x="36128" y="0"/>
                      <a:pt x="80694" y="0"/>
                    </a:cubicBezTo>
                    <a:cubicBezTo>
                      <a:pt x="125259" y="0"/>
                      <a:pt x="161387" y="36128"/>
                      <a:pt x="161387" y="80693"/>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35" name="Graphic 6">
              <a:extLst>
                <a:ext uri="{FF2B5EF4-FFF2-40B4-BE49-F238E27FC236}">
                  <a16:creationId xmlns:a16="http://schemas.microsoft.com/office/drawing/2014/main" id="{FE80F247-198B-503D-5A93-FE63375DABDF}"/>
                </a:ext>
              </a:extLst>
            </p:cNvPr>
            <p:cNvGrpSpPr/>
            <p:nvPr/>
          </p:nvGrpSpPr>
          <p:grpSpPr>
            <a:xfrm>
              <a:off x="9469303" y="1724685"/>
              <a:ext cx="984593" cy="773140"/>
              <a:chOff x="9469303" y="1724685"/>
              <a:chExt cx="984593" cy="773140"/>
            </a:xfrm>
            <a:noFill/>
          </p:grpSpPr>
          <p:sp>
            <p:nvSpPr>
              <p:cNvPr id="36" name="Freeform: Shape 47">
                <a:extLst>
                  <a:ext uri="{FF2B5EF4-FFF2-40B4-BE49-F238E27FC236}">
                    <a16:creationId xmlns:a16="http://schemas.microsoft.com/office/drawing/2014/main" id="{7E4EC9FA-A647-9CED-BA72-CF5633F1D103}"/>
                  </a:ext>
                </a:extLst>
              </p:cNvPr>
              <p:cNvSpPr/>
              <p:nvPr/>
            </p:nvSpPr>
            <p:spPr>
              <a:xfrm>
                <a:off x="9469377" y="1724685"/>
                <a:ext cx="984519" cy="773140"/>
              </a:xfrm>
              <a:custGeom>
                <a:avLst/>
                <a:gdLst>
                  <a:gd name="connsiteX0" fmla="*/ 984520 w 984519"/>
                  <a:gd name="connsiteY0" fmla="*/ 467301 h 773140"/>
                  <a:gd name="connsiteX1" fmla="*/ 984520 w 984519"/>
                  <a:gd name="connsiteY1" fmla="*/ 723223 h 773140"/>
                  <a:gd name="connsiteX2" fmla="*/ 934602 w 984519"/>
                  <a:gd name="connsiteY2" fmla="*/ 773141 h 773140"/>
                  <a:gd name="connsiteX3" fmla="*/ 49918 w 984519"/>
                  <a:gd name="connsiteY3" fmla="*/ 773141 h 773140"/>
                  <a:gd name="connsiteX4" fmla="*/ 0 w 984519"/>
                  <a:gd name="connsiteY4" fmla="*/ 723223 h 773140"/>
                  <a:gd name="connsiteX5" fmla="*/ 0 w 984519"/>
                  <a:gd name="connsiteY5" fmla="*/ 49918 h 773140"/>
                  <a:gd name="connsiteX6" fmla="*/ 49918 w 984519"/>
                  <a:gd name="connsiteY6" fmla="*/ 0 h 773140"/>
                  <a:gd name="connsiteX7" fmla="*/ 934602 w 984519"/>
                  <a:gd name="connsiteY7" fmla="*/ 0 h 773140"/>
                  <a:gd name="connsiteX8" fmla="*/ 984520 w 984519"/>
                  <a:gd name="connsiteY8" fmla="*/ 49918 h 773140"/>
                  <a:gd name="connsiteX9" fmla="*/ 984520 w 984519"/>
                  <a:gd name="connsiteY9" fmla="*/ 305840 h 77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4519" h="773140">
                    <a:moveTo>
                      <a:pt x="984520" y="467301"/>
                    </a:moveTo>
                    <a:lnTo>
                      <a:pt x="984520" y="723223"/>
                    </a:lnTo>
                    <a:cubicBezTo>
                      <a:pt x="984520" y="750832"/>
                      <a:pt x="962138" y="773141"/>
                      <a:pt x="934602" y="773141"/>
                    </a:cubicBezTo>
                    <a:lnTo>
                      <a:pt x="49918" y="773141"/>
                    </a:lnTo>
                    <a:cubicBezTo>
                      <a:pt x="22309" y="773141"/>
                      <a:pt x="0" y="750759"/>
                      <a:pt x="0" y="723223"/>
                    </a:cubicBezTo>
                    <a:lnTo>
                      <a:pt x="0" y="49918"/>
                    </a:lnTo>
                    <a:cubicBezTo>
                      <a:pt x="0" y="22309"/>
                      <a:pt x="22382" y="0"/>
                      <a:pt x="49918" y="0"/>
                    </a:cubicBezTo>
                    <a:lnTo>
                      <a:pt x="934602" y="0"/>
                    </a:lnTo>
                    <a:cubicBezTo>
                      <a:pt x="962211" y="0"/>
                      <a:pt x="984520" y="22382"/>
                      <a:pt x="984520" y="49918"/>
                    </a:cubicBezTo>
                    <a:lnTo>
                      <a:pt x="984520" y="305840"/>
                    </a:lnTo>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7" name="Freeform: Shape 48">
                <a:extLst>
                  <a:ext uri="{FF2B5EF4-FFF2-40B4-BE49-F238E27FC236}">
                    <a16:creationId xmlns:a16="http://schemas.microsoft.com/office/drawing/2014/main" id="{27048AA3-E371-2C3E-3FC7-641152297CDE}"/>
                  </a:ext>
                </a:extLst>
              </p:cNvPr>
              <p:cNvSpPr/>
              <p:nvPr/>
            </p:nvSpPr>
            <p:spPr>
              <a:xfrm>
                <a:off x="9469303" y="1888869"/>
                <a:ext cx="984593" cy="7362"/>
              </a:xfrm>
              <a:custGeom>
                <a:avLst/>
                <a:gdLst>
                  <a:gd name="connsiteX0" fmla="*/ 0 w 984593"/>
                  <a:gd name="connsiteY0" fmla="*/ 0 h 7362"/>
                  <a:gd name="connsiteX1" fmla="*/ 984593 w 984593"/>
                  <a:gd name="connsiteY1" fmla="*/ 0 h 7362"/>
                </a:gdLst>
                <a:ahLst/>
                <a:cxnLst>
                  <a:cxn ang="0">
                    <a:pos x="connsiteX0" y="connsiteY0"/>
                  </a:cxn>
                  <a:cxn ang="0">
                    <a:pos x="connsiteX1" y="connsiteY1"/>
                  </a:cxn>
                </a:cxnLst>
                <a:rect l="l" t="t" r="r" b="b"/>
                <a:pathLst>
                  <a:path w="984593" h="7362">
                    <a:moveTo>
                      <a:pt x="0" y="0"/>
                    </a:moveTo>
                    <a:lnTo>
                      <a:pt x="984593" y="0"/>
                    </a:lnTo>
                  </a:path>
                </a:pathLst>
              </a:custGeom>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38" name="Graphic 6">
                <a:extLst>
                  <a:ext uri="{FF2B5EF4-FFF2-40B4-BE49-F238E27FC236}">
                    <a16:creationId xmlns:a16="http://schemas.microsoft.com/office/drawing/2014/main" id="{9D3AFC3D-D308-C351-C452-771F43DF949E}"/>
                  </a:ext>
                </a:extLst>
              </p:cNvPr>
              <p:cNvGrpSpPr/>
              <p:nvPr/>
            </p:nvGrpSpPr>
            <p:grpSpPr>
              <a:xfrm>
                <a:off x="9661171" y="2008511"/>
                <a:ext cx="587310" cy="372397"/>
                <a:chOff x="9661171" y="2008511"/>
                <a:chExt cx="587310" cy="372397"/>
              </a:xfrm>
              <a:noFill/>
            </p:grpSpPr>
            <p:sp>
              <p:nvSpPr>
                <p:cNvPr id="42" name="Freeform: Shape 50">
                  <a:extLst>
                    <a:ext uri="{FF2B5EF4-FFF2-40B4-BE49-F238E27FC236}">
                      <a16:creationId xmlns:a16="http://schemas.microsoft.com/office/drawing/2014/main" id="{BC3E2FC3-4976-920B-83E5-0AF469EDFB7C}"/>
                    </a:ext>
                  </a:extLst>
                </p:cNvPr>
                <p:cNvSpPr/>
                <p:nvPr/>
              </p:nvSpPr>
              <p:spPr>
                <a:xfrm>
                  <a:off x="9661171" y="2040096"/>
                  <a:ext cx="143127" cy="286108"/>
                </a:xfrm>
                <a:custGeom>
                  <a:avLst/>
                  <a:gdLst>
                    <a:gd name="connsiteX0" fmla="*/ 143128 w 143127"/>
                    <a:gd name="connsiteY0" fmla="*/ 0 h 286108"/>
                    <a:gd name="connsiteX1" fmla="*/ 0 w 143127"/>
                    <a:gd name="connsiteY1" fmla="*/ 143054 h 286108"/>
                    <a:gd name="connsiteX2" fmla="*/ 143128 w 143127"/>
                    <a:gd name="connsiteY2" fmla="*/ 286109 h 286108"/>
                  </a:gdLst>
                  <a:ahLst/>
                  <a:cxnLst>
                    <a:cxn ang="0">
                      <a:pos x="connsiteX0" y="connsiteY0"/>
                    </a:cxn>
                    <a:cxn ang="0">
                      <a:pos x="connsiteX1" y="connsiteY1"/>
                    </a:cxn>
                    <a:cxn ang="0">
                      <a:pos x="connsiteX2" y="connsiteY2"/>
                    </a:cxn>
                  </a:cxnLst>
                  <a:rect l="l" t="t" r="r" b="b"/>
                  <a:pathLst>
                    <a:path w="143127" h="286108">
                      <a:moveTo>
                        <a:pt x="143128" y="0"/>
                      </a:moveTo>
                      <a:lnTo>
                        <a:pt x="0" y="143054"/>
                      </a:lnTo>
                      <a:lnTo>
                        <a:pt x="143128" y="286109"/>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3" name="Freeform: Shape 51">
                  <a:extLst>
                    <a:ext uri="{FF2B5EF4-FFF2-40B4-BE49-F238E27FC236}">
                      <a16:creationId xmlns:a16="http://schemas.microsoft.com/office/drawing/2014/main" id="{B0B5202B-E491-56CD-6C1D-AE5BBB9E3644}"/>
                    </a:ext>
                  </a:extLst>
                </p:cNvPr>
                <p:cNvSpPr/>
                <p:nvPr/>
              </p:nvSpPr>
              <p:spPr>
                <a:xfrm>
                  <a:off x="10105427" y="2040096"/>
                  <a:ext cx="143054" cy="286108"/>
                </a:xfrm>
                <a:custGeom>
                  <a:avLst/>
                  <a:gdLst>
                    <a:gd name="connsiteX0" fmla="*/ 0 w 143054"/>
                    <a:gd name="connsiteY0" fmla="*/ 0 h 286108"/>
                    <a:gd name="connsiteX1" fmla="*/ 143054 w 143054"/>
                    <a:gd name="connsiteY1" fmla="*/ 143054 h 286108"/>
                    <a:gd name="connsiteX2" fmla="*/ 0 w 143054"/>
                    <a:gd name="connsiteY2" fmla="*/ 286109 h 286108"/>
                  </a:gdLst>
                  <a:ahLst/>
                  <a:cxnLst>
                    <a:cxn ang="0">
                      <a:pos x="connsiteX0" y="connsiteY0"/>
                    </a:cxn>
                    <a:cxn ang="0">
                      <a:pos x="connsiteX1" y="connsiteY1"/>
                    </a:cxn>
                    <a:cxn ang="0">
                      <a:pos x="connsiteX2" y="connsiteY2"/>
                    </a:cxn>
                  </a:cxnLst>
                  <a:rect l="l" t="t" r="r" b="b"/>
                  <a:pathLst>
                    <a:path w="143054" h="286108">
                      <a:moveTo>
                        <a:pt x="0" y="0"/>
                      </a:moveTo>
                      <a:lnTo>
                        <a:pt x="143054" y="143054"/>
                      </a:lnTo>
                      <a:lnTo>
                        <a:pt x="0" y="286109"/>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4" name="Freeform: Shape 52">
                  <a:extLst>
                    <a:ext uri="{FF2B5EF4-FFF2-40B4-BE49-F238E27FC236}">
                      <a16:creationId xmlns:a16="http://schemas.microsoft.com/office/drawing/2014/main" id="{91D024DC-6D92-9527-B733-06AC115037CD}"/>
                    </a:ext>
                  </a:extLst>
                </p:cNvPr>
                <p:cNvSpPr/>
                <p:nvPr/>
              </p:nvSpPr>
              <p:spPr>
                <a:xfrm>
                  <a:off x="9878734" y="2008511"/>
                  <a:ext cx="152257" cy="372397"/>
                </a:xfrm>
                <a:custGeom>
                  <a:avLst/>
                  <a:gdLst>
                    <a:gd name="connsiteX0" fmla="*/ 152257 w 152257"/>
                    <a:gd name="connsiteY0" fmla="*/ 0 h 372397"/>
                    <a:gd name="connsiteX1" fmla="*/ 0 w 152257"/>
                    <a:gd name="connsiteY1" fmla="*/ 372398 h 372397"/>
                  </a:gdLst>
                  <a:ahLst/>
                  <a:cxnLst>
                    <a:cxn ang="0">
                      <a:pos x="connsiteX0" y="connsiteY0"/>
                    </a:cxn>
                    <a:cxn ang="0">
                      <a:pos x="connsiteX1" y="connsiteY1"/>
                    </a:cxn>
                  </a:cxnLst>
                  <a:rect l="l" t="t" r="r" b="b"/>
                  <a:pathLst>
                    <a:path w="152257" h="372397">
                      <a:moveTo>
                        <a:pt x="152257" y="0"/>
                      </a:moveTo>
                      <a:lnTo>
                        <a:pt x="0" y="372398"/>
                      </a:lnTo>
                    </a:path>
                  </a:pathLst>
                </a:custGeom>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39" name="Freeform: Shape 53">
                <a:extLst>
                  <a:ext uri="{FF2B5EF4-FFF2-40B4-BE49-F238E27FC236}">
                    <a16:creationId xmlns:a16="http://schemas.microsoft.com/office/drawing/2014/main" id="{3475758E-292F-4EF9-4B6B-A832197047F9}"/>
                  </a:ext>
                </a:extLst>
              </p:cNvPr>
              <p:cNvSpPr/>
              <p:nvPr/>
            </p:nvSpPr>
            <p:spPr>
              <a:xfrm>
                <a:off x="10106531" y="1777916"/>
                <a:ext cx="57280" cy="57280"/>
              </a:xfrm>
              <a:custGeom>
                <a:avLst/>
                <a:gdLst>
                  <a:gd name="connsiteX0" fmla="*/ 57281 w 57280"/>
                  <a:gd name="connsiteY0" fmla="*/ 28640 h 57280"/>
                  <a:gd name="connsiteX1" fmla="*/ 28640 w 57280"/>
                  <a:gd name="connsiteY1" fmla="*/ 57281 h 57280"/>
                  <a:gd name="connsiteX2" fmla="*/ 0 w 57280"/>
                  <a:gd name="connsiteY2" fmla="*/ 28640 h 57280"/>
                  <a:gd name="connsiteX3" fmla="*/ 28640 w 57280"/>
                  <a:gd name="connsiteY3" fmla="*/ 0 h 57280"/>
                  <a:gd name="connsiteX4" fmla="*/ 57281 w 57280"/>
                  <a:gd name="connsiteY4" fmla="*/ 28640 h 57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80" h="57280">
                    <a:moveTo>
                      <a:pt x="57281" y="28640"/>
                    </a:moveTo>
                    <a:cubicBezTo>
                      <a:pt x="57281" y="44458"/>
                      <a:pt x="44458" y="57281"/>
                      <a:pt x="28640" y="57281"/>
                    </a:cubicBezTo>
                    <a:cubicBezTo>
                      <a:pt x="12823" y="57281"/>
                      <a:pt x="0" y="44458"/>
                      <a:pt x="0" y="28640"/>
                    </a:cubicBezTo>
                    <a:cubicBezTo>
                      <a:pt x="0" y="12823"/>
                      <a:pt x="12823" y="0"/>
                      <a:pt x="28640" y="0"/>
                    </a:cubicBezTo>
                    <a:cubicBezTo>
                      <a:pt x="44458" y="0"/>
                      <a:pt x="57281" y="12823"/>
                      <a:pt x="57281" y="28640"/>
                    </a:cubicBez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0" name="Freeform: Shape 54">
                <a:extLst>
                  <a:ext uri="{FF2B5EF4-FFF2-40B4-BE49-F238E27FC236}">
                    <a16:creationId xmlns:a16="http://schemas.microsoft.com/office/drawing/2014/main" id="{17CAB70F-434D-7F52-05F0-EAE7516B917D}"/>
                  </a:ext>
                </a:extLst>
              </p:cNvPr>
              <p:cNvSpPr/>
              <p:nvPr/>
            </p:nvSpPr>
            <p:spPr>
              <a:xfrm>
                <a:off x="10216233" y="1777916"/>
                <a:ext cx="57280" cy="57280"/>
              </a:xfrm>
              <a:custGeom>
                <a:avLst/>
                <a:gdLst>
                  <a:gd name="connsiteX0" fmla="*/ 57281 w 57280"/>
                  <a:gd name="connsiteY0" fmla="*/ 28640 h 57280"/>
                  <a:gd name="connsiteX1" fmla="*/ 28640 w 57280"/>
                  <a:gd name="connsiteY1" fmla="*/ 57281 h 57280"/>
                  <a:gd name="connsiteX2" fmla="*/ 0 w 57280"/>
                  <a:gd name="connsiteY2" fmla="*/ 28640 h 57280"/>
                  <a:gd name="connsiteX3" fmla="*/ 28640 w 57280"/>
                  <a:gd name="connsiteY3" fmla="*/ 0 h 57280"/>
                  <a:gd name="connsiteX4" fmla="*/ 57281 w 57280"/>
                  <a:gd name="connsiteY4" fmla="*/ 28640 h 57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80" h="57280">
                    <a:moveTo>
                      <a:pt x="57281" y="28640"/>
                    </a:moveTo>
                    <a:cubicBezTo>
                      <a:pt x="57281" y="44458"/>
                      <a:pt x="44458" y="57281"/>
                      <a:pt x="28640" y="57281"/>
                    </a:cubicBezTo>
                    <a:cubicBezTo>
                      <a:pt x="12823" y="57281"/>
                      <a:pt x="0" y="44458"/>
                      <a:pt x="0" y="28640"/>
                    </a:cubicBezTo>
                    <a:cubicBezTo>
                      <a:pt x="0" y="12823"/>
                      <a:pt x="12823" y="0"/>
                      <a:pt x="28640" y="0"/>
                    </a:cubicBezTo>
                    <a:cubicBezTo>
                      <a:pt x="44458" y="0"/>
                      <a:pt x="57281" y="12823"/>
                      <a:pt x="57281" y="28640"/>
                    </a:cubicBez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1" name="Freeform: Shape 55">
                <a:extLst>
                  <a:ext uri="{FF2B5EF4-FFF2-40B4-BE49-F238E27FC236}">
                    <a16:creationId xmlns:a16="http://schemas.microsoft.com/office/drawing/2014/main" id="{95B551A2-FD61-7D05-DA34-341270117906}"/>
                  </a:ext>
                </a:extLst>
              </p:cNvPr>
              <p:cNvSpPr/>
              <p:nvPr/>
            </p:nvSpPr>
            <p:spPr>
              <a:xfrm>
                <a:off x="10325935" y="1777916"/>
                <a:ext cx="57280" cy="57280"/>
              </a:xfrm>
              <a:custGeom>
                <a:avLst/>
                <a:gdLst>
                  <a:gd name="connsiteX0" fmla="*/ 57281 w 57280"/>
                  <a:gd name="connsiteY0" fmla="*/ 28640 h 57280"/>
                  <a:gd name="connsiteX1" fmla="*/ 28640 w 57280"/>
                  <a:gd name="connsiteY1" fmla="*/ 57281 h 57280"/>
                  <a:gd name="connsiteX2" fmla="*/ 0 w 57280"/>
                  <a:gd name="connsiteY2" fmla="*/ 28640 h 57280"/>
                  <a:gd name="connsiteX3" fmla="*/ 28640 w 57280"/>
                  <a:gd name="connsiteY3" fmla="*/ 0 h 57280"/>
                  <a:gd name="connsiteX4" fmla="*/ 57281 w 57280"/>
                  <a:gd name="connsiteY4" fmla="*/ 28640 h 57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80" h="57280">
                    <a:moveTo>
                      <a:pt x="57281" y="28640"/>
                    </a:moveTo>
                    <a:cubicBezTo>
                      <a:pt x="57281" y="44458"/>
                      <a:pt x="44458" y="57281"/>
                      <a:pt x="28640" y="57281"/>
                    </a:cubicBezTo>
                    <a:cubicBezTo>
                      <a:pt x="12823" y="57281"/>
                      <a:pt x="0" y="44458"/>
                      <a:pt x="0" y="28640"/>
                    </a:cubicBezTo>
                    <a:cubicBezTo>
                      <a:pt x="0" y="12823"/>
                      <a:pt x="12823" y="0"/>
                      <a:pt x="28640" y="0"/>
                    </a:cubicBezTo>
                    <a:cubicBezTo>
                      <a:pt x="44458" y="0"/>
                      <a:pt x="57281" y="12823"/>
                      <a:pt x="57281" y="28640"/>
                    </a:cubicBezTo>
                    <a:close/>
                  </a:path>
                </a:pathLst>
              </a:custGeom>
              <a:noFill/>
              <a:ln w="25400" cap="flat">
                <a:solidFill>
                  <a:schemeClr val="accent5">
                    <a:lumMod val="40000"/>
                    <a:lumOff val="6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sp>
        <p:nvSpPr>
          <p:cNvPr id="28" name="TextBox 27">
            <a:extLst>
              <a:ext uri="{FF2B5EF4-FFF2-40B4-BE49-F238E27FC236}">
                <a16:creationId xmlns:a16="http://schemas.microsoft.com/office/drawing/2014/main" id="{5C36E414-3324-FDD5-88B6-38E99A7B45A1}"/>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51" name="Graphic 8">
            <a:extLst>
              <a:ext uri="{FF2B5EF4-FFF2-40B4-BE49-F238E27FC236}">
                <a16:creationId xmlns:a16="http://schemas.microsoft.com/office/drawing/2014/main" id="{9E06D9E4-9115-0B32-8C99-2EB0628163FB}"/>
              </a:ext>
            </a:extLst>
          </p:cNvPr>
          <p:cNvGrpSpPr/>
          <p:nvPr userDrawn="1"/>
        </p:nvGrpSpPr>
        <p:grpSpPr>
          <a:xfrm>
            <a:off x="265625" y="6323271"/>
            <a:ext cx="1249223" cy="369648"/>
            <a:chOff x="265625" y="6323271"/>
            <a:chExt cx="1249223" cy="369648"/>
          </a:xfrm>
          <a:solidFill>
            <a:srgbClr val="000000"/>
          </a:solidFill>
        </p:grpSpPr>
        <p:grpSp>
          <p:nvGrpSpPr>
            <p:cNvPr id="52" name="Graphic 8">
              <a:extLst>
                <a:ext uri="{FF2B5EF4-FFF2-40B4-BE49-F238E27FC236}">
                  <a16:creationId xmlns:a16="http://schemas.microsoft.com/office/drawing/2014/main" id="{D912C3F0-D141-3BF2-D634-663DD79D1115}"/>
                </a:ext>
              </a:extLst>
            </p:cNvPr>
            <p:cNvGrpSpPr/>
            <p:nvPr/>
          </p:nvGrpSpPr>
          <p:grpSpPr>
            <a:xfrm>
              <a:off x="745455" y="6594444"/>
              <a:ext cx="722662" cy="98475"/>
              <a:chOff x="745455" y="6594444"/>
              <a:chExt cx="722662" cy="98475"/>
            </a:xfrm>
            <a:solidFill>
              <a:srgbClr val="000000"/>
            </a:solidFill>
          </p:grpSpPr>
          <p:sp>
            <p:nvSpPr>
              <p:cNvPr id="61" name="Freeform 19">
                <a:extLst>
                  <a:ext uri="{FF2B5EF4-FFF2-40B4-BE49-F238E27FC236}">
                    <a16:creationId xmlns:a16="http://schemas.microsoft.com/office/drawing/2014/main" id="{2679C535-83D4-F506-0FBC-1FC91502842F}"/>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62" name="Freeform 20">
                <a:extLst>
                  <a:ext uri="{FF2B5EF4-FFF2-40B4-BE49-F238E27FC236}">
                    <a16:creationId xmlns:a16="http://schemas.microsoft.com/office/drawing/2014/main" id="{980D7D2B-B551-6782-CE99-71D9956EAD22}"/>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63" name="Freeform 21">
                <a:extLst>
                  <a:ext uri="{FF2B5EF4-FFF2-40B4-BE49-F238E27FC236}">
                    <a16:creationId xmlns:a16="http://schemas.microsoft.com/office/drawing/2014/main" id="{93E81E0B-EC2C-A55A-6A16-5752CF526133}"/>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129" name="Freeform 22">
                <a:extLst>
                  <a:ext uri="{FF2B5EF4-FFF2-40B4-BE49-F238E27FC236}">
                    <a16:creationId xmlns:a16="http://schemas.microsoft.com/office/drawing/2014/main" id="{1A1E37DC-C8FC-9981-E3B2-DCAA252B4B62}"/>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130" name="Freeform 23">
                <a:extLst>
                  <a:ext uri="{FF2B5EF4-FFF2-40B4-BE49-F238E27FC236}">
                    <a16:creationId xmlns:a16="http://schemas.microsoft.com/office/drawing/2014/main" id="{33344F34-AC51-2527-3C9D-8314279906A8}"/>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31" name="Freeform 24">
                <a:extLst>
                  <a:ext uri="{FF2B5EF4-FFF2-40B4-BE49-F238E27FC236}">
                    <a16:creationId xmlns:a16="http://schemas.microsoft.com/office/drawing/2014/main" id="{44552C25-6E6E-932C-58BE-822700D722A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132" name="Freeform 25">
                <a:extLst>
                  <a:ext uri="{FF2B5EF4-FFF2-40B4-BE49-F238E27FC236}">
                    <a16:creationId xmlns:a16="http://schemas.microsoft.com/office/drawing/2014/main" id="{54531708-A4EE-8903-D1B2-4F0CBEAA885C}"/>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133" name="Freeform 26">
                <a:extLst>
                  <a:ext uri="{FF2B5EF4-FFF2-40B4-BE49-F238E27FC236}">
                    <a16:creationId xmlns:a16="http://schemas.microsoft.com/office/drawing/2014/main" id="{36A0D391-E7FE-1B53-5C16-0FE8D35AB496}"/>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134" name="Freeform 27">
                <a:extLst>
                  <a:ext uri="{FF2B5EF4-FFF2-40B4-BE49-F238E27FC236}">
                    <a16:creationId xmlns:a16="http://schemas.microsoft.com/office/drawing/2014/main" id="{8BBFFDD2-A9D2-BD89-FDAB-100B15BC314D}"/>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135" name="Freeform 28">
                <a:extLst>
                  <a:ext uri="{FF2B5EF4-FFF2-40B4-BE49-F238E27FC236}">
                    <a16:creationId xmlns:a16="http://schemas.microsoft.com/office/drawing/2014/main" id="{19DED88E-D488-5A44-76B0-3D062161BDE8}"/>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53" name="Graphic 8">
              <a:extLst>
                <a:ext uri="{FF2B5EF4-FFF2-40B4-BE49-F238E27FC236}">
                  <a16:creationId xmlns:a16="http://schemas.microsoft.com/office/drawing/2014/main" id="{C2965FF7-AEF7-C2F0-63F8-F1FDEE0C409E}"/>
                </a:ext>
              </a:extLst>
            </p:cNvPr>
            <p:cNvGrpSpPr/>
            <p:nvPr/>
          </p:nvGrpSpPr>
          <p:grpSpPr>
            <a:xfrm>
              <a:off x="265625" y="6323271"/>
              <a:ext cx="1249223" cy="190348"/>
              <a:chOff x="265625" y="6323271"/>
              <a:chExt cx="1249223" cy="190348"/>
            </a:xfrm>
            <a:solidFill>
              <a:srgbClr val="000000"/>
            </a:solidFill>
          </p:grpSpPr>
          <p:sp>
            <p:nvSpPr>
              <p:cNvPr id="54" name="Freeform 10">
                <a:extLst>
                  <a:ext uri="{FF2B5EF4-FFF2-40B4-BE49-F238E27FC236}">
                    <a16:creationId xmlns:a16="http://schemas.microsoft.com/office/drawing/2014/main" id="{E038BDB1-BCA2-06EF-CE65-02DB90820FA0}"/>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55" name="Freeform 11">
                <a:extLst>
                  <a:ext uri="{FF2B5EF4-FFF2-40B4-BE49-F238E27FC236}">
                    <a16:creationId xmlns:a16="http://schemas.microsoft.com/office/drawing/2014/main" id="{A747ED16-5106-EF7B-3AF4-C6B84D310198}"/>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56" name="Freeform 14">
                <a:extLst>
                  <a:ext uri="{FF2B5EF4-FFF2-40B4-BE49-F238E27FC236}">
                    <a16:creationId xmlns:a16="http://schemas.microsoft.com/office/drawing/2014/main" id="{93DF5C0C-BE16-8CCE-8B6F-4A8EBA567151}"/>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57" name="Freeform 15">
                <a:extLst>
                  <a:ext uri="{FF2B5EF4-FFF2-40B4-BE49-F238E27FC236}">
                    <a16:creationId xmlns:a16="http://schemas.microsoft.com/office/drawing/2014/main" id="{476666EF-1A24-FB49-755E-173132F59A76}"/>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58" name="Freeform 16">
                <a:extLst>
                  <a:ext uri="{FF2B5EF4-FFF2-40B4-BE49-F238E27FC236}">
                    <a16:creationId xmlns:a16="http://schemas.microsoft.com/office/drawing/2014/main" id="{4C641D78-B6F4-7DF1-7AC8-6C7C3706DC85}"/>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59" name="Freeform 17">
                <a:extLst>
                  <a:ext uri="{FF2B5EF4-FFF2-40B4-BE49-F238E27FC236}">
                    <a16:creationId xmlns:a16="http://schemas.microsoft.com/office/drawing/2014/main" id="{1243D46A-B0E8-A2B8-C46B-283C09251320}"/>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60" name="Freeform 18">
                <a:extLst>
                  <a:ext uri="{FF2B5EF4-FFF2-40B4-BE49-F238E27FC236}">
                    <a16:creationId xmlns:a16="http://schemas.microsoft.com/office/drawing/2014/main" id="{CBF21737-6D15-0013-436F-C4F38B7F768D}"/>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50" name="TextBox 49">
            <a:extLst>
              <a:ext uri="{FF2B5EF4-FFF2-40B4-BE49-F238E27FC236}">
                <a16:creationId xmlns:a16="http://schemas.microsoft.com/office/drawing/2014/main" id="{B88D2144-6E96-D6CF-FAAD-0076DE220724}"/>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8086789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dec="http://schemas.microsoft.com/office/drawing/2017/decorative" xmlns:a16="http://schemas.microsoft.com/office/drawing/2014/main" xmlns="">
      <p:transition spd="med">
        <p:fade/>
      </p:transition>
    </mc:Fallback>
  </mc:AlternateContent>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userDrawn="1">
  <p:cSld name="Section - Wrap Up">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dirty="0"/>
              <a:t>Section Title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bg2">
                    <a:lumMod val="25000"/>
                  </a:schemeClr>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3" name="Parallelogram 2">
            <a:extLst>
              <a:ext uri="{FF2B5EF4-FFF2-40B4-BE49-F238E27FC236}">
                <a16:creationId xmlns:a16="http://schemas.microsoft.com/office/drawing/2014/main" id="{79EE9B0C-8EC5-6814-F2ED-1FA1F64E3BD5}"/>
              </a:ext>
            </a:extLst>
          </p:cNvPr>
          <p:cNvSpPr/>
          <p:nvPr userDrawn="1"/>
        </p:nvSpPr>
        <p:spPr>
          <a:xfrm>
            <a:off x="5406003" y="0"/>
            <a:ext cx="14676689" cy="6858001"/>
          </a:xfrm>
          <a:prstGeom prst="parallelogram">
            <a:avLst>
              <a:gd name="adj" fmla="val 100124"/>
            </a:avLst>
          </a:prstGeom>
          <a:gradFill flip="none" rotWithShape="1">
            <a:gsLst>
              <a:gs pos="24000">
                <a:schemeClr val="accent5"/>
              </a:gs>
              <a:gs pos="100000">
                <a:schemeClr val="accent5">
                  <a:lumMod val="60000"/>
                  <a:lumOff val="40000"/>
                </a:schemeClr>
              </a:gs>
            </a:gsLst>
            <a:lin ang="18900000" scaled="1"/>
            <a:tileRect/>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 name="Parallelogram 3">
            <a:extLst>
              <a:ext uri="{FF2B5EF4-FFF2-40B4-BE49-F238E27FC236}">
                <a16:creationId xmlns:a16="http://schemas.microsoft.com/office/drawing/2014/main" id="{999D53FC-B7CF-FBCC-47B1-992712553F5A}"/>
              </a:ext>
            </a:extLst>
          </p:cNvPr>
          <p:cNvSpPr/>
          <p:nvPr userDrawn="1"/>
        </p:nvSpPr>
        <p:spPr>
          <a:xfrm>
            <a:off x="1840256" y="-1"/>
            <a:ext cx="12934077" cy="6470788"/>
          </a:xfrm>
          <a:prstGeom prst="parallelogram">
            <a:avLst>
              <a:gd name="adj" fmla="val 100124"/>
            </a:avLst>
          </a:prstGeom>
          <a:gradFill flip="none" rotWithShape="1">
            <a:gsLst>
              <a:gs pos="0">
                <a:schemeClr val="accent5">
                  <a:alpha val="33000"/>
                </a:schemeClr>
              </a:gs>
              <a:gs pos="97000">
                <a:schemeClr val="accent5">
                  <a:alpha val="0"/>
                </a:schemeClr>
              </a:gs>
            </a:gsLst>
            <a:lin ang="8100000" scaled="1"/>
            <a:tileRect/>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 name="Graphic 143">
            <a:extLst>
              <a:ext uri="{FF2B5EF4-FFF2-40B4-BE49-F238E27FC236}">
                <a16:creationId xmlns:a16="http://schemas.microsoft.com/office/drawing/2014/main" id="{C0D01B70-85F2-84D3-EBFB-A50AA16FAED0}"/>
              </a:ext>
            </a:extLst>
          </p:cNvPr>
          <p:cNvSpPr/>
          <p:nvPr userDrawn="1"/>
        </p:nvSpPr>
        <p:spPr>
          <a:xfrm>
            <a:off x="4130978" y="4499933"/>
            <a:ext cx="2421204" cy="666750"/>
          </a:xfrm>
          <a:custGeom>
            <a:avLst/>
            <a:gdLst>
              <a:gd name="connsiteX0" fmla="*/ 482061 w 600651"/>
              <a:gd name="connsiteY0" fmla="*/ 38962 h 165407"/>
              <a:gd name="connsiteX1" fmla="*/ 398886 w 600651"/>
              <a:gd name="connsiteY1" fmla="*/ 75298 h 165407"/>
              <a:gd name="connsiteX2" fmla="*/ 268849 w 600651"/>
              <a:gd name="connsiteY2" fmla="*/ 0 h 165407"/>
              <a:gd name="connsiteX3" fmla="*/ 118927 w 600651"/>
              <a:gd name="connsiteY3" fmla="*/ 122878 h 165407"/>
              <a:gd name="connsiteX4" fmla="*/ 66185 w 600651"/>
              <a:gd name="connsiteY4" fmla="*/ 94823 h 165407"/>
              <a:gd name="connsiteX5" fmla="*/ 0 w 600651"/>
              <a:gd name="connsiteY5" fmla="*/ 165408 h 165407"/>
              <a:gd name="connsiteX6" fmla="*/ 600652 w 600651"/>
              <a:gd name="connsiteY6" fmla="*/ 165408 h 165407"/>
              <a:gd name="connsiteX7" fmla="*/ 482061 w 600651"/>
              <a:gd name="connsiteY7" fmla="*/ 38939 h 16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651" h="165407">
                <a:moveTo>
                  <a:pt x="482061" y="38962"/>
                </a:moveTo>
                <a:cubicBezTo>
                  <a:pt x="449653" y="38962"/>
                  <a:pt x="420297" y="52832"/>
                  <a:pt x="398886" y="75298"/>
                </a:cubicBezTo>
                <a:cubicBezTo>
                  <a:pt x="371236" y="29984"/>
                  <a:pt x="323341" y="0"/>
                  <a:pt x="268849" y="0"/>
                </a:cubicBezTo>
                <a:cubicBezTo>
                  <a:pt x="196963" y="0"/>
                  <a:pt x="136523" y="52136"/>
                  <a:pt x="118927" y="122878"/>
                </a:cubicBezTo>
                <a:cubicBezTo>
                  <a:pt x="106853" y="105865"/>
                  <a:pt x="87754" y="94823"/>
                  <a:pt x="66185" y="94823"/>
                </a:cubicBezTo>
                <a:cubicBezTo>
                  <a:pt x="29625" y="94823"/>
                  <a:pt x="0" y="126446"/>
                  <a:pt x="0" y="165408"/>
                </a:cubicBezTo>
                <a:lnTo>
                  <a:pt x="600652" y="165408"/>
                </a:lnTo>
                <a:cubicBezTo>
                  <a:pt x="600652" y="95564"/>
                  <a:pt x="547551" y="38939"/>
                  <a:pt x="482061" y="38939"/>
                </a:cubicBezTo>
                <a:close/>
              </a:path>
            </a:pathLst>
          </a:custGeom>
          <a:solidFill>
            <a:schemeClr val="accent5">
              <a:alpha val="18000"/>
            </a:schemeClr>
          </a:soli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6" name="Graphic 5">
            <a:extLst>
              <a:ext uri="{FF2B5EF4-FFF2-40B4-BE49-F238E27FC236}">
                <a16:creationId xmlns:a16="http://schemas.microsoft.com/office/drawing/2014/main" id="{BDB5472A-4BEE-FF45-254F-F33E3FCC35B5}"/>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979191" y="2319345"/>
            <a:ext cx="3124591" cy="1207366"/>
          </a:xfrm>
          <a:prstGeom prst="rect">
            <a:avLst/>
          </a:prstGeom>
        </p:spPr>
      </p:pic>
      <p:grpSp>
        <p:nvGrpSpPr>
          <p:cNvPr id="7" name="Group 6">
            <a:extLst>
              <a:ext uri="{FF2B5EF4-FFF2-40B4-BE49-F238E27FC236}">
                <a16:creationId xmlns:a16="http://schemas.microsoft.com/office/drawing/2014/main" id="{FA919E50-D9FE-6FA9-CF7F-1701FAFE68F2}"/>
              </a:ext>
            </a:extLst>
          </p:cNvPr>
          <p:cNvGrpSpPr/>
          <p:nvPr userDrawn="1"/>
        </p:nvGrpSpPr>
        <p:grpSpPr>
          <a:xfrm>
            <a:off x="8467108" y="1045130"/>
            <a:ext cx="1685206" cy="686138"/>
            <a:chOff x="437672" y="1280130"/>
            <a:chExt cx="2910783" cy="1185138"/>
          </a:xfrm>
        </p:grpSpPr>
        <p:sp>
          <p:nvSpPr>
            <p:cNvPr id="8" name="Freeform: Shape 187">
              <a:extLst>
                <a:ext uri="{FF2B5EF4-FFF2-40B4-BE49-F238E27FC236}">
                  <a16:creationId xmlns:a16="http://schemas.microsoft.com/office/drawing/2014/main" id="{E2A3A0F4-BE8B-B17E-21EA-77C6BDC8F8FB}"/>
                </a:ext>
              </a:extLst>
            </p:cNvPr>
            <p:cNvSpPr/>
            <p:nvPr/>
          </p:nvSpPr>
          <p:spPr>
            <a:xfrm>
              <a:off x="437672" y="1280130"/>
              <a:ext cx="2720832" cy="1110872"/>
            </a:xfrm>
            <a:custGeom>
              <a:avLst/>
              <a:gdLst>
                <a:gd name="connsiteX0" fmla="*/ 749249 w 907209"/>
                <a:gd name="connsiteY0" fmla="*/ 212440 h 370400"/>
                <a:gd name="connsiteX1" fmla="*/ 700014 w 907209"/>
                <a:gd name="connsiteY1" fmla="*/ 220306 h 370400"/>
                <a:gd name="connsiteX2" fmla="*/ 454537 w 907209"/>
                <a:gd name="connsiteY2" fmla="*/ 0 h 370400"/>
                <a:gd name="connsiteX3" fmla="*/ 213896 w 907209"/>
                <a:gd name="connsiteY3" fmla="*/ 191405 h 370400"/>
                <a:gd name="connsiteX4" fmla="*/ 178995 w 907209"/>
                <a:gd name="connsiteY4" fmla="*/ 191405 h 370400"/>
                <a:gd name="connsiteX5" fmla="*/ 0 w 907209"/>
                <a:gd name="connsiteY5" fmla="*/ 370400 h 370400"/>
                <a:gd name="connsiteX6" fmla="*/ 907209 w 907209"/>
                <a:gd name="connsiteY6" fmla="*/ 370400 h 370400"/>
                <a:gd name="connsiteX7" fmla="*/ 749249 w 907209"/>
                <a:gd name="connsiteY7" fmla="*/ 212440 h 3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7209" h="370400">
                  <a:moveTo>
                    <a:pt x="749249" y="212440"/>
                  </a:moveTo>
                  <a:cubicBezTo>
                    <a:pt x="732060" y="212440"/>
                    <a:pt x="715512" y="215236"/>
                    <a:pt x="700014" y="220306"/>
                  </a:cubicBezTo>
                  <a:cubicBezTo>
                    <a:pt x="686729" y="96489"/>
                    <a:pt x="581907" y="0"/>
                    <a:pt x="454537" y="0"/>
                  </a:cubicBezTo>
                  <a:cubicBezTo>
                    <a:pt x="337246" y="0"/>
                    <a:pt x="239126" y="81806"/>
                    <a:pt x="213896" y="191405"/>
                  </a:cubicBezTo>
                  <a:lnTo>
                    <a:pt x="178995" y="191405"/>
                  </a:lnTo>
                  <a:cubicBezTo>
                    <a:pt x="80116" y="191405"/>
                    <a:pt x="0" y="271522"/>
                    <a:pt x="0" y="370400"/>
                  </a:cubicBezTo>
                  <a:lnTo>
                    <a:pt x="907209" y="370400"/>
                  </a:lnTo>
                  <a:cubicBezTo>
                    <a:pt x="907209" y="283175"/>
                    <a:pt x="836474" y="212440"/>
                    <a:pt x="749249" y="212440"/>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9" name="Freeform: Shape 188">
              <a:extLst>
                <a:ext uri="{FF2B5EF4-FFF2-40B4-BE49-F238E27FC236}">
                  <a16:creationId xmlns:a16="http://schemas.microsoft.com/office/drawing/2014/main" id="{9B97CF0E-33B1-B6CF-DC73-A391B6DE859A}"/>
                </a:ext>
              </a:extLst>
            </p:cNvPr>
            <p:cNvSpPr/>
            <p:nvPr/>
          </p:nvSpPr>
          <p:spPr>
            <a:xfrm>
              <a:off x="1651302" y="1789783"/>
              <a:ext cx="1697153" cy="675485"/>
            </a:xfrm>
            <a:custGeom>
              <a:avLst/>
              <a:gdLst>
                <a:gd name="connsiteX0" fmla="*/ 154872 w 565884"/>
                <a:gd name="connsiteY0" fmla="*/ 70357 h 225229"/>
                <a:gd name="connsiteX1" fmla="*/ 0 w 565884"/>
                <a:gd name="connsiteY1" fmla="*/ 225229 h 225229"/>
                <a:gd name="connsiteX2" fmla="*/ 565884 w 565884"/>
                <a:gd name="connsiteY2" fmla="*/ 225229 h 225229"/>
                <a:gd name="connsiteX3" fmla="*/ 496023 w 565884"/>
                <a:gd name="connsiteY3" fmla="*/ 70357 h 225229"/>
                <a:gd name="connsiteX4" fmla="*/ 496023 w 565884"/>
                <a:gd name="connsiteY4" fmla="*/ 70357 h 225229"/>
                <a:gd name="connsiteX5" fmla="*/ 154872 w 565884"/>
                <a:gd name="connsiteY5" fmla="*/ 70357 h 22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84" h="225229">
                  <a:moveTo>
                    <a:pt x="154872" y="70357"/>
                  </a:moveTo>
                  <a:lnTo>
                    <a:pt x="0" y="225229"/>
                  </a:lnTo>
                  <a:lnTo>
                    <a:pt x="565884" y="225229"/>
                  </a:lnTo>
                  <a:cubicBezTo>
                    <a:pt x="562272" y="168711"/>
                    <a:pt x="538965" y="113299"/>
                    <a:pt x="496023" y="70357"/>
                  </a:cubicBezTo>
                  <a:lnTo>
                    <a:pt x="496023" y="70357"/>
                  </a:lnTo>
                  <a:cubicBezTo>
                    <a:pt x="402213" y="-23452"/>
                    <a:pt x="248681" y="-23452"/>
                    <a:pt x="154872" y="70357"/>
                  </a:cubicBezTo>
                  <a:close/>
                </a:path>
              </a:pathLst>
            </a:custGeom>
            <a:gradFill>
              <a:gsLst>
                <a:gs pos="29000">
                  <a:srgbClr val="FFFFFF"/>
                </a:gs>
                <a:gs pos="48000">
                  <a:srgbClr val="F8FBFE"/>
                </a:gs>
                <a:gs pos="73000">
                  <a:srgbClr val="E7F3FB"/>
                </a:gs>
                <a:gs pos="100000">
                  <a:srgbClr val="CEE6F7"/>
                </a:gs>
              </a:gsLst>
              <a:lin ang="2700000" scaled="1"/>
            </a:gradFill>
            <a:ln w="5826" cap="flat">
              <a:noFill/>
              <a:prstDash val="solid"/>
              <a:miter/>
            </a:ln>
          </p:spPr>
          <p:txBody>
            <a:bodyPr lIns="36576" tIns="18288" rIns="36576" bIns="1828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0" name="Graphic 133">
            <a:extLst>
              <a:ext uri="{FF2B5EF4-FFF2-40B4-BE49-F238E27FC236}">
                <a16:creationId xmlns:a16="http://schemas.microsoft.com/office/drawing/2014/main" id="{A923B27C-810D-95D5-69E8-1E21AEF7AD4C}"/>
              </a:ext>
            </a:extLst>
          </p:cNvPr>
          <p:cNvGrpSpPr/>
          <p:nvPr userDrawn="1"/>
        </p:nvGrpSpPr>
        <p:grpSpPr>
          <a:xfrm>
            <a:off x="7658058" y="759261"/>
            <a:ext cx="747561" cy="1467873"/>
            <a:chOff x="7819347" y="302010"/>
            <a:chExt cx="1311783" cy="2575750"/>
          </a:xfrm>
          <a:noFill/>
        </p:grpSpPr>
        <p:sp>
          <p:nvSpPr>
            <p:cNvPr id="11" name="Freeform: Shape 232">
              <a:extLst>
                <a:ext uri="{FF2B5EF4-FFF2-40B4-BE49-F238E27FC236}">
                  <a16:creationId xmlns:a16="http://schemas.microsoft.com/office/drawing/2014/main" id="{4276AB84-2CA3-B42D-27E7-9550D7C4120A}"/>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 name="Freeform: Shape 233">
              <a:extLst>
                <a:ext uri="{FF2B5EF4-FFF2-40B4-BE49-F238E27FC236}">
                  <a16:creationId xmlns:a16="http://schemas.microsoft.com/office/drawing/2014/main" id="{4D3E3E2E-5DEF-A2B9-BAE3-DD8A8EEBD841}"/>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 name="Freeform: Shape 234">
              <a:extLst>
                <a:ext uri="{FF2B5EF4-FFF2-40B4-BE49-F238E27FC236}">
                  <a16:creationId xmlns:a16="http://schemas.microsoft.com/office/drawing/2014/main" id="{69190E88-5AEC-915B-4642-B82A46EF4F18}"/>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 name="Freeform: Shape 235">
              <a:extLst>
                <a:ext uri="{FF2B5EF4-FFF2-40B4-BE49-F238E27FC236}">
                  <a16:creationId xmlns:a16="http://schemas.microsoft.com/office/drawing/2014/main" id="{0678F5ED-7214-121F-5C17-D49D0E236506}"/>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5" name="Freeform: Shape 236">
              <a:extLst>
                <a:ext uri="{FF2B5EF4-FFF2-40B4-BE49-F238E27FC236}">
                  <a16:creationId xmlns:a16="http://schemas.microsoft.com/office/drawing/2014/main" id="{2490D979-AE3C-5B52-1827-5039E25DB9FE}"/>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16" name="Freeform: Shape 265">
            <a:extLst>
              <a:ext uri="{FF2B5EF4-FFF2-40B4-BE49-F238E27FC236}">
                <a16:creationId xmlns:a16="http://schemas.microsoft.com/office/drawing/2014/main" id="{2106605C-F14E-529E-A785-75A278F5C14B}"/>
              </a:ext>
            </a:extLst>
          </p:cNvPr>
          <p:cNvSpPr/>
          <p:nvPr userDrawn="1"/>
        </p:nvSpPr>
        <p:spPr>
          <a:xfrm>
            <a:off x="10295515" y="400250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 name="Freeform: Shape 269">
            <a:extLst>
              <a:ext uri="{FF2B5EF4-FFF2-40B4-BE49-F238E27FC236}">
                <a16:creationId xmlns:a16="http://schemas.microsoft.com/office/drawing/2014/main" id="{FAE03E4B-070B-68A3-7550-49675FD6FDA6}"/>
              </a:ext>
            </a:extLst>
          </p:cNvPr>
          <p:cNvSpPr/>
          <p:nvPr userDrawn="1"/>
        </p:nvSpPr>
        <p:spPr>
          <a:xfrm>
            <a:off x="6195382" y="4307691"/>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8" name="Freeform: Shape 285">
            <a:extLst>
              <a:ext uri="{FF2B5EF4-FFF2-40B4-BE49-F238E27FC236}">
                <a16:creationId xmlns:a16="http://schemas.microsoft.com/office/drawing/2014/main" id="{BF116D4E-5C97-FB52-FEC5-48F20A99A412}"/>
              </a:ext>
            </a:extLst>
          </p:cNvPr>
          <p:cNvSpPr/>
          <p:nvPr userDrawn="1"/>
        </p:nvSpPr>
        <p:spPr>
          <a:xfrm>
            <a:off x="8709950" y="5303803"/>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 name="Freeform: Shape 286">
            <a:extLst>
              <a:ext uri="{FF2B5EF4-FFF2-40B4-BE49-F238E27FC236}">
                <a16:creationId xmlns:a16="http://schemas.microsoft.com/office/drawing/2014/main" id="{AD17F4DA-92CB-06FB-32F5-3E889E1A2329}"/>
              </a:ext>
            </a:extLst>
          </p:cNvPr>
          <p:cNvSpPr/>
          <p:nvPr userDrawn="1"/>
        </p:nvSpPr>
        <p:spPr>
          <a:xfrm>
            <a:off x="9116688" y="501008"/>
            <a:ext cx="106108" cy="106108"/>
          </a:xfrm>
          <a:custGeom>
            <a:avLst/>
            <a:gdLst>
              <a:gd name="connsiteX0" fmla="*/ 106108 w 106108"/>
              <a:gd name="connsiteY0" fmla="*/ 53054 h 106108"/>
              <a:gd name="connsiteX1" fmla="*/ 53054 w 106108"/>
              <a:gd name="connsiteY1" fmla="*/ 106109 h 106108"/>
              <a:gd name="connsiteX2" fmla="*/ 0 w 106108"/>
              <a:gd name="connsiteY2" fmla="*/ 53054 h 106108"/>
              <a:gd name="connsiteX3" fmla="*/ 53054 w 106108"/>
              <a:gd name="connsiteY3" fmla="*/ 0 h 106108"/>
              <a:gd name="connsiteX4" fmla="*/ 106108 w 106108"/>
              <a:gd name="connsiteY4" fmla="*/ 53054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8" h="106108">
                <a:moveTo>
                  <a:pt x="106108" y="53054"/>
                </a:moveTo>
                <a:cubicBezTo>
                  <a:pt x="106108" y="82355"/>
                  <a:pt x="82355" y="106109"/>
                  <a:pt x="53054" y="106109"/>
                </a:cubicBezTo>
                <a:cubicBezTo>
                  <a:pt x="23753" y="106109"/>
                  <a:pt x="0" y="82355"/>
                  <a:pt x="0" y="53054"/>
                </a:cubicBezTo>
                <a:cubicBezTo>
                  <a:pt x="0" y="23753"/>
                  <a:pt x="23753" y="0"/>
                  <a:pt x="53054" y="0"/>
                </a:cubicBezTo>
                <a:cubicBezTo>
                  <a:pt x="82355" y="0"/>
                  <a:pt x="106108" y="23753"/>
                  <a:pt x="106108" y="53054"/>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nvGrpSpPr>
          <p:cNvPr id="20" name="Graphic 133">
            <a:extLst>
              <a:ext uri="{FF2B5EF4-FFF2-40B4-BE49-F238E27FC236}">
                <a16:creationId xmlns:a16="http://schemas.microsoft.com/office/drawing/2014/main" id="{4EF55AD1-CDEA-57F3-8521-BD59CA745EDC}"/>
              </a:ext>
            </a:extLst>
          </p:cNvPr>
          <p:cNvGrpSpPr/>
          <p:nvPr userDrawn="1"/>
        </p:nvGrpSpPr>
        <p:grpSpPr>
          <a:xfrm rot="15300000">
            <a:off x="5392445" y="1828091"/>
            <a:ext cx="1311783" cy="2575750"/>
            <a:chOff x="7819347" y="302010"/>
            <a:chExt cx="1311783" cy="2575750"/>
          </a:xfrm>
          <a:noFill/>
        </p:grpSpPr>
        <p:sp>
          <p:nvSpPr>
            <p:cNvPr id="21" name="Freeform: Shape 288">
              <a:extLst>
                <a:ext uri="{FF2B5EF4-FFF2-40B4-BE49-F238E27FC236}">
                  <a16:creationId xmlns:a16="http://schemas.microsoft.com/office/drawing/2014/main" id="{A957ED78-F6E1-34FD-5182-5AD30C0C8F14}"/>
                </a:ext>
              </a:extLst>
            </p:cNvPr>
            <p:cNvSpPr/>
            <p:nvPr/>
          </p:nvSpPr>
          <p:spPr>
            <a:xfrm>
              <a:off x="7835444" y="2453326"/>
              <a:ext cx="424434" cy="424433"/>
            </a:xfrm>
            <a:custGeom>
              <a:avLst/>
              <a:gdLst>
                <a:gd name="connsiteX0" fmla="*/ 424434 w 424434"/>
                <a:gd name="connsiteY0" fmla="*/ 212217 h 424433"/>
                <a:gd name="connsiteX1" fmla="*/ 212217 w 424434"/>
                <a:gd name="connsiteY1" fmla="*/ 424434 h 424433"/>
                <a:gd name="connsiteX2" fmla="*/ 0 w 424434"/>
                <a:gd name="connsiteY2" fmla="*/ 212217 h 424433"/>
                <a:gd name="connsiteX3" fmla="*/ 212217 w 424434"/>
                <a:gd name="connsiteY3" fmla="*/ 0 h 424433"/>
                <a:gd name="connsiteX4" fmla="*/ 424434 w 424434"/>
                <a:gd name="connsiteY4" fmla="*/ 212217 h 42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434" h="424433">
                  <a:moveTo>
                    <a:pt x="424434" y="212217"/>
                  </a:moveTo>
                  <a:cubicBezTo>
                    <a:pt x="424434" y="329421"/>
                    <a:pt x="329421" y="424434"/>
                    <a:pt x="212217" y="424434"/>
                  </a:cubicBezTo>
                  <a:cubicBezTo>
                    <a:pt x="95013" y="424434"/>
                    <a:pt x="0" y="329421"/>
                    <a:pt x="0" y="212217"/>
                  </a:cubicBezTo>
                  <a:cubicBezTo>
                    <a:pt x="0" y="95013"/>
                    <a:pt x="95013" y="0"/>
                    <a:pt x="212217" y="0"/>
                  </a:cubicBezTo>
                  <a:cubicBezTo>
                    <a:pt x="329421" y="0"/>
                    <a:pt x="424434" y="95013"/>
                    <a:pt x="424434" y="212217"/>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2" name="Freeform: Shape 289">
              <a:extLst>
                <a:ext uri="{FF2B5EF4-FFF2-40B4-BE49-F238E27FC236}">
                  <a16:creationId xmlns:a16="http://schemas.microsoft.com/office/drawing/2014/main" id="{10531981-49FB-8469-0945-A68C23CFDF93}"/>
                </a:ext>
              </a:extLst>
            </p:cNvPr>
            <p:cNvSpPr/>
            <p:nvPr/>
          </p:nvSpPr>
          <p:spPr>
            <a:xfrm>
              <a:off x="7819347" y="1098776"/>
              <a:ext cx="515112" cy="515111"/>
            </a:xfrm>
            <a:custGeom>
              <a:avLst/>
              <a:gdLst>
                <a:gd name="connsiteX0" fmla="*/ 515112 w 515112"/>
                <a:gd name="connsiteY0" fmla="*/ 257556 h 515111"/>
                <a:gd name="connsiteX1" fmla="*/ 257556 w 515112"/>
                <a:gd name="connsiteY1" fmla="*/ 515112 h 515111"/>
                <a:gd name="connsiteX2" fmla="*/ 0 w 515112"/>
                <a:gd name="connsiteY2" fmla="*/ 257556 h 515111"/>
                <a:gd name="connsiteX3" fmla="*/ 257556 w 515112"/>
                <a:gd name="connsiteY3" fmla="*/ 0 h 515111"/>
                <a:gd name="connsiteX4" fmla="*/ 515112 w 515112"/>
                <a:gd name="connsiteY4" fmla="*/ 257556 h 51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12" h="515111">
                  <a:moveTo>
                    <a:pt x="515112" y="257556"/>
                  </a:moveTo>
                  <a:cubicBezTo>
                    <a:pt x="515112" y="399800"/>
                    <a:pt x="399800" y="515112"/>
                    <a:pt x="257556" y="515112"/>
                  </a:cubicBezTo>
                  <a:cubicBezTo>
                    <a:pt x="115312" y="515112"/>
                    <a:pt x="0" y="399800"/>
                    <a:pt x="0" y="257556"/>
                  </a:cubicBezTo>
                  <a:cubicBezTo>
                    <a:pt x="0" y="115312"/>
                    <a:pt x="115312" y="0"/>
                    <a:pt x="257556" y="0"/>
                  </a:cubicBezTo>
                  <a:cubicBezTo>
                    <a:pt x="399800" y="0"/>
                    <a:pt x="515112" y="115312"/>
                    <a:pt x="515112" y="257556"/>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3" name="Freeform: Shape 290">
              <a:extLst>
                <a:ext uri="{FF2B5EF4-FFF2-40B4-BE49-F238E27FC236}">
                  <a16:creationId xmlns:a16="http://schemas.microsoft.com/office/drawing/2014/main" id="{F6BCD924-30CA-52FE-5150-31E8D5A51477}"/>
                </a:ext>
              </a:extLst>
            </p:cNvPr>
            <p:cNvSpPr/>
            <p:nvPr/>
          </p:nvSpPr>
          <p:spPr>
            <a:xfrm>
              <a:off x="8261497" y="581568"/>
              <a:ext cx="590073" cy="590073"/>
            </a:xfrm>
            <a:custGeom>
              <a:avLst/>
              <a:gdLst>
                <a:gd name="connsiteX0" fmla="*/ 590074 w 590073"/>
                <a:gd name="connsiteY0" fmla="*/ 0 h 590073"/>
                <a:gd name="connsiteX1" fmla="*/ 0 w 590073"/>
                <a:gd name="connsiteY1" fmla="*/ 590074 h 590073"/>
              </a:gdLst>
              <a:ahLst/>
              <a:cxnLst>
                <a:cxn ang="0">
                  <a:pos x="connsiteX0" y="connsiteY0"/>
                </a:cxn>
                <a:cxn ang="0">
                  <a:pos x="connsiteX1" y="connsiteY1"/>
                </a:cxn>
              </a:cxnLst>
              <a:rect l="l" t="t" r="r" b="b"/>
              <a:pathLst>
                <a:path w="590073" h="590073">
                  <a:moveTo>
                    <a:pt x="590074" y="0"/>
                  </a:moveTo>
                  <a:lnTo>
                    <a:pt x="0" y="590074"/>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4" name="Freeform: Shape 291">
              <a:extLst>
                <a:ext uri="{FF2B5EF4-FFF2-40B4-BE49-F238E27FC236}">
                  <a16:creationId xmlns:a16="http://schemas.microsoft.com/office/drawing/2014/main" id="{B98C0580-EA84-7963-4A4C-D7E8353F1C02}"/>
                </a:ext>
              </a:extLst>
            </p:cNvPr>
            <p:cNvSpPr/>
            <p:nvPr/>
          </p:nvSpPr>
          <p:spPr>
            <a:xfrm>
              <a:off x="8803660" y="302010"/>
              <a:ext cx="327469" cy="327469"/>
            </a:xfrm>
            <a:custGeom>
              <a:avLst/>
              <a:gdLst>
                <a:gd name="connsiteX0" fmla="*/ 327470 w 327469"/>
                <a:gd name="connsiteY0" fmla="*/ 163735 h 327469"/>
                <a:gd name="connsiteX1" fmla="*/ 163735 w 327469"/>
                <a:gd name="connsiteY1" fmla="*/ 327470 h 327469"/>
                <a:gd name="connsiteX2" fmla="*/ 0 w 327469"/>
                <a:gd name="connsiteY2" fmla="*/ 163735 h 327469"/>
                <a:gd name="connsiteX3" fmla="*/ 163735 w 327469"/>
                <a:gd name="connsiteY3" fmla="*/ 0 h 327469"/>
                <a:gd name="connsiteX4" fmla="*/ 327470 w 327469"/>
                <a:gd name="connsiteY4" fmla="*/ 163735 h 327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469" h="327469">
                  <a:moveTo>
                    <a:pt x="327470" y="163735"/>
                  </a:moveTo>
                  <a:cubicBezTo>
                    <a:pt x="327470" y="254163"/>
                    <a:pt x="254163" y="327470"/>
                    <a:pt x="163735" y="327470"/>
                  </a:cubicBezTo>
                  <a:cubicBezTo>
                    <a:pt x="73307" y="327470"/>
                    <a:pt x="0" y="254163"/>
                    <a:pt x="0" y="163735"/>
                  </a:cubicBezTo>
                  <a:cubicBezTo>
                    <a:pt x="0" y="73307"/>
                    <a:pt x="73307" y="0"/>
                    <a:pt x="163735" y="0"/>
                  </a:cubicBezTo>
                  <a:cubicBezTo>
                    <a:pt x="254163" y="0"/>
                    <a:pt x="327470" y="73307"/>
                    <a:pt x="327470" y="163735"/>
                  </a:cubicBezTo>
                  <a:close/>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5" name="Freeform: Shape 292">
              <a:extLst>
                <a:ext uri="{FF2B5EF4-FFF2-40B4-BE49-F238E27FC236}">
                  <a16:creationId xmlns:a16="http://schemas.microsoft.com/office/drawing/2014/main" id="{C1A9108D-BA76-0661-0B4E-172BC08DC8A8}"/>
                </a:ext>
              </a:extLst>
            </p:cNvPr>
            <p:cNvSpPr/>
            <p:nvPr/>
          </p:nvSpPr>
          <p:spPr>
            <a:xfrm>
              <a:off x="8052138" y="1612650"/>
              <a:ext cx="9525" cy="840771"/>
            </a:xfrm>
            <a:custGeom>
              <a:avLst/>
              <a:gdLst>
                <a:gd name="connsiteX0" fmla="*/ 0 w 9525"/>
                <a:gd name="connsiteY0" fmla="*/ 0 h 840771"/>
                <a:gd name="connsiteX1" fmla="*/ 0 w 9525"/>
                <a:gd name="connsiteY1" fmla="*/ 840772 h 840771"/>
              </a:gdLst>
              <a:ahLst/>
              <a:cxnLst>
                <a:cxn ang="0">
                  <a:pos x="connsiteX0" y="connsiteY0"/>
                </a:cxn>
                <a:cxn ang="0">
                  <a:pos x="connsiteX1" y="connsiteY1"/>
                </a:cxn>
              </a:cxnLst>
              <a:rect l="l" t="t" r="r" b="b"/>
              <a:pathLst>
                <a:path w="9525" h="840771">
                  <a:moveTo>
                    <a:pt x="0" y="0"/>
                  </a:moveTo>
                  <a:lnTo>
                    <a:pt x="0" y="840772"/>
                  </a:lnTo>
                </a:path>
              </a:pathLst>
            </a:custGeom>
            <a:noFill/>
            <a:ln w="25400" cap="rnd">
              <a:solidFill>
                <a:schemeClr val="accent5">
                  <a:lumMod val="40000"/>
                  <a:lumOff val="6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26" name="Oval 25">
            <a:extLst>
              <a:ext uri="{FF2B5EF4-FFF2-40B4-BE49-F238E27FC236}">
                <a16:creationId xmlns:a16="http://schemas.microsoft.com/office/drawing/2014/main" id="{FE22D23E-503D-9704-25A0-42F034402AF9}"/>
              </a:ext>
            </a:extLst>
          </p:cNvPr>
          <p:cNvSpPr/>
          <p:nvPr userDrawn="1"/>
        </p:nvSpPr>
        <p:spPr>
          <a:xfrm flipV="1">
            <a:off x="6354876" y="1852997"/>
            <a:ext cx="3152006" cy="3152006"/>
          </a:xfrm>
          <a:prstGeom prst="ellipse">
            <a:avLst/>
          </a:prstGeom>
          <a:solidFill>
            <a:schemeClr val="bg1"/>
          </a:solidFill>
          <a:ln w="508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7" name="Freeform: Shape 298">
            <a:extLst>
              <a:ext uri="{FF2B5EF4-FFF2-40B4-BE49-F238E27FC236}">
                <a16:creationId xmlns:a16="http://schemas.microsoft.com/office/drawing/2014/main" id="{555CD9C8-C820-2375-977A-4C8165034A89}"/>
              </a:ext>
            </a:extLst>
          </p:cNvPr>
          <p:cNvSpPr/>
          <p:nvPr userDrawn="1"/>
        </p:nvSpPr>
        <p:spPr>
          <a:xfrm>
            <a:off x="5406003" y="4429286"/>
            <a:ext cx="2921280" cy="1192670"/>
          </a:xfrm>
          <a:custGeom>
            <a:avLst/>
            <a:gdLst>
              <a:gd name="connsiteX0" fmla="*/ 2797989 w 3387980"/>
              <a:gd name="connsiteY0" fmla="*/ 793219 h 1383210"/>
              <a:gd name="connsiteX1" fmla="*/ 2614092 w 3387980"/>
              <a:gd name="connsiteY1" fmla="*/ 822614 h 1383210"/>
              <a:gd name="connsiteX2" fmla="*/ 1697357 w 3387980"/>
              <a:gd name="connsiteY2" fmla="*/ 0 h 1383210"/>
              <a:gd name="connsiteX3" fmla="*/ 798795 w 3387980"/>
              <a:gd name="connsiteY3" fmla="*/ 714810 h 1383210"/>
              <a:gd name="connsiteX4" fmla="*/ 668546 w 3387980"/>
              <a:gd name="connsiteY4" fmla="*/ 714665 h 1383210"/>
              <a:gd name="connsiteX5" fmla="*/ 0 w 3387980"/>
              <a:gd name="connsiteY5" fmla="*/ 1383211 h 1383210"/>
              <a:gd name="connsiteX6" fmla="*/ 3387981 w 3387980"/>
              <a:gd name="connsiteY6" fmla="*/ 1383211 h 1383210"/>
              <a:gd name="connsiteX7" fmla="*/ 2797989 w 3387980"/>
              <a:gd name="connsiteY7" fmla="*/ 793219 h 138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7980" h="1383210">
                <a:moveTo>
                  <a:pt x="2797989" y="793219"/>
                </a:moveTo>
                <a:cubicBezTo>
                  <a:pt x="2733770" y="793219"/>
                  <a:pt x="2671940" y="803573"/>
                  <a:pt x="2614092" y="822614"/>
                </a:cubicBezTo>
                <a:cubicBezTo>
                  <a:pt x="2564425" y="360192"/>
                  <a:pt x="2172956" y="0"/>
                  <a:pt x="1697357" y="0"/>
                </a:cubicBezTo>
                <a:cubicBezTo>
                  <a:pt x="1259406" y="0"/>
                  <a:pt x="892915" y="305385"/>
                  <a:pt x="798795" y="714810"/>
                </a:cubicBezTo>
                <a:lnTo>
                  <a:pt x="668546" y="714665"/>
                </a:lnTo>
                <a:cubicBezTo>
                  <a:pt x="299304" y="714737"/>
                  <a:pt x="0" y="1014041"/>
                  <a:pt x="0" y="1383211"/>
                </a:cubicBezTo>
                <a:lnTo>
                  <a:pt x="3387981" y="1383211"/>
                </a:lnTo>
                <a:cubicBezTo>
                  <a:pt x="3387981" y="1057336"/>
                  <a:pt x="3123864" y="793219"/>
                  <a:pt x="2797989" y="793219"/>
                </a:cubicBezTo>
                <a:close/>
              </a:path>
            </a:pathLst>
          </a:custGeom>
          <a:gradFill>
            <a:gsLst>
              <a:gs pos="24000">
                <a:schemeClr val="bg1"/>
              </a:gs>
              <a:gs pos="100000">
                <a:srgbClr val="D5EEF6"/>
              </a:gs>
            </a:gsLst>
            <a:lin ang="0" scaled="1"/>
          </a:gradFill>
          <a:ln w="643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pic>
        <p:nvPicPr>
          <p:cNvPr id="28" name="Graphic 27">
            <a:extLst>
              <a:ext uri="{FF2B5EF4-FFF2-40B4-BE49-F238E27FC236}">
                <a16:creationId xmlns:a16="http://schemas.microsoft.com/office/drawing/2014/main" id="{2B56078F-F612-3510-474D-4317BC5845EB}"/>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10551836" y="1074745"/>
            <a:ext cx="828064" cy="1001254"/>
          </a:xfrm>
          <a:prstGeom prst="rect">
            <a:avLst/>
          </a:prstGeom>
        </p:spPr>
      </p:pic>
      <p:pic>
        <p:nvPicPr>
          <p:cNvPr id="29" name="Graphic 28">
            <a:extLst>
              <a:ext uri="{FF2B5EF4-FFF2-40B4-BE49-F238E27FC236}">
                <a16:creationId xmlns:a16="http://schemas.microsoft.com/office/drawing/2014/main" id="{468E49FB-09ED-00E6-4380-197590A859B9}"/>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9025699" y="4707812"/>
            <a:ext cx="2490461" cy="837840"/>
          </a:xfrm>
          <a:prstGeom prst="rect">
            <a:avLst/>
          </a:prstGeom>
        </p:spPr>
      </p:pic>
      <p:pic>
        <p:nvPicPr>
          <p:cNvPr id="30" name="Graphic 29">
            <a:extLst>
              <a:ext uri="{FF2B5EF4-FFF2-40B4-BE49-F238E27FC236}">
                <a16:creationId xmlns:a16="http://schemas.microsoft.com/office/drawing/2014/main" id="{1189873C-6363-95BB-1B64-E83908D13B34}"/>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7105553" y="2486481"/>
            <a:ext cx="1737360" cy="1793405"/>
          </a:xfrm>
          <a:prstGeom prst="rect">
            <a:avLst/>
          </a:prstGeom>
        </p:spPr>
      </p:pic>
      <p:sp>
        <p:nvSpPr>
          <p:cNvPr id="31" name="TextBox 30">
            <a:extLst>
              <a:ext uri="{FF2B5EF4-FFF2-40B4-BE49-F238E27FC236}">
                <a16:creationId xmlns:a16="http://schemas.microsoft.com/office/drawing/2014/main" id="{A55B4DF8-2710-960B-3EF6-9F0F1C3BEA47}"/>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anose="020B0604020202020204" pitchFamily="34" charset="0"/>
                <a:sym typeface="Arial" panose="020B0604020202020204" pitchFamily="34" charset="0"/>
                <a:rtl val="0"/>
              </a:rPr>
              <a:t>.  </a:t>
            </a:r>
          </a:p>
        </p:txBody>
      </p:sp>
      <p:grpSp>
        <p:nvGrpSpPr>
          <p:cNvPr id="33" name="Graphic 8">
            <a:extLst>
              <a:ext uri="{FF2B5EF4-FFF2-40B4-BE49-F238E27FC236}">
                <a16:creationId xmlns:a16="http://schemas.microsoft.com/office/drawing/2014/main" id="{6CBC91FB-AA0D-C33E-0AE0-4BE186A3148D}"/>
              </a:ext>
            </a:extLst>
          </p:cNvPr>
          <p:cNvGrpSpPr/>
          <p:nvPr userDrawn="1"/>
        </p:nvGrpSpPr>
        <p:grpSpPr>
          <a:xfrm>
            <a:off x="265625" y="6323271"/>
            <a:ext cx="1249223" cy="369648"/>
            <a:chOff x="265625" y="6323271"/>
            <a:chExt cx="1249223" cy="369648"/>
          </a:xfrm>
          <a:solidFill>
            <a:srgbClr val="000000"/>
          </a:solidFill>
        </p:grpSpPr>
        <p:grpSp>
          <p:nvGrpSpPr>
            <p:cNvPr id="34" name="Graphic 8">
              <a:extLst>
                <a:ext uri="{FF2B5EF4-FFF2-40B4-BE49-F238E27FC236}">
                  <a16:creationId xmlns:a16="http://schemas.microsoft.com/office/drawing/2014/main" id="{0083E9A3-1519-3E9F-2842-C17F82FBAC90}"/>
                </a:ext>
              </a:extLst>
            </p:cNvPr>
            <p:cNvGrpSpPr/>
            <p:nvPr/>
          </p:nvGrpSpPr>
          <p:grpSpPr>
            <a:xfrm>
              <a:off x="745455" y="6594444"/>
              <a:ext cx="722662" cy="98475"/>
              <a:chOff x="745455" y="6594444"/>
              <a:chExt cx="722662" cy="98475"/>
            </a:xfrm>
            <a:solidFill>
              <a:srgbClr val="000000"/>
            </a:solidFill>
          </p:grpSpPr>
          <p:sp>
            <p:nvSpPr>
              <p:cNvPr id="43" name="Freeform 19">
                <a:extLst>
                  <a:ext uri="{FF2B5EF4-FFF2-40B4-BE49-F238E27FC236}">
                    <a16:creationId xmlns:a16="http://schemas.microsoft.com/office/drawing/2014/main" id="{2B53FA9F-1E91-42C8-8B79-AD8321758FA7}"/>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a:p>
            </p:txBody>
          </p:sp>
          <p:sp>
            <p:nvSpPr>
              <p:cNvPr id="44" name="Freeform 20">
                <a:extLst>
                  <a:ext uri="{FF2B5EF4-FFF2-40B4-BE49-F238E27FC236}">
                    <a16:creationId xmlns:a16="http://schemas.microsoft.com/office/drawing/2014/main" id="{319C6281-6458-BA4D-D711-A3B9C41F1424}"/>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a:p>
            </p:txBody>
          </p:sp>
          <p:sp>
            <p:nvSpPr>
              <p:cNvPr id="45" name="Freeform 21">
                <a:extLst>
                  <a:ext uri="{FF2B5EF4-FFF2-40B4-BE49-F238E27FC236}">
                    <a16:creationId xmlns:a16="http://schemas.microsoft.com/office/drawing/2014/main" id="{5C2231C8-CEA9-BB53-0584-DD2E829791D6}"/>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a:p>
            </p:txBody>
          </p:sp>
          <p:sp>
            <p:nvSpPr>
              <p:cNvPr id="46" name="Freeform 22">
                <a:extLst>
                  <a:ext uri="{FF2B5EF4-FFF2-40B4-BE49-F238E27FC236}">
                    <a16:creationId xmlns:a16="http://schemas.microsoft.com/office/drawing/2014/main" id="{02B64BB3-E6DE-C8AD-E198-C3560DB7568B}"/>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a:p>
            </p:txBody>
          </p:sp>
          <p:sp>
            <p:nvSpPr>
              <p:cNvPr id="47" name="Freeform 23">
                <a:extLst>
                  <a:ext uri="{FF2B5EF4-FFF2-40B4-BE49-F238E27FC236}">
                    <a16:creationId xmlns:a16="http://schemas.microsoft.com/office/drawing/2014/main" id="{519E483B-4EE0-DA58-33AF-3602E4FDF0C9}"/>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48" name="Freeform 24">
                <a:extLst>
                  <a:ext uri="{FF2B5EF4-FFF2-40B4-BE49-F238E27FC236}">
                    <a16:creationId xmlns:a16="http://schemas.microsoft.com/office/drawing/2014/main" id="{B3BAB951-FCE5-33B2-CD9C-8DBE0BBCA8F3}"/>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a:p>
            </p:txBody>
          </p:sp>
          <p:sp>
            <p:nvSpPr>
              <p:cNvPr id="49" name="Freeform 25">
                <a:extLst>
                  <a:ext uri="{FF2B5EF4-FFF2-40B4-BE49-F238E27FC236}">
                    <a16:creationId xmlns:a16="http://schemas.microsoft.com/office/drawing/2014/main" id="{4439B443-9EC4-ABC8-1DE7-9A03A516A2D2}"/>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a:p>
            </p:txBody>
          </p:sp>
          <p:sp>
            <p:nvSpPr>
              <p:cNvPr id="50" name="Freeform 26">
                <a:extLst>
                  <a:ext uri="{FF2B5EF4-FFF2-40B4-BE49-F238E27FC236}">
                    <a16:creationId xmlns:a16="http://schemas.microsoft.com/office/drawing/2014/main" id="{4F5AE6E5-E3C4-5F5B-E96D-EB6EF34C5857}"/>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a:p>
            </p:txBody>
          </p:sp>
          <p:sp>
            <p:nvSpPr>
              <p:cNvPr id="51" name="Freeform 27">
                <a:extLst>
                  <a:ext uri="{FF2B5EF4-FFF2-40B4-BE49-F238E27FC236}">
                    <a16:creationId xmlns:a16="http://schemas.microsoft.com/office/drawing/2014/main" id="{3B39986C-49CE-315A-C1C8-6C8F478F77BB}"/>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a:p>
            </p:txBody>
          </p:sp>
          <p:sp>
            <p:nvSpPr>
              <p:cNvPr id="52" name="Freeform 28">
                <a:extLst>
                  <a:ext uri="{FF2B5EF4-FFF2-40B4-BE49-F238E27FC236}">
                    <a16:creationId xmlns:a16="http://schemas.microsoft.com/office/drawing/2014/main" id="{49B93486-B386-14CB-5E91-4781CC2B33A7}"/>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a:p>
            </p:txBody>
          </p:sp>
        </p:grpSp>
        <p:grpSp>
          <p:nvGrpSpPr>
            <p:cNvPr id="35" name="Graphic 8">
              <a:extLst>
                <a:ext uri="{FF2B5EF4-FFF2-40B4-BE49-F238E27FC236}">
                  <a16:creationId xmlns:a16="http://schemas.microsoft.com/office/drawing/2014/main" id="{E9062FF3-36CD-72BE-E112-B0DB644ED7F6}"/>
                </a:ext>
              </a:extLst>
            </p:cNvPr>
            <p:cNvGrpSpPr/>
            <p:nvPr/>
          </p:nvGrpSpPr>
          <p:grpSpPr>
            <a:xfrm>
              <a:off x="265625" y="6323271"/>
              <a:ext cx="1249223" cy="190348"/>
              <a:chOff x="265625" y="6323271"/>
              <a:chExt cx="1249223" cy="190348"/>
            </a:xfrm>
            <a:solidFill>
              <a:srgbClr val="000000"/>
            </a:solidFill>
          </p:grpSpPr>
          <p:sp>
            <p:nvSpPr>
              <p:cNvPr id="36" name="Freeform 10">
                <a:extLst>
                  <a:ext uri="{FF2B5EF4-FFF2-40B4-BE49-F238E27FC236}">
                    <a16:creationId xmlns:a16="http://schemas.microsoft.com/office/drawing/2014/main" id="{9868B6D2-9315-0084-FD71-426A5321D2F0}"/>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a:p>
            </p:txBody>
          </p:sp>
          <p:sp>
            <p:nvSpPr>
              <p:cNvPr id="37" name="Freeform 11">
                <a:extLst>
                  <a:ext uri="{FF2B5EF4-FFF2-40B4-BE49-F238E27FC236}">
                    <a16:creationId xmlns:a16="http://schemas.microsoft.com/office/drawing/2014/main" id="{352D6F5D-8873-B10B-D182-D19CF8234EDD}"/>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a:p>
            </p:txBody>
          </p:sp>
          <p:sp>
            <p:nvSpPr>
              <p:cNvPr id="38" name="Freeform 14">
                <a:extLst>
                  <a:ext uri="{FF2B5EF4-FFF2-40B4-BE49-F238E27FC236}">
                    <a16:creationId xmlns:a16="http://schemas.microsoft.com/office/drawing/2014/main" id="{D8B690A5-3E25-AD28-48D9-EA67CD0674C1}"/>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a:p>
            </p:txBody>
          </p:sp>
          <p:sp>
            <p:nvSpPr>
              <p:cNvPr id="39" name="Freeform 15">
                <a:extLst>
                  <a:ext uri="{FF2B5EF4-FFF2-40B4-BE49-F238E27FC236}">
                    <a16:creationId xmlns:a16="http://schemas.microsoft.com/office/drawing/2014/main" id="{72351420-2F5B-37D4-CE32-270053CBB301}"/>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a:p>
            </p:txBody>
          </p:sp>
          <p:sp>
            <p:nvSpPr>
              <p:cNvPr id="40" name="Freeform 16">
                <a:extLst>
                  <a:ext uri="{FF2B5EF4-FFF2-40B4-BE49-F238E27FC236}">
                    <a16:creationId xmlns:a16="http://schemas.microsoft.com/office/drawing/2014/main" id="{7C3EFDA6-C1B1-CB74-6D9D-8E0E09F310C7}"/>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a:p>
            </p:txBody>
          </p:sp>
          <p:sp>
            <p:nvSpPr>
              <p:cNvPr id="41" name="Freeform 17">
                <a:extLst>
                  <a:ext uri="{FF2B5EF4-FFF2-40B4-BE49-F238E27FC236}">
                    <a16:creationId xmlns:a16="http://schemas.microsoft.com/office/drawing/2014/main" id="{1DDD0EDE-B3A7-4368-C0F2-A1E071F3281B}"/>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a:p>
            </p:txBody>
          </p:sp>
          <p:sp>
            <p:nvSpPr>
              <p:cNvPr id="42" name="Freeform 18">
                <a:extLst>
                  <a:ext uri="{FF2B5EF4-FFF2-40B4-BE49-F238E27FC236}">
                    <a16:creationId xmlns:a16="http://schemas.microsoft.com/office/drawing/2014/main" id="{F3154DDB-864E-5DD9-4153-CABEA5592274}"/>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a:p>
            </p:txBody>
          </p:sp>
        </p:grpSp>
      </p:grpSp>
      <p:sp>
        <p:nvSpPr>
          <p:cNvPr id="32" name="TextBox 31">
            <a:extLst>
              <a:ext uri="{FF2B5EF4-FFF2-40B4-BE49-F238E27FC236}">
                <a16:creationId xmlns:a16="http://schemas.microsoft.com/office/drawing/2014/main" id="{4E022D5F-2A6A-1B3E-4CFE-07D21990ED19}"/>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23567743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dec="http://schemas.microsoft.com/office/drawing/2017/decorative" xmlns:a16="http://schemas.microsoft.com/office/drawing/2014/main" xmlns="">
      <p:transition spd="med">
        <p:fade/>
      </p:transition>
    </mc:Fallback>
  </mc:AlternateContent>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p:cSld name="End of Template">
    <p:bg>
      <p:bgPr>
        <a:solidFill>
          <a:srgbClr val="E68C28"/>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D6446863-BC96-B418-1052-C44A7E35FC2E}"/>
              </a:ext>
            </a:extLst>
          </p:cNvPr>
          <p:cNvSpPr txBox="1"/>
          <p:nvPr/>
        </p:nvSpPr>
        <p:spPr>
          <a:xfrm>
            <a:off x="606392" y="721895"/>
            <a:ext cx="10876547" cy="4880008"/>
          </a:xfrm>
          <a:prstGeom prst="rect">
            <a:avLst/>
          </a:prstGeom>
          <a:noFill/>
        </p:spPr>
        <p:txBody>
          <a:bodyPr wrap="square" lIns="0" tIns="0" rIns="0" bIns="0" rtlCol="0" anchor="ctr">
            <a:noAutofit/>
          </a:bodyPr>
          <a:lstStyle/>
          <a:p>
            <a:pPr algn="ctr">
              <a:lnSpc>
                <a:spcPct val="90000"/>
              </a:lnSpc>
            </a:pPr>
            <a:r>
              <a:rPr lang="en-US" sz="5400" spc="300" dirty="0">
                <a:solidFill>
                  <a:schemeClr val="tx2"/>
                </a:solidFill>
              </a:rPr>
              <a:t>DO NOT USE </a:t>
            </a:r>
          </a:p>
          <a:p>
            <a:pPr algn="ctr">
              <a:lnSpc>
                <a:spcPct val="90000"/>
              </a:lnSpc>
            </a:pPr>
            <a:endParaRPr lang="en-US" sz="5400" spc="300" dirty="0">
              <a:solidFill>
                <a:schemeClr val="tx2"/>
              </a:solidFill>
            </a:endParaRPr>
          </a:p>
          <a:p>
            <a:pPr algn="ctr">
              <a:lnSpc>
                <a:spcPct val="90000"/>
              </a:lnSpc>
            </a:pPr>
            <a:r>
              <a:rPr lang="en-US" sz="5400" spc="300" dirty="0">
                <a:solidFill>
                  <a:schemeClr val="tx2"/>
                </a:solidFill>
              </a:rPr>
              <a:t>ALL LAYOUTS PAST THIS ARE NOT PART OF THIS TEMPLATE</a:t>
            </a:r>
          </a:p>
        </p:txBody>
      </p:sp>
      <p:sp>
        <p:nvSpPr>
          <p:cNvPr id="3" name="TextBox 2">
            <a:extLst>
              <a:ext uri="{FF2B5EF4-FFF2-40B4-BE49-F238E27FC236}">
                <a16:creationId xmlns:a16="http://schemas.microsoft.com/office/drawing/2014/main" id="{D6446863-BC96-B418-1052-C44A7E35FC2E}"/>
              </a:ext>
            </a:extLst>
          </p:cNvPr>
          <p:cNvSpPr txBox="1"/>
          <p:nvPr userDrawn="1"/>
        </p:nvSpPr>
        <p:spPr>
          <a:xfrm>
            <a:off x="606392" y="721895"/>
            <a:ext cx="10876547" cy="4880008"/>
          </a:xfrm>
          <a:prstGeom prst="rect">
            <a:avLst/>
          </a:prstGeom>
          <a:noFill/>
        </p:spPr>
        <p:txBody>
          <a:bodyPr wrap="square" lIns="0" tIns="0" rIns="0" bIns="0" rtlCol="0" anchor="ctr">
            <a:noAutofit/>
          </a:bodyPr>
          <a:lstStyle/>
          <a:p>
            <a:pPr algn="ctr">
              <a:lnSpc>
                <a:spcPct val="90000"/>
              </a:lnSpc>
            </a:pPr>
            <a:r>
              <a:rPr lang="en-US" sz="5400" spc="300" dirty="0">
                <a:solidFill>
                  <a:schemeClr val="tx1"/>
                </a:solidFill>
              </a:rPr>
              <a:t>DO NOT USE </a:t>
            </a:r>
          </a:p>
          <a:p>
            <a:pPr algn="ctr">
              <a:lnSpc>
                <a:spcPct val="90000"/>
              </a:lnSpc>
            </a:pPr>
            <a:endParaRPr lang="en-US" sz="5400" spc="300" dirty="0">
              <a:solidFill>
                <a:schemeClr val="tx1"/>
              </a:solidFill>
            </a:endParaRPr>
          </a:p>
          <a:p>
            <a:pPr algn="ctr">
              <a:lnSpc>
                <a:spcPct val="90000"/>
              </a:lnSpc>
            </a:pPr>
            <a:r>
              <a:rPr lang="en-US" sz="5400" spc="300" dirty="0">
                <a:solidFill>
                  <a:schemeClr val="tx1"/>
                </a:solidFill>
              </a:rPr>
              <a:t>ALL LAYOUTS PAST THIS ARE NOT PART OF THIS TEMPLATE</a:t>
            </a:r>
          </a:p>
        </p:txBody>
      </p:sp>
    </p:spTree>
    <p:extLst>
      <p:ext uri="{BB962C8B-B14F-4D97-AF65-F5344CB8AC3E}">
        <p14:creationId xmlns:p14="http://schemas.microsoft.com/office/powerpoint/2010/main" val="1008220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vcf-title-a">
    <p:spTree>
      <p:nvGrpSpPr>
        <p:cNvPr id="1" name=""/>
        <p:cNvGrpSpPr/>
        <p:nvPr/>
      </p:nvGrpSpPr>
      <p:grpSpPr>
        <a:xfrm>
          <a:off x="0" y="0"/>
          <a:ext cx="0" cy="0"/>
          <a:chOff x="0" y="0"/>
          <a:chExt cx="0" cy="0"/>
        </a:xfrm>
      </p:grpSpPr>
      <p:sp>
        <p:nvSpPr>
          <p:cNvPr id="730" name="page number">
            <a:extLst>
              <a:ext uri="{FF2B5EF4-FFF2-40B4-BE49-F238E27FC236}">
                <a16:creationId xmlns:a16="http://schemas.microsoft.com/office/drawing/2014/main" id="{AB8D1A6B-3CE6-468D-804E-6300F8B6DC81}"/>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5" name="page number">
            <a:extLst>
              <a:ext uri="{FF2B5EF4-FFF2-40B4-BE49-F238E27FC236}">
                <a16:creationId xmlns:a16="http://schemas.microsoft.com/office/drawing/2014/main" id="{AB8D1A6B-3CE6-468D-804E-6300F8B6DC81}"/>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pic>
        <p:nvPicPr>
          <p:cNvPr id="3" name="Picture 2">
            <a:extLst>
              <a:ext uri="{FF2B5EF4-FFF2-40B4-BE49-F238E27FC236}">
                <a16:creationId xmlns:a16="http://schemas.microsoft.com/office/drawing/2014/main" id="{5C172C47-B04C-E1F6-EDB5-FDC049FCD281}"/>
              </a:ext>
            </a:extLst>
          </p:cNvPr>
          <p:cNvPicPr>
            <a:picLocks noChangeAspect="1"/>
          </p:cNvPicPr>
          <p:nvPr userDrawn="1"/>
        </p:nvPicPr>
        <p:blipFill>
          <a:blip r:embed="rId2"/>
          <a:srcRect/>
          <a:stretch/>
        </p:blipFill>
        <p:spPr>
          <a:xfrm>
            <a:off x="1" y="893"/>
            <a:ext cx="12188821" cy="6856212"/>
          </a:xfrm>
          <a:prstGeom prst="rect">
            <a:avLst/>
          </a:prstGeom>
        </p:spPr>
      </p:pic>
      <p:sp>
        <p:nvSpPr>
          <p:cNvPr id="4" name="Title click to edit">
            <a:extLst>
              <a:ext uri="{FF2B5EF4-FFF2-40B4-BE49-F238E27FC236}">
                <a16:creationId xmlns:a16="http://schemas.microsoft.com/office/drawing/2014/main" id="{02DC6D70-483F-D243-4F88-413A27F4B8C7}"/>
              </a:ext>
            </a:extLst>
          </p:cNvPr>
          <p:cNvSpPr>
            <a:spLocks noGrp="1"/>
          </p:cNvSpPr>
          <p:nvPr>
            <p:ph type="title" hasCustomPrompt="1"/>
          </p:nvPr>
        </p:nvSpPr>
        <p:spPr>
          <a:xfrm>
            <a:off x="585626" y="1701846"/>
            <a:ext cx="4782865" cy="1234440"/>
          </a:xfrm>
        </p:spPr>
        <p:txBody>
          <a:bodyPr wrap="square" anchor="b"/>
          <a:lstStyle>
            <a:lvl1pPr algn="l">
              <a:defRPr sz="4000" b="0" cap="none" baseline="0">
                <a:solidFill>
                  <a:schemeClr val="tx1"/>
                </a:solidFill>
              </a:defRPr>
            </a:lvl1pPr>
          </a:lstStyle>
          <a:p>
            <a:r>
              <a:rPr lang="en-US" dirty="0"/>
              <a:t>Title Slide – Medium Theme</a:t>
            </a:r>
          </a:p>
        </p:txBody>
      </p:sp>
      <p:sp>
        <p:nvSpPr>
          <p:cNvPr id="7" name="Subtitle click to edit">
            <a:extLst>
              <a:ext uri="{FF2B5EF4-FFF2-40B4-BE49-F238E27FC236}">
                <a16:creationId xmlns:a16="http://schemas.microsoft.com/office/drawing/2014/main" id="{AC34C045-C4A3-B3CF-8013-28BB5F314BE6}"/>
              </a:ext>
            </a:extLst>
          </p:cNvPr>
          <p:cNvSpPr>
            <a:spLocks noGrp="1"/>
          </p:cNvSpPr>
          <p:nvPr>
            <p:ph type="subTitle" idx="10" hasCustomPrompt="1"/>
          </p:nvPr>
        </p:nvSpPr>
        <p:spPr>
          <a:xfrm>
            <a:off x="586477" y="2986547"/>
            <a:ext cx="4795599"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subtitle placeholder</a:t>
            </a:r>
          </a:p>
        </p:txBody>
      </p:sp>
      <p:sp>
        <p:nvSpPr>
          <p:cNvPr id="8" name="Click to edit Speaker Name ">
            <a:extLst>
              <a:ext uri="{FF2B5EF4-FFF2-40B4-BE49-F238E27FC236}">
                <a16:creationId xmlns:a16="http://schemas.microsoft.com/office/drawing/2014/main" id="{363E4230-B335-D7C4-E9EE-4F651CCF622E}"/>
              </a:ext>
            </a:extLst>
          </p:cNvPr>
          <p:cNvSpPr>
            <a:spLocks noGrp="1"/>
          </p:cNvSpPr>
          <p:nvPr>
            <p:ph type="body" sz="quarter" idx="11" hasCustomPrompt="1"/>
          </p:nvPr>
        </p:nvSpPr>
        <p:spPr>
          <a:xfrm>
            <a:off x="585625" y="4737425"/>
            <a:ext cx="5082201" cy="355601"/>
          </a:xfrm>
        </p:spPr>
        <p:txBody>
          <a:bodyPr anchor="ctr"/>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dirty="0"/>
              <a:t>Speaker Name (Insert pronouns)</a:t>
            </a:r>
          </a:p>
        </p:txBody>
      </p:sp>
      <p:sp>
        <p:nvSpPr>
          <p:cNvPr id="9" name="Click to edit role">
            <a:extLst>
              <a:ext uri="{FF2B5EF4-FFF2-40B4-BE49-F238E27FC236}">
                <a16:creationId xmlns:a16="http://schemas.microsoft.com/office/drawing/2014/main" id="{EB54C8EF-07DB-4A32-EB40-44984F785605}"/>
              </a:ext>
            </a:extLst>
          </p:cNvPr>
          <p:cNvSpPr>
            <a:spLocks noGrp="1"/>
          </p:cNvSpPr>
          <p:nvPr>
            <p:ph type="body" sz="quarter" idx="12" hasCustomPrompt="1"/>
          </p:nvPr>
        </p:nvSpPr>
        <p:spPr>
          <a:xfrm>
            <a:off x="585625" y="5117480"/>
            <a:ext cx="5082201" cy="355601"/>
          </a:xfrm>
        </p:spPr>
        <p:txBody>
          <a:bodyPr anchor="ctr"/>
          <a:lstStyle>
            <a:lvl1pPr algn="l">
              <a:buNone/>
              <a:defRPr sz="1600">
                <a:solidFill>
                  <a:schemeClr val="tx1"/>
                </a:solidFill>
              </a:defRPr>
            </a:lvl1pPr>
          </a:lstStyle>
          <a:p>
            <a:pPr lvl="0"/>
            <a:r>
              <a:rPr lang="en-US" dirty="0"/>
              <a:t>Role / Division, Broadcom</a:t>
            </a:r>
          </a:p>
        </p:txBody>
      </p:sp>
      <p:sp>
        <p:nvSpPr>
          <p:cNvPr id="10" name="Click to edit role">
            <a:extLst>
              <a:ext uri="{FF2B5EF4-FFF2-40B4-BE49-F238E27FC236}">
                <a16:creationId xmlns:a16="http://schemas.microsoft.com/office/drawing/2014/main" id="{347F7262-DCD7-861E-EBFD-55A18B121C20}"/>
              </a:ext>
            </a:extLst>
          </p:cNvPr>
          <p:cNvSpPr>
            <a:spLocks noGrp="1"/>
          </p:cNvSpPr>
          <p:nvPr>
            <p:ph type="body" sz="quarter" idx="14" hasCustomPrompt="1"/>
          </p:nvPr>
        </p:nvSpPr>
        <p:spPr>
          <a:xfrm>
            <a:off x="585625" y="5485986"/>
            <a:ext cx="5082201" cy="355601"/>
          </a:xfrm>
        </p:spPr>
        <p:txBody>
          <a:bodyPr anchor="ctr"/>
          <a:lstStyle>
            <a:lvl1pPr algn="l">
              <a:buNone/>
              <a:defRPr sz="1600">
                <a:solidFill>
                  <a:schemeClr val="tx1"/>
                </a:solidFill>
              </a:defRPr>
            </a:lvl1pPr>
          </a:lstStyle>
          <a:p>
            <a:pPr lvl="0"/>
            <a:r>
              <a:rPr lang="en-US"/>
              <a:t>Date</a:t>
            </a:r>
          </a:p>
        </p:txBody>
      </p:sp>
      <p:sp>
        <p:nvSpPr>
          <p:cNvPr id="11" name="TextBox 10">
            <a:extLst>
              <a:ext uri="{FF2B5EF4-FFF2-40B4-BE49-F238E27FC236}">
                <a16:creationId xmlns:a16="http://schemas.microsoft.com/office/drawing/2014/main" id="{39918576-EF48-97F0-64B9-6669FE30C7FF}"/>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chemeClr val="tx1"/>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chemeClr val="tx1"/>
              </a:solidFill>
              <a:latin typeface="+mn-lt"/>
              <a:sym typeface="Arial" panose="020B0604020202020204" pitchFamily="34" charset="0"/>
              <a:rtl val="0"/>
            </a:endParaRPr>
          </a:p>
        </p:txBody>
      </p:sp>
      <p:grpSp>
        <p:nvGrpSpPr>
          <p:cNvPr id="12" name="Graphic 8">
            <a:extLst>
              <a:ext uri="{FF2B5EF4-FFF2-40B4-BE49-F238E27FC236}">
                <a16:creationId xmlns:a16="http://schemas.microsoft.com/office/drawing/2014/main" id="{FF78CE15-02F0-7FC5-BB2C-166BDC44CD5B}"/>
              </a:ext>
            </a:extLst>
          </p:cNvPr>
          <p:cNvGrpSpPr/>
          <p:nvPr userDrawn="1"/>
        </p:nvGrpSpPr>
        <p:grpSpPr>
          <a:xfrm>
            <a:off x="265625" y="6323271"/>
            <a:ext cx="1249223" cy="369648"/>
            <a:chOff x="265625" y="6323271"/>
            <a:chExt cx="1249223" cy="369648"/>
          </a:xfrm>
          <a:solidFill>
            <a:schemeClr val="tx1"/>
          </a:solidFill>
        </p:grpSpPr>
        <p:grpSp>
          <p:nvGrpSpPr>
            <p:cNvPr id="13" name="Graphic 8">
              <a:extLst>
                <a:ext uri="{FF2B5EF4-FFF2-40B4-BE49-F238E27FC236}">
                  <a16:creationId xmlns:a16="http://schemas.microsoft.com/office/drawing/2014/main" id="{02EB9EED-18D2-3595-B442-6DBF073666A1}"/>
                </a:ext>
              </a:extLst>
            </p:cNvPr>
            <p:cNvGrpSpPr/>
            <p:nvPr/>
          </p:nvGrpSpPr>
          <p:grpSpPr>
            <a:xfrm>
              <a:off x="745455" y="6594444"/>
              <a:ext cx="722662" cy="98475"/>
              <a:chOff x="745455" y="6594444"/>
              <a:chExt cx="722662" cy="98475"/>
            </a:xfrm>
            <a:grpFill/>
          </p:grpSpPr>
          <p:sp>
            <p:nvSpPr>
              <p:cNvPr id="23" name="Freeform 22">
                <a:extLst>
                  <a:ext uri="{FF2B5EF4-FFF2-40B4-BE49-F238E27FC236}">
                    <a16:creationId xmlns:a16="http://schemas.microsoft.com/office/drawing/2014/main" id="{8F7C67AA-6928-85E3-8830-84A01BD05CE6}"/>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6B1B7D76-16B1-1B7F-F766-5FB305EACAC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E5049BDD-2524-9C3F-6E78-7F5FC887A18D}"/>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ED97AD2D-085D-85A8-633D-A5A49CC7394E}"/>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757E7874-28DD-B5CE-BB3D-8D9FBD70DDB6}"/>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0A0B9AEC-F4A4-8794-E1D3-C25E411A206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99CF8EE6-A915-D9FA-02B9-E1DFC99DBC15}"/>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9652012E-F831-7CC4-380F-F12B3E742D9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42A3B8DA-01C3-7984-65A5-F87CE847983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12854487-6BBC-F60A-0BB7-762C0530C0DA}"/>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dirty="0"/>
              </a:p>
            </p:txBody>
          </p:sp>
        </p:grpSp>
        <p:grpSp>
          <p:nvGrpSpPr>
            <p:cNvPr id="14" name="Graphic 8">
              <a:extLst>
                <a:ext uri="{FF2B5EF4-FFF2-40B4-BE49-F238E27FC236}">
                  <a16:creationId xmlns:a16="http://schemas.microsoft.com/office/drawing/2014/main" id="{7C3F2EC0-0E91-1B90-0984-E15451F11E09}"/>
                </a:ext>
              </a:extLst>
            </p:cNvPr>
            <p:cNvGrpSpPr/>
            <p:nvPr/>
          </p:nvGrpSpPr>
          <p:grpSpPr>
            <a:xfrm>
              <a:off x="265625" y="6323271"/>
              <a:ext cx="1249223" cy="190348"/>
              <a:chOff x="265625" y="6323271"/>
              <a:chExt cx="1249223" cy="190348"/>
            </a:xfrm>
            <a:grpFill/>
          </p:grpSpPr>
          <p:sp>
            <p:nvSpPr>
              <p:cNvPr id="15" name="Freeform 14">
                <a:extLst>
                  <a:ext uri="{FF2B5EF4-FFF2-40B4-BE49-F238E27FC236}">
                    <a16:creationId xmlns:a16="http://schemas.microsoft.com/office/drawing/2014/main" id="{3E1EA83D-0C41-6298-66D3-2AACACADF563}"/>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dirty="0"/>
              </a:p>
            </p:txBody>
          </p:sp>
          <p:sp>
            <p:nvSpPr>
              <p:cNvPr id="17" name="Freeform 16">
                <a:extLst>
                  <a:ext uri="{FF2B5EF4-FFF2-40B4-BE49-F238E27FC236}">
                    <a16:creationId xmlns:a16="http://schemas.microsoft.com/office/drawing/2014/main" id="{B9B542A7-1CED-E3B4-2F6F-981A0BCF0F9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0F403641-4B58-5167-918C-45D30FB8B885}"/>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58B02E53-85CD-F8E6-1B90-2A2390920334}"/>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346B34D3-96E7-AEEC-E3E3-9703F262AE5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BE841654-790E-1DA0-EAB4-635FDD741A4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E1E56751-BAEE-C6B1-E3A0-D9F895DD8187}"/>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dirty="0"/>
              </a:p>
            </p:txBody>
          </p:sp>
        </p:grpSp>
      </p:grpSp>
      <p:pic>
        <p:nvPicPr>
          <p:cNvPr id="35" name="Graphic 34">
            <a:extLst>
              <a:ext uri="{FF2B5EF4-FFF2-40B4-BE49-F238E27FC236}">
                <a16:creationId xmlns:a16="http://schemas.microsoft.com/office/drawing/2014/main" id="{562883D5-FFBF-B3A4-D7CB-96B8FAC9AA8D}"/>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585625" y="570134"/>
            <a:ext cx="2857719" cy="562472"/>
          </a:xfrm>
          <a:prstGeom prst="rect">
            <a:avLst/>
          </a:prstGeom>
        </p:spPr>
      </p:pic>
    </p:spTree>
    <p:extLst>
      <p:ext uri="{BB962C8B-B14F-4D97-AF65-F5344CB8AC3E}">
        <p14:creationId xmlns:p14="http://schemas.microsoft.com/office/powerpoint/2010/main" val="9936195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16="http://schemas.microsoft.com/office/drawing/2014/main" xmlns="">
      <p:transition spd="med">
        <p:fade/>
      </p:transition>
    </mc:Fallback>
  </mc:AlternateConten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VCF-title-b">
    <p:spTree>
      <p:nvGrpSpPr>
        <p:cNvPr id="1" name=""/>
        <p:cNvGrpSpPr/>
        <p:nvPr/>
      </p:nvGrpSpPr>
      <p:grpSpPr>
        <a:xfrm>
          <a:off x="0" y="0"/>
          <a:ext cx="0" cy="0"/>
          <a:chOff x="0" y="0"/>
          <a:chExt cx="0" cy="0"/>
        </a:xfrm>
      </p:grpSpPr>
      <p:pic>
        <p:nvPicPr>
          <p:cNvPr id="37" name="Picture 36" descr="A logo of a cloud computing system&#10;&#10;AI-generated content may be incorrect.">
            <a:extLst>
              <a:ext uri="{FF2B5EF4-FFF2-40B4-BE49-F238E27FC236}">
                <a16:creationId xmlns:a16="http://schemas.microsoft.com/office/drawing/2014/main" id="{76C03434-B721-874C-862C-A6A095C3B992}"/>
              </a:ext>
            </a:extLst>
          </p:cNvPr>
          <p:cNvPicPr>
            <a:picLocks noChangeAspect="1"/>
          </p:cNvPicPr>
          <p:nvPr userDrawn="1"/>
        </p:nvPicPr>
        <p:blipFill>
          <a:blip r:embed="rId2"/>
          <a:stretch>
            <a:fillRect/>
          </a:stretch>
        </p:blipFill>
        <p:spPr>
          <a:xfrm>
            <a:off x="5330825" y="0"/>
            <a:ext cx="6858000" cy="6858000"/>
          </a:xfrm>
          <a:prstGeom prst="rect">
            <a:avLst/>
          </a:prstGeom>
        </p:spPr>
      </p:pic>
      <p:sp>
        <p:nvSpPr>
          <p:cNvPr id="730" name="page number">
            <a:extLst>
              <a:ext uri="{FF2B5EF4-FFF2-40B4-BE49-F238E27FC236}">
                <a16:creationId xmlns:a16="http://schemas.microsoft.com/office/drawing/2014/main" id="{AB8D1A6B-3CE6-468D-804E-6300F8B6DC81}"/>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5" name="page number">
            <a:extLst>
              <a:ext uri="{FF2B5EF4-FFF2-40B4-BE49-F238E27FC236}">
                <a16:creationId xmlns:a16="http://schemas.microsoft.com/office/drawing/2014/main" id="{AB8D1A6B-3CE6-468D-804E-6300F8B6DC81}"/>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11" name="TextBox 10">
            <a:extLst>
              <a:ext uri="{FF2B5EF4-FFF2-40B4-BE49-F238E27FC236}">
                <a16:creationId xmlns:a16="http://schemas.microsoft.com/office/drawing/2014/main" id="{39918576-EF48-97F0-64B9-6669FE30C7FF}"/>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chemeClr val="tx1"/>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chemeClr val="tx1"/>
              </a:solidFill>
              <a:latin typeface="+mn-lt"/>
              <a:sym typeface="Arial" panose="020B0604020202020204" pitchFamily="34" charset="0"/>
              <a:rtl val="0"/>
            </a:endParaRPr>
          </a:p>
        </p:txBody>
      </p:sp>
      <p:grpSp>
        <p:nvGrpSpPr>
          <p:cNvPr id="12" name="Graphic 8">
            <a:extLst>
              <a:ext uri="{FF2B5EF4-FFF2-40B4-BE49-F238E27FC236}">
                <a16:creationId xmlns:a16="http://schemas.microsoft.com/office/drawing/2014/main" id="{FF78CE15-02F0-7FC5-BB2C-166BDC44CD5B}"/>
              </a:ext>
            </a:extLst>
          </p:cNvPr>
          <p:cNvGrpSpPr/>
          <p:nvPr userDrawn="1"/>
        </p:nvGrpSpPr>
        <p:grpSpPr>
          <a:xfrm>
            <a:off x="265625" y="6323271"/>
            <a:ext cx="1249223" cy="369648"/>
            <a:chOff x="265625" y="6323271"/>
            <a:chExt cx="1249223" cy="369648"/>
          </a:xfrm>
          <a:solidFill>
            <a:schemeClr val="tx1"/>
          </a:solidFill>
        </p:grpSpPr>
        <p:grpSp>
          <p:nvGrpSpPr>
            <p:cNvPr id="13" name="Graphic 8">
              <a:extLst>
                <a:ext uri="{FF2B5EF4-FFF2-40B4-BE49-F238E27FC236}">
                  <a16:creationId xmlns:a16="http://schemas.microsoft.com/office/drawing/2014/main" id="{02EB9EED-18D2-3595-B442-6DBF073666A1}"/>
                </a:ext>
              </a:extLst>
            </p:cNvPr>
            <p:cNvGrpSpPr/>
            <p:nvPr/>
          </p:nvGrpSpPr>
          <p:grpSpPr>
            <a:xfrm>
              <a:off x="745455" y="6594444"/>
              <a:ext cx="722662" cy="98475"/>
              <a:chOff x="745455" y="6594444"/>
              <a:chExt cx="722662" cy="98475"/>
            </a:xfrm>
            <a:grpFill/>
          </p:grpSpPr>
          <p:sp>
            <p:nvSpPr>
              <p:cNvPr id="23" name="Freeform 22">
                <a:extLst>
                  <a:ext uri="{FF2B5EF4-FFF2-40B4-BE49-F238E27FC236}">
                    <a16:creationId xmlns:a16="http://schemas.microsoft.com/office/drawing/2014/main" id="{8F7C67AA-6928-85E3-8830-84A01BD05CE6}"/>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6B1B7D76-16B1-1B7F-F766-5FB305EACAC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E5049BDD-2524-9C3F-6E78-7F5FC887A18D}"/>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ED97AD2D-085D-85A8-633D-A5A49CC7394E}"/>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757E7874-28DD-B5CE-BB3D-8D9FBD70DDB6}"/>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0A0B9AEC-F4A4-8794-E1D3-C25E411A206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99CF8EE6-A915-D9FA-02B9-E1DFC99DBC15}"/>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9652012E-F831-7CC4-380F-F12B3E742D9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42A3B8DA-01C3-7984-65A5-F87CE847983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12854487-6BBC-F60A-0BB7-762C0530C0DA}"/>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dirty="0"/>
              </a:p>
            </p:txBody>
          </p:sp>
        </p:grpSp>
        <p:grpSp>
          <p:nvGrpSpPr>
            <p:cNvPr id="14" name="Graphic 8">
              <a:extLst>
                <a:ext uri="{FF2B5EF4-FFF2-40B4-BE49-F238E27FC236}">
                  <a16:creationId xmlns:a16="http://schemas.microsoft.com/office/drawing/2014/main" id="{7C3F2EC0-0E91-1B90-0984-E15451F11E09}"/>
                </a:ext>
              </a:extLst>
            </p:cNvPr>
            <p:cNvGrpSpPr/>
            <p:nvPr/>
          </p:nvGrpSpPr>
          <p:grpSpPr>
            <a:xfrm>
              <a:off x="265625" y="6323271"/>
              <a:ext cx="1249223" cy="190348"/>
              <a:chOff x="265625" y="6323271"/>
              <a:chExt cx="1249223" cy="190348"/>
            </a:xfrm>
            <a:grpFill/>
          </p:grpSpPr>
          <p:sp>
            <p:nvSpPr>
              <p:cNvPr id="15" name="Freeform 14">
                <a:extLst>
                  <a:ext uri="{FF2B5EF4-FFF2-40B4-BE49-F238E27FC236}">
                    <a16:creationId xmlns:a16="http://schemas.microsoft.com/office/drawing/2014/main" id="{3E1EA83D-0C41-6298-66D3-2AACACADF563}"/>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dirty="0"/>
              </a:p>
            </p:txBody>
          </p:sp>
          <p:sp>
            <p:nvSpPr>
              <p:cNvPr id="17" name="Freeform 16">
                <a:extLst>
                  <a:ext uri="{FF2B5EF4-FFF2-40B4-BE49-F238E27FC236}">
                    <a16:creationId xmlns:a16="http://schemas.microsoft.com/office/drawing/2014/main" id="{B9B542A7-1CED-E3B4-2F6F-981A0BCF0F9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0F403641-4B58-5167-918C-45D30FB8B885}"/>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58B02E53-85CD-F8E6-1B90-2A2390920334}"/>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346B34D3-96E7-AEEC-E3E3-9703F262AE5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BE841654-790E-1DA0-EAB4-635FDD741A4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E1E56751-BAEE-C6B1-E3A0-D9F895DD8187}"/>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dirty="0"/>
              </a:p>
            </p:txBody>
          </p:sp>
        </p:grpSp>
      </p:grpSp>
      <p:sp>
        <p:nvSpPr>
          <p:cNvPr id="6" name="Title click to edit">
            <a:extLst>
              <a:ext uri="{FF2B5EF4-FFF2-40B4-BE49-F238E27FC236}">
                <a16:creationId xmlns:a16="http://schemas.microsoft.com/office/drawing/2014/main" id="{9A564A77-DB55-ED06-B6E2-D814406B5E70}"/>
              </a:ext>
            </a:extLst>
          </p:cNvPr>
          <p:cNvSpPr>
            <a:spLocks noGrp="1"/>
          </p:cNvSpPr>
          <p:nvPr>
            <p:ph type="title" hasCustomPrompt="1"/>
          </p:nvPr>
        </p:nvSpPr>
        <p:spPr>
          <a:xfrm>
            <a:off x="585626" y="1701846"/>
            <a:ext cx="4782865" cy="1234440"/>
          </a:xfrm>
        </p:spPr>
        <p:txBody>
          <a:bodyPr wrap="square" anchor="b"/>
          <a:lstStyle>
            <a:lvl1pPr algn="l">
              <a:defRPr sz="4000" b="0" cap="none" baseline="0">
                <a:solidFill>
                  <a:schemeClr val="tx1"/>
                </a:solidFill>
              </a:defRPr>
            </a:lvl1pPr>
          </a:lstStyle>
          <a:p>
            <a:r>
              <a:rPr lang="en-US" dirty="0"/>
              <a:t>Title Slide – Medium Theme</a:t>
            </a:r>
          </a:p>
        </p:txBody>
      </p:sp>
      <p:sp>
        <p:nvSpPr>
          <p:cNvPr id="16" name="Subtitle click to edit">
            <a:extLst>
              <a:ext uri="{FF2B5EF4-FFF2-40B4-BE49-F238E27FC236}">
                <a16:creationId xmlns:a16="http://schemas.microsoft.com/office/drawing/2014/main" id="{3E88110F-9182-0840-066F-3DE4AC6B8C94}"/>
              </a:ext>
            </a:extLst>
          </p:cNvPr>
          <p:cNvSpPr>
            <a:spLocks noGrp="1"/>
          </p:cNvSpPr>
          <p:nvPr>
            <p:ph type="subTitle" idx="10" hasCustomPrompt="1"/>
          </p:nvPr>
        </p:nvSpPr>
        <p:spPr>
          <a:xfrm>
            <a:off x="586477" y="2986547"/>
            <a:ext cx="4795599"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subtitle placeholder</a:t>
            </a:r>
          </a:p>
        </p:txBody>
      </p:sp>
      <p:sp>
        <p:nvSpPr>
          <p:cNvPr id="33" name="Click to edit Speaker Name ">
            <a:extLst>
              <a:ext uri="{FF2B5EF4-FFF2-40B4-BE49-F238E27FC236}">
                <a16:creationId xmlns:a16="http://schemas.microsoft.com/office/drawing/2014/main" id="{F3B64E52-E233-3D80-DBA7-7192CE74C2D6}"/>
              </a:ext>
            </a:extLst>
          </p:cNvPr>
          <p:cNvSpPr>
            <a:spLocks noGrp="1"/>
          </p:cNvSpPr>
          <p:nvPr>
            <p:ph type="body" sz="quarter" idx="11" hasCustomPrompt="1"/>
          </p:nvPr>
        </p:nvSpPr>
        <p:spPr>
          <a:xfrm>
            <a:off x="585625" y="4737425"/>
            <a:ext cx="5082201" cy="355601"/>
          </a:xfrm>
        </p:spPr>
        <p:txBody>
          <a:bodyPr anchor="ctr"/>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dirty="0"/>
              <a:t>Speaker Name (Insert pronouns)</a:t>
            </a:r>
          </a:p>
        </p:txBody>
      </p:sp>
      <p:sp>
        <p:nvSpPr>
          <p:cNvPr id="34" name="Click to edit role">
            <a:extLst>
              <a:ext uri="{FF2B5EF4-FFF2-40B4-BE49-F238E27FC236}">
                <a16:creationId xmlns:a16="http://schemas.microsoft.com/office/drawing/2014/main" id="{61F028C3-376D-2857-410D-AA8C02182DBB}"/>
              </a:ext>
            </a:extLst>
          </p:cNvPr>
          <p:cNvSpPr>
            <a:spLocks noGrp="1"/>
          </p:cNvSpPr>
          <p:nvPr>
            <p:ph type="body" sz="quarter" idx="12" hasCustomPrompt="1"/>
          </p:nvPr>
        </p:nvSpPr>
        <p:spPr>
          <a:xfrm>
            <a:off x="585625" y="5117480"/>
            <a:ext cx="5082201" cy="355601"/>
          </a:xfrm>
        </p:spPr>
        <p:txBody>
          <a:bodyPr anchor="ctr"/>
          <a:lstStyle>
            <a:lvl1pPr algn="l">
              <a:buNone/>
              <a:defRPr sz="1600">
                <a:solidFill>
                  <a:schemeClr val="tx1"/>
                </a:solidFill>
              </a:defRPr>
            </a:lvl1pPr>
          </a:lstStyle>
          <a:p>
            <a:pPr lvl="0"/>
            <a:r>
              <a:rPr lang="en-US" dirty="0"/>
              <a:t>Role / Division, Broadcom</a:t>
            </a:r>
          </a:p>
        </p:txBody>
      </p:sp>
      <p:sp>
        <p:nvSpPr>
          <p:cNvPr id="35" name="Click to edit role">
            <a:extLst>
              <a:ext uri="{FF2B5EF4-FFF2-40B4-BE49-F238E27FC236}">
                <a16:creationId xmlns:a16="http://schemas.microsoft.com/office/drawing/2014/main" id="{81EDBE59-D3BD-9990-3E9F-32B59874E467}"/>
              </a:ext>
            </a:extLst>
          </p:cNvPr>
          <p:cNvSpPr>
            <a:spLocks noGrp="1"/>
          </p:cNvSpPr>
          <p:nvPr>
            <p:ph type="body" sz="quarter" idx="14" hasCustomPrompt="1"/>
          </p:nvPr>
        </p:nvSpPr>
        <p:spPr>
          <a:xfrm>
            <a:off x="585625" y="5485986"/>
            <a:ext cx="5082201" cy="355601"/>
          </a:xfrm>
        </p:spPr>
        <p:txBody>
          <a:bodyPr anchor="ctr"/>
          <a:lstStyle>
            <a:lvl1pPr algn="l">
              <a:buNone/>
              <a:defRPr sz="1600">
                <a:solidFill>
                  <a:schemeClr val="tx1"/>
                </a:solidFill>
              </a:defRPr>
            </a:lvl1pPr>
          </a:lstStyle>
          <a:p>
            <a:pPr lvl="0"/>
            <a:r>
              <a:rPr lang="en-US"/>
              <a:t>Date</a:t>
            </a:r>
          </a:p>
        </p:txBody>
      </p:sp>
      <p:pic>
        <p:nvPicPr>
          <p:cNvPr id="36" name="Graphic 35">
            <a:extLst>
              <a:ext uri="{FF2B5EF4-FFF2-40B4-BE49-F238E27FC236}">
                <a16:creationId xmlns:a16="http://schemas.microsoft.com/office/drawing/2014/main" id="{C56447FA-F32D-9EA0-DEC5-21724B4D2531}"/>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585625" y="570134"/>
            <a:ext cx="2857719" cy="562472"/>
          </a:xfrm>
          <a:prstGeom prst="rect">
            <a:avLst/>
          </a:prstGeom>
        </p:spPr>
      </p:pic>
    </p:spTree>
    <p:extLst>
      <p:ext uri="{BB962C8B-B14F-4D97-AF65-F5344CB8AC3E}">
        <p14:creationId xmlns:p14="http://schemas.microsoft.com/office/powerpoint/2010/main" val="34304058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16="http://schemas.microsoft.com/office/drawing/2014/main" xmlns="">
      <p:transition spd="med">
        <p:fade/>
      </p:transition>
    </mc:Fallback>
  </mc:AlternateContent>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p:cSld name="Title Slide – Leaf">
    <p:spTree>
      <p:nvGrpSpPr>
        <p:cNvPr id="1" name=""/>
        <p:cNvGrpSpPr/>
        <p:nvPr/>
      </p:nvGrpSpPr>
      <p:grpSpPr>
        <a:xfrm>
          <a:off x="0" y="0"/>
          <a:ext cx="0" cy="0"/>
          <a:chOff x="0" y="0"/>
          <a:chExt cx="0" cy="0"/>
        </a:xfrm>
      </p:grpSpPr>
      <p:sp>
        <p:nvSpPr>
          <p:cNvPr id="30" name="Freeform: Shape 29">
            <a:extLst>
              <a:ext uri="{FF2B5EF4-FFF2-40B4-BE49-F238E27FC236}">
                <a16:creationId xmlns:a16="http://schemas.microsoft.com/office/drawing/2014/main" id="{E832C870-B130-F9CC-6224-4A7EBA6FD046}"/>
              </a:ext>
            </a:extLst>
          </p:cNvPr>
          <p:cNvSpPr/>
          <p:nvPr/>
        </p:nvSpPr>
        <p:spPr>
          <a:xfrm>
            <a:off x="-3811" y="-260"/>
            <a:ext cx="6334843" cy="4737302"/>
          </a:xfrm>
          <a:custGeom>
            <a:avLst/>
            <a:gdLst>
              <a:gd name="connsiteX0" fmla="*/ 0 w 6334843"/>
              <a:gd name="connsiteY0" fmla="*/ 0 h 4737302"/>
              <a:gd name="connsiteX1" fmla="*/ 6334843 w 6334843"/>
              <a:gd name="connsiteY1" fmla="*/ 0 h 4737302"/>
              <a:gd name="connsiteX2" fmla="*/ 1987292 w 6334843"/>
              <a:gd name="connsiteY2" fmla="*/ 4347552 h 4737302"/>
              <a:gd name="connsiteX3" fmla="*/ 1046384 w 6334843"/>
              <a:gd name="connsiteY3" fmla="*/ 4737302 h 4737302"/>
              <a:gd name="connsiteX4" fmla="*/ 0 w 6334843"/>
              <a:gd name="connsiteY4" fmla="*/ 4737302 h 473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843" h="4737302">
                <a:moveTo>
                  <a:pt x="0" y="0"/>
                </a:moveTo>
                <a:lnTo>
                  <a:pt x="6334843" y="0"/>
                </a:lnTo>
                <a:lnTo>
                  <a:pt x="1987292" y="4347552"/>
                </a:lnTo>
                <a:cubicBezTo>
                  <a:pt x="1737727" y="4597117"/>
                  <a:pt x="1399274" y="4737302"/>
                  <a:pt x="1046384" y="4737302"/>
                </a:cubicBezTo>
                <a:lnTo>
                  <a:pt x="0" y="4737302"/>
                </a:lnTo>
                <a:close/>
              </a:path>
            </a:pathLst>
          </a:custGeom>
          <a:gradFill flip="none" rotWithShape="1">
            <a:gsLst>
              <a:gs pos="7000">
                <a:schemeClr val="accent4"/>
              </a:gs>
              <a:gs pos="83000">
                <a:schemeClr val="accent3"/>
              </a:gs>
            </a:gsLst>
            <a:lin ang="19200000" scaled="0"/>
            <a:tileRect/>
          </a:gradFill>
          <a:ln w="0"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2D3B49F1-E261-2E76-44FD-7CE4633B932C}"/>
              </a:ext>
            </a:extLst>
          </p:cNvPr>
          <p:cNvSpPr/>
          <p:nvPr/>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chemeClr val="accent4"/>
              </a:gs>
            </a:gsLst>
            <a:lin ang="0" scaled="1"/>
          </a:gradFill>
          <a:ln w="0" cap="flat">
            <a:noFill/>
            <a:prstDash val="solid"/>
            <a:miter/>
          </a:ln>
        </p:spPr>
        <p:txBody>
          <a:bodyPr rtlCol="0" anchor="ctr"/>
          <a:lstStyle/>
          <a:p>
            <a:endParaRPr lang="en-US"/>
          </a:p>
        </p:txBody>
      </p:sp>
      <p:sp>
        <p:nvSpPr>
          <p:cNvPr id="2" name="Title click to edit"/>
          <p:cNvSpPr>
            <a:spLocks noGrp="1"/>
          </p:cNvSpPr>
          <p:nvPr>
            <p:ph type="title" hasCustomPrompt="1"/>
          </p:nvPr>
        </p:nvSpPr>
        <p:spPr>
          <a:xfrm>
            <a:off x="6592949" y="1701846"/>
            <a:ext cx="5102866" cy="1234440"/>
          </a:xfrm>
        </p:spPr>
        <p:txBody>
          <a:bodyPr wrap="square" anchor="b"/>
          <a:lstStyle>
            <a:lvl1pPr algn="l">
              <a:defRPr sz="4000" b="0" cap="none" baseline="0">
                <a:solidFill>
                  <a:schemeClr val="tx1"/>
                </a:solidFill>
              </a:defRPr>
            </a:lvl1pPr>
          </a:lstStyle>
          <a:p>
            <a:r>
              <a:rPr lang="en-US" dirty="0"/>
              <a:t>Title Slide – Green Theme</a:t>
            </a:r>
          </a:p>
        </p:txBody>
      </p:sp>
      <p:sp>
        <p:nvSpPr>
          <p:cNvPr id="128" name="Subtitle click to edit">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592948" y="2986547"/>
            <a:ext cx="5116452"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subtitle placeholder</a:t>
            </a:r>
          </a:p>
        </p:txBody>
      </p:sp>
      <p:sp>
        <p:nvSpPr>
          <p:cNvPr id="7" name="Click to edit Speaker Name ">
            <a:extLst>
              <a:ext uri="{FF2B5EF4-FFF2-40B4-BE49-F238E27FC236}">
                <a16:creationId xmlns:a16="http://schemas.microsoft.com/office/drawing/2014/main" id="{DEA43E1E-B208-4DC4-9D6A-01669D00DA14}"/>
              </a:ext>
            </a:extLst>
          </p:cNvPr>
          <p:cNvSpPr>
            <a:spLocks noGrp="1"/>
          </p:cNvSpPr>
          <p:nvPr>
            <p:ph type="body" sz="quarter" idx="11" hasCustomPrompt="1"/>
          </p:nvPr>
        </p:nvSpPr>
        <p:spPr>
          <a:xfrm>
            <a:off x="6592948" y="4737425"/>
            <a:ext cx="5402202" cy="355601"/>
          </a:xfrm>
        </p:spPr>
        <p:txBody>
          <a:bodyPr anchor="ctr"/>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dirty="0"/>
              <a:t>Speaker Name (Insert pronouns)</a:t>
            </a:r>
          </a:p>
        </p:txBody>
      </p:sp>
      <p:sp>
        <p:nvSpPr>
          <p:cNvPr id="129" name="Click to edit role">
            <a:extLst>
              <a:ext uri="{FF2B5EF4-FFF2-40B4-BE49-F238E27FC236}">
                <a16:creationId xmlns:a16="http://schemas.microsoft.com/office/drawing/2014/main" id="{2111BB8B-7B37-4FB4-B2CD-984FE1C6C5E4}"/>
              </a:ext>
            </a:extLst>
          </p:cNvPr>
          <p:cNvSpPr>
            <a:spLocks noGrp="1"/>
          </p:cNvSpPr>
          <p:nvPr>
            <p:ph type="body" sz="quarter" idx="12" hasCustomPrompt="1"/>
          </p:nvPr>
        </p:nvSpPr>
        <p:spPr>
          <a:xfrm>
            <a:off x="6592948" y="5117480"/>
            <a:ext cx="5402202" cy="355601"/>
          </a:xfrm>
        </p:spPr>
        <p:txBody>
          <a:bodyPr anchor="ctr"/>
          <a:lstStyle>
            <a:lvl1pPr algn="l">
              <a:buNone/>
              <a:defRPr sz="1600">
                <a:solidFill>
                  <a:schemeClr val="tx1"/>
                </a:solidFill>
              </a:defRPr>
            </a:lvl1pPr>
          </a:lstStyle>
          <a:p>
            <a:pPr lvl="0"/>
            <a:r>
              <a:rPr lang="en-US" dirty="0"/>
              <a:t>Role / Division, Broadcom</a:t>
            </a:r>
          </a:p>
        </p:txBody>
      </p:sp>
      <p:sp>
        <p:nvSpPr>
          <p:cNvPr id="18" name="Click to edit role">
            <a:extLst>
              <a:ext uri="{FF2B5EF4-FFF2-40B4-BE49-F238E27FC236}">
                <a16:creationId xmlns:a16="http://schemas.microsoft.com/office/drawing/2014/main" id="{006FF8D0-7AF6-C549-9BFB-E838D6CDCA0E}"/>
              </a:ext>
            </a:extLst>
          </p:cNvPr>
          <p:cNvSpPr>
            <a:spLocks noGrp="1"/>
          </p:cNvSpPr>
          <p:nvPr>
            <p:ph type="body" sz="quarter" idx="14" hasCustomPrompt="1"/>
          </p:nvPr>
        </p:nvSpPr>
        <p:spPr>
          <a:xfrm>
            <a:off x="6592948" y="5485986"/>
            <a:ext cx="5402202" cy="355601"/>
          </a:xfrm>
        </p:spPr>
        <p:txBody>
          <a:bodyPr anchor="ctr"/>
          <a:lstStyle>
            <a:lvl1pPr algn="l">
              <a:buNone/>
              <a:defRPr sz="1600">
                <a:solidFill>
                  <a:schemeClr val="tx1"/>
                </a:solidFill>
              </a:defRPr>
            </a:lvl1pPr>
          </a:lstStyle>
          <a:p>
            <a:pPr lvl="0"/>
            <a:r>
              <a:rPr lang="en-US"/>
              <a:t>Date</a:t>
            </a:r>
          </a:p>
        </p:txBody>
      </p:sp>
      <p:grpSp>
        <p:nvGrpSpPr>
          <p:cNvPr id="34" name="Graphic 8">
            <a:extLst>
              <a:ext uri="{FF2B5EF4-FFF2-40B4-BE49-F238E27FC236}">
                <a16:creationId xmlns:a16="http://schemas.microsoft.com/office/drawing/2014/main" id="{2BB61FAB-D61D-91C0-B6E9-540E07D70F8D}"/>
              </a:ext>
            </a:extLst>
          </p:cNvPr>
          <p:cNvGrpSpPr/>
          <p:nvPr/>
        </p:nvGrpSpPr>
        <p:grpSpPr>
          <a:xfrm>
            <a:off x="265625" y="6323271"/>
            <a:ext cx="1249223" cy="369648"/>
            <a:chOff x="265625" y="6323271"/>
            <a:chExt cx="1249223" cy="369648"/>
          </a:xfrm>
          <a:solidFill>
            <a:schemeClr val="tx1"/>
          </a:solidFill>
        </p:grpSpPr>
        <p:grpSp>
          <p:nvGrpSpPr>
            <p:cNvPr id="35" name="Graphic 8">
              <a:extLst>
                <a:ext uri="{FF2B5EF4-FFF2-40B4-BE49-F238E27FC236}">
                  <a16:creationId xmlns:a16="http://schemas.microsoft.com/office/drawing/2014/main" id="{335A91E3-C984-A339-9A90-22456A5B3A8A}"/>
                </a:ext>
              </a:extLst>
            </p:cNvPr>
            <p:cNvGrpSpPr/>
            <p:nvPr/>
          </p:nvGrpSpPr>
          <p:grpSpPr>
            <a:xfrm>
              <a:off x="745455" y="6594444"/>
              <a:ext cx="722662" cy="98475"/>
              <a:chOff x="745455" y="6594444"/>
              <a:chExt cx="722662" cy="98475"/>
            </a:xfrm>
            <a:grpFill/>
          </p:grpSpPr>
          <p:sp>
            <p:nvSpPr>
              <p:cNvPr id="44" name="Freeform 49">
                <a:extLst>
                  <a:ext uri="{FF2B5EF4-FFF2-40B4-BE49-F238E27FC236}">
                    <a16:creationId xmlns:a16="http://schemas.microsoft.com/office/drawing/2014/main" id="{2EEFE471-3371-E1FC-8E61-E71CA25FE118}"/>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45" name="Freeform 50">
                <a:extLst>
                  <a:ext uri="{FF2B5EF4-FFF2-40B4-BE49-F238E27FC236}">
                    <a16:creationId xmlns:a16="http://schemas.microsoft.com/office/drawing/2014/main" id="{34442E96-4426-8630-B676-AB0394715E4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46" name="Freeform 51">
                <a:extLst>
                  <a:ext uri="{FF2B5EF4-FFF2-40B4-BE49-F238E27FC236}">
                    <a16:creationId xmlns:a16="http://schemas.microsoft.com/office/drawing/2014/main" id="{8BA96E31-5EEA-7357-298B-37DAB50D9343}"/>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47" name="Freeform 52">
                <a:extLst>
                  <a:ext uri="{FF2B5EF4-FFF2-40B4-BE49-F238E27FC236}">
                    <a16:creationId xmlns:a16="http://schemas.microsoft.com/office/drawing/2014/main" id="{E859CE78-8BEE-82DE-03EC-271997048CB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48" name="Freeform 53">
                <a:extLst>
                  <a:ext uri="{FF2B5EF4-FFF2-40B4-BE49-F238E27FC236}">
                    <a16:creationId xmlns:a16="http://schemas.microsoft.com/office/drawing/2014/main" id="{E074AE8D-6BAE-0DDA-85ED-03C6DFCA1FC6}"/>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49" name="Freeform 54">
                <a:extLst>
                  <a:ext uri="{FF2B5EF4-FFF2-40B4-BE49-F238E27FC236}">
                    <a16:creationId xmlns:a16="http://schemas.microsoft.com/office/drawing/2014/main" id="{2815B090-56C3-061C-A4E5-5567DB842EA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50" name="Freeform 55">
                <a:extLst>
                  <a:ext uri="{FF2B5EF4-FFF2-40B4-BE49-F238E27FC236}">
                    <a16:creationId xmlns:a16="http://schemas.microsoft.com/office/drawing/2014/main" id="{8634125F-8CBC-AFEE-A587-4B1837F7252E}"/>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51" name="Freeform 56">
                <a:extLst>
                  <a:ext uri="{FF2B5EF4-FFF2-40B4-BE49-F238E27FC236}">
                    <a16:creationId xmlns:a16="http://schemas.microsoft.com/office/drawing/2014/main" id="{1626768D-F016-8910-72B1-1285CDBD2C6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2" name="Freeform 57">
                <a:extLst>
                  <a:ext uri="{FF2B5EF4-FFF2-40B4-BE49-F238E27FC236}">
                    <a16:creationId xmlns:a16="http://schemas.microsoft.com/office/drawing/2014/main" id="{033F3E91-FC25-9595-D391-3BEFA2E3103E}"/>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3" name="Freeform 58">
                <a:extLst>
                  <a:ext uri="{FF2B5EF4-FFF2-40B4-BE49-F238E27FC236}">
                    <a16:creationId xmlns:a16="http://schemas.microsoft.com/office/drawing/2014/main" id="{1B389628-7A3D-BDD6-09AA-C8EB240B279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36" name="Graphic 8">
              <a:extLst>
                <a:ext uri="{FF2B5EF4-FFF2-40B4-BE49-F238E27FC236}">
                  <a16:creationId xmlns:a16="http://schemas.microsoft.com/office/drawing/2014/main" id="{8FA550BC-EBDD-737B-E99F-83A19CCC9A69}"/>
                </a:ext>
              </a:extLst>
            </p:cNvPr>
            <p:cNvGrpSpPr/>
            <p:nvPr/>
          </p:nvGrpSpPr>
          <p:grpSpPr>
            <a:xfrm>
              <a:off x="265625" y="6323271"/>
              <a:ext cx="1249223" cy="190348"/>
              <a:chOff x="265625" y="6323271"/>
              <a:chExt cx="1249223" cy="190348"/>
            </a:xfrm>
            <a:grpFill/>
          </p:grpSpPr>
          <p:sp>
            <p:nvSpPr>
              <p:cNvPr id="37" name="Freeform 60">
                <a:extLst>
                  <a:ext uri="{FF2B5EF4-FFF2-40B4-BE49-F238E27FC236}">
                    <a16:creationId xmlns:a16="http://schemas.microsoft.com/office/drawing/2014/main" id="{C76FC98A-1FB6-CE69-CC08-A918C3F29BB1}"/>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38" name="Freeform 61">
                <a:extLst>
                  <a:ext uri="{FF2B5EF4-FFF2-40B4-BE49-F238E27FC236}">
                    <a16:creationId xmlns:a16="http://schemas.microsoft.com/office/drawing/2014/main" id="{D685DB74-4923-6FAD-8A0D-0932C52110CE}"/>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39" name="Freeform 62">
                <a:extLst>
                  <a:ext uri="{FF2B5EF4-FFF2-40B4-BE49-F238E27FC236}">
                    <a16:creationId xmlns:a16="http://schemas.microsoft.com/office/drawing/2014/main" id="{116AF541-5EFC-359A-ABC2-2C9EA68507C8}"/>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40" name="Freeform 63">
                <a:extLst>
                  <a:ext uri="{FF2B5EF4-FFF2-40B4-BE49-F238E27FC236}">
                    <a16:creationId xmlns:a16="http://schemas.microsoft.com/office/drawing/2014/main" id="{3163EAE2-C691-152F-3359-20D42B5E3519}"/>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41" name="Freeform 64">
                <a:extLst>
                  <a:ext uri="{FF2B5EF4-FFF2-40B4-BE49-F238E27FC236}">
                    <a16:creationId xmlns:a16="http://schemas.microsoft.com/office/drawing/2014/main" id="{D142A448-EDF0-D8A5-2BCA-233FEC0793EF}"/>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42" name="Freeform 65">
                <a:extLst>
                  <a:ext uri="{FF2B5EF4-FFF2-40B4-BE49-F238E27FC236}">
                    <a16:creationId xmlns:a16="http://schemas.microsoft.com/office/drawing/2014/main" id="{E1D9DD60-FD2B-F2E1-C858-BEADF788A55A}"/>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43" name="Freeform 66">
                <a:extLst>
                  <a:ext uri="{FF2B5EF4-FFF2-40B4-BE49-F238E27FC236}">
                    <a16:creationId xmlns:a16="http://schemas.microsoft.com/office/drawing/2014/main" id="{E70E549A-43A2-9663-41E9-A93F6C8A166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sp>
        <p:nvSpPr>
          <p:cNvPr id="54" name="Freeform: Shape 29">
            <a:extLst>
              <a:ext uri="{FF2B5EF4-FFF2-40B4-BE49-F238E27FC236}">
                <a16:creationId xmlns:a16="http://schemas.microsoft.com/office/drawing/2014/main" id="{E832C870-B130-F9CC-6224-4A7EBA6FD046}"/>
              </a:ext>
            </a:extLst>
          </p:cNvPr>
          <p:cNvSpPr/>
          <p:nvPr userDrawn="1"/>
        </p:nvSpPr>
        <p:spPr>
          <a:xfrm>
            <a:off x="-3811" y="-260"/>
            <a:ext cx="6334843" cy="4737302"/>
          </a:xfrm>
          <a:custGeom>
            <a:avLst/>
            <a:gdLst>
              <a:gd name="connsiteX0" fmla="*/ 0 w 6334843"/>
              <a:gd name="connsiteY0" fmla="*/ 0 h 4737302"/>
              <a:gd name="connsiteX1" fmla="*/ 6334843 w 6334843"/>
              <a:gd name="connsiteY1" fmla="*/ 0 h 4737302"/>
              <a:gd name="connsiteX2" fmla="*/ 1987292 w 6334843"/>
              <a:gd name="connsiteY2" fmla="*/ 4347552 h 4737302"/>
              <a:gd name="connsiteX3" fmla="*/ 1046384 w 6334843"/>
              <a:gd name="connsiteY3" fmla="*/ 4737302 h 4737302"/>
              <a:gd name="connsiteX4" fmla="*/ 0 w 6334843"/>
              <a:gd name="connsiteY4" fmla="*/ 4737302 h 473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843" h="4737302">
                <a:moveTo>
                  <a:pt x="0" y="0"/>
                </a:moveTo>
                <a:lnTo>
                  <a:pt x="6334843" y="0"/>
                </a:lnTo>
                <a:lnTo>
                  <a:pt x="1987292" y="4347552"/>
                </a:lnTo>
                <a:cubicBezTo>
                  <a:pt x="1737727" y="4597117"/>
                  <a:pt x="1399274" y="4737302"/>
                  <a:pt x="1046384" y="4737302"/>
                </a:cubicBezTo>
                <a:lnTo>
                  <a:pt x="0" y="4737302"/>
                </a:lnTo>
                <a:close/>
              </a:path>
            </a:pathLst>
          </a:custGeom>
          <a:gradFill flip="none" rotWithShape="1">
            <a:gsLst>
              <a:gs pos="7000">
                <a:schemeClr val="accent4"/>
              </a:gs>
              <a:gs pos="83000">
                <a:schemeClr val="accent3"/>
              </a:gs>
            </a:gsLst>
            <a:lin ang="19200000" scaled="0"/>
            <a:tileRect/>
          </a:gradFill>
          <a:ln w="0" cap="flat">
            <a:noFill/>
            <a:prstDash val="solid"/>
            <a:miter/>
          </a:ln>
        </p:spPr>
        <p:txBody>
          <a:bodyPr rtlCol="0" anchor="ctr"/>
          <a:lstStyle/>
          <a:p>
            <a:endParaRPr lang="en-US"/>
          </a:p>
        </p:txBody>
      </p:sp>
      <p:sp>
        <p:nvSpPr>
          <p:cNvPr id="55" name="Freeform: Shape 30">
            <a:extLst>
              <a:ext uri="{FF2B5EF4-FFF2-40B4-BE49-F238E27FC236}">
                <a16:creationId xmlns:a16="http://schemas.microsoft.com/office/drawing/2014/main" id="{2D3B49F1-E261-2E76-44FD-7CE4633B932C}"/>
              </a:ext>
            </a:extLst>
          </p:cNvPr>
          <p:cNvSpPr/>
          <p:nvPr userDrawn="1"/>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chemeClr val="accent4"/>
              </a:gs>
            </a:gsLst>
            <a:lin ang="0" scaled="1"/>
          </a:gradFill>
          <a:ln w="0" cap="flat">
            <a:noFill/>
            <a:prstDash val="solid"/>
            <a:miter/>
          </a:ln>
        </p:spPr>
        <p:txBody>
          <a:bodyPr rtlCol="0" anchor="ctr"/>
          <a:lstStyle/>
          <a:p>
            <a:endParaRPr lang="en-US"/>
          </a:p>
        </p:txBody>
      </p:sp>
      <p:grpSp>
        <p:nvGrpSpPr>
          <p:cNvPr id="58" name="Graphic 8">
            <a:extLst>
              <a:ext uri="{FF2B5EF4-FFF2-40B4-BE49-F238E27FC236}">
                <a16:creationId xmlns:a16="http://schemas.microsoft.com/office/drawing/2014/main" id="{2BB61FAB-D61D-91C0-B6E9-540E07D70F8D}"/>
              </a:ext>
            </a:extLst>
          </p:cNvPr>
          <p:cNvGrpSpPr/>
          <p:nvPr userDrawn="1"/>
        </p:nvGrpSpPr>
        <p:grpSpPr>
          <a:xfrm>
            <a:off x="265625" y="6323271"/>
            <a:ext cx="1249223" cy="369648"/>
            <a:chOff x="265625" y="6323271"/>
            <a:chExt cx="1249223" cy="369648"/>
          </a:xfrm>
          <a:solidFill>
            <a:schemeClr val="tx1"/>
          </a:solidFill>
        </p:grpSpPr>
        <p:grpSp>
          <p:nvGrpSpPr>
            <p:cNvPr id="59" name="Graphic 8">
              <a:extLst>
                <a:ext uri="{FF2B5EF4-FFF2-40B4-BE49-F238E27FC236}">
                  <a16:creationId xmlns:a16="http://schemas.microsoft.com/office/drawing/2014/main" id="{335A91E3-C984-A339-9A90-22456A5B3A8A}"/>
                </a:ext>
              </a:extLst>
            </p:cNvPr>
            <p:cNvGrpSpPr/>
            <p:nvPr/>
          </p:nvGrpSpPr>
          <p:grpSpPr>
            <a:xfrm>
              <a:off x="745455" y="6594444"/>
              <a:ext cx="722662" cy="98475"/>
              <a:chOff x="745455" y="6594444"/>
              <a:chExt cx="722662" cy="98475"/>
            </a:xfrm>
            <a:grpFill/>
          </p:grpSpPr>
          <p:sp>
            <p:nvSpPr>
              <p:cNvPr id="68" name="Freeform 49">
                <a:extLst>
                  <a:ext uri="{FF2B5EF4-FFF2-40B4-BE49-F238E27FC236}">
                    <a16:creationId xmlns:a16="http://schemas.microsoft.com/office/drawing/2014/main" id="{2EEFE471-3371-E1FC-8E61-E71CA25FE118}"/>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69" name="Freeform 50">
                <a:extLst>
                  <a:ext uri="{FF2B5EF4-FFF2-40B4-BE49-F238E27FC236}">
                    <a16:creationId xmlns:a16="http://schemas.microsoft.com/office/drawing/2014/main" id="{34442E96-4426-8630-B676-AB0394715E4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70" name="Freeform 51">
                <a:extLst>
                  <a:ext uri="{FF2B5EF4-FFF2-40B4-BE49-F238E27FC236}">
                    <a16:creationId xmlns:a16="http://schemas.microsoft.com/office/drawing/2014/main" id="{8BA96E31-5EEA-7357-298B-37DAB50D9343}"/>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71" name="Freeform 52">
                <a:extLst>
                  <a:ext uri="{FF2B5EF4-FFF2-40B4-BE49-F238E27FC236}">
                    <a16:creationId xmlns:a16="http://schemas.microsoft.com/office/drawing/2014/main" id="{E859CE78-8BEE-82DE-03EC-271997048CB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72" name="Freeform 53">
                <a:extLst>
                  <a:ext uri="{FF2B5EF4-FFF2-40B4-BE49-F238E27FC236}">
                    <a16:creationId xmlns:a16="http://schemas.microsoft.com/office/drawing/2014/main" id="{E074AE8D-6BAE-0DDA-85ED-03C6DFCA1FC6}"/>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73" name="Freeform 54">
                <a:extLst>
                  <a:ext uri="{FF2B5EF4-FFF2-40B4-BE49-F238E27FC236}">
                    <a16:creationId xmlns:a16="http://schemas.microsoft.com/office/drawing/2014/main" id="{2815B090-56C3-061C-A4E5-5567DB842EA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74" name="Freeform 55">
                <a:extLst>
                  <a:ext uri="{FF2B5EF4-FFF2-40B4-BE49-F238E27FC236}">
                    <a16:creationId xmlns:a16="http://schemas.microsoft.com/office/drawing/2014/main" id="{8634125F-8CBC-AFEE-A587-4B1837F7252E}"/>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75" name="Freeform 56">
                <a:extLst>
                  <a:ext uri="{FF2B5EF4-FFF2-40B4-BE49-F238E27FC236}">
                    <a16:creationId xmlns:a16="http://schemas.microsoft.com/office/drawing/2014/main" id="{1626768D-F016-8910-72B1-1285CDBD2C6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76" name="Freeform 57">
                <a:extLst>
                  <a:ext uri="{FF2B5EF4-FFF2-40B4-BE49-F238E27FC236}">
                    <a16:creationId xmlns:a16="http://schemas.microsoft.com/office/drawing/2014/main" id="{033F3E91-FC25-9595-D391-3BEFA2E3103E}"/>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77" name="Freeform 58">
                <a:extLst>
                  <a:ext uri="{FF2B5EF4-FFF2-40B4-BE49-F238E27FC236}">
                    <a16:creationId xmlns:a16="http://schemas.microsoft.com/office/drawing/2014/main" id="{1B389628-7A3D-BDD6-09AA-C8EB240B279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60" name="Graphic 8">
              <a:extLst>
                <a:ext uri="{FF2B5EF4-FFF2-40B4-BE49-F238E27FC236}">
                  <a16:creationId xmlns:a16="http://schemas.microsoft.com/office/drawing/2014/main" id="{8FA550BC-EBDD-737B-E99F-83A19CCC9A69}"/>
                </a:ext>
              </a:extLst>
            </p:cNvPr>
            <p:cNvGrpSpPr/>
            <p:nvPr/>
          </p:nvGrpSpPr>
          <p:grpSpPr>
            <a:xfrm>
              <a:off x="265625" y="6323271"/>
              <a:ext cx="1249223" cy="190348"/>
              <a:chOff x="265625" y="6323271"/>
              <a:chExt cx="1249223" cy="190348"/>
            </a:xfrm>
            <a:grpFill/>
          </p:grpSpPr>
          <p:sp>
            <p:nvSpPr>
              <p:cNvPr id="61" name="Freeform 60">
                <a:extLst>
                  <a:ext uri="{FF2B5EF4-FFF2-40B4-BE49-F238E27FC236}">
                    <a16:creationId xmlns:a16="http://schemas.microsoft.com/office/drawing/2014/main" id="{C76FC98A-1FB6-CE69-CC08-A918C3F29BB1}"/>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62" name="Freeform 61">
                <a:extLst>
                  <a:ext uri="{FF2B5EF4-FFF2-40B4-BE49-F238E27FC236}">
                    <a16:creationId xmlns:a16="http://schemas.microsoft.com/office/drawing/2014/main" id="{D685DB74-4923-6FAD-8A0D-0932C52110CE}"/>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63" name="Freeform 62">
                <a:extLst>
                  <a:ext uri="{FF2B5EF4-FFF2-40B4-BE49-F238E27FC236}">
                    <a16:creationId xmlns:a16="http://schemas.microsoft.com/office/drawing/2014/main" id="{116AF541-5EFC-359A-ABC2-2C9EA68507C8}"/>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64" name="Freeform 63">
                <a:extLst>
                  <a:ext uri="{FF2B5EF4-FFF2-40B4-BE49-F238E27FC236}">
                    <a16:creationId xmlns:a16="http://schemas.microsoft.com/office/drawing/2014/main" id="{3163EAE2-C691-152F-3359-20D42B5E3519}"/>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65" name="Freeform 64">
                <a:extLst>
                  <a:ext uri="{FF2B5EF4-FFF2-40B4-BE49-F238E27FC236}">
                    <a16:creationId xmlns:a16="http://schemas.microsoft.com/office/drawing/2014/main" id="{D142A448-EDF0-D8A5-2BCA-233FEC0793EF}"/>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66" name="Freeform 65">
                <a:extLst>
                  <a:ext uri="{FF2B5EF4-FFF2-40B4-BE49-F238E27FC236}">
                    <a16:creationId xmlns:a16="http://schemas.microsoft.com/office/drawing/2014/main" id="{E1D9DD60-FD2B-F2E1-C858-BEADF788A55A}"/>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67" name="Freeform 66">
                <a:extLst>
                  <a:ext uri="{FF2B5EF4-FFF2-40B4-BE49-F238E27FC236}">
                    <a16:creationId xmlns:a16="http://schemas.microsoft.com/office/drawing/2014/main" id="{E70E549A-43A2-9663-41E9-A93F6C8A166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sp>
        <p:nvSpPr>
          <p:cNvPr id="4" name="TextBox 3">
            <a:extLst>
              <a:ext uri="{FF2B5EF4-FFF2-40B4-BE49-F238E27FC236}">
                <a16:creationId xmlns:a16="http://schemas.microsoft.com/office/drawing/2014/main" id="{D3419FAF-ACD3-DB06-B849-18BF7716266A}"/>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chemeClr val="tx1"/>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chemeClr val="tx1"/>
              </a:solidFill>
              <a:latin typeface="+mn-lt"/>
              <a:sym typeface="Arial" panose="020B0604020202020204" pitchFamily="34" charset="0"/>
              <a:rtl val="0"/>
            </a:endParaRPr>
          </a:p>
        </p:txBody>
      </p:sp>
    </p:spTree>
    <p:extLst>
      <p:ext uri="{BB962C8B-B14F-4D97-AF65-F5344CB8AC3E}">
        <p14:creationId xmlns:p14="http://schemas.microsoft.com/office/powerpoint/2010/main" val="42204950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p:cSld name="Agenda">
    <p:spTree>
      <p:nvGrpSpPr>
        <p:cNvPr id="1" name=""/>
        <p:cNvGrpSpPr/>
        <p:nvPr/>
      </p:nvGrpSpPr>
      <p:grpSpPr>
        <a:xfrm>
          <a:off x="0" y="0"/>
          <a:ext cx="0" cy="0"/>
          <a:chOff x="0" y="0"/>
          <a:chExt cx="0" cy="0"/>
        </a:xfrm>
      </p:grpSpPr>
      <p:sp>
        <p:nvSpPr>
          <p:cNvPr id="16" name="Click to edit text">
            <a:extLst>
              <a:ext uri="{FF2B5EF4-FFF2-40B4-BE49-F238E27FC236}">
                <a16:creationId xmlns:a16="http://schemas.microsoft.com/office/drawing/2014/main" id="{B29EB907-51A5-4D60-B03A-85DECB7627F9}"/>
              </a:ext>
            </a:extLst>
          </p:cNvPr>
          <p:cNvSpPr>
            <a:spLocks noGrp="1"/>
          </p:cNvSpPr>
          <p:nvPr>
            <p:ph type="body" sz="quarter" idx="23" hasCustomPrompt="1"/>
          </p:nvPr>
        </p:nvSpPr>
        <p:spPr>
          <a:xfrm>
            <a:off x="2894013" y="1359907"/>
            <a:ext cx="7315200" cy="4322783"/>
          </a:xfrm>
        </p:spPr>
        <p:txBody>
          <a:bodyPr anchor="t"/>
          <a:lstStyle>
            <a:lvl1pPr marL="0" indent="0">
              <a:spcBef>
                <a:spcPts val="1800"/>
              </a:spcBef>
              <a:buClr>
                <a:schemeClr val="accent2"/>
              </a:buClr>
              <a:buFont typeface="Arial" panose="020B0604020202020204" pitchFamily="34" charset="0"/>
              <a:buChar char="​"/>
              <a:defRPr>
                <a:solidFill>
                  <a:schemeClr val="tx1"/>
                </a:solidFill>
              </a:defRPr>
            </a:lvl1pPr>
            <a:lvl2pPr marL="0" indent="0">
              <a:spcBef>
                <a:spcPts val="600"/>
              </a:spcBef>
              <a:buFont typeface="Arial" panose="020B0604020202020204" pitchFamily="34" charset="0"/>
              <a:buNone/>
              <a:defRPr/>
            </a:lvl2pPr>
            <a:lvl3pPr marL="342900" indent="0">
              <a:buFont typeface="Arial" panose="020B0604020202020204" pitchFamily="34" charset="0"/>
              <a:buNone/>
              <a:defRPr sz="1800"/>
            </a:lvl3pPr>
            <a:lvl4pPr marL="342900" indent="0">
              <a:buFont typeface="Arial" panose="020B0604020202020204" pitchFamily="34" charset="0"/>
              <a:buChar char="​"/>
              <a:tabLst/>
              <a:defRPr sz="1800">
                <a:solidFill>
                  <a:schemeClr val="tx2"/>
                </a:solidFill>
              </a:defRPr>
            </a:lvl4pPr>
            <a:lvl5pPr marL="342900" indent="0">
              <a:buFont typeface="Arial" panose="020B0604020202020204" pitchFamily="34" charset="0"/>
              <a:buChar char="​"/>
              <a:tabLst/>
              <a:defRPr sz="1800">
                <a:solidFill>
                  <a:schemeClr val="tx2"/>
                </a:solidFill>
              </a:defRPr>
            </a:lvl5pPr>
            <a:lvl6pPr marL="342900" indent="0">
              <a:buFont typeface="Arial" panose="020B0604020202020204" pitchFamily="34" charset="0"/>
              <a:buChar char="​"/>
              <a:defRPr sz="1800">
                <a:solidFill>
                  <a:schemeClr val="tx2"/>
                </a:solidFill>
              </a:defRPr>
            </a:lvl6pPr>
            <a:lvl7pPr marL="342900" indent="0">
              <a:buFont typeface="Arial" panose="020B0604020202020204" pitchFamily="34" charset="0"/>
              <a:buChar char="​"/>
              <a:defRPr sz="1800">
                <a:solidFill>
                  <a:schemeClr val="tx2"/>
                </a:solidFill>
              </a:defRPr>
            </a:lvl7pPr>
            <a:lvl8pPr marL="342900" indent="0">
              <a:buFont typeface="Arial" panose="020B0604020202020204" pitchFamily="34" charset="0"/>
              <a:buChar char="​"/>
              <a:defRPr sz="1800">
                <a:solidFill>
                  <a:schemeClr val="tx2"/>
                </a:solidFill>
              </a:defRPr>
            </a:lvl8pPr>
            <a:lvl9pPr marL="342900" indent="0">
              <a:buFont typeface="Arial" panose="020B0604020202020204" pitchFamily="34" charset="0"/>
              <a:buChar char="​"/>
              <a:defRPr sz="1800">
                <a:solidFill>
                  <a:schemeClr val="tx2"/>
                </a:solidFill>
              </a:defRPr>
            </a:lvl9pPr>
          </a:lstStyle>
          <a:p>
            <a:pPr lvl="0"/>
            <a:r>
              <a:rPr lang="en-US" dirty="0"/>
              <a:t>Edit text</a:t>
            </a:r>
          </a:p>
          <a:p>
            <a:pPr lvl="1"/>
            <a:endParaRPr lang="en-US" dirty="0"/>
          </a:p>
        </p:txBody>
      </p:sp>
      <p:sp>
        <p:nvSpPr>
          <p:cNvPr id="730" name="page number">
            <a:extLst>
              <a:ext uri="{FF2B5EF4-FFF2-40B4-BE49-F238E27FC236}">
                <a16:creationId xmlns:a16="http://schemas.microsoft.com/office/drawing/2014/main" id="{AB8D1A6B-3CE6-468D-804E-6300F8B6DC81}"/>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2" name="TextBox 1">
            <a:extLst>
              <a:ext uri="{FF2B5EF4-FFF2-40B4-BE49-F238E27FC236}">
                <a16:creationId xmlns:a16="http://schemas.microsoft.com/office/drawing/2014/main" id="{EFAB009F-8C77-4345-BB40-5C6D1F329C80}"/>
              </a:ext>
            </a:extLst>
          </p:cNvPr>
          <p:cNvSpPr txBox="1"/>
          <p:nvPr/>
        </p:nvSpPr>
        <p:spPr>
          <a:xfrm>
            <a:off x="610289" y="1257625"/>
            <a:ext cx="1939871" cy="443198"/>
          </a:xfrm>
          <a:prstGeom prst="rect">
            <a:avLst/>
          </a:prstGeom>
        </p:spPr>
        <p:txBody>
          <a:bodyPr vert="horz" wrap="none" lIns="0" tIns="0" rIns="0" bIns="0" rtlCol="0" anchor="b">
            <a:noAutofit/>
          </a:bodyPr>
          <a:lstStyle>
            <a:lvl1pPr>
              <a:lnSpc>
                <a:spcPct val="90000"/>
              </a:lnSpc>
              <a:spcBef>
                <a:spcPct val="0"/>
              </a:spcBef>
              <a:buNone/>
              <a:defRPr sz="3200" b="0">
                <a:solidFill>
                  <a:schemeClr val="accent2"/>
                </a:solidFill>
                <a:latin typeface="+mj-lt"/>
              </a:defRPr>
            </a:lvl1pPr>
          </a:lstStyle>
          <a:p>
            <a:pPr lvl="0"/>
            <a:r>
              <a:rPr lang="en-US">
                <a:solidFill>
                  <a:schemeClr val="tx1"/>
                </a:solidFill>
              </a:rPr>
              <a:t>Agenda</a:t>
            </a:r>
          </a:p>
        </p:txBody>
      </p:sp>
      <p:sp>
        <p:nvSpPr>
          <p:cNvPr id="5" name="page number">
            <a:extLst>
              <a:ext uri="{FF2B5EF4-FFF2-40B4-BE49-F238E27FC236}">
                <a16:creationId xmlns:a16="http://schemas.microsoft.com/office/drawing/2014/main" id="{AB8D1A6B-3CE6-468D-804E-6300F8B6DC81}"/>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6" name="TextBox 5">
            <a:extLst>
              <a:ext uri="{FF2B5EF4-FFF2-40B4-BE49-F238E27FC236}">
                <a16:creationId xmlns:a16="http://schemas.microsoft.com/office/drawing/2014/main" id="{EFAB009F-8C77-4345-BB40-5C6D1F329C80}"/>
              </a:ext>
            </a:extLst>
          </p:cNvPr>
          <p:cNvSpPr txBox="1"/>
          <p:nvPr userDrawn="1"/>
        </p:nvSpPr>
        <p:spPr>
          <a:xfrm>
            <a:off x="610289" y="1257625"/>
            <a:ext cx="1939871" cy="443198"/>
          </a:xfrm>
          <a:prstGeom prst="rect">
            <a:avLst/>
          </a:prstGeom>
        </p:spPr>
        <p:txBody>
          <a:bodyPr vert="horz" wrap="none" lIns="0" tIns="0" rIns="0" bIns="0" rtlCol="0" anchor="b">
            <a:noAutofit/>
          </a:bodyPr>
          <a:lstStyle>
            <a:lvl1pPr>
              <a:lnSpc>
                <a:spcPct val="90000"/>
              </a:lnSpc>
              <a:spcBef>
                <a:spcPct val="0"/>
              </a:spcBef>
              <a:buNone/>
              <a:defRPr sz="3200" b="0">
                <a:solidFill>
                  <a:schemeClr val="accent2"/>
                </a:solidFill>
                <a:latin typeface="+mj-lt"/>
              </a:defRPr>
            </a:lvl1pPr>
          </a:lstStyle>
          <a:p>
            <a:pPr lvl="0"/>
            <a:r>
              <a:rPr lang="en-US" dirty="0">
                <a:solidFill>
                  <a:schemeClr val="tx1"/>
                </a:solidFill>
              </a:rPr>
              <a:t>Agenda</a:t>
            </a:r>
          </a:p>
        </p:txBody>
      </p:sp>
    </p:spTree>
    <p:extLst>
      <p:ext uri="{BB962C8B-B14F-4D97-AF65-F5344CB8AC3E}">
        <p14:creationId xmlns:p14="http://schemas.microsoft.com/office/powerpoint/2010/main" val="30423359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p:cSld name="Section Header – Leaf">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8" y="938794"/>
            <a:ext cx="6427626" cy="1229360"/>
          </a:xfrm>
        </p:spPr>
        <p:txBody>
          <a:bodyPr wrap="square" anchor="b"/>
          <a:lstStyle>
            <a:lvl1pPr algn="l">
              <a:defRPr sz="3600" b="0" cap="none" baseline="0">
                <a:solidFill>
                  <a:schemeClr val="tx1"/>
                </a:solidFill>
              </a:defRPr>
            </a:lvl1pPr>
          </a:lstStyle>
          <a:p>
            <a:r>
              <a:rPr lang="en-US" dirty="0"/>
              <a:t>Section Title Option 1</a:t>
            </a:r>
            <a:br>
              <a:rPr lang="en-US" dirty="0"/>
            </a:br>
            <a:r>
              <a:rPr lang="en-US" dirty="0"/>
              <a:t>Green Theme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14" name="page number">
            <a:extLst>
              <a:ext uri="{FF2B5EF4-FFF2-40B4-BE49-F238E27FC236}">
                <a16:creationId xmlns:a16="http://schemas.microsoft.com/office/drawing/2014/main" id="{20A83C12-6BEB-4E4C-9FB0-AA1FB4C661B1}"/>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27" name="Freeform: Shape 26">
            <a:extLst>
              <a:ext uri="{FF2B5EF4-FFF2-40B4-BE49-F238E27FC236}">
                <a16:creationId xmlns:a16="http://schemas.microsoft.com/office/drawing/2014/main" id="{FAAA3BBF-4C76-744C-98CD-FE087D70233F}"/>
              </a:ext>
            </a:extLst>
          </p:cNvPr>
          <p:cNvSpPr/>
          <p:nvPr/>
        </p:nvSpPr>
        <p:spPr>
          <a:xfrm>
            <a:off x="6525510" y="635863"/>
            <a:ext cx="5663315" cy="5331994"/>
          </a:xfrm>
          <a:custGeom>
            <a:avLst/>
            <a:gdLst>
              <a:gd name="connsiteX0" fmla="*/ 5663315 w 5663315"/>
              <a:gd name="connsiteY0" fmla="*/ 0 h 5331994"/>
              <a:gd name="connsiteX1" fmla="*/ 5663315 w 5663315"/>
              <a:gd name="connsiteY1" fmla="*/ 2653504 h 5331994"/>
              <a:gd name="connsiteX2" fmla="*/ 3356810 w 5663315"/>
              <a:gd name="connsiteY2" fmla="*/ 4960016 h 5331994"/>
              <a:gd name="connsiteX3" fmla="*/ 2458806 w 5663315"/>
              <a:gd name="connsiteY3" fmla="*/ 5331994 h 5331994"/>
              <a:gd name="connsiteX4" fmla="*/ 127247 w 5663315"/>
              <a:gd name="connsiteY4" fmla="*/ 5331994 h 5331994"/>
              <a:gd name="connsiteX5" fmla="*/ 37459 w 5663315"/>
              <a:gd name="connsiteY5" fmla="*/ 5115208 h 5331994"/>
              <a:gd name="connsiteX6" fmla="*/ 4781475 w 5663315"/>
              <a:gd name="connsiteY6" fmla="*/ 371179 h 5331994"/>
              <a:gd name="connsiteX7" fmla="*/ 5553942 w 5663315"/>
              <a:gd name="connsiteY7" fmla="*/ 5414 h 533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3315" h="5331994">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21000">
                <a:schemeClr val="accent4"/>
              </a:gs>
              <a:gs pos="89000">
                <a:schemeClr val="accent3"/>
              </a:gs>
            </a:gsLst>
            <a:lin ang="18900000" scaled="1"/>
          </a:gradFill>
          <a:ln w="0" cap="flat">
            <a:noFill/>
            <a:prstDash val="solid"/>
            <a:miter/>
          </a:ln>
        </p:spPr>
        <p:txBody>
          <a:bodyPr rtlCol="0" anchor="ctr"/>
          <a:lstStyle/>
          <a:p>
            <a:endParaRPr lang="en-US"/>
          </a:p>
        </p:txBody>
      </p:sp>
      <p:sp>
        <p:nvSpPr>
          <p:cNvPr id="6" name="page number">
            <a:extLst>
              <a:ext uri="{FF2B5EF4-FFF2-40B4-BE49-F238E27FC236}">
                <a16:creationId xmlns:a16="http://schemas.microsoft.com/office/drawing/2014/main" id="{20A83C12-6BEB-4E4C-9FB0-AA1FB4C661B1}"/>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7" name="Freeform: Shape 26">
            <a:extLst>
              <a:ext uri="{FF2B5EF4-FFF2-40B4-BE49-F238E27FC236}">
                <a16:creationId xmlns:a16="http://schemas.microsoft.com/office/drawing/2014/main" id="{FAAA3BBF-4C76-744C-98CD-FE087D70233F}"/>
              </a:ext>
            </a:extLst>
          </p:cNvPr>
          <p:cNvSpPr/>
          <p:nvPr userDrawn="1"/>
        </p:nvSpPr>
        <p:spPr>
          <a:xfrm>
            <a:off x="6525510" y="635863"/>
            <a:ext cx="5663315" cy="5331994"/>
          </a:xfrm>
          <a:custGeom>
            <a:avLst/>
            <a:gdLst>
              <a:gd name="connsiteX0" fmla="*/ 5663315 w 5663315"/>
              <a:gd name="connsiteY0" fmla="*/ 0 h 5331994"/>
              <a:gd name="connsiteX1" fmla="*/ 5663315 w 5663315"/>
              <a:gd name="connsiteY1" fmla="*/ 2653504 h 5331994"/>
              <a:gd name="connsiteX2" fmla="*/ 3356810 w 5663315"/>
              <a:gd name="connsiteY2" fmla="*/ 4960016 h 5331994"/>
              <a:gd name="connsiteX3" fmla="*/ 2458806 w 5663315"/>
              <a:gd name="connsiteY3" fmla="*/ 5331994 h 5331994"/>
              <a:gd name="connsiteX4" fmla="*/ 127247 w 5663315"/>
              <a:gd name="connsiteY4" fmla="*/ 5331994 h 5331994"/>
              <a:gd name="connsiteX5" fmla="*/ 37459 w 5663315"/>
              <a:gd name="connsiteY5" fmla="*/ 5115208 h 5331994"/>
              <a:gd name="connsiteX6" fmla="*/ 4781475 w 5663315"/>
              <a:gd name="connsiteY6" fmla="*/ 371179 h 5331994"/>
              <a:gd name="connsiteX7" fmla="*/ 5553942 w 5663315"/>
              <a:gd name="connsiteY7" fmla="*/ 5414 h 533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3315" h="5331994">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21000">
                <a:schemeClr val="accent4"/>
              </a:gs>
              <a:gs pos="89000">
                <a:schemeClr val="accent3"/>
              </a:gs>
            </a:gsLst>
            <a:lin ang="18900000" scaled="1"/>
          </a:gradFill>
          <a:ln w="0" cap="flat">
            <a:noFill/>
            <a:prstDash val="solid"/>
            <a:miter/>
          </a:ln>
        </p:spPr>
        <p:txBody>
          <a:bodyPr rtlCol="0" anchor="ctr"/>
          <a:lstStyle/>
          <a:p>
            <a:endParaRPr lang="en-US"/>
          </a:p>
        </p:txBody>
      </p:sp>
    </p:spTree>
    <p:extLst>
      <p:ext uri="{BB962C8B-B14F-4D97-AF65-F5344CB8AC3E}">
        <p14:creationId xmlns:p14="http://schemas.microsoft.com/office/powerpoint/2010/main" val="38797853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p:cSld name="Section Header – Aqua">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tx1"/>
                </a:solidFill>
              </a:defRPr>
            </a:lvl1pPr>
          </a:lstStyle>
          <a:p>
            <a:r>
              <a:rPr lang="en-US" dirty="0"/>
              <a:t>Section Title Option 2</a:t>
            </a:r>
            <a:br>
              <a:rPr lang="en-US" dirty="0"/>
            </a:br>
            <a:r>
              <a:rPr lang="en-US" dirty="0"/>
              <a:t>Blue Theme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15" name="page number">
            <a:extLst>
              <a:ext uri="{FF2B5EF4-FFF2-40B4-BE49-F238E27FC236}">
                <a16:creationId xmlns:a16="http://schemas.microsoft.com/office/drawing/2014/main" id="{274E202C-D42A-664B-A387-688ED8610969}"/>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27" name="Freeform: Shape 26">
            <a:extLst>
              <a:ext uri="{FF2B5EF4-FFF2-40B4-BE49-F238E27FC236}">
                <a16:creationId xmlns:a16="http://schemas.microsoft.com/office/drawing/2014/main" id="{91AFD096-497D-5408-14FF-AFEF0DD58883}"/>
              </a:ext>
            </a:extLst>
          </p:cNvPr>
          <p:cNvSpPr/>
          <p:nvPr/>
        </p:nvSpPr>
        <p:spPr>
          <a:xfrm>
            <a:off x="6525510" y="635863"/>
            <a:ext cx="5663315" cy="5331994"/>
          </a:xfrm>
          <a:custGeom>
            <a:avLst/>
            <a:gdLst>
              <a:gd name="connsiteX0" fmla="*/ 5663315 w 5663315"/>
              <a:gd name="connsiteY0" fmla="*/ 0 h 5331994"/>
              <a:gd name="connsiteX1" fmla="*/ 5663315 w 5663315"/>
              <a:gd name="connsiteY1" fmla="*/ 2653504 h 5331994"/>
              <a:gd name="connsiteX2" fmla="*/ 3356810 w 5663315"/>
              <a:gd name="connsiteY2" fmla="*/ 4960016 h 5331994"/>
              <a:gd name="connsiteX3" fmla="*/ 2458806 w 5663315"/>
              <a:gd name="connsiteY3" fmla="*/ 5331994 h 5331994"/>
              <a:gd name="connsiteX4" fmla="*/ 127247 w 5663315"/>
              <a:gd name="connsiteY4" fmla="*/ 5331994 h 5331994"/>
              <a:gd name="connsiteX5" fmla="*/ 37459 w 5663315"/>
              <a:gd name="connsiteY5" fmla="*/ 5115208 h 5331994"/>
              <a:gd name="connsiteX6" fmla="*/ 4781475 w 5663315"/>
              <a:gd name="connsiteY6" fmla="*/ 371179 h 5331994"/>
              <a:gd name="connsiteX7" fmla="*/ 5553942 w 5663315"/>
              <a:gd name="connsiteY7" fmla="*/ 5414 h 533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3315" h="5331994">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21000">
                <a:schemeClr val="accent1"/>
              </a:gs>
              <a:gs pos="89000">
                <a:schemeClr val="accent3"/>
              </a:gs>
            </a:gsLst>
            <a:lin ang="18900000" scaled="1"/>
          </a:gradFill>
          <a:ln w="0" cap="flat">
            <a:noFill/>
            <a:prstDash val="solid"/>
            <a:miter/>
          </a:ln>
        </p:spPr>
        <p:txBody>
          <a:bodyPr rtlCol="0" anchor="ctr"/>
          <a:lstStyle/>
          <a:p>
            <a:endParaRPr lang="en-US"/>
          </a:p>
        </p:txBody>
      </p:sp>
      <p:sp>
        <p:nvSpPr>
          <p:cNvPr id="6" name="page number">
            <a:extLst>
              <a:ext uri="{FF2B5EF4-FFF2-40B4-BE49-F238E27FC236}">
                <a16:creationId xmlns:a16="http://schemas.microsoft.com/office/drawing/2014/main" id="{274E202C-D42A-664B-A387-688ED8610969}"/>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7" name="Freeform: Shape 26">
            <a:extLst>
              <a:ext uri="{FF2B5EF4-FFF2-40B4-BE49-F238E27FC236}">
                <a16:creationId xmlns:a16="http://schemas.microsoft.com/office/drawing/2014/main" id="{91AFD096-497D-5408-14FF-AFEF0DD58883}"/>
              </a:ext>
            </a:extLst>
          </p:cNvPr>
          <p:cNvSpPr/>
          <p:nvPr userDrawn="1"/>
        </p:nvSpPr>
        <p:spPr>
          <a:xfrm>
            <a:off x="6525510" y="635863"/>
            <a:ext cx="5663315" cy="5331994"/>
          </a:xfrm>
          <a:custGeom>
            <a:avLst/>
            <a:gdLst>
              <a:gd name="connsiteX0" fmla="*/ 5663315 w 5663315"/>
              <a:gd name="connsiteY0" fmla="*/ 0 h 5331994"/>
              <a:gd name="connsiteX1" fmla="*/ 5663315 w 5663315"/>
              <a:gd name="connsiteY1" fmla="*/ 2653504 h 5331994"/>
              <a:gd name="connsiteX2" fmla="*/ 3356810 w 5663315"/>
              <a:gd name="connsiteY2" fmla="*/ 4960016 h 5331994"/>
              <a:gd name="connsiteX3" fmla="*/ 2458806 w 5663315"/>
              <a:gd name="connsiteY3" fmla="*/ 5331994 h 5331994"/>
              <a:gd name="connsiteX4" fmla="*/ 127247 w 5663315"/>
              <a:gd name="connsiteY4" fmla="*/ 5331994 h 5331994"/>
              <a:gd name="connsiteX5" fmla="*/ 37459 w 5663315"/>
              <a:gd name="connsiteY5" fmla="*/ 5115208 h 5331994"/>
              <a:gd name="connsiteX6" fmla="*/ 4781475 w 5663315"/>
              <a:gd name="connsiteY6" fmla="*/ 371179 h 5331994"/>
              <a:gd name="connsiteX7" fmla="*/ 5553942 w 5663315"/>
              <a:gd name="connsiteY7" fmla="*/ 5414 h 533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3315" h="5331994">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21000">
                <a:schemeClr val="accent1"/>
              </a:gs>
              <a:gs pos="89000">
                <a:schemeClr val="accent3"/>
              </a:gs>
            </a:gsLst>
            <a:lin ang="18900000" scaled="1"/>
          </a:gradFill>
          <a:ln w="0" cap="flat">
            <a:noFill/>
            <a:prstDash val="solid"/>
            <a:miter/>
          </a:ln>
        </p:spPr>
        <p:txBody>
          <a:bodyPr rtlCol="0" anchor="ctr"/>
          <a:lstStyle/>
          <a:p>
            <a:endParaRPr lang="en-US"/>
          </a:p>
        </p:txBody>
      </p:sp>
    </p:spTree>
    <p:extLst>
      <p:ext uri="{BB962C8B-B14F-4D97-AF65-F5344CB8AC3E}">
        <p14:creationId xmlns:p14="http://schemas.microsoft.com/office/powerpoint/2010/main" val="7713711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p:cSld name="Section Header – Plum">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55971" cy="1229360"/>
          </a:xfrm>
        </p:spPr>
        <p:txBody>
          <a:bodyPr wrap="square" anchor="b"/>
          <a:lstStyle>
            <a:lvl1pPr algn="l">
              <a:defRPr sz="3600" b="0" cap="none" baseline="0">
                <a:solidFill>
                  <a:schemeClr val="tx1"/>
                </a:solidFill>
              </a:defRPr>
            </a:lvl1pPr>
          </a:lstStyle>
          <a:p>
            <a:r>
              <a:rPr lang="en-US" dirty="0"/>
              <a:t>Section Title Option 3 </a:t>
            </a:r>
            <a:br>
              <a:rPr lang="en-US" dirty="0"/>
            </a:br>
            <a:r>
              <a:rPr lang="en-US" dirty="0"/>
              <a:t>Purple Theme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4211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15" name="page number">
            <a:extLst>
              <a:ext uri="{FF2B5EF4-FFF2-40B4-BE49-F238E27FC236}">
                <a16:creationId xmlns:a16="http://schemas.microsoft.com/office/drawing/2014/main" id="{8424C6A4-7F55-9842-969F-317F913DCB90}"/>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28" name="Freeform: Shape 27">
            <a:extLst>
              <a:ext uri="{FF2B5EF4-FFF2-40B4-BE49-F238E27FC236}">
                <a16:creationId xmlns:a16="http://schemas.microsoft.com/office/drawing/2014/main" id="{73A0F87F-2BDE-1844-C8AF-E9E494A1B4B5}"/>
              </a:ext>
            </a:extLst>
          </p:cNvPr>
          <p:cNvSpPr/>
          <p:nvPr/>
        </p:nvSpPr>
        <p:spPr>
          <a:xfrm>
            <a:off x="6525510" y="635863"/>
            <a:ext cx="5663315" cy="5331994"/>
          </a:xfrm>
          <a:custGeom>
            <a:avLst/>
            <a:gdLst>
              <a:gd name="connsiteX0" fmla="*/ 5663315 w 5663315"/>
              <a:gd name="connsiteY0" fmla="*/ 0 h 5331994"/>
              <a:gd name="connsiteX1" fmla="*/ 5663315 w 5663315"/>
              <a:gd name="connsiteY1" fmla="*/ 2653504 h 5331994"/>
              <a:gd name="connsiteX2" fmla="*/ 3356810 w 5663315"/>
              <a:gd name="connsiteY2" fmla="*/ 4960016 h 5331994"/>
              <a:gd name="connsiteX3" fmla="*/ 2458806 w 5663315"/>
              <a:gd name="connsiteY3" fmla="*/ 5331994 h 5331994"/>
              <a:gd name="connsiteX4" fmla="*/ 127247 w 5663315"/>
              <a:gd name="connsiteY4" fmla="*/ 5331994 h 5331994"/>
              <a:gd name="connsiteX5" fmla="*/ 37459 w 5663315"/>
              <a:gd name="connsiteY5" fmla="*/ 5115208 h 5331994"/>
              <a:gd name="connsiteX6" fmla="*/ 4781475 w 5663315"/>
              <a:gd name="connsiteY6" fmla="*/ 371179 h 5331994"/>
              <a:gd name="connsiteX7" fmla="*/ 5553942 w 5663315"/>
              <a:gd name="connsiteY7" fmla="*/ 5414 h 533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3315" h="5331994">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21000">
                <a:schemeClr val="accent5"/>
              </a:gs>
              <a:gs pos="89000">
                <a:schemeClr val="accent3"/>
              </a:gs>
            </a:gsLst>
            <a:lin ang="18900000" scaled="1"/>
          </a:gradFill>
          <a:ln w="0" cap="flat">
            <a:noFill/>
            <a:prstDash val="solid"/>
            <a:miter/>
          </a:ln>
        </p:spPr>
        <p:txBody>
          <a:bodyPr rtlCol="0" anchor="ctr"/>
          <a:lstStyle/>
          <a:p>
            <a:endParaRPr lang="en-US"/>
          </a:p>
        </p:txBody>
      </p:sp>
      <p:sp>
        <p:nvSpPr>
          <p:cNvPr id="6" name="page number">
            <a:extLst>
              <a:ext uri="{FF2B5EF4-FFF2-40B4-BE49-F238E27FC236}">
                <a16:creationId xmlns:a16="http://schemas.microsoft.com/office/drawing/2014/main" id="{8424C6A4-7F55-9842-969F-317F913DCB90}"/>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7" name="Freeform: Shape 27">
            <a:extLst>
              <a:ext uri="{FF2B5EF4-FFF2-40B4-BE49-F238E27FC236}">
                <a16:creationId xmlns:a16="http://schemas.microsoft.com/office/drawing/2014/main" id="{73A0F87F-2BDE-1844-C8AF-E9E494A1B4B5}"/>
              </a:ext>
            </a:extLst>
          </p:cNvPr>
          <p:cNvSpPr/>
          <p:nvPr userDrawn="1"/>
        </p:nvSpPr>
        <p:spPr>
          <a:xfrm>
            <a:off x="6525510" y="635863"/>
            <a:ext cx="5663315" cy="5331994"/>
          </a:xfrm>
          <a:custGeom>
            <a:avLst/>
            <a:gdLst>
              <a:gd name="connsiteX0" fmla="*/ 5663315 w 5663315"/>
              <a:gd name="connsiteY0" fmla="*/ 0 h 5331994"/>
              <a:gd name="connsiteX1" fmla="*/ 5663315 w 5663315"/>
              <a:gd name="connsiteY1" fmla="*/ 2653504 h 5331994"/>
              <a:gd name="connsiteX2" fmla="*/ 3356810 w 5663315"/>
              <a:gd name="connsiteY2" fmla="*/ 4960016 h 5331994"/>
              <a:gd name="connsiteX3" fmla="*/ 2458806 w 5663315"/>
              <a:gd name="connsiteY3" fmla="*/ 5331994 h 5331994"/>
              <a:gd name="connsiteX4" fmla="*/ 127247 w 5663315"/>
              <a:gd name="connsiteY4" fmla="*/ 5331994 h 5331994"/>
              <a:gd name="connsiteX5" fmla="*/ 37459 w 5663315"/>
              <a:gd name="connsiteY5" fmla="*/ 5115208 h 5331994"/>
              <a:gd name="connsiteX6" fmla="*/ 4781475 w 5663315"/>
              <a:gd name="connsiteY6" fmla="*/ 371179 h 5331994"/>
              <a:gd name="connsiteX7" fmla="*/ 5553942 w 5663315"/>
              <a:gd name="connsiteY7" fmla="*/ 5414 h 533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3315" h="5331994">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21000">
                <a:schemeClr val="accent5"/>
              </a:gs>
              <a:gs pos="89000">
                <a:schemeClr val="accent3"/>
              </a:gs>
            </a:gsLst>
            <a:lin ang="18900000" scaled="1"/>
          </a:gradFill>
          <a:ln w="0" cap="flat">
            <a:noFill/>
            <a:prstDash val="solid"/>
            <a:miter/>
          </a:ln>
        </p:spPr>
        <p:txBody>
          <a:bodyPr rtlCol="0" anchor="ctr"/>
          <a:lstStyle/>
          <a:p>
            <a:endParaRPr lang="en-US"/>
          </a:p>
        </p:txBody>
      </p:sp>
    </p:spTree>
    <p:extLst>
      <p:ext uri="{BB962C8B-B14F-4D97-AF65-F5344CB8AC3E}">
        <p14:creationId xmlns:p14="http://schemas.microsoft.com/office/powerpoint/2010/main" val="42906031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preserve="1">
  <p:cSld name="Section Header – Photo 5">
    <p:bg>
      <p:bgPr>
        <a:gradFill>
          <a:gsLst>
            <a:gs pos="0">
              <a:srgbClr val="074D73"/>
            </a:gs>
            <a:gs pos="76000">
              <a:srgbClr val="1A1F38"/>
            </a:gs>
            <a:gs pos="20000">
              <a:srgbClr val="113454"/>
            </a:gs>
            <a:gs pos="51000">
              <a:srgbClr val="1A203A"/>
            </a:gs>
            <a:gs pos="95000">
              <a:srgbClr val="1B1D36"/>
            </a:gs>
          </a:gsLst>
          <a:lin ang="19200000" scaled="0"/>
        </a:gradFill>
        <a:effectLst/>
      </p:bgPr>
    </p:bg>
    <p:spTree>
      <p:nvGrpSpPr>
        <p:cNvPr id="1" name=""/>
        <p:cNvGrpSpPr/>
        <p:nvPr/>
      </p:nvGrpSpPr>
      <p:grpSpPr>
        <a:xfrm>
          <a:off x="0" y="0"/>
          <a:ext cx="0" cy="0"/>
          <a:chOff x="0" y="0"/>
          <a:chExt cx="0" cy="0"/>
        </a:xfrm>
      </p:grpSpPr>
      <p:pic>
        <p:nvPicPr>
          <p:cNvPr id="3" name="Picture 2" descr="A blue sky with white clouds&#10;&#10;Description automatically generated">
            <a:extLst>
              <a:ext uri="{FF2B5EF4-FFF2-40B4-BE49-F238E27FC236}">
                <a16:creationId xmlns:a16="http://schemas.microsoft.com/office/drawing/2014/main" id="{7169D6F6-E30F-A17E-6C94-69ADD6FC87AC}"/>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4679974" y="1239062"/>
            <a:ext cx="7508851" cy="5631638"/>
          </a:xfrm>
          <a:prstGeom prst="rect">
            <a:avLst/>
          </a:prstGeom>
        </p:spPr>
      </p:pic>
      <p:pic>
        <p:nvPicPr>
          <p:cNvPr id="2" name="Picture 1">
            <a:extLst>
              <a:ext uri="{FF2B5EF4-FFF2-40B4-BE49-F238E27FC236}">
                <a16:creationId xmlns:a16="http://schemas.microsoft.com/office/drawing/2014/main" id="{C259BB32-99BA-3BA2-1A2F-33AF15E3AF34}"/>
              </a:ext>
            </a:extLst>
          </p:cNvPr>
          <p:cNvPicPr>
            <a:picLocks noChangeAspect="1"/>
          </p:cNvPicPr>
          <p:nvPr/>
        </p:nvPicPr>
        <p:blipFill>
          <a:blip r:embed="rId3"/>
          <a:stretch>
            <a:fillRect/>
          </a:stretch>
        </p:blipFill>
        <p:spPr>
          <a:xfrm>
            <a:off x="-27711" y="0"/>
            <a:ext cx="12220331" cy="6876719"/>
          </a:xfrm>
          <a:prstGeom prst="rect">
            <a:avLst/>
          </a:prstGeom>
        </p:spPr>
      </p:pic>
      <p:sp>
        <p:nvSpPr>
          <p:cNvPr id="6" name="Freeform: Shape 5">
            <a:extLst>
              <a:ext uri="{FF2B5EF4-FFF2-40B4-BE49-F238E27FC236}">
                <a16:creationId xmlns:a16="http://schemas.microsoft.com/office/drawing/2014/main" id="{F705FF27-7F71-D359-EABA-F1A1B8488C78}"/>
              </a:ext>
            </a:extLst>
          </p:cNvPr>
          <p:cNvSpPr/>
          <p:nvPr/>
        </p:nvSpPr>
        <p:spPr>
          <a:xfrm>
            <a:off x="5788396" y="1252917"/>
            <a:ext cx="6406144" cy="5618939"/>
          </a:xfrm>
          <a:custGeom>
            <a:avLst/>
            <a:gdLst>
              <a:gd name="connsiteX0" fmla="*/ 6312206 w 6406144"/>
              <a:gd name="connsiteY0" fmla="*/ 0 h 5618939"/>
              <a:gd name="connsiteX1" fmla="*/ 6406144 w 6406144"/>
              <a:gd name="connsiteY1" fmla="*/ 0 h 5618939"/>
              <a:gd name="connsiteX2" fmla="*/ 6406144 w 6406144"/>
              <a:gd name="connsiteY2" fmla="*/ 76059 h 5618939"/>
              <a:gd name="connsiteX3" fmla="*/ 6312206 w 6406144"/>
              <a:gd name="connsiteY3" fmla="*/ 76059 h 5618939"/>
              <a:gd name="connsiteX4" fmla="*/ 5192668 w 6406144"/>
              <a:gd name="connsiteY4" fmla="*/ 539757 h 5618939"/>
              <a:gd name="connsiteX5" fmla="*/ 118525 w 6406144"/>
              <a:gd name="connsiteY5" fmla="*/ 5613965 h 5618939"/>
              <a:gd name="connsiteX6" fmla="*/ 113031 w 6406144"/>
              <a:gd name="connsiteY6" fmla="*/ 5618939 h 5618939"/>
              <a:gd name="connsiteX7" fmla="*/ 0 w 6406144"/>
              <a:gd name="connsiteY7" fmla="*/ 5618939 h 5618939"/>
              <a:gd name="connsiteX8" fmla="*/ 64758 w 6406144"/>
              <a:gd name="connsiteY8" fmla="*/ 5560198 h 5618939"/>
              <a:gd name="connsiteX9" fmla="*/ 5138965 w 6406144"/>
              <a:gd name="connsiteY9" fmla="*/ 485927 h 5618939"/>
              <a:gd name="connsiteX10" fmla="*/ 5677265 w 6406144"/>
              <a:gd name="connsiteY10" fmla="*/ 126279 h 5618939"/>
              <a:gd name="connsiteX11" fmla="*/ 6312206 w 6406144"/>
              <a:gd name="connsiteY11" fmla="*/ 0 h 561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06144" h="5618939">
                <a:moveTo>
                  <a:pt x="6312206" y="0"/>
                </a:moveTo>
                <a:lnTo>
                  <a:pt x="6406144" y="0"/>
                </a:lnTo>
                <a:lnTo>
                  <a:pt x="6406144" y="76059"/>
                </a:lnTo>
                <a:lnTo>
                  <a:pt x="6312206" y="76059"/>
                </a:lnTo>
                <a:cubicBezTo>
                  <a:pt x="5892268" y="76059"/>
                  <a:pt x="5489557" y="242868"/>
                  <a:pt x="5192668" y="539757"/>
                </a:cubicBezTo>
                <a:lnTo>
                  <a:pt x="118525" y="5613965"/>
                </a:lnTo>
                <a:lnTo>
                  <a:pt x="113031" y="5618939"/>
                </a:lnTo>
                <a:lnTo>
                  <a:pt x="0" y="5618939"/>
                </a:lnTo>
                <a:lnTo>
                  <a:pt x="64758" y="5560198"/>
                </a:lnTo>
                <a:lnTo>
                  <a:pt x="5138965" y="485927"/>
                </a:lnTo>
                <a:cubicBezTo>
                  <a:pt x="5293805" y="331086"/>
                  <a:pt x="5474927" y="210064"/>
                  <a:pt x="5677265" y="126279"/>
                </a:cubicBezTo>
                <a:cubicBezTo>
                  <a:pt x="5879602" y="42494"/>
                  <a:pt x="6093212" y="0"/>
                  <a:pt x="6312206" y="0"/>
                </a:cubicBezTo>
                <a:close/>
              </a:path>
            </a:pathLst>
          </a:custGeom>
          <a:gradFill>
            <a:gsLst>
              <a:gs pos="22000">
                <a:schemeClr val="accent3"/>
              </a:gs>
              <a:gs pos="80000">
                <a:schemeClr val="accent1"/>
              </a:gs>
            </a:gsLst>
            <a:lin ang="0"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p>
        </p:txBody>
      </p:sp>
      <p:sp>
        <p:nvSpPr>
          <p:cNvPr id="7" name="page number">
            <a:extLst>
              <a:ext uri="{FF2B5EF4-FFF2-40B4-BE49-F238E27FC236}">
                <a16:creationId xmlns:a16="http://schemas.microsoft.com/office/drawing/2014/main" id="{1F27E68D-9E1F-8D43-7D91-195342E7D2C6}"/>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
        <p:nvSpPr>
          <p:cNvPr id="8" name="TextBox 7">
            <a:extLst>
              <a:ext uri="{FF2B5EF4-FFF2-40B4-BE49-F238E27FC236}">
                <a16:creationId xmlns:a16="http://schemas.microsoft.com/office/drawing/2014/main" id="{84EC33C8-FD42-CAC0-0F84-5B16725AA099}"/>
              </a:ext>
            </a:extLst>
          </p:cNvPr>
          <p:cNvSpPr txBox="1"/>
          <p:nvPr/>
        </p:nvSpPr>
        <p:spPr>
          <a:xfrm>
            <a:off x="1645084" y="6461498"/>
            <a:ext cx="44884" cy="127471"/>
          </a:xfrm>
          <a:prstGeom prst="rect">
            <a:avLst/>
          </a:prstGeom>
          <a:noFill/>
        </p:spPr>
        <p:txBody>
          <a:bodyPr wrap="none" lIns="0" tIns="0" rIns="0" bIns="0" rtlCol="0">
            <a:spAutoFit/>
          </a:bodyPr>
          <a:lstStyle/>
          <a:p>
            <a:pPr algn="l">
              <a:lnSpc>
                <a:spcPct val="130000"/>
              </a:lnSpc>
            </a:pPr>
            <a:r>
              <a:rPr lang="en-US" sz="700" spc="0" baseline="0" dirty="0">
                <a:ln/>
                <a:solidFill>
                  <a:schemeClr val="tx1"/>
                </a:solidFill>
                <a:latin typeface="Arial" panose="020B0604020202020204" pitchFamily="34" charset="0"/>
                <a:sym typeface="Arial" panose="020B0604020202020204" pitchFamily="34" charset="0"/>
                <a:rtl val="0"/>
              </a:rPr>
              <a:t>  </a:t>
            </a:r>
          </a:p>
        </p:txBody>
      </p:sp>
      <p:grpSp>
        <p:nvGrpSpPr>
          <p:cNvPr id="10" name="Graphic 8">
            <a:extLst>
              <a:ext uri="{FF2B5EF4-FFF2-40B4-BE49-F238E27FC236}">
                <a16:creationId xmlns:a16="http://schemas.microsoft.com/office/drawing/2014/main" id="{24F4BBFA-E401-71DB-322A-C0F7B1456DD1}"/>
              </a:ext>
            </a:extLst>
          </p:cNvPr>
          <p:cNvGrpSpPr/>
          <p:nvPr/>
        </p:nvGrpSpPr>
        <p:grpSpPr>
          <a:xfrm>
            <a:off x="265625" y="6323271"/>
            <a:ext cx="1249223" cy="369648"/>
            <a:chOff x="265625" y="6323271"/>
            <a:chExt cx="1249223" cy="369648"/>
          </a:xfrm>
          <a:solidFill>
            <a:schemeClr val="tx1"/>
          </a:solidFill>
        </p:grpSpPr>
        <p:grpSp>
          <p:nvGrpSpPr>
            <p:cNvPr id="11" name="Graphic 8">
              <a:extLst>
                <a:ext uri="{FF2B5EF4-FFF2-40B4-BE49-F238E27FC236}">
                  <a16:creationId xmlns:a16="http://schemas.microsoft.com/office/drawing/2014/main" id="{1152CECE-7D00-FB57-8AED-A980E0AA706C}"/>
                </a:ext>
              </a:extLst>
            </p:cNvPr>
            <p:cNvGrpSpPr/>
            <p:nvPr/>
          </p:nvGrpSpPr>
          <p:grpSpPr>
            <a:xfrm>
              <a:off x="745455" y="6594444"/>
              <a:ext cx="722662" cy="98475"/>
              <a:chOff x="745455" y="6594444"/>
              <a:chExt cx="722662" cy="98475"/>
            </a:xfrm>
            <a:grpFill/>
          </p:grpSpPr>
          <p:sp>
            <p:nvSpPr>
              <p:cNvPr id="31" name="Freeform 49">
                <a:extLst>
                  <a:ext uri="{FF2B5EF4-FFF2-40B4-BE49-F238E27FC236}">
                    <a16:creationId xmlns:a16="http://schemas.microsoft.com/office/drawing/2014/main" id="{79C20AE1-12CE-3C84-4231-7F713A84F36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32" name="Freeform 50">
                <a:extLst>
                  <a:ext uri="{FF2B5EF4-FFF2-40B4-BE49-F238E27FC236}">
                    <a16:creationId xmlns:a16="http://schemas.microsoft.com/office/drawing/2014/main" id="{F5399904-C3CC-6381-9A25-73DC23134DBA}"/>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33" name="Freeform 51">
                <a:extLst>
                  <a:ext uri="{FF2B5EF4-FFF2-40B4-BE49-F238E27FC236}">
                    <a16:creationId xmlns:a16="http://schemas.microsoft.com/office/drawing/2014/main" id="{F6EAAC51-D815-2AF9-147A-07BA9A749C65}"/>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34" name="Freeform 52">
                <a:extLst>
                  <a:ext uri="{FF2B5EF4-FFF2-40B4-BE49-F238E27FC236}">
                    <a16:creationId xmlns:a16="http://schemas.microsoft.com/office/drawing/2014/main" id="{8B1191D5-1604-2303-9E26-925E5C75E6A9}"/>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35" name="Freeform 53">
                <a:extLst>
                  <a:ext uri="{FF2B5EF4-FFF2-40B4-BE49-F238E27FC236}">
                    <a16:creationId xmlns:a16="http://schemas.microsoft.com/office/drawing/2014/main" id="{B37FACCB-F53B-68CA-2282-169C34C4F5FF}"/>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36" name="Freeform 54">
                <a:extLst>
                  <a:ext uri="{FF2B5EF4-FFF2-40B4-BE49-F238E27FC236}">
                    <a16:creationId xmlns:a16="http://schemas.microsoft.com/office/drawing/2014/main" id="{31702D51-613B-DB30-99CD-A859266C481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50" name="Freeform 55">
                <a:extLst>
                  <a:ext uri="{FF2B5EF4-FFF2-40B4-BE49-F238E27FC236}">
                    <a16:creationId xmlns:a16="http://schemas.microsoft.com/office/drawing/2014/main" id="{F544E4C7-C463-AE78-0748-5F5110FB5429}"/>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51" name="Freeform 56">
                <a:extLst>
                  <a:ext uri="{FF2B5EF4-FFF2-40B4-BE49-F238E27FC236}">
                    <a16:creationId xmlns:a16="http://schemas.microsoft.com/office/drawing/2014/main" id="{ED108FCB-216A-4598-63A8-416600940D1F}"/>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2" name="Freeform 57">
                <a:extLst>
                  <a:ext uri="{FF2B5EF4-FFF2-40B4-BE49-F238E27FC236}">
                    <a16:creationId xmlns:a16="http://schemas.microsoft.com/office/drawing/2014/main" id="{CD156F37-DF1C-3C97-515C-0F98B4D997EB}"/>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3" name="Freeform 58">
                <a:extLst>
                  <a:ext uri="{FF2B5EF4-FFF2-40B4-BE49-F238E27FC236}">
                    <a16:creationId xmlns:a16="http://schemas.microsoft.com/office/drawing/2014/main" id="{9D7C8B40-9761-A603-215B-B3D65D7C3B9F}"/>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12" name="Graphic 8">
              <a:extLst>
                <a:ext uri="{FF2B5EF4-FFF2-40B4-BE49-F238E27FC236}">
                  <a16:creationId xmlns:a16="http://schemas.microsoft.com/office/drawing/2014/main" id="{B245A94E-E9E8-00F4-6425-D0D03AE313D3}"/>
                </a:ext>
              </a:extLst>
            </p:cNvPr>
            <p:cNvGrpSpPr/>
            <p:nvPr/>
          </p:nvGrpSpPr>
          <p:grpSpPr>
            <a:xfrm>
              <a:off x="265625" y="6323271"/>
              <a:ext cx="1249223" cy="190348"/>
              <a:chOff x="265625" y="6323271"/>
              <a:chExt cx="1249223" cy="190348"/>
            </a:xfrm>
            <a:grpFill/>
          </p:grpSpPr>
          <p:sp>
            <p:nvSpPr>
              <p:cNvPr id="13" name="Freeform 60">
                <a:extLst>
                  <a:ext uri="{FF2B5EF4-FFF2-40B4-BE49-F238E27FC236}">
                    <a16:creationId xmlns:a16="http://schemas.microsoft.com/office/drawing/2014/main" id="{208C38E2-D216-085B-DB26-61A15766D53D}"/>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14" name="Freeform 61">
                <a:extLst>
                  <a:ext uri="{FF2B5EF4-FFF2-40B4-BE49-F238E27FC236}">
                    <a16:creationId xmlns:a16="http://schemas.microsoft.com/office/drawing/2014/main" id="{DA109CD5-2DBD-005B-F641-CF9759FE6BAA}"/>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25" name="Freeform 62">
                <a:extLst>
                  <a:ext uri="{FF2B5EF4-FFF2-40B4-BE49-F238E27FC236}">
                    <a16:creationId xmlns:a16="http://schemas.microsoft.com/office/drawing/2014/main" id="{874DFA82-922F-DC4A-5476-8F2960412F5C}"/>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26" name="Freeform 63">
                <a:extLst>
                  <a:ext uri="{FF2B5EF4-FFF2-40B4-BE49-F238E27FC236}">
                    <a16:creationId xmlns:a16="http://schemas.microsoft.com/office/drawing/2014/main" id="{3254E0F9-148B-20DE-65F7-BBE10DFC827D}"/>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27" name="Freeform 64">
                <a:extLst>
                  <a:ext uri="{FF2B5EF4-FFF2-40B4-BE49-F238E27FC236}">
                    <a16:creationId xmlns:a16="http://schemas.microsoft.com/office/drawing/2014/main" id="{809F8B96-CFBF-721E-5471-5D911E0F4614}"/>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28" name="Freeform 65">
                <a:extLst>
                  <a:ext uri="{FF2B5EF4-FFF2-40B4-BE49-F238E27FC236}">
                    <a16:creationId xmlns:a16="http://schemas.microsoft.com/office/drawing/2014/main" id="{830D8964-98D6-2883-9A2B-CA4B4A12D0A7}"/>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29" name="Freeform 66">
                <a:extLst>
                  <a:ext uri="{FF2B5EF4-FFF2-40B4-BE49-F238E27FC236}">
                    <a16:creationId xmlns:a16="http://schemas.microsoft.com/office/drawing/2014/main" id="{7E6F124E-943B-470E-3146-50464B6C9142}"/>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pic>
        <p:nvPicPr>
          <p:cNvPr id="30" name="Picture 29" descr="A blue sky with white clouds&#10;&#10;Description automatically generated">
            <a:extLst>
              <a:ext uri="{FF2B5EF4-FFF2-40B4-BE49-F238E27FC236}">
                <a16:creationId xmlns:a16="http://schemas.microsoft.com/office/drawing/2014/main" id="{7169D6F6-E30F-A17E-6C94-69ADD6FC87AC}"/>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679974" y="1239062"/>
            <a:ext cx="7508851" cy="5631638"/>
          </a:xfrm>
          <a:prstGeom prst="rect">
            <a:avLst/>
          </a:prstGeom>
        </p:spPr>
      </p:pic>
      <p:pic>
        <p:nvPicPr>
          <p:cNvPr id="37" name="Picture 36">
            <a:extLst>
              <a:ext uri="{FF2B5EF4-FFF2-40B4-BE49-F238E27FC236}">
                <a16:creationId xmlns:a16="http://schemas.microsoft.com/office/drawing/2014/main" id="{C259BB32-99BA-3BA2-1A2F-33AF15E3AF34}"/>
              </a:ext>
            </a:extLst>
          </p:cNvPr>
          <p:cNvPicPr>
            <a:picLocks noChangeAspect="1"/>
          </p:cNvPicPr>
          <p:nvPr userDrawn="1"/>
        </p:nvPicPr>
        <p:blipFill>
          <a:blip r:embed="rId3"/>
          <a:stretch>
            <a:fillRect/>
          </a:stretch>
        </p:blipFill>
        <p:spPr>
          <a:xfrm>
            <a:off x="-27711" y="0"/>
            <a:ext cx="12220331" cy="6876719"/>
          </a:xfrm>
          <a:prstGeom prst="rect">
            <a:avLst/>
          </a:prstGeom>
        </p:spPr>
      </p:pic>
      <p:sp>
        <p:nvSpPr>
          <p:cNvPr id="38" name="Freeform: Shape 5">
            <a:extLst>
              <a:ext uri="{FF2B5EF4-FFF2-40B4-BE49-F238E27FC236}">
                <a16:creationId xmlns:a16="http://schemas.microsoft.com/office/drawing/2014/main" id="{F705FF27-7F71-D359-EABA-F1A1B8488C78}"/>
              </a:ext>
            </a:extLst>
          </p:cNvPr>
          <p:cNvSpPr/>
          <p:nvPr userDrawn="1"/>
        </p:nvSpPr>
        <p:spPr>
          <a:xfrm>
            <a:off x="5788396" y="1252917"/>
            <a:ext cx="6406144" cy="5618939"/>
          </a:xfrm>
          <a:custGeom>
            <a:avLst/>
            <a:gdLst>
              <a:gd name="connsiteX0" fmla="*/ 6312206 w 6406144"/>
              <a:gd name="connsiteY0" fmla="*/ 0 h 5618939"/>
              <a:gd name="connsiteX1" fmla="*/ 6406144 w 6406144"/>
              <a:gd name="connsiteY1" fmla="*/ 0 h 5618939"/>
              <a:gd name="connsiteX2" fmla="*/ 6406144 w 6406144"/>
              <a:gd name="connsiteY2" fmla="*/ 76059 h 5618939"/>
              <a:gd name="connsiteX3" fmla="*/ 6312206 w 6406144"/>
              <a:gd name="connsiteY3" fmla="*/ 76059 h 5618939"/>
              <a:gd name="connsiteX4" fmla="*/ 5192668 w 6406144"/>
              <a:gd name="connsiteY4" fmla="*/ 539757 h 5618939"/>
              <a:gd name="connsiteX5" fmla="*/ 118525 w 6406144"/>
              <a:gd name="connsiteY5" fmla="*/ 5613965 h 5618939"/>
              <a:gd name="connsiteX6" fmla="*/ 113031 w 6406144"/>
              <a:gd name="connsiteY6" fmla="*/ 5618939 h 5618939"/>
              <a:gd name="connsiteX7" fmla="*/ 0 w 6406144"/>
              <a:gd name="connsiteY7" fmla="*/ 5618939 h 5618939"/>
              <a:gd name="connsiteX8" fmla="*/ 64758 w 6406144"/>
              <a:gd name="connsiteY8" fmla="*/ 5560198 h 5618939"/>
              <a:gd name="connsiteX9" fmla="*/ 5138965 w 6406144"/>
              <a:gd name="connsiteY9" fmla="*/ 485927 h 5618939"/>
              <a:gd name="connsiteX10" fmla="*/ 5677265 w 6406144"/>
              <a:gd name="connsiteY10" fmla="*/ 126279 h 5618939"/>
              <a:gd name="connsiteX11" fmla="*/ 6312206 w 6406144"/>
              <a:gd name="connsiteY11" fmla="*/ 0 h 561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06144" h="5618939">
                <a:moveTo>
                  <a:pt x="6312206" y="0"/>
                </a:moveTo>
                <a:lnTo>
                  <a:pt x="6406144" y="0"/>
                </a:lnTo>
                <a:lnTo>
                  <a:pt x="6406144" y="76059"/>
                </a:lnTo>
                <a:lnTo>
                  <a:pt x="6312206" y="76059"/>
                </a:lnTo>
                <a:cubicBezTo>
                  <a:pt x="5892268" y="76059"/>
                  <a:pt x="5489557" y="242868"/>
                  <a:pt x="5192668" y="539757"/>
                </a:cubicBezTo>
                <a:lnTo>
                  <a:pt x="118525" y="5613965"/>
                </a:lnTo>
                <a:lnTo>
                  <a:pt x="113031" y="5618939"/>
                </a:lnTo>
                <a:lnTo>
                  <a:pt x="0" y="5618939"/>
                </a:lnTo>
                <a:lnTo>
                  <a:pt x="64758" y="5560198"/>
                </a:lnTo>
                <a:lnTo>
                  <a:pt x="5138965" y="485927"/>
                </a:lnTo>
                <a:cubicBezTo>
                  <a:pt x="5293805" y="331086"/>
                  <a:pt x="5474927" y="210064"/>
                  <a:pt x="5677265" y="126279"/>
                </a:cubicBezTo>
                <a:cubicBezTo>
                  <a:pt x="5879602" y="42494"/>
                  <a:pt x="6093212" y="0"/>
                  <a:pt x="6312206" y="0"/>
                </a:cubicBezTo>
                <a:close/>
              </a:path>
            </a:pathLst>
          </a:custGeom>
          <a:gradFill>
            <a:gsLst>
              <a:gs pos="22000">
                <a:schemeClr val="accent3"/>
              </a:gs>
              <a:gs pos="80000">
                <a:schemeClr val="accent1"/>
              </a:gs>
            </a:gsLst>
            <a:lin ang="0"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p>
        </p:txBody>
      </p:sp>
      <p:sp>
        <p:nvSpPr>
          <p:cNvPr id="39" name="page number">
            <a:extLst>
              <a:ext uri="{FF2B5EF4-FFF2-40B4-BE49-F238E27FC236}">
                <a16:creationId xmlns:a16="http://schemas.microsoft.com/office/drawing/2014/main" id="{1F27E68D-9E1F-8D43-7D91-195342E7D2C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grpSp>
        <p:nvGrpSpPr>
          <p:cNvPr id="42" name="Graphic 8">
            <a:extLst>
              <a:ext uri="{FF2B5EF4-FFF2-40B4-BE49-F238E27FC236}">
                <a16:creationId xmlns:a16="http://schemas.microsoft.com/office/drawing/2014/main" id="{24F4BBFA-E401-71DB-322A-C0F7B1456DD1}"/>
              </a:ext>
            </a:extLst>
          </p:cNvPr>
          <p:cNvGrpSpPr/>
          <p:nvPr userDrawn="1"/>
        </p:nvGrpSpPr>
        <p:grpSpPr>
          <a:xfrm>
            <a:off x="265625" y="6323271"/>
            <a:ext cx="1249223" cy="369648"/>
            <a:chOff x="265625" y="6323271"/>
            <a:chExt cx="1249223" cy="369648"/>
          </a:xfrm>
          <a:solidFill>
            <a:schemeClr val="tx1"/>
          </a:solidFill>
        </p:grpSpPr>
        <p:grpSp>
          <p:nvGrpSpPr>
            <p:cNvPr id="43" name="Graphic 8">
              <a:extLst>
                <a:ext uri="{FF2B5EF4-FFF2-40B4-BE49-F238E27FC236}">
                  <a16:creationId xmlns:a16="http://schemas.microsoft.com/office/drawing/2014/main" id="{1152CECE-7D00-FB57-8AED-A980E0AA706C}"/>
                </a:ext>
              </a:extLst>
            </p:cNvPr>
            <p:cNvGrpSpPr/>
            <p:nvPr/>
          </p:nvGrpSpPr>
          <p:grpSpPr>
            <a:xfrm>
              <a:off x="745455" y="6594444"/>
              <a:ext cx="722662" cy="98475"/>
              <a:chOff x="745455" y="6594444"/>
              <a:chExt cx="722662" cy="98475"/>
            </a:xfrm>
            <a:grpFill/>
          </p:grpSpPr>
          <p:sp>
            <p:nvSpPr>
              <p:cNvPr id="56" name="Freeform 49">
                <a:extLst>
                  <a:ext uri="{FF2B5EF4-FFF2-40B4-BE49-F238E27FC236}">
                    <a16:creationId xmlns:a16="http://schemas.microsoft.com/office/drawing/2014/main" id="{79C20AE1-12CE-3C84-4231-7F713A84F36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57" name="Freeform 50">
                <a:extLst>
                  <a:ext uri="{FF2B5EF4-FFF2-40B4-BE49-F238E27FC236}">
                    <a16:creationId xmlns:a16="http://schemas.microsoft.com/office/drawing/2014/main" id="{F5399904-C3CC-6381-9A25-73DC23134DBA}"/>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58" name="Freeform 51">
                <a:extLst>
                  <a:ext uri="{FF2B5EF4-FFF2-40B4-BE49-F238E27FC236}">
                    <a16:creationId xmlns:a16="http://schemas.microsoft.com/office/drawing/2014/main" id="{F6EAAC51-D815-2AF9-147A-07BA9A749C65}"/>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59" name="Freeform 52">
                <a:extLst>
                  <a:ext uri="{FF2B5EF4-FFF2-40B4-BE49-F238E27FC236}">
                    <a16:creationId xmlns:a16="http://schemas.microsoft.com/office/drawing/2014/main" id="{8B1191D5-1604-2303-9E26-925E5C75E6A9}"/>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60" name="Freeform 53">
                <a:extLst>
                  <a:ext uri="{FF2B5EF4-FFF2-40B4-BE49-F238E27FC236}">
                    <a16:creationId xmlns:a16="http://schemas.microsoft.com/office/drawing/2014/main" id="{B37FACCB-F53B-68CA-2282-169C34C4F5FF}"/>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61" name="Freeform 54">
                <a:extLst>
                  <a:ext uri="{FF2B5EF4-FFF2-40B4-BE49-F238E27FC236}">
                    <a16:creationId xmlns:a16="http://schemas.microsoft.com/office/drawing/2014/main" id="{31702D51-613B-DB30-99CD-A859266C481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62" name="Freeform 55">
                <a:extLst>
                  <a:ext uri="{FF2B5EF4-FFF2-40B4-BE49-F238E27FC236}">
                    <a16:creationId xmlns:a16="http://schemas.microsoft.com/office/drawing/2014/main" id="{F544E4C7-C463-AE78-0748-5F5110FB5429}"/>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63" name="Freeform 56">
                <a:extLst>
                  <a:ext uri="{FF2B5EF4-FFF2-40B4-BE49-F238E27FC236}">
                    <a16:creationId xmlns:a16="http://schemas.microsoft.com/office/drawing/2014/main" id="{ED108FCB-216A-4598-63A8-416600940D1F}"/>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64" name="Freeform 57">
                <a:extLst>
                  <a:ext uri="{FF2B5EF4-FFF2-40B4-BE49-F238E27FC236}">
                    <a16:creationId xmlns:a16="http://schemas.microsoft.com/office/drawing/2014/main" id="{CD156F37-DF1C-3C97-515C-0F98B4D997EB}"/>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65" name="Freeform 58">
                <a:extLst>
                  <a:ext uri="{FF2B5EF4-FFF2-40B4-BE49-F238E27FC236}">
                    <a16:creationId xmlns:a16="http://schemas.microsoft.com/office/drawing/2014/main" id="{9D7C8B40-9761-A603-215B-B3D65D7C3B9F}"/>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44" name="Graphic 8">
              <a:extLst>
                <a:ext uri="{FF2B5EF4-FFF2-40B4-BE49-F238E27FC236}">
                  <a16:creationId xmlns:a16="http://schemas.microsoft.com/office/drawing/2014/main" id="{B245A94E-E9E8-00F4-6425-D0D03AE313D3}"/>
                </a:ext>
              </a:extLst>
            </p:cNvPr>
            <p:cNvGrpSpPr/>
            <p:nvPr/>
          </p:nvGrpSpPr>
          <p:grpSpPr>
            <a:xfrm>
              <a:off x="265625" y="6323271"/>
              <a:ext cx="1249223" cy="190348"/>
              <a:chOff x="265625" y="6323271"/>
              <a:chExt cx="1249223" cy="190348"/>
            </a:xfrm>
            <a:grpFill/>
          </p:grpSpPr>
          <p:sp>
            <p:nvSpPr>
              <p:cNvPr id="45" name="Freeform 60">
                <a:extLst>
                  <a:ext uri="{FF2B5EF4-FFF2-40B4-BE49-F238E27FC236}">
                    <a16:creationId xmlns:a16="http://schemas.microsoft.com/office/drawing/2014/main" id="{208C38E2-D216-085B-DB26-61A15766D53D}"/>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46" name="Freeform 61">
                <a:extLst>
                  <a:ext uri="{FF2B5EF4-FFF2-40B4-BE49-F238E27FC236}">
                    <a16:creationId xmlns:a16="http://schemas.microsoft.com/office/drawing/2014/main" id="{DA109CD5-2DBD-005B-F641-CF9759FE6BAA}"/>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47" name="Freeform 62">
                <a:extLst>
                  <a:ext uri="{FF2B5EF4-FFF2-40B4-BE49-F238E27FC236}">
                    <a16:creationId xmlns:a16="http://schemas.microsoft.com/office/drawing/2014/main" id="{874DFA82-922F-DC4A-5476-8F2960412F5C}"/>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48" name="Freeform 63">
                <a:extLst>
                  <a:ext uri="{FF2B5EF4-FFF2-40B4-BE49-F238E27FC236}">
                    <a16:creationId xmlns:a16="http://schemas.microsoft.com/office/drawing/2014/main" id="{3254E0F9-148B-20DE-65F7-BBE10DFC827D}"/>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49" name="Freeform 64">
                <a:extLst>
                  <a:ext uri="{FF2B5EF4-FFF2-40B4-BE49-F238E27FC236}">
                    <a16:creationId xmlns:a16="http://schemas.microsoft.com/office/drawing/2014/main" id="{809F8B96-CFBF-721E-5471-5D911E0F4614}"/>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54" name="Freeform 65">
                <a:extLst>
                  <a:ext uri="{FF2B5EF4-FFF2-40B4-BE49-F238E27FC236}">
                    <a16:creationId xmlns:a16="http://schemas.microsoft.com/office/drawing/2014/main" id="{830D8964-98D6-2883-9A2B-CA4B4A12D0A7}"/>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55" name="Freeform 66">
                <a:extLst>
                  <a:ext uri="{FF2B5EF4-FFF2-40B4-BE49-F238E27FC236}">
                    <a16:creationId xmlns:a16="http://schemas.microsoft.com/office/drawing/2014/main" id="{7E6F124E-943B-470E-3146-50464B6C9142}"/>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sp>
        <p:nvSpPr>
          <p:cNvPr id="5" name="TextBox 4">
            <a:extLst>
              <a:ext uri="{FF2B5EF4-FFF2-40B4-BE49-F238E27FC236}">
                <a16:creationId xmlns:a16="http://schemas.microsoft.com/office/drawing/2014/main" id="{CCD1F3D8-738C-E588-944B-48AC43E7FD28}"/>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chemeClr val="tx1"/>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chemeClr val="tx1"/>
              </a:solidFill>
              <a:latin typeface="+mn-lt"/>
              <a:sym typeface="Arial" panose="020B0604020202020204" pitchFamily="34" charset="0"/>
              <a:rtl val="0"/>
            </a:endParaRPr>
          </a:p>
        </p:txBody>
      </p:sp>
      <p:sp>
        <p:nvSpPr>
          <p:cNvPr id="17" name="Title 1">
            <a:extLst>
              <a:ext uri="{FF2B5EF4-FFF2-40B4-BE49-F238E27FC236}">
                <a16:creationId xmlns:a16="http://schemas.microsoft.com/office/drawing/2014/main" id="{2AC6091C-E947-4C0C-85B0-C87C084ACBB4}"/>
              </a:ext>
            </a:extLst>
          </p:cNvPr>
          <p:cNvSpPr>
            <a:spLocks noGrp="1"/>
          </p:cNvSpPr>
          <p:nvPr>
            <p:ph type="title" hasCustomPrompt="1"/>
          </p:nvPr>
        </p:nvSpPr>
        <p:spPr>
          <a:xfrm>
            <a:off x="589108" y="938794"/>
            <a:ext cx="6427626" cy="1229360"/>
          </a:xfrm>
        </p:spPr>
        <p:txBody>
          <a:bodyPr wrap="square" anchor="b"/>
          <a:lstStyle>
            <a:lvl1pPr algn="l">
              <a:defRPr sz="3600" b="0" cap="none" baseline="0">
                <a:solidFill>
                  <a:schemeClr val="tx1"/>
                </a:solidFill>
              </a:defRPr>
            </a:lvl1pPr>
          </a:lstStyle>
          <a:p>
            <a:r>
              <a:rPr lang="en-US" dirty="0"/>
              <a:t>Section Title </a:t>
            </a:r>
            <a:br>
              <a:rPr lang="en-US" dirty="0"/>
            </a:br>
            <a:r>
              <a:rPr lang="en-US" dirty="0"/>
              <a:t>with photo</a:t>
            </a:r>
          </a:p>
        </p:txBody>
      </p:sp>
      <p:sp>
        <p:nvSpPr>
          <p:cNvPr id="18" name="Subtitle">
            <a:extLst>
              <a:ext uri="{FF2B5EF4-FFF2-40B4-BE49-F238E27FC236}">
                <a16:creationId xmlns:a16="http://schemas.microsoft.com/office/drawing/2014/main" id="{A2044BBD-0109-43FF-A52D-8FA2841A4DF6}"/>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text</a:t>
            </a:r>
          </a:p>
        </p:txBody>
      </p:sp>
    </p:spTree>
    <p:extLst>
      <p:ext uri="{BB962C8B-B14F-4D97-AF65-F5344CB8AC3E}">
        <p14:creationId xmlns:p14="http://schemas.microsoft.com/office/powerpoint/2010/main" val="1217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4="http://schemas.microsoft.com/office/drawing/2010/main" xmlns:a16="http://schemas.microsoft.com/office/drawing/2014/main" xmlns="">
      <p:transition spd="med">
        <p:fade/>
      </p:transition>
    </mc:Fallback>
  </mc:AlternateContent>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preserve="1">
  <p:cSld name="Quote – Leaf">
    <p:spTree>
      <p:nvGrpSpPr>
        <p:cNvPr id="1" name=""/>
        <p:cNvGrpSpPr/>
        <p:nvPr/>
      </p:nvGrpSpPr>
      <p:grpSpPr>
        <a:xfrm>
          <a:off x="0" y="0"/>
          <a:ext cx="0" cy="0"/>
          <a:chOff x="0" y="0"/>
          <a:chExt cx="0" cy="0"/>
        </a:xfrm>
      </p:grpSpPr>
      <p:sp>
        <p:nvSpPr>
          <p:cNvPr id="21" name="Text Placeholder 7">
            <a:extLst>
              <a:ext uri="{FF2B5EF4-FFF2-40B4-BE49-F238E27FC236}">
                <a16:creationId xmlns:a16="http://schemas.microsoft.com/office/drawing/2014/main" id="{608D3F09-D706-3940-8906-CE0F09AC4BB6}"/>
              </a:ext>
            </a:extLst>
          </p:cNvPr>
          <p:cNvSpPr>
            <a:spLocks noGrp="1"/>
          </p:cNvSpPr>
          <p:nvPr>
            <p:ph type="body" sz="quarter" idx="16" hasCustomPrompt="1"/>
          </p:nvPr>
        </p:nvSpPr>
        <p:spPr>
          <a:xfrm>
            <a:off x="438912" y="1600200"/>
            <a:ext cx="5413248" cy="3200400"/>
          </a:xfrm>
        </p:spPr>
        <p:txBody>
          <a:bodyPr anchor="b"/>
          <a:lstStyle>
            <a:lvl1pPr marL="169863" indent="-169863">
              <a:buClrTx/>
              <a:buSzPct val="100000"/>
              <a:buFont typeface="Arial" panose="020B0604020202020204" pitchFamily="34" charset="0"/>
              <a:buChar char="“"/>
              <a:defRPr sz="2800">
                <a:solidFill>
                  <a:schemeClr val="tx1"/>
                </a:solidFill>
              </a:defRPr>
            </a:lvl1pPr>
            <a:lvl2pPr marL="457200" indent="-184150">
              <a:buClrTx/>
              <a:buFont typeface="Arial" panose="020B0604020202020204" pitchFamily="34" charset="0"/>
              <a:buChar char="“"/>
              <a:defRPr>
                <a:solidFill>
                  <a:schemeClr val="bg1"/>
                </a:solidFill>
              </a:defRPr>
            </a:lvl2pPr>
            <a:lvl3pPr marL="744538" indent="-169863">
              <a:buClrTx/>
              <a:buFont typeface="Arial" panose="020B0604020202020204" pitchFamily="34" charset="0"/>
              <a:buChar char="“"/>
              <a:defRPr>
                <a:solidFill>
                  <a:schemeClr val="bg1"/>
                </a:solidFill>
              </a:defRPr>
            </a:lvl3pPr>
            <a:lvl4pPr marL="969963" indent="-166688">
              <a:buClrTx/>
              <a:buFont typeface="Arial" panose="020B0604020202020204" pitchFamily="34" charset="0"/>
              <a:buChar char="“"/>
              <a:defRPr>
                <a:solidFill>
                  <a:schemeClr val="bg1"/>
                </a:solidFill>
              </a:defRPr>
            </a:lvl4pPr>
            <a:lvl5pPr marL="1143000" indent="-138113">
              <a:buClrTx/>
              <a:buFont typeface="Arial" panose="020B0604020202020204" pitchFamily="34" charset="0"/>
              <a:buChar char="“"/>
              <a:defRPr>
                <a:solidFill>
                  <a:schemeClr val="bg1"/>
                </a:solidFill>
              </a:defRPr>
            </a:lvl5pPr>
          </a:lstStyle>
          <a:p>
            <a:pPr lvl="0"/>
            <a:r>
              <a:rPr lang="en-US" dirty="0"/>
              <a:t>Quote text on left, green parallelograms on the right.”</a:t>
            </a:r>
          </a:p>
        </p:txBody>
      </p:sp>
      <p:sp>
        <p:nvSpPr>
          <p:cNvPr id="19" name="Text Placeholder 10">
            <a:extLst>
              <a:ext uri="{FF2B5EF4-FFF2-40B4-BE49-F238E27FC236}">
                <a16:creationId xmlns:a16="http://schemas.microsoft.com/office/drawing/2014/main" id="{C1E51E88-6733-7942-B20E-2C56F8B2ED21}"/>
              </a:ext>
            </a:extLst>
          </p:cNvPr>
          <p:cNvSpPr>
            <a:spLocks noGrp="1"/>
          </p:cNvSpPr>
          <p:nvPr>
            <p:ph type="body" sz="quarter" idx="17" hasCustomPrompt="1"/>
          </p:nvPr>
        </p:nvSpPr>
        <p:spPr>
          <a:xfrm>
            <a:off x="612648" y="5065776"/>
            <a:ext cx="4581144" cy="274320"/>
          </a:xfrm>
        </p:spPr>
        <p:txBody>
          <a:bodyPr/>
          <a:lstStyle>
            <a:lvl1pPr>
              <a:defRPr sz="1800">
                <a:solidFill>
                  <a:schemeClr val="tx1"/>
                </a:solidFill>
              </a:defRPr>
            </a:lvl1pPr>
          </a:lstStyle>
          <a:p>
            <a:pPr lvl="0"/>
            <a:r>
              <a:rPr lang="en-US" dirty="0"/>
              <a:t>Source Name</a:t>
            </a:r>
          </a:p>
        </p:txBody>
      </p:sp>
      <p:sp>
        <p:nvSpPr>
          <p:cNvPr id="11" name="Picture Placeholder 11" descr="logo placeholder: click to insert logo or delete box if not needed">
            <a:extLst>
              <a:ext uri="{FF2B5EF4-FFF2-40B4-BE49-F238E27FC236}">
                <a16:creationId xmlns:a16="http://schemas.microsoft.com/office/drawing/2014/main" id="{90CA8A2D-22C2-3546-ACA3-B76C2A2C9541}"/>
              </a:ext>
            </a:extLst>
          </p:cNvPr>
          <p:cNvSpPr>
            <a:spLocks noGrp="1"/>
          </p:cNvSpPr>
          <p:nvPr>
            <p:ph type="pic" sz="quarter" idx="4294967295" hasCustomPrompt="1"/>
          </p:nvPr>
        </p:nvSpPr>
        <p:spPr>
          <a:xfrm>
            <a:off x="8925484" y="4619335"/>
            <a:ext cx="2740025" cy="1371600"/>
          </a:xfrm>
        </p:spPr>
        <p:txBody>
          <a:bodyPr/>
          <a:lstStyle/>
          <a:p>
            <a:r>
              <a:rPr lang="en-US"/>
              <a:t>Click to insert logo or delete box if not needed</a:t>
            </a:r>
          </a:p>
        </p:txBody>
      </p:sp>
      <p:sp>
        <p:nvSpPr>
          <p:cNvPr id="17" name="page number">
            <a:extLst>
              <a:ext uri="{FF2B5EF4-FFF2-40B4-BE49-F238E27FC236}">
                <a16:creationId xmlns:a16="http://schemas.microsoft.com/office/drawing/2014/main" id="{81F6B6E3-D446-FF48-A968-0E6ED9485DE5}"/>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
        <p:nvSpPr>
          <p:cNvPr id="3" name="Freeform: Shape 2">
            <a:extLst>
              <a:ext uri="{FF2B5EF4-FFF2-40B4-BE49-F238E27FC236}">
                <a16:creationId xmlns:a16="http://schemas.microsoft.com/office/drawing/2014/main" id="{A4E09EAF-21A8-2364-FB16-C37C8768B257}"/>
              </a:ext>
            </a:extLst>
          </p:cNvPr>
          <p:cNvSpPr/>
          <p:nvPr/>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90000">
                <a:schemeClr val="accent4"/>
              </a:gs>
            </a:gsLst>
            <a:lin ang="0" scaled="1"/>
          </a:gradFill>
          <a:ln w="0" cap="flat">
            <a:noFill/>
            <a:prstDash val="solid"/>
            <a:miter/>
          </a:ln>
          <a:effectLst>
            <a:outerShdw blurRad="88900" dist="50800" dir="420000" algn="ctr" rotWithShape="0">
              <a:schemeClr val="accent3">
                <a:alpha val="22000"/>
              </a:schemeClr>
            </a:outerShdw>
          </a:effectLst>
        </p:spPr>
        <p:txBody>
          <a:bodyPr rtlCol="0" anchor="ctr"/>
          <a:lstStyle/>
          <a:p>
            <a:endParaRPr lang="en-US"/>
          </a:p>
        </p:txBody>
      </p:sp>
      <p:grpSp>
        <p:nvGrpSpPr>
          <p:cNvPr id="6" name="Graphic 8">
            <a:extLst>
              <a:ext uri="{FF2B5EF4-FFF2-40B4-BE49-F238E27FC236}">
                <a16:creationId xmlns:a16="http://schemas.microsoft.com/office/drawing/2014/main" id="{EF8AAA69-F9C8-285C-6751-D512EF1C4E2A}"/>
              </a:ext>
            </a:extLst>
          </p:cNvPr>
          <p:cNvGrpSpPr/>
          <p:nvPr/>
        </p:nvGrpSpPr>
        <p:grpSpPr>
          <a:xfrm>
            <a:off x="265625" y="6323271"/>
            <a:ext cx="1249223" cy="369648"/>
            <a:chOff x="265625" y="6323271"/>
            <a:chExt cx="1249223" cy="369648"/>
          </a:xfrm>
          <a:solidFill>
            <a:schemeClr val="tx1"/>
          </a:solidFill>
        </p:grpSpPr>
        <p:grpSp>
          <p:nvGrpSpPr>
            <p:cNvPr id="7" name="Graphic 8">
              <a:extLst>
                <a:ext uri="{FF2B5EF4-FFF2-40B4-BE49-F238E27FC236}">
                  <a16:creationId xmlns:a16="http://schemas.microsoft.com/office/drawing/2014/main" id="{B1E86749-AF0E-35B9-4E9D-E2ED707B976B}"/>
                </a:ext>
              </a:extLst>
            </p:cNvPr>
            <p:cNvGrpSpPr/>
            <p:nvPr/>
          </p:nvGrpSpPr>
          <p:grpSpPr>
            <a:xfrm>
              <a:off x="745455" y="6594444"/>
              <a:ext cx="722662" cy="98475"/>
              <a:chOff x="745455" y="6594444"/>
              <a:chExt cx="722662" cy="98475"/>
            </a:xfrm>
            <a:grpFill/>
          </p:grpSpPr>
          <p:sp>
            <p:nvSpPr>
              <p:cNvPr id="22" name="Freeform 49">
                <a:extLst>
                  <a:ext uri="{FF2B5EF4-FFF2-40B4-BE49-F238E27FC236}">
                    <a16:creationId xmlns:a16="http://schemas.microsoft.com/office/drawing/2014/main" id="{5EFC1DAB-0C0C-9890-2845-1C41412A839F}"/>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25" name="Freeform 50">
                <a:extLst>
                  <a:ext uri="{FF2B5EF4-FFF2-40B4-BE49-F238E27FC236}">
                    <a16:creationId xmlns:a16="http://schemas.microsoft.com/office/drawing/2014/main" id="{D03C5645-52E1-7462-FF94-A7AAA1193C41}"/>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26" name="Freeform 51">
                <a:extLst>
                  <a:ext uri="{FF2B5EF4-FFF2-40B4-BE49-F238E27FC236}">
                    <a16:creationId xmlns:a16="http://schemas.microsoft.com/office/drawing/2014/main" id="{51D3D6D3-7B6E-917C-E4F2-6A34F132B7F8}"/>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27" name="Freeform 52">
                <a:extLst>
                  <a:ext uri="{FF2B5EF4-FFF2-40B4-BE49-F238E27FC236}">
                    <a16:creationId xmlns:a16="http://schemas.microsoft.com/office/drawing/2014/main" id="{4F771D9E-BC6B-7074-013D-D6DD8F8D396B}"/>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28" name="Freeform 53">
                <a:extLst>
                  <a:ext uri="{FF2B5EF4-FFF2-40B4-BE49-F238E27FC236}">
                    <a16:creationId xmlns:a16="http://schemas.microsoft.com/office/drawing/2014/main" id="{F358783A-FE6E-ABAD-24A2-7001EDCB652F}"/>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29" name="Freeform 54">
                <a:extLst>
                  <a:ext uri="{FF2B5EF4-FFF2-40B4-BE49-F238E27FC236}">
                    <a16:creationId xmlns:a16="http://schemas.microsoft.com/office/drawing/2014/main" id="{0D96871D-534B-242E-A8A3-6BF2C4A2A205}"/>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30" name="Freeform 55">
                <a:extLst>
                  <a:ext uri="{FF2B5EF4-FFF2-40B4-BE49-F238E27FC236}">
                    <a16:creationId xmlns:a16="http://schemas.microsoft.com/office/drawing/2014/main" id="{7EFD97DA-53F5-39D8-4BFE-9718F51B8E3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31" name="Freeform 56">
                <a:extLst>
                  <a:ext uri="{FF2B5EF4-FFF2-40B4-BE49-F238E27FC236}">
                    <a16:creationId xmlns:a16="http://schemas.microsoft.com/office/drawing/2014/main" id="{D43F1DA5-7A7C-8D09-B0FD-237EE9657581}"/>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32" name="Freeform 57">
                <a:extLst>
                  <a:ext uri="{FF2B5EF4-FFF2-40B4-BE49-F238E27FC236}">
                    <a16:creationId xmlns:a16="http://schemas.microsoft.com/office/drawing/2014/main" id="{AF168E8C-27DD-1F28-179C-69AA01DD027E}"/>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1" name="Freeform 58">
                <a:extLst>
                  <a:ext uri="{FF2B5EF4-FFF2-40B4-BE49-F238E27FC236}">
                    <a16:creationId xmlns:a16="http://schemas.microsoft.com/office/drawing/2014/main" id="{7EC46BFF-F84B-8719-B28A-91DF0F6EFFDE}"/>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8" name="Graphic 8">
              <a:extLst>
                <a:ext uri="{FF2B5EF4-FFF2-40B4-BE49-F238E27FC236}">
                  <a16:creationId xmlns:a16="http://schemas.microsoft.com/office/drawing/2014/main" id="{442CD4E2-6C45-610C-B37B-9EBF4B3115C2}"/>
                </a:ext>
              </a:extLst>
            </p:cNvPr>
            <p:cNvGrpSpPr/>
            <p:nvPr/>
          </p:nvGrpSpPr>
          <p:grpSpPr>
            <a:xfrm>
              <a:off x="265625" y="6323271"/>
              <a:ext cx="1249223" cy="190348"/>
              <a:chOff x="265625" y="6323271"/>
              <a:chExt cx="1249223" cy="190348"/>
            </a:xfrm>
            <a:grpFill/>
          </p:grpSpPr>
          <p:sp>
            <p:nvSpPr>
              <p:cNvPr id="9" name="Freeform 60">
                <a:extLst>
                  <a:ext uri="{FF2B5EF4-FFF2-40B4-BE49-F238E27FC236}">
                    <a16:creationId xmlns:a16="http://schemas.microsoft.com/office/drawing/2014/main" id="{ED525359-6B46-C9E5-6E5B-B3C26E523502}"/>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10" name="Freeform 61">
                <a:extLst>
                  <a:ext uri="{FF2B5EF4-FFF2-40B4-BE49-F238E27FC236}">
                    <a16:creationId xmlns:a16="http://schemas.microsoft.com/office/drawing/2014/main" id="{7EF8FA77-DD00-B32A-8E5D-B8EC0601713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12" name="Freeform 62">
                <a:extLst>
                  <a:ext uri="{FF2B5EF4-FFF2-40B4-BE49-F238E27FC236}">
                    <a16:creationId xmlns:a16="http://schemas.microsoft.com/office/drawing/2014/main" id="{5B6CD07D-9D52-9ADA-8705-8975DC744B47}"/>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13" name="Freeform 63">
                <a:extLst>
                  <a:ext uri="{FF2B5EF4-FFF2-40B4-BE49-F238E27FC236}">
                    <a16:creationId xmlns:a16="http://schemas.microsoft.com/office/drawing/2014/main" id="{743CD6CC-2436-9E0B-F9AA-5E7F7A570191}"/>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14" name="Freeform 64">
                <a:extLst>
                  <a:ext uri="{FF2B5EF4-FFF2-40B4-BE49-F238E27FC236}">
                    <a16:creationId xmlns:a16="http://schemas.microsoft.com/office/drawing/2014/main" id="{D002A0F9-D34F-062E-FA0D-55E00502A6A3}"/>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18" name="Freeform 65">
                <a:extLst>
                  <a:ext uri="{FF2B5EF4-FFF2-40B4-BE49-F238E27FC236}">
                    <a16:creationId xmlns:a16="http://schemas.microsoft.com/office/drawing/2014/main" id="{7F1B60F0-5EE6-28CA-7BCF-8E426EB9FCC1}"/>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20" name="Freeform 66">
                <a:extLst>
                  <a:ext uri="{FF2B5EF4-FFF2-40B4-BE49-F238E27FC236}">
                    <a16:creationId xmlns:a16="http://schemas.microsoft.com/office/drawing/2014/main" id="{F30FD712-5475-5FC0-34B0-E973EECE9D19}"/>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sp>
        <p:nvSpPr>
          <p:cNvPr id="33" name="page number">
            <a:extLst>
              <a:ext uri="{FF2B5EF4-FFF2-40B4-BE49-F238E27FC236}">
                <a16:creationId xmlns:a16="http://schemas.microsoft.com/office/drawing/2014/main" id="{81F6B6E3-D446-FF48-A968-0E6ED9485DE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
        <p:nvSpPr>
          <p:cNvPr id="34" name="Freeform: Shape 2">
            <a:extLst>
              <a:ext uri="{FF2B5EF4-FFF2-40B4-BE49-F238E27FC236}">
                <a16:creationId xmlns:a16="http://schemas.microsoft.com/office/drawing/2014/main" id="{A4E09EAF-21A8-2364-FB16-C37C8768B257}"/>
              </a:ext>
            </a:extLst>
          </p:cNvPr>
          <p:cNvSpPr/>
          <p:nvPr userDrawn="1"/>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90000">
                <a:schemeClr val="accent4"/>
              </a:gs>
            </a:gsLst>
            <a:lin ang="0" scaled="1"/>
          </a:gradFill>
          <a:ln w="0" cap="flat">
            <a:noFill/>
            <a:prstDash val="solid"/>
            <a:miter/>
          </a:ln>
          <a:effectLst>
            <a:outerShdw blurRad="88900" dist="50800" dir="420000" algn="ctr" rotWithShape="0">
              <a:schemeClr val="accent3">
                <a:alpha val="22000"/>
              </a:schemeClr>
            </a:outerShdw>
          </a:effectLst>
        </p:spPr>
        <p:txBody>
          <a:bodyPr rtlCol="0" anchor="ctr"/>
          <a:lstStyle/>
          <a:p>
            <a:endParaRPr lang="en-US"/>
          </a:p>
        </p:txBody>
      </p:sp>
      <p:grpSp>
        <p:nvGrpSpPr>
          <p:cNvPr id="37" name="Graphic 8">
            <a:extLst>
              <a:ext uri="{FF2B5EF4-FFF2-40B4-BE49-F238E27FC236}">
                <a16:creationId xmlns:a16="http://schemas.microsoft.com/office/drawing/2014/main" id="{EF8AAA69-F9C8-285C-6751-D512EF1C4E2A}"/>
              </a:ext>
            </a:extLst>
          </p:cNvPr>
          <p:cNvGrpSpPr/>
          <p:nvPr userDrawn="1"/>
        </p:nvGrpSpPr>
        <p:grpSpPr>
          <a:xfrm>
            <a:off x="265625" y="6323271"/>
            <a:ext cx="1249223" cy="369648"/>
            <a:chOff x="265625" y="6323271"/>
            <a:chExt cx="1249223" cy="369648"/>
          </a:xfrm>
          <a:solidFill>
            <a:schemeClr val="tx1"/>
          </a:solidFill>
        </p:grpSpPr>
        <p:grpSp>
          <p:nvGrpSpPr>
            <p:cNvPr id="38" name="Graphic 8">
              <a:extLst>
                <a:ext uri="{FF2B5EF4-FFF2-40B4-BE49-F238E27FC236}">
                  <a16:creationId xmlns:a16="http://schemas.microsoft.com/office/drawing/2014/main" id="{B1E86749-AF0E-35B9-4E9D-E2ED707B976B}"/>
                </a:ext>
              </a:extLst>
            </p:cNvPr>
            <p:cNvGrpSpPr/>
            <p:nvPr/>
          </p:nvGrpSpPr>
          <p:grpSpPr>
            <a:xfrm>
              <a:off x="745455" y="6594444"/>
              <a:ext cx="722662" cy="98475"/>
              <a:chOff x="745455" y="6594444"/>
              <a:chExt cx="722662" cy="98475"/>
            </a:xfrm>
            <a:grpFill/>
          </p:grpSpPr>
          <p:sp>
            <p:nvSpPr>
              <p:cNvPr id="47" name="Freeform 49">
                <a:extLst>
                  <a:ext uri="{FF2B5EF4-FFF2-40B4-BE49-F238E27FC236}">
                    <a16:creationId xmlns:a16="http://schemas.microsoft.com/office/drawing/2014/main" id="{5EFC1DAB-0C0C-9890-2845-1C41412A839F}"/>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48" name="Freeform 50">
                <a:extLst>
                  <a:ext uri="{FF2B5EF4-FFF2-40B4-BE49-F238E27FC236}">
                    <a16:creationId xmlns:a16="http://schemas.microsoft.com/office/drawing/2014/main" id="{D03C5645-52E1-7462-FF94-A7AAA1193C41}"/>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49" name="Freeform 51">
                <a:extLst>
                  <a:ext uri="{FF2B5EF4-FFF2-40B4-BE49-F238E27FC236}">
                    <a16:creationId xmlns:a16="http://schemas.microsoft.com/office/drawing/2014/main" id="{51D3D6D3-7B6E-917C-E4F2-6A34F132B7F8}"/>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50" name="Freeform 52">
                <a:extLst>
                  <a:ext uri="{FF2B5EF4-FFF2-40B4-BE49-F238E27FC236}">
                    <a16:creationId xmlns:a16="http://schemas.microsoft.com/office/drawing/2014/main" id="{4F771D9E-BC6B-7074-013D-D6DD8F8D396B}"/>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52" name="Freeform 53">
                <a:extLst>
                  <a:ext uri="{FF2B5EF4-FFF2-40B4-BE49-F238E27FC236}">
                    <a16:creationId xmlns:a16="http://schemas.microsoft.com/office/drawing/2014/main" id="{F358783A-FE6E-ABAD-24A2-7001EDCB652F}"/>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3" name="Freeform 54">
                <a:extLst>
                  <a:ext uri="{FF2B5EF4-FFF2-40B4-BE49-F238E27FC236}">
                    <a16:creationId xmlns:a16="http://schemas.microsoft.com/office/drawing/2014/main" id="{0D96871D-534B-242E-A8A3-6BF2C4A2A205}"/>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54" name="Freeform 55">
                <a:extLst>
                  <a:ext uri="{FF2B5EF4-FFF2-40B4-BE49-F238E27FC236}">
                    <a16:creationId xmlns:a16="http://schemas.microsoft.com/office/drawing/2014/main" id="{7EFD97DA-53F5-39D8-4BFE-9718F51B8E3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55" name="Freeform 56">
                <a:extLst>
                  <a:ext uri="{FF2B5EF4-FFF2-40B4-BE49-F238E27FC236}">
                    <a16:creationId xmlns:a16="http://schemas.microsoft.com/office/drawing/2014/main" id="{D43F1DA5-7A7C-8D09-B0FD-237EE9657581}"/>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6" name="Freeform 57">
                <a:extLst>
                  <a:ext uri="{FF2B5EF4-FFF2-40B4-BE49-F238E27FC236}">
                    <a16:creationId xmlns:a16="http://schemas.microsoft.com/office/drawing/2014/main" id="{AF168E8C-27DD-1F28-179C-69AA01DD027E}"/>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7" name="Freeform 58">
                <a:extLst>
                  <a:ext uri="{FF2B5EF4-FFF2-40B4-BE49-F238E27FC236}">
                    <a16:creationId xmlns:a16="http://schemas.microsoft.com/office/drawing/2014/main" id="{7EC46BFF-F84B-8719-B28A-91DF0F6EFFDE}"/>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39" name="Graphic 8">
              <a:extLst>
                <a:ext uri="{FF2B5EF4-FFF2-40B4-BE49-F238E27FC236}">
                  <a16:creationId xmlns:a16="http://schemas.microsoft.com/office/drawing/2014/main" id="{442CD4E2-6C45-610C-B37B-9EBF4B3115C2}"/>
                </a:ext>
              </a:extLst>
            </p:cNvPr>
            <p:cNvGrpSpPr/>
            <p:nvPr/>
          </p:nvGrpSpPr>
          <p:grpSpPr>
            <a:xfrm>
              <a:off x="265625" y="6323271"/>
              <a:ext cx="1249223" cy="190348"/>
              <a:chOff x="265625" y="6323271"/>
              <a:chExt cx="1249223" cy="190348"/>
            </a:xfrm>
            <a:grpFill/>
          </p:grpSpPr>
          <p:sp>
            <p:nvSpPr>
              <p:cNvPr id="40" name="Freeform 60">
                <a:extLst>
                  <a:ext uri="{FF2B5EF4-FFF2-40B4-BE49-F238E27FC236}">
                    <a16:creationId xmlns:a16="http://schemas.microsoft.com/office/drawing/2014/main" id="{ED525359-6B46-C9E5-6E5B-B3C26E523502}"/>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41" name="Freeform 61">
                <a:extLst>
                  <a:ext uri="{FF2B5EF4-FFF2-40B4-BE49-F238E27FC236}">
                    <a16:creationId xmlns:a16="http://schemas.microsoft.com/office/drawing/2014/main" id="{7EF8FA77-DD00-B32A-8E5D-B8EC0601713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42" name="Freeform 62">
                <a:extLst>
                  <a:ext uri="{FF2B5EF4-FFF2-40B4-BE49-F238E27FC236}">
                    <a16:creationId xmlns:a16="http://schemas.microsoft.com/office/drawing/2014/main" id="{5B6CD07D-9D52-9ADA-8705-8975DC744B47}"/>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43" name="Freeform 63">
                <a:extLst>
                  <a:ext uri="{FF2B5EF4-FFF2-40B4-BE49-F238E27FC236}">
                    <a16:creationId xmlns:a16="http://schemas.microsoft.com/office/drawing/2014/main" id="{743CD6CC-2436-9E0B-F9AA-5E7F7A570191}"/>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44" name="Freeform 64">
                <a:extLst>
                  <a:ext uri="{FF2B5EF4-FFF2-40B4-BE49-F238E27FC236}">
                    <a16:creationId xmlns:a16="http://schemas.microsoft.com/office/drawing/2014/main" id="{D002A0F9-D34F-062E-FA0D-55E00502A6A3}"/>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45" name="Freeform 65">
                <a:extLst>
                  <a:ext uri="{FF2B5EF4-FFF2-40B4-BE49-F238E27FC236}">
                    <a16:creationId xmlns:a16="http://schemas.microsoft.com/office/drawing/2014/main" id="{7F1B60F0-5EE6-28CA-7BCF-8E426EB9FCC1}"/>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46" name="Freeform 66">
                <a:extLst>
                  <a:ext uri="{FF2B5EF4-FFF2-40B4-BE49-F238E27FC236}">
                    <a16:creationId xmlns:a16="http://schemas.microsoft.com/office/drawing/2014/main" id="{F30FD712-5475-5FC0-34B0-E973EECE9D19}"/>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sp>
        <p:nvSpPr>
          <p:cNvPr id="2" name="TextBox 1">
            <a:extLst>
              <a:ext uri="{FF2B5EF4-FFF2-40B4-BE49-F238E27FC236}">
                <a16:creationId xmlns:a16="http://schemas.microsoft.com/office/drawing/2014/main" id="{C4CA9F3B-4EFA-7D5B-E6CE-D0918D7D181F}"/>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chemeClr val="tx1"/>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chemeClr val="tx1"/>
              </a:solidFill>
              <a:latin typeface="+mn-lt"/>
              <a:sym typeface="Arial" panose="020B0604020202020204" pitchFamily="34" charset="0"/>
              <a:rtl val="0"/>
            </a:endParaRPr>
          </a:p>
        </p:txBody>
      </p:sp>
    </p:spTree>
    <p:extLst>
      <p:ext uri="{BB962C8B-B14F-4D97-AF65-F5344CB8AC3E}">
        <p14:creationId xmlns:p14="http://schemas.microsoft.com/office/powerpoint/2010/main" val="17947039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p:cSld name="Quote – Aqua">
    <p:spTree>
      <p:nvGrpSpPr>
        <p:cNvPr id="1" name=""/>
        <p:cNvGrpSpPr/>
        <p:nvPr/>
      </p:nvGrpSpPr>
      <p:grpSpPr>
        <a:xfrm>
          <a:off x="0" y="0"/>
          <a:ext cx="0" cy="0"/>
          <a:chOff x="0" y="0"/>
          <a:chExt cx="0" cy="0"/>
        </a:xfrm>
      </p:grpSpPr>
      <p:sp>
        <p:nvSpPr>
          <p:cNvPr id="21" name="Text Placeholder 7">
            <a:extLst>
              <a:ext uri="{FF2B5EF4-FFF2-40B4-BE49-F238E27FC236}">
                <a16:creationId xmlns:a16="http://schemas.microsoft.com/office/drawing/2014/main" id="{608D3F09-D706-3940-8906-CE0F09AC4BB6}"/>
              </a:ext>
            </a:extLst>
          </p:cNvPr>
          <p:cNvSpPr>
            <a:spLocks noGrp="1"/>
          </p:cNvSpPr>
          <p:nvPr>
            <p:ph type="body" sz="quarter" idx="16" hasCustomPrompt="1"/>
          </p:nvPr>
        </p:nvSpPr>
        <p:spPr>
          <a:xfrm>
            <a:off x="438912" y="1600200"/>
            <a:ext cx="5413248" cy="3200400"/>
          </a:xfrm>
        </p:spPr>
        <p:txBody>
          <a:bodyPr anchor="b"/>
          <a:lstStyle>
            <a:lvl1pPr marL="169863" indent="-169863">
              <a:buClrTx/>
              <a:buSzPct val="100000"/>
              <a:buFont typeface="Arial" panose="020B0604020202020204" pitchFamily="34" charset="0"/>
              <a:buChar char="“"/>
              <a:defRPr sz="2800">
                <a:solidFill>
                  <a:schemeClr val="tx1"/>
                </a:solidFill>
              </a:defRPr>
            </a:lvl1pPr>
            <a:lvl2pPr marL="457200" indent="-184150">
              <a:buClrTx/>
              <a:buFont typeface="Arial" panose="020B0604020202020204" pitchFamily="34" charset="0"/>
              <a:buChar char="“"/>
              <a:defRPr>
                <a:solidFill>
                  <a:schemeClr val="bg1"/>
                </a:solidFill>
              </a:defRPr>
            </a:lvl2pPr>
            <a:lvl3pPr marL="744538" indent="-169863">
              <a:buClrTx/>
              <a:buFont typeface="Arial" panose="020B0604020202020204" pitchFamily="34" charset="0"/>
              <a:buChar char="“"/>
              <a:defRPr>
                <a:solidFill>
                  <a:schemeClr val="bg1"/>
                </a:solidFill>
              </a:defRPr>
            </a:lvl3pPr>
            <a:lvl4pPr marL="969963" indent="-166688">
              <a:buClrTx/>
              <a:buFont typeface="Arial" panose="020B0604020202020204" pitchFamily="34" charset="0"/>
              <a:buChar char="“"/>
              <a:defRPr>
                <a:solidFill>
                  <a:schemeClr val="bg1"/>
                </a:solidFill>
              </a:defRPr>
            </a:lvl4pPr>
            <a:lvl5pPr marL="1143000" indent="-138113">
              <a:buClrTx/>
              <a:buFont typeface="Arial" panose="020B0604020202020204" pitchFamily="34" charset="0"/>
              <a:buChar char="“"/>
              <a:defRPr>
                <a:solidFill>
                  <a:schemeClr val="bg1"/>
                </a:solidFill>
              </a:defRPr>
            </a:lvl5pPr>
          </a:lstStyle>
          <a:p>
            <a:pPr lvl="0"/>
            <a:r>
              <a:rPr lang="en-US" dirty="0"/>
              <a:t>Quote text on left, blue parallelograms on the right.”</a:t>
            </a:r>
          </a:p>
        </p:txBody>
      </p:sp>
      <p:sp>
        <p:nvSpPr>
          <p:cNvPr id="19" name="Text Placeholder 10">
            <a:extLst>
              <a:ext uri="{FF2B5EF4-FFF2-40B4-BE49-F238E27FC236}">
                <a16:creationId xmlns:a16="http://schemas.microsoft.com/office/drawing/2014/main" id="{C1E51E88-6733-7942-B20E-2C56F8B2ED21}"/>
              </a:ext>
            </a:extLst>
          </p:cNvPr>
          <p:cNvSpPr>
            <a:spLocks noGrp="1"/>
          </p:cNvSpPr>
          <p:nvPr>
            <p:ph type="body" sz="quarter" idx="17" hasCustomPrompt="1"/>
          </p:nvPr>
        </p:nvSpPr>
        <p:spPr>
          <a:xfrm>
            <a:off x="612648" y="5065776"/>
            <a:ext cx="4581144" cy="274320"/>
          </a:xfrm>
        </p:spPr>
        <p:txBody>
          <a:bodyPr/>
          <a:lstStyle>
            <a:lvl1pPr>
              <a:defRPr sz="1800">
                <a:solidFill>
                  <a:schemeClr val="tx1"/>
                </a:solidFill>
              </a:defRPr>
            </a:lvl1pPr>
          </a:lstStyle>
          <a:p>
            <a:pPr lvl="0"/>
            <a:r>
              <a:rPr lang="en-US" dirty="0"/>
              <a:t>Source Name</a:t>
            </a:r>
          </a:p>
        </p:txBody>
      </p:sp>
      <p:sp>
        <p:nvSpPr>
          <p:cNvPr id="11" name="Picture Placeholder 11" descr="logo placeholder: click to insert logo or delete box if not needed">
            <a:extLst>
              <a:ext uri="{FF2B5EF4-FFF2-40B4-BE49-F238E27FC236}">
                <a16:creationId xmlns:a16="http://schemas.microsoft.com/office/drawing/2014/main" id="{A92ABA6C-6064-9743-BF58-8AB21015448D}"/>
              </a:ext>
            </a:extLst>
          </p:cNvPr>
          <p:cNvSpPr>
            <a:spLocks noGrp="1"/>
          </p:cNvSpPr>
          <p:nvPr>
            <p:ph type="pic" sz="quarter" idx="4294967295" hasCustomPrompt="1"/>
          </p:nvPr>
        </p:nvSpPr>
        <p:spPr>
          <a:xfrm>
            <a:off x="8925484" y="4619335"/>
            <a:ext cx="2740025" cy="1371600"/>
          </a:xfrm>
        </p:spPr>
        <p:txBody>
          <a:bodyPr/>
          <a:lstStyle/>
          <a:p>
            <a:r>
              <a:rPr lang="en-US"/>
              <a:t>Click to insert logo or delete box if not needed</a:t>
            </a:r>
          </a:p>
        </p:txBody>
      </p:sp>
      <p:sp>
        <p:nvSpPr>
          <p:cNvPr id="17" name="page number">
            <a:extLst>
              <a:ext uri="{FF2B5EF4-FFF2-40B4-BE49-F238E27FC236}">
                <a16:creationId xmlns:a16="http://schemas.microsoft.com/office/drawing/2014/main" id="{DBC60254-9AEC-2A49-ABD6-870EE5B97F6C}"/>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
        <p:nvSpPr>
          <p:cNvPr id="3" name="Freeform: Shape 2">
            <a:extLst>
              <a:ext uri="{FF2B5EF4-FFF2-40B4-BE49-F238E27FC236}">
                <a16:creationId xmlns:a16="http://schemas.microsoft.com/office/drawing/2014/main" id="{35A9104F-6CE0-0E15-0E37-20E590BF49BB}"/>
              </a:ext>
            </a:extLst>
          </p:cNvPr>
          <p:cNvSpPr/>
          <p:nvPr/>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90000">
                <a:schemeClr val="accent1"/>
              </a:gs>
            </a:gsLst>
            <a:lin ang="0" scaled="1"/>
          </a:gradFill>
          <a:ln w="0" cap="flat">
            <a:noFill/>
            <a:prstDash val="solid"/>
            <a:miter/>
          </a:ln>
          <a:effectLst>
            <a:outerShdw blurRad="88900" dist="50800" dir="420000" algn="ctr" rotWithShape="0">
              <a:schemeClr val="accent3">
                <a:alpha val="22000"/>
              </a:schemeClr>
            </a:outerShdw>
          </a:effectLst>
        </p:spPr>
        <p:txBody>
          <a:bodyPr rtlCol="0" anchor="ctr"/>
          <a:lstStyle/>
          <a:p>
            <a:endParaRPr lang="en-US"/>
          </a:p>
        </p:txBody>
      </p:sp>
      <p:grpSp>
        <p:nvGrpSpPr>
          <p:cNvPr id="6" name="Graphic 8">
            <a:extLst>
              <a:ext uri="{FF2B5EF4-FFF2-40B4-BE49-F238E27FC236}">
                <a16:creationId xmlns:a16="http://schemas.microsoft.com/office/drawing/2014/main" id="{01895A84-0D4A-E136-EC12-BE455D6F7BDC}"/>
              </a:ext>
            </a:extLst>
          </p:cNvPr>
          <p:cNvGrpSpPr/>
          <p:nvPr/>
        </p:nvGrpSpPr>
        <p:grpSpPr>
          <a:xfrm>
            <a:off x="265625" y="6323271"/>
            <a:ext cx="1249223" cy="369648"/>
            <a:chOff x="265625" y="6323271"/>
            <a:chExt cx="1249223" cy="369648"/>
          </a:xfrm>
          <a:solidFill>
            <a:schemeClr val="tx1"/>
          </a:solidFill>
        </p:grpSpPr>
        <p:grpSp>
          <p:nvGrpSpPr>
            <p:cNvPr id="7" name="Graphic 8">
              <a:extLst>
                <a:ext uri="{FF2B5EF4-FFF2-40B4-BE49-F238E27FC236}">
                  <a16:creationId xmlns:a16="http://schemas.microsoft.com/office/drawing/2014/main" id="{5E616E0B-1DB3-5240-5AD0-E9C7820B5554}"/>
                </a:ext>
              </a:extLst>
            </p:cNvPr>
            <p:cNvGrpSpPr/>
            <p:nvPr/>
          </p:nvGrpSpPr>
          <p:grpSpPr>
            <a:xfrm>
              <a:off x="745455" y="6594444"/>
              <a:ext cx="722662" cy="98475"/>
              <a:chOff x="745455" y="6594444"/>
              <a:chExt cx="722662" cy="98475"/>
            </a:xfrm>
            <a:grpFill/>
          </p:grpSpPr>
          <p:sp>
            <p:nvSpPr>
              <p:cNvPr id="22" name="Freeform 49">
                <a:extLst>
                  <a:ext uri="{FF2B5EF4-FFF2-40B4-BE49-F238E27FC236}">
                    <a16:creationId xmlns:a16="http://schemas.microsoft.com/office/drawing/2014/main" id="{9FC75BD4-120F-D586-74ED-1F9116240351}"/>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25" name="Freeform 50">
                <a:extLst>
                  <a:ext uri="{FF2B5EF4-FFF2-40B4-BE49-F238E27FC236}">
                    <a16:creationId xmlns:a16="http://schemas.microsoft.com/office/drawing/2014/main" id="{3411B67E-FDC4-855B-4FDF-B1B3C8C0BE8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26" name="Freeform 51">
                <a:extLst>
                  <a:ext uri="{FF2B5EF4-FFF2-40B4-BE49-F238E27FC236}">
                    <a16:creationId xmlns:a16="http://schemas.microsoft.com/office/drawing/2014/main" id="{72CFFA37-B73D-9C96-B859-9FB926027C55}"/>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27" name="Freeform 52">
                <a:extLst>
                  <a:ext uri="{FF2B5EF4-FFF2-40B4-BE49-F238E27FC236}">
                    <a16:creationId xmlns:a16="http://schemas.microsoft.com/office/drawing/2014/main" id="{F65B3DF8-4E57-9859-C549-D211492D1674}"/>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28" name="Freeform 53">
                <a:extLst>
                  <a:ext uri="{FF2B5EF4-FFF2-40B4-BE49-F238E27FC236}">
                    <a16:creationId xmlns:a16="http://schemas.microsoft.com/office/drawing/2014/main" id="{E63B148F-D1AB-4B3E-2140-B0D6C63E1DD2}"/>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29" name="Freeform 54">
                <a:extLst>
                  <a:ext uri="{FF2B5EF4-FFF2-40B4-BE49-F238E27FC236}">
                    <a16:creationId xmlns:a16="http://schemas.microsoft.com/office/drawing/2014/main" id="{BD50620D-D8BD-B773-E6FE-E3283A29B8F6}"/>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30" name="Freeform 55">
                <a:extLst>
                  <a:ext uri="{FF2B5EF4-FFF2-40B4-BE49-F238E27FC236}">
                    <a16:creationId xmlns:a16="http://schemas.microsoft.com/office/drawing/2014/main" id="{686C6B4E-EBDE-17C6-C5A2-CAA2EAEDAD50}"/>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31" name="Freeform 56">
                <a:extLst>
                  <a:ext uri="{FF2B5EF4-FFF2-40B4-BE49-F238E27FC236}">
                    <a16:creationId xmlns:a16="http://schemas.microsoft.com/office/drawing/2014/main" id="{AED721C8-E7D9-E1A0-4669-657ADCCF759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32" name="Freeform 57">
                <a:extLst>
                  <a:ext uri="{FF2B5EF4-FFF2-40B4-BE49-F238E27FC236}">
                    <a16:creationId xmlns:a16="http://schemas.microsoft.com/office/drawing/2014/main" id="{7DE26621-6B38-2204-1342-65B558997C9A}"/>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1" name="Freeform 58">
                <a:extLst>
                  <a:ext uri="{FF2B5EF4-FFF2-40B4-BE49-F238E27FC236}">
                    <a16:creationId xmlns:a16="http://schemas.microsoft.com/office/drawing/2014/main" id="{137E68B0-08B6-7410-B11F-AF9CD95A72C2}"/>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8" name="Graphic 8">
              <a:extLst>
                <a:ext uri="{FF2B5EF4-FFF2-40B4-BE49-F238E27FC236}">
                  <a16:creationId xmlns:a16="http://schemas.microsoft.com/office/drawing/2014/main" id="{BC54518F-E881-574F-10B7-841B324AFCBA}"/>
                </a:ext>
              </a:extLst>
            </p:cNvPr>
            <p:cNvGrpSpPr/>
            <p:nvPr/>
          </p:nvGrpSpPr>
          <p:grpSpPr>
            <a:xfrm>
              <a:off x="265625" y="6323271"/>
              <a:ext cx="1249223" cy="190348"/>
              <a:chOff x="265625" y="6323271"/>
              <a:chExt cx="1249223" cy="190348"/>
            </a:xfrm>
            <a:grpFill/>
          </p:grpSpPr>
          <p:sp>
            <p:nvSpPr>
              <p:cNvPr id="9" name="Freeform 60">
                <a:extLst>
                  <a:ext uri="{FF2B5EF4-FFF2-40B4-BE49-F238E27FC236}">
                    <a16:creationId xmlns:a16="http://schemas.microsoft.com/office/drawing/2014/main" id="{B25FE72A-50C4-D231-C81E-ECF25717B6ED}"/>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10" name="Freeform 61">
                <a:extLst>
                  <a:ext uri="{FF2B5EF4-FFF2-40B4-BE49-F238E27FC236}">
                    <a16:creationId xmlns:a16="http://schemas.microsoft.com/office/drawing/2014/main" id="{AE425AE6-C96D-44E8-E3EA-1BC62111CE32}"/>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12" name="Freeform 62">
                <a:extLst>
                  <a:ext uri="{FF2B5EF4-FFF2-40B4-BE49-F238E27FC236}">
                    <a16:creationId xmlns:a16="http://schemas.microsoft.com/office/drawing/2014/main" id="{61F793F8-9FE9-DB13-3AED-2542BDE18CAC}"/>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13" name="Freeform 63">
                <a:extLst>
                  <a:ext uri="{FF2B5EF4-FFF2-40B4-BE49-F238E27FC236}">
                    <a16:creationId xmlns:a16="http://schemas.microsoft.com/office/drawing/2014/main" id="{A37968DD-C7DF-0A07-C51D-2DDEB93AC2F7}"/>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14" name="Freeform 64">
                <a:extLst>
                  <a:ext uri="{FF2B5EF4-FFF2-40B4-BE49-F238E27FC236}">
                    <a16:creationId xmlns:a16="http://schemas.microsoft.com/office/drawing/2014/main" id="{18ABE9A8-DDC7-C2A0-CAF1-CBC7108A3437}"/>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18" name="Freeform 65">
                <a:extLst>
                  <a:ext uri="{FF2B5EF4-FFF2-40B4-BE49-F238E27FC236}">
                    <a16:creationId xmlns:a16="http://schemas.microsoft.com/office/drawing/2014/main" id="{0F476DB9-C430-1781-1A44-29B98BBF2D43}"/>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20" name="Freeform 66">
                <a:extLst>
                  <a:ext uri="{FF2B5EF4-FFF2-40B4-BE49-F238E27FC236}">
                    <a16:creationId xmlns:a16="http://schemas.microsoft.com/office/drawing/2014/main" id="{3A162B77-4A66-2CB0-97D5-895CBEDF3B17}"/>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sp>
        <p:nvSpPr>
          <p:cNvPr id="33" name="page number">
            <a:extLst>
              <a:ext uri="{FF2B5EF4-FFF2-40B4-BE49-F238E27FC236}">
                <a16:creationId xmlns:a16="http://schemas.microsoft.com/office/drawing/2014/main" id="{DBC60254-9AEC-2A49-ABD6-870EE5B97F6C}"/>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
        <p:nvSpPr>
          <p:cNvPr id="34" name="Freeform: Shape 2">
            <a:extLst>
              <a:ext uri="{FF2B5EF4-FFF2-40B4-BE49-F238E27FC236}">
                <a16:creationId xmlns:a16="http://schemas.microsoft.com/office/drawing/2014/main" id="{35A9104F-6CE0-0E15-0E37-20E590BF49BB}"/>
              </a:ext>
            </a:extLst>
          </p:cNvPr>
          <p:cNvSpPr/>
          <p:nvPr userDrawn="1"/>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90000">
                <a:schemeClr val="accent1"/>
              </a:gs>
            </a:gsLst>
            <a:lin ang="0" scaled="1"/>
          </a:gradFill>
          <a:ln w="0" cap="flat">
            <a:noFill/>
            <a:prstDash val="solid"/>
            <a:miter/>
          </a:ln>
          <a:effectLst>
            <a:outerShdw blurRad="88900" dist="50800" dir="420000" algn="ctr" rotWithShape="0">
              <a:schemeClr val="accent3">
                <a:alpha val="22000"/>
              </a:schemeClr>
            </a:outerShdw>
          </a:effectLst>
        </p:spPr>
        <p:txBody>
          <a:bodyPr rtlCol="0" anchor="ctr"/>
          <a:lstStyle/>
          <a:p>
            <a:endParaRPr lang="en-US"/>
          </a:p>
        </p:txBody>
      </p:sp>
      <p:grpSp>
        <p:nvGrpSpPr>
          <p:cNvPr id="37" name="Graphic 8">
            <a:extLst>
              <a:ext uri="{FF2B5EF4-FFF2-40B4-BE49-F238E27FC236}">
                <a16:creationId xmlns:a16="http://schemas.microsoft.com/office/drawing/2014/main" id="{01895A84-0D4A-E136-EC12-BE455D6F7BDC}"/>
              </a:ext>
            </a:extLst>
          </p:cNvPr>
          <p:cNvGrpSpPr/>
          <p:nvPr userDrawn="1"/>
        </p:nvGrpSpPr>
        <p:grpSpPr>
          <a:xfrm>
            <a:off x="265625" y="6323271"/>
            <a:ext cx="1249223" cy="369648"/>
            <a:chOff x="265625" y="6323271"/>
            <a:chExt cx="1249223" cy="369648"/>
          </a:xfrm>
          <a:solidFill>
            <a:schemeClr val="tx1"/>
          </a:solidFill>
        </p:grpSpPr>
        <p:grpSp>
          <p:nvGrpSpPr>
            <p:cNvPr id="38" name="Graphic 8">
              <a:extLst>
                <a:ext uri="{FF2B5EF4-FFF2-40B4-BE49-F238E27FC236}">
                  <a16:creationId xmlns:a16="http://schemas.microsoft.com/office/drawing/2014/main" id="{5E616E0B-1DB3-5240-5AD0-E9C7820B5554}"/>
                </a:ext>
              </a:extLst>
            </p:cNvPr>
            <p:cNvGrpSpPr/>
            <p:nvPr/>
          </p:nvGrpSpPr>
          <p:grpSpPr>
            <a:xfrm>
              <a:off x="745455" y="6594444"/>
              <a:ext cx="722662" cy="98475"/>
              <a:chOff x="745455" y="6594444"/>
              <a:chExt cx="722662" cy="98475"/>
            </a:xfrm>
            <a:grpFill/>
          </p:grpSpPr>
          <p:sp>
            <p:nvSpPr>
              <p:cNvPr id="47" name="Freeform 49">
                <a:extLst>
                  <a:ext uri="{FF2B5EF4-FFF2-40B4-BE49-F238E27FC236}">
                    <a16:creationId xmlns:a16="http://schemas.microsoft.com/office/drawing/2014/main" id="{9FC75BD4-120F-D586-74ED-1F9116240351}"/>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48" name="Freeform 50">
                <a:extLst>
                  <a:ext uri="{FF2B5EF4-FFF2-40B4-BE49-F238E27FC236}">
                    <a16:creationId xmlns:a16="http://schemas.microsoft.com/office/drawing/2014/main" id="{3411B67E-FDC4-855B-4FDF-B1B3C8C0BE8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49" name="Freeform 51">
                <a:extLst>
                  <a:ext uri="{FF2B5EF4-FFF2-40B4-BE49-F238E27FC236}">
                    <a16:creationId xmlns:a16="http://schemas.microsoft.com/office/drawing/2014/main" id="{72CFFA37-B73D-9C96-B859-9FB926027C55}"/>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50" name="Freeform 52">
                <a:extLst>
                  <a:ext uri="{FF2B5EF4-FFF2-40B4-BE49-F238E27FC236}">
                    <a16:creationId xmlns:a16="http://schemas.microsoft.com/office/drawing/2014/main" id="{F65B3DF8-4E57-9859-C549-D211492D1674}"/>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52" name="Freeform 53">
                <a:extLst>
                  <a:ext uri="{FF2B5EF4-FFF2-40B4-BE49-F238E27FC236}">
                    <a16:creationId xmlns:a16="http://schemas.microsoft.com/office/drawing/2014/main" id="{E63B148F-D1AB-4B3E-2140-B0D6C63E1DD2}"/>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3" name="Freeform 54">
                <a:extLst>
                  <a:ext uri="{FF2B5EF4-FFF2-40B4-BE49-F238E27FC236}">
                    <a16:creationId xmlns:a16="http://schemas.microsoft.com/office/drawing/2014/main" id="{BD50620D-D8BD-B773-E6FE-E3283A29B8F6}"/>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54" name="Freeform 55">
                <a:extLst>
                  <a:ext uri="{FF2B5EF4-FFF2-40B4-BE49-F238E27FC236}">
                    <a16:creationId xmlns:a16="http://schemas.microsoft.com/office/drawing/2014/main" id="{686C6B4E-EBDE-17C6-C5A2-CAA2EAEDAD50}"/>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55" name="Freeform 56">
                <a:extLst>
                  <a:ext uri="{FF2B5EF4-FFF2-40B4-BE49-F238E27FC236}">
                    <a16:creationId xmlns:a16="http://schemas.microsoft.com/office/drawing/2014/main" id="{AED721C8-E7D9-E1A0-4669-657ADCCF759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6" name="Freeform 57">
                <a:extLst>
                  <a:ext uri="{FF2B5EF4-FFF2-40B4-BE49-F238E27FC236}">
                    <a16:creationId xmlns:a16="http://schemas.microsoft.com/office/drawing/2014/main" id="{7DE26621-6B38-2204-1342-65B558997C9A}"/>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7" name="Freeform 58">
                <a:extLst>
                  <a:ext uri="{FF2B5EF4-FFF2-40B4-BE49-F238E27FC236}">
                    <a16:creationId xmlns:a16="http://schemas.microsoft.com/office/drawing/2014/main" id="{137E68B0-08B6-7410-B11F-AF9CD95A72C2}"/>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39" name="Graphic 8">
              <a:extLst>
                <a:ext uri="{FF2B5EF4-FFF2-40B4-BE49-F238E27FC236}">
                  <a16:creationId xmlns:a16="http://schemas.microsoft.com/office/drawing/2014/main" id="{BC54518F-E881-574F-10B7-841B324AFCBA}"/>
                </a:ext>
              </a:extLst>
            </p:cNvPr>
            <p:cNvGrpSpPr/>
            <p:nvPr/>
          </p:nvGrpSpPr>
          <p:grpSpPr>
            <a:xfrm>
              <a:off x="265625" y="6323271"/>
              <a:ext cx="1249223" cy="190348"/>
              <a:chOff x="265625" y="6323271"/>
              <a:chExt cx="1249223" cy="190348"/>
            </a:xfrm>
            <a:grpFill/>
          </p:grpSpPr>
          <p:sp>
            <p:nvSpPr>
              <p:cNvPr id="40" name="Freeform 60">
                <a:extLst>
                  <a:ext uri="{FF2B5EF4-FFF2-40B4-BE49-F238E27FC236}">
                    <a16:creationId xmlns:a16="http://schemas.microsoft.com/office/drawing/2014/main" id="{B25FE72A-50C4-D231-C81E-ECF25717B6ED}"/>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41" name="Freeform 61">
                <a:extLst>
                  <a:ext uri="{FF2B5EF4-FFF2-40B4-BE49-F238E27FC236}">
                    <a16:creationId xmlns:a16="http://schemas.microsoft.com/office/drawing/2014/main" id="{AE425AE6-C96D-44E8-E3EA-1BC62111CE32}"/>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42" name="Freeform 62">
                <a:extLst>
                  <a:ext uri="{FF2B5EF4-FFF2-40B4-BE49-F238E27FC236}">
                    <a16:creationId xmlns:a16="http://schemas.microsoft.com/office/drawing/2014/main" id="{61F793F8-9FE9-DB13-3AED-2542BDE18CAC}"/>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43" name="Freeform 63">
                <a:extLst>
                  <a:ext uri="{FF2B5EF4-FFF2-40B4-BE49-F238E27FC236}">
                    <a16:creationId xmlns:a16="http://schemas.microsoft.com/office/drawing/2014/main" id="{A37968DD-C7DF-0A07-C51D-2DDEB93AC2F7}"/>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44" name="Freeform 64">
                <a:extLst>
                  <a:ext uri="{FF2B5EF4-FFF2-40B4-BE49-F238E27FC236}">
                    <a16:creationId xmlns:a16="http://schemas.microsoft.com/office/drawing/2014/main" id="{18ABE9A8-DDC7-C2A0-CAF1-CBC7108A3437}"/>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45" name="Freeform 65">
                <a:extLst>
                  <a:ext uri="{FF2B5EF4-FFF2-40B4-BE49-F238E27FC236}">
                    <a16:creationId xmlns:a16="http://schemas.microsoft.com/office/drawing/2014/main" id="{0F476DB9-C430-1781-1A44-29B98BBF2D43}"/>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46" name="Freeform 66">
                <a:extLst>
                  <a:ext uri="{FF2B5EF4-FFF2-40B4-BE49-F238E27FC236}">
                    <a16:creationId xmlns:a16="http://schemas.microsoft.com/office/drawing/2014/main" id="{3A162B77-4A66-2CB0-97D5-895CBEDF3B17}"/>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sp>
        <p:nvSpPr>
          <p:cNvPr id="4" name="TextBox 3">
            <a:extLst>
              <a:ext uri="{FF2B5EF4-FFF2-40B4-BE49-F238E27FC236}">
                <a16:creationId xmlns:a16="http://schemas.microsoft.com/office/drawing/2014/main" id="{9B8C7D05-A7CE-2989-2ED9-F641F9332C58}"/>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chemeClr val="tx1"/>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chemeClr val="tx1"/>
              </a:solidFill>
              <a:latin typeface="+mn-lt"/>
              <a:sym typeface="Arial" panose="020B0604020202020204" pitchFamily="34" charset="0"/>
              <a:rtl val="0"/>
            </a:endParaRPr>
          </a:p>
        </p:txBody>
      </p:sp>
    </p:spTree>
    <p:extLst>
      <p:ext uri="{BB962C8B-B14F-4D97-AF65-F5344CB8AC3E}">
        <p14:creationId xmlns:p14="http://schemas.microsoft.com/office/powerpoint/2010/main" val="41183801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p:cSld name="Quote – Plum">
    <p:spTree>
      <p:nvGrpSpPr>
        <p:cNvPr id="1" name=""/>
        <p:cNvGrpSpPr/>
        <p:nvPr/>
      </p:nvGrpSpPr>
      <p:grpSpPr>
        <a:xfrm>
          <a:off x="0" y="0"/>
          <a:ext cx="0" cy="0"/>
          <a:chOff x="0" y="0"/>
          <a:chExt cx="0" cy="0"/>
        </a:xfrm>
      </p:grpSpPr>
      <p:sp>
        <p:nvSpPr>
          <p:cNvPr id="21" name="Text Placeholder 7">
            <a:extLst>
              <a:ext uri="{FF2B5EF4-FFF2-40B4-BE49-F238E27FC236}">
                <a16:creationId xmlns:a16="http://schemas.microsoft.com/office/drawing/2014/main" id="{608D3F09-D706-3940-8906-CE0F09AC4BB6}"/>
              </a:ext>
            </a:extLst>
          </p:cNvPr>
          <p:cNvSpPr>
            <a:spLocks noGrp="1"/>
          </p:cNvSpPr>
          <p:nvPr>
            <p:ph type="body" sz="quarter" idx="16" hasCustomPrompt="1"/>
          </p:nvPr>
        </p:nvSpPr>
        <p:spPr>
          <a:xfrm>
            <a:off x="438912" y="1600200"/>
            <a:ext cx="5462158" cy="3200400"/>
          </a:xfrm>
        </p:spPr>
        <p:txBody>
          <a:bodyPr anchor="b"/>
          <a:lstStyle>
            <a:lvl1pPr marL="169863" indent="-169863">
              <a:buClrTx/>
              <a:buSzPct val="100000"/>
              <a:buFont typeface="Arial" panose="020B0604020202020204" pitchFamily="34" charset="0"/>
              <a:buChar char="“"/>
              <a:defRPr sz="2800">
                <a:solidFill>
                  <a:schemeClr val="tx1"/>
                </a:solidFill>
              </a:defRPr>
            </a:lvl1pPr>
            <a:lvl2pPr marL="457200" indent="-184150">
              <a:buClrTx/>
              <a:buFont typeface="Arial" panose="020B0604020202020204" pitchFamily="34" charset="0"/>
              <a:buChar char="“"/>
              <a:defRPr>
                <a:solidFill>
                  <a:schemeClr val="bg1"/>
                </a:solidFill>
              </a:defRPr>
            </a:lvl2pPr>
            <a:lvl3pPr marL="744538" indent="-169863">
              <a:buClrTx/>
              <a:buFont typeface="Arial" panose="020B0604020202020204" pitchFamily="34" charset="0"/>
              <a:buChar char="“"/>
              <a:defRPr>
                <a:solidFill>
                  <a:schemeClr val="bg1"/>
                </a:solidFill>
              </a:defRPr>
            </a:lvl3pPr>
            <a:lvl4pPr marL="969963" indent="-166688">
              <a:buClrTx/>
              <a:buFont typeface="Arial" panose="020B0604020202020204" pitchFamily="34" charset="0"/>
              <a:buChar char="“"/>
              <a:defRPr>
                <a:solidFill>
                  <a:schemeClr val="bg1"/>
                </a:solidFill>
              </a:defRPr>
            </a:lvl4pPr>
            <a:lvl5pPr marL="1143000" indent="-138113">
              <a:buClrTx/>
              <a:buFont typeface="Arial" panose="020B0604020202020204" pitchFamily="34" charset="0"/>
              <a:buChar char="“"/>
              <a:defRPr>
                <a:solidFill>
                  <a:schemeClr val="bg1"/>
                </a:solidFill>
              </a:defRPr>
            </a:lvl5pPr>
          </a:lstStyle>
          <a:p>
            <a:pPr lvl="0"/>
            <a:r>
              <a:rPr lang="en-US" dirty="0"/>
              <a:t>Quote text on left, purple parallelograms on the right.”</a:t>
            </a:r>
          </a:p>
        </p:txBody>
      </p:sp>
      <p:sp>
        <p:nvSpPr>
          <p:cNvPr id="19" name="Text Placeholder 10">
            <a:extLst>
              <a:ext uri="{FF2B5EF4-FFF2-40B4-BE49-F238E27FC236}">
                <a16:creationId xmlns:a16="http://schemas.microsoft.com/office/drawing/2014/main" id="{C1E51E88-6733-7942-B20E-2C56F8B2ED21}"/>
              </a:ext>
            </a:extLst>
          </p:cNvPr>
          <p:cNvSpPr>
            <a:spLocks noGrp="1"/>
          </p:cNvSpPr>
          <p:nvPr>
            <p:ph type="body" sz="quarter" idx="17" hasCustomPrompt="1"/>
          </p:nvPr>
        </p:nvSpPr>
        <p:spPr>
          <a:xfrm>
            <a:off x="612648" y="5065776"/>
            <a:ext cx="4581144" cy="274320"/>
          </a:xfrm>
        </p:spPr>
        <p:txBody>
          <a:bodyPr/>
          <a:lstStyle>
            <a:lvl1pPr>
              <a:defRPr sz="1800">
                <a:solidFill>
                  <a:schemeClr val="tx1"/>
                </a:solidFill>
              </a:defRPr>
            </a:lvl1pPr>
          </a:lstStyle>
          <a:p>
            <a:pPr lvl="0"/>
            <a:r>
              <a:rPr lang="en-US" dirty="0"/>
              <a:t>Source Name</a:t>
            </a:r>
          </a:p>
        </p:txBody>
      </p:sp>
      <p:sp>
        <p:nvSpPr>
          <p:cNvPr id="11" name="Picture Placeholder 11" descr="logo placeholder: click to insert logo or delete box if not needed">
            <a:extLst>
              <a:ext uri="{FF2B5EF4-FFF2-40B4-BE49-F238E27FC236}">
                <a16:creationId xmlns:a16="http://schemas.microsoft.com/office/drawing/2014/main" id="{953CF3A7-833E-B042-A405-AB46430C4476}"/>
              </a:ext>
            </a:extLst>
          </p:cNvPr>
          <p:cNvSpPr>
            <a:spLocks noGrp="1"/>
          </p:cNvSpPr>
          <p:nvPr>
            <p:ph type="pic" sz="quarter" idx="4294967295" hasCustomPrompt="1"/>
          </p:nvPr>
        </p:nvSpPr>
        <p:spPr>
          <a:xfrm>
            <a:off x="8925484" y="4619335"/>
            <a:ext cx="2740025" cy="1371600"/>
          </a:xfrm>
        </p:spPr>
        <p:txBody>
          <a:bodyPr/>
          <a:lstStyle/>
          <a:p>
            <a:r>
              <a:rPr lang="en-US"/>
              <a:t>Click to insert logo or delete box if not needed</a:t>
            </a:r>
          </a:p>
        </p:txBody>
      </p:sp>
      <p:sp>
        <p:nvSpPr>
          <p:cNvPr id="17" name="page number">
            <a:extLst>
              <a:ext uri="{FF2B5EF4-FFF2-40B4-BE49-F238E27FC236}">
                <a16:creationId xmlns:a16="http://schemas.microsoft.com/office/drawing/2014/main" id="{D03B3F1E-BEE4-0C40-B954-F58A7FCE9AE3}"/>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
        <p:nvSpPr>
          <p:cNvPr id="6" name="Freeform: Shape 5">
            <a:extLst>
              <a:ext uri="{FF2B5EF4-FFF2-40B4-BE49-F238E27FC236}">
                <a16:creationId xmlns:a16="http://schemas.microsoft.com/office/drawing/2014/main" id="{28BB6002-9774-B78F-802F-0CF8624B2003}"/>
              </a:ext>
            </a:extLst>
          </p:cNvPr>
          <p:cNvSpPr/>
          <p:nvPr/>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90000">
                <a:schemeClr val="accent5"/>
              </a:gs>
            </a:gsLst>
            <a:lin ang="0" scaled="1"/>
          </a:gradFill>
          <a:ln w="0" cap="flat">
            <a:noFill/>
            <a:prstDash val="solid"/>
            <a:miter/>
          </a:ln>
          <a:effectLst>
            <a:outerShdw blurRad="88900" dist="50800" dir="420000" algn="ctr" rotWithShape="0">
              <a:schemeClr val="accent3">
                <a:alpha val="22000"/>
              </a:schemeClr>
            </a:outerShdw>
          </a:effectLst>
        </p:spPr>
        <p:txBody>
          <a:bodyPr rtlCol="0" anchor="ctr"/>
          <a:lstStyle/>
          <a:p>
            <a:endParaRPr lang="en-US"/>
          </a:p>
        </p:txBody>
      </p:sp>
      <p:grpSp>
        <p:nvGrpSpPr>
          <p:cNvPr id="9" name="Graphic 8">
            <a:extLst>
              <a:ext uri="{FF2B5EF4-FFF2-40B4-BE49-F238E27FC236}">
                <a16:creationId xmlns:a16="http://schemas.microsoft.com/office/drawing/2014/main" id="{2390A11A-A86F-5882-6844-0E466052BF52}"/>
              </a:ext>
            </a:extLst>
          </p:cNvPr>
          <p:cNvGrpSpPr/>
          <p:nvPr/>
        </p:nvGrpSpPr>
        <p:grpSpPr>
          <a:xfrm>
            <a:off x="265625" y="6323271"/>
            <a:ext cx="1249223" cy="369648"/>
            <a:chOff x="265625" y="6323271"/>
            <a:chExt cx="1249223" cy="369648"/>
          </a:xfrm>
          <a:solidFill>
            <a:schemeClr val="tx1"/>
          </a:solidFill>
        </p:grpSpPr>
        <p:grpSp>
          <p:nvGrpSpPr>
            <p:cNvPr id="10" name="Graphic 8">
              <a:extLst>
                <a:ext uri="{FF2B5EF4-FFF2-40B4-BE49-F238E27FC236}">
                  <a16:creationId xmlns:a16="http://schemas.microsoft.com/office/drawing/2014/main" id="{1287141A-AA2B-4B0A-BFA9-B84F27B17532}"/>
                </a:ext>
              </a:extLst>
            </p:cNvPr>
            <p:cNvGrpSpPr/>
            <p:nvPr/>
          </p:nvGrpSpPr>
          <p:grpSpPr>
            <a:xfrm>
              <a:off x="745455" y="6594444"/>
              <a:ext cx="722662" cy="98475"/>
              <a:chOff x="745455" y="6594444"/>
              <a:chExt cx="722662" cy="98475"/>
            </a:xfrm>
            <a:grpFill/>
          </p:grpSpPr>
          <p:sp>
            <p:nvSpPr>
              <p:cNvPr id="27" name="Freeform 49">
                <a:extLst>
                  <a:ext uri="{FF2B5EF4-FFF2-40B4-BE49-F238E27FC236}">
                    <a16:creationId xmlns:a16="http://schemas.microsoft.com/office/drawing/2014/main" id="{1C066710-B26E-D1E3-18D6-B3AA21057E19}"/>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28" name="Freeform 50">
                <a:extLst>
                  <a:ext uri="{FF2B5EF4-FFF2-40B4-BE49-F238E27FC236}">
                    <a16:creationId xmlns:a16="http://schemas.microsoft.com/office/drawing/2014/main" id="{17E74D78-C752-D8A6-FF08-1CF49E8D7D2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29" name="Freeform 51">
                <a:extLst>
                  <a:ext uri="{FF2B5EF4-FFF2-40B4-BE49-F238E27FC236}">
                    <a16:creationId xmlns:a16="http://schemas.microsoft.com/office/drawing/2014/main" id="{E956BC4F-EAFF-0316-8046-249832691876}"/>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30" name="Freeform 52">
                <a:extLst>
                  <a:ext uri="{FF2B5EF4-FFF2-40B4-BE49-F238E27FC236}">
                    <a16:creationId xmlns:a16="http://schemas.microsoft.com/office/drawing/2014/main" id="{11ABB7B0-C48D-D848-95FC-587FB08D89B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31" name="Freeform 53">
                <a:extLst>
                  <a:ext uri="{FF2B5EF4-FFF2-40B4-BE49-F238E27FC236}">
                    <a16:creationId xmlns:a16="http://schemas.microsoft.com/office/drawing/2014/main" id="{23892A0C-9FCE-A2F5-4A3D-C3330D546A4B}"/>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32" name="Freeform 54">
                <a:extLst>
                  <a:ext uri="{FF2B5EF4-FFF2-40B4-BE49-F238E27FC236}">
                    <a16:creationId xmlns:a16="http://schemas.microsoft.com/office/drawing/2014/main" id="{109C5B71-71F9-4AD1-51F2-47EA49F9769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33" name="Freeform 55">
                <a:extLst>
                  <a:ext uri="{FF2B5EF4-FFF2-40B4-BE49-F238E27FC236}">
                    <a16:creationId xmlns:a16="http://schemas.microsoft.com/office/drawing/2014/main" id="{1B0AB11E-CABA-4FFE-5521-213169BFDFC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34" name="Freeform 56">
                <a:extLst>
                  <a:ext uri="{FF2B5EF4-FFF2-40B4-BE49-F238E27FC236}">
                    <a16:creationId xmlns:a16="http://schemas.microsoft.com/office/drawing/2014/main" id="{BEC0AE63-DA48-1109-85C6-871ECA0854B5}"/>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1" name="Freeform 57">
                <a:extLst>
                  <a:ext uri="{FF2B5EF4-FFF2-40B4-BE49-F238E27FC236}">
                    <a16:creationId xmlns:a16="http://schemas.microsoft.com/office/drawing/2014/main" id="{D5D2CE9B-809B-9734-8DCA-B3AC5B5BE677}"/>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2" name="Freeform 58">
                <a:extLst>
                  <a:ext uri="{FF2B5EF4-FFF2-40B4-BE49-F238E27FC236}">
                    <a16:creationId xmlns:a16="http://schemas.microsoft.com/office/drawing/2014/main" id="{4ADEE0A9-9710-7D46-37C9-DA1F237FE519}"/>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12" name="Graphic 8">
              <a:extLst>
                <a:ext uri="{FF2B5EF4-FFF2-40B4-BE49-F238E27FC236}">
                  <a16:creationId xmlns:a16="http://schemas.microsoft.com/office/drawing/2014/main" id="{BD93DA91-446A-F96C-CE09-5FB06F7FE181}"/>
                </a:ext>
              </a:extLst>
            </p:cNvPr>
            <p:cNvGrpSpPr/>
            <p:nvPr/>
          </p:nvGrpSpPr>
          <p:grpSpPr>
            <a:xfrm>
              <a:off x="265625" y="6323271"/>
              <a:ext cx="1249223" cy="190348"/>
              <a:chOff x="265625" y="6323271"/>
              <a:chExt cx="1249223" cy="190348"/>
            </a:xfrm>
            <a:grpFill/>
          </p:grpSpPr>
          <p:sp>
            <p:nvSpPr>
              <p:cNvPr id="13" name="Freeform 60">
                <a:extLst>
                  <a:ext uri="{FF2B5EF4-FFF2-40B4-BE49-F238E27FC236}">
                    <a16:creationId xmlns:a16="http://schemas.microsoft.com/office/drawing/2014/main" id="{F00DA642-945F-5A86-57AF-04C4AED1224A}"/>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14" name="Freeform 61">
                <a:extLst>
                  <a:ext uri="{FF2B5EF4-FFF2-40B4-BE49-F238E27FC236}">
                    <a16:creationId xmlns:a16="http://schemas.microsoft.com/office/drawing/2014/main" id="{DF0075F0-B738-3CD2-2EDB-6FC7CA0C9AC2}"/>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18" name="Freeform 62">
                <a:extLst>
                  <a:ext uri="{FF2B5EF4-FFF2-40B4-BE49-F238E27FC236}">
                    <a16:creationId xmlns:a16="http://schemas.microsoft.com/office/drawing/2014/main" id="{8BBEB3D7-E405-4303-E5F9-F7C188A7E495}"/>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20" name="Freeform 63">
                <a:extLst>
                  <a:ext uri="{FF2B5EF4-FFF2-40B4-BE49-F238E27FC236}">
                    <a16:creationId xmlns:a16="http://schemas.microsoft.com/office/drawing/2014/main" id="{27121B67-8C5B-C0A8-81BF-983C52B84900}"/>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22" name="Freeform 64">
                <a:extLst>
                  <a:ext uri="{FF2B5EF4-FFF2-40B4-BE49-F238E27FC236}">
                    <a16:creationId xmlns:a16="http://schemas.microsoft.com/office/drawing/2014/main" id="{AB234BB0-68CB-1B7B-2215-CF5302E248EA}"/>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25" name="Freeform 65">
                <a:extLst>
                  <a:ext uri="{FF2B5EF4-FFF2-40B4-BE49-F238E27FC236}">
                    <a16:creationId xmlns:a16="http://schemas.microsoft.com/office/drawing/2014/main" id="{7E66E60A-E387-27FC-C421-69C1B6A8382F}"/>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26" name="Freeform 66">
                <a:extLst>
                  <a:ext uri="{FF2B5EF4-FFF2-40B4-BE49-F238E27FC236}">
                    <a16:creationId xmlns:a16="http://schemas.microsoft.com/office/drawing/2014/main" id="{1113AF47-BC85-4E31-745F-72A7961DCA34}"/>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sp>
        <p:nvSpPr>
          <p:cNvPr id="35" name="page number">
            <a:extLst>
              <a:ext uri="{FF2B5EF4-FFF2-40B4-BE49-F238E27FC236}">
                <a16:creationId xmlns:a16="http://schemas.microsoft.com/office/drawing/2014/main" id="{D03B3F1E-BEE4-0C40-B954-F58A7FCE9AE3}"/>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
        <p:nvSpPr>
          <p:cNvPr id="36" name="Freeform: Shape 5">
            <a:extLst>
              <a:ext uri="{FF2B5EF4-FFF2-40B4-BE49-F238E27FC236}">
                <a16:creationId xmlns:a16="http://schemas.microsoft.com/office/drawing/2014/main" id="{28BB6002-9774-B78F-802F-0CF8624B2003}"/>
              </a:ext>
            </a:extLst>
          </p:cNvPr>
          <p:cNvSpPr/>
          <p:nvPr userDrawn="1"/>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90000">
                <a:schemeClr val="accent5"/>
              </a:gs>
            </a:gsLst>
            <a:lin ang="0" scaled="1"/>
          </a:gradFill>
          <a:ln w="0" cap="flat">
            <a:noFill/>
            <a:prstDash val="solid"/>
            <a:miter/>
          </a:ln>
          <a:effectLst>
            <a:outerShdw blurRad="88900" dist="50800" dir="420000" algn="ctr" rotWithShape="0">
              <a:schemeClr val="accent3">
                <a:alpha val="22000"/>
              </a:schemeClr>
            </a:outerShdw>
          </a:effectLst>
        </p:spPr>
        <p:txBody>
          <a:bodyPr rtlCol="0" anchor="ctr"/>
          <a:lstStyle/>
          <a:p>
            <a:endParaRPr lang="en-US"/>
          </a:p>
        </p:txBody>
      </p:sp>
      <p:grpSp>
        <p:nvGrpSpPr>
          <p:cNvPr id="39" name="Graphic 8">
            <a:extLst>
              <a:ext uri="{FF2B5EF4-FFF2-40B4-BE49-F238E27FC236}">
                <a16:creationId xmlns:a16="http://schemas.microsoft.com/office/drawing/2014/main" id="{2390A11A-A86F-5882-6844-0E466052BF52}"/>
              </a:ext>
            </a:extLst>
          </p:cNvPr>
          <p:cNvGrpSpPr/>
          <p:nvPr userDrawn="1"/>
        </p:nvGrpSpPr>
        <p:grpSpPr>
          <a:xfrm>
            <a:off x="265625" y="6323271"/>
            <a:ext cx="1249223" cy="369648"/>
            <a:chOff x="265625" y="6323271"/>
            <a:chExt cx="1249223" cy="369648"/>
          </a:xfrm>
          <a:solidFill>
            <a:schemeClr val="tx1"/>
          </a:solidFill>
        </p:grpSpPr>
        <p:grpSp>
          <p:nvGrpSpPr>
            <p:cNvPr id="40" name="Graphic 8">
              <a:extLst>
                <a:ext uri="{FF2B5EF4-FFF2-40B4-BE49-F238E27FC236}">
                  <a16:creationId xmlns:a16="http://schemas.microsoft.com/office/drawing/2014/main" id="{1287141A-AA2B-4B0A-BFA9-B84F27B17532}"/>
                </a:ext>
              </a:extLst>
            </p:cNvPr>
            <p:cNvGrpSpPr/>
            <p:nvPr/>
          </p:nvGrpSpPr>
          <p:grpSpPr>
            <a:xfrm>
              <a:off x="745455" y="6594444"/>
              <a:ext cx="722662" cy="98475"/>
              <a:chOff x="745455" y="6594444"/>
              <a:chExt cx="722662" cy="98475"/>
            </a:xfrm>
            <a:grpFill/>
          </p:grpSpPr>
          <p:sp>
            <p:nvSpPr>
              <p:cNvPr id="49" name="Freeform 49">
                <a:extLst>
                  <a:ext uri="{FF2B5EF4-FFF2-40B4-BE49-F238E27FC236}">
                    <a16:creationId xmlns:a16="http://schemas.microsoft.com/office/drawing/2014/main" id="{1C066710-B26E-D1E3-18D6-B3AA21057E19}"/>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50" name="Freeform 50">
                <a:extLst>
                  <a:ext uri="{FF2B5EF4-FFF2-40B4-BE49-F238E27FC236}">
                    <a16:creationId xmlns:a16="http://schemas.microsoft.com/office/drawing/2014/main" id="{17E74D78-C752-D8A6-FF08-1CF49E8D7D2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53" name="Freeform 51">
                <a:extLst>
                  <a:ext uri="{FF2B5EF4-FFF2-40B4-BE49-F238E27FC236}">
                    <a16:creationId xmlns:a16="http://schemas.microsoft.com/office/drawing/2014/main" id="{E956BC4F-EAFF-0316-8046-249832691876}"/>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54" name="Freeform 52">
                <a:extLst>
                  <a:ext uri="{FF2B5EF4-FFF2-40B4-BE49-F238E27FC236}">
                    <a16:creationId xmlns:a16="http://schemas.microsoft.com/office/drawing/2014/main" id="{11ABB7B0-C48D-D848-95FC-587FB08D89B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55" name="Freeform 53">
                <a:extLst>
                  <a:ext uri="{FF2B5EF4-FFF2-40B4-BE49-F238E27FC236}">
                    <a16:creationId xmlns:a16="http://schemas.microsoft.com/office/drawing/2014/main" id="{23892A0C-9FCE-A2F5-4A3D-C3330D546A4B}"/>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6" name="Freeform 54">
                <a:extLst>
                  <a:ext uri="{FF2B5EF4-FFF2-40B4-BE49-F238E27FC236}">
                    <a16:creationId xmlns:a16="http://schemas.microsoft.com/office/drawing/2014/main" id="{109C5B71-71F9-4AD1-51F2-47EA49F9769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57" name="Freeform 55">
                <a:extLst>
                  <a:ext uri="{FF2B5EF4-FFF2-40B4-BE49-F238E27FC236}">
                    <a16:creationId xmlns:a16="http://schemas.microsoft.com/office/drawing/2014/main" id="{1B0AB11E-CABA-4FFE-5521-213169BFDFC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58" name="Freeform 56">
                <a:extLst>
                  <a:ext uri="{FF2B5EF4-FFF2-40B4-BE49-F238E27FC236}">
                    <a16:creationId xmlns:a16="http://schemas.microsoft.com/office/drawing/2014/main" id="{BEC0AE63-DA48-1109-85C6-871ECA0854B5}"/>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9" name="Freeform 57">
                <a:extLst>
                  <a:ext uri="{FF2B5EF4-FFF2-40B4-BE49-F238E27FC236}">
                    <a16:creationId xmlns:a16="http://schemas.microsoft.com/office/drawing/2014/main" id="{D5D2CE9B-809B-9734-8DCA-B3AC5B5BE677}"/>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60" name="Freeform 58">
                <a:extLst>
                  <a:ext uri="{FF2B5EF4-FFF2-40B4-BE49-F238E27FC236}">
                    <a16:creationId xmlns:a16="http://schemas.microsoft.com/office/drawing/2014/main" id="{4ADEE0A9-9710-7D46-37C9-DA1F237FE519}"/>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41" name="Graphic 8">
              <a:extLst>
                <a:ext uri="{FF2B5EF4-FFF2-40B4-BE49-F238E27FC236}">
                  <a16:creationId xmlns:a16="http://schemas.microsoft.com/office/drawing/2014/main" id="{BD93DA91-446A-F96C-CE09-5FB06F7FE181}"/>
                </a:ext>
              </a:extLst>
            </p:cNvPr>
            <p:cNvGrpSpPr/>
            <p:nvPr/>
          </p:nvGrpSpPr>
          <p:grpSpPr>
            <a:xfrm>
              <a:off x="265625" y="6323271"/>
              <a:ext cx="1249223" cy="190348"/>
              <a:chOff x="265625" y="6323271"/>
              <a:chExt cx="1249223" cy="190348"/>
            </a:xfrm>
            <a:grpFill/>
          </p:grpSpPr>
          <p:sp>
            <p:nvSpPr>
              <p:cNvPr id="42" name="Freeform 60">
                <a:extLst>
                  <a:ext uri="{FF2B5EF4-FFF2-40B4-BE49-F238E27FC236}">
                    <a16:creationId xmlns:a16="http://schemas.microsoft.com/office/drawing/2014/main" id="{F00DA642-945F-5A86-57AF-04C4AED1224A}"/>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43" name="Freeform 61">
                <a:extLst>
                  <a:ext uri="{FF2B5EF4-FFF2-40B4-BE49-F238E27FC236}">
                    <a16:creationId xmlns:a16="http://schemas.microsoft.com/office/drawing/2014/main" id="{DF0075F0-B738-3CD2-2EDB-6FC7CA0C9AC2}"/>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44" name="Freeform 62">
                <a:extLst>
                  <a:ext uri="{FF2B5EF4-FFF2-40B4-BE49-F238E27FC236}">
                    <a16:creationId xmlns:a16="http://schemas.microsoft.com/office/drawing/2014/main" id="{8BBEB3D7-E405-4303-E5F9-F7C188A7E495}"/>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45" name="Freeform 63">
                <a:extLst>
                  <a:ext uri="{FF2B5EF4-FFF2-40B4-BE49-F238E27FC236}">
                    <a16:creationId xmlns:a16="http://schemas.microsoft.com/office/drawing/2014/main" id="{27121B67-8C5B-C0A8-81BF-983C52B84900}"/>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46" name="Freeform 64">
                <a:extLst>
                  <a:ext uri="{FF2B5EF4-FFF2-40B4-BE49-F238E27FC236}">
                    <a16:creationId xmlns:a16="http://schemas.microsoft.com/office/drawing/2014/main" id="{AB234BB0-68CB-1B7B-2215-CF5302E248EA}"/>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47" name="Freeform 65">
                <a:extLst>
                  <a:ext uri="{FF2B5EF4-FFF2-40B4-BE49-F238E27FC236}">
                    <a16:creationId xmlns:a16="http://schemas.microsoft.com/office/drawing/2014/main" id="{7E66E60A-E387-27FC-C421-69C1B6A8382F}"/>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48" name="Freeform 66">
                <a:extLst>
                  <a:ext uri="{FF2B5EF4-FFF2-40B4-BE49-F238E27FC236}">
                    <a16:creationId xmlns:a16="http://schemas.microsoft.com/office/drawing/2014/main" id="{1113AF47-BC85-4E31-745F-72A7961DCA34}"/>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sp>
        <p:nvSpPr>
          <p:cNvPr id="2" name="TextBox 1">
            <a:extLst>
              <a:ext uri="{FF2B5EF4-FFF2-40B4-BE49-F238E27FC236}">
                <a16:creationId xmlns:a16="http://schemas.microsoft.com/office/drawing/2014/main" id="{EB6E9A2C-A30C-1FC4-7D2B-2E73E9CAB87C}"/>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chemeClr val="tx1"/>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chemeClr val="tx1"/>
              </a:solidFill>
              <a:latin typeface="+mn-lt"/>
              <a:sym typeface="Arial" panose="020B0604020202020204" pitchFamily="34" charset="0"/>
              <a:rtl val="0"/>
            </a:endParaRPr>
          </a:p>
        </p:txBody>
      </p:sp>
    </p:spTree>
    <p:extLst>
      <p:ext uri="{BB962C8B-B14F-4D97-AF65-F5344CB8AC3E}">
        <p14:creationId xmlns:p14="http://schemas.microsoft.com/office/powerpoint/2010/main" val="15771926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preserve="1">
  <p:cSld name="Quote – Photo 5">
    <p:bg>
      <p:bgRef idx="1001">
        <a:schemeClr val="bg1"/>
      </p:bgRef>
    </p:bg>
    <p:spTree>
      <p:nvGrpSpPr>
        <p:cNvPr id="1" name=""/>
        <p:cNvGrpSpPr/>
        <p:nvPr/>
      </p:nvGrpSpPr>
      <p:grpSpPr>
        <a:xfrm>
          <a:off x="0" y="0"/>
          <a:ext cx="0" cy="0"/>
          <a:chOff x="0" y="0"/>
          <a:chExt cx="0" cy="0"/>
        </a:xfrm>
      </p:grpSpPr>
      <p:pic>
        <p:nvPicPr>
          <p:cNvPr id="14" name="Picture 13" descr="Looking up view of a tall building with glass windows&#10;&#10;Description automatically generated">
            <a:extLst>
              <a:ext uri="{FF2B5EF4-FFF2-40B4-BE49-F238E27FC236}">
                <a16:creationId xmlns:a16="http://schemas.microsoft.com/office/drawing/2014/main" id="{B58239E3-9C93-6272-ED1E-D9695DC94E85}"/>
              </a:ext>
            </a:extLst>
          </p:cNvPr>
          <p:cNvPicPr>
            <a:picLocks noChangeAspect="1"/>
          </p:cNvPicPr>
          <p:nvPr/>
        </p:nvPicPr>
        <p:blipFill rotWithShape="1">
          <a:blip r:embed="rId2">
            <a:alphaModFix/>
          </a:blip>
          <a:srcRect l="161" t="1221" r="1066" b="309"/>
          <a:stretch/>
        </p:blipFill>
        <p:spPr>
          <a:xfrm>
            <a:off x="1829993" y="0"/>
            <a:ext cx="10358832" cy="6858000"/>
          </a:xfrm>
          <a:prstGeom prst="rect">
            <a:avLst/>
          </a:prstGeom>
        </p:spPr>
      </p:pic>
      <p:pic>
        <p:nvPicPr>
          <p:cNvPr id="3" name="Graphic 2">
            <a:extLst>
              <a:ext uri="{FF2B5EF4-FFF2-40B4-BE49-F238E27FC236}">
                <a16:creationId xmlns:a16="http://schemas.microsoft.com/office/drawing/2014/main" id="{26674980-3D29-D390-CCF3-4BAE501BFC6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0" y="0"/>
            <a:ext cx="11904689" cy="6858000"/>
          </a:xfrm>
          <a:prstGeom prst="rect">
            <a:avLst/>
          </a:prstGeom>
        </p:spPr>
      </p:pic>
      <p:sp>
        <p:nvSpPr>
          <p:cNvPr id="15" name="page number">
            <a:extLst>
              <a:ext uri="{FF2B5EF4-FFF2-40B4-BE49-F238E27FC236}">
                <a16:creationId xmlns:a16="http://schemas.microsoft.com/office/drawing/2014/main" id="{65B8D505-D55C-B546-9B33-22157CD80DE2}"/>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bg1"/>
                </a:solidFill>
              </a:rPr>
              <a:pPr lvl="0" algn="r"/>
              <a:t>‹#›</a:t>
            </a:fld>
            <a:endParaRPr lang="en-US">
              <a:solidFill>
                <a:schemeClr val="bg1"/>
              </a:solidFill>
            </a:endParaRPr>
          </a:p>
        </p:txBody>
      </p:sp>
      <p:sp>
        <p:nvSpPr>
          <p:cNvPr id="16" name="Freeform: Shape 15">
            <a:extLst>
              <a:ext uri="{FF2B5EF4-FFF2-40B4-BE49-F238E27FC236}">
                <a16:creationId xmlns:a16="http://schemas.microsoft.com/office/drawing/2014/main" id="{49B903B5-7F2F-E66E-598F-E60B2A8F00A5}"/>
              </a:ext>
            </a:extLst>
          </p:cNvPr>
          <p:cNvSpPr/>
          <p:nvPr/>
        </p:nvSpPr>
        <p:spPr>
          <a:xfrm>
            <a:off x="6477" y="0"/>
            <a:ext cx="10295334" cy="6040452"/>
          </a:xfrm>
          <a:custGeom>
            <a:avLst/>
            <a:gdLst>
              <a:gd name="connsiteX0" fmla="*/ 10186830 w 10295334"/>
              <a:gd name="connsiteY0" fmla="*/ 0 h 6040452"/>
              <a:gd name="connsiteX1" fmla="*/ 10295334 w 10295334"/>
              <a:gd name="connsiteY1" fmla="*/ 0 h 6040452"/>
              <a:gd name="connsiteX2" fmla="*/ 4722761 w 10295334"/>
              <a:gd name="connsiteY2" fmla="*/ 5572574 h 6040452"/>
              <a:gd name="connsiteX3" fmla="*/ 3593131 w 10295334"/>
              <a:gd name="connsiteY3" fmla="*/ 6040452 h 6040452"/>
              <a:gd name="connsiteX4" fmla="*/ 0 w 10295334"/>
              <a:gd name="connsiteY4" fmla="*/ 6040452 h 6040452"/>
              <a:gd name="connsiteX5" fmla="*/ 0 w 10295334"/>
              <a:gd name="connsiteY5" fmla="*/ 5963772 h 6040452"/>
              <a:gd name="connsiteX6" fmla="*/ 3593131 w 10295334"/>
              <a:gd name="connsiteY6" fmla="*/ 5963772 h 6040452"/>
              <a:gd name="connsiteX7" fmla="*/ 4175135 w 10295334"/>
              <a:gd name="connsiteY7" fmla="*/ 5847985 h 6040452"/>
              <a:gd name="connsiteX8" fmla="*/ 4668509 w 10295334"/>
              <a:gd name="connsiteY8" fmla="*/ 5518323 h 60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95334" h="6040452">
                <a:moveTo>
                  <a:pt x="10186830" y="0"/>
                </a:moveTo>
                <a:lnTo>
                  <a:pt x="10295334" y="0"/>
                </a:lnTo>
                <a:lnTo>
                  <a:pt x="4722761" y="5572574"/>
                </a:lnTo>
                <a:cubicBezTo>
                  <a:pt x="4423133" y="5872139"/>
                  <a:pt x="4016790" y="6040452"/>
                  <a:pt x="3593131" y="6040452"/>
                </a:cubicBezTo>
                <a:lnTo>
                  <a:pt x="0" y="6040452"/>
                </a:lnTo>
                <a:lnTo>
                  <a:pt x="0" y="5963772"/>
                </a:lnTo>
                <a:lnTo>
                  <a:pt x="3593131" y="5963772"/>
                </a:lnTo>
                <a:cubicBezTo>
                  <a:pt x="3793842" y="5963772"/>
                  <a:pt x="3989696" y="5924793"/>
                  <a:pt x="4175135" y="5847985"/>
                </a:cubicBezTo>
                <a:cubicBezTo>
                  <a:pt x="4360575" y="5771176"/>
                  <a:pt x="4526588" y="5660245"/>
                  <a:pt x="4668509" y="5518323"/>
                </a:cubicBezTo>
                <a:close/>
              </a:path>
            </a:pathLst>
          </a:custGeom>
          <a:gradFill>
            <a:gsLst>
              <a:gs pos="12000">
                <a:schemeClr val="accent3"/>
              </a:gs>
              <a:gs pos="85000">
                <a:schemeClr val="accent1"/>
              </a:gs>
            </a:gsLst>
            <a:lin ang="0" scaled="1"/>
          </a:gradFill>
          <a:ln w="0" cap="flat">
            <a:noFill/>
            <a:prstDash val="solid"/>
            <a:miter/>
          </a:ln>
        </p:spPr>
        <p:txBody>
          <a:bodyPr rtlCol="0" anchor="ctr"/>
          <a:lstStyle/>
          <a:p>
            <a:endParaRPr lang="en-US"/>
          </a:p>
        </p:txBody>
      </p:sp>
      <p:sp>
        <p:nvSpPr>
          <p:cNvPr id="8" name="Text Placeholder 7">
            <a:extLst>
              <a:ext uri="{FF2B5EF4-FFF2-40B4-BE49-F238E27FC236}">
                <a16:creationId xmlns:a16="http://schemas.microsoft.com/office/drawing/2014/main" id="{B6C21BA7-C6D2-446E-8FD2-266107E90C49}"/>
              </a:ext>
            </a:extLst>
          </p:cNvPr>
          <p:cNvSpPr>
            <a:spLocks noGrp="1"/>
          </p:cNvSpPr>
          <p:nvPr>
            <p:ph type="body" sz="quarter" idx="16" hasCustomPrompt="1"/>
          </p:nvPr>
        </p:nvSpPr>
        <p:spPr>
          <a:xfrm>
            <a:off x="438912" y="1600200"/>
            <a:ext cx="4754880" cy="3200400"/>
          </a:xfrm>
        </p:spPr>
        <p:txBody>
          <a:bodyPr anchor="b"/>
          <a:lstStyle>
            <a:lvl1pPr marL="169863" indent="-169863">
              <a:buClrTx/>
              <a:buSzPct val="100000"/>
              <a:buFont typeface="Arial" panose="020B0604020202020204" pitchFamily="34" charset="0"/>
              <a:buChar char="“"/>
              <a:defRPr sz="2800">
                <a:solidFill>
                  <a:schemeClr val="tx1"/>
                </a:solidFill>
              </a:defRPr>
            </a:lvl1pPr>
            <a:lvl2pPr marL="457200" indent="-184150">
              <a:buClrTx/>
              <a:buFont typeface="Arial" panose="020B0604020202020204" pitchFamily="34" charset="0"/>
              <a:buChar char="“"/>
              <a:defRPr>
                <a:solidFill>
                  <a:schemeClr val="bg1"/>
                </a:solidFill>
              </a:defRPr>
            </a:lvl2pPr>
            <a:lvl3pPr marL="744538" indent="-169863">
              <a:buClrTx/>
              <a:buFont typeface="Arial" panose="020B0604020202020204" pitchFamily="34" charset="0"/>
              <a:buChar char="“"/>
              <a:defRPr>
                <a:solidFill>
                  <a:schemeClr val="bg1"/>
                </a:solidFill>
              </a:defRPr>
            </a:lvl3pPr>
            <a:lvl4pPr marL="969963" indent="-166688">
              <a:buClrTx/>
              <a:buFont typeface="Arial" panose="020B0604020202020204" pitchFamily="34" charset="0"/>
              <a:buChar char="“"/>
              <a:defRPr>
                <a:solidFill>
                  <a:schemeClr val="bg1"/>
                </a:solidFill>
              </a:defRPr>
            </a:lvl4pPr>
            <a:lvl5pPr marL="1143000" indent="-138113">
              <a:buClrTx/>
              <a:buFont typeface="Arial" panose="020B0604020202020204" pitchFamily="34" charset="0"/>
              <a:buChar char="“"/>
              <a:defRPr>
                <a:solidFill>
                  <a:schemeClr val="bg1"/>
                </a:solidFill>
              </a:defRPr>
            </a:lvl5pPr>
          </a:lstStyle>
          <a:p>
            <a:pPr lvl="0"/>
            <a:r>
              <a:rPr lang="en-US"/>
              <a:t>Quote page with photo showing a building. Click to replace text.”</a:t>
            </a:r>
          </a:p>
        </p:txBody>
      </p:sp>
      <p:sp>
        <p:nvSpPr>
          <p:cNvPr id="11" name="Text Placeholder 10">
            <a:extLst>
              <a:ext uri="{FF2B5EF4-FFF2-40B4-BE49-F238E27FC236}">
                <a16:creationId xmlns:a16="http://schemas.microsoft.com/office/drawing/2014/main" id="{0762CBDD-60C2-443D-88B5-C596896049D8}"/>
              </a:ext>
            </a:extLst>
          </p:cNvPr>
          <p:cNvSpPr>
            <a:spLocks noGrp="1"/>
          </p:cNvSpPr>
          <p:nvPr>
            <p:ph type="body" sz="quarter" idx="17" hasCustomPrompt="1"/>
          </p:nvPr>
        </p:nvSpPr>
        <p:spPr>
          <a:xfrm>
            <a:off x="612648" y="5065775"/>
            <a:ext cx="3603217" cy="642005"/>
          </a:xfrm>
        </p:spPr>
        <p:txBody>
          <a:bodyPr/>
          <a:lstStyle>
            <a:lvl1pPr>
              <a:defRPr sz="1800">
                <a:solidFill>
                  <a:schemeClr val="tx1"/>
                </a:solidFill>
              </a:defRPr>
            </a:lvl1pPr>
          </a:lstStyle>
          <a:p>
            <a:pPr lvl="0"/>
            <a:r>
              <a:rPr lang="en-US"/>
              <a:t>Source Name</a:t>
            </a:r>
          </a:p>
        </p:txBody>
      </p:sp>
      <p:sp>
        <p:nvSpPr>
          <p:cNvPr id="18" name="TextBox 17">
            <a:extLst>
              <a:ext uri="{FF2B5EF4-FFF2-40B4-BE49-F238E27FC236}">
                <a16:creationId xmlns:a16="http://schemas.microsoft.com/office/drawing/2014/main" id="{B8C89D83-34B7-9DE5-2D23-D9CC98989628}"/>
              </a:ext>
            </a:extLst>
          </p:cNvPr>
          <p:cNvSpPr txBox="1"/>
          <p:nvPr/>
        </p:nvSpPr>
        <p:spPr>
          <a:xfrm>
            <a:off x="1645084" y="6461498"/>
            <a:ext cx="44884" cy="127471"/>
          </a:xfrm>
          <a:prstGeom prst="rect">
            <a:avLst/>
          </a:prstGeom>
          <a:noFill/>
        </p:spPr>
        <p:txBody>
          <a:bodyPr wrap="none" lIns="0" tIns="0" rIns="0" bIns="0" rtlCol="0">
            <a:spAutoFit/>
          </a:bodyPr>
          <a:lstStyle/>
          <a:p>
            <a:pPr algn="l">
              <a:lnSpc>
                <a:spcPct val="130000"/>
              </a:lnSpc>
            </a:pPr>
            <a:r>
              <a:rPr lang="en-US" sz="700" spc="0" baseline="0" dirty="0">
                <a:ln/>
                <a:solidFill>
                  <a:schemeClr val="tx1"/>
                </a:solidFill>
                <a:latin typeface="Arial" panose="020B0604020202020204" pitchFamily="34" charset="0"/>
                <a:sym typeface="Arial" panose="020B0604020202020204" pitchFamily="34" charset="0"/>
                <a:rtl val="0"/>
              </a:rPr>
              <a:t>  </a:t>
            </a:r>
          </a:p>
        </p:txBody>
      </p:sp>
      <p:grpSp>
        <p:nvGrpSpPr>
          <p:cNvPr id="20" name="Graphic 8">
            <a:extLst>
              <a:ext uri="{FF2B5EF4-FFF2-40B4-BE49-F238E27FC236}">
                <a16:creationId xmlns:a16="http://schemas.microsoft.com/office/drawing/2014/main" id="{B313AB46-F6F1-7548-233A-70080E090ABE}"/>
              </a:ext>
            </a:extLst>
          </p:cNvPr>
          <p:cNvGrpSpPr/>
          <p:nvPr/>
        </p:nvGrpSpPr>
        <p:grpSpPr>
          <a:xfrm>
            <a:off x="265625" y="6323271"/>
            <a:ext cx="1249223" cy="369648"/>
            <a:chOff x="265625" y="6323271"/>
            <a:chExt cx="1249223" cy="369648"/>
          </a:xfrm>
          <a:solidFill>
            <a:schemeClr val="tx1"/>
          </a:solidFill>
        </p:grpSpPr>
        <p:grpSp>
          <p:nvGrpSpPr>
            <p:cNvPr id="21" name="Graphic 8">
              <a:extLst>
                <a:ext uri="{FF2B5EF4-FFF2-40B4-BE49-F238E27FC236}">
                  <a16:creationId xmlns:a16="http://schemas.microsoft.com/office/drawing/2014/main" id="{16B66651-CA05-C7CB-6AE6-5BBB5AB3905A}"/>
                </a:ext>
              </a:extLst>
            </p:cNvPr>
            <p:cNvGrpSpPr/>
            <p:nvPr/>
          </p:nvGrpSpPr>
          <p:grpSpPr>
            <a:xfrm>
              <a:off x="745455" y="6594444"/>
              <a:ext cx="722662" cy="98475"/>
              <a:chOff x="745455" y="6594444"/>
              <a:chExt cx="722662" cy="98475"/>
            </a:xfrm>
            <a:grpFill/>
          </p:grpSpPr>
          <p:sp>
            <p:nvSpPr>
              <p:cNvPr id="30" name="Freeform 49">
                <a:extLst>
                  <a:ext uri="{FF2B5EF4-FFF2-40B4-BE49-F238E27FC236}">
                    <a16:creationId xmlns:a16="http://schemas.microsoft.com/office/drawing/2014/main" id="{DE447064-204F-4225-B4B6-D91E27CBAD6F}"/>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50" name="Freeform 50">
                <a:extLst>
                  <a:ext uri="{FF2B5EF4-FFF2-40B4-BE49-F238E27FC236}">
                    <a16:creationId xmlns:a16="http://schemas.microsoft.com/office/drawing/2014/main" id="{BC71CF05-E965-6FEA-1892-5ADD408578BD}"/>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51" name="Freeform 51">
                <a:extLst>
                  <a:ext uri="{FF2B5EF4-FFF2-40B4-BE49-F238E27FC236}">
                    <a16:creationId xmlns:a16="http://schemas.microsoft.com/office/drawing/2014/main" id="{2B0E1D31-FDF5-DCF3-829D-706DAAB219EA}"/>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52" name="Freeform 52">
                <a:extLst>
                  <a:ext uri="{FF2B5EF4-FFF2-40B4-BE49-F238E27FC236}">
                    <a16:creationId xmlns:a16="http://schemas.microsoft.com/office/drawing/2014/main" id="{CD1DB4F1-5803-C754-D908-25AB6C2EC97E}"/>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53" name="Freeform 53">
                <a:extLst>
                  <a:ext uri="{FF2B5EF4-FFF2-40B4-BE49-F238E27FC236}">
                    <a16:creationId xmlns:a16="http://schemas.microsoft.com/office/drawing/2014/main" id="{84B26A25-3662-F756-7FAE-65E5273F2EED}"/>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4" name="Freeform 54">
                <a:extLst>
                  <a:ext uri="{FF2B5EF4-FFF2-40B4-BE49-F238E27FC236}">
                    <a16:creationId xmlns:a16="http://schemas.microsoft.com/office/drawing/2014/main" id="{1A481190-1482-7661-0DEF-3F26B2C271C9}"/>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55" name="Freeform 55">
                <a:extLst>
                  <a:ext uri="{FF2B5EF4-FFF2-40B4-BE49-F238E27FC236}">
                    <a16:creationId xmlns:a16="http://schemas.microsoft.com/office/drawing/2014/main" id="{4F993F4B-50BB-6189-C1FF-B7DA8569DA43}"/>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56" name="Freeform 56">
                <a:extLst>
                  <a:ext uri="{FF2B5EF4-FFF2-40B4-BE49-F238E27FC236}">
                    <a16:creationId xmlns:a16="http://schemas.microsoft.com/office/drawing/2014/main" id="{10F9046F-1DCD-7514-1672-62798186F105}"/>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7" name="Freeform 57">
                <a:extLst>
                  <a:ext uri="{FF2B5EF4-FFF2-40B4-BE49-F238E27FC236}">
                    <a16:creationId xmlns:a16="http://schemas.microsoft.com/office/drawing/2014/main" id="{6CE0977D-3D89-3E6A-450D-E7D4A69FC215}"/>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8" name="Freeform 58">
                <a:extLst>
                  <a:ext uri="{FF2B5EF4-FFF2-40B4-BE49-F238E27FC236}">
                    <a16:creationId xmlns:a16="http://schemas.microsoft.com/office/drawing/2014/main" id="{3EAFC586-7768-A5DE-0377-EDBAB1E13EE7}"/>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22" name="Graphic 8">
              <a:extLst>
                <a:ext uri="{FF2B5EF4-FFF2-40B4-BE49-F238E27FC236}">
                  <a16:creationId xmlns:a16="http://schemas.microsoft.com/office/drawing/2014/main" id="{D842B4DD-F1FB-EC35-383A-1F53319B094E}"/>
                </a:ext>
              </a:extLst>
            </p:cNvPr>
            <p:cNvGrpSpPr/>
            <p:nvPr/>
          </p:nvGrpSpPr>
          <p:grpSpPr>
            <a:xfrm>
              <a:off x="265625" y="6323271"/>
              <a:ext cx="1249223" cy="190348"/>
              <a:chOff x="265625" y="6323271"/>
              <a:chExt cx="1249223" cy="190348"/>
            </a:xfrm>
            <a:grpFill/>
          </p:grpSpPr>
          <p:sp>
            <p:nvSpPr>
              <p:cNvPr id="23" name="Freeform 60">
                <a:extLst>
                  <a:ext uri="{FF2B5EF4-FFF2-40B4-BE49-F238E27FC236}">
                    <a16:creationId xmlns:a16="http://schemas.microsoft.com/office/drawing/2014/main" id="{BFA6694F-C1C2-7D3E-CB1D-C91AE343F373}"/>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24" name="Freeform 61">
                <a:extLst>
                  <a:ext uri="{FF2B5EF4-FFF2-40B4-BE49-F238E27FC236}">
                    <a16:creationId xmlns:a16="http://schemas.microsoft.com/office/drawing/2014/main" id="{A6D92E3F-3118-57BB-C0B4-66DCA0299E88}"/>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25" name="Freeform 62">
                <a:extLst>
                  <a:ext uri="{FF2B5EF4-FFF2-40B4-BE49-F238E27FC236}">
                    <a16:creationId xmlns:a16="http://schemas.microsoft.com/office/drawing/2014/main" id="{5A01F2AD-EA45-EB64-56BC-05C1C6993AA8}"/>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26" name="Freeform 63">
                <a:extLst>
                  <a:ext uri="{FF2B5EF4-FFF2-40B4-BE49-F238E27FC236}">
                    <a16:creationId xmlns:a16="http://schemas.microsoft.com/office/drawing/2014/main" id="{E88E6DB9-04BF-52E9-243F-9C0129D0D9E3}"/>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27" name="Freeform 64">
                <a:extLst>
                  <a:ext uri="{FF2B5EF4-FFF2-40B4-BE49-F238E27FC236}">
                    <a16:creationId xmlns:a16="http://schemas.microsoft.com/office/drawing/2014/main" id="{269D09DD-6D49-9D68-0318-D45B96F85FCE}"/>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28" name="Freeform 65">
                <a:extLst>
                  <a:ext uri="{FF2B5EF4-FFF2-40B4-BE49-F238E27FC236}">
                    <a16:creationId xmlns:a16="http://schemas.microsoft.com/office/drawing/2014/main" id="{14ED6E64-9503-EAFF-07F3-B2BEB464C499}"/>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29" name="Freeform 66">
                <a:extLst>
                  <a:ext uri="{FF2B5EF4-FFF2-40B4-BE49-F238E27FC236}">
                    <a16:creationId xmlns:a16="http://schemas.microsoft.com/office/drawing/2014/main" id="{57E06DF9-22C9-B636-2D5D-1FE4635EF8A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pic>
        <p:nvPicPr>
          <p:cNvPr id="31" name="Picture 30" descr="Looking up view of a tall building with glass windows&#10;&#10;Description automatically generated">
            <a:extLst>
              <a:ext uri="{FF2B5EF4-FFF2-40B4-BE49-F238E27FC236}">
                <a16:creationId xmlns:a16="http://schemas.microsoft.com/office/drawing/2014/main" id="{B58239E3-9C93-6272-ED1E-D9695DC94E85}"/>
              </a:ext>
            </a:extLst>
          </p:cNvPr>
          <p:cNvPicPr>
            <a:picLocks noChangeAspect="1"/>
          </p:cNvPicPr>
          <p:nvPr userDrawn="1"/>
        </p:nvPicPr>
        <p:blipFill rotWithShape="1">
          <a:blip r:embed="rId2">
            <a:alphaModFix/>
          </a:blip>
          <a:srcRect l="161" t="1221" r="1066" b="309"/>
          <a:stretch/>
        </p:blipFill>
        <p:spPr>
          <a:xfrm>
            <a:off x="1829993" y="0"/>
            <a:ext cx="10358832" cy="6858000"/>
          </a:xfrm>
          <a:prstGeom prst="rect">
            <a:avLst/>
          </a:prstGeom>
        </p:spPr>
      </p:pic>
      <p:pic>
        <p:nvPicPr>
          <p:cNvPr id="32" name="Graphic 2">
            <a:extLst>
              <a:ext uri="{FF2B5EF4-FFF2-40B4-BE49-F238E27FC236}">
                <a16:creationId xmlns:a16="http://schemas.microsoft.com/office/drawing/2014/main" id="{26674980-3D29-D390-CCF3-4BAE501BFC68}"/>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0" y="0"/>
            <a:ext cx="11904689" cy="6858000"/>
          </a:xfrm>
          <a:prstGeom prst="rect">
            <a:avLst/>
          </a:prstGeom>
        </p:spPr>
      </p:pic>
      <p:sp>
        <p:nvSpPr>
          <p:cNvPr id="33" name="page number">
            <a:extLst>
              <a:ext uri="{FF2B5EF4-FFF2-40B4-BE49-F238E27FC236}">
                <a16:creationId xmlns:a16="http://schemas.microsoft.com/office/drawing/2014/main" id="{65B8D505-D55C-B546-9B33-22157CD80DE2}"/>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bg1"/>
                </a:solidFill>
              </a:rPr>
              <a:pPr lvl="0" algn="r"/>
              <a:t>‹#›</a:t>
            </a:fld>
            <a:endParaRPr lang="en-US">
              <a:solidFill>
                <a:schemeClr val="bg1"/>
              </a:solidFill>
            </a:endParaRPr>
          </a:p>
        </p:txBody>
      </p:sp>
      <p:sp>
        <p:nvSpPr>
          <p:cNvPr id="34" name="Freeform: Shape 15">
            <a:extLst>
              <a:ext uri="{FF2B5EF4-FFF2-40B4-BE49-F238E27FC236}">
                <a16:creationId xmlns:a16="http://schemas.microsoft.com/office/drawing/2014/main" id="{49B903B5-7F2F-E66E-598F-E60B2A8F00A5}"/>
              </a:ext>
            </a:extLst>
          </p:cNvPr>
          <p:cNvSpPr/>
          <p:nvPr userDrawn="1"/>
        </p:nvSpPr>
        <p:spPr>
          <a:xfrm>
            <a:off x="6477" y="0"/>
            <a:ext cx="10295334" cy="6040452"/>
          </a:xfrm>
          <a:custGeom>
            <a:avLst/>
            <a:gdLst>
              <a:gd name="connsiteX0" fmla="*/ 10186830 w 10295334"/>
              <a:gd name="connsiteY0" fmla="*/ 0 h 6040452"/>
              <a:gd name="connsiteX1" fmla="*/ 10295334 w 10295334"/>
              <a:gd name="connsiteY1" fmla="*/ 0 h 6040452"/>
              <a:gd name="connsiteX2" fmla="*/ 4722761 w 10295334"/>
              <a:gd name="connsiteY2" fmla="*/ 5572574 h 6040452"/>
              <a:gd name="connsiteX3" fmla="*/ 3593131 w 10295334"/>
              <a:gd name="connsiteY3" fmla="*/ 6040452 h 6040452"/>
              <a:gd name="connsiteX4" fmla="*/ 0 w 10295334"/>
              <a:gd name="connsiteY4" fmla="*/ 6040452 h 6040452"/>
              <a:gd name="connsiteX5" fmla="*/ 0 w 10295334"/>
              <a:gd name="connsiteY5" fmla="*/ 5963772 h 6040452"/>
              <a:gd name="connsiteX6" fmla="*/ 3593131 w 10295334"/>
              <a:gd name="connsiteY6" fmla="*/ 5963772 h 6040452"/>
              <a:gd name="connsiteX7" fmla="*/ 4175135 w 10295334"/>
              <a:gd name="connsiteY7" fmla="*/ 5847985 h 6040452"/>
              <a:gd name="connsiteX8" fmla="*/ 4668509 w 10295334"/>
              <a:gd name="connsiteY8" fmla="*/ 5518323 h 60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95334" h="6040452">
                <a:moveTo>
                  <a:pt x="10186830" y="0"/>
                </a:moveTo>
                <a:lnTo>
                  <a:pt x="10295334" y="0"/>
                </a:lnTo>
                <a:lnTo>
                  <a:pt x="4722761" y="5572574"/>
                </a:lnTo>
                <a:cubicBezTo>
                  <a:pt x="4423133" y="5872139"/>
                  <a:pt x="4016790" y="6040452"/>
                  <a:pt x="3593131" y="6040452"/>
                </a:cubicBezTo>
                <a:lnTo>
                  <a:pt x="0" y="6040452"/>
                </a:lnTo>
                <a:lnTo>
                  <a:pt x="0" y="5963772"/>
                </a:lnTo>
                <a:lnTo>
                  <a:pt x="3593131" y="5963772"/>
                </a:lnTo>
                <a:cubicBezTo>
                  <a:pt x="3793842" y="5963772"/>
                  <a:pt x="3989696" y="5924793"/>
                  <a:pt x="4175135" y="5847985"/>
                </a:cubicBezTo>
                <a:cubicBezTo>
                  <a:pt x="4360575" y="5771176"/>
                  <a:pt x="4526588" y="5660245"/>
                  <a:pt x="4668509" y="5518323"/>
                </a:cubicBezTo>
                <a:close/>
              </a:path>
            </a:pathLst>
          </a:custGeom>
          <a:gradFill>
            <a:gsLst>
              <a:gs pos="12000">
                <a:schemeClr val="accent3"/>
              </a:gs>
              <a:gs pos="85000">
                <a:schemeClr val="accent1"/>
              </a:gs>
            </a:gsLst>
            <a:lin ang="0" scaled="1"/>
          </a:gradFill>
          <a:ln w="0" cap="flat">
            <a:noFill/>
            <a:prstDash val="solid"/>
            <a:miter/>
          </a:ln>
        </p:spPr>
        <p:txBody>
          <a:bodyPr rtlCol="0" anchor="ctr"/>
          <a:lstStyle/>
          <a:p>
            <a:endParaRPr lang="en-US"/>
          </a:p>
        </p:txBody>
      </p:sp>
      <p:grpSp>
        <p:nvGrpSpPr>
          <p:cNvPr id="37" name="Graphic 8">
            <a:extLst>
              <a:ext uri="{FF2B5EF4-FFF2-40B4-BE49-F238E27FC236}">
                <a16:creationId xmlns:a16="http://schemas.microsoft.com/office/drawing/2014/main" id="{B313AB46-F6F1-7548-233A-70080E090ABE}"/>
              </a:ext>
            </a:extLst>
          </p:cNvPr>
          <p:cNvGrpSpPr/>
          <p:nvPr userDrawn="1"/>
        </p:nvGrpSpPr>
        <p:grpSpPr>
          <a:xfrm>
            <a:off x="265625" y="6323271"/>
            <a:ext cx="1249223" cy="369648"/>
            <a:chOff x="265625" y="6323271"/>
            <a:chExt cx="1249223" cy="369648"/>
          </a:xfrm>
          <a:solidFill>
            <a:schemeClr val="tx1"/>
          </a:solidFill>
        </p:grpSpPr>
        <p:grpSp>
          <p:nvGrpSpPr>
            <p:cNvPr id="38" name="Graphic 8">
              <a:extLst>
                <a:ext uri="{FF2B5EF4-FFF2-40B4-BE49-F238E27FC236}">
                  <a16:creationId xmlns:a16="http://schemas.microsoft.com/office/drawing/2014/main" id="{16B66651-CA05-C7CB-6AE6-5BBB5AB3905A}"/>
                </a:ext>
              </a:extLst>
            </p:cNvPr>
            <p:cNvGrpSpPr/>
            <p:nvPr/>
          </p:nvGrpSpPr>
          <p:grpSpPr>
            <a:xfrm>
              <a:off x="745455" y="6594444"/>
              <a:ext cx="722662" cy="98475"/>
              <a:chOff x="745455" y="6594444"/>
              <a:chExt cx="722662" cy="98475"/>
            </a:xfrm>
            <a:grpFill/>
          </p:grpSpPr>
          <p:sp>
            <p:nvSpPr>
              <p:cNvPr id="47" name="Freeform 49">
                <a:extLst>
                  <a:ext uri="{FF2B5EF4-FFF2-40B4-BE49-F238E27FC236}">
                    <a16:creationId xmlns:a16="http://schemas.microsoft.com/office/drawing/2014/main" id="{DE447064-204F-4225-B4B6-D91E27CBAD6F}"/>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48" name="Freeform 50">
                <a:extLst>
                  <a:ext uri="{FF2B5EF4-FFF2-40B4-BE49-F238E27FC236}">
                    <a16:creationId xmlns:a16="http://schemas.microsoft.com/office/drawing/2014/main" id="{BC71CF05-E965-6FEA-1892-5ADD408578BD}"/>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49" name="Freeform 51">
                <a:extLst>
                  <a:ext uri="{FF2B5EF4-FFF2-40B4-BE49-F238E27FC236}">
                    <a16:creationId xmlns:a16="http://schemas.microsoft.com/office/drawing/2014/main" id="{2B0E1D31-FDF5-DCF3-829D-706DAAB219EA}"/>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59" name="Freeform 52">
                <a:extLst>
                  <a:ext uri="{FF2B5EF4-FFF2-40B4-BE49-F238E27FC236}">
                    <a16:creationId xmlns:a16="http://schemas.microsoft.com/office/drawing/2014/main" id="{CD1DB4F1-5803-C754-D908-25AB6C2EC97E}"/>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60" name="Freeform 53">
                <a:extLst>
                  <a:ext uri="{FF2B5EF4-FFF2-40B4-BE49-F238E27FC236}">
                    <a16:creationId xmlns:a16="http://schemas.microsoft.com/office/drawing/2014/main" id="{84B26A25-3662-F756-7FAE-65E5273F2EED}"/>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61" name="Freeform 54">
                <a:extLst>
                  <a:ext uri="{FF2B5EF4-FFF2-40B4-BE49-F238E27FC236}">
                    <a16:creationId xmlns:a16="http://schemas.microsoft.com/office/drawing/2014/main" id="{1A481190-1482-7661-0DEF-3F26B2C271C9}"/>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62" name="Freeform 55">
                <a:extLst>
                  <a:ext uri="{FF2B5EF4-FFF2-40B4-BE49-F238E27FC236}">
                    <a16:creationId xmlns:a16="http://schemas.microsoft.com/office/drawing/2014/main" id="{4F993F4B-50BB-6189-C1FF-B7DA8569DA43}"/>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63" name="Freeform 56">
                <a:extLst>
                  <a:ext uri="{FF2B5EF4-FFF2-40B4-BE49-F238E27FC236}">
                    <a16:creationId xmlns:a16="http://schemas.microsoft.com/office/drawing/2014/main" id="{10F9046F-1DCD-7514-1672-62798186F105}"/>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64" name="Freeform 57">
                <a:extLst>
                  <a:ext uri="{FF2B5EF4-FFF2-40B4-BE49-F238E27FC236}">
                    <a16:creationId xmlns:a16="http://schemas.microsoft.com/office/drawing/2014/main" id="{6CE0977D-3D89-3E6A-450D-E7D4A69FC215}"/>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65" name="Freeform 58">
                <a:extLst>
                  <a:ext uri="{FF2B5EF4-FFF2-40B4-BE49-F238E27FC236}">
                    <a16:creationId xmlns:a16="http://schemas.microsoft.com/office/drawing/2014/main" id="{3EAFC586-7768-A5DE-0377-EDBAB1E13EE7}"/>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39" name="Graphic 8">
              <a:extLst>
                <a:ext uri="{FF2B5EF4-FFF2-40B4-BE49-F238E27FC236}">
                  <a16:creationId xmlns:a16="http://schemas.microsoft.com/office/drawing/2014/main" id="{D842B4DD-F1FB-EC35-383A-1F53319B094E}"/>
                </a:ext>
              </a:extLst>
            </p:cNvPr>
            <p:cNvGrpSpPr/>
            <p:nvPr/>
          </p:nvGrpSpPr>
          <p:grpSpPr>
            <a:xfrm>
              <a:off x="265625" y="6323271"/>
              <a:ext cx="1249223" cy="190348"/>
              <a:chOff x="265625" y="6323271"/>
              <a:chExt cx="1249223" cy="190348"/>
            </a:xfrm>
            <a:grpFill/>
          </p:grpSpPr>
          <p:sp>
            <p:nvSpPr>
              <p:cNvPr id="40" name="Freeform 60">
                <a:extLst>
                  <a:ext uri="{FF2B5EF4-FFF2-40B4-BE49-F238E27FC236}">
                    <a16:creationId xmlns:a16="http://schemas.microsoft.com/office/drawing/2014/main" id="{BFA6694F-C1C2-7D3E-CB1D-C91AE343F373}"/>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41" name="Freeform 61">
                <a:extLst>
                  <a:ext uri="{FF2B5EF4-FFF2-40B4-BE49-F238E27FC236}">
                    <a16:creationId xmlns:a16="http://schemas.microsoft.com/office/drawing/2014/main" id="{A6D92E3F-3118-57BB-C0B4-66DCA0299E88}"/>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42" name="Freeform 62">
                <a:extLst>
                  <a:ext uri="{FF2B5EF4-FFF2-40B4-BE49-F238E27FC236}">
                    <a16:creationId xmlns:a16="http://schemas.microsoft.com/office/drawing/2014/main" id="{5A01F2AD-EA45-EB64-56BC-05C1C6993AA8}"/>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43" name="Freeform 63">
                <a:extLst>
                  <a:ext uri="{FF2B5EF4-FFF2-40B4-BE49-F238E27FC236}">
                    <a16:creationId xmlns:a16="http://schemas.microsoft.com/office/drawing/2014/main" id="{E88E6DB9-04BF-52E9-243F-9C0129D0D9E3}"/>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44" name="Freeform 64">
                <a:extLst>
                  <a:ext uri="{FF2B5EF4-FFF2-40B4-BE49-F238E27FC236}">
                    <a16:creationId xmlns:a16="http://schemas.microsoft.com/office/drawing/2014/main" id="{269D09DD-6D49-9D68-0318-D45B96F85FCE}"/>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45" name="Freeform 65">
                <a:extLst>
                  <a:ext uri="{FF2B5EF4-FFF2-40B4-BE49-F238E27FC236}">
                    <a16:creationId xmlns:a16="http://schemas.microsoft.com/office/drawing/2014/main" id="{14ED6E64-9503-EAFF-07F3-B2BEB464C499}"/>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46" name="Freeform 66">
                <a:extLst>
                  <a:ext uri="{FF2B5EF4-FFF2-40B4-BE49-F238E27FC236}">
                    <a16:creationId xmlns:a16="http://schemas.microsoft.com/office/drawing/2014/main" id="{57E06DF9-22C9-B636-2D5D-1FE4635EF8A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sp>
        <p:nvSpPr>
          <p:cNvPr id="4" name="TextBox 3">
            <a:extLst>
              <a:ext uri="{FF2B5EF4-FFF2-40B4-BE49-F238E27FC236}">
                <a16:creationId xmlns:a16="http://schemas.microsoft.com/office/drawing/2014/main" id="{CFD3FFDA-55E7-C453-30A5-BFF418716CBF}"/>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chemeClr val="tx1"/>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chemeClr val="tx1"/>
              </a:solidFill>
              <a:latin typeface="+mn-lt"/>
              <a:sym typeface="Arial" panose="020B0604020202020204" pitchFamily="34" charset="0"/>
              <a:rtl val="0"/>
            </a:endParaRPr>
          </a:p>
        </p:txBody>
      </p:sp>
    </p:spTree>
    <p:extLst>
      <p:ext uri="{BB962C8B-B14F-4D97-AF65-F5344CB8AC3E}">
        <p14:creationId xmlns:p14="http://schemas.microsoft.com/office/powerpoint/2010/main" val="29394211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16="http://schemas.microsoft.com/office/drawing/2014/main" xmlns="">
      <p:transition spd="med">
        <p:fade/>
      </p:transition>
    </mc:Fallback>
  </mc:AlternateConten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p:cSld name="Title and Sub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D90EF1-7A6F-4CAE-80CD-2BC8A8107F0C}"/>
              </a:ext>
            </a:extLst>
          </p:cNvPr>
          <p:cNvSpPr>
            <a:spLocks noGrp="1"/>
          </p:cNvSpPr>
          <p:nvPr>
            <p:ph type="title" hasCustomPrompt="1"/>
          </p:nvPr>
        </p:nvSpPr>
        <p:spPr/>
        <p:txBody>
          <a:bodyPr/>
          <a:lstStyle>
            <a:lvl1pPr>
              <a:defRPr>
                <a:solidFill>
                  <a:schemeClr val="tx1"/>
                </a:solidFill>
              </a:defRPr>
            </a:lvl1pPr>
          </a:lstStyle>
          <a:p>
            <a:r>
              <a:rPr lang="en-US" dirty="0"/>
              <a:t>Click to Add One Line Title</a:t>
            </a:r>
          </a:p>
        </p:txBody>
      </p:sp>
      <p:sp>
        <p:nvSpPr>
          <p:cNvPr id="9" name="Subtitle 2">
            <a:extLst>
              <a:ext uri="{FF2B5EF4-FFF2-40B4-BE49-F238E27FC236}">
                <a16:creationId xmlns:a16="http://schemas.microsoft.com/office/drawing/2014/main" id="{C28211D2-9BBA-4EB9-8867-E2CC72E9E0D1}"/>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6" name="page number">
            <a:extLst>
              <a:ext uri="{FF2B5EF4-FFF2-40B4-BE49-F238E27FC236}">
                <a16:creationId xmlns:a16="http://schemas.microsoft.com/office/drawing/2014/main" id="{F2584149-C6DB-AE45-B715-90B7DF169DD6}"/>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5" name="page number">
            <a:extLst>
              <a:ext uri="{FF2B5EF4-FFF2-40B4-BE49-F238E27FC236}">
                <a16:creationId xmlns:a16="http://schemas.microsoft.com/office/drawing/2014/main" id="{F2584149-C6DB-AE45-B715-90B7DF169DD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dirty="0">
              <a:solidFill>
                <a:schemeClr val="tx1"/>
              </a:solidFill>
            </a:endParaRPr>
          </a:p>
        </p:txBody>
      </p:sp>
    </p:spTree>
    <p:extLst>
      <p:ext uri="{BB962C8B-B14F-4D97-AF65-F5344CB8AC3E}">
        <p14:creationId xmlns:p14="http://schemas.microsoft.com/office/powerpoint/2010/main" val="18039428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D90EF1-7A6F-4CAE-80CD-2BC8A8107F0C}"/>
              </a:ext>
            </a:extLst>
          </p:cNvPr>
          <p:cNvSpPr>
            <a:spLocks noGrp="1"/>
          </p:cNvSpPr>
          <p:nvPr>
            <p:ph type="title" hasCustomPrompt="1"/>
          </p:nvPr>
        </p:nvSpPr>
        <p:spPr/>
        <p:txBody>
          <a:bodyPr/>
          <a:lstStyle>
            <a:lvl1pPr>
              <a:defRPr>
                <a:solidFill>
                  <a:schemeClr val="tx1"/>
                </a:solidFill>
              </a:defRPr>
            </a:lvl1pPr>
          </a:lstStyle>
          <a:p>
            <a:r>
              <a:rPr lang="en-US" dirty="0"/>
              <a:t>Click to Add One Line Title</a:t>
            </a:r>
          </a:p>
        </p:txBody>
      </p:sp>
      <p:sp>
        <p:nvSpPr>
          <p:cNvPr id="6" name="page number">
            <a:extLst>
              <a:ext uri="{FF2B5EF4-FFF2-40B4-BE49-F238E27FC236}">
                <a16:creationId xmlns:a16="http://schemas.microsoft.com/office/drawing/2014/main" id="{F2584149-C6DB-AE45-B715-90B7DF169DD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33480020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p:cSld name="Title, Sub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924E83-0498-4D8B-94A0-3FF7CDD8F127}"/>
              </a:ext>
            </a:extLst>
          </p:cNvPr>
          <p:cNvSpPr>
            <a:spLocks noGrp="1"/>
          </p:cNvSpPr>
          <p:nvPr>
            <p:ph type="title" hasCustomPrompt="1"/>
          </p:nvPr>
        </p:nvSpPr>
        <p:spPr/>
        <p:txBody>
          <a:bodyPr/>
          <a:lstStyle>
            <a:lvl1pPr>
              <a:defRPr>
                <a:solidFill>
                  <a:schemeClr val="tx1"/>
                </a:solidFill>
              </a:defRPr>
            </a:lvl1pPr>
          </a:lstStyle>
          <a:p>
            <a:r>
              <a:rPr lang="en-US" dirty="0"/>
              <a:t>Single Content Layout Click to Add One Line Title</a:t>
            </a:r>
          </a:p>
        </p:txBody>
      </p:sp>
      <p:sp>
        <p:nvSpPr>
          <p:cNvPr id="8" name="Subtitle 2">
            <a:extLst>
              <a:ext uri="{FF2B5EF4-FFF2-40B4-BE49-F238E27FC236}">
                <a16:creationId xmlns:a16="http://schemas.microsoft.com/office/drawing/2014/main" id="{216D2F66-BB7F-4F0E-A224-A105F87676EF}"/>
              </a:ext>
            </a:extLst>
          </p:cNvPr>
          <p:cNvSpPr>
            <a:spLocks noGrp="1"/>
          </p:cNvSpPr>
          <p:nvPr>
            <p:ph type="subTitle" idx="10" hasCustomPrompt="1"/>
          </p:nvPr>
        </p:nvSpPr>
        <p:spPr>
          <a:xfrm>
            <a:off x="592866" y="811830"/>
            <a:ext cx="1098794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18" name="Content Placeholder 17">
            <a:extLst>
              <a:ext uri="{FF2B5EF4-FFF2-40B4-BE49-F238E27FC236}">
                <a16:creationId xmlns:a16="http://schemas.microsoft.com/office/drawing/2014/main" id="{D034FA3F-D529-4D8B-B6EC-A8341FCAF67E}"/>
              </a:ext>
            </a:extLst>
          </p:cNvPr>
          <p:cNvSpPr>
            <a:spLocks noGrp="1"/>
          </p:cNvSpPr>
          <p:nvPr>
            <p:ph sz="quarter" idx="14" hasCustomPrompt="1"/>
          </p:nvPr>
        </p:nvSpPr>
        <p:spPr>
          <a:xfrm>
            <a:off x="616505" y="1600201"/>
            <a:ext cx="10972800" cy="4572000"/>
          </a:xfrm>
        </p:spPr>
        <p:txBody>
          <a:bodyPr/>
          <a:lstStyle>
            <a:lvl1pPr>
              <a:spcBef>
                <a:spcPts val="0"/>
              </a:spcBef>
              <a:defRPr>
                <a:solidFill>
                  <a:schemeClr val="tx1"/>
                </a:solidFill>
              </a:defRPr>
            </a:lvl1pPr>
            <a:lvl2pPr>
              <a:spcBef>
                <a:spcPts val="0"/>
              </a:spcBef>
              <a:defRPr>
                <a:solidFill>
                  <a:schemeClr val="tx1"/>
                </a:solidFill>
              </a:defRPr>
            </a:lvl2pPr>
            <a:lvl3pPr>
              <a:spcBef>
                <a:spcPts val="0"/>
              </a:spcBef>
              <a:defRPr>
                <a:solidFill>
                  <a:schemeClr val="tx1"/>
                </a:solidFill>
              </a:defRPr>
            </a:lvl3pPr>
            <a:lvl4pPr>
              <a:spcBef>
                <a:spcPts val="0"/>
              </a:spcBef>
              <a:defRPr>
                <a:solidFill>
                  <a:schemeClr val="tx1"/>
                </a:solidFill>
              </a:defRPr>
            </a:lvl4pPr>
            <a:lvl5pPr>
              <a:spcBef>
                <a:spcPts val="0"/>
              </a:spcBef>
              <a:defRPr>
                <a:solidFill>
                  <a:schemeClr val="tx1"/>
                </a:solidFill>
              </a:defRPr>
            </a:lvl5pPr>
            <a:lvl6pPr>
              <a:defRPr/>
            </a:lvl6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page number">
            <a:extLst>
              <a:ext uri="{FF2B5EF4-FFF2-40B4-BE49-F238E27FC236}">
                <a16:creationId xmlns:a16="http://schemas.microsoft.com/office/drawing/2014/main" id="{175B5FDB-839C-A941-B264-01387F31F005}"/>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6" name="page number">
            <a:extLst>
              <a:ext uri="{FF2B5EF4-FFF2-40B4-BE49-F238E27FC236}">
                <a16:creationId xmlns:a16="http://schemas.microsoft.com/office/drawing/2014/main" id="{175B5FDB-839C-A941-B264-01387F31F00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17922861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p:cSld name="Two-Content Balance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000E4C6-16B5-49A9-898A-3B53C5AB065D}"/>
              </a:ext>
            </a:extLst>
          </p:cNvPr>
          <p:cNvSpPr>
            <a:spLocks noGrp="1"/>
          </p:cNvSpPr>
          <p:nvPr>
            <p:ph type="title" hasCustomPrompt="1"/>
          </p:nvPr>
        </p:nvSpPr>
        <p:spPr/>
        <p:txBody>
          <a:bodyPr/>
          <a:lstStyle>
            <a:lvl1pPr>
              <a:defRPr>
                <a:solidFill>
                  <a:schemeClr val="tx1"/>
                </a:solidFill>
              </a:defRPr>
            </a:lvl1pPr>
          </a:lstStyle>
          <a:p>
            <a:r>
              <a:rPr lang="en-US" dirty="0"/>
              <a:t>Two-content Layout Click to Add One Line Title</a:t>
            </a:r>
          </a:p>
        </p:txBody>
      </p:sp>
      <p:sp>
        <p:nvSpPr>
          <p:cNvPr id="8" name="Subtitle 2">
            <a:extLst>
              <a:ext uri="{FF2B5EF4-FFF2-40B4-BE49-F238E27FC236}">
                <a16:creationId xmlns:a16="http://schemas.microsoft.com/office/drawing/2014/main" id="{38535540-CB20-4CD5-9F73-DB64F5A49CD3}"/>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4" name="Content Placeholder 3">
            <a:extLst>
              <a:ext uri="{FF2B5EF4-FFF2-40B4-BE49-F238E27FC236}">
                <a16:creationId xmlns:a16="http://schemas.microsoft.com/office/drawing/2014/main" id="{87AF420A-ED2C-4AD1-A28B-EB26178557DE}"/>
              </a:ext>
            </a:extLst>
          </p:cNvPr>
          <p:cNvSpPr>
            <a:spLocks noGrp="1"/>
          </p:cNvSpPr>
          <p:nvPr>
            <p:ph sz="quarter" idx="17" hasCustomPrompt="1"/>
          </p:nvPr>
        </p:nvSpPr>
        <p:spPr>
          <a:xfrm>
            <a:off x="608013" y="1600200"/>
            <a:ext cx="5313783" cy="4572000"/>
          </a:xfrm>
        </p:spPr>
        <p:txBody>
          <a:bodyPr vert="horz" lIns="0" tIns="0" rIns="0" bIns="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lang="en-US" sz="1200" dirty="0">
                <a:solidFill>
                  <a:schemeClr val="tx1"/>
                </a:solidFill>
              </a:defRPr>
            </a:lvl6pPr>
            <a:lvl7pPr>
              <a:defRPr lang="en-US" sz="1200" dirty="0">
                <a:solidFill>
                  <a:schemeClr val="tx1"/>
                </a:solidFill>
              </a:defRPr>
            </a:lvl7pPr>
            <a:lvl8pPr>
              <a:defRPr lang="en-US" sz="1200" dirty="0">
                <a:solidFill>
                  <a:schemeClr val="tx1"/>
                </a:solidFill>
              </a:defRPr>
            </a:lvl8pPr>
            <a:lvl9pPr>
              <a:defRPr lang="en-US" sz="1200" dirty="0">
                <a:solidFill>
                  <a:schemeClr val="tx1"/>
                </a:solidFill>
              </a:defRPr>
            </a:lvl9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12" name="Content Placeholder 3">
            <a:extLst>
              <a:ext uri="{FF2B5EF4-FFF2-40B4-BE49-F238E27FC236}">
                <a16:creationId xmlns:a16="http://schemas.microsoft.com/office/drawing/2014/main" id="{CD860A49-A98C-4F0E-AB34-4E13B89D5EBC}"/>
              </a:ext>
            </a:extLst>
          </p:cNvPr>
          <p:cNvSpPr>
            <a:spLocks noGrp="1"/>
          </p:cNvSpPr>
          <p:nvPr>
            <p:ph sz="quarter" idx="18" hasCustomPrompt="1"/>
          </p:nvPr>
        </p:nvSpPr>
        <p:spPr>
          <a:xfrm>
            <a:off x="6267030" y="1600200"/>
            <a:ext cx="5313783" cy="4572000"/>
          </a:xfrm>
        </p:spPr>
        <p:txBody>
          <a:bodyPr vert="horz" lIns="0" tIns="0" rIns="0" bIns="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lang="en-US" sz="1200" dirty="0">
                <a:solidFill>
                  <a:schemeClr val="tx1"/>
                </a:solidFill>
              </a:defRPr>
            </a:lvl6pPr>
            <a:lvl7pPr>
              <a:defRPr lang="en-US" sz="1200" dirty="0">
                <a:solidFill>
                  <a:schemeClr val="tx1"/>
                </a:solidFill>
              </a:defRPr>
            </a:lvl7pPr>
            <a:lvl8pPr>
              <a:defRPr lang="en-US" sz="1200" dirty="0">
                <a:solidFill>
                  <a:schemeClr val="tx1"/>
                </a:solidFill>
              </a:defRPr>
            </a:lvl8pPr>
            <a:lvl9pPr>
              <a:defRPr lang="en-US" sz="1200" dirty="0">
                <a:solidFill>
                  <a:schemeClr val="tx1"/>
                </a:solidFill>
              </a:defRPr>
            </a:lvl9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7" name="page number">
            <a:extLst>
              <a:ext uri="{FF2B5EF4-FFF2-40B4-BE49-F238E27FC236}">
                <a16:creationId xmlns:a16="http://schemas.microsoft.com/office/drawing/2014/main" id="{306FFEC8-099C-484D-841A-7FCB225B1895}"/>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9" name="page number">
            <a:extLst>
              <a:ext uri="{FF2B5EF4-FFF2-40B4-BE49-F238E27FC236}">
                <a16:creationId xmlns:a16="http://schemas.microsoft.com/office/drawing/2014/main" id="{306FFEC8-099C-484D-841A-7FCB225B189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37508303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p:cSld name="Two-Content Balanced Color on Right">
    <p:spTree>
      <p:nvGrpSpPr>
        <p:cNvPr id="1" name=""/>
        <p:cNvGrpSpPr/>
        <p:nvPr/>
      </p:nvGrpSpPr>
      <p:grpSpPr>
        <a:xfrm>
          <a:off x="0" y="0"/>
          <a:ext cx="0" cy="0"/>
          <a:chOff x="0" y="0"/>
          <a:chExt cx="0" cy="0"/>
        </a:xfrm>
      </p:grpSpPr>
      <p:sp>
        <p:nvSpPr>
          <p:cNvPr id="72" name="Content Placeholder 17">
            <a:extLst>
              <a:ext uri="{FF2B5EF4-FFF2-40B4-BE49-F238E27FC236}">
                <a16:creationId xmlns:a16="http://schemas.microsoft.com/office/drawing/2014/main" id="{A0456ED3-FDC5-4E29-B939-E35EA08477CA}"/>
              </a:ext>
            </a:extLst>
          </p:cNvPr>
          <p:cNvSpPr>
            <a:spLocks noGrp="1"/>
          </p:cNvSpPr>
          <p:nvPr>
            <p:ph sz="quarter" idx="16" hasCustomPrompt="1"/>
          </p:nvPr>
        </p:nvSpPr>
        <p:spPr bwMode="ltGray">
          <a:xfrm>
            <a:off x="6323381" y="1600201"/>
            <a:ext cx="5865445" cy="4572000"/>
          </a:xfrm>
          <a:solidFill>
            <a:schemeClr val="bg1">
              <a:alpha val="20000"/>
            </a:schemeClr>
          </a:solidFill>
        </p:spPr>
        <p:txBody>
          <a:bodyPr vert="horz" lIns="457200" tIns="457200" rIns="457200" bIns="45720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18" name="Content Placeholder 17">
            <a:extLst>
              <a:ext uri="{FF2B5EF4-FFF2-40B4-BE49-F238E27FC236}">
                <a16:creationId xmlns:a16="http://schemas.microsoft.com/office/drawing/2014/main" id="{D034FA3F-D529-4D8B-B6EC-A8341FCAF67E}"/>
              </a:ext>
            </a:extLst>
          </p:cNvPr>
          <p:cNvSpPr>
            <a:spLocks noGrp="1"/>
          </p:cNvSpPr>
          <p:nvPr>
            <p:ph sz="quarter" idx="14" hasCustomPrompt="1"/>
          </p:nvPr>
        </p:nvSpPr>
        <p:spPr bwMode="ltGray">
          <a:xfrm>
            <a:off x="0" y="1600201"/>
            <a:ext cx="5893593" cy="4572000"/>
          </a:xfrm>
          <a:noFill/>
        </p:spPr>
        <p:txBody>
          <a:bodyPr vert="horz" lIns="640080" tIns="457200" rIns="457200" bIns="457200" rtlCol="0">
            <a:noAutofit/>
          </a:bodyPr>
          <a:lstStyle>
            <a:lvl1pPr>
              <a:spcBef>
                <a:spcPts val="1200"/>
              </a:spcBef>
              <a:buClr>
                <a:schemeClr val="tx1"/>
              </a:buClr>
              <a:defRPr lang="en-US" sz="1800" dirty="0">
                <a:solidFill>
                  <a:schemeClr val="tx1"/>
                </a:solidFill>
              </a:defRPr>
            </a:lvl1pPr>
            <a:lvl2pPr>
              <a:buClr>
                <a:schemeClr val="tx1"/>
              </a:buClr>
              <a:defRPr lang="en-US" sz="1600" dirty="0">
                <a:solidFill>
                  <a:schemeClr val="tx1"/>
                </a:solidFill>
              </a:defRPr>
            </a:lvl2pPr>
            <a:lvl3pPr>
              <a:buClr>
                <a:schemeClr val="tx1"/>
              </a:buClr>
              <a:defRPr lang="en-US" sz="1400" dirty="0">
                <a:solidFill>
                  <a:schemeClr val="tx1"/>
                </a:solidFill>
              </a:defRPr>
            </a:lvl3pPr>
            <a:lvl4pPr>
              <a:buClr>
                <a:schemeClr val="tx1"/>
              </a:buClr>
              <a:defRPr lang="en-US" sz="1200" dirty="0">
                <a:solidFill>
                  <a:schemeClr val="tx1"/>
                </a:solidFill>
              </a:defRPr>
            </a:lvl4pPr>
            <a:lvl5pPr>
              <a:buClr>
                <a:schemeClr val="tx1"/>
              </a:buClr>
              <a:defRPr lang="en-US" sz="1200" dirty="0">
                <a:solidFill>
                  <a:schemeClr val="tx1"/>
                </a:solidFill>
              </a:defRPr>
            </a:lvl5pPr>
            <a:lvl6pPr>
              <a:buClrTx/>
              <a:defRPr sz="1400">
                <a:solidFill>
                  <a:schemeClr val="tx1"/>
                </a:solidFill>
              </a:defRPr>
            </a:lvl6pPr>
            <a:lvl7pPr>
              <a:buClrTx/>
              <a:defRPr sz="1400">
                <a:solidFill>
                  <a:schemeClr val="tx1"/>
                </a:solidFill>
              </a:defRPr>
            </a:lvl7pPr>
            <a:lvl8pPr>
              <a:buClr>
                <a:schemeClr val="tx1"/>
              </a:buClr>
              <a:defRPr sz="1400">
                <a:solidFill>
                  <a:schemeClr val="tx1"/>
                </a:solidFill>
              </a:defRPr>
            </a:lvl8pPr>
            <a:lvl9pPr>
              <a:buClr>
                <a:schemeClr val="tx1"/>
              </a:buClr>
              <a:defRPr sz="1400">
                <a:solidFill>
                  <a:schemeClr val="tx1"/>
                </a:solidFill>
              </a:defRPr>
            </a:lvl9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8" name="Subtitle 2">
            <a:extLst>
              <a:ext uri="{FF2B5EF4-FFF2-40B4-BE49-F238E27FC236}">
                <a16:creationId xmlns:a16="http://schemas.microsoft.com/office/drawing/2014/main" id="{38535540-CB20-4CD5-9F73-DB64F5A49CD3}"/>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3" name="Title 2">
            <a:extLst>
              <a:ext uri="{FF2B5EF4-FFF2-40B4-BE49-F238E27FC236}">
                <a16:creationId xmlns:a16="http://schemas.microsoft.com/office/drawing/2014/main" id="{E000E4C6-16B5-49A9-898A-3B53C5AB065D}"/>
              </a:ext>
            </a:extLst>
          </p:cNvPr>
          <p:cNvSpPr>
            <a:spLocks noGrp="1"/>
          </p:cNvSpPr>
          <p:nvPr>
            <p:ph type="title" hasCustomPrompt="1"/>
          </p:nvPr>
        </p:nvSpPr>
        <p:spPr/>
        <p:txBody>
          <a:bodyPr/>
          <a:lstStyle>
            <a:lvl1pPr>
              <a:defRPr>
                <a:solidFill>
                  <a:schemeClr val="tx1"/>
                </a:solidFill>
              </a:defRPr>
            </a:lvl1pPr>
          </a:lstStyle>
          <a:p>
            <a:r>
              <a:rPr lang="en-US"/>
              <a:t>Two-content Layout: Graphic on Left, Text on Right - Click to Edit</a:t>
            </a:r>
          </a:p>
        </p:txBody>
      </p:sp>
      <p:sp>
        <p:nvSpPr>
          <p:cNvPr id="7" name="page number">
            <a:extLst>
              <a:ext uri="{FF2B5EF4-FFF2-40B4-BE49-F238E27FC236}">
                <a16:creationId xmlns:a16="http://schemas.microsoft.com/office/drawing/2014/main" id="{1727F760-24DE-9A42-B7E9-356D8DC2BDAE}"/>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9" name="page number">
            <a:extLst>
              <a:ext uri="{FF2B5EF4-FFF2-40B4-BE49-F238E27FC236}">
                <a16:creationId xmlns:a16="http://schemas.microsoft.com/office/drawing/2014/main" id="{1727F760-24DE-9A42-B7E9-356D8DC2BDAE}"/>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10489017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p:cSld name="Two-Content Balanced Color on Lef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000E4C6-16B5-49A9-898A-3B53C5AB065D}"/>
              </a:ext>
            </a:extLst>
          </p:cNvPr>
          <p:cNvSpPr>
            <a:spLocks noGrp="1"/>
          </p:cNvSpPr>
          <p:nvPr>
            <p:ph type="title" hasCustomPrompt="1"/>
          </p:nvPr>
        </p:nvSpPr>
        <p:spPr/>
        <p:txBody>
          <a:bodyPr/>
          <a:lstStyle>
            <a:lvl1pPr>
              <a:defRPr>
                <a:solidFill>
                  <a:schemeClr val="tx1"/>
                </a:solidFill>
              </a:defRPr>
            </a:lvl1pPr>
          </a:lstStyle>
          <a:p>
            <a:r>
              <a:rPr lang="en-US"/>
              <a:t>Two-content Layout: Text on Left, Graphic on Right - Click to Edit</a:t>
            </a:r>
          </a:p>
        </p:txBody>
      </p:sp>
      <p:sp>
        <p:nvSpPr>
          <p:cNvPr id="8" name="Subtitle 2">
            <a:extLst>
              <a:ext uri="{FF2B5EF4-FFF2-40B4-BE49-F238E27FC236}">
                <a16:creationId xmlns:a16="http://schemas.microsoft.com/office/drawing/2014/main" id="{38535540-CB20-4CD5-9F73-DB64F5A49CD3}"/>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7" name="Content Placeholder 17">
            <a:extLst>
              <a:ext uri="{FF2B5EF4-FFF2-40B4-BE49-F238E27FC236}">
                <a16:creationId xmlns:a16="http://schemas.microsoft.com/office/drawing/2014/main" id="{E4143250-D1B5-E54B-9FA1-AB95D634DBC6}"/>
              </a:ext>
            </a:extLst>
          </p:cNvPr>
          <p:cNvSpPr>
            <a:spLocks noGrp="1"/>
          </p:cNvSpPr>
          <p:nvPr>
            <p:ph sz="quarter" idx="16" hasCustomPrompt="1"/>
          </p:nvPr>
        </p:nvSpPr>
        <p:spPr bwMode="ltGray">
          <a:xfrm>
            <a:off x="0" y="1600201"/>
            <a:ext cx="5865445" cy="4572000"/>
          </a:xfrm>
          <a:solidFill>
            <a:schemeClr val="bg1">
              <a:alpha val="20000"/>
            </a:schemeClr>
          </a:solidFill>
        </p:spPr>
        <p:txBody>
          <a:bodyPr vert="horz" lIns="640080" tIns="457200" rIns="457200" bIns="45720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7">
            <a:extLst>
              <a:ext uri="{FF2B5EF4-FFF2-40B4-BE49-F238E27FC236}">
                <a16:creationId xmlns:a16="http://schemas.microsoft.com/office/drawing/2014/main" id="{D034FA3F-D529-4D8B-B6EC-A8341FCAF67E}"/>
              </a:ext>
            </a:extLst>
          </p:cNvPr>
          <p:cNvSpPr>
            <a:spLocks noGrp="1"/>
          </p:cNvSpPr>
          <p:nvPr>
            <p:ph sz="quarter" idx="14" hasCustomPrompt="1"/>
          </p:nvPr>
        </p:nvSpPr>
        <p:spPr bwMode="ltGray">
          <a:xfrm>
            <a:off x="6323382" y="1600201"/>
            <a:ext cx="5865444" cy="4572000"/>
          </a:xfrm>
          <a:noFill/>
        </p:spPr>
        <p:txBody>
          <a:bodyPr vert="horz" lIns="457200" tIns="457200" rIns="457200" bIns="457200" rtlCol="0">
            <a:noAutofit/>
          </a:bodyPr>
          <a:lstStyle>
            <a:lvl1pPr>
              <a:spcBef>
                <a:spcPts val="1200"/>
              </a:spcBef>
              <a:defRPr lang="en-US" sz="1800" dirty="0">
                <a:solidFill>
                  <a:schemeClr val="tx1"/>
                </a:solidFill>
              </a:defRPr>
            </a:lvl1pPr>
            <a:lvl2pPr>
              <a:buClr>
                <a:schemeClr val="tx1"/>
              </a:buClr>
              <a:defRPr lang="en-US" sz="1600" dirty="0">
                <a:solidFill>
                  <a:schemeClr val="tx1"/>
                </a:solidFill>
              </a:defRPr>
            </a:lvl2pPr>
            <a:lvl3pPr>
              <a:buClr>
                <a:schemeClr val="tx1"/>
              </a:buClr>
              <a:defRPr lang="en-US" sz="1400" dirty="0">
                <a:solidFill>
                  <a:schemeClr val="tx1"/>
                </a:solidFill>
              </a:defRPr>
            </a:lvl3pPr>
            <a:lvl4pPr>
              <a:buClr>
                <a:schemeClr val="tx1"/>
              </a:buClr>
              <a:defRPr lang="en-US" sz="1200" dirty="0">
                <a:solidFill>
                  <a:schemeClr val="tx1"/>
                </a:solidFill>
              </a:defRPr>
            </a:lvl4pPr>
            <a:lvl5pPr>
              <a:buClr>
                <a:schemeClr val="tx1"/>
              </a:buClr>
              <a:defRPr lang="en-US" sz="1200" dirty="0">
                <a:solidFill>
                  <a:schemeClr val="tx1"/>
                </a:solidFill>
              </a:defRPr>
            </a:lvl5pPr>
            <a:lvl6pPr>
              <a:buClrTx/>
              <a:defRPr sz="1400">
                <a:solidFill>
                  <a:schemeClr val="tx1"/>
                </a:solidFill>
              </a:defRPr>
            </a:lvl6pPr>
            <a:lvl7pPr>
              <a:buClrTx/>
              <a:defRPr sz="1400">
                <a:solidFill>
                  <a:schemeClr val="tx1"/>
                </a:solidFill>
              </a:defRPr>
            </a:lvl7pPr>
            <a:lvl8pPr>
              <a:buClrTx/>
              <a:defRPr sz="1400">
                <a:solidFill>
                  <a:schemeClr val="tx1"/>
                </a:solidFill>
              </a:defRPr>
            </a:lvl8pPr>
            <a:lvl9pPr>
              <a:buClrTx/>
              <a:defRPr sz="1400">
                <a:solidFill>
                  <a:schemeClr val="tx1"/>
                </a:solidFill>
              </a:defRPr>
            </a:lvl9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page number">
            <a:extLst>
              <a:ext uri="{FF2B5EF4-FFF2-40B4-BE49-F238E27FC236}">
                <a16:creationId xmlns:a16="http://schemas.microsoft.com/office/drawing/2014/main" id="{4FD1F5D3-21E9-5341-B48A-48F1E4CF33AB}"/>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9" name="page number">
            <a:extLst>
              <a:ext uri="{FF2B5EF4-FFF2-40B4-BE49-F238E27FC236}">
                <a16:creationId xmlns:a16="http://schemas.microsoft.com/office/drawing/2014/main" id="{4FD1F5D3-21E9-5341-B48A-48F1E4CF33AB}"/>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6162029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6A1FE0B-90B1-4BED-9AA5-6DC9F6424E67}"/>
              </a:ext>
            </a:extLst>
          </p:cNvPr>
          <p:cNvSpPr>
            <a:spLocks noGrp="1"/>
          </p:cNvSpPr>
          <p:nvPr>
            <p:ph type="title" hasCustomPrompt="1"/>
          </p:nvPr>
        </p:nvSpPr>
        <p:spPr/>
        <p:txBody>
          <a:bodyPr/>
          <a:lstStyle>
            <a:lvl1pPr>
              <a:defRPr>
                <a:solidFill>
                  <a:schemeClr val="tx1"/>
                </a:solidFill>
              </a:defRPr>
            </a:lvl1pPr>
          </a:lstStyle>
          <a:p>
            <a:r>
              <a:rPr lang="en-US"/>
              <a:t>Two-content Text Comparison Layout</a:t>
            </a:r>
          </a:p>
        </p:txBody>
      </p:sp>
      <p:sp>
        <p:nvSpPr>
          <p:cNvPr id="13" name="Subtitle 2">
            <a:extLst>
              <a:ext uri="{FF2B5EF4-FFF2-40B4-BE49-F238E27FC236}">
                <a16:creationId xmlns:a16="http://schemas.microsoft.com/office/drawing/2014/main" id="{D541C7AA-97CA-4F96-9506-F144DA2CD8E2}"/>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11" name="Text Placeholder 4">
            <a:extLst>
              <a:ext uri="{FF2B5EF4-FFF2-40B4-BE49-F238E27FC236}">
                <a16:creationId xmlns:a16="http://schemas.microsoft.com/office/drawing/2014/main" id="{9E550D89-51A7-894E-88FB-394F3178F2EC}"/>
              </a:ext>
            </a:extLst>
          </p:cNvPr>
          <p:cNvSpPr>
            <a:spLocks noGrp="1"/>
          </p:cNvSpPr>
          <p:nvPr>
            <p:ph type="body" sz="quarter" idx="17" hasCustomPrompt="1"/>
          </p:nvPr>
        </p:nvSpPr>
        <p:spPr bwMode="gray">
          <a:xfrm>
            <a:off x="592866" y="1600202"/>
            <a:ext cx="5238974" cy="875370"/>
          </a:xfrm>
          <a:noFill/>
        </p:spPr>
        <p:txBody>
          <a:bodyPr vert="horz" lIns="0" tIns="91440" rIns="457200" bIns="91440" rtlCol="0" anchor="b">
            <a:noAutofit/>
          </a:bodyPr>
          <a:lstStyle>
            <a:lvl1pPr>
              <a:defRPr lang="en-US" dirty="0">
                <a:solidFill>
                  <a:schemeClr val="accent3"/>
                </a:solidFill>
              </a:defRPr>
            </a:lvl1pPr>
          </a:lstStyle>
          <a:p>
            <a:pPr lvl="0"/>
            <a:r>
              <a:rPr lang="en-US"/>
              <a:t>Click to add header </a:t>
            </a:r>
          </a:p>
        </p:txBody>
      </p:sp>
      <p:sp>
        <p:nvSpPr>
          <p:cNvPr id="14" name="Rectangle 13">
            <a:extLst>
              <a:ext uri="{FF2B5EF4-FFF2-40B4-BE49-F238E27FC236}">
                <a16:creationId xmlns:a16="http://schemas.microsoft.com/office/drawing/2014/main" id="{AA1B5F83-A93D-544C-8DB4-B164DBF2F72D}"/>
              </a:ext>
              <a:ext uri="{C183D7F6-B498-43B3-948B-1728B52AA6E4}">
                <adec:decorative xmlns:adec="http://schemas.microsoft.com/office/drawing/2017/decorative" val="1"/>
              </a:ext>
            </a:extLst>
          </p:cNvPr>
          <p:cNvSpPr/>
          <p:nvPr/>
        </p:nvSpPr>
        <p:spPr>
          <a:xfrm>
            <a:off x="592865" y="2484176"/>
            <a:ext cx="523897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0" name="Content Placeholder 17">
            <a:extLst>
              <a:ext uri="{FF2B5EF4-FFF2-40B4-BE49-F238E27FC236}">
                <a16:creationId xmlns:a16="http://schemas.microsoft.com/office/drawing/2014/main" id="{0170DFD5-97D2-3349-AE52-EB22861A6880}"/>
              </a:ext>
            </a:extLst>
          </p:cNvPr>
          <p:cNvSpPr>
            <a:spLocks noGrp="1"/>
          </p:cNvSpPr>
          <p:nvPr>
            <p:ph sz="quarter" idx="14" hasCustomPrompt="1"/>
          </p:nvPr>
        </p:nvSpPr>
        <p:spPr bwMode="gray">
          <a:xfrm>
            <a:off x="579808" y="2621020"/>
            <a:ext cx="5267273" cy="3544027"/>
          </a:xfrm>
        </p:spPr>
        <p:txBody>
          <a:bodyPr vert="horz" lIns="0" tIns="0" rIns="0" bIns="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ext Placeholder 4">
            <a:extLst>
              <a:ext uri="{FF2B5EF4-FFF2-40B4-BE49-F238E27FC236}">
                <a16:creationId xmlns:a16="http://schemas.microsoft.com/office/drawing/2014/main" id="{961E082F-F30B-BC46-BB99-CA9B65C08128}"/>
              </a:ext>
            </a:extLst>
          </p:cNvPr>
          <p:cNvSpPr>
            <a:spLocks noGrp="1"/>
          </p:cNvSpPr>
          <p:nvPr>
            <p:ph type="body" sz="quarter" idx="18" hasCustomPrompt="1"/>
          </p:nvPr>
        </p:nvSpPr>
        <p:spPr bwMode="gray">
          <a:xfrm>
            <a:off x="6370043" y="1600202"/>
            <a:ext cx="5238974" cy="875370"/>
          </a:xfrm>
          <a:noFill/>
        </p:spPr>
        <p:txBody>
          <a:bodyPr vert="horz" lIns="0" tIns="91440" rIns="457200" bIns="91440" rtlCol="0" anchor="b">
            <a:noAutofit/>
          </a:bodyPr>
          <a:lstStyle>
            <a:lvl1pPr>
              <a:defRPr lang="en-US" sz="2000">
                <a:solidFill>
                  <a:schemeClr val="accent4"/>
                </a:solidFill>
              </a:defRPr>
            </a:lvl1pPr>
          </a:lstStyle>
          <a:p>
            <a:pPr lvl="0"/>
            <a:r>
              <a:rPr lang="en-US"/>
              <a:t>Click to add header </a:t>
            </a:r>
          </a:p>
        </p:txBody>
      </p:sp>
      <p:sp>
        <p:nvSpPr>
          <p:cNvPr id="16" name="Rectangle 15">
            <a:extLst>
              <a:ext uri="{FF2B5EF4-FFF2-40B4-BE49-F238E27FC236}">
                <a16:creationId xmlns:a16="http://schemas.microsoft.com/office/drawing/2014/main" id="{417D4F8B-2025-D14C-A41E-9C0B401DE6B0}"/>
              </a:ext>
              <a:ext uri="{C183D7F6-B498-43B3-948B-1728B52AA6E4}">
                <adec:decorative xmlns:adec="http://schemas.microsoft.com/office/drawing/2017/decorative" val="1"/>
              </a:ext>
            </a:extLst>
          </p:cNvPr>
          <p:cNvSpPr/>
          <p:nvPr/>
        </p:nvSpPr>
        <p:spPr>
          <a:xfrm>
            <a:off x="6365191" y="2484176"/>
            <a:ext cx="523897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a:p>
            <a:pPr algn="ctr">
              <a:spcAft>
                <a:spcPts val="600"/>
              </a:spcAft>
            </a:pPr>
            <a:endParaRPr lang="en-US" sz="1200">
              <a:solidFill>
                <a:schemeClr val="bg1"/>
              </a:solidFill>
            </a:endParaRPr>
          </a:p>
        </p:txBody>
      </p:sp>
      <p:sp>
        <p:nvSpPr>
          <p:cNvPr id="9" name="Content Placeholder 17">
            <a:extLst>
              <a:ext uri="{FF2B5EF4-FFF2-40B4-BE49-F238E27FC236}">
                <a16:creationId xmlns:a16="http://schemas.microsoft.com/office/drawing/2014/main" id="{3EE56D9F-2DF2-4F43-A13A-4844DFE465AC}"/>
              </a:ext>
            </a:extLst>
          </p:cNvPr>
          <p:cNvSpPr>
            <a:spLocks noGrp="1"/>
          </p:cNvSpPr>
          <p:nvPr>
            <p:ph sz="quarter" idx="16" hasCustomPrompt="1"/>
          </p:nvPr>
        </p:nvSpPr>
        <p:spPr bwMode="gray">
          <a:xfrm>
            <a:off x="6369460" y="2621021"/>
            <a:ext cx="5238974" cy="3544027"/>
          </a:xfrm>
        </p:spPr>
        <p:txBody>
          <a:bodyPr vert="horz" lIns="0" tIns="0" rIns="0" bIns="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page number">
            <a:extLst>
              <a:ext uri="{FF2B5EF4-FFF2-40B4-BE49-F238E27FC236}">
                <a16:creationId xmlns:a16="http://schemas.microsoft.com/office/drawing/2014/main" id="{3E816477-50B7-9248-BE5F-B9062610CEEE}"/>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17" name="Rectangle 16">
            <a:extLst>
              <a:ext uri="{FF2B5EF4-FFF2-40B4-BE49-F238E27FC236}">
                <a16:creationId xmlns:a16="http://schemas.microsoft.com/office/drawing/2014/main" id="{AA1B5F83-A93D-544C-8DB4-B164DBF2F72D}"/>
              </a:ext>
              <a:ext uri="{C183D7F6-B498-43B3-948B-1728B52AA6E4}">
                <adec:decorative xmlns:adec="http://schemas.microsoft.com/office/drawing/2017/decorative" val="1"/>
              </a:ext>
            </a:extLst>
          </p:cNvPr>
          <p:cNvSpPr/>
          <p:nvPr userDrawn="1"/>
        </p:nvSpPr>
        <p:spPr>
          <a:xfrm>
            <a:off x="592865" y="2484176"/>
            <a:ext cx="523897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8" name="Rectangle 17">
            <a:extLst>
              <a:ext uri="{FF2B5EF4-FFF2-40B4-BE49-F238E27FC236}">
                <a16:creationId xmlns:a16="http://schemas.microsoft.com/office/drawing/2014/main" id="{417D4F8B-2025-D14C-A41E-9C0B401DE6B0}"/>
              </a:ext>
              <a:ext uri="{C183D7F6-B498-43B3-948B-1728B52AA6E4}">
                <adec:decorative xmlns:adec="http://schemas.microsoft.com/office/drawing/2017/decorative" val="1"/>
              </a:ext>
            </a:extLst>
          </p:cNvPr>
          <p:cNvSpPr/>
          <p:nvPr userDrawn="1"/>
        </p:nvSpPr>
        <p:spPr>
          <a:xfrm>
            <a:off x="6365191" y="2484176"/>
            <a:ext cx="523897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a:p>
            <a:pPr algn="ctr">
              <a:spcAft>
                <a:spcPts val="600"/>
              </a:spcAft>
            </a:pPr>
            <a:endParaRPr lang="en-US" sz="1200">
              <a:solidFill>
                <a:schemeClr val="bg1"/>
              </a:solidFill>
            </a:endParaRPr>
          </a:p>
        </p:txBody>
      </p:sp>
      <p:sp>
        <p:nvSpPr>
          <p:cNvPr id="19" name="page number">
            <a:extLst>
              <a:ext uri="{FF2B5EF4-FFF2-40B4-BE49-F238E27FC236}">
                <a16:creationId xmlns:a16="http://schemas.microsoft.com/office/drawing/2014/main" id="{3E816477-50B7-9248-BE5F-B9062610CEEE}"/>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120162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p:cSld name="Three-Content Comparis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5F2C94F-DA57-4BDB-8E5C-E4A0C7522314}"/>
              </a:ext>
            </a:extLst>
          </p:cNvPr>
          <p:cNvSpPr>
            <a:spLocks noGrp="1"/>
          </p:cNvSpPr>
          <p:nvPr>
            <p:ph type="title" hasCustomPrompt="1"/>
          </p:nvPr>
        </p:nvSpPr>
        <p:spPr/>
        <p:txBody>
          <a:bodyPr/>
          <a:lstStyle>
            <a:lvl1pPr>
              <a:defRPr>
                <a:solidFill>
                  <a:schemeClr val="tx1"/>
                </a:solidFill>
              </a:defRPr>
            </a:lvl1pPr>
          </a:lstStyle>
          <a:p>
            <a:r>
              <a:rPr lang="en-US"/>
              <a:t>Three-content Layout – Three Horizontal Text Boxes</a:t>
            </a:r>
          </a:p>
        </p:txBody>
      </p:sp>
      <p:sp>
        <p:nvSpPr>
          <p:cNvPr id="13" name="Subtitle 2">
            <a:extLst>
              <a:ext uri="{FF2B5EF4-FFF2-40B4-BE49-F238E27FC236}">
                <a16:creationId xmlns:a16="http://schemas.microsoft.com/office/drawing/2014/main" id="{FC59F98B-A991-4DEC-A409-289E778CB84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24" name="Text Placeholder 3">
            <a:extLst>
              <a:ext uri="{FF2B5EF4-FFF2-40B4-BE49-F238E27FC236}">
                <a16:creationId xmlns:a16="http://schemas.microsoft.com/office/drawing/2014/main" id="{E0956C27-3D46-7745-A4A9-42842784C100}"/>
              </a:ext>
            </a:extLst>
          </p:cNvPr>
          <p:cNvSpPr>
            <a:spLocks noGrp="1"/>
          </p:cNvSpPr>
          <p:nvPr>
            <p:ph type="body" sz="quarter" idx="28" hasCustomPrompt="1"/>
          </p:nvPr>
        </p:nvSpPr>
        <p:spPr>
          <a:xfrm>
            <a:off x="592866" y="1600200"/>
            <a:ext cx="3593592" cy="914400"/>
          </a:xfrm>
          <a:noFill/>
        </p:spPr>
        <p:txBody>
          <a:bodyPr lIns="0" tIns="91440" rIns="182880" bIns="91440" anchor="b"/>
          <a:lstStyle>
            <a:lvl1pPr>
              <a:defRPr sz="1800">
                <a:solidFill>
                  <a:schemeClr val="accent3"/>
                </a:solidFill>
              </a:defRPr>
            </a:lvl1pPr>
            <a:lvl2pPr marL="0" indent="0">
              <a:buFont typeface="Arial" panose="020B0604020202020204" pitchFamily="34" charset="0"/>
              <a:buChar char="​"/>
              <a:defRPr sz="1800">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add header</a:t>
            </a:r>
          </a:p>
        </p:txBody>
      </p:sp>
      <p:sp>
        <p:nvSpPr>
          <p:cNvPr id="27" name="Rectangle 26">
            <a:extLst>
              <a:ext uri="{FF2B5EF4-FFF2-40B4-BE49-F238E27FC236}">
                <a16:creationId xmlns:a16="http://schemas.microsoft.com/office/drawing/2014/main" id="{B164666E-28C9-844E-91D8-ECA2F1E57595}"/>
              </a:ext>
              <a:ext uri="{C183D7F6-B498-43B3-948B-1728B52AA6E4}">
                <adec:decorative xmlns:adec="http://schemas.microsoft.com/office/drawing/2017/decorative" val="1"/>
              </a:ext>
            </a:extLst>
          </p:cNvPr>
          <p:cNvSpPr/>
          <p:nvPr/>
        </p:nvSpPr>
        <p:spPr>
          <a:xfrm>
            <a:off x="592866" y="2511744"/>
            <a:ext cx="3593592"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0" name="Text Placeholder 15">
            <a:extLst>
              <a:ext uri="{FF2B5EF4-FFF2-40B4-BE49-F238E27FC236}">
                <a16:creationId xmlns:a16="http://schemas.microsoft.com/office/drawing/2014/main" id="{088F3A7B-ECB7-0E49-B754-464BE3E44868}"/>
              </a:ext>
            </a:extLst>
          </p:cNvPr>
          <p:cNvSpPr>
            <a:spLocks noGrp="1"/>
          </p:cNvSpPr>
          <p:nvPr>
            <p:ph type="body" sz="quarter" idx="27" hasCustomPrompt="1"/>
          </p:nvPr>
        </p:nvSpPr>
        <p:spPr>
          <a:xfrm>
            <a:off x="592866" y="2546329"/>
            <a:ext cx="3593592" cy="3627773"/>
          </a:xfrm>
          <a:noFill/>
          <a:ln>
            <a:noFill/>
          </a:ln>
        </p:spPr>
        <p:txBody>
          <a:bodyPr lIns="0" tIns="182880" rIns="182880" bIns="182880"/>
          <a:lstStyle>
            <a:lvl1pPr>
              <a:defRPr sz="1600">
                <a:solidFill>
                  <a:schemeClr val="tx1"/>
                </a:solidFill>
              </a:defRPr>
            </a:lvl1pPr>
          </a:lstStyle>
          <a:p>
            <a:r>
              <a:rPr lang="en-US" dirty="0"/>
              <a:t>Click to add text</a:t>
            </a:r>
          </a:p>
          <a:p>
            <a:r>
              <a:rPr lang="en-US" dirty="0"/>
              <a:t>Click to add text</a:t>
            </a:r>
          </a:p>
          <a:p>
            <a:r>
              <a:rPr lang="en-US" dirty="0"/>
              <a:t>Click to add text</a:t>
            </a:r>
          </a:p>
          <a:p>
            <a:r>
              <a:rPr lang="en-US" dirty="0"/>
              <a:t>Click to add text</a:t>
            </a:r>
          </a:p>
          <a:p>
            <a:endParaRPr lang="en-US" dirty="0"/>
          </a:p>
        </p:txBody>
      </p:sp>
      <p:sp>
        <p:nvSpPr>
          <p:cNvPr id="26" name="Text Placeholder 3">
            <a:extLst>
              <a:ext uri="{FF2B5EF4-FFF2-40B4-BE49-F238E27FC236}">
                <a16:creationId xmlns:a16="http://schemas.microsoft.com/office/drawing/2014/main" id="{88975597-2DC5-4748-87A2-37C22D522B0B}"/>
              </a:ext>
            </a:extLst>
          </p:cNvPr>
          <p:cNvSpPr>
            <a:spLocks noGrp="1"/>
          </p:cNvSpPr>
          <p:nvPr>
            <p:ph type="body" sz="quarter" idx="26" hasCustomPrompt="1"/>
          </p:nvPr>
        </p:nvSpPr>
        <p:spPr>
          <a:xfrm>
            <a:off x="4300806" y="1600200"/>
            <a:ext cx="3593592" cy="914400"/>
          </a:xfrm>
          <a:noFill/>
        </p:spPr>
        <p:txBody>
          <a:bodyPr lIns="0" tIns="91440" rIns="182880" bIns="91440" anchor="b"/>
          <a:lstStyle>
            <a:lvl1pPr>
              <a:defRPr sz="1800">
                <a:solidFill>
                  <a:schemeClr val="accent4"/>
                </a:solidFill>
              </a:defRPr>
            </a:lvl1pPr>
            <a:lvl2pPr marL="0" indent="0">
              <a:buFont typeface="Arial" panose="020B0604020202020204" pitchFamily="34" charset="0"/>
              <a:buChar char="​"/>
              <a:defRPr sz="1800">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add header</a:t>
            </a:r>
          </a:p>
        </p:txBody>
      </p:sp>
      <p:sp>
        <p:nvSpPr>
          <p:cNvPr id="28" name="Rectangle 27">
            <a:extLst>
              <a:ext uri="{FF2B5EF4-FFF2-40B4-BE49-F238E27FC236}">
                <a16:creationId xmlns:a16="http://schemas.microsoft.com/office/drawing/2014/main" id="{53DE0F89-6066-984A-B5C6-BC57894C3396}"/>
              </a:ext>
              <a:ext uri="{C183D7F6-B498-43B3-948B-1728B52AA6E4}">
                <adec:decorative xmlns:adec="http://schemas.microsoft.com/office/drawing/2017/decorative" val="1"/>
              </a:ext>
            </a:extLst>
          </p:cNvPr>
          <p:cNvSpPr/>
          <p:nvPr/>
        </p:nvSpPr>
        <p:spPr>
          <a:xfrm>
            <a:off x="4300806" y="2511744"/>
            <a:ext cx="3593592"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1" name="Text Placeholder 13">
            <a:extLst>
              <a:ext uri="{FF2B5EF4-FFF2-40B4-BE49-F238E27FC236}">
                <a16:creationId xmlns:a16="http://schemas.microsoft.com/office/drawing/2014/main" id="{44EE5778-B7AD-374C-B107-63971E570839}"/>
              </a:ext>
            </a:extLst>
          </p:cNvPr>
          <p:cNvSpPr>
            <a:spLocks noGrp="1"/>
          </p:cNvSpPr>
          <p:nvPr>
            <p:ph type="body" sz="quarter" idx="25" hasCustomPrompt="1"/>
          </p:nvPr>
        </p:nvSpPr>
        <p:spPr>
          <a:xfrm>
            <a:off x="4300806" y="2546329"/>
            <a:ext cx="3593592" cy="3627773"/>
          </a:xfrm>
          <a:noFill/>
          <a:ln>
            <a:noFill/>
          </a:ln>
        </p:spPr>
        <p:txBody>
          <a:bodyPr lIns="0" tIns="182880" rIns="182880" bIns="182880"/>
          <a:lstStyle>
            <a:lvl1pPr>
              <a:defRPr sz="1600">
                <a:solidFill>
                  <a:schemeClr val="tx1"/>
                </a:solidFill>
              </a:defRPr>
            </a:lvl1pPr>
          </a:lstStyle>
          <a:p>
            <a:r>
              <a:rPr lang="en-US"/>
              <a:t>Click to add text</a:t>
            </a:r>
          </a:p>
          <a:p>
            <a:r>
              <a:rPr lang="en-US"/>
              <a:t>Click to add text</a:t>
            </a:r>
          </a:p>
          <a:p>
            <a:r>
              <a:rPr lang="en-US"/>
              <a:t>Click to add text</a:t>
            </a:r>
          </a:p>
          <a:p>
            <a:r>
              <a:rPr lang="en-US"/>
              <a:t>Click to add text</a:t>
            </a:r>
          </a:p>
          <a:p>
            <a:endParaRPr lang="en-US"/>
          </a:p>
        </p:txBody>
      </p:sp>
      <p:sp>
        <p:nvSpPr>
          <p:cNvPr id="25" name="Text Placeholder 3">
            <a:extLst>
              <a:ext uri="{FF2B5EF4-FFF2-40B4-BE49-F238E27FC236}">
                <a16:creationId xmlns:a16="http://schemas.microsoft.com/office/drawing/2014/main" id="{F48BF931-C509-8F46-8576-3656F9F4BA19}"/>
              </a:ext>
            </a:extLst>
          </p:cNvPr>
          <p:cNvSpPr>
            <a:spLocks noGrp="1"/>
          </p:cNvSpPr>
          <p:nvPr>
            <p:ph type="body" sz="quarter" idx="23" hasCustomPrompt="1"/>
          </p:nvPr>
        </p:nvSpPr>
        <p:spPr>
          <a:xfrm>
            <a:off x="8008746" y="1600200"/>
            <a:ext cx="3593592" cy="914400"/>
          </a:xfrm>
          <a:noFill/>
        </p:spPr>
        <p:txBody>
          <a:bodyPr lIns="0" tIns="91440" rIns="182880" bIns="91440" anchor="b"/>
          <a:lstStyle>
            <a:lvl1pPr>
              <a:defRPr sz="1800">
                <a:solidFill>
                  <a:schemeClr val="accent6"/>
                </a:solidFill>
              </a:defRPr>
            </a:lvl1pPr>
            <a:lvl2pPr marL="0" indent="0">
              <a:buFont typeface="Arial" panose="020B0604020202020204" pitchFamily="34" charset="0"/>
              <a:buChar char="​"/>
              <a:defRPr sz="1800">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add header</a:t>
            </a:r>
          </a:p>
        </p:txBody>
      </p:sp>
      <p:sp>
        <p:nvSpPr>
          <p:cNvPr id="29" name="Rectangle 28">
            <a:extLst>
              <a:ext uri="{FF2B5EF4-FFF2-40B4-BE49-F238E27FC236}">
                <a16:creationId xmlns:a16="http://schemas.microsoft.com/office/drawing/2014/main" id="{97B963A1-3810-7A40-8918-6D6D68B4A836}"/>
              </a:ext>
              <a:ext uri="{C183D7F6-B498-43B3-948B-1728B52AA6E4}">
                <adec:decorative xmlns:adec="http://schemas.microsoft.com/office/drawing/2017/decorative" val="1"/>
              </a:ext>
            </a:extLst>
          </p:cNvPr>
          <p:cNvSpPr/>
          <p:nvPr/>
        </p:nvSpPr>
        <p:spPr>
          <a:xfrm>
            <a:off x="8008746" y="2509480"/>
            <a:ext cx="3593592" cy="50246"/>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2" name="Text Placeholder 12">
            <a:extLst>
              <a:ext uri="{FF2B5EF4-FFF2-40B4-BE49-F238E27FC236}">
                <a16:creationId xmlns:a16="http://schemas.microsoft.com/office/drawing/2014/main" id="{7C6F38D2-AD30-AE4E-B0AD-4BAFB463F8B5}"/>
              </a:ext>
            </a:extLst>
          </p:cNvPr>
          <p:cNvSpPr>
            <a:spLocks noGrp="1"/>
          </p:cNvSpPr>
          <p:nvPr>
            <p:ph type="body" sz="quarter" idx="24" hasCustomPrompt="1"/>
          </p:nvPr>
        </p:nvSpPr>
        <p:spPr>
          <a:xfrm>
            <a:off x="8008746" y="2546329"/>
            <a:ext cx="3593592" cy="3627773"/>
          </a:xfrm>
          <a:noFill/>
          <a:ln>
            <a:noFill/>
          </a:ln>
        </p:spPr>
        <p:txBody>
          <a:bodyPr lIns="0" tIns="182880" rIns="182880" bIns="182880"/>
          <a:lstStyle>
            <a:lvl1pPr>
              <a:defRPr sz="1600">
                <a:solidFill>
                  <a:schemeClr val="tx1"/>
                </a:solidFill>
              </a:defRPr>
            </a:lvl1pPr>
          </a:lstStyle>
          <a:p>
            <a:r>
              <a:rPr lang="en-US"/>
              <a:t>Click to add text</a:t>
            </a:r>
          </a:p>
          <a:p>
            <a:r>
              <a:rPr lang="en-US"/>
              <a:t>Click to add text</a:t>
            </a:r>
          </a:p>
          <a:p>
            <a:r>
              <a:rPr lang="en-US"/>
              <a:t>Click to add text</a:t>
            </a:r>
          </a:p>
          <a:p>
            <a:r>
              <a:rPr lang="en-US"/>
              <a:t>Click to add text</a:t>
            </a:r>
          </a:p>
          <a:p>
            <a:endParaRPr lang="en-US"/>
          </a:p>
        </p:txBody>
      </p:sp>
      <p:sp>
        <p:nvSpPr>
          <p:cNvPr id="15" name="page number">
            <a:extLst>
              <a:ext uri="{FF2B5EF4-FFF2-40B4-BE49-F238E27FC236}">
                <a16:creationId xmlns:a16="http://schemas.microsoft.com/office/drawing/2014/main" id="{7788490C-B63E-8E46-A9C1-9CF865F7FA57}"/>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14" name="Rectangle 13">
            <a:extLst>
              <a:ext uri="{FF2B5EF4-FFF2-40B4-BE49-F238E27FC236}">
                <a16:creationId xmlns:a16="http://schemas.microsoft.com/office/drawing/2014/main" id="{B164666E-28C9-844E-91D8-ECA2F1E57595}"/>
              </a:ext>
              <a:ext uri="{C183D7F6-B498-43B3-948B-1728B52AA6E4}">
                <adec:decorative xmlns:adec="http://schemas.microsoft.com/office/drawing/2017/decorative" val="1"/>
              </a:ext>
            </a:extLst>
          </p:cNvPr>
          <p:cNvSpPr/>
          <p:nvPr userDrawn="1"/>
        </p:nvSpPr>
        <p:spPr>
          <a:xfrm>
            <a:off x="592866" y="2511744"/>
            <a:ext cx="3593592"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6" name="Rectangle 15">
            <a:extLst>
              <a:ext uri="{FF2B5EF4-FFF2-40B4-BE49-F238E27FC236}">
                <a16:creationId xmlns:a16="http://schemas.microsoft.com/office/drawing/2014/main" id="{53DE0F89-6066-984A-B5C6-BC57894C3396}"/>
              </a:ext>
              <a:ext uri="{C183D7F6-B498-43B3-948B-1728B52AA6E4}">
                <adec:decorative xmlns:adec="http://schemas.microsoft.com/office/drawing/2017/decorative" val="1"/>
              </a:ext>
            </a:extLst>
          </p:cNvPr>
          <p:cNvSpPr/>
          <p:nvPr userDrawn="1"/>
        </p:nvSpPr>
        <p:spPr>
          <a:xfrm>
            <a:off x="4300806" y="2511744"/>
            <a:ext cx="3593592"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7" name="Rectangle 16">
            <a:extLst>
              <a:ext uri="{FF2B5EF4-FFF2-40B4-BE49-F238E27FC236}">
                <a16:creationId xmlns:a16="http://schemas.microsoft.com/office/drawing/2014/main" id="{97B963A1-3810-7A40-8918-6D6D68B4A836}"/>
              </a:ext>
              <a:ext uri="{C183D7F6-B498-43B3-948B-1728B52AA6E4}">
                <adec:decorative xmlns:adec="http://schemas.microsoft.com/office/drawing/2017/decorative" val="1"/>
              </a:ext>
            </a:extLst>
          </p:cNvPr>
          <p:cNvSpPr/>
          <p:nvPr userDrawn="1"/>
        </p:nvSpPr>
        <p:spPr>
          <a:xfrm>
            <a:off x="8008746" y="2509480"/>
            <a:ext cx="3593592" cy="50246"/>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8" name="page number">
            <a:extLst>
              <a:ext uri="{FF2B5EF4-FFF2-40B4-BE49-F238E27FC236}">
                <a16:creationId xmlns:a16="http://schemas.microsoft.com/office/drawing/2014/main" id="{7788490C-B63E-8E46-A9C1-9CF865F7FA57}"/>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24963177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p:cSld name="Two Content Dynamic – Lef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346AD2E-9306-49E7-A98B-7D26E458C2B2}"/>
              </a:ext>
            </a:extLst>
          </p:cNvPr>
          <p:cNvSpPr>
            <a:spLocks noGrp="1"/>
          </p:cNvSpPr>
          <p:nvPr>
            <p:ph type="title" hasCustomPrompt="1"/>
          </p:nvPr>
        </p:nvSpPr>
        <p:spPr/>
        <p:txBody>
          <a:bodyPr wrap="none"/>
          <a:lstStyle>
            <a:lvl1pPr>
              <a:defRPr>
                <a:solidFill>
                  <a:schemeClr val="tx1"/>
                </a:solidFill>
              </a:defRPr>
            </a:lvl1pPr>
          </a:lstStyle>
          <a:p>
            <a:r>
              <a:rPr lang="en-US"/>
              <a:t>Two-content Layout – Highlight Text on Left, Text/Graphic on Right</a:t>
            </a:r>
          </a:p>
        </p:txBody>
      </p:sp>
      <p:sp>
        <p:nvSpPr>
          <p:cNvPr id="14" name="Subtitle 2">
            <a:extLst>
              <a:ext uri="{FF2B5EF4-FFF2-40B4-BE49-F238E27FC236}">
                <a16:creationId xmlns:a16="http://schemas.microsoft.com/office/drawing/2014/main" id="{551435C2-3F7C-4835-8DB0-71E2C00537CF}"/>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add subtitle</a:t>
            </a:r>
          </a:p>
        </p:txBody>
      </p:sp>
      <p:sp>
        <p:nvSpPr>
          <p:cNvPr id="7" name="Rectangle 6">
            <a:extLst>
              <a:ext uri="{FF2B5EF4-FFF2-40B4-BE49-F238E27FC236}">
                <a16:creationId xmlns:a16="http://schemas.microsoft.com/office/drawing/2014/main" id="{D864AC6E-1611-244C-BA28-696924BAB259}"/>
              </a:ext>
              <a:ext uri="{C183D7F6-B498-43B3-948B-1728B52AA6E4}">
                <adec:decorative xmlns:adec="http://schemas.microsoft.com/office/drawing/2017/decorative" val="1"/>
              </a:ext>
            </a:extLst>
          </p:cNvPr>
          <p:cNvSpPr/>
          <p:nvPr/>
        </p:nvSpPr>
        <p:spPr>
          <a:xfrm flipV="1">
            <a:off x="0" y="1589925"/>
            <a:ext cx="2894012" cy="54864"/>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a:p>
            <a:pPr algn="ctr">
              <a:spcAft>
                <a:spcPts val="600"/>
              </a:spcAft>
            </a:pPr>
            <a:endParaRPr lang="en-US" sz="1200">
              <a:solidFill>
                <a:schemeClr val="bg1"/>
              </a:solidFill>
            </a:endParaRPr>
          </a:p>
        </p:txBody>
      </p:sp>
      <p:sp>
        <p:nvSpPr>
          <p:cNvPr id="4" name="Text Placeholder 3">
            <a:extLst>
              <a:ext uri="{FF2B5EF4-FFF2-40B4-BE49-F238E27FC236}">
                <a16:creationId xmlns:a16="http://schemas.microsoft.com/office/drawing/2014/main" id="{830FD232-93CB-4B54-A933-93C11B099F7A}"/>
              </a:ext>
            </a:extLst>
          </p:cNvPr>
          <p:cNvSpPr>
            <a:spLocks noGrp="1"/>
          </p:cNvSpPr>
          <p:nvPr>
            <p:ph type="body" sz="quarter" idx="20" hasCustomPrompt="1"/>
          </p:nvPr>
        </p:nvSpPr>
        <p:spPr>
          <a:xfrm>
            <a:off x="0" y="1644789"/>
            <a:ext cx="2894013" cy="4527410"/>
          </a:xfrm>
          <a:solidFill>
            <a:schemeClr val="bg1">
              <a:alpha val="20000"/>
            </a:schemeClr>
          </a:solidFill>
        </p:spPr>
        <p:txBody>
          <a:bodyPr vert="horz" lIns="457200" tIns="457200" rIns="457200" bIns="457200" rtlCol="0">
            <a:noAutofit/>
          </a:bodyPr>
          <a:lstStyle>
            <a:lvl1pPr>
              <a:defRPr lang="en-US" sz="1800" dirty="0">
                <a:solidFill>
                  <a:schemeClr val="tx1"/>
                </a:solidFill>
              </a:defRPr>
            </a:lvl1pPr>
            <a:lvl2pPr>
              <a:defRPr lang="en-US" sz="1600" dirty="0" smtClean="0">
                <a:solidFill>
                  <a:schemeClr val="tx1"/>
                </a:solidFill>
              </a:defRPr>
            </a:lvl2pPr>
            <a:lvl3pPr>
              <a:defRPr lang="en-US" sz="1400" dirty="0" smtClean="0">
                <a:solidFill>
                  <a:schemeClr val="tx1"/>
                </a:solidFill>
              </a:defRPr>
            </a:lvl3pPr>
            <a:lvl4pPr>
              <a:defRPr lang="en-US" sz="1200" dirty="0" smtClean="0">
                <a:solidFill>
                  <a:schemeClr val="tx1"/>
                </a:solidFill>
              </a:defRPr>
            </a:lvl4pPr>
            <a:lvl5pPr>
              <a:defRPr lang="en-US" sz="1200" dirty="0">
                <a:solidFill>
                  <a:schemeClr val="tx1"/>
                </a:solidFill>
              </a:defRPr>
            </a:lvl5pPr>
          </a:lstStyle>
          <a:p>
            <a:pPr lvl="0">
              <a:spcBef>
                <a:spcPts val="1200"/>
              </a:spcBef>
            </a:pPr>
            <a:r>
              <a:rPr lang="en-US"/>
              <a:t>Click to add text</a:t>
            </a:r>
          </a:p>
          <a:p>
            <a:pPr lvl="1"/>
            <a:r>
              <a:rPr lang="en-US"/>
              <a:t>Second level</a:t>
            </a:r>
          </a:p>
          <a:p>
            <a:pPr lvl="2"/>
            <a:r>
              <a:rPr lang="en-US"/>
              <a:t>Third level</a:t>
            </a:r>
          </a:p>
          <a:p>
            <a:pPr lvl="3"/>
            <a:r>
              <a:rPr lang="en-US"/>
              <a:t>Fourth level</a:t>
            </a:r>
          </a:p>
          <a:p>
            <a:pPr lvl="4"/>
            <a:r>
              <a:rPr lang="en-US"/>
              <a:t>Fifth level</a:t>
            </a:r>
          </a:p>
        </p:txBody>
      </p:sp>
      <p:sp>
        <p:nvSpPr>
          <p:cNvPr id="11" name="Content Placeholder 10">
            <a:extLst>
              <a:ext uri="{FF2B5EF4-FFF2-40B4-BE49-F238E27FC236}">
                <a16:creationId xmlns:a16="http://schemas.microsoft.com/office/drawing/2014/main" id="{577AE2CA-1B34-4F04-BD7F-F624F20E94FB}"/>
              </a:ext>
            </a:extLst>
          </p:cNvPr>
          <p:cNvSpPr>
            <a:spLocks noGrp="1"/>
          </p:cNvSpPr>
          <p:nvPr>
            <p:ph sz="quarter" idx="19" hasCustomPrompt="1"/>
          </p:nvPr>
        </p:nvSpPr>
        <p:spPr>
          <a:xfrm>
            <a:off x="3351213" y="1600200"/>
            <a:ext cx="8229600" cy="4572000"/>
          </a:xfrm>
        </p:spPr>
        <p:txBody>
          <a:bodyPr vert="horz" lIns="0" tIns="457200" rIns="0" bIns="0" rtlCol="0">
            <a:noAutofit/>
          </a:bodyPr>
          <a:lstStyle>
            <a:lvl1pPr>
              <a:defRPr lang="en-US" dirty="0" smtClean="0">
                <a:solidFill>
                  <a:schemeClr val="tx1"/>
                </a:solidFill>
              </a:defRPr>
            </a:lvl1pPr>
            <a:lvl2pPr>
              <a:defRPr lang="en-US" dirty="0" smtClean="0">
                <a:solidFill>
                  <a:schemeClr val="tx1"/>
                </a:solidFill>
              </a:defRPr>
            </a:lvl2pPr>
            <a:lvl3pPr>
              <a:defRPr lang="en-US" dirty="0" smtClean="0">
                <a:solidFill>
                  <a:schemeClr val="tx1"/>
                </a:solidFill>
              </a:defRPr>
            </a:lvl3pPr>
            <a:lvl4pPr>
              <a:defRPr lang="en-US" dirty="0" smtClean="0">
                <a:solidFill>
                  <a:schemeClr val="tx1"/>
                </a:solidFill>
              </a:defRPr>
            </a:lvl4pPr>
            <a:lvl5pPr>
              <a:defRPr lang="en-US" dirty="0" smtClean="0">
                <a:solidFill>
                  <a:schemeClr val="tx1"/>
                </a:solidFill>
              </a:defRPr>
            </a:lvl5pPr>
            <a:lvl6pPr>
              <a:defRPr lang="en-US" dirty="0" smtClean="0">
                <a:solidFill>
                  <a:schemeClr val="tx1"/>
                </a:solidFill>
              </a:defRPr>
            </a:lvl6pPr>
            <a:lvl7pPr>
              <a:defRPr lang="en-US" dirty="0" smtClean="0">
                <a:solidFill>
                  <a:schemeClr val="tx1"/>
                </a:solidFill>
              </a:defRPr>
            </a:lvl7pPr>
            <a:lvl8pPr>
              <a:defRPr lang="en-US" dirty="0">
                <a:solidFill>
                  <a:schemeClr val="tx1"/>
                </a:solidFill>
              </a:defRPr>
            </a:lvl8pPr>
          </a:lstStyle>
          <a:p>
            <a:pPr lvl="0"/>
            <a:r>
              <a:rPr lang="en-US" dirty="0"/>
              <a:t>Click to add text </a:t>
            </a:r>
          </a:p>
          <a:p>
            <a:pPr lvl="1"/>
            <a:r>
              <a:rPr lang="en-US" dirty="0"/>
              <a:t>Second level</a:t>
            </a:r>
          </a:p>
          <a:p>
            <a:pPr lvl="2"/>
            <a:r>
              <a:rPr lang="en-US" dirty="0"/>
              <a:t>Third level</a:t>
            </a:r>
          </a:p>
          <a:p>
            <a:pPr lvl="3"/>
            <a:r>
              <a:rPr lang="en-US" dirty="0"/>
              <a:t>Fourth level</a:t>
            </a:r>
          </a:p>
          <a:p>
            <a:pPr lvl="4"/>
            <a:r>
              <a:rPr lang="en-US" dirty="0"/>
              <a:t>Fifth level</a:t>
            </a:r>
          </a:p>
          <a:p>
            <a:pPr marL="1270000" lvl="5" indent="-117475"/>
            <a:r>
              <a:rPr lang="en-US" dirty="0"/>
              <a:t>Sixth level</a:t>
            </a:r>
          </a:p>
          <a:p>
            <a:pPr marL="1438275" lvl="6" indent="-117475"/>
            <a:r>
              <a:rPr lang="en-US" dirty="0"/>
              <a:t>Seventh level</a:t>
            </a:r>
          </a:p>
          <a:p>
            <a:pPr marL="1554163" lvl="7" indent="-115888">
              <a:lnSpc>
                <a:spcPct val="90000"/>
              </a:lnSpc>
            </a:pPr>
            <a:r>
              <a:rPr lang="en-US" dirty="0"/>
              <a:t>Ninth level</a:t>
            </a:r>
          </a:p>
        </p:txBody>
      </p:sp>
      <p:sp>
        <p:nvSpPr>
          <p:cNvPr id="8" name="page number">
            <a:extLst>
              <a:ext uri="{FF2B5EF4-FFF2-40B4-BE49-F238E27FC236}">
                <a16:creationId xmlns:a16="http://schemas.microsoft.com/office/drawing/2014/main" id="{1A93E906-C928-C345-B032-1F5C677FAEDD}"/>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9" name="Rectangle 8">
            <a:extLst>
              <a:ext uri="{FF2B5EF4-FFF2-40B4-BE49-F238E27FC236}">
                <a16:creationId xmlns:a16="http://schemas.microsoft.com/office/drawing/2014/main" id="{D864AC6E-1611-244C-BA28-696924BAB259}"/>
              </a:ext>
              <a:ext uri="{C183D7F6-B498-43B3-948B-1728B52AA6E4}">
                <adec:decorative xmlns:adec="http://schemas.microsoft.com/office/drawing/2017/decorative" val="1"/>
              </a:ext>
            </a:extLst>
          </p:cNvPr>
          <p:cNvSpPr/>
          <p:nvPr userDrawn="1"/>
        </p:nvSpPr>
        <p:spPr>
          <a:xfrm flipV="1">
            <a:off x="0" y="1589925"/>
            <a:ext cx="2894012" cy="54864"/>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a:p>
            <a:pPr algn="ctr">
              <a:spcAft>
                <a:spcPts val="600"/>
              </a:spcAft>
            </a:pPr>
            <a:endParaRPr lang="en-US" sz="1200">
              <a:solidFill>
                <a:schemeClr val="bg1"/>
              </a:solidFill>
            </a:endParaRPr>
          </a:p>
        </p:txBody>
      </p:sp>
      <p:sp>
        <p:nvSpPr>
          <p:cNvPr id="10" name="page number">
            <a:extLst>
              <a:ext uri="{FF2B5EF4-FFF2-40B4-BE49-F238E27FC236}">
                <a16:creationId xmlns:a16="http://schemas.microsoft.com/office/drawing/2014/main" id="{1A93E906-C928-C345-B032-1F5C677FAEDD}"/>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25410844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p:cSld name="Two Content Dynamic – Righ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92A934A-AC6B-460C-9C93-B13CF6B6263F}"/>
              </a:ext>
            </a:extLst>
          </p:cNvPr>
          <p:cNvSpPr>
            <a:spLocks noGrp="1"/>
          </p:cNvSpPr>
          <p:nvPr>
            <p:ph type="title" hasCustomPrompt="1"/>
          </p:nvPr>
        </p:nvSpPr>
        <p:spPr/>
        <p:txBody>
          <a:bodyPr wrap="none"/>
          <a:lstStyle>
            <a:lvl1pPr>
              <a:defRPr>
                <a:solidFill>
                  <a:schemeClr val="tx1"/>
                </a:solidFill>
              </a:defRPr>
            </a:lvl1pPr>
          </a:lstStyle>
          <a:p>
            <a:r>
              <a:rPr lang="en-US"/>
              <a:t>Two-content Layout – Highlight Text on Right, Text/Graphic on Left</a:t>
            </a:r>
          </a:p>
        </p:txBody>
      </p:sp>
      <p:sp>
        <p:nvSpPr>
          <p:cNvPr id="14" name="Subtitle 2">
            <a:extLst>
              <a:ext uri="{FF2B5EF4-FFF2-40B4-BE49-F238E27FC236}">
                <a16:creationId xmlns:a16="http://schemas.microsoft.com/office/drawing/2014/main" id="{F6F5131D-84AE-4294-83A1-243FE1C81A8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8" name="Content Placeholder 7">
            <a:extLst>
              <a:ext uri="{FF2B5EF4-FFF2-40B4-BE49-F238E27FC236}">
                <a16:creationId xmlns:a16="http://schemas.microsoft.com/office/drawing/2014/main" id="{7460DEEA-0331-45ED-8943-6F9E74884092}"/>
              </a:ext>
            </a:extLst>
          </p:cNvPr>
          <p:cNvSpPr>
            <a:spLocks noGrp="1"/>
          </p:cNvSpPr>
          <p:nvPr>
            <p:ph sz="quarter" idx="19" hasCustomPrompt="1"/>
          </p:nvPr>
        </p:nvSpPr>
        <p:spPr>
          <a:xfrm>
            <a:off x="608013" y="1600200"/>
            <a:ext cx="8229600" cy="4572000"/>
          </a:xfrm>
        </p:spPr>
        <p:txBody>
          <a:bodyPr tIns="457200"/>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lvl="0"/>
            <a:r>
              <a:rPr lang="en-US"/>
              <a:t>Click to add graph, diagram or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Nineth level</a:t>
            </a:r>
          </a:p>
        </p:txBody>
      </p:sp>
      <p:sp>
        <p:nvSpPr>
          <p:cNvPr id="7" name="Rectangle 6">
            <a:extLst>
              <a:ext uri="{FF2B5EF4-FFF2-40B4-BE49-F238E27FC236}">
                <a16:creationId xmlns:a16="http://schemas.microsoft.com/office/drawing/2014/main" id="{B12C22B1-5B53-F148-8D4A-31CCDD16E170}"/>
              </a:ext>
              <a:ext uri="{C183D7F6-B498-43B3-948B-1728B52AA6E4}">
                <adec:decorative xmlns:adec="http://schemas.microsoft.com/office/drawing/2017/decorative" val="1"/>
              </a:ext>
            </a:extLst>
          </p:cNvPr>
          <p:cNvSpPr/>
          <p:nvPr/>
        </p:nvSpPr>
        <p:spPr>
          <a:xfrm flipV="1">
            <a:off x="9285149" y="1589924"/>
            <a:ext cx="2903676" cy="60905"/>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tx1"/>
              </a:solidFill>
            </a:endParaRPr>
          </a:p>
          <a:p>
            <a:pPr algn="ctr">
              <a:spcAft>
                <a:spcPts val="600"/>
              </a:spcAft>
            </a:pPr>
            <a:endParaRPr lang="en-US" sz="1200">
              <a:solidFill>
                <a:schemeClr val="tx1"/>
              </a:solidFill>
            </a:endParaRPr>
          </a:p>
        </p:txBody>
      </p:sp>
      <p:sp>
        <p:nvSpPr>
          <p:cNvPr id="5" name="Text Placeholder 4">
            <a:extLst>
              <a:ext uri="{FF2B5EF4-FFF2-40B4-BE49-F238E27FC236}">
                <a16:creationId xmlns:a16="http://schemas.microsoft.com/office/drawing/2014/main" id="{8197ED16-D162-4BF7-B635-2F70E10855A0}"/>
              </a:ext>
            </a:extLst>
          </p:cNvPr>
          <p:cNvSpPr>
            <a:spLocks noGrp="1"/>
          </p:cNvSpPr>
          <p:nvPr>
            <p:ph type="body" sz="quarter" idx="20" hasCustomPrompt="1"/>
          </p:nvPr>
        </p:nvSpPr>
        <p:spPr>
          <a:xfrm>
            <a:off x="9326880" y="1644788"/>
            <a:ext cx="2894012" cy="4527411"/>
          </a:xfrm>
          <a:solidFill>
            <a:schemeClr val="bg1">
              <a:alpha val="20000"/>
            </a:schemeClr>
          </a:solidFill>
        </p:spPr>
        <p:txBody>
          <a:bodyPr vert="horz" lIns="274320" tIns="457200" rIns="457200" bIns="457200" rtlCol="0">
            <a:noAutofit/>
          </a:bodyPr>
          <a:lstStyle>
            <a:lvl1pPr>
              <a:spcAft>
                <a:spcPts val="1200"/>
              </a:spcAft>
              <a:defRPr lang="en-US" sz="1800" dirty="0">
                <a:solidFill>
                  <a:schemeClr val="tx1"/>
                </a:solidFill>
              </a:defRPr>
            </a:lvl1pPr>
            <a:lvl2pPr>
              <a:spcAft>
                <a:spcPts val="1200"/>
              </a:spcAft>
              <a:defRPr lang="en-US" sz="1600" dirty="0">
                <a:solidFill>
                  <a:schemeClr val="tx1"/>
                </a:solidFill>
              </a:defRPr>
            </a:lvl2pPr>
            <a:lvl3pPr>
              <a:spcAft>
                <a:spcPts val="1200"/>
              </a:spcAft>
              <a:defRPr lang="en-US" sz="1400" dirty="0">
                <a:solidFill>
                  <a:schemeClr val="tx1"/>
                </a:solidFill>
              </a:defRPr>
            </a:lvl3pPr>
            <a:lvl4pPr>
              <a:spcAft>
                <a:spcPts val="1200"/>
              </a:spcAft>
              <a:defRPr lang="en-US" sz="1200" dirty="0">
                <a:solidFill>
                  <a:schemeClr val="tx1"/>
                </a:solidFill>
              </a:defRPr>
            </a:lvl4pPr>
            <a:lvl5pPr>
              <a:spcAft>
                <a:spcPts val="1200"/>
              </a:spcAft>
              <a:defRPr lang="en-US" sz="1200" dirty="0">
                <a:solidFill>
                  <a:schemeClr val="tx1"/>
                </a:solidFill>
              </a:defRPr>
            </a:lvl5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page number">
            <a:extLst>
              <a:ext uri="{FF2B5EF4-FFF2-40B4-BE49-F238E27FC236}">
                <a16:creationId xmlns:a16="http://schemas.microsoft.com/office/drawing/2014/main" id="{EA3FFB13-8625-D245-BD64-AAC7CCCB5B64}"/>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10" name="Rectangle 9">
            <a:extLst>
              <a:ext uri="{FF2B5EF4-FFF2-40B4-BE49-F238E27FC236}">
                <a16:creationId xmlns:a16="http://schemas.microsoft.com/office/drawing/2014/main" id="{B12C22B1-5B53-F148-8D4A-31CCDD16E170}"/>
              </a:ext>
              <a:ext uri="{C183D7F6-B498-43B3-948B-1728B52AA6E4}">
                <adec:decorative xmlns:adec="http://schemas.microsoft.com/office/drawing/2017/decorative" val="1"/>
              </a:ext>
            </a:extLst>
          </p:cNvPr>
          <p:cNvSpPr/>
          <p:nvPr userDrawn="1"/>
        </p:nvSpPr>
        <p:spPr>
          <a:xfrm flipV="1">
            <a:off x="9285149" y="1589924"/>
            <a:ext cx="2903676" cy="60905"/>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tx1"/>
              </a:solidFill>
            </a:endParaRPr>
          </a:p>
          <a:p>
            <a:pPr algn="ctr">
              <a:spcAft>
                <a:spcPts val="600"/>
              </a:spcAft>
            </a:pPr>
            <a:endParaRPr lang="en-US" sz="1200">
              <a:solidFill>
                <a:schemeClr val="tx1"/>
              </a:solidFill>
            </a:endParaRPr>
          </a:p>
        </p:txBody>
      </p:sp>
      <p:sp>
        <p:nvSpPr>
          <p:cNvPr id="11" name="page number">
            <a:extLst>
              <a:ext uri="{FF2B5EF4-FFF2-40B4-BE49-F238E27FC236}">
                <a16:creationId xmlns:a16="http://schemas.microsoft.com/office/drawing/2014/main" id="{EA3FFB13-8625-D245-BD64-AAC7CCCB5B6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26738473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p:cSld name="Diagram with Content on Righ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157BCD9-063B-4ED4-B68C-092EC2C342E6}"/>
              </a:ext>
            </a:extLst>
          </p:cNvPr>
          <p:cNvSpPr>
            <a:spLocks noGrp="1"/>
          </p:cNvSpPr>
          <p:nvPr>
            <p:ph type="title" hasCustomPrompt="1"/>
          </p:nvPr>
        </p:nvSpPr>
        <p:spPr/>
        <p:txBody>
          <a:bodyPr wrap="none"/>
          <a:lstStyle>
            <a:lvl1pPr>
              <a:defRPr>
                <a:solidFill>
                  <a:schemeClr val="tx1"/>
                </a:solidFill>
              </a:defRPr>
            </a:lvl1pPr>
          </a:lstStyle>
          <a:p>
            <a:r>
              <a:rPr lang="en-US"/>
              <a:t>Diagram with Content</a:t>
            </a:r>
          </a:p>
        </p:txBody>
      </p:sp>
      <p:sp>
        <p:nvSpPr>
          <p:cNvPr id="9" name="Subtitle 2">
            <a:extLst>
              <a:ext uri="{FF2B5EF4-FFF2-40B4-BE49-F238E27FC236}">
                <a16:creationId xmlns:a16="http://schemas.microsoft.com/office/drawing/2014/main" id="{A0D276D7-17CD-46AB-99B2-97FD34FEEFF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8" name="Content Placeholder 17">
            <a:extLst>
              <a:ext uri="{FF2B5EF4-FFF2-40B4-BE49-F238E27FC236}">
                <a16:creationId xmlns:a16="http://schemas.microsoft.com/office/drawing/2014/main" id="{73A8AFF7-683B-9045-8B6E-5867DABAE588}"/>
              </a:ext>
            </a:extLst>
          </p:cNvPr>
          <p:cNvSpPr>
            <a:spLocks noGrp="1"/>
          </p:cNvSpPr>
          <p:nvPr>
            <p:ph sz="quarter" idx="14" hasCustomPrompt="1"/>
          </p:nvPr>
        </p:nvSpPr>
        <p:spPr bwMode="ltGray">
          <a:xfrm>
            <a:off x="595424" y="1600201"/>
            <a:ext cx="7410892" cy="4572000"/>
          </a:xfrm>
          <a:noFill/>
        </p:spPr>
        <p:txBody>
          <a:bodyPr vert="horz" lIns="457200" tIns="457200" rIns="457200" bIns="457200" rtlCol="0">
            <a:noAutofit/>
          </a:bodyPr>
          <a:lstStyle>
            <a:lvl1pPr algn="ctr">
              <a:spcBef>
                <a:spcPts val="1200"/>
              </a:spcBef>
              <a:defRPr lang="en-US" sz="1200" dirty="0">
                <a:solidFill>
                  <a:schemeClr val="tx1"/>
                </a:solidFill>
              </a:defRPr>
            </a:lvl1pPr>
            <a:lvl2pPr>
              <a:buClr>
                <a:schemeClr val="bg1"/>
              </a:buClr>
              <a:defRPr lang="en-US" sz="1600" dirty="0">
                <a:solidFill>
                  <a:schemeClr val="bg1"/>
                </a:solidFill>
              </a:defRPr>
            </a:lvl2pPr>
            <a:lvl3pPr>
              <a:buClr>
                <a:schemeClr val="bg1"/>
              </a:buClr>
              <a:defRPr lang="en-US" sz="1400" dirty="0">
                <a:solidFill>
                  <a:schemeClr val="bg1"/>
                </a:solidFill>
              </a:defRPr>
            </a:lvl3pPr>
            <a:lvl4pPr>
              <a:buClr>
                <a:schemeClr val="bg1"/>
              </a:buClr>
              <a:defRPr lang="en-US" sz="1200" dirty="0">
                <a:solidFill>
                  <a:schemeClr val="bg1"/>
                </a:solidFill>
              </a:defRPr>
            </a:lvl4pPr>
            <a:lvl5pPr>
              <a:buClr>
                <a:schemeClr val="bg1"/>
              </a:buClr>
              <a:defRPr lang="en-US" sz="1200" dirty="0">
                <a:solidFill>
                  <a:schemeClr val="bg1"/>
                </a:solidFill>
              </a:defRPr>
            </a:lvl5pPr>
            <a:lvl6pPr>
              <a:buClrTx/>
              <a:defRPr sz="1800">
                <a:solidFill>
                  <a:schemeClr val="bg1"/>
                </a:solidFill>
              </a:defRPr>
            </a:lvl6pPr>
            <a:lvl7pPr>
              <a:buClrTx/>
              <a:defRPr sz="1400">
                <a:solidFill>
                  <a:schemeClr val="bg1"/>
                </a:solidFill>
              </a:defRPr>
            </a:lvl7pPr>
            <a:lvl8pPr>
              <a:buClrTx/>
              <a:defRPr sz="1200">
                <a:solidFill>
                  <a:schemeClr val="bg1"/>
                </a:solidFill>
              </a:defRPr>
            </a:lvl8pPr>
            <a:lvl9pPr>
              <a:buClrTx/>
              <a:defRPr sz="1800">
                <a:solidFill>
                  <a:schemeClr val="bg1"/>
                </a:solidFill>
              </a:defRPr>
            </a:lvl9pPr>
          </a:lstStyle>
          <a:p>
            <a:pPr lvl="0"/>
            <a:r>
              <a:rPr lang="en-US"/>
              <a:t>Click to add a graphic. Note intended for text. </a:t>
            </a:r>
            <a:br>
              <a:rPr lang="en-US"/>
            </a:br>
            <a:r>
              <a:rPr lang="en-US"/>
              <a:t>Please use 2 content dynamic layout for text layouts</a:t>
            </a:r>
          </a:p>
        </p:txBody>
      </p:sp>
      <p:sp>
        <p:nvSpPr>
          <p:cNvPr id="5" name="Text Placeholder 4">
            <a:extLst>
              <a:ext uri="{FF2B5EF4-FFF2-40B4-BE49-F238E27FC236}">
                <a16:creationId xmlns:a16="http://schemas.microsoft.com/office/drawing/2014/main" id="{7F7496CC-9DD2-4299-850C-005958FB65CC}"/>
              </a:ext>
            </a:extLst>
          </p:cNvPr>
          <p:cNvSpPr>
            <a:spLocks noGrp="1"/>
          </p:cNvSpPr>
          <p:nvPr>
            <p:ph type="body" sz="quarter" idx="17" hasCustomPrompt="1"/>
          </p:nvPr>
        </p:nvSpPr>
        <p:spPr>
          <a:xfrm>
            <a:off x="8380413" y="1600200"/>
            <a:ext cx="3808412" cy="4572000"/>
          </a:xfrm>
          <a:noFill/>
        </p:spPr>
        <p:txBody>
          <a:bodyPr tIns="457200" rIns="594360" bIns="457200"/>
          <a:lstStyle>
            <a:lvl1pPr>
              <a:defRPr sz="1600">
                <a:solidFill>
                  <a:schemeClr val="tx1"/>
                </a:solidFill>
              </a:defRPr>
            </a:lvl1pPr>
            <a:lvl2pPr>
              <a:defRPr sz="1400">
                <a:solidFill>
                  <a:schemeClr val="tx1"/>
                </a:solidFill>
              </a:defRPr>
            </a:lvl2pPr>
            <a:lvl3pPr>
              <a:defRPr sz="1200">
                <a:solidFill>
                  <a:schemeClr val="tx1"/>
                </a:solidFill>
              </a:defRPr>
            </a:lvl3pPr>
            <a:lvl4pPr>
              <a:defRPr sz="1100">
                <a:solidFill>
                  <a:schemeClr val="tx1"/>
                </a:solidFill>
              </a:defRPr>
            </a:lvl4pPr>
            <a:lvl5pPr>
              <a:defRPr sz="1100">
                <a:solidFill>
                  <a:schemeClr val="tx1"/>
                </a:solidFill>
              </a:defRPr>
            </a:lvl5pPr>
            <a:lvl6pPr>
              <a:defRPr sz="1100">
                <a:solidFill>
                  <a:schemeClr val="tx1"/>
                </a:solidFill>
              </a:defRPr>
            </a:lvl6pPr>
            <a:lvl7pPr>
              <a:defRPr sz="1100">
                <a:solidFill>
                  <a:schemeClr val="tx1"/>
                </a:solidFill>
              </a:defRPr>
            </a:lvl7pPr>
            <a:lvl8pPr>
              <a:defRPr sz="1100">
                <a:solidFill>
                  <a:schemeClr val="tx1"/>
                </a:solidFill>
              </a:defRPr>
            </a:lvl8pPr>
            <a:lvl9pPr>
              <a:defRPr sz="1100">
                <a:solidFill>
                  <a:schemeClr val="tx1"/>
                </a:solidFill>
              </a:defRPr>
            </a:lvl9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11" name="page number">
            <a:extLst>
              <a:ext uri="{FF2B5EF4-FFF2-40B4-BE49-F238E27FC236}">
                <a16:creationId xmlns:a16="http://schemas.microsoft.com/office/drawing/2014/main" id="{0D34A4A0-0C07-994F-9539-A07F4B06F184}"/>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7" name="Rectangle 6">
            <a:extLst>
              <a:ext uri="{FF2B5EF4-FFF2-40B4-BE49-F238E27FC236}">
                <a16:creationId xmlns:a16="http://schemas.microsoft.com/office/drawing/2014/main" id="{F7E2C737-3A4D-924A-88B5-FA4D5C8A07C7}"/>
              </a:ext>
              <a:ext uri="{C183D7F6-B498-43B3-948B-1728B52AA6E4}">
                <adec:decorative xmlns:adec="http://schemas.microsoft.com/office/drawing/2017/decorative" val="1"/>
              </a:ext>
            </a:extLst>
          </p:cNvPr>
          <p:cNvSpPr/>
          <p:nvPr/>
        </p:nvSpPr>
        <p:spPr>
          <a:xfrm flipV="1">
            <a:off x="8380072" y="1589923"/>
            <a:ext cx="3808754" cy="82618"/>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tx1"/>
              </a:solidFill>
            </a:endParaRPr>
          </a:p>
          <a:p>
            <a:pPr algn="ctr">
              <a:spcAft>
                <a:spcPts val="600"/>
              </a:spcAft>
            </a:pPr>
            <a:endParaRPr lang="en-US" sz="1200">
              <a:solidFill>
                <a:schemeClr val="tx1"/>
              </a:solidFill>
            </a:endParaRPr>
          </a:p>
        </p:txBody>
      </p:sp>
      <p:sp>
        <p:nvSpPr>
          <p:cNvPr id="10" name="page number">
            <a:extLst>
              <a:ext uri="{FF2B5EF4-FFF2-40B4-BE49-F238E27FC236}">
                <a16:creationId xmlns:a16="http://schemas.microsoft.com/office/drawing/2014/main" id="{0D34A4A0-0C07-994F-9539-A07F4B06F18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12" name="Rectangle 11">
            <a:extLst>
              <a:ext uri="{FF2B5EF4-FFF2-40B4-BE49-F238E27FC236}">
                <a16:creationId xmlns:a16="http://schemas.microsoft.com/office/drawing/2014/main" id="{F7E2C737-3A4D-924A-88B5-FA4D5C8A07C7}"/>
              </a:ext>
              <a:ext uri="{C183D7F6-B498-43B3-948B-1728B52AA6E4}">
                <adec:decorative xmlns:adec="http://schemas.microsoft.com/office/drawing/2017/decorative" val="1"/>
              </a:ext>
            </a:extLst>
          </p:cNvPr>
          <p:cNvSpPr/>
          <p:nvPr userDrawn="1"/>
        </p:nvSpPr>
        <p:spPr>
          <a:xfrm flipV="1">
            <a:off x="8380072" y="1589923"/>
            <a:ext cx="3808754" cy="82618"/>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tx1"/>
              </a:solidFill>
            </a:endParaRPr>
          </a:p>
          <a:p>
            <a:pPr algn="ctr">
              <a:spcAft>
                <a:spcPts val="600"/>
              </a:spcAft>
            </a:pPr>
            <a:endParaRPr lang="en-US" sz="1200">
              <a:solidFill>
                <a:schemeClr val="tx1"/>
              </a:solidFill>
            </a:endParaRPr>
          </a:p>
        </p:txBody>
      </p:sp>
    </p:spTree>
    <p:extLst>
      <p:ext uri="{BB962C8B-B14F-4D97-AF65-F5344CB8AC3E}">
        <p14:creationId xmlns:p14="http://schemas.microsoft.com/office/powerpoint/2010/main" val="29644551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p:cSld name="Diagram with Outcome, Benefi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E15888C-CFB4-4BEC-9B94-46E698DFC481}"/>
              </a:ext>
            </a:extLst>
          </p:cNvPr>
          <p:cNvSpPr>
            <a:spLocks noGrp="1"/>
          </p:cNvSpPr>
          <p:nvPr>
            <p:ph type="title" hasCustomPrompt="1"/>
          </p:nvPr>
        </p:nvSpPr>
        <p:spPr/>
        <p:txBody>
          <a:bodyPr wrap="none"/>
          <a:lstStyle>
            <a:lvl1pPr>
              <a:defRPr>
                <a:solidFill>
                  <a:schemeClr val="tx1"/>
                </a:solidFill>
              </a:defRPr>
            </a:lvl1pPr>
          </a:lstStyle>
          <a:p>
            <a:r>
              <a:rPr lang="en-US"/>
              <a:t>Diagram with Outcome/Benefit Content</a:t>
            </a:r>
          </a:p>
        </p:txBody>
      </p:sp>
      <p:sp>
        <p:nvSpPr>
          <p:cNvPr id="19" name="Subtitle 2">
            <a:extLst>
              <a:ext uri="{FF2B5EF4-FFF2-40B4-BE49-F238E27FC236}">
                <a16:creationId xmlns:a16="http://schemas.microsoft.com/office/drawing/2014/main" id="{E9D6A872-88BD-4DFC-AFFD-1E9BEEB6533B}"/>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11" name="Content Placeholder 17">
            <a:extLst>
              <a:ext uri="{FF2B5EF4-FFF2-40B4-BE49-F238E27FC236}">
                <a16:creationId xmlns:a16="http://schemas.microsoft.com/office/drawing/2014/main" id="{DAEEA46F-682F-5A4F-8E4D-B4CA754E0724}"/>
              </a:ext>
            </a:extLst>
          </p:cNvPr>
          <p:cNvSpPr>
            <a:spLocks noGrp="1"/>
          </p:cNvSpPr>
          <p:nvPr>
            <p:ph sz="quarter" idx="14" hasCustomPrompt="1"/>
          </p:nvPr>
        </p:nvSpPr>
        <p:spPr bwMode="ltGray">
          <a:xfrm>
            <a:off x="595424" y="1600201"/>
            <a:ext cx="7410892" cy="4572000"/>
          </a:xfrm>
          <a:noFill/>
        </p:spPr>
        <p:txBody>
          <a:bodyPr vert="horz" lIns="457200" tIns="457200" rIns="457200" bIns="457200" rtlCol="0">
            <a:noAutofit/>
          </a:bodyPr>
          <a:lstStyle>
            <a:lvl1pPr marL="171450" indent="-171450" algn="ctr">
              <a:spcBef>
                <a:spcPts val="1200"/>
              </a:spcBef>
              <a:defRPr lang="en-US" sz="1200" kern="1200" dirty="0">
                <a:solidFill>
                  <a:schemeClr val="tx1"/>
                </a:solidFill>
                <a:latin typeface="+mn-lt"/>
                <a:ea typeface="+mn-ea"/>
                <a:cs typeface="+mn-cs"/>
              </a:defRPr>
            </a:lvl1pPr>
            <a:lvl2pPr>
              <a:buClr>
                <a:schemeClr val="bg1"/>
              </a:buClr>
              <a:defRPr lang="en-US" sz="1600" dirty="0">
                <a:solidFill>
                  <a:schemeClr val="bg1"/>
                </a:solidFill>
              </a:defRPr>
            </a:lvl2pPr>
            <a:lvl3pPr>
              <a:buClr>
                <a:schemeClr val="bg1"/>
              </a:buClr>
              <a:defRPr lang="en-US" sz="1400" dirty="0">
                <a:solidFill>
                  <a:schemeClr val="bg1"/>
                </a:solidFill>
              </a:defRPr>
            </a:lvl3pPr>
            <a:lvl4pPr>
              <a:buClr>
                <a:schemeClr val="bg1"/>
              </a:buClr>
              <a:defRPr lang="en-US" sz="1200" dirty="0">
                <a:solidFill>
                  <a:schemeClr val="bg1"/>
                </a:solidFill>
              </a:defRPr>
            </a:lvl4pPr>
            <a:lvl5pPr>
              <a:buClr>
                <a:schemeClr val="bg1"/>
              </a:buClr>
              <a:defRPr lang="en-US" sz="1200" dirty="0">
                <a:solidFill>
                  <a:schemeClr val="bg1"/>
                </a:solidFill>
              </a:defRPr>
            </a:lvl5pPr>
            <a:lvl6pPr>
              <a:buClrTx/>
              <a:defRPr sz="1800">
                <a:solidFill>
                  <a:schemeClr val="bg1"/>
                </a:solidFill>
              </a:defRPr>
            </a:lvl6pPr>
            <a:lvl7pPr>
              <a:buClrTx/>
              <a:defRPr sz="1400">
                <a:solidFill>
                  <a:schemeClr val="bg1"/>
                </a:solidFill>
              </a:defRPr>
            </a:lvl7pPr>
            <a:lvl8pPr>
              <a:buClrTx/>
              <a:defRPr sz="1200">
                <a:solidFill>
                  <a:schemeClr val="bg1"/>
                </a:solidFill>
              </a:defRPr>
            </a:lvl8pPr>
            <a:lvl9pPr>
              <a:buClrTx/>
              <a:defRPr sz="1800">
                <a:solidFill>
                  <a:schemeClr val="bg1"/>
                </a:solidFill>
              </a:defRPr>
            </a:lvl9pPr>
          </a:lstStyle>
          <a:p>
            <a:pPr marL="0" marR="0" lvl="0" indent="0" algn="ctr" defTabSz="914400" rtl="0" eaLnBrk="1" fontAlgn="auto" latinLnBrk="0" hangingPunct="1">
              <a:lnSpc>
                <a:spcPct val="100000"/>
              </a:lnSpc>
              <a:spcBef>
                <a:spcPts val="1200"/>
              </a:spcBef>
              <a:spcAft>
                <a:spcPts val="0"/>
              </a:spcAft>
              <a:buClr>
                <a:schemeClr val="tx1">
                  <a:lumMod val="60000"/>
                  <a:lumOff val="40000"/>
                </a:schemeClr>
              </a:buClr>
              <a:buSzPct val="90000"/>
              <a:buFont typeface="Arial" panose="020B0604020202020204" pitchFamily="34" charset="0"/>
              <a:buChar char="​"/>
              <a:tabLst/>
              <a:defRPr/>
            </a:pPr>
            <a:r>
              <a:rPr lang="en-US"/>
              <a:t>Click to add a graphic. Note intended for text. </a:t>
            </a:r>
            <a:br>
              <a:rPr lang="en-US"/>
            </a:br>
            <a:r>
              <a:rPr lang="en-US"/>
              <a:t>Please use 2 content dynamic layout for text layouts</a:t>
            </a:r>
          </a:p>
          <a:p>
            <a:pPr marL="0" lvl="0" indent="0" algn="ctr" defTabSz="914400" rtl="0" eaLnBrk="1" latinLnBrk="0" hangingPunct="1">
              <a:lnSpc>
                <a:spcPct val="100000"/>
              </a:lnSpc>
              <a:spcBef>
                <a:spcPts val="1200"/>
              </a:spcBef>
              <a:buClr>
                <a:schemeClr val="tx1">
                  <a:lumMod val="60000"/>
                  <a:lumOff val="40000"/>
                </a:schemeClr>
              </a:buClr>
              <a:buSzPct val="90000"/>
              <a:buFont typeface="Arial" panose="020B0604020202020204" pitchFamily="34" charset="0"/>
              <a:buChar char="​"/>
            </a:pPr>
            <a:endParaRPr lang="en-US"/>
          </a:p>
        </p:txBody>
      </p:sp>
      <p:cxnSp>
        <p:nvCxnSpPr>
          <p:cNvPr id="138" name="Straight Connector 137">
            <a:extLst>
              <a:ext uri="{FF2B5EF4-FFF2-40B4-BE49-F238E27FC236}">
                <a16:creationId xmlns:a16="http://schemas.microsoft.com/office/drawing/2014/main" id="{56D4D92B-574E-4F63-A5BA-8F7282B54C27}"/>
              </a:ext>
              <a:ext uri="{C183D7F6-B498-43B3-948B-1728B52AA6E4}">
                <adec:decorative xmlns:adec="http://schemas.microsoft.com/office/drawing/2017/decorative" val="1"/>
              </a:ext>
            </a:extLst>
          </p:cNvPr>
          <p:cNvCxnSpPr>
            <a:cxnSpLocks/>
          </p:cNvCxnSpPr>
          <p:nvPr/>
        </p:nvCxnSpPr>
        <p:spPr>
          <a:xfrm>
            <a:off x="8380413" y="1608668"/>
            <a:ext cx="3808412" cy="0"/>
          </a:xfrm>
          <a:prstGeom prst="line">
            <a:avLst/>
          </a:prstGeom>
          <a:ln w="25400">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Text Placeholder 6">
            <a:extLst>
              <a:ext uri="{FF2B5EF4-FFF2-40B4-BE49-F238E27FC236}">
                <a16:creationId xmlns:a16="http://schemas.microsoft.com/office/drawing/2014/main" id="{9005EB21-86C3-42EF-BFE7-549D9EA3645A}"/>
              </a:ext>
            </a:extLst>
          </p:cNvPr>
          <p:cNvSpPr>
            <a:spLocks noGrp="1"/>
          </p:cNvSpPr>
          <p:nvPr>
            <p:ph type="body" sz="quarter" idx="17" hasCustomPrompt="1"/>
          </p:nvPr>
        </p:nvSpPr>
        <p:spPr>
          <a:xfrm>
            <a:off x="8380413" y="1699688"/>
            <a:ext cx="2006600" cy="298450"/>
          </a:xfrm>
        </p:spPr>
        <p:txBody>
          <a:bodyPr anchor="b"/>
          <a:lstStyle>
            <a:lvl1pPr>
              <a:defRPr sz="1800">
                <a:solidFill>
                  <a:schemeClr val="accent3"/>
                </a:solidFill>
              </a:defRPr>
            </a:lvl1pPr>
            <a:lvl5pPr>
              <a:defRPr/>
            </a:lvl5pPr>
          </a:lstStyle>
          <a:p>
            <a:pPr lvl="0"/>
            <a:r>
              <a:rPr lang="en-US"/>
              <a:t>Outcome</a:t>
            </a:r>
          </a:p>
        </p:txBody>
      </p:sp>
      <p:sp>
        <p:nvSpPr>
          <p:cNvPr id="4" name="Text Placeholder 3">
            <a:extLst>
              <a:ext uri="{FF2B5EF4-FFF2-40B4-BE49-F238E27FC236}">
                <a16:creationId xmlns:a16="http://schemas.microsoft.com/office/drawing/2014/main" id="{A8781D19-2DDB-4D83-983D-3D159A7DE7C0}"/>
              </a:ext>
            </a:extLst>
          </p:cNvPr>
          <p:cNvSpPr>
            <a:spLocks noGrp="1"/>
          </p:cNvSpPr>
          <p:nvPr>
            <p:ph type="body" sz="quarter" idx="20" hasCustomPrompt="1"/>
          </p:nvPr>
        </p:nvSpPr>
        <p:spPr>
          <a:xfrm>
            <a:off x="8378825" y="2063048"/>
            <a:ext cx="3201988" cy="1600200"/>
          </a:xfrm>
        </p:spPr>
        <p:txBody>
          <a:bodyPr/>
          <a:lstStyle>
            <a:lvl1pPr>
              <a:defRPr sz="1600">
                <a:solidFill>
                  <a:schemeClr val="tx1"/>
                </a:solidFill>
              </a:defRPr>
            </a:lvl1pPr>
            <a:lvl2pPr>
              <a:defRPr sz="1400">
                <a:solidFill>
                  <a:schemeClr val="tx1"/>
                </a:solidFill>
              </a:defRPr>
            </a:lvl2pPr>
            <a:lvl3pPr>
              <a:defRPr sz="1400">
                <a:solidFill>
                  <a:schemeClr val="tx1"/>
                </a:solidFill>
              </a:defRPr>
            </a:lvl3pPr>
          </a:lstStyle>
          <a:p>
            <a:pPr lvl="0"/>
            <a:r>
              <a:rPr lang="en-US" dirty="0"/>
              <a:t>Click to add text</a:t>
            </a:r>
          </a:p>
          <a:p>
            <a:pPr lvl="1"/>
            <a:r>
              <a:rPr lang="en-US" dirty="0"/>
              <a:t>Second level</a:t>
            </a:r>
          </a:p>
          <a:p>
            <a:pPr lvl="2"/>
            <a:r>
              <a:rPr lang="en-US" dirty="0"/>
              <a:t>Third level</a:t>
            </a:r>
          </a:p>
        </p:txBody>
      </p:sp>
      <p:cxnSp>
        <p:nvCxnSpPr>
          <p:cNvPr id="75" name="Straight Connector 74">
            <a:extLst>
              <a:ext uri="{FF2B5EF4-FFF2-40B4-BE49-F238E27FC236}">
                <a16:creationId xmlns:a16="http://schemas.microsoft.com/office/drawing/2014/main" id="{F789B473-DDE6-4450-A111-3761F341AAE3}"/>
              </a:ext>
              <a:ext uri="{C183D7F6-B498-43B3-948B-1728B52AA6E4}">
                <adec:decorative xmlns:adec="http://schemas.microsoft.com/office/drawing/2017/decorative" val="1"/>
              </a:ext>
            </a:extLst>
          </p:cNvPr>
          <p:cNvCxnSpPr>
            <a:cxnSpLocks/>
          </p:cNvCxnSpPr>
          <p:nvPr/>
        </p:nvCxnSpPr>
        <p:spPr>
          <a:xfrm>
            <a:off x="8380413" y="3872441"/>
            <a:ext cx="3808412" cy="0"/>
          </a:xfrm>
          <a:prstGeom prst="line">
            <a:avLst/>
          </a:prstGeom>
          <a:ln w="25400">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 name="Text Placeholder 6">
            <a:extLst>
              <a:ext uri="{FF2B5EF4-FFF2-40B4-BE49-F238E27FC236}">
                <a16:creationId xmlns:a16="http://schemas.microsoft.com/office/drawing/2014/main" id="{0D0977FA-A4CA-4F1F-8109-D7498D165EDD}"/>
              </a:ext>
            </a:extLst>
          </p:cNvPr>
          <p:cNvSpPr>
            <a:spLocks noGrp="1"/>
          </p:cNvSpPr>
          <p:nvPr>
            <p:ph type="body" sz="quarter" idx="19" hasCustomPrompt="1"/>
          </p:nvPr>
        </p:nvSpPr>
        <p:spPr>
          <a:xfrm>
            <a:off x="8380413" y="3972469"/>
            <a:ext cx="2006600" cy="298450"/>
          </a:xfrm>
        </p:spPr>
        <p:txBody>
          <a:bodyPr anchor="b"/>
          <a:lstStyle>
            <a:lvl1pPr>
              <a:defRPr sz="1800">
                <a:solidFill>
                  <a:schemeClr val="accent4"/>
                </a:solidFill>
              </a:defRPr>
            </a:lvl1pPr>
            <a:lvl5pPr>
              <a:defRPr/>
            </a:lvl5pPr>
          </a:lstStyle>
          <a:p>
            <a:pPr lvl="0"/>
            <a:r>
              <a:rPr lang="en-US"/>
              <a:t>Benefit</a:t>
            </a:r>
          </a:p>
        </p:txBody>
      </p:sp>
      <p:sp>
        <p:nvSpPr>
          <p:cNvPr id="16" name="Text Placeholder 3">
            <a:extLst>
              <a:ext uri="{FF2B5EF4-FFF2-40B4-BE49-F238E27FC236}">
                <a16:creationId xmlns:a16="http://schemas.microsoft.com/office/drawing/2014/main" id="{BB1458BF-96C1-46C6-A67F-AD0FB4B4E5C0}"/>
              </a:ext>
            </a:extLst>
          </p:cNvPr>
          <p:cNvSpPr>
            <a:spLocks noGrp="1"/>
          </p:cNvSpPr>
          <p:nvPr>
            <p:ph type="body" sz="quarter" idx="21" hasCustomPrompt="1"/>
          </p:nvPr>
        </p:nvSpPr>
        <p:spPr>
          <a:xfrm>
            <a:off x="8378825" y="4347904"/>
            <a:ext cx="3201988" cy="1600200"/>
          </a:xfrm>
        </p:spPr>
        <p:txBody>
          <a:bodyPr/>
          <a:lstStyle>
            <a:lvl1pPr>
              <a:defRPr sz="1600">
                <a:solidFill>
                  <a:schemeClr val="tx1"/>
                </a:solidFill>
              </a:defRPr>
            </a:lvl1pPr>
            <a:lvl2pPr>
              <a:defRPr sz="1400">
                <a:solidFill>
                  <a:schemeClr val="tx1"/>
                </a:solidFill>
              </a:defRPr>
            </a:lvl2pPr>
            <a:lvl3pPr>
              <a:defRPr sz="1400">
                <a:solidFill>
                  <a:schemeClr val="tx1"/>
                </a:solidFill>
              </a:defRPr>
            </a:lvl3pPr>
          </a:lstStyle>
          <a:p>
            <a:pPr lvl="0"/>
            <a:r>
              <a:rPr lang="en-US" dirty="0"/>
              <a:t>Click to add text</a:t>
            </a:r>
          </a:p>
          <a:p>
            <a:pPr lvl="1"/>
            <a:r>
              <a:rPr lang="en-US" dirty="0"/>
              <a:t>Second level</a:t>
            </a:r>
          </a:p>
          <a:p>
            <a:pPr lvl="2"/>
            <a:r>
              <a:rPr lang="en-US" dirty="0"/>
              <a:t>Third level</a:t>
            </a:r>
          </a:p>
        </p:txBody>
      </p:sp>
      <p:sp>
        <p:nvSpPr>
          <p:cNvPr id="13" name="page number">
            <a:extLst>
              <a:ext uri="{FF2B5EF4-FFF2-40B4-BE49-F238E27FC236}">
                <a16:creationId xmlns:a16="http://schemas.microsoft.com/office/drawing/2014/main" id="{2520CB7B-27A1-0749-95BA-681D8A0535D2}"/>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cxnSp>
        <p:nvCxnSpPr>
          <p:cNvPr id="12" name="Straight Connector 11">
            <a:extLst>
              <a:ext uri="{FF2B5EF4-FFF2-40B4-BE49-F238E27FC236}">
                <a16:creationId xmlns:a16="http://schemas.microsoft.com/office/drawing/2014/main" id="{56D4D92B-574E-4F63-A5BA-8F7282B54C27}"/>
              </a:ext>
              <a:ext uri="{C183D7F6-B498-43B3-948B-1728B52AA6E4}">
                <adec:decorative xmlns:adec="http://schemas.microsoft.com/office/drawing/2017/decorative" val="1"/>
              </a:ext>
            </a:extLst>
          </p:cNvPr>
          <p:cNvCxnSpPr>
            <a:cxnSpLocks/>
          </p:cNvCxnSpPr>
          <p:nvPr userDrawn="1"/>
        </p:nvCxnSpPr>
        <p:spPr>
          <a:xfrm>
            <a:off x="8380413" y="1608668"/>
            <a:ext cx="3808412" cy="0"/>
          </a:xfrm>
          <a:prstGeom prst="line">
            <a:avLst/>
          </a:prstGeom>
          <a:ln w="25400">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789B473-DDE6-4450-A111-3761F341AAE3}"/>
              </a:ext>
              <a:ext uri="{C183D7F6-B498-43B3-948B-1728B52AA6E4}">
                <adec:decorative xmlns:adec="http://schemas.microsoft.com/office/drawing/2017/decorative" val="1"/>
              </a:ext>
            </a:extLst>
          </p:cNvPr>
          <p:cNvCxnSpPr>
            <a:cxnSpLocks/>
          </p:cNvCxnSpPr>
          <p:nvPr userDrawn="1"/>
        </p:nvCxnSpPr>
        <p:spPr>
          <a:xfrm>
            <a:off x="8380413" y="3872441"/>
            <a:ext cx="3808412" cy="0"/>
          </a:xfrm>
          <a:prstGeom prst="line">
            <a:avLst/>
          </a:prstGeom>
          <a:ln w="25400">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page number">
            <a:extLst>
              <a:ext uri="{FF2B5EF4-FFF2-40B4-BE49-F238E27FC236}">
                <a16:creationId xmlns:a16="http://schemas.microsoft.com/office/drawing/2014/main" id="{2520CB7B-27A1-0749-95BA-681D8A0535D2}"/>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1609041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p:cSld name="Customer Success">
    <p:spTree>
      <p:nvGrpSpPr>
        <p:cNvPr id="1" name=""/>
        <p:cNvGrpSpPr/>
        <p:nvPr/>
      </p:nvGrpSpPr>
      <p:grpSpPr>
        <a:xfrm>
          <a:off x="0" y="0"/>
          <a:ext cx="0" cy="0"/>
          <a:chOff x="0" y="0"/>
          <a:chExt cx="0" cy="0"/>
        </a:xfrm>
      </p:grpSpPr>
      <p:sp>
        <p:nvSpPr>
          <p:cNvPr id="53" name="Title 1">
            <a:extLst>
              <a:ext uri="{FF2B5EF4-FFF2-40B4-BE49-F238E27FC236}">
                <a16:creationId xmlns:a16="http://schemas.microsoft.com/office/drawing/2014/main" id="{05E46EAA-9D16-0D47-AF18-92C449033DAC}"/>
              </a:ext>
            </a:extLst>
          </p:cNvPr>
          <p:cNvSpPr>
            <a:spLocks noGrp="1"/>
          </p:cNvSpPr>
          <p:nvPr>
            <p:ph type="title" hasCustomPrompt="1"/>
          </p:nvPr>
        </p:nvSpPr>
        <p:spPr>
          <a:xfrm>
            <a:off x="579809" y="412751"/>
            <a:ext cx="11001004" cy="381000"/>
          </a:xfrm>
        </p:spPr>
        <p:txBody>
          <a:bodyPr/>
          <a:lstStyle>
            <a:lvl1pPr>
              <a:defRPr>
                <a:solidFill>
                  <a:schemeClr val="tx1"/>
                </a:solidFill>
              </a:defRPr>
            </a:lvl1pPr>
          </a:lstStyle>
          <a:p>
            <a:r>
              <a:rPr lang="en-US"/>
              <a:t>Customer Success – add Company Name here</a:t>
            </a:r>
          </a:p>
        </p:txBody>
      </p:sp>
      <p:sp>
        <p:nvSpPr>
          <p:cNvPr id="52" name="Subtitle 2">
            <a:extLst>
              <a:ext uri="{FF2B5EF4-FFF2-40B4-BE49-F238E27FC236}">
                <a16:creationId xmlns:a16="http://schemas.microsoft.com/office/drawing/2014/main" id="{CEFD99AC-6466-F04E-8E45-7EEEEA01BA6C}"/>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the highlighted business impact</a:t>
            </a:r>
          </a:p>
        </p:txBody>
      </p:sp>
      <p:cxnSp>
        <p:nvCxnSpPr>
          <p:cNvPr id="30" name="Straight Connector 29">
            <a:extLst>
              <a:ext uri="{FF2B5EF4-FFF2-40B4-BE49-F238E27FC236}">
                <a16:creationId xmlns:a16="http://schemas.microsoft.com/office/drawing/2014/main" id="{14F46384-B6E3-0D43-924E-874DEC2344B1}"/>
              </a:ext>
              <a:ext uri="{C183D7F6-B498-43B3-948B-1728B52AA6E4}">
                <adec:decorative xmlns:adec="http://schemas.microsoft.com/office/drawing/2017/decorative" val="1"/>
              </a:ext>
            </a:extLst>
          </p:cNvPr>
          <p:cNvCxnSpPr>
            <a:cxnSpLocks/>
          </p:cNvCxnSpPr>
          <p:nvPr/>
        </p:nvCxnSpPr>
        <p:spPr>
          <a:xfrm>
            <a:off x="609600" y="1552248"/>
            <a:ext cx="3471746" cy="0"/>
          </a:xfrm>
          <a:prstGeom prst="line">
            <a:avLst/>
          </a:prstGeom>
          <a:ln w="22225">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Text Placeholder 6">
            <a:extLst>
              <a:ext uri="{FF2B5EF4-FFF2-40B4-BE49-F238E27FC236}">
                <a16:creationId xmlns:a16="http://schemas.microsoft.com/office/drawing/2014/main" id="{40CB7868-5ADF-4E42-9BA5-758DD5ADEBC0}"/>
              </a:ext>
            </a:extLst>
          </p:cNvPr>
          <p:cNvSpPr>
            <a:spLocks noGrp="1"/>
          </p:cNvSpPr>
          <p:nvPr>
            <p:ph type="body" sz="quarter" idx="17" hasCustomPrompt="1"/>
          </p:nvPr>
        </p:nvSpPr>
        <p:spPr>
          <a:xfrm>
            <a:off x="613093" y="1564006"/>
            <a:ext cx="2006600" cy="227454"/>
          </a:xfrm>
        </p:spPr>
        <p:txBody>
          <a:bodyPr anchor="b"/>
          <a:lstStyle>
            <a:lvl1pPr>
              <a:lnSpc>
                <a:spcPct val="100000"/>
              </a:lnSpc>
              <a:spcBef>
                <a:spcPts val="0"/>
              </a:spcBef>
              <a:defRPr sz="1200" cap="all" baseline="0">
                <a:solidFill>
                  <a:schemeClr val="tx1"/>
                </a:solidFill>
              </a:defRPr>
            </a:lvl1pPr>
            <a:lvl5pPr>
              <a:defRPr/>
            </a:lvl5pPr>
          </a:lstStyle>
          <a:p>
            <a:pPr lvl="0"/>
            <a:r>
              <a:rPr lang="en-US"/>
              <a:t>ABOUT</a:t>
            </a:r>
          </a:p>
        </p:txBody>
      </p:sp>
      <p:sp>
        <p:nvSpPr>
          <p:cNvPr id="50" name="Content Placeholder 17">
            <a:extLst>
              <a:ext uri="{FF2B5EF4-FFF2-40B4-BE49-F238E27FC236}">
                <a16:creationId xmlns:a16="http://schemas.microsoft.com/office/drawing/2014/main" id="{767C0863-B9D1-344E-A978-CD49E9400F6F}"/>
              </a:ext>
            </a:extLst>
          </p:cNvPr>
          <p:cNvSpPr>
            <a:spLocks noGrp="1"/>
          </p:cNvSpPr>
          <p:nvPr>
            <p:ph sz="quarter" idx="16" hasCustomPrompt="1"/>
          </p:nvPr>
        </p:nvSpPr>
        <p:spPr>
          <a:xfrm>
            <a:off x="611645" y="1901093"/>
            <a:ext cx="3201848" cy="1214595"/>
          </a:xfrm>
          <a:noFill/>
        </p:spPr>
        <p:txBody>
          <a:bodyPr vert="horz" lIns="0" tIns="0" rIns="0" bIns="457200" rtlCol="0">
            <a:noAutofit/>
          </a:bodyPr>
          <a:lstStyle>
            <a:lvl1pPr>
              <a:lnSpc>
                <a:spcPct val="100000"/>
              </a:lnSpc>
              <a:spcBef>
                <a:spcPts val="0"/>
              </a:spcBef>
              <a:defRPr lang="en-US" sz="1050" dirty="0">
                <a:solidFill>
                  <a:schemeClr val="tx1"/>
                </a:solidFill>
              </a:defRPr>
            </a:lvl1pPr>
            <a:lvl2pPr marL="114300" indent="-114300">
              <a:lnSpc>
                <a:spcPct val="100000"/>
              </a:lnSpc>
              <a:spcBef>
                <a:spcPts val="0"/>
              </a:spcBef>
              <a:defRPr lang="en-US" sz="1000" dirty="0">
                <a:solidFill>
                  <a:schemeClr val="tx1"/>
                </a:solidFill>
              </a:defRPr>
            </a:lvl2pPr>
            <a:lvl3pPr>
              <a:defRPr lang="en-US" sz="1400" dirty="0">
                <a:solidFill>
                  <a:schemeClr val="tx2"/>
                </a:solidFill>
              </a:defRPr>
            </a:lvl3pPr>
            <a:lvl4pPr>
              <a:defRPr lang="en-US" sz="1200" dirty="0">
                <a:solidFill>
                  <a:schemeClr val="tx2"/>
                </a:solidFill>
              </a:defRPr>
            </a:lvl4pPr>
            <a:lvl5pPr>
              <a:defRPr lang="en-US" sz="1200" dirty="0">
                <a:solidFill>
                  <a:schemeClr val="tx2"/>
                </a:solidFill>
              </a:defRPr>
            </a:lvl5pPr>
          </a:lstStyle>
          <a:p>
            <a:pPr lvl="0"/>
            <a:r>
              <a:rPr lang="en-US"/>
              <a:t>Click to add text</a:t>
            </a:r>
          </a:p>
          <a:p>
            <a:pPr lvl="1"/>
            <a:r>
              <a:rPr lang="en-US"/>
              <a:t>Second level</a:t>
            </a:r>
          </a:p>
        </p:txBody>
      </p:sp>
      <p:cxnSp>
        <p:nvCxnSpPr>
          <p:cNvPr id="39" name="Straight Connector 38">
            <a:extLst>
              <a:ext uri="{FF2B5EF4-FFF2-40B4-BE49-F238E27FC236}">
                <a16:creationId xmlns:a16="http://schemas.microsoft.com/office/drawing/2014/main" id="{33526770-8F35-FB4A-8638-521D0DA87F6C}"/>
              </a:ext>
              <a:ext uri="{C183D7F6-B498-43B3-948B-1728B52AA6E4}">
                <adec:decorative xmlns:adec="http://schemas.microsoft.com/office/drawing/2017/decorative" val="1"/>
              </a:ext>
            </a:extLst>
          </p:cNvPr>
          <p:cNvCxnSpPr>
            <a:cxnSpLocks/>
          </p:cNvCxnSpPr>
          <p:nvPr/>
        </p:nvCxnSpPr>
        <p:spPr>
          <a:xfrm>
            <a:off x="4412165" y="1552248"/>
            <a:ext cx="3471746" cy="0"/>
          </a:xfrm>
          <a:prstGeom prst="line">
            <a:avLst/>
          </a:prstGeom>
          <a:ln w="22225">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Text Placeholder 6">
            <a:extLst>
              <a:ext uri="{FF2B5EF4-FFF2-40B4-BE49-F238E27FC236}">
                <a16:creationId xmlns:a16="http://schemas.microsoft.com/office/drawing/2014/main" id="{5A3D06D5-FD3F-BA4E-8627-B3D253D001EB}"/>
              </a:ext>
            </a:extLst>
          </p:cNvPr>
          <p:cNvSpPr>
            <a:spLocks noGrp="1"/>
          </p:cNvSpPr>
          <p:nvPr>
            <p:ph type="body" sz="quarter" idx="39" hasCustomPrompt="1"/>
          </p:nvPr>
        </p:nvSpPr>
        <p:spPr>
          <a:xfrm>
            <a:off x="4418012" y="1564006"/>
            <a:ext cx="2006600" cy="227454"/>
          </a:xfrm>
        </p:spPr>
        <p:txBody>
          <a:bodyPr anchor="b"/>
          <a:lstStyle>
            <a:lvl1pPr>
              <a:lnSpc>
                <a:spcPct val="100000"/>
              </a:lnSpc>
              <a:spcBef>
                <a:spcPts val="0"/>
              </a:spcBef>
              <a:defRPr sz="1200" cap="all" baseline="0">
                <a:solidFill>
                  <a:schemeClr val="tx1"/>
                </a:solidFill>
              </a:defRPr>
            </a:lvl1pPr>
            <a:lvl5pPr>
              <a:defRPr/>
            </a:lvl5pPr>
          </a:lstStyle>
          <a:p>
            <a:pPr lvl="0"/>
            <a:r>
              <a:rPr lang="en-US"/>
              <a:t>SOLUTION</a:t>
            </a:r>
          </a:p>
        </p:txBody>
      </p:sp>
      <p:sp>
        <p:nvSpPr>
          <p:cNvPr id="47" name="Content Placeholder 17">
            <a:extLst>
              <a:ext uri="{FF2B5EF4-FFF2-40B4-BE49-F238E27FC236}">
                <a16:creationId xmlns:a16="http://schemas.microsoft.com/office/drawing/2014/main" id="{A2B343CF-FF49-7E4F-A7C9-0593553254F3}"/>
              </a:ext>
            </a:extLst>
          </p:cNvPr>
          <p:cNvSpPr>
            <a:spLocks noGrp="1"/>
          </p:cNvSpPr>
          <p:nvPr>
            <p:ph sz="quarter" idx="20" hasCustomPrompt="1"/>
          </p:nvPr>
        </p:nvSpPr>
        <p:spPr>
          <a:xfrm>
            <a:off x="4414210" y="1901094"/>
            <a:ext cx="3201848" cy="1225566"/>
          </a:xfrm>
          <a:noFill/>
        </p:spPr>
        <p:txBody>
          <a:bodyPr vert="horz" lIns="0" tIns="0" rIns="0" bIns="457200" rtlCol="0">
            <a:noAutofit/>
          </a:bodyPr>
          <a:lstStyle>
            <a:lvl1pPr>
              <a:lnSpc>
                <a:spcPct val="100000"/>
              </a:lnSpc>
              <a:spcBef>
                <a:spcPts val="0"/>
              </a:spcBef>
              <a:defRPr lang="en-US" sz="1050" dirty="0">
                <a:solidFill>
                  <a:schemeClr val="tx1"/>
                </a:solidFill>
              </a:defRPr>
            </a:lvl1pPr>
            <a:lvl2pPr marL="114300" indent="-114300">
              <a:lnSpc>
                <a:spcPct val="100000"/>
              </a:lnSpc>
              <a:spcBef>
                <a:spcPts val="0"/>
              </a:spcBef>
              <a:defRPr lang="en-US" sz="1000" dirty="0">
                <a:solidFill>
                  <a:schemeClr val="tx1"/>
                </a:solidFill>
              </a:defRPr>
            </a:lvl2pPr>
            <a:lvl3pPr>
              <a:defRPr lang="en-US" sz="1400" dirty="0">
                <a:solidFill>
                  <a:schemeClr val="tx2"/>
                </a:solidFill>
              </a:defRPr>
            </a:lvl3pPr>
            <a:lvl4pPr>
              <a:defRPr lang="en-US" sz="1200" dirty="0">
                <a:solidFill>
                  <a:schemeClr val="tx2"/>
                </a:solidFill>
              </a:defRPr>
            </a:lvl4pPr>
            <a:lvl5pPr>
              <a:defRPr lang="en-US" sz="1200" dirty="0">
                <a:solidFill>
                  <a:schemeClr val="tx2"/>
                </a:solidFill>
              </a:defRPr>
            </a:lvl5pPr>
          </a:lstStyle>
          <a:p>
            <a:pPr lvl="0"/>
            <a:r>
              <a:rPr lang="en-US"/>
              <a:t>Click to add text</a:t>
            </a:r>
          </a:p>
          <a:p>
            <a:pPr lvl="1"/>
            <a:r>
              <a:rPr lang="en-US"/>
              <a:t>Second level</a:t>
            </a:r>
          </a:p>
        </p:txBody>
      </p:sp>
      <p:cxnSp>
        <p:nvCxnSpPr>
          <p:cNvPr id="31" name="Straight Connector 30">
            <a:extLst>
              <a:ext uri="{FF2B5EF4-FFF2-40B4-BE49-F238E27FC236}">
                <a16:creationId xmlns:a16="http://schemas.microsoft.com/office/drawing/2014/main" id="{73C08A52-2522-8C40-B8B1-C98FEBB888F7}"/>
              </a:ext>
              <a:ext uri="{C183D7F6-B498-43B3-948B-1728B52AA6E4}">
                <adec:decorative xmlns:adec="http://schemas.microsoft.com/office/drawing/2017/decorative" val="1"/>
              </a:ext>
            </a:extLst>
          </p:cNvPr>
          <p:cNvCxnSpPr>
            <a:cxnSpLocks/>
          </p:cNvCxnSpPr>
          <p:nvPr/>
        </p:nvCxnSpPr>
        <p:spPr>
          <a:xfrm>
            <a:off x="609600" y="3325372"/>
            <a:ext cx="3471746" cy="0"/>
          </a:xfrm>
          <a:prstGeom prst="line">
            <a:avLst/>
          </a:prstGeom>
          <a:ln w="22225">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 Placeholder 6">
            <a:extLst>
              <a:ext uri="{FF2B5EF4-FFF2-40B4-BE49-F238E27FC236}">
                <a16:creationId xmlns:a16="http://schemas.microsoft.com/office/drawing/2014/main" id="{68B03587-93C7-A44F-A27D-84877C6A912A}"/>
              </a:ext>
            </a:extLst>
          </p:cNvPr>
          <p:cNvSpPr>
            <a:spLocks noGrp="1"/>
          </p:cNvSpPr>
          <p:nvPr>
            <p:ph type="body" sz="quarter" idx="19" hasCustomPrompt="1"/>
          </p:nvPr>
        </p:nvSpPr>
        <p:spPr>
          <a:xfrm>
            <a:off x="613093" y="3345364"/>
            <a:ext cx="2006600" cy="227454"/>
          </a:xfrm>
        </p:spPr>
        <p:txBody>
          <a:bodyPr anchor="b"/>
          <a:lstStyle>
            <a:lvl1pPr>
              <a:lnSpc>
                <a:spcPct val="100000"/>
              </a:lnSpc>
              <a:spcBef>
                <a:spcPts val="0"/>
              </a:spcBef>
              <a:defRPr sz="1200" cap="all" baseline="0">
                <a:solidFill>
                  <a:schemeClr val="tx1"/>
                </a:solidFill>
              </a:defRPr>
            </a:lvl1pPr>
            <a:lvl5pPr>
              <a:defRPr/>
            </a:lvl5pPr>
          </a:lstStyle>
          <a:p>
            <a:pPr lvl="0"/>
            <a:r>
              <a:rPr lang="en-US"/>
              <a:t>CHALLENGES</a:t>
            </a:r>
          </a:p>
        </p:txBody>
      </p:sp>
      <p:sp>
        <p:nvSpPr>
          <p:cNvPr id="48" name="Content Placeholder 17">
            <a:extLst>
              <a:ext uri="{FF2B5EF4-FFF2-40B4-BE49-F238E27FC236}">
                <a16:creationId xmlns:a16="http://schemas.microsoft.com/office/drawing/2014/main" id="{65BA7F3E-AD8D-A54C-B026-DAA8FC9C0540}"/>
              </a:ext>
            </a:extLst>
          </p:cNvPr>
          <p:cNvSpPr>
            <a:spLocks noGrp="1"/>
          </p:cNvSpPr>
          <p:nvPr>
            <p:ph sz="quarter" idx="18" hasCustomPrompt="1"/>
          </p:nvPr>
        </p:nvSpPr>
        <p:spPr>
          <a:xfrm>
            <a:off x="611645" y="3693430"/>
            <a:ext cx="3201848" cy="1110049"/>
          </a:xfrm>
          <a:noFill/>
        </p:spPr>
        <p:txBody>
          <a:bodyPr vert="horz" lIns="0" tIns="0" rIns="0" bIns="457200" rtlCol="0">
            <a:noAutofit/>
          </a:bodyPr>
          <a:lstStyle>
            <a:lvl1pPr>
              <a:lnSpc>
                <a:spcPct val="100000"/>
              </a:lnSpc>
              <a:spcBef>
                <a:spcPts val="0"/>
              </a:spcBef>
              <a:defRPr lang="en-US" sz="1050" dirty="0">
                <a:solidFill>
                  <a:schemeClr val="tx1"/>
                </a:solidFill>
              </a:defRPr>
            </a:lvl1pPr>
            <a:lvl2pPr marL="114300" indent="-114300">
              <a:lnSpc>
                <a:spcPct val="100000"/>
              </a:lnSpc>
              <a:spcBef>
                <a:spcPts val="0"/>
              </a:spcBef>
              <a:defRPr lang="en-US" sz="1000" dirty="0">
                <a:solidFill>
                  <a:schemeClr val="tx1"/>
                </a:solidFill>
              </a:defRPr>
            </a:lvl2pPr>
            <a:lvl3pPr>
              <a:defRPr lang="en-US" sz="1400" dirty="0">
                <a:solidFill>
                  <a:schemeClr val="tx2"/>
                </a:solidFill>
              </a:defRPr>
            </a:lvl3pPr>
            <a:lvl4pPr>
              <a:defRPr lang="en-US" sz="1200" dirty="0">
                <a:solidFill>
                  <a:schemeClr val="tx2"/>
                </a:solidFill>
              </a:defRPr>
            </a:lvl4pPr>
            <a:lvl5pPr>
              <a:defRPr lang="en-US" sz="1200" dirty="0">
                <a:solidFill>
                  <a:schemeClr val="tx2"/>
                </a:solidFill>
              </a:defRPr>
            </a:lvl5pPr>
          </a:lstStyle>
          <a:p>
            <a:pPr lvl="0"/>
            <a:r>
              <a:rPr lang="en-US"/>
              <a:t>Click to add text</a:t>
            </a:r>
          </a:p>
          <a:p>
            <a:pPr lvl="1"/>
            <a:r>
              <a:rPr lang="en-US"/>
              <a:t>Second level</a:t>
            </a:r>
          </a:p>
        </p:txBody>
      </p:sp>
      <p:cxnSp>
        <p:nvCxnSpPr>
          <p:cNvPr id="40" name="Straight Connector 39">
            <a:extLst>
              <a:ext uri="{FF2B5EF4-FFF2-40B4-BE49-F238E27FC236}">
                <a16:creationId xmlns:a16="http://schemas.microsoft.com/office/drawing/2014/main" id="{9B57CCC6-06B1-7342-99B0-BC7C8FBE5E73}"/>
              </a:ext>
              <a:ext uri="{C183D7F6-B498-43B3-948B-1728B52AA6E4}">
                <adec:decorative xmlns:adec="http://schemas.microsoft.com/office/drawing/2017/decorative" val="1"/>
              </a:ext>
            </a:extLst>
          </p:cNvPr>
          <p:cNvCxnSpPr>
            <a:cxnSpLocks/>
          </p:cNvCxnSpPr>
          <p:nvPr/>
        </p:nvCxnSpPr>
        <p:spPr>
          <a:xfrm>
            <a:off x="4412165" y="3325372"/>
            <a:ext cx="3471746" cy="0"/>
          </a:xfrm>
          <a:prstGeom prst="line">
            <a:avLst/>
          </a:prstGeom>
          <a:ln w="22225">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Text Placeholder 33">
            <a:extLst>
              <a:ext uri="{FF2B5EF4-FFF2-40B4-BE49-F238E27FC236}">
                <a16:creationId xmlns:a16="http://schemas.microsoft.com/office/drawing/2014/main" id="{12DEAF9A-D0A2-3A4B-B37B-FD530909C5D1}"/>
              </a:ext>
            </a:extLst>
          </p:cNvPr>
          <p:cNvSpPr>
            <a:spLocks noGrp="1"/>
          </p:cNvSpPr>
          <p:nvPr>
            <p:ph type="body" sz="quarter" idx="23" hasCustomPrompt="1"/>
          </p:nvPr>
        </p:nvSpPr>
        <p:spPr>
          <a:xfrm>
            <a:off x="4426811" y="3345364"/>
            <a:ext cx="2006600" cy="227454"/>
          </a:xfrm>
        </p:spPr>
        <p:txBody>
          <a:bodyPr anchor="b" anchorCtr="0"/>
          <a:lstStyle>
            <a:lvl1pPr>
              <a:defRPr sz="1200" cap="all" baseline="0">
                <a:solidFill>
                  <a:schemeClr val="tx1"/>
                </a:solidFill>
              </a:defRPr>
            </a:lvl1pPr>
          </a:lstStyle>
          <a:p>
            <a:r>
              <a:rPr lang="en-US"/>
              <a:t>IMPACT</a:t>
            </a:r>
          </a:p>
        </p:txBody>
      </p:sp>
      <p:sp>
        <p:nvSpPr>
          <p:cNvPr id="46" name="Content Placeholder 17">
            <a:extLst>
              <a:ext uri="{FF2B5EF4-FFF2-40B4-BE49-F238E27FC236}">
                <a16:creationId xmlns:a16="http://schemas.microsoft.com/office/drawing/2014/main" id="{3265790D-1104-8D4D-A8C6-F7A7E77F664C}"/>
              </a:ext>
            </a:extLst>
          </p:cNvPr>
          <p:cNvSpPr>
            <a:spLocks noGrp="1"/>
          </p:cNvSpPr>
          <p:nvPr>
            <p:ph sz="quarter" idx="22" hasCustomPrompt="1"/>
          </p:nvPr>
        </p:nvSpPr>
        <p:spPr>
          <a:xfrm>
            <a:off x="4414210" y="3693430"/>
            <a:ext cx="3201848" cy="1132351"/>
          </a:xfrm>
          <a:noFill/>
        </p:spPr>
        <p:txBody>
          <a:bodyPr vert="horz" lIns="0" tIns="0" rIns="0" bIns="457200" rtlCol="0">
            <a:noAutofit/>
          </a:bodyPr>
          <a:lstStyle>
            <a:lvl1pPr>
              <a:lnSpc>
                <a:spcPct val="100000"/>
              </a:lnSpc>
              <a:spcBef>
                <a:spcPts val="0"/>
              </a:spcBef>
              <a:defRPr lang="en-US" sz="1050" dirty="0">
                <a:solidFill>
                  <a:schemeClr val="tx1"/>
                </a:solidFill>
              </a:defRPr>
            </a:lvl1pPr>
            <a:lvl2pPr marL="114300" indent="-114300">
              <a:lnSpc>
                <a:spcPct val="100000"/>
              </a:lnSpc>
              <a:spcBef>
                <a:spcPts val="0"/>
              </a:spcBef>
              <a:defRPr lang="en-US" sz="1000" dirty="0">
                <a:solidFill>
                  <a:schemeClr val="tx1"/>
                </a:solidFill>
              </a:defRPr>
            </a:lvl2pPr>
            <a:lvl3pPr>
              <a:defRPr lang="en-US" sz="1400" dirty="0">
                <a:solidFill>
                  <a:schemeClr val="tx2"/>
                </a:solidFill>
              </a:defRPr>
            </a:lvl3pPr>
            <a:lvl4pPr>
              <a:defRPr lang="en-US" sz="1200" dirty="0">
                <a:solidFill>
                  <a:schemeClr val="tx2"/>
                </a:solidFill>
              </a:defRPr>
            </a:lvl4pPr>
            <a:lvl5pPr>
              <a:defRPr lang="en-US" sz="1200" dirty="0">
                <a:solidFill>
                  <a:schemeClr val="tx2"/>
                </a:solidFill>
              </a:defRPr>
            </a:lvl5pPr>
          </a:lstStyle>
          <a:p>
            <a:pPr lvl="0"/>
            <a:r>
              <a:rPr lang="en-US"/>
              <a:t>Click to add text</a:t>
            </a:r>
          </a:p>
          <a:p>
            <a:pPr lvl="1"/>
            <a:r>
              <a:rPr lang="en-US"/>
              <a:t>Second level</a:t>
            </a:r>
          </a:p>
        </p:txBody>
      </p:sp>
      <p:cxnSp>
        <p:nvCxnSpPr>
          <p:cNvPr id="55" name="Straight Connector 54">
            <a:extLst>
              <a:ext uri="{FF2B5EF4-FFF2-40B4-BE49-F238E27FC236}">
                <a16:creationId xmlns:a16="http://schemas.microsoft.com/office/drawing/2014/main" id="{23C87E7C-5ED2-214E-8A38-ED05177A65DC}"/>
              </a:ext>
              <a:ext uri="{C183D7F6-B498-43B3-948B-1728B52AA6E4}">
                <adec:decorative xmlns:adec="http://schemas.microsoft.com/office/drawing/2017/decorative" val="1"/>
              </a:ext>
            </a:extLst>
          </p:cNvPr>
          <p:cNvCxnSpPr>
            <a:cxnSpLocks/>
          </p:cNvCxnSpPr>
          <p:nvPr/>
        </p:nvCxnSpPr>
        <p:spPr>
          <a:xfrm>
            <a:off x="608739" y="5023689"/>
            <a:ext cx="3472607" cy="0"/>
          </a:xfrm>
          <a:prstGeom prst="line">
            <a:avLst/>
          </a:prstGeom>
          <a:ln w="22225">
            <a:solidFill>
              <a:schemeClr val="accent6"/>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Text Placeholder 6">
            <a:extLst>
              <a:ext uri="{FF2B5EF4-FFF2-40B4-BE49-F238E27FC236}">
                <a16:creationId xmlns:a16="http://schemas.microsoft.com/office/drawing/2014/main" id="{EF15C3B0-3307-FF46-8C6D-169079865548}"/>
              </a:ext>
            </a:extLst>
          </p:cNvPr>
          <p:cNvSpPr>
            <a:spLocks noGrp="1"/>
          </p:cNvSpPr>
          <p:nvPr>
            <p:ph type="body" sz="quarter" idx="29" hasCustomPrompt="1"/>
          </p:nvPr>
        </p:nvSpPr>
        <p:spPr>
          <a:xfrm>
            <a:off x="613093" y="5039275"/>
            <a:ext cx="3200400" cy="227454"/>
          </a:xfrm>
        </p:spPr>
        <p:txBody>
          <a:bodyPr anchor="b"/>
          <a:lstStyle>
            <a:lvl1pPr algn="l">
              <a:lnSpc>
                <a:spcPct val="100000"/>
              </a:lnSpc>
              <a:spcBef>
                <a:spcPts val="0"/>
              </a:spcBef>
              <a:defRPr sz="1200" cap="all" baseline="0">
                <a:solidFill>
                  <a:schemeClr val="tx1"/>
                </a:solidFill>
              </a:defRPr>
            </a:lvl1pPr>
            <a:lvl5pPr>
              <a:defRPr/>
            </a:lvl5pPr>
          </a:lstStyle>
          <a:p>
            <a:pPr lvl="0"/>
            <a:r>
              <a:rPr lang="en-US"/>
              <a:t>PRODUCTS</a:t>
            </a:r>
          </a:p>
        </p:txBody>
      </p:sp>
      <p:sp>
        <p:nvSpPr>
          <p:cNvPr id="56" name="Text Placeholder 6">
            <a:extLst>
              <a:ext uri="{FF2B5EF4-FFF2-40B4-BE49-F238E27FC236}">
                <a16:creationId xmlns:a16="http://schemas.microsoft.com/office/drawing/2014/main" id="{F0EFE66F-363C-804E-BABD-F54C3E33FDEA}"/>
              </a:ext>
            </a:extLst>
          </p:cNvPr>
          <p:cNvSpPr>
            <a:spLocks noGrp="1"/>
          </p:cNvSpPr>
          <p:nvPr>
            <p:ph type="body" sz="quarter" idx="31" hasCustomPrompt="1"/>
          </p:nvPr>
        </p:nvSpPr>
        <p:spPr>
          <a:xfrm>
            <a:off x="613093" y="5326736"/>
            <a:ext cx="3200400" cy="227454"/>
          </a:xfrm>
        </p:spPr>
        <p:txBody>
          <a:bodyPr anchor="b"/>
          <a:lstStyle>
            <a:lvl1pPr algn="l">
              <a:lnSpc>
                <a:spcPct val="100000"/>
              </a:lnSpc>
              <a:spcBef>
                <a:spcPts val="0"/>
              </a:spcBef>
              <a:defRPr sz="1000">
                <a:solidFill>
                  <a:schemeClr val="tx1"/>
                </a:solidFill>
              </a:defRPr>
            </a:lvl1pPr>
            <a:lvl5pPr>
              <a:defRPr/>
            </a:lvl5pPr>
          </a:lstStyle>
          <a:p>
            <a:pPr lvl="0"/>
            <a:r>
              <a:rPr lang="en-US"/>
              <a:t>Product One</a:t>
            </a:r>
          </a:p>
        </p:txBody>
      </p:sp>
      <p:sp>
        <p:nvSpPr>
          <p:cNvPr id="57" name="Text Placeholder 6">
            <a:extLst>
              <a:ext uri="{FF2B5EF4-FFF2-40B4-BE49-F238E27FC236}">
                <a16:creationId xmlns:a16="http://schemas.microsoft.com/office/drawing/2014/main" id="{0166C751-50F5-8B4F-9A97-B83901E78B00}"/>
              </a:ext>
            </a:extLst>
          </p:cNvPr>
          <p:cNvSpPr>
            <a:spLocks noGrp="1"/>
          </p:cNvSpPr>
          <p:nvPr>
            <p:ph type="body" sz="quarter" idx="33" hasCustomPrompt="1"/>
          </p:nvPr>
        </p:nvSpPr>
        <p:spPr>
          <a:xfrm>
            <a:off x="613093" y="5576118"/>
            <a:ext cx="3200400" cy="227454"/>
          </a:xfrm>
        </p:spPr>
        <p:txBody>
          <a:bodyPr anchor="b"/>
          <a:lstStyle>
            <a:lvl1pPr algn="l">
              <a:lnSpc>
                <a:spcPct val="100000"/>
              </a:lnSpc>
              <a:spcBef>
                <a:spcPts val="0"/>
              </a:spcBef>
              <a:defRPr sz="1000">
                <a:solidFill>
                  <a:schemeClr val="tx1"/>
                </a:solidFill>
              </a:defRPr>
            </a:lvl1pPr>
            <a:lvl5pPr>
              <a:defRPr/>
            </a:lvl5pPr>
          </a:lstStyle>
          <a:p>
            <a:pPr lvl="0"/>
            <a:r>
              <a:rPr lang="en-US"/>
              <a:t>Product Two</a:t>
            </a:r>
          </a:p>
        </p:txBody>
      </p:sp>
      <p:sp>
        <p:nvSpPr>
          <p:cNvPr id="58" name="Text Placeholder 6">
            <a:extLst>
              <a:ext uri="{FF2B5EF4-FFF2-40B4-BE49-F238E27FC236}">
                <a16:creationId xmlns:a16="http://schemas.microsoft.com/office/drawing/2014/main" id="{0D57825D-E522-644D-8F4A-0B77A7036EBF}"/>
              </a:ext>
            </a:extLst>
          </p:cNvPr>
          <p:cNvSpPr>
            <a:spLocks noGrp="1"/>
          </p:cNvSpPr>
          <p:nvPr>
            <p:ph type="body" sz="quarter" idx="35" hasCustomPrompt="1"/>
          </p:nvPr>
        </p:nvSpPr>
        <p:spPr>
          <a:xfrm>
            <a:off x="613093" y="5807027"/>
            <a:ext cx="3200400" cy="227454"/>
          </a:xfrm>
        </p:spPr>
        <p:txBody>
          <a:bodyPr anchor="b"/>
          <a:lstStyle>
            <a:lvl1pPr algn="l">
              <a:lnSpc>
                <a:spcPct val="100000"/>
              </a:lnSpc>
              <a:spcBef>
                <a:spcPts val="0"/>
              </a:spcBef>
              <a:defRPr sz="1000">
                <a:solidFill>
                  <a:schemeClr val="tx1"/>
                </a:solidFill>
              </a:defRPr>
            </a:lvl1pPr>
            <a:lvl5pPr>
              <a:defRPr/>
            </a:lvl5pPr>
          </a:lstStyle>
          <a:p>
            <a:pPr lvl="0"/>
            <a:r>
              <a:rPr lang="en-US"/>
              <a:t>Product Three</a:t>
            </a:r>
          </a:p>
        </p:txBody>
      </p:sp>
      <p:sp>
        <p:nvSpPr>
          <p:cNvPr id="65" name="Text Placeholder 6">
            <a:extLst>
              <a:ext uri="{FF2B5EF4-FFF2-40B4-BE49-F238E27FC236}">
                <a16:creationId xmlns:a16="http://schemas.microsoft.com/office/drawing/2014/main" id="{715C6E1C-FC70-6A4E-8F12-8EFEDFF99F5A}"/>
              </a:ext>
            </a:extLst>
          </p:cNvPr>
          <p:cNvSpPr>
            <a:spLocks noGrp="1"/>
          </p:cNvSpPr>
          <p:nvPr>
            <p:ph type="body" sz="quarter" idx="40" hasCustomPrompt="1"/>
          </p:nvPr>
        </p:nvSpPr>
        <p:spPr>
          <a:xfrm>
            <a:off x="4393597" y="5039274"/>
            <a:ext cx="3200400" cy="227454"/>
          </a:xfrm>
        </p:spPr>
        <p:txBody>
          <a:bodyPr anchor="b"/>
          <a:lstStyle>
            <a:lvl1pPr algn="l">
              <a:lnSpc>
                <a:spcPct val="100000"/>
              </a:lnSpc>
              <a:spcBef>
                <a:spcPts val="0"/>
              </a:spcBef>
              <a:defRPr sz="1200" cap="all" baseline="0">
                <a:solidFill>
                  <a:schemeClr val="tx1"/>
                </a:solidFill>
              </a:defRPr>
            </a:lvl1pPr>
            <a:lvl5pPr>
              <a:defRPr/>
            </a:lvl5pPr>
          </a:lstStyle>
          <a:p>
            <a:pPr lvl="0"/>
            <a:r>
              <a:rPr lang="en-US"/>
              <a:t>STRATEGIC PRIORITIES</a:t>
            </a:r>
          </a:p>
        </p:txBody>
      </p:sp>
      <p:sp>
        <p:nvSpPr>
          <p:cNvPr id="61" name="Text Placeholder 6">
            <a:extLst>
              <a:ext uri="{FF2B5EF4-FFF2-40B4-BE49-F238E27FC236}">
                <a16:creationId xmlns:a16="http://schemas.microsoft.com/office/drawing/2014/main" id="{EBAAD5C6-0007-A84B-A2C2-FCC2F00B4295}"/>
              </a:ext>
            </a:extLst>
          </p:cNvPr>
          <p:cNvSpPr>
            <a:spLocks noGrp="1"/>
          </p:cNvSpPr>
          <p:nvPr>
            <p:ph type="body" sz="quarter" idx="36" hasCustomPrompt="1"/>
          </p:nvPr>
        </p:nvSpPr>
        <p:spPr>
          <a:xfrm>
            <a:off x="4400790" y="5327336"/>
            <a:ext cx="3200400" cy="227454"/>
          </a:xfrm>
        </p:spPr>
        <p:txBody>
          <a:bodyPr anchor="b"/>
          <a:lstStyle>
            <a:lvl1pPr algn="l">
              <a:lnSpc>
                <a:spcPct val="100000"/>
              </a:lnSpc>
              <a:spcBef>
                <a:spcPts val="0"/>
              </a:spcBef>
              <a:defRPr sz="1000">
                <a:solidFill>
                  <a:schemeClr val="tx1"/>
                </a:solidFill>
              </a:defRPr>
            </a:lvl1pPr>
            <a:lvl5pPr>
              <a:defRPr/>
            </a:lvl5pPr>
          </a:lstStyle>
          <a:p>
            <a:pPr lvl="0"/>
            <a:r>
              <a:rPr lang="en-US"/>
              <a:t>Priority One</a:t>
            </a:r>
          </a:p>
        </p:txBody>
      </p:sp>
      <p:sp>
        <p:nvSpPr>
          <p:cNvPr id="62" name="Text Placeholder 6">
            <a:extLst>
              <a:ext uri="{FF2B5EF4-FFF2-40B4-BE49-F238E27FC236}">
                <a16:creationId xmlns:a16="http://schemas.microsoft.com/office/drawing/2014/main" id="{A8B7A6ED-D85B-2E4C-BCD6-D130232A3F76}"/>
              </a:ext>
            </a:extLst>
          </p:cNvPr>
          <p:cNvSpPr>
            <a:spLocks noGrp="1"/>
          </p:cNvSpPr>
          <p:nvPr>
            <p:ph type="body" sz="quarter" idx="37" hasCustomPrompt="1"/>
          </p:nvPr>
        </p:nvSpPr>
        <p:spPr>
          <a:xfrm>
            <a:off x="4400790" y="5576718"/>
            <a:ext cx="3200400" cy="227454"/>
          </a:xfrm>
        </p:spPr>
        <p:txBody>
          <a:bodyPr anchor="b"/>
          <a:lstStyle>
            <a:lvl1pPr algn="l">
              <a:lnSpc>
                <a:spcPct val="100000"/>
              </a:lnSpc>
              <a:spcBef>
                <a:spcPts val="0"/>
              </a:spcBef>
              <a:defRPr sz="1000">
                <a:solidFill>
                  <a:schemeClr val="tx1"/>
                </a:solidFill>
              </a:defRPr>
            </a:lvl1pPr>
            <a:lvl5pPr>
              <a:defRPr/>
            </a:lvl5pPr>
          </a:lstStyle>
          <a:p>
            <a:pPr lvl="0"/>
            <a:r>
              <a:rPr lang="en-US"/>
              <a:t>Priority Two</a:t>
            </a:r>
          </a:p>
        </p:txBody>
      </p:sp>
      <p:sp>
        <p:nvSpPr>
          <p:cNvPr id="63" name="Text Placeholder 6">
            <a:extLst>
              <a:ext uri="{FF2B5EF4-FFF2-40B4-BE49-F238E27FC236}">
                <a16:creationId xmlns:a16="http://schemas.microsoft.com/office/drawing/2014/main" id="{C507BC1F-4225-8C48-9110-5D75D900FFC0}"/>
              </a:ext>
            </a:extLst>
          </p:cNvPr>
          <p:cNvSpPr>
            <a:spLocks noGrp="1"/>
          </p:cNvSpPr>
          <p:nvPr>
            <p:ph type="body" sz="quarter" idx="38" hasCustomPrompt="1"/>
          </p:nvPr>
        </p:nvSpPr>
        <p:spPr>
          <a:xfrm>
            <a:off x="4400790" y="5807627"/>
            <a:ext cx="3200400" cy="227454"/>
          </a:xfrm>
        </p:spPr>
        <p:txBody>
          <a:bodyPr anchor="b"/>
          <a:lstStyle>
            <a:lvl1pPr algn="l">
              <a:lnSpc>
                <a:spcPct val="100000"/>
              </a:lnSpc>
              <a:spcBef>
                <a:spcPts val="0"/>
              </a:spcBef>
              <a:defRPr sz="1000">
                <a:solidFill>
                  <a:schemeClr val="tx1"/>
                </a:solidFill>
              </a:defRPr>
            </a:lvl1pPr>
            <a:lvl5pPr>
              <a:defRPr/>
            </a:lvl5pPr>
          </a:lstStyle>
          <a:p>
            <a:pPr lvl="0"/>
            <a:r>
              <a:rPr lang="en-US"/>
              <a:t>Priority Three</a:t>
            </a:r>
          </a:p>
        </p:txBody>
      </p:sp>
      <p:sp>
        <p:nvSpPr>
          <p:cNvPr id="45" name="Picture Placeholder 8">
            <a:extLst>
              <a:ext uri="{FF2B5EF4-FFF2-40B4-BE49-F238E27FC236}">
                <a16:creationId xmlns:a16="http://schemas.microsoft.com/office/drawing/2014/main" id="{231A51E8-5046-A444-8DFA-A0B8E647C4F2}"/>
              </a:ext>
            </a:extLst>
          </p:cNvPr>
          <p:cNvSpPr>
            <a:spLocks noGrp="1"/>
          </p:cNvSpPr>
          <p:nvPr>
            <p:ph type="pic" sz="quarter" idx="25" hasCustomPrompt="1"/>
          </p:nvPr>
        </p:nvSpPr>
        <p:spPr>
          <a:xfrm>
            <a:off x="9207965" y="1600200"/>
            <a:ext cx="1841500" cy="660399"/>
          </a:xfrm>
        </p:spPr>
        <p:txBody>
          <a:bodyPr anchor="ctr"/>
          <a:lstStyle>
            <a:lvl1pPr algn="ctr">
              <a:lnSpc>
                <a:spcPct val="100000"/>
              </a:lnSpc>
              <a:spcBef>
                <a:spcPts val="0"/>
              </a:spcBef>
              <a:defRPr>
                <a:solidFill>
                  <a:schemeClr val="tx1"/>
                </a:solidFill>
              </a:defRPr>
            </a:lvl1pPr>
          </a:lstStyle>
          <a:p>
            <a:r>
              <a:rPr lang="en-US"/>
              <a:t>Insert Logo here</a:t>
            </a:r>
          </a:p>
        </p:txBody>
      </p:sp>
      <p:sp>
        <p:nvSpPr>
          <p:cNvPr id="44" name="Text Placeholder 10">
            <a:extLst>
              <a:ext uri="{FF2B5EF4-FFF2-40B4-BE49-F238E27FC236}">
                <a16:creationId xmlns:a16="http://schemas.microsoft.com/office/drawing/2014/main" id="{81E8E56D-8554-4E46-BBBC-E98827D1EE1F}"/>
              </a:ext>
            </a:extLst>
          </p:cNvPr>
          <p:cNvSpPr>
            <a:spLocks noGrp="1"/>
          </p:cNvSpPr>
          <p:nvPr>
            <p:ph type="body" sz="quarter" idx="27" hasCustomPrompt="1"/>
          </p:nvPr>
        </p:nvSpPr>
        <p:spPr>
          <a:xfrm>
            <a:off x="8509465" y="2347933"/>
            <a:ext cx="3206750" cy="241300"/>
          </a:xfrm>
        </p:spPr>
        <p:txBody>
          <a:bodyPr anchor="ctr"/>
          <a:lstStyle>
            <a:lvl1pPr algn="ctr">
              <a:lnSpc>
                <a:spcPct val="100000"/>
              </a:lnSpc>
              <a:spcBef>
                <a:spcPts val="0"/>
              </a:spcBef>
              <a:defRPr sz="1200">
                <a:solidFill>
                  <a:schemeClr val="tx1"/>
                </a:solidFill>
              </a:defRPr>
            </a:lvl1pPr>
            <a:lvl2pPr marL="0" indent="0" algn="ctr">
              <a:buFont typeface="Arial" panose="020B0604020202020204" pitchFamily="34" charset="0"/>
              <a:buChar char="​"/>
              <a:defRPr sz="1200">
                <a:solidFill>
                  <a:schemeClr val="accent1"/>
                </a:solidFill>
              </a:defRPr>
            </a:lvl2pPr>
            <a:lvl3pPr marL="0" indent="0" algn="ctr">
              <a:buFont typeface="Arial" panose="020B0604020202020204" pitchFamily="34" charset="0"/>
              <a:buChar char="​"/>
              <a:defRPr sz="1200">
                <a:solidFill>
                  <a:schemeClr val="accent1"/>
                </a:solidFill>
              </a:defRPr>
            </a:lvl3pPr>
            <a:lvl4pPr marL="0" indent="0" algn="ctr">
              <a:buFont typeface="Arial" panose="020B0604020202020204" pitchFamily="34" charset="0"/>
              <a:buChar char="​"/>
              <a:defRPr sz="1200">
                <a:solidFill>
                  <a:schemeClr val="accent1"/>
                </a:solidFill>
              </a:defRPr>
            </a:lvl4pPr>
            <a:lvl5pPr marL="0" indent="0" algn="ctr">
              <a:buFont typeface="Arial" panose="020B0604020202020204" pitchFamily="34" charset="0"/>
              <a:buChar char="​"/>
              <a:defRPr sz="1200">
                <a:solidFill>
                  <a:schemeClr val="accent1"/>
                </a:solidFill>
              </a:defRPr>
            </a:lvl5pPr>
          </a:lstStyle>
          <a:p>
            <a:pPr lvl="0"/>
            <a:r>
              <a:rPr lang="en-US"/>
              <a:t>Location</a:t>
            </a:r>
          </a:p>
        </p:txBody>
      </p:sp>
      <p:sp>
        <p:nvSpPr>
          <p:cNvPr id="43" name="Text Placeholder 10">
            <a:extLst>
              <a:ext uri="{FF2B5EF4-FFF2-40B4-BE49-F238E27FC236}">
                <a16:creationId xmlns:a16="http://schemas.microsoft.com/office/drawing/2014/main" id="{59903D24-0D11-174E-9765-B2914D00A88C}"/>
              </a:ext>
            </a:extLst>
          </p:cNvPr>
          <p:cNvSpPr>
            <a:spLocks noGrp="1"/>
          </p:cNvSpPr>
          <p:nvPr>
            <p:ph type="body" sz="quarter" idx="28" hasCustomPrompt="1"/>
          </p:nvPr>
        </p:nvSpPr>
        <p:spPr>
          <a:xfrm>
            <a:off x="8509465" y="2647290"/>
            <a:ext cx="3206750" cy="241300"/>
          </a:xfrm>
        </p:spPr>
        <p:txBody>
          <a:bodyPr anchor="ctr"/>
          <a:lstStyle>
            <a:lvl1pPr algn="ctr">
              <a:lnSpc>
                <a:spcPct val="100000"/>
              </a:lnSpc>
              <a:spcBef>
                <a:spcPts val="0"/>
              </a:spcBef>
              <a:defRPr sz="1200">
                <a:solidFill>
                  <a:schemeClr val="tx1"/>
                </a:solidFill>
              </a:defRPr>
            </a:lvl1pPr>
            <a:lvl2pPr marL="0" indent="0" algn="ctr">
              <a:buFont typeface="Arial" panose="020B0604020202020204" pitchFamily="34" charset="0"/>
              <a:buChar char="​"/>
              <a:defRPr sz="1200">
                <a:solidFill>
                  <a:schemeClr val="accent1"/>
                </a:solidFill>
              </a:defRPr>
            </a:lvl2pPr>
            <a:lvl3pPr marL="0" indent="0" algn="ctr">
              <a:buFont typeface="Arial" panose="020B0604020202020204" pitchFamily="34" charset="0"/>
              <a:buChar char="​"/>
              <a:defRPr sz="1200">
                <a:solidFill>
                  <a:schemeClr val="accent1"/>
                </a:solidFill>
              </a:defRPr>
            </a:lvl3pPr>
            <a:lvl4pPr marL="0" indent="0" algn="ctr">
              <a:buFont typeface="Arial" panose="020B0604020202020204" pitchFamily="34" charset="0"/>
              <a:buChar char="​"/>
              <a:defRPr sz="1200">
                <a:solidFill>
                  <a:schemeClr val="accent1"/>
                </a:solidFill>
              </a:defRPr>
            </a:lvl4pPr>
            <a:lvl5pPr marL="0" indent="0" algn="ctr">
              <a:buFont typeface="Arial" panose="020B0604020202020204" pitchFamily="34" charset="0"/>
              <a:buChar char="​"/>
              <a:defRPr sz="1200">
                <a:solidFill>
                  <a:schemeClr val="accent1"/>
                </a:solidFill>
              </a:defRPr>
            </a:lvl5pPr>
          </a:lstStyle>
          <a:p>
            <a:pPr lvl="0"/>
            <a:r>
              <a:rPr lang="en-US"/>
              <a:t>Industry</a:t>
            </a:r>
          </a:p>
        </p:txBody>
      </p:sp>
      <p:sp>
        <p:nvSpPr>
          <p:cNvPr id="42" name="Picture Placeholder 5">
            <a:extLst>
              <a:ext uri="{FF2B5EF4-FFF2-40B4-BE49-F238E27FC236}">
                <a16:creationId xmlns:a16="http://schemas.microsoft.com/office/drawing/2014/main" id="{2EDE5296-3D34-0C47-A404-38FF5A22C6D8}"/>
              </a:ext>
            </a:extLst>
          </p:cNvPr>
          <p:cNvSpPr>
            <a:spLocks noGrp="1"/>
          </p:cNvSpPr>
          <p:nvPr>
            <p:ph type="pic" sz="quarter" idx="24"/>
          </p:nvPr>
        </p:nvSpPr>
        <p:spPr>
          <a:xfrm>
            <a:off x="8515815" y="2971800"/>
            <a:ext cx="3194050" cy="1828800"/>
          </a:xfrm>
        </p:spPr>
        <p:txBody>
          <a:bodyPr/>
          <a:lstStyle>
            <a:lvl1pPr>
              <a:lnSpc>
                <a:spcPct val="100000"/>
              </a:lnSpc>
              <a:spcBef>
                <a:spcPts val="0"/>
              </a:spcBef>
              <a:defRPr>
                <a:solidFill>
                  <a:schemeClr val="tx1"/>
                </a:solidFill>
              </a:defRPr>
            </a:lvl1pPr>
          </a:lstStyle>
          <a:p>
            <a:r>
              <a:rPr lang="en-US"/>
              <a:t>Click icon to add picture</a:t>
            </a:r>
          </a:p>
        </p:txBody>
      </p:sp>
      <p:sp>
        <p:nvSpPr>
          <p:cNvPr id="41" name="Text Placeholder 10">
            <a:extLst>
              <a:ext uri="{FF2B5EF4-FFF2-40B4-BE49-F238E27FC236}">
                <a16:creationId xmlns:a16="http://schemas.microsoft.com/office/drawing/2014/main" id="{C7B1EDB8-ADF5-9C41-B4C4-26AA9C0B9D24}"/>
              </a:ext>
            </a:extLst>
          </p:cNvPr>
          <p:cNvSpPr>
            <a:spLocks noGrp="1"/>
          </p:cNvSpPr>
          <p:nvPr>
            <p:ph type="body" sz="quarter" idx="26" hasCustomPrompt="1"/>
          </p:nvPr>
        </p:nvSpPr>
        <p:spPr>
          <a:xfrm>
            <a:off x="8515815" y="5022214"/>
            <a:ext cx="3200400" cy="1153795"/>
          </a:xfrm>
        </p:spPr>
        <p:txBody>
          <a:bodyPr/>
          <a:lstStyle>
            <a:lvl1pPr algn="ctr">
              <a:lnSpc>
                <a:spcPct val="100000"/>
              </a:lnSpc>
              <a:spcBef>
                <a:spcPts val="0"/>
              </a:spcBef>
              <a:defRPr sz="1400">
                <a:solidFill>
                  <a:schemeClr val="tx1"/>
                </a:solidFill>
              </a:defRPr>
            </a:lvl1pPr>
            <a:lvl2pPr marL="0" indent="0" algn="ctr">
              <a:lnSpc>
                <a:spcPct val="100000"/>
              </a:lnSpc>
              <a:spcBef>
                <a:spcPts val="0"/>
              </a:spcBef>
              <a:buFont typeface="Arial" panose="020B0604020202020204" pitchFamily="34" charset="0"/>
              <a:buChar char="​"/>
              <a:defRPr sz="1200">
                <a:solidFill>
                  <a:schemeClr val="tx1"/>
                </a:solidFill>
              </a:defRPr>
            </a:lvl2pPr>
            <a:lvl3pPr marL="0" indent="0" algn="ctr">
              <a:buFont typeface="Arial" panose="020B0604020202020204" pitchFamily="34" charset="0"/>
              <a:buNone/>
              <a:defRPr sz="1200">
                <a:solidFill>
                  <a:schemeClr val="accent1"/>
                </a:solidFill>
              </a:defRPr>
            </a:lvl3pPr>
            <a:lvl4pPr marL="0" indent="0" algn="ctr">
              <a:buFont typeface="Arial" panose="020B0604020202020204" pitchFamily="34" charset="0"/>
              <a:buChar char="​"/>
              <a:defRPr sz="1200">
                <a:solidFill>
                  <a:schemeClr val="accent1"/>
                </a:solidFill>
              </a:defRPr>
            </a:lvl4pPr>
            <a:lvl5pPr marL="0" indent="0" algn="ctr">
              <a:buFont typeface="Arial" panose="020B0604020202020204" pitchFamily="34" charset="0"/>
              <a:buChar char="​"/>
              <a:defRPr sz="1200">
                <a:solidFill>
                  <a:schemeClr val="accent1"/>
                </a:solidFill>
              </a:defRPr>
            </a:lvl5pPr>
          </a:lstStyle>
          <a:p>
            <a:pPr lvl="0"/>
            <a:r>
              <a:rPr lang="en-US"/>
              <a:t>Click to add text</a:t>
            </a:r>
          </a:p>
          <a:p>
            <a:pPr lvl="1"/>
            <a:r>
              <a:rPr lang="en-US"/>
              <a:t>Second level</a:t>
            </a:r>
          </a:p>
        </p:txBody>
      </p:sp>
      <p:sp>
        <p:nvSpPr>
          <p:cNvPr id="33" name="page number">
            <a:extLst>
              <a:ext uri="{FF2B5EF4-FFF2-40B4-BE49-F238E27FC236}">
                <a16:creationId xmlns:a16="http://schemas.microsoft.com/office/drawing/2014/main" id="{CB20449E-0760-3743-8E7C-7D6BA7165F7F}"/>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cxnSp>
        <p:nvCxnSpPr>
          <p:cNvPr id="3" name="Straight Connector 2">
            <a:extLst>
              <a:ext uri="{FF2B5EF4-FFF2-40B4-BE49-F238E27FC236}">
                <a16:creationId xmlns:a16="http://schemas.microsoft.com/office/drawing/2014/main" id="{D35F47B4-23F1-B9FD-9FC0-4D2A8FB45EAF}"/>
              </a:ext>
              <a:ext uri="{C183D7F6-B498-43B3-948B-1728B52AA6E4}">
                <adec:decorative xmlns:adec="http://schemas.microsoft.com/office/drawing/2017/decorative" val="1"/>
              </a:ext>
            </a:extLst>
          </p:cNvPr>
          <p:cNvCxnSpPr>
            <a:cxnSpLocks/>
          </p:cNvCxnSpPr>
          <p:nvPr/>
        </p:nvCxnSpPr>
        <p:spPr>
          <a:xfrm>
            <a:off x="4387095" y="5019911"/>
            <a:ext cx="3472607" cy="0"/>
          </a:xfrm>
          <a:prstGeom prst="line">
            <a:avLst/>
          </a:prstGeom>
          <a:ln w="22225">
            <a:solidFill>
              <a:schemeClr val="accent6"/>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14F46384-B6E3-0D43-924E-874DEC2344B1}"/>
              </a:ext>
              <a:ext uri="{C183D7F6-B498-43B3-948B-1728B52AA6E4}">
                <adec:decorative xmlns:adec="http://schemas.microsoft.com/office/drawing/2017/decorative" val="1"/>
              </a:ext>
            </a:extLst>
          </p:cNvPr>
          <p:cNvCxnSpPr>
            <a:cxnSpLocks/>
          </p:cNvCxnSpPr>
          <p:nvPr userDrawn="1"/>
        </p:nvCxnSpPr>
        <p:spPr>
          <a:xfrm>
            <a:off x="609600" y="1552248"/>
            <a:ext cx="3471746" cy="0"/>
          </a:xfrm>
          <a:prstGeom prst="line">
            <a:avLst/>
          </a:prstGeom>
          <a:ln w="22225">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33526770-8F35-FB4A-8638-521D0DA87F6C}"/>
              </a:ext>
              <a:ext uri="{C183D7F6-B498-43B3-948B-1728B52AA6E4}">
                <adec:decorative xmlns:adec="http://schemas.microsoft.com/office/drawing/2017/decorative" val="1"/>
              </a:ext>
            </a:extLst>
          </p:cNvPr>
          <p:cNvCxnSpPr>
            <a:cxnSpLocks/>
          </p:cNvCxnSpPr>
          <p:nvPr userDrawn="1"/>
        </p:nvCxnSpPr>
        <p:spPr>
          <a:xfrm>
            <a:off x="4412165" y="1552248"/>
            <a:ext cx="3471746" cy="0"/>
          </a:xfrm>
          <a:prstGeom prst="line">
            <a:avLst/>
          </a:prstGeom>
          <a:ln w="22225">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3C08A52-2522-8C40-B8B1-C98FEBB888F7}"/>
              </a:ext>
              <a:ext uri="{C183D7F6-B498-43B3-948B-1728B52AA6E4}">
                <adec:decorative xmlns:adec="http://schemas.microsoft.com/office/drawing/2017/decorative" val="1"/>
              </a:ext>
            </a:extLst>
          </p:cNvPr>
          <p:cNvCxnSpPr>
            <a:cxnSpLocks/>
          </p:cNvCxnSpPr>
          <p:nvPr userDrawn="1"/>
        </p:nvCxnSpPr>
        <p:spPr>
          <a:xfrm>
            <a:off x="609600" y="3325372"/>
            <a:ext cx="3471746" cy="0"/>
          </a:xfrm>
          <a:prstGeom prst="line">
            <a:avLst/>
          </a:prstGeom>
          <a:ln w="22225">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B57CCC6-06B1-7342-99B0-BC7C8FBE5E73}"/>
              </a:ext>
              <a:ext uri="{C183D7F6-B498-43B3-948B-1728B52AA6E4}">
                <adec:decorative xmlns:adec="http://schemas.microsoft.com/office/drawing/2017/decorative" val="1"/>
              </a:ext>
            </a:extLst>
          </p:cNvPr>
          <p:cNvCxnSpPr>
            <a:cxnSpLocks/>
          </p:cNvCxnSpPr>
          <p:nvPr userDrawn="1"/>
        </p:nvCxnSpPr>
        <p:spPr>
          <a:xfrm>
            <a:off x="4412165" y="3325372"/>
            <a:ext cx="3471746" cy="0"/>
          </a:xfrm>
          <a:prstGeom prst="line">
            <a:avLst/>
          </a:prstGeom>
          <a:ln w="22225">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3C87E7C-5ED2-214E-8A38-ED05177A65DC}"/>
              </a:ext>
              <a:ext uri="{C183D7F6-B498-43B3-948B-1728B52AA6E4}">
                <adec:decorative xmlns:adec="http://schemas.microsoft.com/office/drawing/2017/decorative" val="1"/>
              </a:ext>
            </a:extLst>
          </p:cNvPr>
          <p:cNvCxnSpPr>
            <a:cxnSpLocks/>
          </p:cNvCxnSpPr>
          <p:nvPr userDrawn="1"/>
        </p:nvCxnSpPr>
        <p:spPr>
          <a:xfrm>
            <a:off x="608739" y="5023689"/>
            <a:ext cx="3472607" cy="0"/>
          </a:xfrm>
          <a:prstGeom prst="line">
            <a:avLst/>
          </a:prstGeom>
          <a:ln w="22225">
            <a:solidFill>
              <a:schemeClr val="accent6"/>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page number">
            <a:extLst>
              <a:ext uri="{FF2B5EF4-FFF2-40B4-BE49-F238E27FC236}">
                <a16:creationId xmlns:a16="http://schemas.microsoft.com/office/drawing/2014/main" id="{CB20449E-0760-3743-8E7C-7D6BA7165F7F}"/>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cxnSp>
        <p:nvCxnSpPr>
          <p:cNvPr id="60" name="Straight Connector 59">
            <a:extLst>
              <a:ext uri="{FF2B5EF4-FFF2-40B4-BE49-F238E27FC236}">
                <a16:creationId xmlns:a16="http://schemas.microsoft.com/office/drawing/2014/main" id="{D35F47B4-23F1-B9FD-9FC0-4D2A8FB45EAF}"/>
              </a:ext>
              <a:ext uri="{C183D7F6-B498-43B3-948B-1728B52AA6E4}">
                <adec:decorative xmlns:adec="http://schemas.microsoft.com/office/drawing/2017/decorative" val="1"/>
              </a:ext>
            </a:extLst>
          </p:cNvPr>
          <p:cNvCxnSpPr>
            <a:cxnSpLocks/>
          </p:cNvCxnSpPr>
          <p:nvPr userDrawn="1"/>
        </p:nvCxnSpPr>
        <p:spPr>
          <a:xfrm>
            <a:off x="4387095" y="5019911"/>
            <a:ext cx="3472607" cy="0"/>
          </a:xfrm>
          <a:prstGeom prst="line">
            <a:avLst/>
          </a:prstGeom>
          <a:ln w="22225">
            <a:solidFill>
              <a:schemeClr val="accent6"/>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715566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p:cSld name="Three Icon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4C5A99F-0678-4DC4-A266-1AD031E9C8E4}"/>
              </a:ext>
            </a:extLst>
          </p:cNvPr>
          <p:cNvSpPr>
            <a:spLocks noGrp="1"/>
          </p:cNvSpPr>
          <p:nvPr>
            <p:ph type="title" hasCustomPrompt="1"/>
          </p:nvPr>
        </p:nvSpPr>
        <p:spPr/>
        <p:txBody>
          <a:bodyPr/>
          <a:lstStyle>
            <a:lvl1pPr>
              <a:defRPr>
                <a:solidFill>
                  <a:schemeClr val="tx1"/>
                </a:solidFill>
              </a:defRPr>
            </a:lvl1pPr>
          </a:lstStyle>
          <a:p>
            <a:r>
              <a:rPr lang="en-US"/>
              <a:t>Three Icon Placeholders with Text Descriptions</a:t>
            </a:r>
          </a:p>
        </p:txBody>
      </p:sp>
      <p:sp>
        <p:nvSpPr>
          <p:cNvPr id="12" name="Subtitle 2">
            <a:extLst>
              <a:ext uri="{FF2B5EF4-FFF2-40B4-BE49-F238E27FC236}">
                <a16:creationId xmlns:a16="http://schemas.microsoft.com/office/drawing/2014/main" id="{4EBF1472-E940-4CC7-B5D3-349346A425A8}"/>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23" name="Oval 22">
            <a:extLst>
              <a:ext uri="{FF2B5EF4-FFF2-40B4-BE49-F238E27FC236}">
                <a16:creationId xmlns:a16="http://schemas.microsoft.com/office/drawing/2014/main" id="{6FECF9D0-D7A8-43DD-B38D-E1090C0B322F}"/>
              </a:ext>
              <a:ext uri="{C183D7F6-B498-43B3-948B-1728B52AA6E4}">
                <adec:decorative xmlns:adec="http://schemas.microsoft.com/office/drawing/2017/decorative" val="1"/>
              </a:ext>
            </a:extLst>
          </p:cNvPr>
          <p:cNvSpPr/>
          <p:nvPr/>
        </p:nvSpPr>
        <p:spPr bwMode="gray">
          <a:xfrm>
            <a:off x="1981877" y="2055429"/>
            <a:ext cx="1828959" cy="1828959"/>
          </a:xfrm>
          <a:prstGeom prst="ellipse">
            <a:avLst/>
          </a:prstGeom>
          <a:noFill/>
          <a:ln w="38100">
            <a:solidFill>
              <a:schemeClr val="accent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13" name="Text Placeholder 3">
            <a:extLst>
              <a:ext uri="{FF2B5EF4-FFF2-40B4-BE49-F238E27FC236}">
                <a16:creationId xmlns:a16="http://schemas.microsoft.com/office/drawing/2014/main" id="{83C9F48F-8CFB-DD45-AE7E-6A5DE26F9510}"/>
              </a:ext>
            </a:extLst>
          </p:cNvPr>
          <p:cNvSpPr>
            <a:spLocks noGrp="1"/>
          </p:cNvSpPr>
          <p:nvPr>
            <p:ph type="body" sz="quarter" idx="21" hasCustomPrompt="1"/>
          </p:nvPr>
        </p:nvSpPr>
        <p:spPr>
          <a:xfrm>
            <a:off x="2188103" y="2419650"/>
            <a:ext cx="1396669" cy="1100516"/>
          </a:xfrm>
        </p:spPr>
        <p:txBody>
          <a:bodyPr anchor="ctr" anchorCtr="0"/>
          <a:lstStyle>
            <a:lvl1pPr algn="ctr">
              <a:lnSpc>
                <a:spcPct val="100000"/>
              </a:lnSpc>
              <a:spcBef>
                <a:spcPts val="600"/>
              </a:spcBef>
              <a:defRPr sz="1800">
                <a:solidFill>
                  <a:schemeClr val="tx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4" name="Text Placeholder 3">
            <a:extLst>
              <a:ext uri="{FF2B5EF4-FFF2-40B4-BE49-F238E27FC236}">
                <a16:creationId xmlns:a16="http://schemas.microsoft.com/office/drawing/2014/main" id="{B9CC9B40-9AF4-4EF7-8384-2ACE79EA95C9}"/>
              </a:ext>
            </a:extLst>
          </p:cNvPr>
          <p:cNvSpPr>
            <a:spLocks noGrp="1"/>
          </p:cNvSpPr>
          <p:nvPr>
            <p:ph type="body" sz="quarter" idx="18" hasCustomPrompt="1"/>
          </p:nvPr>
        </p:nvSpPr>
        <p:spPr>
          <a:xfrm>
            <a:off x="1525905" y="4267940"/>
            <a:ext cx="2744788" cy="1458912"/>
          </a:xfrm>
        </p:spPr>
        <p:txBody>
          <a:bodyPr/>
          <a:lstStyle>
            <a:lvl1pPr algn="ctr">
              <a:lnSpc>
                <a:spcPct val="100000"/>
              </a:lnSpc>
              <a:spcBef>
                <a:spcPts val="600"/>
              </a:spcBef>
              <a:defRPr sz="2400">
                <a:solidFill>
                  <a:schemeClr val="tx1"/>
                </a:solidFill>
              </a:defRPr>
            </a:lvl1pPr>
            <a:lvl2pPr marL="0" indent="0" algn="ctr">
              <a:lnSpc>
                <a:spcPct val="100000"/>
              </a:lnSpc>
              <a:spcBef>
                <a:spcPts val="600"/>
              </a:spcBef>
              <a:buFont typeface="Arial" panose="020B0604020202020204" pitchFamily="34" charset="0"/>
              <a:buChar char="​"/>
              <a:defRPr>
                <a:solidFill>
                  <a:schemeClr val="tx1"/>
                </a:solidFill>
              </a:defRPr>
            </a:lvl2pPr>
          </a:lstStyle>
          <a:p>
            <a:pPr lvl="0"/>
            <a:r>
              <a:rPr lang="en-US"/>
              <a:t>Click to add text here</a:t>
            </a:r>
          </a:p>
          <a:p>
            <a:pPr lvl="1"/>
            <a:r>
              <a:rPr lang="en-US"/>
              <a:t>Second level</a:t>
            </a:r>
          </a:p>
        </p:txBody>
      </p:sp>
      <p:sp>
        <p:nvSpPr>
          <p:cNvPr id="21" name="Oval 20">
            <a:extLst>
              <a:ext uri="{FF2B5EF4-FFF2-40B4-BE49-F238E27FC236}">
                <a16:creationId xmlns:a16="http://schemas.microsoft.com/office/drawing/2014/main" id="{B1C210DC-5DBB-4F0D-875F-CD8AAAB938CE}"/>
              </a:ext>
              <a:ext uri="{C183D7F6-B498-43B3-948B-1728B52AA6E4}">
                <adec:decorative xmlns:adec="http://schemas.microsoft.com/office/drawing/2017/decorative" val="1"/>
              </a:ext>
            </a:extLst>
          </p:cNvPr>
          <p:cNvSpPr/>
          <p:nvPr/>
        </p:nvSpPr>
        <p:spPr bwMode="gray">
          <a:xfrm>
            <a:off x="5184924" y="2055429"/>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16" name="Text Placeholder 3">
            <a:extLst>
              <a:ext uri="{FF2B5EF4-FFF2-40B4-BE49-F238E27FC236}">
                <a16:creationId xmlns:a16="http://schemas.microsoft.com/office/drawing/2014/main" id="{04DBEFEC-821B-4F4E-8D5E-E6843BF1AEAD}"/>
              </a:ext>
            </a:extLst>
          </p:cNvPr>
          <p:cNvSpPr>
            <a:spLocks noGrp="1"/>
          </p:cNvSpPr>
          <p:nvPr>
            <p:ph type="body" sz="quarter" idx="22" hasCustomPrompt="1"/>
          </p:nvPr>
        </p:nvSpPr>
        <p:spPr>
          <a:xfrm>
            <a:off x="5408612" y="2419650"/>
            <a:ext cx="1396669" cy="1100516"/>
          </a:xfrm>
        </p:spPr>
        <p:txBody>
          <a:bodyPr anchor="ctr" anchorCtr="0"/>
          <a:lstStyle>
            <a:lvl1pPr algn="ctr">
              <a:lnSpc>
                <a:spcPct val="100000"/>
              </a:lnSpc>
              <a:spcBef>
                <a:spcPts val="600"/>
              </a:spcBef>
              <a:defRPr sz="1800">
                <a:solidFill>
                  <a:schemeClr val="tx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14" name="Text Placeholder 3">
            <a:extLst>
              <a:ext uri="{FF2B5EF4-FFF2-40B4-BE49-F238E27FC236}">
                <a16:creationId xmlns:a16="http://schemas.microsoft.com/office/drawing/2014/main" id="{D69CA39A-E967-4A68-A944-35C345A456D5}"/>
              </a:ext>
            </a:extLst>
          </p:cNvPr>
          <p:cNvSpPr>
            <a:spLocks noGrp="1"/>
          </p:cNvSpPr>
          <p:nvPr>
            <p:ph type="body" sz="quarter" idx="19" hasCustomPrompt="1"/>
          </p:nvPr>
        </p:nvSpPr>
        <p:spPr>
          <a:xfrm>
            <a:off x="4721225" y="4267940"/>
            <a:ext cx="2744788" cy="1458912"/>
          </a:xfrm>
        </p:spPr>
        <p:txBody>
          <a:bodyPr/>
          <a:lstStyle>
            <a:lvl1pPr algn="ctr">
              <a:lnSpc>
                <a:spcPct val="100000"/>
              </a:lnSpc>
              <a:spcBef>
                <a:spcPts val="600"/>
              </a:spcBef>
              <a:defRPr sz="2400">
                <a:solidFill>
                  <a:schemeClr val="tx1"/>
                </a:solidFill>
              </a:defRPr>
            </a:lvl1pPr>
            <a:lvl2pPr marL="0" indent="0" algn="ctr">
              <a:lnSpc>
                <a:spcPct val="100000"/>
              </a:lnSpc>
              <a:spcBef>
                <a:spcPts val="600"/>
              </a:spcBef>
              <a:buFont typeface="Arial" panose="020B0604020202020204" pitchFamily="34" charset="0"/>
              <a:buChar char="​"/>
              <a:defRPr>
                <a:solidFill>
                  <a:schemeClr val="tx1"/>
                </a:solidFill>
              </a:defRPr>
            </a:lvl2pPr>
          </a:lstStyle>
          <a:p>
            <a:pPr lvl="0"/>
            <a:r>
              <a:rPr lang="en-US"/>
              <a:t>Click to add text here</a:t>
            </a:r>
          </a:p>
          <a:p>
            <a:pPr lvl="1"/>
            <a:r>
              <a:rPr lang="en-US"/>
              <a:t>Second level</a:t>
            </a:r>
          </a:p>
        </p:txBody>
      </p:sp>
      <p:sp>
        <p:nvSpPr>
          <p:cNvPr id="22" name="Oval 21">
            <a:extLst>
              <a:ext uri="{FF2B5EF4-FFF2-40B4-BE49-F238E27FC236}">
                <a16:creationId xmlns:a16="http://schemas.microsoft.com/office/drawing/2014/main" id="{446F04B0-7860-407F-85B7-42E38FAFE34B}"/>
              </a:ext>
              <a:ext uri="{C183D7F6-B498-43B3-948B-1728B52AA6E4}">
                <adec:decorative xmlns:adec="http://schemas.microsoft.com/office/drawing/2017/decorative" val="1"/>
              </a:ext>
            </a:extLst>
          </p:cNvPr>
          <p:cNvSpPr/>
          <p:nvPr/>
        </p:nvSpPr>
        <p:spPr bwMode="gray">
          <a:xfrm>
            <a:off x="8389301" y="2055429"/>
            <a:ext cx="1828959" cy="1828959"/>
          </a:xfrm>
          <a:prstGeom prst="ellipse">
            <a:avLst/>
          </a:prstGeom>
          <a:no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15" name="Text Placeholder 3">
            <a:extLst>
              <a:ext uri="{FF2B5EF4-FFF2-40B4-BE49-F238E27FC236}">
                <a16:creationId xmlns:a16="http://schemas.microsoft.com/office/drawing/2014/main" id="{41A16A22-350B-4B24-A3CD-4D5DE470DEEB}"/>
              </a:ext>
            </a:extLst>
          </p:cNvPr>
          <p:cNvSpPr>
            <a:spLocks noGrp="1"/>
          </p:cNvSpPr>
          <p:nvPr>
            <p:ph type="body" sz="quarter" idx="20" hasCustomPrompt="1"/>
          </p:nvPr>
        </p:nvSpPr>
        <p:spPr>
          <a:xfrm>
            <a:off x="7923213" y="4267940"/>
            <a:ext cx="2744788" cy="1458912"/>
          </a:xfrm>
        </p:spPr>
        <p:txBody>
          <a:bodyPr/>
          <a:lstStyle>
            <a:lvl1pPr algn="ctr">
              <a:lnSpc>
                <a:spcPct val="100000"/>
              </a:lnSpc>
              <a:spcBef>
                <a:spcPts val="600"/>
              </a:spcBef>
              <a:defRPr sz="2400">
                <a:solidFill>
                  <a:schemeClr val="tx1"/>
                </a:solidFill>
              </a:defRPr>
            </a:lvl1pPr>
            <a:lvl2pPr marL="0" indent="0" algn="ctr">
              <a:lnSpc>
                <a:spcPct val="100000"/>
              </a:lnSpc>
              <a:spcBef>
                <a:spcPts val="600"/>
              </a:spcBef>
              <a:buFont typeface="Arial" panose="020B0604020202020204" pitchFamily="34" charset="0"/>
              <a:buChar char="​"/>
              <a:defRPr>
                <a:solidFill>
                  <a:schemeClr val="tx1"/>
                </a:solidFill>
              </a:defRPr>
            </a:lvl2pPr>
          </a:lstStyle>
          <a:p>
            <a:pPr lvl="0"/>
            <a:r>
              <a:rPr lang="en-US"/>
              <a:t>Click to add text here</a:t>
            </a:r>
          </a:p>
          <a:p>
            <a:pPr lvl="1"/>
            <a:r>
              <a:rPr lang="en-US"/>
              <a:t>Second level</a:t>
            </a:r>
          </a:p>
        </p:txBody>
      </p:sp>
      <p:sp>
        <p:nvSpPr>
          <p:cNvPr id="17" name="Text Placeholder 3">
            <a:extLst>
              <a:ext uri="{FF2B5EF4-FFF2-40B4-BE49-F238E27FC236}">
                <a16:creationId xmlns:a16="http://schemas.microsoft.com/office/drawing/2014/main" id="{0545A424-E307-E14F-A89B-1A531D114FD0}"/>
              </a:ext>
            </a:extLst>
          </p:cNvPr>
          <p:cNvSpPr>
            <a:spLocks noGrp="1"/>
          </p:cNvSpPr>
          <p:nvPr>
            <p:ph type="body" sz="quarter" idx="23" hasCustomPrompt="1"/>
          </p:nvPr>
        </p:nvSpPr>
        <p:spPr>
          <a:xfrm>
            <a:off x="8609012" y="2419650"/>
            <a:ext cx="1396669" cy="1100516"/>
          </a:xfrm>
        </p:spPr>
        <p:txBody>
          <a:bodyPr anchor="ctr" anchorCtr="0"/>
          <a:lstStyle>
            <a:lvl1pPr algn="ctr">
              <a:lnSpc>
                <a:spcPct val="100000"/>
              </a:lnSpc>
              <a:spcBef>
                <a:spcPts val="600"/>
              </a:spcBef>
              <a:defRPr sz="1800">
                <a:solidFill>
                  <a:schemeClr val="tx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19" name="page number">
            <a:extLst>
              <a:ext uri="{FF2B5EF4-FFF2-40B4-BE49-F238E27FC236}">
                <a16:creationId xmlns:a16="http://schemas.microsoft.com/office/drawing/2014/main" id="{6122FC91-666D-7A42-9D21-9800CF4E3706}"/>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18" name="Oval 17">
            <a:extLst>
              <a:ext uri="{FF2B5EF4-FFF2-40B4-BE49-F238E27FC236}">
                <a16:creationId xmlns:a16="http://schemas.microsoft.com/office/drawing/2014/main" id="{6FECF9D0-D7A8-43DD-B38D-E1090C0B322F}"/>
              </a:ext>
              <a:ext uri="{C183D7F6-B498-43B3-948B-1728B52AA6E4}">
                <adec:decorative xmlns:adec="http://schemas.microsoft.com/office/drawing/2017/decorative" val="1"/>
              </a:ext>
            </a:extLst>
          </p:cNvPr>
          <p:cNvSpPr/>
          <p:nvPr userDrawn="1"/>
        </p:nvSpPr>
        <p:spPr bwMode="gray">
          <a:xfrm>
            <a:off x="1981877" y="2055429"/>
            <a:ext cx="1828959" cy="1828959"/>
          </a:xfrm>
          <a:prstGeom prst="ellipse">
            <a:avLst/>
          </a:prstGeom>
          <a:noFill/>
          <a:ln w="38100">
            <a:solidFill>
              <a:schemeClr val="accent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20" name="Oval 19">
            <a:extLst>
              <a:ext uri="{FF2B5EF4-FFF2-40B4-BE49-F238E27FC236}">
                <a16:creationId xmlns:a16="http://schemas.microsoft.com/office/drawing/2014/main" id="{B1C210DC-5DBB-4F0D-875F-CD8AAAB938CE}"/>
              </a:ext>
              <a:ext uri="{C183D7F6-B498-43B3-948B-1728B52AA6E4}">
                <adec:decorative xmlns:adec="http://schemas.microsoft.com/office/drawing/2017/decorative" val="1"/>
              </a:ext>
            </a:extLst>
          </p:cNvPr>
          <p:cNvSpPr/>
          <p:nvPr userDrawn="1"/>
        </p:nvSpPr>
        <p:spPr bwMode="gray">
          <a:xfrm>
            <a:off x="5184924" y="2055429"/>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24" name="Oval 23">
            <a:extLst>
              <a:ext uri="{FF2B5EF4-FFF2-40B4-BE49-F238E27FC236}">
                <a16:creationId xmlns:a16="http://schemas.microsoft.com/office/drawing/2014/main" id="{446F04B0-7860-407F-85B7-42E38FAFE34B}"/>
              </a:ext>
              <a:ext uri="{C183D7F6-B498-43B3-948B-1728B52AA6E4}">
                <adec:decorative xmlns:adec="http://schemas.microsoft.com/office/drawing/2017/decorative" val="1"/>
              </a:ext>
            </a:extLst>
          </p:cNvPr>
          <p:cNvSpPr/>
          <p:nvPr userDrawn="1"/>
        </p:nvSpPr>
        <p:spPr bwMode="gray">
          <a:xfrm>
            <a:off x="8389301" y="2055429"/>
            <a:ext cx="1828959" cy="1828959"/>
          </a:xfrm>
          <a:prstGeom prst="ellipse">
            <a:avLst/>
          </a:prstGeom>
          <a:no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25" name="page number">
            <a:extLst>
              <a:ext uri="{FF2B5EF4-FFF2-40B4-BE49-F238E27FC236}">
                <a16:creationId xmlns:a16="http://schemas.microsoft.com/office/drawing/2014/main" id="{6122FC91-666D-7A42-9D21-9800CF4E370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34696463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p:cSld name="Four Icon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A6ED71B-2619-4816-B753-5E850ED08FBC}"/>
              </a:ext>
            </a:extLst>
          </p:cNvPr>
          <p:cNvSpPr>
            <a:spLocks noGrp="1"/>
          </p:cNvSpPr>
          <p:nvPr>
            <p:ph type="title" hasCustomPrompt="1"/>
          </p:nvPr>
        </p:nvSpPr>
        <p:spPr/>
        <p:txBody>
          <a:bodyPr/>
          <a:lstStyle>
            <a:lvl1pPr>
              <a:defRPr>
                <a:solidFill>
                  <a:schemeClr val="tx1"/>
                </a:solidFill>
              </a:defRPr>
            </a:lvl1pPr>
          </a:lstStyle>
          <a:p>
            <a:r>
              <a:rPr lang="en-US"/>
              <a:t>Four Icon Placeholders with Text Descriptions</a:t>
            </a:r>
          </a:p>
        </p:txBody>
      </p:sp>
      <p:sp>
        <p:nvSpPr>
          <p:cNvPr id="14" name="Subtitle 2">
            <a:extLst>
              <a:ext uri="{FF2B5EF4-FFF2-40B4-BE49-F238E27FC236}">
                <a16:creationId xmlns:a16="http://schemas.microsoft.com/office/drawing/2014/main" id="{BB679D5C-AEFA-4052-96E3-7DF67D7C105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87" name="Oval 86">
            <a:extLst>
              <a:ext uri="{FF2B5EF4-FFF2-40B4-BE49-F238E27FC236}">
                <a16:creationId xmlns:a16="http://schemas.microsoft.com/office/drawing/2014/main" id="{45D908EF-1F96-4808-A8DB-F55AB9E8E436}"/>
              </a:ext>
              <a:ext uri="{C183D7F6-B498-43B3-948B-1728B52AA6E4}">
                <adec:decorative xmlns:adec="http://schemas.microsoft.com/office/drawing/2017/decorative" val="1"/>
              </a:ext>
            </a:extLst>
          </p:cNvPr>
          <p:cNvSpPr/>
          <p:nvPr/>
        </p:nvSpPr>
        <p:spPr bwMode="gray">
          <a:xfrm>
            <a:off x="1065749" y="2060872"/>
            <a:ext cx="1828959" cy="1828959"/>
          </a:xfrm>
          <a:prstGeom prst="ellipse">
            <a:avLst/>
          </a:prstGeom>
          <a:noFill/>
          <a:ln w="38100">
            <a:solidFill>
              <a:schemeClr val="accent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solidFill>
                <a:schemeClr val="tx1"/>
              </a:solidFill>
            </a:endParaRPr>
          </a:p>
        </p:txBody>
      </p:sp>
      <p:sp>
        <p:nvSpPr>
          <p:cNvPr id="13" name="Text Placeholder 3">
            <a:extLst>
              <a:ext uri="{FF2B5EF4-FFF2-40B4-BE49-F238E27FC236}">
                <a16:creationId xmlns:a16="http://schemas.microsoft.com/office/drawing/2014/main" id="{372EA9D9-DD59-0A4A-94D5-AC136E79CD72}"/>
              </a:ext>
            </a:extLst>
          </p:cNvPr>
          <p:cNvSpPr>
            <a:spLocks noGrp="1"/>
          </p:cNvSpPr>
          <p:nvPr>
            <p:ph type="body" sz="quarter" idx="23" hasCustomPrompt="1"/>
          </p:nvPr>
        </p:nvSpPr>
        <p:spPr>
          <a:xfrm>
            <a:off x="1273703" y="2425093"/>
            <a:ext cx="1396669" cy="1100516"/>
          </a:xfrm>
        </p:spPr>
        <p:txBody>
          <a:bodyPr anchor="ctr" anchorCtr="0"/>
          <a:lstStyle>
            <a:lvl1pPr algn="ctr">
              <a:lnSpc>
                <a:spcPct val="100000"/>
              </a:lnSpc>
              <a:spcBef>
                <a:spcPts val="600"/>
              </a:spcBef>
              <a:defRPr sz="1800">
                <a:solidFill>
                  <a:schemeClr val="tx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15" name="Text Placeholder 3">
            <a:extLst>
              <a:ext uri="{FF2B5EF4-FFF2-40B4-BE49-F238E27FC236}">
                <a16:creationId xmlns:a16="http://schemas.microsoft.com/office/drawing/2014/main" id="{83A73281-E5F0-4C3B-BE4E-A12D56CC1003}"/>
              </a:ext>
            </a:extLst>
          </p:cNvPr>
          <p:cNvSpPr>
            <a:spLocks noGrp="1"/>
          </p:cNvSpPr>
          <p:nvPr>
            <p:ph type="body" sz="quarter" idx="19" hasCustomPrompt="1"/>
          </p:nvPr>
        </p:nvSpPr>
        <p:spPr>
          <a:xfrm>
            <a:off x="842673" y="4269508"/>
            <a:ext cx="2286000" cy="1458912"/>
          </a:xfrm>
        </p:spPr>
        <p:txBody>
          <a:bodyPr/>
          <a:lstStyle>
            <a:lvl1pPr algn="ctr">
              <a:lnSpc>
                <a:spcPct val="100000"/>
              </a:lnSpc>
              <a:spcBef>
                <a:spcPts val="600"/>
              </a:spcBef>
              <a:defRPr sz="2400">
                <a:solidFill>
                  <a:schemeClr val="tx1"/>
                </a:solidFill>
              </a:defRPr>
            </a:lvl1pPr>
            <a:lvl2pPr marL="0" indent="0" algn="ctr">
              <a:lnSpc>
                <a:spcPct val="100000"/>
              </a:lnSpc>
              <a:spcBef>
                <a:spcPts val="600"/>
              </a:spcBef>
              <a:buFont typeface="Arial" panose="020B0604020202020204" pitchFamily="34" charset="0"/>
              <a:buChar char="​"/>
              <a:defRPr>
                <a:solidFill>
                  <a:schemeClr val="tx1"/>
                </a:solidFill>
              </a:defRPr>
            </a:lvl2pPr>
          </a:lstStyle>
          <a:p>
            <a:pPr lvl="0"/>
            <a:r>
              <a:rPr lang="en-US"/>
              <a:t>Click to add text</a:t>
            </a:r>
          </a:p>
          <a:p>
            <a:pPr lvl="1"/>
            <a:r>
              <a:rPr lang="en-US"/>
              <a:t>Second level</a:t>
            </a:r>
          </a:p>
        </p:txBody>
      </p:sp>
      <p:sp>
        <p:nvSpPr>
          <p:cNvPr id="84" name="Oval 83">
            <a:extLst>
              <a:ext uri="{FF2B5EF4-FFF2-40B4-BE49-F238E27FC236}">
                <a16:creationId xmlns:a16="http://schemas.microsoft.com/office/drawing/2014/main" id="{085441A7-EBA5-4ABB-8D29-CE4338F0F9B5}"/>
              </a:ext>
              <a:ext uri="{C183D7F6-B498-43B3-948B-1728B52AA6E4}">
                <adec:decorative xmlns:adec="http://schemas.microsoft.com/office/drawing/2017/decorative" val="1"/>
              </a:ext>
            </a:extLst>
          </p:cNvPr>
          <p:cNvSpPr/>
          <p:nvPr/>
        </p:nvSpPr>
        <p:spPr bwMode="gray">
          <a:xfrm>
            <a:off x="3806932" y="2060872"/>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16" name="Text Placeholder 3">
            <a:extLst>
              <a:ext uri="{FF2B5EF4-FFF2-40B4-BE49-F238E27FC236}">
                <a16:creationId xmlns:a16="http://schemas.microsoft.com/office/drawing/2014/main" id="{F7F1E977-D1E8-7040-8576-578BD8CB8424}"/>
              </a:ext>
            </a:extLst>
          </p:cNvPr>
          <p:cNvSpPr>
            <a:spLocks noGrp="1"/>
          </p:cNvSpPr>
          <p:nvPr>
            <p:ph type="body" sz="quarter" idx="24" hasCustomPrompt="1"/>
          </p:nvPr>
        </p:nvSpPr>
        <p:spPr>
          <a:xfrm>
            <a:off x="4000597" y="2425093"/>
            <a:ext cx="1396669" cy="1100516"/>
          </a:xfrm>
        </p:spPr>
        <p:txBody>
          <a:bodyPr anchor="ctr" anchorCtr="0"/>
          <a:lstStyle>
            <a:lvl1pPr algn="ctr">
              <a:lnSpc>
                <a:spcPct val="100000"/>
              </a:lnSpc>
              <a:spcBef>
                <a:spcPts val="600"/>
              </a:spcBef>
              <a:defRPr sz="1800">
                <a:solidFill>
                  <a:schemeClr val="tx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1" name="Text Placeholder 3">
            <a:extLst>
              <a:ext uri="{FF2B5EF4-FFF2-40B4-BE49-F238E27FC236}">
                <a16:creationId xmlns:a16="http://schemas.microsoft.com/office/drawing/2014/main" id="{70078EAE-661A-4C72-917B-F0225239F68A}"/>
              </a:ext>
            </a:extLst>
          </p:cNvPr>
          <p:cNvSpPr>
            <a:spLocks noGrp="1"/>
          </p:cNvSpPr>
          <p:nvPr>
            <p:ph type="body" sz="quarter" idx="20" hasCustomPrompt="1"/>
          </p:nvPr>
        </p:nvSpPr>
        <p:spPr>
          <a:xfrm>
            <a:off x="3579813" y="4269508"/>
            <a:ext cx="2286000" cy="1458912"/>
          </a:xfrm>
        </p:spPr>
        <p:txBody>
          <a:bodyPr/>
          <a:lstStyle>
            <a:lvl1pPr algn="ctr">
              <a:lnSpc>
                <a:spcPct val="100000"/>
              </a:lnSpc>
              <a:spcBef>
                <a:spcPts val="600"/>
              </a:spcBef>
              <a:defRPr sz="2400">
                <a:solidFill>
                  <a:schemeClr val="tx1"/>
                </a:solidFill>
              </a:defRPr>
            </a:lvl1pPr>
            <a:lvl2pPr marL="0" indent="0" algn="ctr">
              <a:lnSpc>
                <a:spcPct val="100000"/>
              </a:lnSpc>
              <a:spcBef>
                <a:spcPts val="600"/>
              </a:spcBef>
              <a:buFont typeface="Arial" panose="020B0604020202020204" pitchFamily="34" charset="0"/>
              <a:buChar char="​"/>
              <a:defRPr>
                <a:solidFill>
                  <a:schemeClr val="tx1"/>
                </a:solidFill>
              </a:defRPr>
            </a:lvl2pPr>
          </a:lstStyle>
          <a:p>
            <a:pPr lvl="0"/>
            <a:r>
              <a:rPr lang="en-US"/>
              <a:t>Click to add text</a:t>
            </a:r>
          </a:p>
          <a:p>
            <a:pPr lvl="1"/>
            <a:r>
              <a:rPr lang="en-US"/>
              <a:t>Second level</a:t>
            </a:r>
          </a:p>
        </p:txBody>
      </p:sp>
      <p:sp>
        <p:nvSpPr>
          <p:cNvPr id="86" name="Oval 85">
            <a:extLst>
              <a:ext uri="{FF2B5EF4-FFF2-40B4-BE49-F238E27FC236}">
                <a16:creationId xmlns:a16="http://schemas.microsoft.com/office/drawing/2014/main" id="{5670C03F-6336-45E3-A9F4-0CD130D80D1B}"/>
              </a:ext>
              <a:ext uri="{C183D7F6-B498-43B3-948B-1728B52AA6E4}">
                <adec:decorative xmlns:adec="http://schemas.microsoft.com/office/drawing/2017/decorative" val="1"/>
              </a:ext>
            </a:extLst>
          </p:cNvPr>
          <p:cNvSpPr/>
          <p:nvPr/>
        </p:nvSpPr>
        <p:spPr bwMode="gray">
          <a:xfrm>
            <a:off x="6562100" y="2060872"/>
            <a:ext cx="1828959" cy="1828959"/>
          </a:xfrm>
          <a:prstGeom prst="ellipse">
            <a:avLst/>
          </a:prstGeom>
          <a:no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solidFill>
                <a:schemeClr val="tx1"/>
              </a:solidFill>
            </a:endParaRPr>
          </a:p>
        </p:txBody>
      </p:sp>
      <p:sp>
        <p:nvSpPr>
          <p:cNvPr id="17" name="Text Placeholder 3">
            <a:extLst>
              <a:ext uri="{FF2B5EF4-FFF2-40B4-BE49-F238E27FC236}">
                <a16:creationId xmlns:a16="http://schemas.microsoft.com/office/drawing/2014/main" id="{6B608689-50E6-784F-8AFD-D13D124BAA5B}"/>
              </a:ext>
            </a:extLst>
          </p:cNvPr>
          <p:cNvSpPr>
            <a:spLocks noGrp="1"/>
          </p:cNvSpPr>
          <p:nvPr>
            <p:ph type="body" sz="quarter" idx="25" hasCustomPrompt="1"/>
          </p:nvPr>
        </p:nvSpPr>
        <p:spPr>
          <a:xfrm>
            <a:off x="6772120" y="2425093"/>
            <a:ext cx="1396669" cy="1100516"/>
          </a:xfrm>
        </p:spPr>
        <p:txBody>
          <a:bodyPr anchor="ctr" anchorCtr="0"/>
          <a:lstStyle>
            <a:lvl1pPr algn="ctr">
              <a:lnSpc>
                <a:spcPct val="100000"/>
              </a:lnSpc>
              <a:spcBef>
                <a:spcPts val="600"/>
              </a:spcBef>
              <a:defRPr sz="1800">
                <a:solidFill>
                  <a:schemeClr val="tx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2" name="Text Placeholder 3">
            <a:extLst>
              <a:ext uri="{FF2B5EF4-FFF2-40B4-BE49-F238E27FC236}">
                <a16:creationId xmlns:a16="http://schemas.microsoft.com/office/drawing/2014/main" id="{566D6B40-9CB0-4B56-A3E1-9A7F945F094A}"/>
              </a:ext>
            </a:extLst>
          </p:cNvPr>
          <p:cNvSpPr>
            <a:spLocks noGrp="1"/>
          </p:cNvSpPr>
          <p:nvPr>
            <p:ph type="body" sz="quarter" idx="21" hasCustomPrompt="1"/>
          </p:nvPr>
        </p:nvSpPr>
        <p:spPr>
          <a:xfrm>
            <a:off x="6323013" y="4269508"/>
            <a:ext cx="2286000" cy="1458912"/>
          </a:xfrm>
        </p:spPr>
        <p:txBody>
          <a:bodyPr/>
          <a:lstStyle>
            <a:lvl1pPr algn="ctr">
              <a:lnSpc>
                <a:spcPct val="100000"/>
              </a:lnSpc>
              <a:spcBef>
                <a:spcPts val="600"/>
              </a:spcBef>
              <a:defRPr sz="2400">
                <a:solidFill>
                  <a:schemeClr val="tx1"/>
                </a:solidFill>
              </a:defRPr>
            </a:lvl1pPr>
            <a:lvl2pPr marL="0" indent="0" algn="ctr">
              <a:lnSpc>
                <a:spcPct val="100000"/>
              </a:lnSpc>
              <a:spcBef>
                <a:spcPts val="600"/>
              </a:spcBef>
              <a:buFont typeface="Arial" panose="020B0604020202020204" pitchFamily="34" charset="0"/>
              <a:buChar char="​"/>
              <a:defRPr>
                <a:solidFill>
                  <a:schemeClr val="tx1"/>
                </a:solidFill>
              </a:defRPr>
            </a:lvl2pPr>
          </a:lstStyle>
          <a:p>
            <a:pPr lvl="0"/>
            <a:r>
              <a:rPr lang="en-US"/>
              <a:t>Click to add text</a:t>
            </a:r>
          </a:p>
          <a:p>
            <a:pPr lvl="1"/>
            <a:r>
              <a:rPr lang="en-US"/>
              <a:t>Second level</a:t>
            </a:r>
          </a:p>
        </p:txBody>
      </p:sp>
      <p:sp>
        <p:nvSpPr>
          <p:cNvPr id="85" name="Oval 84">
            <a:extLst>
              <a:ext uri="{FF2B5EF4-FFF2-40B4-BE49-F238E27FC236}">
                <a16:creationId xmlns:a16="http://schemas.microsoft.com/office/drawing/2014/main" id="{3019BB56-AE7C-42CA-A8FF-432F4F176B8B}"/>
              </a:ext>
              <a:ext uri="{C183D7F6-B498-43B3-948B-1728B52AA6E4}">
                <adec:decorative xmlns:adec="http://schemas.microsoft.com/office/drawing/2017/decorative" val="1"/>
              </a:ext>
            </a:extLst>
          </p:cNvPr>
          <p:cNvSpPr/>
          <p:nvPr/>
        </p:nvSpPr>
        <p:spPr bwMode="gray">
          <a:xfrm>
            <a:off x="9302132" y="2060872"/>
            <a:ext cx="1828959" cy="1828959"/>
          </a:xfrm>
          <a:prstGeom prst="ellipse">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18" name="Text Placeholder 3">
            <a:extLst>
              <a:ext uri="{FF2B5EF4-FFF2-40B4-BE49-F238E27FC236}">
                <a16:creationId xmlns:a16="http://schemas.microsoft.com/office/drawing/2014/main" id="{290217BC-3881-DF41-A8F3-900AF04F1B7D}"/>
              </a:ext>
            </a:extLst>
          </p:cNvPr>
          <p:cNvSpPr>
            <a:spLocks noGrp="1"/>
          </p:cNvSpPr>
          <p:nvPr>
            <p:ph type="body" sz="quarter" idx="26" hasCustomPrompt="1"/>
          </p:nvPr>
        </p:nvSpPr>
        <p:spPr>
          <a:xfrm>
            <a:off x="9538248" y="2425093"/>
            <a:ext cx="1396669" cy="1100516"/>
          </a:xfrm>
        </p:spPr>
        <p:txBody>
          <a:bodyPr anchor="ctr" anchorCtr="0"/>
          <a:lstStyle>
            <a:lvl1pPr algn="ctr">
              <a:lnSpc>
                <a:spcPct val="100000"/>
              </a:lnSpc>
              <a:spcBef>
                <a:spcPts val="600"/>
              </a:spcBef>
              <a:defRPr sz="1800">
                <a:solidFill>
                  <a:schemeClr val="tx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23" name="Text Placeholder 3">
            <a:extLst>
              <a:ext uri="{FF2B5EF4-FFF2-40B4-BE49-F238E27FC236}">
                <a16:creationId xmlns:a16="http://schemas.microsoft.com/office/drawing/2014/main" id="{16F5CA9C-E491-4F70-B6EE-A50641060112}"/>
              </a:ext>
            </a:extLst>
          </p:cNvPr>
          <p:cNvSpPr>
            <a:spLocks noGrp="1"/>
          </p:cNvSpPr>
          <p:nvPr>
            <p:ph type="body" sz="quarter" idx="22" hasCustomPrompt="1"/>
          </p:nvPr>
        </p:nvSpPr>
        <p:spPr>
          <a:xfrm>
            <a:off x="9066213" y="4269508"/>
            <a:ext cx="2286000" cy="1458912"/>
          </a:xfrm>
        </p:spPr>
        <p:txBody>
          <a:bodyPr/>
          <a:lstStyle>
            <a:lvl1pPr algn="ctr">
              <a:lnSpc>
                <a:spcPct val="100000"/>
              </a:lnSpc>
              <a:spcBef>
                <a:spcPts val="600"/>
              </a:spcBef>
              <a:defRPr sz="2400">
                <a:solidFill>
                  <a:schemeClr val="tx1"/>
                </a:solidFill>
              </a:defRPr>
            </a:lvl1pPr>
            <a:lvl2pPr marL="0" indent="0" algn="ctr">
              <a:lnSpc>
                <a:spcPct val="100000"/>
              </a:lnSpc>
              <a:spcBef>
                <a:spcPts val="600"/>
              </a:spcBef>
              <a:buFont typeface="Arial" panose="020B0604020202020204" pitchFamily="34" charset="0"/>
              <a:buChar char="​"/>
              <a:defRPr>
                <a:solidFill>
                  <a:schemeClr val="tx1"/>
                </a:solidFill>
              </a:defRPr>
            </a:lvl2pPr>
          </a:lstStyle>
          <a:p>
            <a:pPr lvl="0"/>
            <a:r>
              <a:rPr lang="en-US"/>
              <a:t>Click to add text</a:t>
            </a:r>
          </a:p>
          <a:p>
            <a:pPr lvl="1"/>
            <a:r>
              <a:rPr lang="en-US"/>
              <a:t>Second level</a:t>
            </a:r>
          </a:p>
        </p:txBody>
      </p:sp>
      <p:sp>
        <p:nvSpPr>
          <p:cNvPr id="20" name="page number">
            <a:extLst>
              <a:ext uri="{FF2B5EF4-FFF2-40B4-BE49-F238E27FC236}">
                <a16:creationId xmlns:a16="http://schemas.microsoft.com/office/drawing/2014/main" id="{1D45AB97-9B77-2244-B7BA-E18EA4CD43EA}"/>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19" name="Oval 18">
            <a:extLst>
              <a:ext uri="{FF2B5EF4-FFF2-40B4-BE49-F238E27FC236}">
                <a16:creationId xmlns:a16="http://schemas.microsoft.com/office/drawing/2014/main" id="{45D908EF-1F96-4808-A8DB-F55AB9E8E436}"/>
              </a:ext>
              <a:ext uri="{C183D7F6-B498-43B3-948B-1728B52AA6E4}">
                <adec:decorative xmlns:adec="http://schemas.microsoft.com/office/drawing/2017/decorative" val="1"/>
              </a:ext>
            </a:extLst>
          </p:cNvPr>
          <p:cNvSpPr/>
          <p:nvPr userDrawn="1"/>
        </p:nvSpPr>
        <p:spPr bwMode="gray">
          <a:xfrm>
            <a:off x="1065749" y="2060872"/>
            <a:ext cx="1828959" cy="1828959"/>
          </a:xfrm>
          <a:prstGeom prst="ellipse">
            <a:avLst/>
          </a:prstGeom>
          <a:noFill/>
          <a:ln w="38100">
            <a:solidFill>
              <a:schemeClr val="accent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solidFill>
                <a:schemeClr val="tx1"/>
              </a:solidFill>
            </a:endParaRPr>
          </a:p>
        </p:txBody>
      </p:sp>
      <p:sp>
        <p:nvSpPr>
          <p:cNvPr id="24" name="Oval 23">
            <a:extLst>
              <a:ext uri="{FF2B5EF4-FFF2-40B4-BE49-F238E27FC236}">
                <a16:creationId xmlns:a16="http://schemas.microsoft.com/office/drawing/2014/main" id="{085441A7-EBA5-4ABB-8D29-CE4338F0F9B5}"/>
              </a:ext>
              <a:ext uri="{C183D7F6-B498-43B3-948B-1728B52AA6E4}">
                <adec:decorative xmlns:adec="http://schemas.microsoft.com/office/drawing/2017/decorative" val="1"/>
              </a:ext>
            </a:extLst>
          </p:cNvPr>
          <p:cNvSpPr/>
          <p:nvPr userDrawn="1"/>
        </p:nvSpPr>
        <p:spPr bwMode="gray">
          <a:xfrm>
            <a:off x="3806932" y="2060872"/>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25" name="Oval 24">
            <a:extLst>
              <a:ext uri="{FF2B5EF4-FFF2-40B4-BE49-F238E27FC236}">
                <a16:creationId xmlns:a16="http://schemas.microsoft.com/office/drawing/2014/main" id="{5670C03F-6336-45E3-A9F4-0CD130D80D1B}"/>
              </a:ext>
              <a:ext uri="{C183D7F6-B498-43B3-948B-1728B52AA6E4}">
                <adec:decorative xmlns:adec="http://schemas.microsoft.com/office/drawing/2017/decorative" val="1"/>
              </a:ext>
            </a:extLst>
          </p:cNvPr>
          <p:cNvSpPr/>
          <p:nvPr userDrawn="1"/>
        </p:nvSpPr>
        <p:spPr bwMode="gray">
          <a:xfrm>
            <a:off x="6562100" y="2060872"/>
            <a:ext cx="1828959" cy="1828959"/>
          </a:xfrm>
          <a:prstGeom prst="ellipse">
            <a:avLst/>
          </a:prstGeom>
          <a:no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solidFill>
                <a:schemeClr val="tx1"/>
              </a:solidFill>
            </a:endParaRPr>
          </a:p>
        </p:txBody>
      </p:sp>
      <p:sp>
        <p:nvSpPr>
          <p:cNvPr id="26" name="Oval 25">
            <a:extLst>
              <a:ext uri="{FF2B5EF4-FFF2-40B4-BE49-F238E27FC236}">
                <a16:creationId xmlns:a16="http://schemas.microsoft.com/office/drawing/2014/main" id="{3019BB56-AE7C-42CA-A8FF-432F4F176B8B}"/>
              </a:ext>
              <a:ext uri="{C183D7F6-B498-43B3-948B-1728B52AA6E4}">
                <adec:decorative xmlns:adec="http://schemas.microsoft.com/office/drawing/2017/decorative" val="1"/>
              </a:ext>
            </a:extLst>
          </p:cNvPr>
          <p:cNvSpPr/>
          <p:nvPr userDrawn="1"/>
        </p:nvSpPr>
        <p:spPr bwMode="gray">
          <a:xfrm>
            <a:off x="9302132" y="2060872"/>
            <a:ext cx="1828959" cy="1828959"/>
          </a:xfrm>
          <a:prstGeom prst="ellipse">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27" name="page number">
            <a:extLst>
              <a:ext uri="{FF2B5EF4-FFF2-40B4-BE49-F238E27FC236}">
                <a16:creationId xmlns:a16="http://schemas.microsoft.com/office/drawing/2014/main" id="{1D45AB97-9B77-2244-B7BA-E18EA4CD43EA}"/>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30988951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p:cSld name="Five Icon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BA8A47F-2243-412F-A1A8-FA8E3475F5E1}"/>
              </a:ext>
            </a:extLst>
          </p:cNvPr>
          <p:cNvSpPr>
            <a:spLocks noGrp="1"/>
          </p:cNvSpPr>
          <p:nvPr>
            <p:ph type="title" hasCustomPrompt="1"/>
          </p:nvPr>
        </p:nvSpPr>
        <p:spPr/>
        <p:txBody>
          <a:bodyPr/>
          <a:lstStyle>
            <a:lvl1pPr>
              <a:defRPr>
                <a:solidFill>
                  <a:schemeClr val="tx1"/>
                </a:solidFill>
              </a:defRPr>
            </a:lvl1pPr>
          </a:lstStyle>
          <a:p>
            <a:r>
              <a:rPr lang="en-US" dirty="0"/>
              <a:t>Five Icon Placeholders with Text Descriptions</a:t>
            </a:r>
          </a:p>
        </p:txBody>
      </p:sp>
      <p:sp>
        <p:nvSpPr>
          <p:cNvPr id="16" name="Subtitle 2">
            <a:extLst>
              <a:ext uri="{FF2B5EF4-FFF2-40B4-BE49-F238E27FC236}">
                <a16:creationId xmlns:a16="http://schemas.microsoft.com/office/drawing/2014/main" id="{EEA64E97-C31D-49B1-B8E1-20E5F404F516}"/>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25" name="Oval 24">
            <a:extLst>
              <a:ext uri="{FF2B5EF4-FFF2-40B4-BE49-F238E27FC236}">
                <a16:creationId xmlns:a16="http://schemas.microsoft.com/office/drawing/2014/main" id="{AF79E162-3D8F-4829-A4AD-02A03597B11A}"/>
              </a:ext>
              <a:ext uri="{C183D7F6-B498-43B3-948B-1728B52AA6E4}">
                <adec:decorative xmlns:adec="http://schemas.microsoft.com/office/drawing/2017/decorative" val="1"/>
              </a:ext>
            </a:extLst>
          </p:cNvPr>
          <p:cNvSpPr/>
          <p:nvPr/>
        </p:nvSpPr>
        <p:spPr bwMode="gray">
          <a:xfrm>
            <a:off x="609800" y="2064663"/>
            <a:ext cx="1828959" cy="1828959"/>
          </a:xfrm>
          <a:prstGeom prst="ellipse">
            <a:avLst/>
          </a:prstGeom>
          <a:noFill/>
          <a:ln w="38100">
            <a:solidFill>
              <a:schemeClr val="accent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solidFill>
                <a:schemeClr val="tx1"/>
              </a:solidFill>
            </a:endParaRPr>
          </a:p>
        </p:txBody>
      </p:sp>
      <p:sp>
        <p:nvSpPr>
          <p:cNvPr id="15" name="Text Placeholder 3">
            <a:extLst>
              <a:ext uri="{FF2B5EF4-FFF2-40B4-BE49-F238E27FC236}">
                <a16:creationId xmlns:a16="http://schemas.microsoft.com/office/drawing/2014/main" id="{AE3C6552-FD35-F64A-AB25-15819DA5EE24}"/>
              </a:ext>
            </a:extLst>
          </p:cNvPr>
          <p:cNvSpPr>
            <a:spLocks noGrp="1"/>
          </p:cNvSpPr>
          <p:nvPr>
            <p:ph type="body" sz="quarter" idx="24" hasCustomPrompt="1"/>
          </p:nvPr>
        </p:nvSpPr>
        <p:spPr>
          <a:xfrm>
            <a:off x="820549" y="2428884"/>
            <a:ext cx="1396669" cy="1100516"/>
          </a:xfrm>
        </p:spPr>
        <p:txBody>
          <a:bodyPr anchor="ctr" anchorCtr="0"/>
          <a:lstStyle>
            <a:lvl1pPr algn="ctr">
              <a:lnSpc>
                <a:spcPct val="100000"/>
              </a:lnSpc>
              <a:spcBef>
                <a:spcPts val="600"/>
              </a:spcBef>
              <a:defRPr sz="1800">
                <a:solidFill>
                  <a:schemeClr val="tx1"/>
                </a:solidFill>
              </a:defRPr>
            </a:lvl1pPr>
            <a:lvl2pPr marL="0" indent="0" algn="ctr">
              <a:lnSpc>
                <a:spcPct val="100000"/>
              </a:lnSpc>
              <a:spcBef>
                <a:spcPts val="600"/>
              </a:spcBef>
              <a:buFont typeface="Arial" panose="020B0604020202020204" pitchFamily="34" charset="0"/>
              <a:buChar char="​"/>
              <a:defRPr/>
            </a:lvl2pPr>
          </a:lstStyle>
          <a:p>
            <a:pPr lvl="0"/>
            <a:r>
              <a:rPr lang="en-US" dirty="0"/>
              <a:t>add icon</a:t>
            </a:r>
            <a:br>
              <a:rPr lang="en-US" dirty="0"/>
            </a:br>
            <a:r>
              <a:rPr lang="en-US" dirty="0"/>
              <a:t>or text</a:t>
            </a:r>
          </a:p>
        </p:txBody>
      </p:sp>
      <p:sp>
        <p:nvSpPr>
          <p:cNvPr id="17" name="Text Placeholder 3">
            <a:extLst>
              <a:ext uri="{FF2B5EF4-FFF2-40B4-BE49-F238E27FC236}">
                <a16:creationId xmlns:a16="http://schemas.microsoft.com/office/drawing/2014/main" id="{2E201879-B985-4ADE-8AD6-6C3E14CE0AFE}"/>
              </a:ext>
            </a:extLst>
          </p:cNvPr>
          <p:cNvSpPr>
            <a:spLocks noGrp="1"/>
          </p:cNvSpPr>
          <p:nvPr>
            <p:ph type="body" sz="quarter" idx="19" hasCustomPrompt="1"/>
          </p:nvPr>
        </p:nvSpPr>
        <p:spPr>
          <a:xfrm>
            <a:off x="610850" y="4282873"/>
            <a:ext cx="1828800" cy="1458912"/>
          </a:xfrm>
        </p:spPr>
        <p:txBody>
          <a:bodyPr/>
          <a:lstStyle>
            <a:lvl1pPr algn="ctr">
              <a:lnSpc>
                <a:spcPct val="100000"/>
              </a:lnSpc>
              <a:spcBef>
                <a:spcPts val="600"/>
              </a:spcBef>
              <a:defRPr sz="2000">
                <a:solidFill>
                  <a:schemeClr val="tx1"/>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a:t>Click to add text</a:t>
            </a:r>
          </a:p>
          <a:p>
            <a:pPr lvl="1"/>
            <a:r>
              <a:rPr lang="en-US"/>
              <a:t>Second level</a:t>
            </a:r>
          </a:p>
        </p:txBody>
      </p:sp>
      <p:sp>
        <p:nvSpPr>
          <p:cNvPr id="22" name="Oval 21">
            <a:extLst>
              <a:ext uri="{FF2B5EF4-FFF2-40B4-BE49-F238E27FC236}">
                <a16:creationId xmlns:a16="http://schemas.microsoft.com/office/drawing/2014/main" id="{A1FDF9D3-5B68-4A75-97BF-2C5113CFAA66}"/>
              </a:ext>
              <a:ext uri="{C183D7F6-B498-43B3-948B-1728B52AA6E4}">
                <adec:decorative xmlns:adec="http://schemas.microsoft.com/office/drawing/2017/decorative" val="1"/>
              </a:ext>
            </a:extLst>
          </p:cNvPr>
          <p:cNvSpPr/>
          <p:nvPr/>
        </p:nvSpPr>
        <p:spPr bwMode="gray">
          <a:xfrm>
            <a:off x="2892452" y="2064663"/>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18" name="Text Placeholder 3">
            <a:extLst>
              <a:ext uri="{FF2B5EF4-FFF2-40B4-BE49-F238E27FC236}">
                <a16:creationId xmlns:a16="http://schemas.microsoft.com/office/drawing/2014/main" id="{F6390E06-1436-004E-875E-AAE40E05D76F}"/>
              </a:ext>
            </a:extLst>
          </p:cNvPr>
          <p:cNvSpPr>
            <a:spLocks noGrp="1"/>
          </p:cNvSpPr>
          <p:nvPr>
            <p:ph type="body" sz="quarter" idx="25" hasCustomPrompt="1"/>
          </p:nvPr>
        </p:nvSpPr>
        <p:spPr>
          <a:xfrm>
            <a:off x="3110473" y="2428884"/>
            <a:ext cx="1396669" cy="1100516"/>
          </a:xfrm>
        </p:spPr>
        <p:txBody>
          <a:bodyPr anchor="ctr" anchorCtr="0"/>
          <a:lstStyle>
            <a:lvl1pPr algn="ctr">
              <a:lnSpc>
                <a:spcPct val="100000"/>
              </a:lnSpc>
              <a:spcBef>
                <a:spcPts val="600"/>
              </a:spcBef>
              <a:defRPr sz="1800">
                <a:solidFill>
                  <a:schemeClr val="tx1"/>
                </a:solidFill>
              </a:defRPr>
            </a:lvl1pPr>
            <a:lvl2pPr marL="0" indent="0" algn="ctr">
              <a:lnSpc>
                <a:spcPct val="100000"/>
              </a:lnSpc>
              <a:spcBef>
                <a:spcPts val="600"/>
              </a:spcBef>
              <a:buFont typeface="Arial" panose="020B0604020202020204" pitchFamily="34" charset="0"/>
              <a:buChar char="​"/>
              <a:defRPr/>
            </a:lvl2pPr>
          </a:lstStyle>
          <a:p>
            <a:pPr lvl="0"/>
            <a:r>
              <a:rPr lang="en-US" dirty="0"/>
              <a:t>add icon</a:t>
            </a:r>
            <a:br>
              <a:rPr lang="en-US" dirty="0"/>
            </a:br>
            <a:r>
              <a:rPr lang="en-US" dirty="0"/>
              <a:t>or text</a:t>
            </a:r>
          </a:p>
        </p:txBody>
      </p:sp>
      <p:sp>
        <p:nvSpPr>
          <p:cNvPr id="28" name="Text Placeholder 3">
            <a:extLst>
              <a:ext uri="{FF2B5EF4-FFF2-40B4-BE49-F238E27FC236}">
                <a16:creationId xmlns:a16="http://schemas.microsoft.com/office/drawing/2014/main" id="{9495BAAB-E860-4075-9DA3-ABA7C32D235E}"/>
              </a:ext>
            </a:extLst>
          </p:cNvPr>
          <p:cNvSpPr>
            <a:spLocks noGrp="1"/>
          </p:cNvSpPr>
          <p:nvPr>
            <p:ph type="body" sz="quarter" idx="20" hasCustomPrompt="1"/>
          </p:nvPr>
        </p:nvSpPr>
        <p:spPr>
          <a:xfrm>
            <a:off x="2894013" y="4282873"/>
            <a:ext cx="1828800" cy="1458912"/>
          </a:xfrm>
        </p:spPr>
        <p:txBody>
          <a:bodyPr/>
          <a:lstStyle>
            <a:lvl1pPr algn="ctr">
              <a:lnSpc>
                <a:spcPct val="100000"/>
              </a:lnSpc>
              <a:spcBef>
                <a:spcPts val="600"/>
              </a:spcBef>
              <a:defRPr sz="2000">
                <a:solidFill>
                  <a:schemeClr val="tx1"/>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a:t>Click to add text</a:t>
            </a:r>
          </a:p>
          <a:p>
            <a:pPr lvl="1"/>
            <a:r>
              <a:rPr lang="en-US"/>
              <a:t>Second level</a:t>
            </a:r>
          </a:p>
        </p:txBody>
      </p:sp>
      <p:sp>
        <p:nvSpPr>
          <p:cNvPr id="24" name="Oval 23">
            <a:extLst>
              <a:ext uri="{FF2B5EF4-FFF2-40B4-BE49-F238E27FC236}">
                <a16:creationId xmlns:a16="http://schemas.microsoft.com/office/drawing/2014/main" id="{C551C90A-573F-4E4A-9359-5C7B0F546BF9}"/>
              </a:ext>
              <a:ext uri="{C183D7F6-B498-43B3-948B-1728B52AA6E4}">
                <adec:decorative xmlns:adec="http://schemas.microsoft.com/office/drawing/2017/decorative" val="1"/>
              </a:ext>
            </a:extLst>
          </p:cNvPr>
          <p:cNvSpPr/>
          <p:nvPr/>
        </p:nvSpPr>
        <p:spPr bwMode="gray">
          <a:xfrm>
            <a:off x="5201380" y="2064663"/>
            <a:ext cx="1828959" cy="1828959"/>
          </a:xfrm>
          <a:prstGeom prst="ellipse">
            <a:avLst/>
          </a:prstGeom>
          <a:noFill/>
          <a:ln w="38100">
            <a:solidFill>
              <a:schemeClr val="accent3"/>
            </a:solidFill>
          </a:ln>
          <a:effectLst/>
        </p:spPr>
        <p:txBody>
          <a:bodyPr vert="horz" wrap="square" lIns="0" tIns="0" rIns="0" bIns="0" numCol="1" anchor="ctr" anchorCtr="0" compatLnSpc="1">
            <a:prstTxWarp prst="textNoShape">
              <a:avLst/>
            </a:prstTxWarp>
          </a:bodyPr>
          <a:lstStyle/>
          <a:p>
            <a:pPr lvl="0" algn="ctr"/>
            <a:endParaRPr lang="en-US">
              <a:solidFill>
                <a:schemeClr val="tx1"/>
              </a:solidFill>
            </a:endParaRPr>
          </a:p>
        </p:txBody>
      </p:sp>
      <p:sp>
        <p:nvSpPr>
          <p:cNvPr id="19" name="Text Placeholder 3">
            <a:extLst>
              <a:ext uri="{FF2B5EF4-FFF2-40B4-BE49-F238E27FC236}">
                <a16:creationId xmlns:a16="http://schemas.microsoft.com/office/drawing/2014/main" id="{C54AA791-D396-204E-9DF4-50E16614DD73}"/>
              </a:ext>
            </a:extLst>
          </p:cNvPr>
          <p:cNvSpPr>
            <a:spLocks noGrp="1"/>
          </p:cNvSpPr>
          <p:nvPr>
            <p:ph type="body" sz="quarter" idx="26" hasCustomPrompt="1"/>
          </p:nvPr>
        </p:nvSpPr>
        <p:spPr>
          <a:xfrm>
            <a:off x="5412658" y="2428884"/>
            <a:ext cx="1396669" cy="1100516"/>
          </a:xfrm>
        </p:spPr>
        <p:txBody>
          <a:bodyPr anchor="ctr" anchorCtr="0"/>
          <a:lstStyle>
            <a:lvl1pPr algn="ctr">
              <a:lnSpc>
                <a:spcPct val="100000"/>
              </a:lnSpc>
              <a:spcBef>
                <a:spcPts val="600"/>
              </a:spcBef>
              <a:defRPr sz="1800">
                <a:solidFill>
                  <a:schemeClr val="tx1"/>
                </a:solidFill>
              </a:defRPr>
            </a:lvl1pPr>
            <a:lvl2pPr marL="0" indent="0" algn="ctr">
              <a:lnSpc>
                <a:spcPct val="100000"/>
              </a:lnSpc>
              <a:spcBef>
                <a:spcPts val="600"/>
              </a:spcBef>
              <a:buFont typeface="Arial" panose="020B0604020202020204" pitchFamily="34" charset="0"/>
              <a:buChar char="​"/>
              <a:defRPr/>
            </a:lvl2pPr>
          </a:lstStyle>
          <a:p>
            <a:pPr lvl="0"/>
            <a:r>
              <a:rPr lang="en-US" dirty="0"/>
              <a:t>add icon</a:t>
            </a:r>
            <a:br>
              <a:rPr lang="en-US" dirty="0"/>
            </a:br>
            <a:r>
              <a:rPr lang="en-US" dirty="0"/>
              <a:t>or text</a:t>
            </a:r>
          </a:p>
        </p:txBody>
      </p:sp>
      <p:sp>
        <p:nvSpPr>
          <p:cNvPr id="29" name="Text Placeholder 3">
            <a:extLst>
              <a:ext uri="{FF2B5EF4-FFF2-40B4-BE49-F238E27FC236}">
                <a16:creationId xmlns:a16="http://schemas.microsoft.com/office/drawing/2014/main" id="{62D3946B-F2F1-42AF-8E89-00761A7745D4}"/>
              </a:ext>
            </a:extLst>
          </p:cNvPr>
          <p:cNvSpPr>
            <a:spLocks noGrp="1"/>
          </p:cNvSpPr>
          <p:nvPr>
            <p:ph type="body" sz="quarter" idx="21" hasCustomPrompt="1"/>
          </p:nvPr>
        </p:nvSpPr>
        <p:spPr>
          <a:xfrm>
            <a:off x="5185093" y="4282873"/>
            <a:ext cx="1828800" cy="1458912"/>
          </a:xfrm>
        </p:spPr>
        <p:txBody>
          <a:bodyPr/>
          <a:lstStyle>
            <a:lvl1pPr algn="ctr">
              <a:lnSpc>
                <a:spcPct val="100000"/>
              </a:lnSpc>
              <a:spcBef>
                <a:spcPts val="600"/>
              </a:spcBef>
              <a:defRPr sz="2000">
                <a:solidFill>
                  <a:schemeClr val="tx1"/>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dirty="0"/>
              <a:t>Click to add text</a:t>
            </a:r>
          </a:p>
          <a:p>
            <a:pPr lvl="1"/>
            <a:r>
              <a:rPr lang="en-US" dirty="0"/>
              <a:t>Second level</a:t>
            </a:r>
          </a:p>
        </p:txBody>
      </p:sp>
      <p:sp>
        <p:nvSpPr>
          <p:cNvPr id="93" name="Oval 92">
            <a:extLst>
              <a:ext uri="{FF2B5EF4-FFF2-40B4-BE49-F238E27FC236}">
                <a16:creationId xmlns:a16="http://schemas.microsoft.com/office/drawing/2014/main" id="{026B9B36-08E7-4664-970C-13123F24C793}"/>
              </a:ext>
              <a:ext uri="{C183D7F6-B498-43B3-948B-1728B52AA6E4}">
                <adec:decorative xmlns:adec="http://schemas.microsoft.com/office/drawing/2017/decorative" val="1"/>
              </a:ext>
            </a:extLst>
          </p:cNvPr>
          <p:cNvSpPr/>
          <p:nvPr/>
        </p:nvSpPr>
        <p:spPr bwMode="gray">
          <a:xfrm>
            <a:off x="7464921" y="2064663"/>
            <a:ext cx="1828959" cy="1828959"/>
          </a:xfrm>
          <a:prstGeom prst="ellipse">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solidFill>
                <a:schemeClr val="tx1"/>
              </a:solidFill>
            </a:endParaRPr>
          </a:p>
        </p:txBody>
      </p:sp>
      <p:sp>
        <p:nvSpPr>
          <p:cNvPr id="20" name="Text Placeholder 3">
            <a:extLst>
              <a:ext uri="{FF2B5EF4-FFF2-40B4-BE49-F238E27FC236}">
                <a16:creationId xmlns:a16="http://schemas.microsoft.com/office/drawing/2014/main" id="{D673B6CF-B10C-8742-A91F-672EAD5163E0}"/>
              </a:ext>
            </a:extLst>
          </p:cNvPr>
          <p:cNvSpPr>
            <a:spLocks noGrp="1"/>
          </p:cNvSpPr>
          <p:nvPr>
            <p:ph type="body" sz="quarter" idx="27" hasCustomPrompt="1"/>
          </p:nvPr>
        </p:nvSpPr>
        <p:spPr>
          <a:xfrm>
            <a:off x="7677080" y="2428884"/>
            <a:ext cx="1396669" cy="1100516"/>
          </a:xfrm>
        </p:spPr>
        <p:txBody>
          <a:bodyPr anchor="ctr" anchorCtr="0"/>
          <a:lstStyle>
            <a:lvl1pPr algn="ctr">
              <a:lnSpc>
                <a:spcPct val="100000"/>
              </a:lnSpc>
              <a:spcBef>
                <a:spcPts val="600"/>
              </a:spcBef>
              <a:defRPr sz="1800">
                <a:solidFill>
                  <a:schemeClr val="tx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30" name="Text Placeholder 3">
            <a:extLst>
              <a:ext uri="{FF2B5EF4-FFF2-40B4-BE49-F238E27FC236}">
                <a16:creationId xmlns:a16="http://schemas.microsoft.com/office/drawing/2014/main" id="{22F84664-2E68-46AE-AE2C-E8D2B6C9A1DD}"/>
              </a:ext>
            </a:extLst>
          </p:cNvPr>
          <p:cNvSpPr>
            <a:spLocks noGrp="1"/>
          </p:cNvSpPr>
          <p:nvPr>
            <p:ph type="body" sz="quarter" idx="22" hasCustomPrompt="1"/>
          </p:nvPr>
        </p:nvSpPr>
        <p:spPr>
          <a:xfrm>
            <a:off x="7470001" y="4282873"/>
            <a:ext cx="1894336" cy="1458912"/>
          </a:xfrm>
        </p:spPr>
        <p:txBody>
          <a:bodyPr/>
          <a:lstStyle>
            <a:lvl1pPr algn="ctr">
              <a:lnSpc>
                <a:spcPct val="100000"/>
              </a:lnSpc>
              <a:spcBef>
                <a:spcPts val="600"/>
              </a:spcBef>
              <a:defRPr sz="2000">
                <a:solidFill>
                  <a:schemeClr val="tx1"/>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a:t>Click to add text</a:t>
            </a:r>
          </a:p>
          <a:p>
            <a:pPr lvl="1"/>
            <a:r>
              <a:rPr lang="en-US"/>
              <a:t>Second level</a:t>
            </a:r>
          </a:p>
        </p:txBody>
      </p:sp>
      <p:sp>
        <p:nvSpPr>
          <p:cNvPr id="23" name="Oval 22">
            <a:extLst>
              <a:ext uri="{FF2B5EF4-FFF2-40B4-BE49-F238E27FC236}">
                <a16:creationId xmlns:a16="http://schemas.microsoft.com/office/drawing/2014/main" id="{7EAB1992-E472-4489-8A4E-A8FE45DE10CF}"/>
              </a:ext>
              <a:ext uri="{C183D7F6-B498-43B3-948B-1728B52AA6E4}">
                <adec:decorative xmlns:adec="http://schemas.microsoft.com/office/drawing/2017/decorative" val="1"/>
              </a:ext>
            </a:extLst>
          </p:cNvPr>
          <p:cNvSpPr/>
          <p:nvPr/>
        </p:nvSpPr>
        <p:spPr bwMode="gray">
          <a:xfrm>
            <a:off x="9744473" y="2064663"/>
            <a:ext cx="1828959" cy="1828959"/>
          </a:xfrm>
          <a:prstGeom prst="ellipse">
            <a:avLst/>
          </a:prstGeom>
          <a:noFill/>
          <a:ln w="3810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21" name="Text Placeholder 3">
            <a:extLst>
              <a:ext uri="{FF2B5EF4-FFF2-40B4-BE49-F238E27FC236}">
                <a16:creationId xmlns:a16="http://schemas.microsoft.com/office/drawing/2014/main" id="{FF3DA55F-C9CF-8945-A9DE-F606579BFE23}"/>
              </a:ext>
            </a:extLst>
          </p:cNvPr>
          <p:cNvSpPr>
            <a:spLocks noGrp="1"/>
          </p:cNvSpPr>
          <p:nvPr>
            <p:ph type="body" sz="quarter" idx="28" hasCustomPrompt="1"/>
          </p:nvPr>
        </p:nvSpPr>
        <p:spPr>
          <a:xfrm>
            <a:off x="9980612" y="2428884"/>
            <a:ext cx="1396669" cy="1100516"/>
          </a:xfrm>
        </p:spPr>
        <p:txBody>
          <a:bodyPr anchor="ctr" anchorCtr="0"/>
          <a:lstStyle>
            <a:lvl1pPr algn="ctr">
              <a:lnSpc>
                <a:spcPct val="100000"/>
              </a:lnSpc>
              <a:spcBef>
                <a:spcPts val="600"/>
              </a:spcBef>
              <a:defRPr sz="1800">
                <a:solidFill>
                  <a:schemeClr val="tx1"/>
                </a:solidFill>
              </a:defRPr>
            </a:lvl1pPr>
            <a:lvl2pPr marL="0" indent="0" algn="ctr">
              <a:lnSpc>
                <a:spcPct val="100000"/>
              </a:lnSpc>
              <a:spcBef>
                <a:spcPts val="600"/>
              </a:spcBef>
              <a:buFont typeface="Arial" panose="020B0604020202020204" pitchFamily="34" charset="0"/>
              <a:buChar char="​"/>
              <a:defRPr/>
            </a:lvl2pPr>
          </a:lstStyle>
          <a:p>
            <a:pPr lvl="0"/>
            <a:r>
              <a:rPr lang="en-US"/>
              <a:t>add icon</a:t>
            </a:r>
            <a:br>
              <a:rPr lang="en-US"/>
            </a:br>
            <a:r>
              <a:rPr lang="en-US"/>
              <a:t>or text</a:t>
            </a:r>
          </a:p>
        </p:txBody>
      </p:sp>
      <p:sp>
        <p:nvSpPr>
          <p:cNvPr id="32" name="Text Placeholder 3">
            <a:extLst>
              <a:ext uri="{FF2B5EF4-FFF2-40B4-BE49-F238E27FC236}">
                <a16:creationId xmlns:a16="http://schemas.microsoft.com/office/drawing/2014/main" id="{CDC9B65E-8BAA-4676-9F32-44EC3772D342}"/>
              </a:ext>
            </a:extLst>
          </p:cNvPr>
          <p:cNvSpPr>
            <a:spLocks noGrp="1"/>
          </p:cNvSpPr>
          <p:nvPr>
            <p:ph type="body" sz="quarter" idx="23" hasCustomPrompt="1"/>
          </p:nvPr>
        </p:nvSpPr>
        <p:spPr>
          <a:xfrm>
            <a:off x="9752013" y="4282873"/>
            <a:ext cx="1828800" cy="1458912"/>
          </a:xfrm>
        </p:spPr>
        <p:txBody>
          <a:bodyPr/>
          <a:lstStyle>
            <a:lvl1pPr algn="ctr">
              <a:lnSpc>
                <a:spcPct val="100000"/>
              </a:lnSpc>
              <a:spcBef>
                <a:spcPts val="600"/>
              </a:spcBef>
              <a:defRPr sz="2000">
                <a:solidFill>
                  <a:schemeClr val="tx1"/>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a:t>Click to add text</a:t>
            </a:r>
          </a:p>
          <a:p>
            <a:pPr lvl="1"/>
            <a:r>
              <a:rPr lang="en-US"/>
              <a:t>Second level</a:t>
            </a:r>
          </a:p>
        </p:txBody>
      </p:sp>
      <p:sp>
        <p:nvSpPr>
          <p:cNvPr id="27" name="page number">
            <a:extLst>
              <a:ext uri="{FF2B5EF4-FFF2-40B4-BE49-F238E27FC236}">
                <a16:creationId xmlns:a16="http://schemas.microsoft.com/office/drawing/2014/main" id="{6D94DD40-25D8-6A48-98B5-B2B0FB64FDAB}"/>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26" name="Oval 25">
            <a:extLst>
              <a:ext uri="{FF2B5EF4-FFF2-40B4-BE49-F238E27FC236}">
                <a16:creationId xmlns:a16="http://schemas.microsoft.com/office/drawing/2014/main" id="{AF79E162-3D8F-4829-A4AD-02A03597B11A}"/>
              </a:ext>
              <a:ext uri="{C183D7F6-B498-43B3-948B-1728B52AA6E4}">
                <adec:decorative xmlns:adec="http://schemas.microsoft.com/office/drawing/2017/decorative" val="1"/>
              </a:ext>
            </a:extLst>
          </p:cNvPr>
          <p:cNvSpPr/>
          <p:nvPr userDrawn="1"/>
        </p:nvSpPr>
        <p:spPr bwMode="gray">
          <a:xfrm>
            <a:off x="609800" y="2064663"/>
            <a:ext cx="1828959" cy="1828959"/>
          </a:xfrm>
          <a:prstGeom prst="ellipse">
            <a:avLst/>
          </a:prstGeom>
          <a:noFill/>
          <a:ln w="38100">
            <a:solidFill>
              <a:schemeClr val="accent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solidFill>
                <a:schemeClr val="tx1"/>
              </a:solidFill>
            </a:endParaRPr>
          </a:p>
        </p:txBody>
      </p:sp>
      <p:sp>
        <p:nvSpPr>
          <p:cNvPr id="31" name="Oval 30">
            <a:extLst>
              <a:ext uri="{FF2B5EF4-FFF2-40B4-BE49-F238E27FC236}">
                <a16:creationId xmlns:a16="http://schemas.microsoft.com/office/drawing/2014/main" id="{A1FDF9D3-5B68-4A75-97BF-2C5113CFAA66}"/>
              </a:ext>
              <a:ext uri="{C183D7F6-B498-43B3-948B-1728B52AA6E4}">
                <adec:decorative xmlns:adec="http://schemas.microsoft.com/office/drawing/2017/decorative" val="1"/>
              </a:ext>
            </a:extLst>
          </p:cNvPr>
          <p:cNvSpPr/>
          <p:nvPr userDrawn="1"/>
        </p:nvSpPr>
        <p:spPr bwMode="gray">
          <a:xfrm>
            <a:off x="2892452" y="2064663"/>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33" name="Oval 32">
            <a:extLst>
              <a:ext uri="{FF2B5EF4-FFF2-40B4-BE49-F238E27FC236}">
                <a16:creationId xmlns:a16="http://schemas.microsoft.com/office/drawing/2014/main" id="{C551C90A-573F-4E4A-9359-5C7B0F546BF9}"/>
              </a:ext>
              <a:ext uri="{C183D7F6-B498-43B3-948B-1728B52AA6E4}">
                <adec:decorative xmlns:adec="http://schemas.microsoft.com/office/drawing/2017/decorative" val="1"/>
              </a:ext>
            </a:extLst>
          </p:cNvPr>
          <p:cNvSpPr/>
          <p:nvPr userDrawn="1"/>
        </p:nvSpPr>
        <p:spPr bwMode="gray">
          <a:xfrm>
            <a:off x="5201380" y="2064663"/>
            <a:ext cx="1828959" cy="1828959"/>
          </a:xfrm>
          <a:prstGeom prst="ellipse">
            <a:avLst/>
          </a:prstGeom>
          <a:noFill/>
          <a:ln w="38100">
            <a:solidFill>
              <a:schemeClr val="accent3"/>
            </a:solidFill>
          </a:ln>
          <a:effectLst/>
        </p:spPr>
        <p:txBody>
          <a:bodyPr vert="horz" wrap="square" lIns="0" tIns="0" rIns="0" bIns="0" numCol="1" anchor="ctr" anchorCtr="0" compatLnSpc="1">
            <a:prstTxWarp prst="textNoShape">
              <a:avLst/>
            </a:prstTxWarp>
          </a:bodyPr>
          <a:lstStyle/>
          <a:p>
            <a:pPr lvl="0" algn="ctr"/>
            <a:endParaRPr lang="en-US">
              <a:solidFill>
                <a:schemeClr val="tx1"/>
              </a:solidFill>
            </a:endParaRPr>
          </a:p>
        </p:txBody>
      </p:sp>
      <p:sp>
        <p:nvSpPr>
          <p:cNvPr id="34" name="Oval 33">
            <a:extLst>
              <a:ext uri="{FF2B5EF4-FFF2-40B4-BE49-F238E27FC236}">
                <a16:creationId xmlns:a16="http://schemas.microsoft.com/office/drawing/2014/main" id="{026B9B36-08E7-4664-970C-13123F24C793}"/>
              </a:ext>
              <a:ext uri="{C183D7F6-B498-43B3-948B-1728B52AA6E4}">
                <adec:decorative xmlns:adec="http://schemas.microsoft.com/office/drawing/2017/decorative" val="1"/>
              </a:ext>
            </a:extLst>
          </p:cNvPr>
          <p:cNvSpPr/>
          <p:nvPr userDrawn="1"/>
        </p:nvSpPr>
        <p:spPr bwMode="gray">
          <a:xfrm>
            <a:off x="7464921" y="2064663"/>
            <a:ext cx="1828959" cy="1828959"/>
          </a:xfrm>
          <a:prstGeom prst="ellipse">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solidFill>
                <a:schemeClr val="tx1"/>
              </a:solidFill>
            </a:endParaRPr>
          </a:p>
        </p:txBody>
      </p:sp>
      <p:sp>
        <p:nvSpPr>
          <p:cNvPr id="35" name="Oval 34">
            <a:extLst>
              <a:ext uri="{FF2B5EF4-FFF2-40B4-BE49-F238E27FC236}">
                <a16:creationId xmlns:a16="http://schemas.microsoft.com/office/drawing/2014/main" id="{7EAB1992-E472-4489-8A4E-A8FE45DE10CF}"/>
              </a:ext>
              <a:ext uri="{C183D7F6-B498-43B3-948B-1728B52AA6E4}">
                <adec:decorative xmlns:adec="http://schemas.microsoft.com/office/drawing/2017/decorative" val="1"/>
              </a:ext>
            </a:extLst>
          </p:cNvPr>
          <p:cNvSpPr/>
          <p:nvPr userDrawn="1"/>
        </p:nvSpPr>
        <p:spPr bwMode="gray">
          <a:xfrm>
            <a:off x="9744473" y="2064663"/>
            <a:ext cx="1828959" cy="1828959"/>
          </a:xfrm>
          <a:prstGeom prst="ellipse">
            <a:avLst/>
          </a:prstGeom>
          <a:noFill/>
          <a:ln w="3810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36" name="page number">
            <a:extLst>
              <a:ext uri="{FF2B5EF4-FFF2-40B4-BE49-F238E27FC236}">
                <a16:creationId xmlns:a16="http://schemas.microsoft.com/office/drawing/2014/main" id="{6D94DD40-25D8-6A48-98B5-B2B0FB64FDAB}"/>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1300090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p:cSld name="Five Numbered ">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52EE46A-2B6A-D0CE-D67A-E39C4516F8BB}"/>
              </a:ext>
            </a:extLst>
          </p:cNvPr>
          <p:cNvSpPr/>
          <p:nvPr/>
        </p:nvSpPr>
        <p:spPr>
          <a:xfrm>
            <a:off x="2894013" y="2529075"/>
            <a:ext cx="1828800" cy="287126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 name="Rectangle 4">
            <a:extLst>
              <a:ext uri="{FF2B5EF4-FFF2-40B4-BE49-F238E27FC236}">
                <a16:creationId xmlns:a16="http://schemas.microsoft.com/office/drawing/2014/main" id="{1DC9EA80-9EA8-343E-F517-1CAD885879D6}"/>
              </a:ext>
            </a:extLst>
          </p:cNvPr>
          <p:cNvSpPr/>
          <p:nvPr/>
        </p:nvSpPr>
        <p:spPr>
          <a:xfrm>
            <a:off x="5185093" y="2529075"/>
            <a:ext cx="1828800" cy="287126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6" name="Rectangle 5">
            <a:extLst>
              <a:ext uri="{FF2B5EF4-FFF2-40B4-BE49-F238E27FC236}">
                <a16:creationId xmlns:a16="http://schemas.microsoft.com/office/drawing/2014/main" id="{A8D23D95-E4CC-0B03-48A9-0EC81B2368E5}"/>
              </a:ext>
            </a:extLst>
          </p:cNvPr>
          <p:cNvSpPr/>
          <p:nvPr/>
        </p:nvSpPr>
        <p:spPr>
          <a:xfrm>
            <a:off x="7470001" y="2529075"/>
            <a:ext cx="1828800" cy="287126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7" name="Rectangle 6">
            <a:extLst>
              <a:ext uri="{FF2B5EF4-FFF2-40B4-BE49-F238E27FC236}">
                <a16:creationId xmlns:a16="http://schemas.microsoft.com/office/drawing/2014/main" id="{3737E5D6-04BF-01BC-A221-0F1D603C51D8}"/>
              </a:ext>
            </a:extLst>
          </p:cNvPr>
          <p:cNvSpPr/>
          <p:nvPr/>
        </p:nvSpPr>
        <p:spPr>
          <a:xfrm>
            <a:off x="9752013" y="2529075"/>
            <a:ext cx="1828800" cy="287126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 name="Rectangle 1">
            <a:extLst>
              <a:ext uri="{FF2B5EF4-FFF2-40B4-BE49-F238E27FC236}">
                <a16:creationId xmlns:a16="http://schemas.microsoft.com/office/drawing/2014/main" id="{65142366-F01F-D56A-11BB-7D669E9AD2B4}"/>
              </a:ext>
            </a:extLst>
          </p:cNvPr>
          <p:cNvSpPr/>
          <p:nvPr/>
        </p:nvSpPr>
        <p:spPr>
          <a:xfrm>
            <a:off x="610851" y="2529075"/>
            <a:ext cx="1828800" cy="287126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 name="Title 2">
            <a:extLst>
              <a:ext uri="{FF2B5EF4-FFF2-40B4-BE49-F238E27FC236}">
                <a16:creationId xmlns:a16="http://schemas.microsoft.com/office/drawing/2014/main" id="{CBA8A47F-2243-412F-A1A8-FA8E3475F5E1}"/>
              </a:ext>
            </a:extLst>
          </p:cNvPr>
          <p:cNvSpPr>
            <a:spLocks noGrp="1"/>
          </p:cNvSpPr>
          <p:nvPr>
            <p:ph type="title" hasCustomPrompt="1"/>
          </p:nvPr>
        </p:nvSpPr>
        <p:spPr/>
        <p:txBody>
          <a:bodyPr/>
          <a:lstStyle>
            <a:lvl1pPr>
              <a:defRPr>
                <a:solidFill>
                  <a:schemeClr val="tx1"/>
                </a:solidFill>
              </a:defRPr>
            </a:lvl1pPr>
          </a:lstStyle>
          <a:p>
            <a:r>
              <a:rPr lang="en-US" dirty="0"/>
              <a:t>Five Column Text with Number Icons Click to Add Title</a:t>
            </a:r>
          </a:p>
        </p:txBody>
      </p:sp>
      <p:sp>
        <p:nvSpPr>
          <p:cNvPr id="16" name="Subtitle 2">
            <a:extLst>
              <a:ext uri="{FF2B5EF4-FFF2-40B4-BE49-F238E27FC236}">
                <a16:creationId xmlns:a16="http://schemas.microsoft.com/office/drawing/2014/main" id="{EEA64E97-C31D-49B1-B8E1-20E5F404F516}"/>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cxnSp>
        <p:nvCxnSpPr>
          <p:cNvPr id="18" name="Straight Connector 17">
            <a:extLst>
              <a:ext uri="{FF2B5EF4-FFF2-40B4-BE49-F238E27FC236}">
                <a16:creationId xmlns:a16="http://schemas.microsoft.com/office/drawing/2014/main" id="{903341DC-DE80-5E4C-A4C9-C984D7074760}"/>
              </a:ext>
            </a:extLst>
          </p:cNvPr>
          <p:cNvCxnSpPr/>
          <p:nvPr/>
        </p:nvCxnSpPr>
        <p:spPr bwMode="gray">
          <a:xfrm>
            <a:off x="610850" y="2512464"/>
            <a:ext cx="1828800" cy="0"/>
          </a:xfrm>
          <a:prstGeom prst="line">
            <a:avLst/>
          </a:prstGeom>
          <a:ln w="25400">
            <a:solidFill>
              <a:schemeClr val="accent6"/>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Text Placeholder 3">
            <a:extLst>
              <a:ext uri="{FF2B5EF4-FFF2-40B4-BE49-F238E27FC236}">
                <a16:creationId xmlns:a16="http://schemas.microsoft.com/office/drawing/2014/main" id="{2E201879-B985-4ADE-8AD6-6C3E14CE0AFE}"/>
              </a:ext>
            </a:extLst>
          </p:cNvPr>
          <p:cNvSpPr>
            <a:spLocks noGrp="1"/>
          </p:cNvSpPr>
          <p:nvPr>
            <p:ph type="body" sz="quarter" idx="19" hasCustomPrompt="1"/>
          </p:nvPr>
        </p:nvSpPr>
        <p:spPr>
          <a:xfrm>
            <a:off x="610851" y="2529075"/>
            <a:ext cx="1828800" cy="2871263"/>
          </a:xfrm>
          <a:noFill/>
          <a:ln>
            <a:noFill/>
          </a:ln>
        </p:spPr>
        <p:txBody>
          <a:bodyPr lIns="182880" tIns="548640" rIns="182880" bIns="182880"/>
          <a:lstStyle>
            <a:lvl1pPr algn="ctr">
              <a:lnSpc>
                <a:spcPct val="90000"/>
              </a:lnSpc>
              <a:spcBef>
                <a:spcPts val="600"/>
              </a:spcBef>
              <a:buNone/>
              <a:defRPr sz="2000">
                <a:solidFill>
                  <a:schemeClr val="tx1"/>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a:t>Click to add text</a:t>
            </a:r>
          </a:p>
          <a:p>
            <a:pPr lvl="1"/>
            <a:r>
              <a:rPr lang="en-US"/>
              <a:t>Second level</a:t>
            </a:r>
          </a:p>
        </p:txBody>
      </p:sp>
      <p:cxnSp>
        <p:nvCxnSpPr>
          <p:cNvPr id="15" name="Straight Connector 14">
            <a:extLst>
              <a:ext uri="{FF2B5EF4-FFF2-40B4-BE49-F238E27FC236}">
                <a16:creationId xmlns:a16="http://schemas.microsoft.com/office/drawing/2014/main" id="{182EA033-41AE-6148-A260-889FF59E41C9}"/>
              </a:ext>
            </a:extLst>
          </p:cNvPr>
          <p:cNvCxnSpPr/>
          <p:nvPr/>
        </p:nvCxnSpPr>
        <p:spPr bwMode="gray">
          <a:xfrm>
            <a:off x="2894013" y="2512464"/>
            <a:ext cx="1828800"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8" name="Text Placeholder 3">
            <a:extLst>
              <a:ext uri="{FF2B5EF4-FFF2-40B4-BE49-F238E27FC236}">
                <a16:creationId xmlns:a16="http://schemas.microsoft.com/office/drawing/2014/main" id="{9495BAAB-E860-4075-9DA3-ABA7C32D235E}"/>
              </a:ext>
            </a:extLst>
          </p:cNvPr>
          <p:cNvSpPr>
            <a:spLocks noGrp="1"/>
          </p:cNvSpPr>
          <p:nvPr>
            <p:ph type="body" sz="quarter" idx="20" hasCustomPrompt="1"/>
          </p:nvPr>
        </p:nvSpPr>
        <p:spPr>
          <a:xfrm>
            <a:off x="2894013" y="2529075"/>
            <a:ext cx="1828800" cy="2871263"/>
          </a:xfrm>
          <a:noFill/>
          <a:ln>
            <a:noFill/>
          </a:ln>
        </p:spPr>
        <p:txBody>
          <a:bodyPr lIns="182880" tIns="548640" rIns="182880" bIns="182880"/>
          <a:lstStyle>
            <a:lvl1pPr algn="ctr">
              <a:lnSpc>
                <a:spcPct val="90000"/>
              </a:lnSpc>
              <a:spcBef>
                <a:spcPts val="600"/>
              </a:spcBef>
              <a:buNone/>
              <a:defRPr sz="2000">
                <a:solidFill>
                  <a:schemeClr val="tx1"/>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a:t>Click to add text</a:t>
            </a:r>
          </a:p>
          <a:p>
            <a:pPr lvl="1"/>
            <a:r>
              <a:rPr lang="en-US"/>
              <a:t>Second level</a:t>
            </a:r>
          </a:p>
        </p:txBody>
      </p:sp>
      <p:cxnSp>
        <p:nvCxnSpPr>
          <p:cNvPr id="19" name="Straight Connector 18">
            <a:extLst>
              <a:ext uri="{FF2B5EF4-FFF2-40B4-BE49-F238E27FC236}">
                <a16:creationId xmlns:a16="http://schemas.microsoft.com/office/drawing/2014/main" id="{662FF207-1B75-1940-91E1-2692254C727F}"/>
              </a:ext>
            </a:extLst>
          </p:cNvPr>
          <p:cNvCxnSpPr/>
          <p:nvPr/>
        </p:nvCxnSpPr>
        <p:spPr bwMode="gray">
          <a:xfrm>
            <a:off x="5185093" y="2512464"/>
            <a:ext cx="1828800"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9" name="Text Placeholder 3">
            <a:extLst>
              <a:ext uri="{FF2B5EF4-FFF2-40B4-BE49-F238E27FC236}">
                <a16:creationId xmlns:a16="http://schemas.microsoft.com/office/drawing/2014/main" id="{62D3946B-F2F1-42AF-8E89-00761A7745D4}"/>
              </a:ext>
            </a:extLst>
          </p:cNvPr>
          <p:cNvSpPr>
            <a:spLocks noGrp="1"/>
          </p:cNvSpPr>
          <p:nvPr>
            <p:ph type="body" sz="quarter" idx="21" hasCustomPrompt="1"/>
          </p:nvPr>
        </p:nvSpPr>
        <p:spPr>
          <a:xfrm>
            <a:off x="5185093" y="2529075"/>
            <a:ext cx="1828800" cy="2871263"/>
          </a:xfrm>
          <a:noFill/>
          <a:ln>
            <a:noFill/>
          </a:ln>
        </p:spPr>
        <p:txBody>
          <a:bodyPr lIns="182880" tIns="548640" rIns="182880" bIns="182880"/>
          <a:lstStyle>
            <a:lvl1pPr algn="ctr">
              <a:lnSpc>
                <a:spcPct val="90000"/>
              </a:lnSpc>
              <a:spcBef>
                <a:spcPts val="600"/>
              </a:spcBef>
              <a:defRPr sz="2000">
                <a:solidFill>
                  <a:schemeClr val="tx1"/>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a:t>Click to add text</a:t>
            </a:r>
          </a:p>
          <a:p>
            <a:pPr lvl="1"/>
            <a:r>
              <a:rPr lang="en-US"/>
              <a:t>Second level</a:t>
            </a:r>
          </a:p>
        </p:txBody>
      </p:sp>
      <p:cxnSp>
        <p:nvCxnSpPr>
          <p:cNvPr id="20" name="Straight Connector 19">
            <a:extLst>
              <a:ext uri="{FF2B5EF4-FFF2-40B4-BE49-F238E27FC236}">
                <a16:creationId xmlns:a16="http://schemas.microsoft.com/office/drawing/2014/main" id="{128E238A-DE09-DD4F-A6F3-2F244E7301C3}"/>
              </a:ext>
            </a:extLst>
          </p:cNvPr>
          <p:cNvCxnSpPr/>
          <p:nvPr/>
        </p:nvCxnSpPr>
        <p:spPr bwMode="gray">
          <a:xfrm>
            <a:off x="7470001" y="2512464"/>
            <a:ext cx="1828800"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0" name="Text Placeholder 3">
            <a:extLst>
              <a:ext uri="{FF2B5EF4-FFF2-40B4-BE49-F238E27FC236}">
                <a16:creationId xmlns:a16="http://schemas.microsoft.com/office/drawing/2014/main" id="{22F84664-2E68-46AE-AE2C-E8D2B6C9A1DD}"/>
              </a:ext>
            </a:extLst>
          </p:cNvPr>
          <p:cNvSpPr>
            <a:spLocks noGrp="1"/>
          </p:cNvSpPr>
          <p:nvPr>
            <p:ph type="body" sz="quarter" idx="22" hasCustomPrompt="1"/>
          </p:nvPr>
        </p:nvSpPr>
        <p:spPr>
          <a:xfrm>
            <a:off x="7470001" y="2529075"/>
            <a:ext cx="1828800" cy="2871263"/>
          </a:xfrm>
          <a:noFill/>
          <a:ln>
            <a:noFill/>
          </a:ln>
        </p:spPr>
        <p:txBody>
          <a:bodyPr lIns="182880" tIns="548640" rIns="182880" bIns="182880"/>
          <a:lstStyle>
            <a:lvl1pPr algn="ctr">
              <a:lnSpc>
                <a:spcPct val="90000"/>
              </a:lnSpc>
              <a:spcBef>
                <a:spcPts val="600"/>
              </a:spcBef>
              <a:buNone/>
              <a:defRPr sz="2000">
                <a:solidFill>
                  <a:schemeClr val="tx1"/>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a:t>Click to add text</a:t>
            </a:r>
          </a:p>
          <a:p>
            <a:pPr lvl="1"/>
            <a:r>
              <a:rPr lang="en-US"/>
              <a:t>Second level</a:t>
            </a:r>
          </a:p>
        </p:txBody>
      </p:sp>
      <p:cxnSp>
        <p:nvCxnSpPr>
          <p:cNvPr id="21" name="Straight Connector 20">
            <a:extLst>
              <a:ext uri="{FF2B5EF4-FFF2-40B4-BE49-F238E27FC236}">
                <a16:creationId xmlns:a16="http://schemas.microsoft.com/office/drawing/2014/main" id="{E8B64954-CA3A-494E-B70D-3405C9F592D8}"/>
              </a:ext>
            </a:extLst>
          </p:cNvPr>
          <p:cNvCxnSpPr/>
          <p:nvPr/>
        </p:nvCxnSpPr>
        <p:spPr bwMode="gray">
          <a:xfrm>
            <a:off x="9752013" y="2512464"/>
            <a:ext cx="1828800" cy="0"/>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2" name="Text Placeholder 3">
            <a:extLst>
              <a:ext uri="{FF2B5EF4-FFF2-40B4-BE49-F238E27FC236}">
                <a16:creationId xmlns:a16="http://schemas.microsoft.com/office/drawing/2014/main" id="{CDC9B65E-8BAA-4676-9F32-44EC3772D342}"/>
              </a:ext>
            </a:extLst>
          </p:cNvPr>
          <p:cNvSpPr>
            <a:spLocks noGrp="1"/>
          </p:cNvSpPr>
          <p:nvPr>
            <p:ph type="body" sz="quarter" idx="23" hasCustomPrompt="1"/>
          </p:nvPr>
        </p:nvSpPr>
        <p:spPr>
          <a:xfrm>
            <a:off x="9752013" y="2529075"/>
            <a:ext cx="1828800" cy="2871263"/>
          </a:xfrm>
          <a:noFill/>
          <a:ln>
            <a:noFill/>
          </a:ln>
        </p:spPr>
        <p:txBody>
          <a:bodyPr lIns="182880" tIns="548640" rIns="182880" bIns="182880"/>
          <a:lstStyle>
            <a:lvl1pPr algn="ctr">
              <a:lnSpc>
                <a:spcPct val="90000"/>
              </a:lnSpc>
              <a:spcBef>
                <a:spcPts val="600"/>
              </a:spcBef>
              <a:buNone/>
              <a:defRPr sz="2000">
                <a:solidFill>
                  <a:schemeClr val="tx1"/>
                </a:solidFill>
              </a:defRPr>
            </a:lvl1pPr>
            <a:lvl2pPr marL="0" indent="0" algn="ctr">
              <a:lnSpc>
                <a:spcPct val="100000"/>
              </a:lnSpc>
              <a:spcBef>
                <a:spcPts val="600"/>
              </a:spcBef>
              <a:buFont typeface="Arial" panose="020B0604020202020204" pitchFamily="34" charset="0"/>
              <a:buChar char="​"/>
              <a:defRPr sz="1600">
                <a:solidFill>
                  <a:schemeClr val="tx1"/>
                </a:solidFill>
              </a:defRPr>
            </a:lvl2pPr>
          </a:lstStyle>
          <a:p>
            <a:pPr lvl="0"/>
            <a:r>
              <a:rPr lang="en-US"/>
              <a:t>Click to add text</a:t>
            </a:r>
          </a:p>
          <a:p>
            <a:pPr lvl="1"/>
            <a:r>
              <a:rPr lang="en-US"/>
              <a:t>Second level</a:t>
            </a:r>
          </a:p>
        </p:txBody>
      </p:sp>
      <p:sp>
        <p:nvSpPr>
          <p:cNvPr id="23" name="page number">
            <a:extLst>
              <a:ext uri="{FF2B5EF4-FFF2-40B4-BE49-F238E27FC236}">
                <a16:creationId xmlns:a16="http://schemas.microsoft.com/office/drawing/2014/main" id="{778B9E91-325F-BB46-BB33-20219DF70C9B}"/>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
        <p:nvSpPr>
          <p:cNvPr id="38" name="Oval 37">
            <a:extLst>
              <a:ext uri="{FF2B5EF4-FFF2-40B4-BE49-F238E27FC236}">
                <a16:creationId xmlns:a16="http://schemas.microsoft.com/office/drawing/2014/main" id="{5B0E1473-AF0F-7C48-8FAF-3848C1B61D3D}"/>
              </a:ext>
              <a:ext uri="{C183D7F6-B498-43B3-948B-1728B52AA6E4}">
                <adec:decorative xmlns:adec="http://schemas.microsoft.com/office/drawing/2017/decorative" val="1"/>
              </a:ext>
            </a:extLst>
          </p:cNvPr>
          <p:cNvSpPr/>
          <p:nvPr/>
        </p:nvSpPr>
        <p:spPr bwMode="gray">
          <a:xfrm>
            <a:off x="1131007" y="2118221"/>
            <a:ext cx="788487" cy="788487"/>
          </a:xfrm>
          <a:prstGeom prst="ellipse">
            <a:avLst/>
          </a:prstGeom>
          <a:solidFill>
            <a:schemeClr val="bg2"/>
          </a:solidFill>
          <a:ln w="25400">
            <a:solidFill>
              <a:schemeClr val="accent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a:solidFill>
                  <a:schemeClr val="tx1"/>
                </a:solidFill>
              </a:rPr>
              <a:t>1</a:t>
            </a:r>
          </a:p>
        </p:txBody>
      </p:sp>
      <p:sp>
        <p:nvSpPr>
          <p:cNvPr id="37" name="Oval 36">
            <a:extLst>
              <a:ext uri="{FF2B5EF4-FFF2-40B4-BE49-F238E27FC236}">
                <a16:creationId xmlns:a16="http://schemas.microsoft.com/office/drawing/2014/main" id="{FF6B89BA-DE17-014A-9ED8-790359ADE9FE}"/>
              </a:ext>
              <a:ext uri="{C183D7F6-B498-43B3-948B-1728B52AA6E4}">
                <adec:decorative xmlns:adec="http://schemas.microsoft.com/office/drawing/2017/decorative" val="1"/>
              </a:ext>
            </a:extLst>
          </p:cNvPr>
          <p:cNvSpPr/>
          <p:nvPr/>
        </p:nvSpPr>
        <p:spPr bwMode="gray">
          <a:xfrm>
            <a:off x="3414170" y="2118221"/>
            <a:ext cx="788487" cy="788487"/>
          </a:xfrm>
          <a:prstGeom prst="ellipse">
            <a:avLst/>
          </a:prstGeom>
          <a:solidFill>
            <a:schemeClr val="bg2"/>
          </a:solidFill>
          <a:ln w="254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solidFill>
                  <a:schemeClr val="tx1"/>
                </a:solidFill>
              </a:rPr>
              <a:t>2</a:t>
            </a:r>
          </a:p>
        </p:txBody>
      </p:sp>
      <p:sp>
        <p:nvSpPr>
          <p:cNvPr id="39" name="Oval 38">
            <a:extLst>
              <a:ext uri="{FF2B5EF4-FFF2-40B4-BE49-F238E27FC236}">
                <a16:creationId xmlns:a16="http://schemas.microsoft.com/office/drawing/2014/main" id="{C609A2D8-18F0-8A47-BD8C-DD1AF0B615E1}"/>
              </a:ext>
              <a:ext uri="{C183D7F6-B498-43B3-948B-1728B52AA6E4}">
                <adec:decorative xmlns:adec="http://schemas.microsoft.com/office/drawing/2017/decorative" val="1"/>
              </a:ext>
            </a:extLst>
          </p:cNvPr>
          <p:cNvSpPr/>
          <p:nvPr/>
        </p:nvSpPr>
        <p:spPr bwMode="gray">
          <a:xfrm>
            <a:off x="5705250" y="2118221"/>
            <a:ext cx="788487" cy="788487"/>
          </a:xfrm>
          <a:prstGeom prst="ellipse">
            <a:avLst/>
          </a:prstGeom>
          <a:solidFill>
            <a:schemeClr val="bg2"/>
          </a:solidFill>
          <a:ln w="25400">
            <a:solidFill>
              <a:schemeClr val="accent3"/>
            </a:solidFill>
          </a:ln>
          <a:effectLst/>
        </p:spPr>
        <p:txBody>
          <a:bodyPr vert="horz" wrap="square" lIns="0" tIns="0" rIns="0" bIns="0" numCol="1" anchor="ctr" anchorCtr="0" compatLnSpc="1">
            <a:prstTxWarp prst="textNoShape">
              <a:avLst/>
            </a:prstTxWarp>
          </a:bodyPr>
          <a:lstStyle/>
          <a:p>
            <a:pPr lvl="0" algn="ctr"/>
            <a:r>
              <a:rPr lang="en-US">
                <a:solidFill>
                  <a:schemeClr val="tx1"/>
                </a:solidFill>
              </a:rPr>
              <a:t>3</a:t>
            </a:r>
          </a:p>
        </p:txBody>
      </p:sp>
      <p:sp>
        <p:nvSpPr>
          <p:cNvPr id="40" name="Oval 39">
            <a:extLst>
              <a:ext uri="{FF2B5EF4-FFF2-40B4-BE49-F238E27FC236}">
                <a16:creationId xmlns:a16="http://schemas.microsoft.com/office/drawing/2014/main" id="{E4E1A06A-E5D9-064B-85F4-74B463C7BDD3}"/>
              </a:ext>
              <a:ext uri="{C183D7F6-B498-43B3-948B-1728B52AA6E4}">
                <adec:decorative xmlns:adec="http://schemas.microsoft.com/office/drawing/2017/decorative" val="1"/>
              </a:ext>
            </a:extLst>
          </p:cNvPr>
          <p:cNvSpPr/>
          <p:nvPr/>
        </p:nvSpPr>
        <p:spPr bwMode="gray">
          <a:xfrm>
            <a:off x="7990158" y="2118221"/>
            <a:ext cx="788487" cy="788487"/>
          </a:xfrm>
          <a:prstGeom prst="ellipse">
            <a:avLst/>
          </a:prstGeom>
          <a:solidFill>
            <a:schemeClr val="bg2"/>
          </a:solid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a:solidFill>
                  <a:schemeClr val="tx1"/>
                </a:solidFill>
              </a:rPr>
              <a:t>4</a:t>
            </a:r>
          </a:p>
        </p:txBody>
      </p:sp>
      <p:sp>
        <p:nvSpPr>
          <p:cNvPr id="41" name="Oval 40">
            <a:extLst>
              <a:ext uri="{FF2B5EF4-FFF2-40B4-BE49-F238E27FC236}">
                <a16:creationId xmlns:a16="http://schemas.microsoft.com/office/drawing/2014/main" id="{B7824627-50AB-F94E-9519-EADC5841F8D3}"/>
              </a:ext>
              <a:ext uri="{C183D7F6-B498-43B3-948B-1728B52AA6E4}">
                <adec:decorative xmlns:adec="http://schemas.microsoft.com/office/drawing/2017/decorative" val="1"/>
              </a:ext>
            </a:extLst>
          </p:cNvPr>
          <p:cNvSpPr/>
          <p:nvPr/>
        </p:nvSpPr>
        <p:spPr bwMode="gray">
          <a:xfrm>
            <a:off x="10272170" y="2118221"/>
            <a:ext cx="788487" cy="788487"/>
          </a:xfrm>
          <a:prstGeom prst="ellipse">
            <a:avLst/>
          </a:prstGeom>
          <a:solidFill>
            <a:schemeClr val="bg2"/>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solidFill>
                  <a:schemeClr val="tx1"/>
                </a:solidFill>
              </a:rPr>
              <a:t>5</a:t>
            </a:r>
          </a:p>
        </p:txBody>
      </p:sp>
      <p:sp>
        <p:nvSpPr>
          <p:cNvPr id="25" name="Rectangle 24">
            <a:extLst>
              <a:ext uri="{FF2B5EF4-FFF2-40B4-BE49-F238E27FC236}">
                <a16:creationId xmlns:a16="http://schemas.microsoft.com/office/drawing/2014/main" id="{C52EE46A-2B6A-D0CE-D67A-E39C4516F8BB}"/>
              </a:ext>
            </a:extLst>
          </p:cNvPr>
          <p:cNvSpPr/>
          <p:nvPr userDrawn="1"/>
        </p:nvSpPr>
        <p:spPr>
          <a:xfrm>
            <a:off x="2894013" y="2529075"/>
            <a:ext cx="1828800" cy="287126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6" name="Rectangle 25">
            <a:extLst>
              <a:ext uri="{FF2B5EF4-FFF2-40B4-BE49-F238E27FC236}">
                <a16:creationId xmlns:a16="http://schemas.microsoft.com/office/drawing/2014/main" id="{1DC9EA80-9EA8-343E-F517-1CAD885879D6}"/>
              </a:ext>
            </a:extLst>
          </p:cNvPr>
          <p:cNvSpPr/>
          <p:nvPr userDrawn="1"/>
        </p:nvSpPr>
        <p:spPr>
          <a:xfrm>
            <a:off x="5185093" y="2529075"/>
            <a:ext cx="1828800" cy="287126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7" name="Rectangle 26">
            <a:extLst>
              <a:ext uri="{FF2B5EF4-FFF2-40B4-BE49-F238E27FC236}">
                <a16:creationId xmlns:a16="http://schemas.microsoft.com/office/drawing/2014/main" id="{A8D23D95-E4CC-0B03-48A9-0EC81B2368E5}"/>
              </a:ext>
            </a:extLst>
          </p:cNvPr>
          <p:cNvSpPr/>
          <p:nvPr userDrawn="1"/>
        </p:nvSpPr>
        <p:spPr>
          <a:xfrm>
            <a:off x="7470001" y="2529075"/>
            <a:ext cx="1828800" cy="287126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1" name="Rectangle 30">
            <a:extLst>
              <a:ext uri="{FF2B5EF4-FFF2-40B4-BE49-F238E27FC236}">
                <a16:creationId xmlns:a16="http://schemas.microsoft.com/office/drawing/2014/main" id="{3737E5D6-04BF-01BC-A221-0F1D603C51D8}"/>
              </a:ext>
            </a:extLst>
          </p:cNvPr>
          <p:cNvSpPr/>
          <p:nvPr userDrawn="1"/>
        </p:nvSpPr>
        <p:spPr>
          <a:xfrm>
            <a:off x="9752013" y="2529075"/>
            <a:ext cx="1828800" cy="287126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3" name="Rectangle 32">
            <a:extLst>
              <a:ext uri="{FF2B5EF4-FFF2-40B4-BE49-F238E27FC236}">
                <a16:creationId xmlns:a16="http://schemas.microsoft.com/office/drawing/2014/main" id="{65142366-F01F-D56A-11BB-7D669E9AD2B4}"/>
              </a:ext>
            </a:extLst>
          </p:cNvPr>
          <p:cNvSpPr/>
          <p:nvPr userDrawn="1"/>
        </p:nvSpPr>
        <p:spPr>
          <a:xfrm>
            <a:off x="610851" y="2529075"/>
            <a:ext cx="1828800" cy="287126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cxnSp>
        <p:nvCxnSpPr>
          <p:cNvPr id="34" name="Straight Connector 33">
            <a:extLst>
              <a:ext uri="{FF2B5EF4-FFF2-40B4-BE49-F238E27FC236}">
                <a16:creationId xmlns:a16="http://schemas.microsoft.com/office/drawing/2014/main" id="{903341DC-DE80-5E4C-A4C9-C984D7074760}"/>
              </a:ext>
            </a:extLst>
          </p:cNvPr>
          <p:cNvCxnSpPr/>
          <p:nvPr userDrawn="1"/>
        </p:nvCxnSpPr>
        <p:spPr bwMode="gray">
          <a:xfrm>
            <a:off x="610850" y="2512464"/>
            <a:ext cx="1828800" cy="0"/>
          </a:xfrm>
          <a:prstGeom prst="line">
            <a:avLst/>
          </a:prstGeom>
          <a:ln w="25400">
            <a:solidFill>
              <a:schemeClr val="accent6"/>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82EA033-41AE-6148-A260-889FF59E41C9}"/>
              </a:ext>
            </a:extLst>
          </p:cNvPr>
          <p:cNvCxnSpPr/>
          <p:nvPr userDrawn="1"/>
        </p:nvCxnSpPr>
        <p:spPr bwMode="gray">
          <a:xfrm>
            <a:off x="2894013" y="2512464"/>
            <a:ext cx="1828800"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62FF207-1B75-1940-91E1-2692254C727F}"/>
              </a:ext>
            </a:extLst>
          </p:cNvPr>
          <p:cNvCxnSpPr/>
          <p:nvPr userDrawn="1"/>
        </p:nvCxnSpPr>
        <p:spPr bwMode="gray">
          <a:xfrm>
            <a:off x="5185093" y="2512464"/>
            <a:ext cx="1828800"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128E238A-DE09-DD4F-A6F3-2F244E7301C3}"/>
              </a:ext>
            </a:extLst>
          </p:cNvPr>
          <p:cNvCxnSpPr/>
          <p:nvPr userDrawn="1"/>
        </p:nvCxnSpPr>
        <p:spPr bwMode="gray">
          <a:xfrm>
            <a:off x="7470001" y="2512464"/>
            <a:ext cx="1828800"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8B64954-CA3A-494E-B70D-3405C9F592D8}"/>
              </a:ext>
            </a:extLst>
          </p:cNvPr>
          <p:cNvCxnSpPr/>
          <p:nvPr userDrawn="1"/>
        </p:nvCxnSpPr>
        <p:spPr bwMode="gray">
          <a:xfrm>
            <a:off x="9752013" y="2512464"/>
            <a:ext cx="1828800" cy="0"/>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4" name="page number">
            <a:extLst>
              <a:ext uri="{FF2B5EF4-FFF2-40B4-BE49-F238E27FC236}">
                <a16:creationId xmlns:a16="http://schemas.microsoft.com/office/drawing/2014/main" id="{778B9E91-325F-BB46-BB33-20219DF70C9B}"/>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
        <p:nvSpPr>
          <p:cNvPr id="45" name="Oval 44">
            <a:extLst>
              <a:ext uri="{FF2B5EF4-FFF2-40B4-BE49-F238E27FC236}">
                <a16:creationId xmlns:a16="http://schemas.microsoft.com/office/drawing/2014/main" id="{5B0E1473-AF0F-7C48-8FAF-3848C1B61D3D}"/>
              </a:ext>
              <a:ext uri="{C183D7F6-B498-43B3-948B-1728B52AA6E4}">
                <adec:decorative xmlns:adec="http://schemas.microsoft.com/office/drawing/2017/decorative" val="1"/>
              </a:ext>
            </a:extLst>
          </p:cNvPr>
          <p:cNvSpPr/>
          <p:nvPr userDrawn="1"/>
        </p:nvSpPr>
        <p:spPr bwMode="gray">
          <a:xfrm>
            <a:off x="1131007" y="2118221"/>
            <a:ext cx="788487" cy="788487"/>
          </a:xfrm>
          <a:prstGeom prst="ellipse">
            <a:avLst/>
          </a:prstGeom>
          <a:solidFill>
            <a:schemeClr val="bg2"/>
          </a:solidFill>
          <a:ln w="25400">
            <a:solidFill>
              <a:schemeClr val="accent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dirty="0">
                <a:solidFill>
                  <a:schemeClr val="tx1"/>
                </a:solidFill>
              </a:rPr>
              <a:t>1</a:t>
            </a:r>
          </a:p>
        </p:txBody>
      </p:sp>
      <p:sp>
        <p:nvSpPr>
          <p:cNvPr id="46" name="Oval 45">
            <a:extLst>
              <a:ext uri="{FF2B5EF4-FFF2-40B4-BE49-F238E27FC236}">
                <a16:creationId xmlns:a16="http://schemas.microsoft.com/office/drawing/2014/main" id="{FF6B89BA-DE17-014A-9ED8-790359ADE9FE}"/>
              </a:ext>
              <a:ext uri="{C183D7F6-B498-43B3-948B-1728B52AA6E4}">
                <adec:decorative xmlns:adec="http://schemas.microsoft.com/office/drawing/2017/decorative" val="1"/>
              </a:ext>
            </a:extLst>
          </p:cNvPr>
          <p:cNvSpPr/>
          <p:nvPr userDrawn="1"/>
        </p:nvSpPr>
        <p:spPr bwMode="gray">
          <a:xfrm>
            <a:off x="3414170" y="2118221"/>
            <a:ext cx="788487" cy="788487"/>
          </a:xfrm>
          <a:prstGeom prst="ellipse">
            <a:avLst/>
          </a:prstGeom>
          <a:solidFill>
            <a:schemeClr val="bg2"/>
          </a:solidFill>
          <a:ln w="254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solidFill>
                  <a:schemeClr val="tx1"/>
                </a:solidFill>
              </a:rPr>
              <a:t>2</a:t>
            </a:r>
          </a:p>
        </p:txBody>
      </p:sp>
      <p:sp>
        <p:nvSpPr>
          <p:cNvPr id="47" name="Oval 46">
            <a:extLst>
              <a:ext uri="{FF2B5EF4-FFF2-40B4-BE49-F238E27FC236}">
                <a16:creationId xmlns:a16="http://schemas.microsoft.com/office/drawing/2014/main" id="{C609A2D8-18F0-8A47-BD8C-DD1AF0B615E1}"/>
              </a:ext>
              <a:ext uri="{C183D7F6-B498-43B3-948B-1728B52AA6E4}">
                <adec:decorative xmlns:adec="http://schemas.microsoft.com/office/drawing/2017/decorative" val="1"/>
              </a:ext>
            </a:extLst>
          </p:cNvPr>
          <p:cNvSpPr/>
          <p:nvPr userDrawn="1"/>
        </p:nvSpPr>
        <p:spPr bwMode="gray">
          <a:xfrm>
            <a:off x="5705250" y="2118221"/>
            <a:ext cx="788487" cy="788487"/>
          </a:xfrm>
          <a:prstGeom prst="ellipse">
            <a:avLst/>
          </a:prstGeom>
          <a:solidFill>
            <a:schemeClr val="bg2"/>
          </a:solidFill>
          <a:ln w="25400">
            <a:solidFill>
              <a:schemeClr val="accent3"/>
            </a:solidFill>
          </a:ln>
          <a:effectLst/>
        </p:spPr>
        <p:txBody>
          <a:bodyPr vert="horz" wrap="square" lIns="0" tIns="0" rIns="0" bIns="0" numCol="1" anchor="ctr" anchorCtr="0" compatLnSpc="1">
            <a:prstTxWarp prst="textNoShape">
              <a:avLst/>
            </a:prstTxWarp>
          </a:bodyPr>
          <a:lstStyle/>
          <a:p>
            <a:pPr lvl="0" algn="ctr"/>
            <a:r>
              <a:rPr lang="en-US">
                <a:solidFill>
                  <a:schemeClr val="tx1"/>
                </a:solidFill>
              </a:rPr>
              <a:t>3</a:t>
            </a:r>
          </a:p>
        </p:txBody>
      </p:sp>
      <p:sp>
        <p:nvSpPr>
          <p:cNvPr id="48" name="Oval 47">
            <a:extLst>
              <a:ext uri="{FF2B5EF4-FFF2-40B4-BE49-F238E27FC236}">
                <a16:creationId xmlns:a16="http://schemas.microsoft.com/office/drawing/2014/main" id="{E4E1A06A-E5D9-064B-85F4-74B463C7BDD3}"/>
              </a:ext>
              <a:ext uri="{C183D7F6-B498-43B3-948B-1728B52AA6E4}">
                <adec:decorative xmlns:adec="http://schemas.microsoft.com/office/drawing/2017/decorative" val="1"/>
              </a:ext>
            </a:extLst>
          </p:cNvPr>
          <p:cNvSpPr/>
          <p:nvPr userDrawn="1"/>
        </p:nvSpPr>
        <p:spPr bwMode="gray">
          <a:xfrm>
            <a:off x="7990158" y="2118221"/>
            <a:ext cx="788487" cy="788487"/>
          </a:xfrm>
          <a:prstGeom prst="ellipse">
            <a:avLst/>
          </a:prstGeom>
          <a:solidFill>
            <a:schemeClr val="bg2"/>
          </a:solid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a:solidFill>
                  <a:schemeClr val="tx1"/>
                </a:solidFill>
              </a:rPr>
              <a:t>4</a:t>
            </a:r>
          </a:p>
        </p:txBody>
      </p:sp>
      <p:sp>
        <p:nvSpPr>
          <p:cNvPr id="49" name="Oval 48">
            <a:extLst>
              <a:ext uri="{FF2B5EF4-FFF2-40B4-BE49-F238E27FC236}">
                <a16:creationId xmlns:a16="http://schemas.microsoft.com/office/drawing/2014/main" id="{B7824627-50AB-F94E-9519-EADC5841F8D3}"/>
              </a:ext>
              <a:ext uri="{C183D7F6-B498-43B3-948B-1728B52AA6E4}">
                <adec:decorative xmlns:adec="http://schemas.microsoft.com/office/drawing/2017/decorative" val="1"/>
              </a:ext>
            </a:extLst>
          </p:cNvPr>
          <p:cNvSpPr/>
          <p:nvPr userDrawn="1"/>
        </p:nvSpPr>
        <p:spPr bwMode="gray">
          <a:xfrm>
            <a:off x="10272170" y="2118221"/>
            <a:ext cx="788487" cy="788487"/>
          </a:xfrm>
          <a:prstGeom prst="ellipse">
            <a:avLst/>
          </a:prstGeom>
          <a:solidFill>
            <a:schemeClr val="bg2"/>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solidFill>
                  <a:schemeClr val="tx1"/>
                </a:solidFill>
              </a:rPr>
              <a:t>5</a:t>
            </a:r>
          </a:p>
        </p:txBody>
      </p:sp>
    </p:spTree>
    <p:extLst>
      <p:ext uri="{BB962C8B-B14F-4D97-AF65-F5344CB8AC3E}">
        <p14:creationId xmlns:p14="http://schemas.microsoft.com/office/powerpoint/2010/main" val="39733809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p:cSld name="Char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BA8A47F-2243-412F-A1A8-FA8E3475F5E1}"/>
              </a:ext>
            </a:extLst>
          </p:cNvPr>
          <p:cNvSpPr>
            <a:spLocks noGrp="1"/>
          </p:cNvSpPr>
          <p:nvPr>
            <p:ph type="title" hasCustomPrompt="1"/>
          </p:nvPr>
        </p:nvSpPr>
        <p:spPr/>
        <p:txBody>
          <a:bodyPr/>
          <a:lstStyle>
            <a:lvl1pPr>
              <a:defRPr>
                <a:solidFill>
                  <a:schemeClr val="tx1"/>
                </a:solidFill>
              </a:defRPr>
            </a:lvl1pPr>
          </a:lstStyle>
          <a:p>
            <a:r>
              <a:rPr lang="en-US" dirty="0"/>
              <a:t>Sample Chart Layout for Text – Click to Add a Title</a:t>
            </a:r>
          </a:p>
        </p:txBody>
      </p:sp>
      <p:sp>
        <p:nvSpPr>
          <p:cNvPr id="16" name="Subtitle 2">
            <a:extLst>
              <a:ext uri="{FF2B5EF4-FFF2-40B4-BE49-F238E27FC236}">
                <a16:creationId xmlns:a16="http://schemas.microsoft.com/office/drawing/2014/main" id="{EEA64E97-C31D-49B1-B8E1-20E5F404F516}"/>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35" name="Text Placeholder 3" descr="Row 1 label">
            <a:extLst>
              <a:ext uri="{FF2B5EF4-FFF2-40B4-BE49-F238E27FC236}">
                <a16:creationId xmlns:a16="http://schemas.microsoft.com/office/drawing/2014/main" id="{7077ED63-7149-B64F-804C-21E2E59DF7DB}"/>
              </a:ext>
            </a:extLst>
          </p:cNvPr>
          <p:cNvSpPr>
            <a:spLocks noGrp="1"/>
          </p:cNvSpPr>
          <p:nvPr>
            <p:ph type="body" sz="quarter" idx="30" hasCustomPrompt="1"/>
          </p:nvPr>
        </p:nvSpPr>
        <p:spPr>
          <a:xfrm>
            <a:off x="271464" y="1546789"/>
            <a:ext cx="574570" cy="439174"/>
          </a:xfrm>
          <a:noFill/>
          <a:ln w="12700">
            <a:noFill/>
          </a:ln>
        </p:spPr>
        <p:txBody>
          <a:bodyPr tIns="91440"/>
          <a:lstStyle>
            <a:lvl1pPr algn="ctr">
              <a:lnSpc>
                <a:spcPct val="100000"/>
              </a:lnSpc>
              <a:spcBef>
                <a:spcPts val="600"/>
              </a:spcBef>
              <a:buNone/>
              <a:defRPr sz="1000">
                <a:solidFill>
                  <a:schemeClr val="tx1"/>
                </a:solidFill>
              </a:defRPr>
            </a:lvl1pPr>
            <a:lvl2pPr marL="0" indent="0" algn="ctr">
              <a:lnSpc>
                <a:spcPct val="100000"/>
              </a:lnSpc>
              <a:spcBef>
                <a:spcPts val="600"/>
              </a:spcBef>
              <a:buFont typeface="Arial" panose="020B0604020202020204" pitchFamily="34" charset="0"/>
              <a:buChar char="​"/>
              <a:defRPr sz="1400"/>
            </a:lvl2pPr>
          </a:lstStyle>
          <a:p>
            <a:pPr lvl="0"/>
            <a:r>
              <a:rPr lang="en-US" dirty="0"/>
              <a:t>Click to add text</a:t>
            </a:r>
          </a:p>
        </p:txBody>
      </p:sp>
      <p:sp>
        <p:nvSpPr>
          <p:cNvPr id="34" name="Text Placeholder 3" descr="Row 1 text box is a long horizontal box the width of the slide acting as a header. ">
            <a:extLst>
              <a:ext uri="{FF2B5EF4-FFF2-40B4-BE49-F238E27FC236}">
                <a16:creationId xmlns:a16="http://schemas.microsoft.com/office/drawing/2014/main" id="{03CB2304-DD0F-674C-91F7-863CDF3757FC}"/>
              </a:ext>
            </a:extLst>
          </p:cNvPr>
          <p:cNvSpPr>
            <a:spLocks noGrp="1"/>
          </p:cNvSpPr>
          <p:nvPr>
            <p:ph type="body" sz="quarter" idx="29" hasCustomPrompt="1"/>
          </p:nvPr>
        </p:nvSpPr>
        <p:spPr>
          <a:xfrm>
            <a:off x="1034040" y="1561701"/>
            <a:ext cx="10630969" cy="429469"/>
          </a:xfrm>
          <a:noFill/>
          <a:ln w="12700">
            <a:solidFill>
              <a:schemeClr val="accent3">
                <a:alpha val="25000"/>
              </a:schemeClr>
            </a:solidFill>
          </a:ln>
        </p:spPr>
        <p:txBody>
          <a:bodyPr tIns="91440"/>
          <a:lstStyle>
            <a:lvl1pPr algn="ctr">
              <a:lnSpc>
                <a:spcPct val="100000"/>
              </a:lnSpc>
              <a:spcBef>
                <a:spcPts val="600"/>
              </a:spcBef>
              <a:buNone/>
              <a:defRPr sz="1600">
                <a:solidFill>
                  <a:schemeClr val="tx1"/>
                </a:solidFill>
              </a:defRPr>
            </a:lvl1pPr>
            <a:lvl2pPr marL="0" indent="0" algn="ctr">
              <a:lnSpc>
                <a:spcPct val="100000"/>
              </a:lnSpc>
              <a:spcBef>
                <a:spcPts val="600"/>
              </a:spcBef>
              <a:buFont typeface="Arial" panose="020B0604020202020204" pitchFamily="34" charset="0"/>
              <a:buChar char="​"/>
              <a:defRPr sz="1400"/>
            </a:lvl2pPr>
          </a:lstStyle>
          <a:p>
            <a:pPr lvl="0"/>
            <a:r>
              <a:rPr lang="en-US" dirty="0"/>
              <a:t>Click to add text</a:t>
            </a:r>
          </a:p>
        </p:txBody>
      </p:sp>
      <p:sp>
        <p:nvSpPr>
          <p:cNvPr id="36" name="Text Placeholder 3" descr="Row 2 label; this row shows 4 content boxes labeled A through D, each is a different color and holds text.">
            <a:extLst>
              <a:ext uri="{FF2B5EF4-FFF2-40B4-BE49-F238E27FC236}">
                <a16:creationId xmlns:a16="http://schemas.microsoft.com/office/drawing/2014/main" id="{3E62FD32-E978-1A49-AA98-60CD14AE003D}"/>
              </a:ext>
            </a:extLst>
          </p:cNvPr>
          <p:cNvSpPr>
            <a:spLocks noGrp="1"/>
          </p:cNvSpPr>
          <p:nvPr>
            <p:ph type="body" sz="quarter" idx="31" hasCustomPrompt="1"/>
          </p:nvPr>
        </p:nvSpPr>
        <p:spPr>
          <a:xfrm>
            <a:off x="285750" y="3304775"/>
            <a:ext cx="560283" cy="658026"/>
          </a:xfrm>
          <a:noFill/>
          <a:ln w="12700">
            <a:noFill/>
          </a:ln>
        </p:spPr>
        <p:txBody>
          <a:bodyPr tIns="91440"/>
          <a:lstStyle>
            <a:lvl1pPr algn="ctr">
              <a:lnSpc>
                <a:spcPct val="100000"/>
              </a:lnSpc>
              <a:spcBef>
                <a:spcPts val="600"/>
              </a:spcBef>
              <a:buNone/>
              <a:defRPr sz="1000">
                <a:solidFill>
                  <a:schemeClr val="tx1"/>
                </a:solidFill>
              </a:defRPr>
            </a:lvl1pPr>
            <a:lvl2pPr marL="0" indent="0" algn="ctr">
              <a:lnSpc>
                <a:spcPct val="100000"/>
              </a:lnSpc>
              <a:spcBef>
                <a:spcPts val="600"/>
              </a:spcBef>
              <a:buFont typeface="Arial" panose="020B0604020202020204" pitchFamily="34" charset="0"/>
              <a:buChar char="​"/>
              <a:defRPr sz="1400"/>
            </a:lvl2pPr>
          </a:lstStyle>
          <a:p>
            <a:pPr lvl="0"/>
            <a:r>
              <a:rPr lang="en-US" dirty="0"/>
              <a:t>Click to add text</a:t>
            </a:r>
          </a:p>
        </p:txBody>
      </p:sp>
      <p:cxnSp>
        <p:nvCxnSpPr>
          <p:cNvPr id="25" name="Straight Connector 24">
            <a:extLst>
              <a:ext uri="{FF2B5EF4-FFF2-40B4-BE49-F238E27FC236}">
                <a16:creationId xmlns:a16="http://schemas.microsoft.com/office/drawing/2014/main" id="{1AEFB321-2C32-7945-A5C9-A9F00AE58896}"/>
              </a:ext>
              <a:ext uri="{C183D7F6-B498-43B3-948B-1728B52AA6E4}">
                <adec:decorative xmlns:adec="http://schemas.microsoft.com/office/drawing/2017/decorative" val="1"/>
              </a:ext>
            </a:extLst>
          </p:cNvPr>
          <p:cNvCxnSpPr/>
          <p:nvPr/>
        </p:nvCxnSpPr>
        <p:spPr bwMode="gray">
          <a:xfrm>
            <a:off x="1093076" y="2680138"/>
            <a:ext cx="2459421" cy="0"/>
          </a:xfrm>
          <a:prstGeom prst="line">
            <a:avLst/>
          </a:prstGeom>
          <a:ln w="25400">
            <a:solidFill>
              <a:schemeClr val="accent6"/>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Text Placeholder 3" descr="Row 2, box 1: text in plum">
            <a:extLst>
              <a:ext uri="{FF2B5EF4-FFF2-40B4-BE49-F238E27FC236}">
                <a16:creationId xmlns:a16="http://schemas.microsoft.com/office/drawing/2014/main" id="{2E201879-B985-4ADE-8AD6-6C3E14CE0AFE}"/>
              </a:ext>
            </a:extLst>
          </p:cNvPr>
          <p:cNvSpPr>
            <a:spLocks noGrp="1"/>
          </p:cNvSpPr>
          <p:nvPr>
            <p:ph type="body" sz="quarter" idx="19" hasCustomPrompt="1"/>
          </p:nvPr>
        </p:nvSpPr>
        <p:spPr>
          <a:xfrm>
            <a:off x="1102407" y="2699834"/>
            <a:ext cx="2430126" cy="1949198"/>
          </a:xfrm>
          <a:noFill/>
          <a:ln w="15875">
            <a:noFill/>
          </a:ln>
        </p:spPr>
        <p:txBody>
          <a:bodyPr tIns="365760"/>
          <a:lstStyle>
            <a:lvl1pPr algn="ctr">
              <a:lnSpc>
                <a:spcPct val="100000"/>
              </a:lnSpc>
              <a:spcBef>
                <a:spcPts val="600"/>
              </a:spcBef>
              <a:buNone/>
              <a:defRPr sz="1800">
                <a:solidFill>
                  <a:schemeClr val="tx1"/>
                </a:solidFill>
              </a:defRPr>
            </a:lvl1pPr>
            <a:lvl2pPr marL="0" indent="0" algn="ctr">
              <a:lnSpc>
                <a:spcPct val="100000"/>
              </a:lnSpc>
              <a:spcBef>
                <a:spcPts val="600"/>
              </a:spcBef>
              <a:buFont typeface="Arial" panose="020B0604020202020204" pitchFamily="34" charset="0"/>
              <a:buChar char="​"/>
              <a:defRPr sz="1400">
                <a:solidFill>
                  <a:schemeClr val="tx1"/>
                </a:solidFill>
              </a:defRPr>
            </a:lvl2pPr>
          </a:lstStyle>
          <a:p>
            <a:pPr lvl="0"/>
            <a:r>
              <a:rPr lang="en-US" dirty="0"/>
              <a:t>Click to add text</a:t>
            </a:r>
          </a:p>
          <a:p>
            <a:pPr lvl="1"/>
            <a:r>
              <a:rPr lang="en-US" dirty="0"/>
              <a:t>Second level</a:t>
            </a:r>
          </a:p>
        </p:txBody>
      </p:sp>
      <p:cxnSp>
        <p:nvCxnSpPr>
          <p:cNvPr id="4" name="Straight Connector 3">
            <a:extLst>
              <a:ext uri="{FF2B5EF4-FFF2-40B4-BE49-F238E27FC236}">
                <a16:creationId xmlns:a16="http://schemas.microsoft.com/office/drawing/2014/main" id="{7E322B01-8AA4-6B48-98B8-90F64F16E3E4}"/>
              </a:ext>
              <a:ext uri="{C183D7F6-B498-43B3-948B-1728B52AA6E4}">
                <adec:decorative xmlns:adec="http://schemas.microsoft.com/office/drawing/2017/decorative" val="1"/>
              </a:ext>
            </a:extLst>
          </p:cNvPr>
          <p:cNvCxnSpPr/>
          <p:nvPr/>
        </p:nvCxnSpPr>
        <p:spPr bwMode="gray">
          <a:xfrm>
            <a:off x="3808412" y="2680138"/>
            <a:ext cx="2459421"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8" name="Text Placeholder 3" descr="Row 2, box 2: text in ocean">
            <a:extLst>
              <a:ext uri="{FF2B5EF4-FFF2-40B4-BE49-F238E27FC236}">
                <a16:creationId xmlns:a16="http://schemas.microsoft.com/office/drawing/2014/main" id="{9495BAAB-E860-4075-9DA3-ABA7C32D235E}"/>
              </a:ext>
            </a:extLst>
          </p:cNvPr>
          <p:cNvSpPr>
            <a:spLocks noGrp="1"/>
          </p:cNvSpPr>
          <p:nvPr>
            <p:ph type="body" sz="quarter" idx="20" hasCustomPrompt="1"/>
          </p:nvPr>
        </p:nvSpPr>
        <p:spPr>
          <a:xfrm>
            <a:off x="3816081" y="2699834"/>
            <a:ext cx="2430126" cy="1949198"/>
          </a:xfrm>
          <a:noFill/>
          <a:ln w="15875">
            <a:noFill/>
          </a:ln>
        </p:spPr>
        <p:txBody>
          <a:bodyPr tIns="365760"/>
          <a:lstStyle>
            <a:lvl1pPr algn="ctr">
              <a:lnSpc>
                <a:spcPct val="100000"/>
              </a:lnSpc>
              <a:spcBef>
                <a:spcPts val="600"/>
              </a:spcBef>
              <a:buNone/>
              <a:defRPr sz="1800">
                <a:solidFill>
                  <a:schemeClr val="tx1"/>
                </a:solidFill>
              </a:defRPr>
            </a:lvl1pPr>
            <a:lvl2pPr marL="0" indent="0" algn="ctr">
              <a:lnSpc>
                <a:spcPct val="100000"/>
              </a:lnSpc>
              <a:spcBef>
                <a:spcPts val="600"/>
              </a:spcBef>
              <a:buFont typeface="Arial" panose="020B0604020202020204" pitchFamily="34" charset="0"/>
              <a:buChar char="​"/>
              <a:defRPr sz="1400">
                <a:solidFill>
                  <a:schemeClr val="tx1"/>
                </a:solidFill>
              </a:defRPr>
            </a:lvl2pPr>
          </a:lstStyle>
          <a:p>
            <a:pPr lvl="0"/>
            <a:r>
              <a:rPr lang="en-US" dirty="0"/>
              <a:t>Click to add text</a:t>
            </a:r>
          </a:p>
          <a:p>
            <a:pPr lvl="1"/>
            <a:r>
              <a:rPr lang="en-US" dirty="0"/>
              <a:t>Second level</a:t>
            </a:r>
          </a:p>
        </p:txBody>
      </p:sp>
      <p:cxnSp>
        <p:nvCxnSpPr>
          <p:cNvPr id="32" name="Straight Connector 31">
            <a:extLst>
              <a:ext uri="{FF2B5EF4-FFF2-40B4-BE49-F238E27FC236}">
                <a16:creationId xmlns:a16="http://schemas.microsoft.com/office/drawing/2014/main" id="{65C97932-042E-C845-9300-586CA61AB8C0}"/>
              </a:ext>
              <a:ext uri="{C183D7F6-B498-43B3-948B-1728B52AA6E4}">
                <adec:decorative xmlns:adec="http://schemas.microsoft.com/office/drawing/2017/decorative" val="1"/>
              </a:ext>
            </a:extLst>
          </p:cNvPr>
          <p:cNvCxnSpPr/>
          <p:nvPr/>
        </p:nvCxnSpPr>
        <p:spPr bwMode="gray">
          <a:xfrm>
            <a:off x="6551612" y="2680138"/>
            <a:ext cx="2459421"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9" name="Text Placeholder 3" descr="Row 2, box 3: text in indigo">
            <a:extLst>
              <a:ext uri="{FF2B5EF4-FFF2-40B4-BE49-F238E27FC236}">
                <a16:creationId xmlns:a16="http://schemas.microsoft.com/office/drawing/2014/main" id="{62D3946B-F2F1-42AF-8E89-00761A7745D4}"/>
              </a:ext>
            </a:extLst>
          </p:cNvPr>
          <p:cNvSpPr>
            <a:spLocks noGrp="1"/>
          </p:cNvSpPr>
          <p:nvPr>
            <p:ph type="body" sz="quarter" idx="21" hasCustomPrompt="1"/>
          </p:nvPr>
        </p:nvSpPr>
        <p:spPr>
          <a:xfrm>
            <a:off x="6529754" y="2699834"/>
            <a:ext cx="2477611" cy="1949198"/>
          </a:xfrm>
          <a:noFill/>
          <a:ln w="15875">
            <a:noFill/>
          </a:ln>
        </p:spPr>
        <p:txBody>
          <a:bodyPr tIns="365760"/>
          <a:lstStyle>
            <a:lvl1pPr algn="ctr">
              <a:lnSpc>
                <a:spcPct val="100000"/>
              </a:lnSpc>
              <a:spcBef>
                <a:spcPts val="600"/>
              </a:spcBef>
              <a:defRPr sz="1800">
                <a:solidFill>
                  <a:schemeClr val="tx1"/>
                </a:solidFill>
              </a:defRPr>
            </a:lvl1pPr>
            <a:lvl2pPr marL="0" indent="0" algn="ctr">
              <a:lnSpc>
                <a:spcPct val="100000"/>
              </a:lnSpc>
              <a:spcBef>
                <a:spcPts val="600"/>
              </a:spcBef>
              <a:buFont typeface="Arial" panose="020B0604020202020204" pitchFamily="34" charset="0"/>
              <a:buChar char="​"/>
              <a:defRPr sz="1400">
                <a:solidFill>
                  <a:schemeClr val="tx1"/>
                </a:solidFill>
              </a:defRPr>
            </a:lvl2pPr>
          </a:lstStyle>
          <a:p>
            <a:pPr lvl="0"/>
            <a:r>
              <a:rPr lang="en-US"/>
              <a:t>Click to add text</a:t>
            </a:r>
          </a:p>
          <a:p>
            <a:pPr lvl="1"/>
            <a:r>
              <a:rPr lang="en-US"/>
              <a:t>Second level</a:t>
            </a:r>
          </a:p>
        </p:txBody>
      </p:sp>
      <p:cxnSp>
        <p:nvCxnSpPr>
          <p:cNvPr id="38" name="Straight Connector 37">
            <a:extLst>
              <a:ext uri="{FF2B5EF4-FFF2-40B4-BE49-F238E27FC236}">
                <a16:creationId xmlns:a16="http://schemas.microsoft.com/office/drawing/2014/main" id="{D68A42CD-A1AD-9149-80A3-4BFE5D75E3AB}"/>
              </a:ext>
              <a:ext uri="{C183D7F6-B498-43B3-948B-1728B52AA6E4}">
                <adec:decorative xmlns:adec="http://schemas.microsoft.com/office/drawing/2017/decorative" val="1"/>
              </a:ext>
            </a:extLst>
          </p:cNvPr>
          <p:cNvCxnSpPr/>
          <p:nvPr/>
        </p:nvCxnSpPr>
        <p:spPr bwMode="gray">
          <a:xfrm>
            <a:off x="9229123" y="2680138"/>
            <a:ext cx="2459421"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0" name="Text Placeholder 3" descr="Row 2, box 4: text in dark green">
            <a:extLst>
              <a:ext uri="{FF2B5EF4-FFF2-40B4-BE49-F238E27FC236}">
                <a16:creationId xmlns:a16="http://schemas.microsoft.com/office/drawing/2014/main" id="{22F84664-2E68-46AE-AE2C-E8D2B6C9A1DD}"/>
              </a:ext>
            </a:extLst>
          </p:cNvPr>
          <p:cNvSpPr>
            <a:spLocks noGrp="1"/>
          </p:cNvSpPr>
          <p:nvPr>
            <p:ph type="body" sz="quarter" idx="22" hasCustomPrompt="1"/>
          </p:nvPr>
        </p:nvSpPr>
        <p:spPr>
          <a:xfrm>
            <a:off x="9243428" y="2699834"/>
            <a:ext cx="2454586" cy="1949198"/>
          </a:xfrm>
          <a:noFill/>
          <a:ln w="15875">
            <a:noFill/>
          </a:ln>
        </p:spPr>
        <p:txBody>
          <a:bodyPr tIns="365760"/>
          <a:lstStyle>
            <a:lvl1pPr algn="ctr">
              <a:lnSpc>
                <a:spcPct val="100000"/>
              </a:lnSpc>
              <a:spcBef>
                <a:spcPts val="600"/>
              </a:spcBef>
              <a:buNone/>
              <a:defRPr sz="1800">
                <a:solidFill>
                  <a:schemeClr val="tx1"/>
                </a:solidFill>
              </a:defRPr>
            </a:lvl1pPr>
            <a:lvl2pPr marL="0" indent="0" algn="ctr">
              <a:lnSpc>
                <a:spcPct val="100000"/>
              </a:lnSpc>
              <a:spcBef>
                <a:spcPts val="600"/>
              </a:spcBef>
              <a:buFont typeface="Arial" panose="020B0604020202020204" pitchFamily="34" charset="0"/>
              <a:buChar char="​"/>
              <a:defRPr sz="1400">
                <a:solidFill>
                  <a:schemeClr val="tx1"/>
                </a:solidFill>
              </a:defRPr>
            </a:lvl2pPr>
          </a:lstStyle>
          <a:p>
            <a:pPr lvl="0"/>
            <a:r>
              <a:rPr lang="en-US"/>
              <a:t>Click to add text</a:t>
            </a:r>
          </a:p>
          <a:p>
            <a:pPr lvl="1"/>
            <a:r>
              <a:rPr lang="en-US"/>
              <a:t>Second level</a:t>
            </a:r>
          </a:p>
        </p:txBody>
      </p:sp>
      <p:sp>
        <p:nvSpPr>
          <p:cNvPr id="37" name="Text Placeholder 3" descr="Row 3 label: this row shows six, small content boxes in a horiztonal row">
            <a:extLst>
              <a:ext uri="{FF2B5EF4-FFF2-40B4-BE49-F238E27FC236}">
                <a16:creationId xmlns:a16="http://schemas.microsoft.com/office/drawing/2014/main" id="{EF286E42-C44A-274D-B9C1-D21F1AD1DEB2}"/>
              </a:ext>
            </a:extLst>
          </p:cNvPr>
          <p:cNvSpPr>
            <a:spLocks noGrp="1"/>
          </p:cNvSpPr>
          <p:nvPr>
            <p:ph type="body" sz="quarter" idx="32" hasCustomPrompt="1"/>
          </p:nvPr>
        </p:nvSpPr>
        <p:spPr>
          <a:xfrm>
            <a:off x="300038" y="5065521"/>
            <a:ext cx="545995" cy="658026"/>
          </a:xfrm>
          <a:noFill/>
          <a:ln w="12700">
            <a:noFill/>
          </a:ln>
        </p:spPr>
        <p:txBody>
          <a:bodyPr tIns="91440"/>
          <a:lstStyle>
            <a:lvl1pPr algn="ctr">
              <a:lnSpc>
                <a:spcPct val="100000"/>
              </a:lnSpc>
              <a:spcBef>
                <a:spcPts val="600"/>
              </a:spcBef>
              <a:buNone/>
              <a:defRPr sz="1000">
                <a:solidFill>
                  <a:schemeClr val="tx1"/>
                </a:solidFill>
              </a:defRPr>
            </a:lvl1pPr>
            <a:lvl2pPr marL="0" indent="0" algn="ctr">
              <a:lnSpc>
                <a:spcPct val="100000"/>
              </a:lnSpc>
              <a:spcBef>
                <a:spcPts val="600"/>
              </a:spcBef>
              <a:buFont typeface="Arial" panose="020B0604020202020204" pitchFamily="34" charset="0"/>
              <a:buChar char="​"/>
              <a:defRPr sz="1400"/>
            </a:lvl2pPr>
          </a:lstStyle>
          <a:p>
            <a:pPr lvl="0"/>
            <a:r>
              <a:rPr lang="en-US" dirty="0"/>
              <a:t>Click to add text</a:t>
            </a:r>
          </a:p>
        </p:txBody>
      </p:sp>
      <p:sp>
        <p:nvSpPr>
          <p:cNvPr id="20" name="Text Placeholder 3" descr="Row 3, text box 1">
            <a:extLst>
              <a:ext uri="{FF2B5EF4-FFF2-40B4-BE49-F238E27FC236}">
                <a16:creationId xmlns:a16="http://schemas.microsoft.com/office/drawing/2014/main" id="{828E38C7-4E21-F24B-B372-9632EC441D7F}"/>
              </a:ext>
            </a:extLst>
          </p:cNvPr>
          <p:cNvSpPr>
            <a:spLocks noGrp="1"/>
          </p:cNvSpPr>
          <p:nvPr>
            <p:ph type="body" sz="quarter" idx="23" hasCustomPrompt="1"/>
          </p:nvPr>
        </p:nvSpPr>
        <p:spPr>
          <a:xfrm>
            <a:off x="1115051" y="4956561"/>
            <a:ext cx="1713607" cy="915157"/>
          </a:xfrm>
          <a:no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Arial" panose="020B0604020202020204" pitchFamily="34" charset="0"/>
              <a:buChar char="​"/>
              <a:defRPr sz="1000">
                <a:solidFill>
                  <a:schemeClr val="tx1"/>
                </a:solidFill>
              </a:defRPr>
            </a:lvl2pPr>
          </a:lstStyle>
          <a:p>
            <a:pPr lvl="0"/>
            <a:r>
              <a:rPr lang="en-US" dirty="0"/>
              <a:t>Click to add text</a:t>
            </a:r>
          </a:p>
          <a:p>
            <a:pPr lvl="1"/>
            <a:r>
              <a:rPr lang="en-US" dirty="0"/>
              <a:t>Second level</a:t>
            </a:r>
          </a:p>
        </p:txBody>
      </p:sp>
      <p:sp>
        <p:nvSpPr>
          <p:cNvPr id="21" name="Text Placeholder 3" descr="Row 3, text box 2">
            <a:extLst>
              <a:ext uri="{FF2B5EF4-FFF2-40B4-BE49-F238E27FC236}">
                <a16:creationId xmlns:a16="http://schemas.microsoft.com/office/drawing/2014/main" id="{8B2FDC15-7948-0244-83E4-0CDCDBC619B3}"/>
              </a:ext>
            </a:extLst>
          </p:cNvPr>
          <p:cNvSpPr>
            <a:spLocks noGrp="1"/>
          </p:cNvSpPr>
          <p:nvPr>
            <p:ph type="body" sz="quarter" idx="24" hasCustomPrompt="1"/>
          </p:nvPr>
        </p:nvSpPr>
        <p:spPr>
          <a:xfrm>
            <a:off x="2886312" y="4956561"/>
            <a:ext cx="1713607" cy="915157"/>
          </a:xfrm>
          <a:no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Arial" panose="020B0604020202020204" pitchFamily="34" charset="0"/>
              <a:buChar char="​"/>
              <a:defRPr sz="1000">
                <a:solidFill>
                  <a:schemeClr val="tx1"/>
                </a:solidFill>
              </a:defRPr>
            </a:lvl2pPr>
          </a:lstStyle>
          <a:p>
            <a:pPr lvl="0"/>
            <a:r>
              <a:rPr lang="en-US"/>
              <a:t>Click to add text</a:t>
            </a:r>
          </a:p>
          <a:p>
            <a:pPr lvl="1"/>
            <a:r>
              <a:rPr lang="en-US"/>
              <a:t>Second level</a:t>
            </a:r>
          </a:p>
        </p:txBody>
      </p:sp>
      <p:sp>
        <p:nvSpPr>
          <p:cNvPr id="26" name="Text Placeholder 3" descr="Row 3, text box 3">
            <a:extLst>
              <a:ext uri="{FF2B5EF4-FFF2-40B4-BE49-F238E27FC236}">
                <a16:creationId xmlns:a16="http://schemas.microsoft.com/office/drawing/2014/main" id="{E4B34A83-BA8A-6844-8A56-BBD517A5B6FD}"/>
              </a:ext>
            </a:extLst>
          </p:cNvPr>
          <p:cNvSpPr>
            <a:spLocks noGrp="1"/>
          </p:cNvSpPr>
          <p:nvPr>
            <p:ph type="body" sz="quarter" idx="25" hasCustomPrompt="1"/>
          </p:nvPr>
        </p:nvSpPr>
        <p:spPr>
          <a:xfrm>
            <a:off x="4657573" y="4956561"/>
            <a:ext cx="1713607" cy="915157"/>
          </a:xfrm>
          <a:no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Arial" panose="020B0604020202020204" pitchFamily="34" charset="0"/>
              <a:buChar char="​"/>
              <a:defRPr sz="1000">
                <a:solidFill>
                  <a:schemeClr val="tx1"/>
                </a:solidFill>
              </a:defRPr>
            </a:lvl2pPr>
          </a:lstStyle>
          <a:p>
            <a:pPr lvl="0"/>
            <a:r>
              <a:rPr lang="en-US"/>
              <a:t>Click to add text</a:t>
            </a:r>
          </a:p>
          <a:p>
            <a:pPr lvl="1"/>
            <a:r>
              <a:rPr lang="en-US"/>
              <a:t>Second level</a:t>
            </a:r>
          </a:p>
        </p:txBody>
      </p:sp>
      <p:sp>
        <p:nvSpPr>
          <p:cNvPr id="27" name="Text Placeholder 3" descr="Row 3, text box 4">
            <a:extLst>
              <a:ext uri="{FF2B5EF4-FFF2-40B4-BE49-F238E27FC236}">
                <a16:creationId xmlns:a16="http://schemas.microsoft.com/office/drawing/2014/main" id="{532716FA-3DC7-AF41-8C5F-F9D040A43930}"/>
              </a:ext>
            </a:extLst>
          </p:cNvPr>
          <p:cNvSpPr>
            <a:spLocks noGrp="1"/>
          </p:cNvSpPr>
          <p:nvPr>
            <p:ph type="body" sz="quarter" idx="26" hasCustomPrompt="1"/>
          </p:nvPr>
        </p:nvSpPr>
        <p:spPr>
          <a:xfrm>
            <a:off x="6428834" y="4956561"/>
            <a:ext cx="1713607" cy="915157"/>
          </a:xfrm>
          <a:no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Arial" panose="020B0604020202020204" pitchFamily="34" charset="0"/>
              <a:buChar char="​"/>
              <a:defRPr sz="1000">
                <a:solidFill>
                  <a:schemeClr val="tx1"/>
                </a:solidFill>
              </a:defRPr>
            </a:lvl2pPr>
          </a:lstStyle>
          <a:p>
            <a:pPr lvl="0"/>
            <a:r>
              <a:rPr lang="en-US"/>
              <a:t>Click to add text</a:t>
            </a:r>
          </a:p>
          <a:p>
            <a:pPr lvl="1"/>
            <a:r>
              <a:rPr lang="en-US"/>
              <a:t>Second level</a:t>
            </a:r>
          </a:p>
        </p:txBody>
      </p:sp>
      <p:sp>
        <p:nvSpPr>
          <p:cNvPr id="31" name="Text Placeholder 3" descr="Row 3, text box 5">
            <a:extLst>
              <a:ext uri="{FF2B5EF4-FFF2-40B4-BE49-F238E27FC236}">
                <a16:creationId xmlns:a16="http://schemas.microsoft.com/office/drawing/2014/main" id="{6EA6D41F-30CE-1443-9F1F-896A2907ECBD}"/>
              </a:ext>
            </a:extLst>
          </p:cNvPr>
          <p:cNvSpPr>
            <a:spLocks noGrp="1"/>
          </p:cNvSpPr>
          <p:nvPr>
            <p:ph type="body" sz="quarter" idx="27" hasCustomPrompt="1"/>
          </p:nvPr>
        </p:nvSpPr>
        <p:spPr>
          <a:xfrm>
            <a:off x="8200095" y="4956561"/>
            <a:ext cx="1713607" cy="915157"/>
          </a:xfrm>
          <a:no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Arial" panose="020B0604020202020204" pitchFamily="34" charset="0"/>
              <a:buChar char="​"/>
              <a:defRPr sz="1000">
                <a:solidFill>
                  <a:schemeClr val="tx1"/>
                </a:solidFill>
              </a:defRPr>
            </a:lvl2pPr>
          </a:lstStyle>
          <a:p>
            <a:pPr lvl="0"/>
            <a:r>
              <a:rPr lang="en-US"/>
              <a:t>Click to add text</a:t>
            </a:r>
          </a:p>
          <a:p>
            <a:pPr lvl="1"/>
            <a:r>
              <a:rPr lang="en-US"/>
              <a:t>Second level</a:t>
            </a:r>
          </a:p>
        </p:txBody>
      </p:sp>
      <p:sp>
        <p:nvSpPr>
          <p:cNvPr id="33" name="Text Placeholder 3" descr="Row 3, text box 6">
            <a:extLst>
              <a:ext uri="{FF2B5EF4-FFF2-40B4-BE49-F238E27FC236}">
                <a16:creationId xmlns:a16="http://schemas.microsoft.com/office/drawing/2014/main" id="{62388AAB-5BA2-4747-B0D0-B11DA9195125}"/>
              </a:ext>
            </a:extLst>
          </p:cNvPr>
          <p:cNvSpPr>
            <a:spLocks noGrp="1"/>
          </p:cNvSpPr>
          <p:nvPr>
            <p:ph type="body" sz="quarter" idx="28" hasCustomPrompt="1"/>
          </p:nvPr>
        </p:nvSpPr>
        <p:spPr>
          <a:xfrm>
            <a:off x="9971354" y="4956561"/>
            <a:ext cx="1713607" cy="915157"/>
          </a:xfrm>
          <a:no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Arial" panose="020B0604020202020204" pitchFamily="34" charset="0"/>
              <a:buChar char="​"/>
              <a:defRPr sz="1000">
                <a:solidFill>
                  <a:schemeClr val="tx1"/>
                </a:solidFill>
              </a:defRPr>
            </a:lvl2pPr>
          </a:lstStyle>
          <a:p>
            <a:pPr lvl="0"/>
            <a:r>
              <a:rPr lang="en-US"/>
              <a:t>Click to add text</a:t>
            </a:r>
          </a:p>
          <a:p>
            <a:pPr lvl="1"/>
            <a:r>
              <a:rPr lang="en-US"/>
              <a:t>Second level</a:t>
            </a:r>
          </a:p>
        </p:txBody>
      </p:sp>
      <p:sp>
        <p:nvSpPr>
          <p:cNvPr id="24" name="page number">
            <a:extLst>
              <a:ext uri="{FF2B5EF4-FFF2-40B4-BE49-F238E27FC236}">
                <a16:creationId xmlns:a16="http://schemas.microsoft.com/office/drawing/2014/main" id="{D09494D0-773E-A04D-BC5F-65AA87B8246F}"/>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cxnSp>
        <p:nvCxnSpPr>
          <p:cNvPr id="23" name="Straight Connector 22">
            <a:extLst>
              <a:ext uri="{FF2B5EF4-FFF2-40B4-BE49-F238E27FC236}">
                <a16:creationId xmlns:a16="http://schemas.microsoft.com/office/drawing/2014/main" id="{1AEFB321-2C32-7945-A5C9-A9F00AE58896}"/>
              </a:ext>
              <a:ext uri="{C183D7F6-B498-43B3-948B-1728B52AA6E4}">
                <adec:decorative xmlns:adec="http://schemas.microsoft.com/office/drawing/2017/decorative" val="1"/>
              </a:ext>
            </a:extLst>
          </p:cNvPr>
          <p:cNvCxnSpPr/>
          <p:nvPr userDrawn="1"/>
        </p:nvCxnSpPr>
        <p:spPr bwMode="gray">
          <a:xfrm>
            <a:off x="1093076" y="2680138"/>
            <a:ext cx="2459421" cy="0"/>
          </a:xfrm>
          <a:prstGeom prst="line">
            <a:avLst/>
          </a:prstGeom>
          <a:ln w="25400">
            <a:solidFill>
              <a:schemeClr val="accent6"/>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E322B01-8AA4-6B48-98B8-90F64F16E3E4}"/>
              </a:ext>
              <a:ext uri="{C183D7F6-B498-43B3-948B-1728B52AA6E4}">
                <adec:decorative xmlns:adec="http://schemas.microsoft.com/office/drawing/2017/decorative" val="1"/>
              </a:ext>
            </a:extLst>
          </p:cNvPr>
          <p:cNvCxnSpPr/>
          <p:nvPr userDrawn="1"/>
        </p:nvCxnSpPr>
        <p:spPr bwMode="gray">
          <a:xfrm>
            <a:off x="3808412" y="2680138"/>
            <a:ext cx="2459421"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5C97932-042E-C845-9300-586CA61AB8C0}"/>
              </a:ext>
              <a:ext uri="{C183D7F6-B498-43B3-948B-1728B52AA6E4}">
                <adec:decorative xmlns:adec="http://schemas.microsoft.com/office/drawing/2017/decorative" val="1"/>
              </a:ext>
            </a:extLst>
          </p:cNvPr>
          <p:cNvCxnSpPr/>
          <p:nvPr userDrawn="1"/>
        </p:nvCxnSpPr>
        <p:spPr bwMode="gray">
          <a:xfrm>
            <a:off x="6551612" y="2680138"/>
            <a:ext cx="2459421"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D68A42CD-A1AD-9149-80A3-4BFE5D75E3AB}"/>
              </a:ext>
              <a:ext uri="{C183D7F6-B498-43B3-948B-1728B52AA6E4}">
                <adec:decorative xmlns:adec="http://schemas.microsoft.com/office/drawing/2017/decorative" val="1"/>
              </a:ext>
            </a:extLst>
          </p:cNvPr>
          <p:cNvCxnSpPr/>
          <p:nvPr userDrawn="1"/>
        </p:nvCxnSpPr>
        <p:spPr bwMode="gray">
          <a:xfrm>
            <a:off x="9229123" y="2680138"/>
            <a:ext cx="2459421"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2" name="page number">
            <a:extLst>
              <a:ext uri="{FF2B5EF4-FFF2-40B4-BE49-F238E27FC236}">
                <a16:creationId xmlns:a16="http://schemas.microsoft.com/office/drawing/2014/main" id="{D09494D0-773E-A04D-BC5F-65AA87B8246F}"/>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7157510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p:cSld name="Big Statement - Leaf">
    <p:spTree>
      <p:nvGrpSpPr>
        <p:cNvPr id="1" name=""/>
        <p:cNvGrpSpPr/>
        <p:nvPr/>
      </p:nvGrpSpPr>
      <p:grpSpPr>
        <a:xfrm>
          <a:off x="0" y="0"/>
          <a:ext cx="0" cy="0"/>
          <a:chOff x="0" y="0"/>
          <a:chExt cx="0" cy="0"/>
        </a:xfrm>
      </p:grpSpPr>
      <p:sp>
        <p:nvSpPr>
          <p:cNvPr id="15" name="page number">
            <a:extLst>
              <a:ext uri="{FF2B5EF4-FFF2-40B4-BE49-F238E27FC236}">
                <a16:creationId xmlns:a16="http://schemas.microsoft.com/office/drawing/2014/main" id="{55FF2E89-7A98-C14C-B802-9BBF588108E5}"/>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grpSp>
        <p:nvGrpSpPr>
          <p:cNvPr id="4" name="Group 3">
            <a:extLst>
              <a:ext uri="{FF2B5EF4-FFF2-40B4-BE49-F238E27FC236}">
                <a16:creationId xmlns:a16="http://schemas.microsoft.com/office/drawing/2014/main" id="{FC1F0186-3845-7382-86A6-5F5D4383F8F7}"/>
              </a:ext>
            </a:extLst>
          </p:cNvPr>
          <p:cNvGrpSpPr/>
          <p:nvPr/>
        </p:nvGrpSpPr>
        <p:grpSpPr>
          <a:xfrm>
            <a:off x="5111737" y="1408637"/>
            <a:ext cx="7077088" cy="4553747"/>
            <a:chOff x="5111737" y="1408637"/>
            <a:chExt cx="7077088" cy="4553747"/>
          </a:xfrm>
        </p:grpSpPr>
        <p:sp>
          <p:nvSpPr>
            <p:cNvPr id="5" name="Freeform: Shape 4">
              <a:extLst>
                <a:ext uri="{FF2B5EF4-FFF2-40B4-BE49-F238E27FC236}">
                  <a16:creationId xmlns:a16="http://schemas.microsoft.com/office/drawing/2014/main" id="{5CE73523-7E54-A36C-FD38-BF94183DD0EB}"/>
                </a:ext>
              </a:extLst>
            </p:cNvPr>
            <p:cNvSpPr/>
            <p:nvPr/>
          </p:nvSpPr>
          <p:spPr>
            <a:xfrm>
              <a:off x="9152842" y="1408637"/>
              <a:ext cx="3035983" cy="3162295"/>
            </a:xfrm>
            <a:custGeom>
              <a:avLst/>
              <a:gdLst>
                <a:gd name="connsiteX0" fmla="*/ 3035983 w 3035983"/>
                <a:gd name="connsiteY0" fmla="*/ 0 h 3162295"/>
                <a:gd name="connsiteX1" fmla="*/ 3035983 w 3035983"/>
                <a:gd name="connsiteY1" fmla="*/ 1627776 h 3162295"/>
                <a:gd name="connsiteX2" fmla="*/ 1779818 w 3035983"/>
                <a:gd name="connsiteY2" fmla="*/ 2883941 h 3162295"/>
                <a:gd name="connsiteX3" fmla="*/ 1107726 w 3035983"/>
                <a:gd name="connsiteY3" fmla="*/ 3162295 h 3162295"/>
                <a:gd name="connsiteX4" fmla="*/ 95248 w 3035983"/>
                <a:gd name="connsiteY4" fmla="*/ 3162295 h 3162295"/>
                <a:gd name="connsiteX5" fmla="*/ 28020 w 3035983"/>
                <a:gd name="connsiteY5" fmla="*/ 3000022 h 3162295"/>
                <a:gd name="connsiteX6" fmla="*/ 2991889 w 3035983"/>
                <a:gd name="connsiteY6" fmla="*/ 36153 h 316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5983" h="3162295">
                  <a:moveTo>
                    <a:pt x="3035983" y="0"/>
                  </a:moveTo>
                  <a:lnTo>
                    <a:pt x="3035983" y="1627776"/>
                  </a:lnTo>
                  <a:lnTo>
                    <a:pt x="1779818" y="2883941"/>
                  </a:lnTo>
                  <a:cubicBezTo>
                    <a:pt x="1601578" y="3062182"/>
                    <a:pt x="1359848" y="3162295"/>
                    <a:pt x="1107726" y="3162295"/>
                  </a:cubicBezTo>
                  <a:lnTo>
                    <a:pt x="95248" y="3162295"/>
                  </a:lnTo>
                  <a:cubicBezTo>
                    <a:pt x="10595" y="3162295"/>
                    <a:pt x="-31858" y="3059901"/>
                    <a:pt x="28020" y="3000022"/>
                  </a:cubicBezTo>
                  <a:lnTo>
                    <a:pt x="2991889" y="36153"/>
                  </a:lnTo>
                  <a:close/>
                </a:path>
              </a:pathLst>
            </a:custGeom>
            <a:gradFill>
              <a:gsLst>
                <a:gs pos="5000">
                  <a:srgbClr val="61A30E"/>
                </a:gs>
                <a:gs pos="80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p>
          </p:txBody>
        </p:sp>
        <p:sp>
          <p:nvSpPr>
            <p:cNvPr id="6" name="Freeform: Shape 5">
              <a:extLst>
                <a:ext uri="{FF2B5EF4-FFF2-40B4-BE49-F238E27FC236}">
                  <a16:creationId xmlns:a16="http://schemas.microsoft.com/office/drawing/2014/main" id="{6BE9AFFF-4763-3B75-31C5-5DD8D812F069}"/>
                </a:ext>
              </a:extLst>
            </p:cNvPr>
            <p:cNvSpPr/>
            <p:nvPr/>
          </p:nvSpPr>
          <p:spPr>
            <a:xfrm>
              <a:off x="5111737" y="2041036"/>
              <a:ext cx="5910657" cy="3921348"/>
            </a:xfrm>
            <a:custGeom>
              <a:avLst/>
              <a:gdLst>
                <a:gd name="connsiteX0" fmla="*/ 1729824 w 5910657"/>
                <a:gd name="connsiteY0" fmla="*/ 3921349 h 3921348"/>
                <a:gd name="connsiteX1" fmla="*/ 95248 w 5910657"/>
                <a:gd name="connsiteY1" fmla="*/ 3921349 h 3921348"/>
                <a:gd name="connsiteX2" fmla="*/ 28020 w 5910657"/>
                <a:gd name="connsiteY2" fmla="*/ 3759076 h 3921348"/>
                <a:gd name="connsiteX3" fmla="*/ 3508742 w 5910657"/>
                <a:gd name="connsiteY3" fmla="*/ 278354 h 3921348"/>
                <a:gd name="connsiteX4" fmla="*/ 4180834 w 5910657"/>
                <a:gd name="connsiteY4" fmla="*/ 0 h 3921348"/>
                <a:gd name="connsiteX5" fmla="*/ 5815410 w 5910657"/>
                <a:gd name="connsiteY5" fmla="*/ 0 h 3921348"/>
                <a:gd name="connsiteX6" fmla="*/ 5882638 w 5910657"/>
                <a:gd name="connsiteY6" fmla="*/ 162273 h 3921348"/>
                <a:gd name="connsiteX7" fmla="*/ 2401916 w 5910657"/>
                <a:gd name="connsiteY7" fmla="*/ 3642994 h 3921348"/>
                <a:gd name="connsiteX8" fmla="*/ 1729824 w 5910657"/>
                <a:gd name="connsiteY8" fmla="*/ 3921349 h 392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0657" h="3921348">
                  <a:moveTo>
                    <a:pt x="1729824" y="3921349"/>
                  </a:moveTo>
                  <a:lnTo>
                    <a:pt x="95248" y="3921349"/>
                  </a:lnTo>
                  <a:cubicBezTo>
                    <a:pt x="10595" y="3921349"/>
                    <a:pt x="-31858" y="3818954"/>
                    <a:pt x="28020" y="3759076"/>
                  </a:cubicBezTo>
                  <a:lnTo>
                    <a:pt x="3508742" y="278354"/>
                  </a:lnTo>
                  <a:cubicBezTo>
                    <a:pt x="3686982" y="100114"/>
                    <a:pt x="3928712" y="0"/>
                    <a:pt x="4180834" y="0"/>
                  </a:cubicBezTo>
                  <a:lnTo>
                    <a:pt x="5815410" y="0"/>
                  </a:lnTo>
                  <a:cubicBezTo>
                    <a:pt x="5900063" y="0"/>
                    <a:pt x="5942516" y="102395"/>
                    <a:pt x="5882638" y="162273"/>
                  </a:cubicBezTo>
                  <a:lnTo>
                    <a:pt x="2401916" y="3642994"/>
                  </a:lnTo>
                  <a:cubicBezTo>
                    <a:pt x="2223676" y="3821235"/>
                    <a:pt x="1981946" y="3921349"/>
                    <a:pt x="1729824" y="3921349"/>
                  </a:cubicBezTo>
                  <a:close/>
                </a:path>
              </a:pathLst>
            </a:custGeom>
            <a:gradFill>
              <a:gsLst>
                <a:gs pos="5000">
                  <a:srgbClr val="61A30E"/>
                </a:gs>
                <a:gs pos="80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p>
          </p:txBody>
        </p:sp>
      </p:grpSp>
      <p:sp>
        <p:nvSpPr>
          <p:cNvPr id="9" name="Text Placeholder 862">
            <a:extLst>
              <a:ext uri="{FF2B5EF4-FFF2-40B4-BE49-F238E27FC236}">
                <a16:creationId xmlns:a16="http://schemas.microsoft.com/office/drawing/2014/main" id="{65A5776C-9EB9-F84B-B0C4-411FA1106F62}"/>
              </a:ext>
            </a:extLst>
          </p:cNvPr>
          <p:cNvSpPr>
            <a:spLocks noGrp="1"/>
          </p:cNvSpPr>
          <p:nvPr>
            <p:ph type="body" sz="quarter" idx="12" hasCustomPrompt="1"/>
          </p:nvPr>
        </p:nvSpPr>
        <p:spPr>
          <a:xfrm>
            <a:off x="608013" y="2233670"/>
            <a:ext cx="6497867" cy="2285999"/>
          </a:xfrm>
        </p:spPr>
        <p:txBody>
          <a:bodyPr anchor="ctr"/>
          <a:lstStyle>
            <a:lvl1pPr>
              <a:lnSpc>
                <a:spcPct val="100000"/>
              </a:lnSpc>
              <a:spcBef>
                <a:spcPts val="0"/>
              </a:spcBef>
              <a:defRPr sz="3600">
                <a:solidFill>
                  <a:schemeClr val="tx1"/>
                </a:solidFill>
              </a:defRPr>
            </a:lvl1pPr>
            <a:lvl2pPr marL="273050" indent="0">
              <a:buNone/>
              <a:defRPr/>
            </a:lvl2pPr>
          </a:lstStyle>
          <a:p>
            <a:pPr lvl="0"/>
            <a:r>
              <a:rPr lang="en-US"/>
              <a:t>Slide with large text placeholder, green theme.</a:t>
            </a:r>
          </a:p>
        </p:txBody>
      </p:sp>
      <p:sp>
        <p:nvSpPr>
          <p:cNvPr id="7" name="page number">
            <a:extLst>
              <a:ext uri="{FF2B5EF4-FFF2-40B4-BE49-F238E27FC236}">
                <a16:creationId xmlns:a16="http://schemas.microsoft.com/office/drawing/2014/main" id="{55FF2E89-7A98-C14C-B802-9BBF588108E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grpSp>
        <p:nvGrpSpPr>
          <p:cNvPr id="8" name="Group 7">
            <a:extLst>
              <a:ext uri="{FF2B5EF4-FFF2-40B4-BE49-F238E27FC236}">
                <a16:creationId xmlns:a16="http://schemas.microsoft.com/office/drawing/2014/main" id="{FC1F0186-3845-7382-86A6-5F5D4383F8F7}"/>
              </a:ext>
            </a:extLst>
          </p:cNvPr>
          <p:cNvGrpSpPr/>
          <p:nvPr userDrawn="1"/>
        </p:nvGrpSpPr>
        <p:grpSpPr>
          <a:xfrm>
            <a:off x="5111737" y="1408637"/>
            <a:ext cx="7077088" cy="4553747"/>
            <a:chOff x="5111737" y="1408637"/>
            <a:chExt cx="7077088" cy="4553747"/>
          </a:xfrm>
        </p:grpSpPr>
        <p:sp>
          <p:nvSpPr>
            <p:cNvPr id="10" name="Freeform: Shape 4">
              <a:extLst>
                <a:ext uri="{FF2B5EF4-FFF2-40B4-BE49-F238E27FC236}">
                  <a16:creationId xmlns:a16="http://schemas.microsoft.com/office/drawing/2014/main" id="{5CE73523-7E54-A36C-FD38-BF94183DD0EB}"/>
                </a:ext>
              </a:extLst>
            </p:cNvPr>
            <p:cNvSpPr/>
            <p:nvPr/>
          </p:nvSpPr>
          <p:spPr>
            <a:xfrm>
              <a:off x="9152842" y="1408637"/>
              <a:ext cx="3035983" cy="3162295"/>
            </a:xfrm>
            <a:custGeom>
              <a:avLst/>
              <a:gdLst>
                <a:gd name="connsiteX0" fmla="*/ 3035983 w 3035983"/>
                <a:gd name="connsiteY0" fmla="*/ 0 h 3162295"/>
                <a:gd name="connsiteX1" fmla="*/ 3035983 w 3035983"/>
                <a:gd name="connsiteY1" fmla="*/ 1627776 h 3162295"/>
                <a:gd name="connsiteX2" fmla="*/ 1779818 w 3035983"/>
                <a:gd name="connsiteY2" fmla="*/ 2883941 h 3162295"/>
                <a:gd name="connsiteX3" fmla="*/ 1107726 w 3035983"/>
                <a:gd name="connsiteY3" fmla="*/ 3162295 h 3162295"/>
                <a:gd name="connsiteX4" fmla="*/ 95248 w 3035983"/>
                <a:gd name="connsiteY4" fmla="*/ 3162295 h 3162295"/>
                <a:gd name="connsiteX5" fmla="*/ 28020 w 3035983"/>
                <a:gd name="connsiteY5" fmla="*/ 3000022 h 3162295"/>
                <a:gd name="connsiteX6" fmla="*/ 2991889 w 3035983"/>
                <a:gd name="connsiteY6" fmla="*/ 36153 h 316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5983" h="3162295">
                  <a:moveTo>
                    <a:pt x="3035983" y="0"/>
                  </a:moveTo>
                  <a:lnTo>
                    <a:pt x="3035983" y="1627776"/>
                  </a:lnTo>
                  <a:lnTo>
                    <a:pt x="1779818" y="2883941"/>
                  </a:lnTo>
                  <a:cubicBezTo>
                    <a:pt x="1601578" y="3062182"/>
                    <a:pt x="1359848" y="3162295"/>
                    <a:pt x="1107726" y="3162295"/>
                  </a:cubicBezTo>
                  <a:lnTo>
                    <a:pt x="95248" y="3162295"/>
                  </a:lnTo>
                  <a:cubicBezTo>
                    <a:pt x="10595" y="3162295"/>
                    <a:pt x="-31858" y="3059901"/>
                    <a:pt x="28020" y="3000022"/>
                  </a:cubicBezTo>
                  <a:lnTo>
                    <a:pt x="2991889" y="36153"/>
                  </a:lnTo>
                  <a:close/>
                </a:path>
              </a:pathLst>
            </a:custGeom>
            <a:gradFill>
              <a:gsLst>
                <a:gs pos="5000">
                  <a:srgbClr val="61A30E"/>
                </a:gs>
                <a:gs pos="80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p>
          </p:txBody>
        </p:sp>
        <p:sp>
          <p:nvSpPr>
            <p:cNvPr id="11" name="Freeform: Shape 5">
              <a:extLst>
                <a:ext uri="{FF2B5EF4-FFF2-40B4-BE49-F238E27FC236}">
                  <a16:creationId xmlns:a16="http://schemas.microsoft.com/office/drawing/2014/main" id="{6BE9AFFF-4763-3B75-31C5-5DD8D812F069}"/>
                </a:ext>
              </a:extLst>
            </p:cNvPr>
            <p:cNvSpPr/>
            <p:nvPr/>
          </p:nvSpPr>
          <p:spPr>
            <a:xfrm>
              <a:off x="5111737" y="2041036"/>
              <a:ext cx="5910657" cy="3921348"/>
            </a:xfrm>
            <a:custGeom>
              <a:avLst/>
              <a:gdLst>
                <a:gd name="connsiteX0" fmla="*/ 1729824 w 5910657"/>
                <a:gd name="connsiteY0" fmla="*/ 3921349 h 3921348"/>
                <a:gd name="connsiteX1" fmla="*/ 95248 w 5910657"/>
                <a:gd name="connsiteY1" fmla="*/ 3921349 h 3921348"/>
                <a:gd name="connsiteX2" fmla="*/ 28020 w 5910657"/>
                <a:gd name="connsiteY2" fmla="*/ 3759076 h 3921348"/>
                <a:gd name="connsiteX3" fmla="*/ 3508742 w 5910657"/>
                <a:gd name="connsiteY3" fmla="*/ 278354 h 3921348"/>
                <a:gd name="connsiteX4" fmla="*/ 4180834 w 5910657"/>
                <a:gd name="connsiteY4" fmla="*/ 0 h 3921348"/>
                <a:gd name="connsiteX5" fmla="*/ 5815410 w 5910657"/>
                <a:gd name="connsiteY5" fmla="*/ 0 h 3921348"/>
                <a:gd name="connsiteX6" fmla="*/ 5882638 w 5910657"/>
                <a:gd name="connsiteY6" fmla="*/ 162273 h 3921348"/>
                <a:gd name="connsiteX7" fmla="*/ 2401916 w 5910657"/>
                <a:gd name="connsiteY7" fmla="*/ 3642994 h 3921348"/>
                <a:gd name="connsiteX8" fmla="*/ 1729824 w 5910657"/>
                <a:gd name="connsiteY8" fmla="*/ 3921349 h 392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0657" h="3921348">
                  <a:moveTo>
                    <a:pt x="1729824" y="3921349"/>
                  </a:moveTo>
                  <a:lnTo>
                    <a:pt x="95248" y="3921349"/>
                  </a:lnTo>
                  <a:cubicBezTo>
                    <a:pt x="10595" y="3921349"/>
                    <a:pt x="-31858" y="3818954"/>
                    <a:pt x="28020" y="3759076"/>
                  </a:cubicBezTo>
                  <a:lnTo>
                    <a:pt x="3508742" y="278354"/>
                  </a:lnTo>
                  <a:cubicBezTo>
                    <a:pt x="3686982" y="100114"/>
                    <a:pt x="3928712" y="0"/>
                    <a:pt x="4180834" y="0"/>
                  </a:cubicBezTo>
                  <a:lnTo>
                    <a:pt x="5815410" y="0"/>
                  </a:lnTo>
                  <a:cubicBezTo>
                    <a:pt x="5900063" y="0"/>
                    <a:pt x="5942516" y="102395"/>
                    <a:pt x="5882638" y="162273"/>
                  </a:cubicBezTo>
                  <a:lnTo>
                    <a:pt x="2401916" y="3642994"/>
                  </a:lnTo>
                  <a:cubicBezTo>
                    <a:pt x="2223676" y="3821235"/>
                    <a:pt x="1981946" y="3921349"/>
                    <a:pt x="1729824" y="3921349"/>
                  </a:cubicBezTo>
                  <a:close/>
                </a:path>
              </a:pathLst>
            </a:custGeom>
            <a:gradFill>
              <a:gsLst>
                <a:gs pos="5000">
                  <a:srgbClr val="61A30E"/>
                </a:gs>
                <a:gs pos="80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p>
          </p:txBody>
        </p:sp>
      </p:grpSp>
    </p:spTree>
    <p:extLst>
      <p:ext uri="{BB962C8B-B14F-4D97-AF65-F5344CB8AC3E}">
        <p14:creationId xmlns:p14="http://schemas.microsoft.com/office/powerpoint/2010/main" val="37292405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p:cSld name="Big Statement - Aqua">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73DD054C-4464-7CB7-C3A1-6A8668D833BD}"/>
              </a:ext>
            </a:extLst>
          </p:cNvPr>
          <p:cNvGrpSpPr/>
          <p:nvPr/>
        </p:nvGrpSpPr>
        <p:grpSpPr>
          <a:xfrm>
            <a:off x="5111737" y="1408637"/>
            <a:ext cx="7077088" cy="4553747"/>
            <a:chOff x="5111737" y="1408637"/>
            <a:chExt cx="7077088" cy="4553747"/>
          </a:xfrm>
        </p:grpSpPr>
        <p:sp>
          <p:nvSpPr>
            <p:cNvPr id="8" name="Freeform: Shape 7">
              <a:extLst>
                <a:ext uri="{FF2B5EF4-FFF2-40B4-BE49-F238E27FC236}">
                  <a16:creationId xmlns:a16="http://schemas.microsoft.com/office/drawing/2014/main" id="{09E671A8-33F0-DC2E-2A8F-DD407B020081}"/>
                </a:ext>
              </a:extLst>
            </p:cNvPr>
            <p:cNvSpPr/>
            <p:nvPr/>
          </p:nvSpPr>
          <p:spPr>
            <a:xfrm>
              <a:off x="9152842" y="1408637"/>
              <a:ext cx="3035983" cy="3162295"/>
            </a:xfrm>
            <a:custGeom>
              <a:avLst/>
              <a:gdLst>
                <a:gd name="connsiteX0" fmla="*/ 3035983 w 3035983"/>
                <a:gd name="connsiteY0" fmla="*/ 0 h 3162295"/>
                <a:gd name="connsiteX1" fmla="*/ 3035983 w 3035983"/>
                <a:gd name="connsiteY1" fmla="*/ 1627776 h 3162295"/>
                <a:gd name="connsiteX2" fmla="*/ 1779818 w 3035983"/>
                <a:gd name="connsiteY2" fmla="*/ 2883941 h 3162295"/>
                <a:gd name="connsiteX3" fmla="*/ 1107726 w 3035983"/>
                <a:gd name="connsiteY3" fmla="*/ 3162295 h 3162295"/>
                <a:gd name="connsiteX4" fmla="*/ 95248 w 3035983"/>
                <a:gd name="connsiteY4" fmla="*/ 3162295 h 3162295"/>
                <a:gd name="connsiteX5" fmla="*/ 28020 w 3035983"/>
                <a:gd name="connsiteY5" fmla="*/ 3000022 h 3162295"/>
                <a:gd name="connsiteX6" fmla="*/ 2991889 w 3035983"/>
                <a:gd name="connsiteY6" fmla="*/ 36153 h 316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5983" h="3162295">
                  <a:moveTo>
                    <a:pt x="3035983" y="0"/>
                  </a:moveTo>
                  <a:lnTo>
                    <a:pt x="3035983" y="1627776"/>
                  </a:lnTo>
                  <a:lnTo>
                    <a:pt x="1779818" y="2883941"/>
                  </a:lnTo>
                  <a:cubicBezTo>
                    <a:pt x="1601578" y="3062182"/>
                    <a:pt x="1359848" y="3162295"/>
                    <a:pt x="1107726" y="3162295"/>
                  </a:cubicBezTo>
                  <a:lnTo>
                    <a:pt x="95248" y="3162295"/>
                  </a:lnTo>
                  <a:cubicBezTo>
                    <a:pt x="10595" y="3162295"/>
                    <a:pt x="-31858" y="3059901"/>
                    <a:pt x="28020" y="3000022"/>
                  </a:cubicBezTo>
                  <a:lnTo>
                    <a:pt x="2991889" y="36153"/>
                  </a:lnTo>
                  <a:close/>
                </a:path>
              </a:pathLst>
            </a:custGeom>
            <a:gradFill>
              <a:gsLst>
                <a:gs pos="21000">
                  <a:schemeClr val="accent1"/>
                </a:gs>
                <a:gs pos="8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solidFill>
                  <a:schemeClr val="tx1"/>
                </a:solidFill>
              </a:endParaRPr>
            </a:p>
          </p:txBody>
        </p:sp>
        <p:sp>
          <p:nvSpPr>
            <p:cNvPr id="10" name="Freeform: Shape 9">
              <a:extLst>
                <a:ext uri="{FF2B5EF4-FFF2-40B4-BE49-F238E27FC236}">
                  <a16:creationId xmlns:a16="http://schemas.microsoft.com/office/drawing/2014/main" id="{789EC2F6-3343-CE3E-3067-8087325DE6DA}"/>
                </a:ext>
              </a:extLst>
            </p:cNvPr>
            <p:cNvSpPr/>
            <p:nvPr/>
          </p:nvSpPr>
          <p:spPr>
            <a:xfrm>
              <a:off x="5111737" y="2041036"/>
              <a:ext cx="5910657" cy="3921348"/>
            </a:xfrm>
            <a:custGeom>
              <a:avLst/>
              <a:gdLst>
                <a:gd name="connsiteX0" fmla="*/ 1729824 w 5910657"/>
                <a:gd name="connsiteY0" fmla="*/ 3921349 h 3921348"/>
                <a:gd name="connsiteX1" fmla="*/ 95248 w 5910657"/>
                <a:gd name="connsiteY1" fmla="*/ 3921349 h 3921348"/>
                <a:gd name="connsiteX2" fmla="*/ 28020 w 5910657"/>
                <a:gd name="connsiteY2" fmla="*/ 3759076 h 3921348"/>
                <a:gd name="connsiteX3" fmla="*/ 3508742 w 5910657"/>
                <a:gd name="connsiteY3" fmla="*/ 278354 h 3921348"/>
                <a:gd name="connsiteX4" fmla="*/ 4180834 w 5910657"/>
                <a:gd name="connsiteY4" fmla="*/ 0 h 3921348"/>
                <a:gd name="connsiteX5" fmla="*/ 5815410 w 5910657"/>
                <a:gd name="connsiteY5" fmla="*/ 0 h 3921348"/>
                <a:gd name="connsiteX6" fmla="*/ 5882638 w 5910657"/>
                <a:gd name="connsiteY6" fmla="*/ 162273 h 3921348"/>
                <a:gd name="connsiteX7" fmla="*/ 2401916 w 5910657"/>
                <a:gd name="connsiteY7" fmla="*/ 3642994 h 3921348"/>
                <a:gd name="connsiteX8" fmla="*/ 1729824 w 5910657"/>
                <a:gd name="connsiteY8" fmla="*/ 3921349 h 392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0657" h="3921348">
                  <a:moveTo>
                    <a:pt x="1729824" y="3921349"/>
                  </a:moveTo>
                  <a:lnTo>
                    <a:pt x="95248" y="3921349"/>
                  </a:lnTo>
                  <a:cubicBezTo>
                    <a:pt x="10595" y="3921349"/>
                    <a:pt x="-31858" y="3818954"/>
                    <a:pt x="28020" y="3759076"/>
                  </a:cubicBezTo>
                  <a:lnTo>
                    <a:pt x="3508742" y="278354"/>
                  </a:lnTo>
                  <a:cubicBezTo>
                    <a:pt x="3686982" y="100114"/>
                    <a:pt x="3928712" y="0"/>
                    <a:pt x="4180834" y="0"/>
                  </a:cubicBezTo>
                  <a:lnTo>
                    <a:pt x="5815410" y="0"/>
                  </a:lnTo>
                  <a:cubicBezTo>
                    <a:pt x="5900063" y="0"/>
                    <a:pt x="5942516" y="102395"/>
                    <a:pt x="5882638" y="162273"/>
                  </a:cubicBezTo>
                  <a:lnTo>
                    <a:pt x="2401916" y="3642994"/>
                  </a:lnTo>
                  <a:cubicBezTo>
                    <a:pt x="2223676" y="3821235"/>
                    <a:pt x="1981946" y="3921349"/>
                    <a:pt x="1729824" y="3921349"/>
                  </a:cubicBezTo>
                  <a:close/>
                </a:path>
              </a:pathLst>
            </a:custGeom>
            <a:gradFill>
              <a:gsLst>
                <a:gs pos="21000">
                  <a:schemeClr val="accent1"/>
                </a:gs>
                <a:gs pos="8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solidFill>
                  <a:schemeClr val="tx1"/>
                </a:solidFill>
              </a:endParaRPr>
            </a:p>
          </p:txBody>
        </p:sp>
      </p:grpSp>
      <p:sp>
        <p:nvSpPr>
          <p:cNvPr id="9" name="Text Placeholder 862">
            <a:extLst>
              <a:ext uri="{FF2B5EF4-FFF2-40B4-BE49-F238E27FC236}">
                <a16:creationId xmlns:a16="http://schemas.microsoft.com/office/drawing/2014/main" id="{113BEA88-710C-A54D-A13C-5E36B6B878B7}"/>
              </a:ext>
            </a:extLst>
          </p:cNvPr>
          <p:cNvSpPr>
            <a:spLocks noGrp="1"/>
          </p:cNvSpPr>
          <p:nvPr>
            <p:ph type="body" sz="quarter" idx="12" hasCustomPrompt="1"/>
          </p:nvPr>
        </p:nvSpPr>
        <p:spPr>
          <a:xfrm>
            <a:off x="608013" y="2233670"/>
            <a:ext cx="6497867" cy="2285999"/>
          </a:xfrm>
        </p:spPr>
        <p:txBody>
          <a:bodyPr anchor="ctr"/>
          <a:lstStyle>
            <a:lvl1pPr>
              <a:lnSpc>
                <a:spcPct val="100000"/>
              </a:lnSpc>
              <a:spcBef>
                <a:spcPts val="0"/>
              </a:spcBef>
              <a:defRPr sz="3600">
                <a:solidFill>
                  <a:schemeClr val="tx1"/>
                </a:solidFill>
              </a:defRPr>
            </a:lvl1pPr>
            <a:lvl2pPr marL="273050" indent="0">
              <a:buNone/>
              <a:defRPr/>
            </a:lvl2pPr>
          </a:lstStyle>
          <a:p>
            <a:pPr lvl="0"/>
            <a:r>
              <a:rPr lang="en-US" dirty="0"/>
              <a:t>Slide with large text placeholder, blue theme.</a:t>
            </a:r>
          </a:p>
        </p:txBody>
      </p:sp>
      <p:sp>
        <p:nvSpPr>
          <p:cNvPr id="16" name="page number">
            <a:extLst>
              <a:ext uri="{FF2B5EF4-FFF2-40B4-BE49-F238E27FC236}">
                <a16:creationId xmlns:a16="http://schemas.microsoft.com/office/drawing/2014/main" id="{3A15EC20-3B57-4E4E-872C-A34852CBEF14}"/>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grpSp>
        <p:nvGrpSpPr>
          <p:cNvPr id="11" name="Group 10">
            <a:extLst>
              <a:ext uri="{FF2B5EF4-FFF2-40B4-BE49-F238E27FC236}">
                <a16:creationId xmlns:a16="http://schemas.microsoft.com/office/drawing/2014/main" id="{73DD054C-4464-7CB7-C3A1-6A8668D833BD}"/>
              </a:ext>
            </a:extLst>
          </p:cNvPr>
          <p:cNvGrpSpPr/>
          <p:nvPr userDrawn="1"/>
        </p:nvGrpSpPr>
        <p:grpSpPr>
          <a:xfrm>
            <a:off x="5111737" y="1408637"/>
            <a:ext cx="7077088" cy="4553747"/>
            <a:chOff x="5111737" y="1408637"/>
            <a:chExt cx="7077088" cy="4553747"/>
          </a:xfrm>
        </p:grpSpPr>
        <p:sp>
          <p:nvSpPr>
            <p:cNvPr id="12" name="Freeform: Shape 7">
              <a:extLst>
                <a:ext uri="{FF2B5EF4-FFF2-40B4-BE49-F238E27FC236}">
                  <a16:creationId xmlns:a16="http://schemas.microsoft.com/office/drawing/2014/main" id="{09E671A8-33F0-DC2E-2A8F-DD407B020081}"/>
                </a:ext>
              </a:extLst>
            </p:cNvPr>
            <p:cNvSpPr/>
            <p:nvPr/>
          </p:nvSpPr>
          <p:spPr>
            <a:xfrm>
              <a:off x="9152842" y="1408637"/>
              <a:ext cx="3035983" cy="3162295"/>
            </a:xfrm>
            <a:custGeom>
              <a:avLst/>
              <a:gdLst>
                <a:gd name="connsiteX0" fmla="*/ 3035983 w 3035983"/>
                <a:gd name="connsiteY0" fmla="*/ 0 h 3162295"/>
                <a:gd name="connsiteX1" fmla="*/ 3035983 w 3035983"/>
                <a:gd name="connsiteY1" fmla="*/ 1627776 h 3162295"/>
                <a:gd name="connsiteX2" fmla="*/ 1779818 w 3035983"/>
                <a:gd name="connsiteY2" fmla="*/ 2883941 h 3162295"/>
                <a:gd name="connsiteX3" fmla="*/ 1107726 w 3035983"/>
                <a:gd name="connsiteY3" fmla="*/ 3162295 h 3162295"/>
                <a:gd name="connsiteX4" fmla="*/ 95248 w 3035983"/>
                <a:gd name="connsiteY4" fmla="*/ 3162295 h 3162295"/>
                <a:gd name="connsiteX5" fmla="*/ 28020 w 3035983"/>
                <a:gd name="connsiteY5" fmla="*/ 3000022 h 3162295"/>
                <a:gd name="connsiteX6" fmla="*/ 2991889 w 3035983"/>
                <a:gd name="connsiteY6" fmla="*/ 36153 h 316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5983" h="3162295">
                  <a:moveTo>
                    <a:pt x="3035983" y="0"/>
                  </a:moveTo>
                  <a:lnTo>
                    <a:pt x="3035983" y="1627776"/>
                  </a:lnTo>
                  <a:lnTo>
                    <a:pt x="1779818" y="2883941"/>
                  </a:lnTo>
                  <a:cubicBezTo>
                    <a:pt x="1601578" y="3062182"/>
                    <a:pt x="1359848" y="3162295"/>
                    <a:pt x="1107726" y="3162295"/>
                  </a:cubicBezTo>
                  <a:lnTo>
                    <a:pt x="95248" y="3162295"/>
                  </a:lnTo>
                  <a:cubicBezTo>
                    <a:pt x="10595" y="3162295"/>
                    <a:pt x="-31858" y="3059901"/>
                    <a:pt x="28020" y="3000022"/>
                  </a:cubicBezTo>
                  <a:lnTo>
                    <a:pt x="2991889" y="36153"/>
                  </a:lnTo>
                  <a:close/>
                </a:path>
              </a:pathLst>
            </a:custGeom>
            <a:gradFill>
              <a:gsLst>
                <a:gs pos="21000">
                  <a:schemeClr val="accent1"/>
                </a:gs>
                <a:gs pos="8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solidFill>
                  <a:schemeClr val="tx1"/>
                </a:solidFill>
              </a:endParaRPr>
            </a:p>
          </p:txBody>
        </p:sp>
        <p:sp>
          <p:nvSpPr>
            <p:cNvPr id="13" name="Freeform: Shape 9">
              <a:extLst>
                <a:ext uri="{FF2B5EF4-FFF2-40B4-BE49-F238E27FC236}">
                  <a16:creationId xmlns:a16="http://schemas.microsoft.com/office/drawing/2014/main" id="{789EC2F6-3343-CE3E-3067-8087325DE6DA}"/>
                </a:ext>
              </a:extLst>
            </p:cNvPr>
            <p:cNvSpPr/>
            <p:nvPr/>
          </p:nvSpPr>
          <p:spPr>
            <a:xfrm>
              <a:off x="5111737" y="2041036"/>
              <a:ext cx="5910657" cy="3921348"/>
            </a:xfrm>
            <a:custGeom>
              <a:avLst/>
              <a:gdLst>
                <a:gd name="connsiteX0" fmla="*/ 1729824 w 5910657"/>
                <a:gd name="connsiteY0" fmla="*/ 3921349 h 3921348"/>
                <a:gd name="connsiteX1" fmla="*/ 95248 w 5910657"/>
                <a:gd name="connsiteY1" fmla="*/ 3921349 h 3921348"/>
                <a:gd name="connsiteX2" fmla="*/ 28020 w 5910657"/>
                <a:gd name="connsiteY2" fmla="*/ 3759076 h 3921348"/>
                <a:gd name="connsiteX3" fmla="*/ 3508742 w 5910657"/>
                <a:gd name="connsiteY3" fmla="*/ 278354 h 3921348"/>
                <a:gd name="connsiteX4" fmla="*/ 4180834 w 5910657"/>
                <a:gd name="connsiteY4" fmla="*/ 0 h 3921348"/>
                <a:gd name="connsiteX5" fmla="*/ 5815410 w 5910657"/>
                <a:gd name="connsiteY5" fmla="*/ 0 h 3921348"/>
                <a:gd name="connsiteX6" fmla="*/ 5882638 w 5910657"/>
                <a:gd name="connsiteY6" fmla="*/ 162273 h 3921348"/>
                <a:gd name="connsiteX7" fmla="*/ 2401916 w 5910657"/>
                <a:gd name="connsiteY7" fmla="*/ 3642994 h 3921348"/>
                <a:gd name="connsiteX8" fmla="*/ 1729824 w 5910657"/>
                <a:gd name="connsiteY8" fmla="*/ 3921349 h 392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0657" h="3921348">
                  <a:moveTo>
                    <a:pt x="1729824" y="3921349"/>
                  </a:moveTo>
                  <a:lnTo>
                    <a:pt x="95248" y="3921349"/>
                  </a:lnTo>
                  <a:cubicBezTo>
                    <a:pt x="10595" y="3921349"/>
                    <a:pt x="-31858" y="3818954"/>
                    <a:pt x="28020" y="3759076"/>
                  </a:cubicBezTo>
                  <a:lnTo>
                    <a:pt x="3508742" y="278354"/>
                  </a:lnTo>
                  <a:cubicBezTo>
                    <a:pt x="3686982" y="100114"/>
                    <a:pt x="3928712" y="0"/>
                    <a:pt x="4180834" y="0"/>
                  </a:cubicBezTo>
                  <a:lnTo>
                    <a:pt x="5815410" y="0"/>
                  </a:lnTo>
                  <a:cubicBezTo>
                    <a:pt x="5900063" y="0"/>
                    <a:pt x="5942516" y="102395"/>
                    <a:pt x="5882638" y="162273"/>
                  </a:cubicBezTo>
                  <a:lnTo>
                    <a:pt x="2401916" y="3642994"/>
                  </a:lnTo>
                  <a:cubicBezTo>
                    <a:pt x="2223676" y="3821235"/>
                    <a:pt x="1981946" y="3921349"/>
                    <a:pt x="1729824" y="3921349"/>
                  </a:cubicBezTo>
                  <a:close/>
                </a:path>
              </a:pathLst>
            </a:custGeom>
            <a:gradFill>
              <a:gsLst>
                <a:gs pos="21000">
                  <a:schemeClr val="accent1"/>
                </a:gs>
                <a:gs pos="8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solidFill>
                  <a:schemeClr val="tx1"/>
                </a:solidFill>
              </a:endParaRPr>
            </a:p>
          </p:txBody>
        </p:sp>
      </p:grpSp>
      <p:sp>
        <p:nvSpPr>
          <p:cNvPr id="14" name="page number">
            <a:extLst>
              <a:ext uri="{FF2B5EF4-FFF2-40B4-BE49-F238E27FC236}">
                <a16:creationId xmlns:a16="http://schemas.microsoft.com/office/drawing/2014/main" id="{3A15EC20-3B57-4E4E-872C-A34852CBEF1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16223313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p:cSld name="Big Statement - Plum">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49C4F28F-D820-7F1F-91C7-4E732E3FF4B9}"/>
              </a:ext>
            </a:extLst>
          </p:cNvPr>
          <p:cNvGrpSpPr/>
          <p:nvPr/>
        </p:nvGrpSpPr>
        <p:grpSpPr>
          <a:xfrm>
            <a:off x="5111737" y="1408637"/>
            <a:ext cx="7077088" cy="4553747"/>
            <a:chOff x="5111737" y="1408637"/>
            <a:chExt cx="7077088" cy="4553747"/>
          </a:xfrm>
        </p:grpSpPr>
        <p:sp>
          <p:nvSpPr>
            <p:cNvPr id="4" name="Freeform: Shape 3">
              <a:extLst>
                <a:ext uri="{FF2B5EF4-FFF2-40B4-BE49-F238E27FC236}">
                  <a16:creationId xmlns:a16="http://schemas.microsoft.com/office/drawing/2014/main" id="{A23EE99F-E93C-3420-BB05-2D555AD744F2}"/>
                </a:ext>
              </a:extLst>
            </p:cNvPr>
            <p:cNvSpPr/>
            <p:nvPr/>
          </p:nvSpPr>
          <p:spPr>
            <a:xfrm>
              <a:off x="9152842" y="1408637"/>
              <a:ext cx="3035983" cy="3162295"/>
            </a:xfrm>
            <a:custGeom>
              <a:avLst/>
              <a:gdLst>
                <a:gd name="connsiteX0" fmla="*/ 3035983 w 3035983"/>
                <a:gd name="connsiteY0" fmla="*/ 0 h 3162295"/>
                <a:gd name="connsiteX1" fmla="*/ 3035983 w 3035983"/>
                <a:gd name="connsiteY1" fmla="*/ 1627776 h 3162295"/>
                <a:gd name="connsiteX2" fmla="*/ 1779818 w 3035983"/>
                <a:gd name="connsiteY2" fmla="*/ 2883941 h 3162295"/>
                <a:gd name="connsiteX3" fmla="*/ 1107726 w 3035983"/>
                <a:gd name="connsiteY3" fmla="*/ 3162295 h 3162295"/>
                <a:gd name="connsiteX4" fmla="*/ 95248 w 3035983"/>
                <a:gd name="connsiteY4" fmla="*/ 3162295 h 3162295"/>
                <a:gd name="connsiteX5" fmla="*/ 28020 w 3035983"/>
                <a:gd name="connsiteY5" fmla="*/ 3000022 h 3162295"/>
                <a:gd name="connsiteX6" fmla="*/ 2991889 w 3035983"/>
                <a:gd name="connsiteY6" fmla="*/ 36153 h 316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5983" h="3162295">
                  <a:moveTo>
                    <a:pt x="3035983" y="0"/>
                  </a:moveTo>
                  <a:lnTo>
                    <a:pt x="3035983" y="1627776"/>
                  </a:lnTo>
                  <a:lnTo>
                    <a:pt x="1779818" y="2883941"/>
                  </a:lnTo>
                  <a:cubicBezTo>
                    <a:pt x="1601578" y="3062182"/>
                    <a:pt x="1359848" y="3162295"/>
                    <a:pt x="1107726" y="3162295"/>
                  </a:cubicBezTo>
                  <a:lnTo>
                    <a:pt x="95248" y="3162295"/>
                  </a:lnTo>
                  <a:cubicBezTo>
                    <a:pt x="10595" y="3162295"/>
                    <a:pt x="-31858" y="3059901"/>
                    <a:pt x="28020" y="3000022"/>
                  </a:cubicBezTo>
                  <a:lnTo>
                    <a:pt x="2991889" y="36153"/>
                  </a:lnTo>
                  <a:close/>
                </a:path>
              </a:pathLst>
            </a:custGeom>
            <a:gradFill>
              <a:gsLst>
                <a:gs pos="6000">
                  <a:schemeClr val="accent5"/>
                </a:gs>
                <a:gs pos="7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p>
          </p:txBody>
        </p:sp>
        <p:sp>
          <p:nvSpPr>
            <p:cNvPr id="5" name="Freeform: Shape 4">
              <a:extLst>
                <a:ext uri="{FF2B5EF4-FFF2-40B4-BE49-F238E27FC236}">
                  <a16:creationId xmlns:a16="http://schemas.microsoft.com/office/drawing/2014/main" id="{6BD13FCB-AB86-7965-C7A5-41F3EA7F3FEE}"/>
                </a:ext>
              </a:extLst>
            </p:cNvPr>
            <p:cNvSpPr/>
            <p:nvPr/>
          </p:nvSpPr>
          <p:spPr>
            <a:xfrm>
              <a:off x="5111737" y="2041036"/>
              <a:ext cx="5910657" cy="3921348"/>
            </a:xfrm>
            <a:custGeom>
              <a:avLst/>
              <a:gdLst>
                <a:gd name="connsiteX0" fmla="*/ 1729824 w 5910657"/>
                <a:gd name="connsiteY0" fmla="*/ 3921349 h 3921348"/>
                <a:gd name="connsiteX1" fmla="*/ 95248 w 5910657"/>
                <a:gd name="connsiteY1" fmla="*/ 3921349 h 3921348"/>
                <a:gd name="connsiteX2" fmla="*/ 28020 w 5910657"/>
                <a:gd name="connsiteY2" fmla="*/ 3759076 h 3921348"/>
                <a:gd name="connsiteX3" fmla="*/ 3508742 w 5910657"/>
                <a:gd name="connsiteY3" fmla="*/ 278354 h 3921348"/>
                <a:gd name="connsiteX4" fmla="*/ 4180834 w 5910657"/>
                <a:gd name="connsiteY4" fmla="*/ 0 h 3921348"/>
                <a:gd name="connsiteX5" fmla="*/ 5815410 w 5910657"/>
                <a:gd name="connsiteY5" fmla="*/ 0 h 3921348"/>
                <a:gd name="connsiteX6" fmla="*/ 5882638 w 5910657"/>
                <a:gd name="connsiteY6" fmla="*/ 162273 h 3921348"/>
                <a:gd name="connsiteX7" fmla="*/ 2401916 w 5910657"/>
                <a:gd name="connsiteY7" fmla="*/ 3642994 h 3921348"/>
                <a:gd name="connsiteX8" fmla="*/ 1729824 w 5910657"/>
                <a:gd name="connsiteY8" fmla="*/ 3921349 h 392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0657" h="3921348">
                  <a:moveTo>
                    <a:pt x="1729824" y="3921349"/>
                  </a:moveTo>
                  <a:lnTo>
                    <a:pt x="95248" y="3921349"/>
                  </a:lnTo>
                  <a:cubicBezTo>
                    <a:pt x="10595" y="3921349"/>
                    <a:pt x="-31858" y="3818954"/>
                    <a:pt x="28020" y="3759076"/>
                  </a:cubicBezTo>
                  <a:lnTo>
                    <a:pt x="3508742" y="278354"/>
                  </a:lnTo>
                  <a:cubicBezTo>
                    <a:pt x="3686982" y="100114"/>
                    <a:pt x="3928712" y="0"/>
                    <a:pt x="4180834" y="0"/>
                  </a:cubicBezTo>
                  <a:lnTo>
                    <a:pt x="5815410" y="0"/>
                  </a:lnTo>
                  <a:cubicBezTo>
                    <a:pt x="5900063" y="0"/>
                    <a:pt x="5942516" y="102395"/>
                    <a:pt x="5882638" y="162273"/>
                  </a:cubicBezTo>
                  <a:lnTo>
                    <a:pt x="2401916" y="3642994"/>
                  </a:lnTo>
                  <a:cubicBezTo>
                    <a:pt x="2223676" y="3821235"/>
                    <a:pt x="1981946" y="3921349"/>
                    <a:pt x="1729824" y="3921349"/>
                  </a:cubicBezTo>
                  <a:close/>
                </a:path>
              </a:pathLst>
            </a:custGeom>
            <a:gradFill>
              <a:gsLst>
                <a:gs pos="21000">
                  <a:schemeClr val="accent5"/>
                </a:gs>
                <a:gs pos="8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p>
          </p:txBody>
        </p:sp>
      </p:grpSp>
      <p:sp>
        <p:nvSpPr>
          <p:cNvPr id="10" name="Text Placeholder 862">
            <a:extLst>
              <a:ext uri="{FF2B5EF4-FFF2-40B4-BE49-F238E27FC236}">
                <a16:creationId xmlns:a16="http://schemas.microsoft.com/office/drawing/2014/main" id="{BB1BA4EC-6D18-954E-81DD-4678CFBE6FFB}"/>
              </a:ext>
            </a:extLst>
          </p:cNvPr>
          <p:cNvSpPr>
            <a:spLocks noGrp="1"/>
          </p:cNvSpPr>
          <p:nvPr>
            <p:ph type="body" sz="quarter" idx="12" hasCustomPrompt="1"/>
          </p:nvPr>
        </p:nvSpPr>
        <p:spPr>
          <a:xfrm>
            <a:off x="608013" y="2233670"/>
            <a:ext cx="6497867" cy="2285999"/>
          </a:xfrm>
        </p:spPr>
        <p:txBody>
          <a:bodyPr anchor="ctr"/>
          <a:lstStyle>
            <a:lvl1pPr>
              <a:lnSpc>
                <a:spcPct val="100000"/>
              </a:lnSpc>
              <a:spcBef>
                <a:spcPts val="0"/>
              </a:spcBef>
              <a:defRPr sz="3600">
                <a:solidFill>
                  <a:schemeClr val="tx1"/>
                </a:solidFill>
              </a:defRPr>
            </a:lvl1pPr>
            <a:lvl2pPr marL="273050" indent="0">
              <a:buNone/>
              <a:defRPr/>
            </a:lvl2pPr>
          </a:lstStyle>
          <a:p>
            <a:pPr lvl="0"/>
            <a:r>
              <a:rPr lang="en-US" dirty="0"/>
              <a:t>Slide with large text placeholder, purple theme.</a:t>
            </a:r>
          </a:p>
        </p:txBody>
      </p:sp>
      <p:sp>
        <p:nvSpPr>
          <p:cNvPr id="16" name="page number">
            <a:extLst>
              <a:ext uri="{FF2B5EF4-FFF2-40B4-BE49-F238E27FC236}">
                <a16:creationId xmlns:a16="http://schemas.microsoft.com/office/drawing/2014/main" id="{312DD3E6-E621-1B4F-9197-621CC0C346AF}"/>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grpSp>
        <p:nvGrpSpPr>
          <p:cNvPr id="7" name="Group 6">
            <a:extLst>
              <a:ext uri="{FF2B5EF4-FFF2-40B4-BE49-F238E27FC236}">
                <a16:creationId xmlns:a16="http://schemas.microsoft.com/office/drawing/2014/main" id="{49C4F28F-D820-7F1F-91C7-4E732E3FF4B9}"/>
              </a:ext>
            </a:extLst>
          </p:cNvPr>
          <p:cNvGrpSpPr/>
          <p:nvPr userDrawn="1"/>
        </p:nvGrpSpPr>
        <p:grpSpPr>
          <a:xfrm>
            <a:off x="5111737" y="1408637"/>
            <a:ext cx="7077088" cy="4553747"/>
            <a:chOff x="5111737" y="1408637"/>
            <a:chExt cx="7077088" cy="4553747"/>
          </a:xfrm>
        </p:grpSpPr>
        <p:sp>
          <p:nvSpPr>
            <p:cNvPr id="8" name="Freeform: Shape 3">
              <a:extLst>
                <a:ext uri="{FF2B5EF4-FFF2-40B4-BE49-F238E27FC236}">
                  <a16:creationId xmlns:a16="http://schemas.microsoft.com/office/drawing/2014/main" id="{A23EE99F-E93C-3420-BB05-2D555AD744F2}"/>
                </a:ext>
              </a:extLst>
            </p:cNvPr>
            <p:cNvSpPr/>
            <p:nvPr/>
          </p:nvSpPr>
          <p:spPr>
            <a:xfrm>
              <a:off x="9152842" y="1408637"/>
              <a:ext cx="3035983" cy="3162295"/>
            </a:xfrm>
            <a:custGeom>
              <a:avLst/>
              <a:gdLst>
                <a:gd name="connsiteX0" fmla="*/ 3035983 w 3035983"/>
                <a:gd name="connsiteY0" fmla="*/ 0 h 3162295"/>
                <a:gd name="connsiteX1" fmla="*/ 3035983 w 3035983"/>
                <a:gd name="connsiteY1" fmla="*/ 1627776 h 3162295"/>
                <a:gd name="connsiteX2" fmla="*/ 1779818 w 3035983"/>
                <a:gd name="connsiteY2" fmla="*/ 2883941 h 3162295"/>
                <a:gd name="connsiteX3" fmla="*/ 1107726 w 3035983"/>
                <a:gd name="connsiteY3" fmla="*/ 3162295 h 3162295"/>
                <a:gd name="connsiteX4" fmla="*/ 95248 w 3035983"/>
                <a:gd name="connsiteY4" fmla="*/ 3162295 h 3162295"/>
                <a:gd name="connsiteX5" fmla="*/ 28020 w 3035983"/>
                <a:gd name="connsiteY5" fmla="*/ 3000022 h 3162295"/>
                <a:gd name="connsiteX6" fmla="*/ 2991889 w 3035983"/>
                <a:gd name="connsiteY6" fmla="*/ 36153 h 316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5983" h="3162295">
                  <a:moveTo>
                    <a:pt x="3035983" y="0"/>
                  </a:moveTo>
                  <a:lnTo>
                    <a:pt x="3035983" y="1627776"/>
                  </a:lnTo>
                  <a:lnTo>
                    <a:pt x="1779818" y="2883941"/>
                  </a:lnTo>
                  <a:cubicBezTo>
                    <a:pt x="1601578" y="3062182"/>
                    <a:pt x="1359848" y="3162295"/>
                    <a:pt x="1107726" y="3162295"/>
                  </a:cubicBezTo>
                  <a:lnTo>
                    <a:pt x="95248" y="3162295"/>
                  </a:lnTo>
                  <a:cubicBezTo>
                    <a:pt x="10595" y="3162295"/>
                    <a:pt x="-31858" y="3059901"/>
                    <a:pt x="28020" y="3000022"/>
                  </a:cubicBezTo>
                  <a:lnTo>
                    <a:pt x="2991889" y="36153"/>
                  </a:lnTo>
                  <a:close/>
                </a:path>
              </a:pathLst>
            </a:custGeom>
            <a:gradFill>
              <a:gsLst>
                <a:gs pos="6000">
                  <a:schemeClr val="accent5"/>
                </a:gs>
                <a:gs pos="7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p>
          </p:txBody>
        </p:sp>
        <p:sp>
          <p:nvSpPr>
            <p:cNvPr id="9" name="Freeform: Shape 4">
              <a:extLst>
                <a:ext uri="{FF2B5EF4-FFF2-40B4-BE49-F238E27FC236}">
                  <a16:creationId xmlns:a16="http://schemas.microsoft.com/office/drawing/2014/main" id="{6BD13FCB-AB86-7965-C7A5-41F3EA7F3FEE}"/>
                </a:ext>
              </a:extLst>
            </p:cNvPr>
            <p:cNvSpPr/>
            <p:nvPr/>
          </p:nvSpPr>
          <p:spPr>
            <a:xfrm>
              <a:off x="5111737" y="2041036"/>
              <a:ext cx="5910657" cy="3921348"/>
            </a:xfrm>
            <a:custGeom>
              <a:avLst/>
              <a:gdLst>
                <a:gd name="connsiteX0" fmla="*/ 1729824 w 5910657"/>
                <a:gd name="connsiteY0" fmla="*/ 3921349 h 3921348"/>
                <a:gd name="connsiteX1" fmla="*/ 95248 w 5910657"/>
                <a:gd name="connsiteY1" fmla="*/ 3921349 h 3921348"/>
                <a:gd name="connsiteX2" fmla="*/ 28020 w 5910657"/>
                <a:gd name="connsiteY2" fmla="*/ 3759076 h 3921348"/>
                <a:gd name="connsiteX3" fmla="*/ 3508742 w 5910657"/>
                <a:gd name="connsiteY3" fmla="*/ 278354 h 3921348"/>
                <a:gd name="connsiteX4" fmla="*/ 4180834 w 5910657"/>
                <a:gd name="connsiteY4" fmla="*/ 0 h 3921348"/>
                <a:gd name="connsiteX5" fmla="*/ 5815410 w 5910657"/>
                <a:gd name="connsiteY5" fmla="*/ 0 h 3921348"/>
                <a:gd name="connsiteX6" fmla="*/ 5882638 w 5910657"/>
                <a:gd name="connsiteY6" fmla="*/ 162273 h 3921348"/>
                <a:gd name="connsiteX7" fmla="*/ 2401916 w 5910657"/>
                <a:gd name="connsiteY7" fmla="*/ 3642994 h 3921348"/>
                <a:gd name="connsiteX8" fmla="*/ 1729824 w 5910657"/>
                <a:gd name="connsiteY8" fmla="*/ 3921349 h 392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0657" h="3921348">
                  <a:moveTo>
                    <a:pt x="1729824" y="3921349"/>
                  </a:moveTo>
                  <a:lnTo>
                    <a:pt x="95248" y="3921349"/>
                  </a:lnTo>
                  <a:cubicBezTo>
                    <a:pt x="10595" y="3921349"/>
                    <a:pt x="-31858" y="3818954"/>
                    <a:pt x="28020" y="3759076"/>
                  </a:cubicBezTo>
                  <a:lnTo>
                    <a:pt x="3508742" y="278354"/>
                  </a:lnTo>
                  <a:cubicBezTo>
                    <a:pt x="3686982" y="100114"/>
                    <a:pt x="3928712" y="0"/>
                    <a:pt x="4180834" y="0"/>
                  </a:cubicBezTo>
                  <a:lnTo>
                    <a:pt x="5815410" y="0"/>
                  </a:lnTo>
                  <a:cubicBezTo>
                    <a:pt x="5900063" y="0"/>
                    <a:pt x="5942516" y="102395"/>
                    <a:pt x="5882638" y="162273"/>
                  </a:cubicBezTo>
                  <a:lnTo>
                    <a:pt x="2401916" y="3642994"/>
                  </a:lnTo>
                  <a:cubicBezTo>
                    <a:pt x="2223676" y="3821235"/>
                    <a:pt x="1981946" y="3921349"/>
                    <a:pt x="1729824" y="3921349"/>
                  </a:cubicBezTo>
                  <a:close/>
                </a:path>
              </a:pathLst>
            </a:custGeom>
            <a:gradFill>
              <a:gsLst>
                <a:gs pos="21000">
                  <a:schemeClr val="accent5"/>
                </a:gs>
                <a:gs pos="8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p>
          </p:txBody>
        </p:sp>
      </p:grpSp>
      <p:sp>
        <p:nvSpPr>
          <p:cNvPr id="11" name="page number">
            <a:extLst>
              <a:ext uri="{FF2B5EF4-FFF2-40B4-BE49-F238E27FC236}">
                <a16:creationId xmlns:a16="http://schemas.microsoft.com/office/drawing/2014/main" id="{312DD3E6-E621-1B4F-9197-621CC0C346AF}"/>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42427888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p:cSld name="Big Statement 2 - Leaf">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id="{790259BD-425B-08EE-F13F-3E45E77F1B69}"/>
              </a:ext>
            </a:extLst>
          </p:cNvPr>
          <p:cNvSpPr/>
          <p:nvPr/>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45000">
                <a:srgbClr val="299B75"/>
              </a:gs>
              <a:gs pos="80000">
                <a:srgbClr val="61A30E"/>
              </a:gs>
            </a:gsLst>
            <a:lin ang="0" scaled="1"/>
          </a:gradFill>
          <a:ln w="0" cap="flat">
            <a:noFill/>
            <a:prstDash val="solid"/>
            <a:miter/>
          </a:ln>
        </p:spPr>
        <p:txBody>
          <a:bodyPr rtlCol="0" anchor="ctr"/>
          <a:lstStyle/>
          <a:p>
            <a:endParaRPr lang="en-US"/>
          </a:p>
        </p:txBody>
      </p:sp>
      <p:sp>
        <p:nvSpPr>
          <p:cNvPr id="3" name="Freeform: Shape 2">
            <a:extLst>
              <a:ext uri="{FF2B5EF4-FFF2-40B4-BE49-F238E27FC236}">
                <a16:creationId xmlns:a16="http://schemas.microsoft.com/office/drawing/2014/main" id="{797BAED2-30F9-8FE2-1EEF-B548291B27BB}"/>
              </a:ext>
            </a:extLst>
          </p:cNvPr>
          <p:cNvSpPr/>
          <p:nvPr/>
        </p:nvSpPr>
        <p:spPr>
          <a:xfrm>
            <a:off x="6457030" y="3564299"/>
            <a:ext cx="5731795" cy="3298781"/>
          </a:xfrm>
          <a:custGeom>
            <a:avLst/>
            <a:gdLst>
              <a:gd name="connsiteX0" fmla="*/ 3823502 w 5731795"/>
              <a:gd name="connsiteY0" fmla="*/ 0 h 3298781"/>
              <a:gd name="connsiteX1" fmla="*/ 5731795 w 5731795"/>
              <a:gd name="connsiteY1" fmla="*/ 0 h 3298781"/>
              <a:gd name="connsiteX2" fmla="*/ 5731795 w 5731795"/>
              <a:gd name="connsiteY2" fmla="*/ 1358608 h 3298781"/>
              <a:gd name="connsiteX3" fmla="*/ 3791622 w 5731795"/>
              <a:gd name="connsiteY3" fmla="*/ 3298781 h 3298781"/>
              <a:gd name="connsiteX4" fmla="*/ 0 w 5731795"/>
              <a:gd name="connsiteY4" fmla="*/ 3298781 h 3298781"/>
              <a:gd name="connsiteX5" fmla="*/ 2927726 w 5731795"/>
              <a:gd name="connsiteY5" fmla="*/ 371055 h 3298781"/>
              <a:gd name="connsiteX6" fmla="*/ 3823502 w 5731795"/>
              <a:gd name="connsiteY6" fmla="*/ 0 h 329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795" h="3298781">
                <a:moveTo>
                  <a:pt x="3823502" y="0"/>
                </a:moveTo>
                <a:lnTo>
                  <a:pt x="5731795" y="0"/>
                </a:lnTo>
                <a:lnTo>
                  <a:pt x="5731795" y="1358608"/>
                </a:lnTo>
                <a:lnTo>
                  <a:pt x="3791622" y="3298781"/>
                </a:lnTo>
                <a:lnTo>
                  <a:pt x="0" y="3298781"/>
                </a:lnTo>
                <a:lnTo>
                  <a:pt x="2927726" y="371055"/>
                </a:lnTo>
                <a:cubicBezTo>
                  <a:pt x="3165320" y="133460"/>
                  <a:pt x="3487538" y="0"/>
                  <a:pt x="3823502" y="0"/>
                </a:cubicBezTo>
                <a:close/>
              </a:path>
            </a:pathLst>
          </a:custGeom>
          <a:gradFill>
            <a:gsLst>
              <a:gs pos="21000">
                <a:srgbClr val="61A30E"/>
              </a:gs>
              <a:gs pos="83000">
                <a:srgbClr val="0095C4"/>
              </a:gs>
            </a:gsLst>
            <a:lin ang="18900033" scaled="1"/>
          </a:gradFill>
          <a:ln w="0" cap="flat">
            <a:noFill/>
            <a:prstDash val="solid"/>
            <a:miter/>
          </a:ln>
        </p:spPr>
        <p:txBody>
          <a:bodyPr rtlCol="0" anchor="ctr"/>
          <a:lstStyle/>
          <a:p>
            <a:endParaRPr lang="en-US"/>
          </a:p>
        </p:txBody>
      </p:sp>
      <p:sp>
        <p:nvSpPr>
          <p:cNvPr id="28" name="Title 1">
            <a:extLst>
              <a:ext uri="{FF2B5EF4-FFF2-40B4-BE49-F238E27FC236}">
                <a16:creationId xmlns:a16="http://schemas.microsoft.com/office/drawing/2014/main" id="{426C215B-BC62-3CF9-EDF0-6413174A435A}"/>
              </a:ext>
            </a:extLst>
          </p:cNvPr>
          <p:cNvSpPr>
            <a:spLocks noGrp="1"/>
          </p:cNvSpPr>
          <p:nvPr>
            <p:ph type="title" hasCustomPrompt="1"/>
          </p:nvPr>
        </p:nvSpPr>
        <p:spPr>
          <a:xfrm>
            <a:off x="589108" y="938794"/>
            <a:ext cx="6427626" cy="1229360"/>
          </a:xfrm>
        </p:spPr>
        <p:txBody>
          <a:bodyPr wrap="square" anchor="b"/>
          <a:lstStyle>
            <a:lvl1pPr algn="l">
              <a:defRPr sz="3600" b="0" cap="none" baseline="0">
                <a:solidFill>
                  <a:schemeClr val="tx1"/>
                </a:solidFill>
              </a:defRPr>
            </a:lvl1pPr>
          </a:lstStyle>
          <a:p>
            <a:r>
              <a:rPr lang="en-US" dirty="0"/>
              <a:t>Big Statement – Green Theme</a:t>
            </a:r>
          </a:p>
        </p:txBody>
      </p:sp>
      <p:sp>
        <p:nvSpPr>
          <p:cNvPr id="29" name="Subtitle">
            <a:extLst>
              <a:ext uri="{FF2B5EF4-FFF2-40B4-BE49-F238E27FC236}">
                <a16:creationId xmlns:a16="http://schemas.microsoft.com/office/drawing/2014/main" id="{615FECE3-9918-4B48-E68F-739600E4B93A}"/>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7" name="page number">
            <a:extLst>
              <a:ext uri="{FF2B5EF4-FFF2-40B4-BE49-F238E27FC236}">
                <a16:creationId xmlns:a16="http://schemas.microsoft.com/office/drawing/2014/main" id="{4144FBF0-61D7-2140-A159-ECF2E9CDDA21}"/>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8" name="Freeform: Shape 1">
            <a:extLst>
              <a:ext uri="{FF2B5EF4-FFF2-40B4-BE49-F238E27FC236}">
                <a16:creationId xmlns:a16="http://schemas.microsoft.com/office/drawing/2014/main" id="{790259BD-425B-08EE-F13F-3E45E77F1B69}"/>
              </a:ext>
            </a:extLst>
          </p:cNvPr>
          <p:cNvSpPr/>
          <p:nvPr userDrawn="1"/>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45000">
                <a:srgbClr val="299B75"/>
              </a:gs>
              <a:gs pos="80000">
                <a:srgbClr val="61A30E"/>
              </a:gs>
            </a:gsLst>
            <a:lin ang="0" scaled="1"/>
          </a:gradFill>
          <a:ln w="0" cap="flat">
            <a:noFill/>
            <a:prstDash val="solid"/>
            <a:miter/>
          </a:ln>
        </p:spPr>
        <p:txBody>
          <a:bodyPr rtlCol="0" anchor="ctr"/>
          <a:lstStyle/>
          <a:p>
            <a:endParaRPr lang="en-US"/>
          </a:p>
        </p:txBody>
      </p:sp>
      <p:sp>
        <p:nvSpPr>
          <p:cNvPr id="9" name="Freeform: Shape 2">
            <a:extLst>
              <a:ext uri="{FF2B5EF4-FFF2-40B4-BE49-F238E27FC236}">
                <a16:creationId xmlns:a16="http://schemas.microsoft.com/office/drawing/2014/main" id="{797BAED2-30F9-8FE2-1EEF-B548291B27BB}"/>
              </a:ext>
            </a:extLst>
          </p:cNvPr>
          <p:cNvSpPr/>
          <p:nvPr userDrawn="1"/>
        </p:nvSpPr>
        <p:spPr>
          <a:xfrm>
            <a:off x="6457030" y="3564299"/>
            <a:ext cx="5731795" cy="3298781"/>
          </a:xfrm>
          <a:custGeom>
            <a:avLst/>
            <a:gdLst>
              <a:gd name="connsiteX0" fmla="*/ 3823502 w 5731795"/>
              <a:gd name="connsiteY0" fmla="*/ 0 h 3298781"/>
              <a:gd name="connsiteX1" fmla="*/ 5731795 w 5731795"/>
              <a:gd name="connsiteY1" fmla="*/ 0 h 3298781"/>
              <a:gd name="connsiteX2" fmla="*/ 5731795 w 5731795"/>
              <a:gd name="connsiteY2" fmla="*/ 1358608 h 3298781"/>
              <a:gd name="connsiteX3" fmla="*/ 3791622 w 5731795"/>
              <a:gd name="connsiteY3" fmla="*/ 3298781 h 3298781"/>
              <a:gd name="connsiteX4" fmla="*/ 0 w 5731795"/>
              <a:gd name="connsiteY4" fmla="*/ 3298781 h 3298781"/>
              <a:gd name="connsiteX5" fmla="*/ 2927726 w 5731795"/>
              <a:gd name="connsiteY5" fmla="*/ 371055 h 3298781"/>
              <a:gd name="connsiteX6" fmla="*/ 3823502 w 5731795"/>
              <a:gd name="connsiteY6" fmla="*/ 0 h 329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795" h="3298781">
                <a:moveTo>
                  <a:pt x="3823502" y="0"/>
                </a:moveTo>
                <a:lnTo>
                  <a:pt x="5731795" y="0"/>
                </a:lnTo>
                <a:lnTo>
                  <a:pt x="5731795" y="1358608"/>
                </a:lnTo>
                <a:lnTo>
                  <a:pt x="3791622" y="3298781"/>
                </a:lnTo>
                <a:lnTo>
                  <a:pt x="0" y="3298781"/>
                </a:lnTo>
                <a:lnTo>
                  <a:pt x="2927726" y="371055"/>
                </a:lnTo>
                <a:cubicBezTo>
                  <a:pt x="3165320" y="133460"/>
                  <a:pt x="3487538" y="0"/>
                  <a:pt x="3823502" y="0"/>
                </a:cubicBezTo>
                <a:close/>
              </a:path>
            </a:pathLst>
          </a:custGeom>
          <a:gradFill>
            <a:gsLst>
              <a:gs pos="21000">
                <a:srgbClr val="61A30E"/>
              </a:gs>
              <a:gs pos="83000">
                <a:srgbClr val="0095C4"/>
              </a:gs>
            </a:gsLst>
            <a:lin ang="18900033" scaled="1"/>
          </a:gradFill>
          <a:ln w="0" cap="flat">
            <a:noFill/>
            <a:prstDash val="solid"/>
            <a:miter/>
          </a:ln>
        </p:spPr>
        <p:txBody>
          <a:bodyPr rtlCol="0" anchor="ctr"/>
          <a:lstStyle/>
          <a:p>
            <a:endParaRPr lang="en-US"/>
          </a:p>
        </p:txBody>
      </p:sp>
      <p:sp>
        <p:nvSpPr>
          <p:cNvPr id="10" name="page number">
            <a:extLst>
              <a:ext uri="{FF2B5EF4-FFF2-40B4-BE49-F238E27FC236}">
                <a16:creationId xmlns:a16="http://schemas.microsoft.com/office/drawing/2014/main" id="{4144FBF0-61D7-2140-A159-ECF2E9CDDA21}"/>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17982114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p:cSld name="Big Statement 2 - Aqua">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C8B1DED2-F6CE-9D78-8DD9-803750B574EF}"/>
              </a:ext>
            </a:extLst>
          </p:cNvPr>
          <p:cNvSpPr/>
          <p:nvPr/>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80000">
                <a:schemeClr val="accent1"/>
              </a:gs>
            </a:gsLst>
            <a:lin ang="0" scaled="1"/>
          </a:gradFill>
          <a:ln w="0" cap="flat">
            <a:noFill/>
            <a:prstDash val="solid"/>
            <a:miter/>
          </a:ln>
        </p:spPr>
        <p:txBody>
          <a:bodyPr rtlCol="0" anchor="ctr"/>
          <a:lstStyle/>
          <a:p>
            <a:endParaRPr lang="en-US">
              <a:solidFill>
                <a:schemeClr val="tx1"/>
              </a:solidFill>
            </a:endParaRPr>
          </a:p>
        </p:txBody>
      </p:sp>
      <p:sp>
        <p:nvSpPr>
          <p:cNvPr id="9" name="Freeform: Shape 8">
            <a:extLst>
              <a:ext uri="{FF2B5EF4-FFF2-40B4-BE49-F238E27FC236}">
                <a16:creationId xmlns:a16="http://schemas.microsoft.com/office/drawing/2014/main" id="{6C96B54B-26F9-6C7B-9D73-932720ABCAA1}"/>
              </a:ext>
            </a:extLst>
          </p:cNvPr>
          <p:cNvSpPr/>
          <p:nvPr/>
        </p:nvSpPr>
        <p:spPr>
          <a:xfrm>
            <a:off x="6457030" y="3564299"/>
            <a:ext cx="5731795" cy="3298781"/>
          </a:xfrm>
          <a:custGeom>
            <a:avLst/>
            <a:gdLst>
              <a:gd name="connsiteX0" fmla="*/ 3823502 w 5731795"/>
              <a:gd name="connsiteY0" fmla="*/ 0 h 3298781"/>
              <a:gd name="connsiteX1" fmla="*/ 5731795 w 5731795"/>
              <a:gd name="connsiteY1" fmla="*/ 0 h 3298781"/>
              <a:gd name="connsiteX2" fmla="*/ 5731795 w 5731795"/>
              <a:gd name="connsiteY2" fmla="*/ 1358608 h 3298781"/>
              <a:gd name="connsiteX3" fmla="*/ 3791622 w 5731795"/>
              <a:gd name="connsiteY3" fmla="*/ 3298781 h 3298781"/>
              <a:gd name="connsiteX4" fmla="*/ 0 w 5731795"/>
              <a:gd name="connsiteY4" fmla="*/ 3298781 h 3298781"/>
              <a:gd name="connsiteX5" fmla="*/ 2927726 w 5731795"/>
              <a:gd name="connsiteY5" fmla="*/ 371055 h 3298781"/>
              <a:gd name="connsiteX6" fmla="*/ 3823502 w 5731795"/>
              <a:gd name="connsiteY6" fmla="*/ 0 h 329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795" h="3298781">
                <a:moveTo>
                  <a:pt x="3823502" y="0"/>
                </a:moveTo>
                <a:lnTo>
                  <a:pt x="5731795" y="0"/>
                </a:lnTo>
                <a:lnTo>
                  <a:pt x="5731795" y="1358608"/>
                </a:lnTo>
                <a:lnTo>
                  <a:pt x="3791622" y="3298781"/>
                </a:lnTo>
                <a:lnTo>
                  <a:pt x="0" y="3298781"/>
                </a:lnTo>
                <a:lnTo>
                  <a:pt x="2927726" y="371055"/>
                </a:lnTo>
                <a:cubicBezTo>
                  <a:pt x="3165320" y="133460"/>
                  <a:pt x="3487538" y="0"/>
                  <a:pt x="3823502" y="0"/>
                </a:cubicBezTo>
                <a:close/>
              </a:path>
            </a:pathLst>
          </a:custGeom>
          <a:gradFill>
            <a:gsLst>
              <a:gs pos="21000">
                <a:schemeClr val="accent1"/>
              </a:gs>
              <a:gs pos="83000">
                <a:srgbClr val="0095C4"/>
              </a:gs>
            </a:gsLst>
            <a:lin ang="18900033" scaled="1"/>
          </a:gradFill>
          <a:ln w="0" cap="flat">
            <a:noFill/>
            <a:prstDash val="solid"/>
            <a:miter/>
          </a:ln>
        </p:spPr>
        <p:txBody>
          <a:bodyPr rtlCol="0" anchor="ctr"/>
          <a:lstStyle/>
          <a:p>
            <a:endParaRPr lang="en-US">
              <a:solidFill>
                <a:schemeClr val="tx1"/>
              </a:solidFill>
            </a:endParaRPr>
          </a:p>
        </p:txBody>
      </p:sp>
      <p:sp>
        <p:nvSpPr>
          <p:cNvPr id="8" name="page number">
            <a:extLst>
              <a:ext uri="{FF2B5EF4-FFF2-40B4-BE49-F238E27FC236}">
                <a16:creationId xmlns:a16="http://schemas.microsoft.com/office/drawing/2014/main" id="{45469056-638C-FF40-8AA5-0675077535BA}"/>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29" name="Title 1">
            <a:extLst>
              <a:ext uri="{FF2B5EF4-FFF2-40B4-BE49-F238E27FC236}">
                <a16:creationId xmlns:a16="http://schemas.microsoft.com/office/drawing/2014/main" id="{001CFD5C-7C19-8E30-BF20-52E7629C490B}"/>
              </a:ext>
            </a:extLst>
          </p:cNvPr>
          <p:cNvSpPr>
            <a:spLocks noGrp="1"/>
          </p:cNvSpPr>
          <p:nvPr>
            <p:ph type="title" hasCustomPrompt="1"/>
          </p:nvPr>
        </p:nvSpPr>
        <p:spPr>
          <a:xfrm>
            <a:off x="589108" y="938794"/>
            <a:ext cx="6427626" cy="1229360"/>
          </a:xfrm>
        </p:spPr>
        <p:txBody>
          <a:bodyPr wrap="square" anchor="b"/>
          <a:lstStyle>
            <a:lvl1pPr algn="l">
              <a:defRPr sz="3600" b="0" cap="none" baseline="0">
                <a:solidFill>
                  <a:schemeClr val="tx1"/>
                </a:solidFill>
              </a:defRPr>
            </a:lvl1pPr>
          </a:lstStyle>
          <a:p>
            <a:r>
              <a:rPr lang="en-US" dirty="0"/>
              <a:t>Big Statement – Blue Theme</a:t>
            </a:r>
          </a:p>
        </p:txBody>
      </p:sp>
      <p:sp>
        <p:nvSpPr>
          <p:cNvPr id="30" name="Subtitle">
            <a:extLst>
              <a:ext uri="{FF2B5EF4-FFF2-40B4-BE49-F238E27FC236}">
                <a16:creationId xmlns:a16="http://schemas.microsoft.com/office/drawing/2014/main" id="{2765CEAA-0CA6-BE98-B450-1301D576C6A5}"/>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10" name="Freeform: Shape 6">
            <a:extLst>
              <a:ext uri="{FF2B5EF4-FFF2-40B4-BE49-F238E27FC236}">
                <a16:creationId xmlns:a16="http://schemas.microsoft.com/office/drawing/2014/main" id="{C8B1DED2-F6CE-9D78-8DD9-803750B574EF}"/>
              </a:ext>
            </a:extLst>
          </p:cNvPr>
          <p:cNvSpPr/>
          <p:nvPr userDrawn="1"/>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80000">
                <a:schemeClr val="accent1"/>
              </a:gs>
            </a:gsLst>
            <a:lin ang="0" scaled="1"/>
          </a:gradFill>
          <a:ln w="0" cap="flat">
            <a:noFill/>
            <a:prstDash val="solid"/>
            <a:miter/>
          </a:ln>
        </p:spPr>
        <p:txBody>
          <a:bodyPr rtlCol="0" anchor="ctr"/>
          <a:lstStyle/>
          <a:p>
            <a:endParaRPr lang="en-US">
              <a:solidFill>
                <a:schemeClr val="tx1"/>
              </a:solidFill>
            </a:endParaRPr>
          </a:p>
        </p:txBody>
      </p:sp>
      <p:sp>
        <p:nvSpPr>
          <p:cNvPr id="11" name="Freeform: Shape 8">
            <a:extLst>
              <a:ext uri="{FF2B5EF4-FFF2-40B4-BE49-F238E27FC236}">
                <a16:creationId xmlns:a16="http://schemas.microsoft.com/office/drawing/2014/main" id="{6C96B54B-26F9-6C7B-9D73-932720ABCAA1}"/>
              </a:ext>
            </a:extLst>
          </p:cNvPr>
          <p:cNvSpPr/>
          <p:nvPr userDrawn="1"/>
        </p:nvSpPr>
        <p:spPr>
          <a:xfrm>
            <a:off x="6457030" y="3564299"/>
            <a:ext cx="5731795" cy="3298781"/>
          </a:xfrm>
          <a:custGeom>
            <a:avLst/>
            <a:gdLst>
              <a:gd name="connsiteX0" fmla="*/ 3823502 w 5731795"/>
              <a:gd name="connsiteY0" fmla="*/ 0 h 3298781"/>
              <a:gd name="connsiteX1" fmla="*/ 5731795 w 5731795"/>
              <a:gd name="connsiteY1" fmla="*/ 0 h 3298781"/>
              <a:gd name="connsiteX2" fmla="*/ 5731795 w 5731795"/>
              <a:gd name="connsiteY2" fmla="*/ 1358608 h 3298781"/>
              <a:gd name="connsiteX3" fmla="*/ 3791622 w 5731795"/>
              <a:gd name="connsiteY3" fmla="*/ 3298781 h 3298781"/>
              <a:gd name="connsiteX4" fmla="*/ 0 w 5731795"/>
              <a:gd name="connsiteY4" fmla="*/ 3298781 h 3298781"/>
              <a:gd name="connsiteX5" fmla="*/ 2927726 w 5731795"/>
              <a:gd name="connsiteY5" fmla="*/ 371055 h 3298781"/>
              <a:gd name="connsiteX6" fmla="*/ 3823502 w 5731795"/>
              <a:gd name="connsiteY6" fmla="*/ 0 h 329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795" h="3298781">
                <a:moveTo>
                  <a:pt x="3823502" y="0"/>
                </a:moveTo>
                <a:lnTo>
                  <a:pt x="5731795" y="0"/>
                </a:lnTo>
                <a:lnTo>
                  <a:pt x="5731795" y="1358608"/>
                </a:lnTo>
                <a:lnTo>
                  <a:pt x="3791622" y="3298781"/>
                </a:lnTo>
                <a:lnTo>
                  <a:pt x="0" y="3298781"/>
                </a:lnTo>
                <a:lnTo>
                  <a:pt x="2927726" y="371055"/>
                </a:lnTo>
                <a:cubicBezTo>
                  <a:pt x="3165320" y="133460"/>
                  <a:pt x="3487538" y="0"/>
                  <a:pt x="3823502" y="0"/>
                </a:cubicBezTo>
                <a:close/>
              </a:path>
            </a:pathLst>
          </a:custGeom>
          <a:gradFill>
            <a:gsLst>
              <a:gs pos="21000">
                <a:schemeClr val="accent1"/>
              </a:gs>
              <a:gs pos="83000">
                <a:srgbClr val="0095C4"/>
              </a:gs>
            </a:gsLst>
            <a:lin ang="18900033" scaled="1"/>
          </a:gradFill>
          <a:ln w="0" cap="flat">
            <a:noFill/>
            <a:prstDash val="solid"/>
            <a:miter/>
          </a:ln>
        </p:spPr>
        <p:txBody>
          <a:bodyPr rtlCol="0" anchor="ctr"/>
          <a:lstStyle/>
          <a:p>
            <a:endParaRPr lang="en-US">
              <a:solidFill>
                <a:schemeClr val="tx1"/>
              </a:solidFill>
            </a:endParaRPr>
          </a:p>
        </p:txBody>
      </p:sp>
      <p:sp>
        <p:nvSpPr>
          <p:cNvPr id="12" name="page number">
            <a:extLst>
              <a:ext uri="{FF2B5EF4-FFF2-40B4-BE49-F238E27FC236}">
                <a16:creationId xmlns:a16="http://schemas.microsoft.com/office/drawing/2014/main" id="{45469056-638C-FF40-8AA5-0675077535BA}"/>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27084673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p:cSld name="Big Statement 2 - Plum">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06E4A6A4-1A48-0239-8DF5-68F0A2A307AB}"/>
              </a:ext>
            </a:extLst>
          </p:cNvPr>
          <p:cNvSpPr/>
          <p:nvPr/>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80000">
                <a:schemeClr val="accent5"/>
              </a:gs>
            </a:gsLst>
            <a:lin ang="0" scaled="1"/>
          </a:gradFill>
          <a:ln w="0"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43583FB7-2B1D-4669-092E-B0B76204F1A0}"/>
              </a:ext>
            </a:extLst>
          </p:cNvPr>
          <p:cNvSpPr/>
          <p:nvPr/>
        </p:nvSpPr>
        <p:spPr>
          <a:xfrm>
            <a:off x="6457030" y="3564299"/>
            <a:ext cx="5731795" cy="3298781"/>
          </a:xfrm>
          <a:custGeom>
            <a:avLst/>
            <a:gdLst>
              <a:gd name="connsiteX0" fmla="*/ 3823502 w 5731795"/>
              <a:gd name="connsiteY0" fmla="*/ 0 h 3298781"/>
              <a:gd name="connsiteX1" fmla="*/ 5731795 w 5731795"/>
              <a:gd name="connsiteY1" fmla="*/ 0 h 3298781"/>
              <a:gd name="connsiteX2" fmla="*/ 5731795 w 5731795"/>
              <a:gd name="connsiteY2" fmla="*/ 1358608 h 3298781"/>
              <a:gd name="connsiteX3" fmla="*/ 3791622 w 5731795"/>
              <a:gd name="connsiteY3" fmla="*/ 3298781 h 3298781"/>
              <a:gd name="connsiteX4" fmla="*/ 0 w 5731795"/>
              <a:gd name="connsiteY4" fmla="*/ 3298781 h 3298781"/>
              <a:gd name="connsiteX5" fmla="*/ 2927726 w 5731795"/>
              <a:gd name="connsiteY5" fmla="*/ 371055 h 3298781"/>
              <a:gd name="connsiteX6" fmla="*/ 3823502 w 5731795"/>
              <a:gd name="connsiteY6" fmla="*/ 0 h 329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795" h="3298781">
                <a:moveTo>
                  <a:pt x="3823502" y="0"/>
                </a:moveTo>
                <a:lnTo>
                  <a:pt x="5731795" y="0"/>
                </a:lnTo>
                <a:lnTo>
                  <a:pt x="5731795" y="1358608"/>
                </a:lnTo>
                <a:lnTo>
                  <a:pt x="3791622" y="3298781"/>
                </a:lnTo>
                <a:lnTo>
                  <a:pt x="0" y="3298781"/>
                </a:lnTo>
                <a:lnTo>
                  <a:pt x="2927726" y="371055"/>
                </a:lnTo>
                <a:cubicBezTo>
                  <a:pt x="3165320" y="133460"/>
                  <a:pt x="3487538" y="0"/>
                  <a:pt x="3823502" y="0"/>
                </a:cubicBezTo>
                <a:close/>
              </a:path>
            </a:pathLst>
          </a:custGeom>
          <a:gradFill>
            <a:gsLst>
              <a:gs pos="21000">
                <a:schemeClr val="accent5"/>
              </a:gs>
              <a:gs pos="83000">
                <a:srgbClr val="0095C4"/>
              </a:gs>
            </a:gsLst>
            <a:lin ang="18900033" scaled="1"/>
          </a:gradFill>
          <a:ln w="0" cap="flat">
            <a:noFill/>
            <a:prstDash val="solid"/>
            <a:miter/>
          </a:ln>
        </p:spPr>
        <p:txBody>
          <a:bodyPr rtlCol="0" anchor="ctr"/>
          <a:lstStyle/>
          <a:p>
            <a:endParaRPr lang="en-US"/>
          </a:p>
        </p:txBody>
      </p:sp>
      <p:sp>
        <p:nvSpPr>
          <p:cNvPr id="7" name="page number">
            <a:extLst>
              <a:ext uri="{FF2B5EF4-FFF2-40B4-BE49-F238E27FC236}">
                <a16:creationId xmlns:a16="http://schemas.microsoft.com/office/drawing/2014/main" id="{2A1148C9-BE55-F64C-8A6E-A5239BDB4089}"/>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2" name="Title 1">
            <a:extLst>
              <a:ext uri="{FF2B5EF4-FFF2-40B4-BE49-F238E27FC236}">
                <a16:creationId xmlns:a16="http://schemas.microsoft.com/office/drawing/2014/main" id="{98CA9A76-8DB9-793E-B69C-4DDA15EBC5E2}"/>
              </a:ext>
            </a:extLst>
          </p:cNvPr>
          <p:cNvSpPr>
            <a:spLocks noGrp="1"/>
          </p:cNvSpPr>
          <p:nvPr>
            <p:ph type="title" hasCustomPrompt="1"/>
          </p:nvPr>
        </p:nvSpPr>
        <p:spPr>
          <a:xfrm>
            <a:off x="589108" y="938794"/>
            <a:ext cx="6427626" cy="1229360"/>
          </a:xfrm>
        </p:spPr>
        <p:txBody>
          <a:bodyPr wrap="square" anchor="b"/>
          <a:lstStyle>
            <a:lvl1pPr algn="l">
              <a:defRPr sz="3600" b="0" cap="none" baseline="0">
                <a:solidFill>
                  <a:schemeClr val="tx1"/>
                </a:solidFill>
              </a:defRPr>
            </a:lvl1pPr>
          </a:lstStyle>
          <a:p>
            <a:r>
              <a:rPr lang="en-US" dirty="0"/>
              <a:t>Big Statement – Purple Theme</a:t>
            </a:r>
          </a:p>
        </p:txBody>
      </p:sp>
      <p:sp>
        <p:nvSpPr>
          <p:cNvPr id="3" name="Subtitle">
            <a:extLst>
              <a:ext uri="{FF2B5EF4-FFF2-40B4-BE49-F238E27FC236}">
                <a16:creationId xmlns:a16="http://schemas.microsoft.com/office/drawing/2014/main" id="{E9F2B30E-136B-200F-6F46-63B36E449AFD}"/>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8" name="Freeform: Shape 9">
            <a:extLst>
              <a:ext uri="{FF2B5EF4-FFF2-40B4-BE49-F238E27FC236}">
                <a16:creationId xmlns:a16="http://schemas.microsoft.com/office/drawing/2014/main" id="{06E4A6A4-1A48-0239-8DF5-68F0A2A307AB}"/>
              </a:ext>
            </a:extLst>
          </p:cNvPr>
          <p:cNvSpPr/>
          <p:nvPr userDrawn="1"/>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80000">
                <a:schemeClr val="accent5"/>
              </a:gs>
            </a:gsLst>
            <a:lin ang="0" scaled="1"/>
          </a:gradFill>
          <a:ln w="0" cap="flat">
            <a:noFill/>
            <a:prstDash val="solid"/>
            <a:miter/>
          </a:ln>
        </p:spPr>
        <p:txBody>
          <a:bodyPr rtlCol="0" anchor="ctr"/>
          <a:lstStyle/>
          <a:p>
            <a:endParaRPr lang="en-US"/>
          </a:p>
        </p:txBody>
      </p:sp>
      <p:sp>
        <p:nvSpPr>
          <p:cNvPr id="9" name="Freeform: Shape 10">
            <a:extLst>
              <a:ext uri="{FF2B5EF4-FFF2-40B4-BE49-F238E27FC236}">
                <a16:creationId xmlns:a16="http://schemas.microsoft.com/office/drawing/2014/main" id="{43583FB7-2B1D-4669-092E-B0B76204F1A0}"/>
              </a:ext>
            </a:extLst>
          </p:cNvPr>
          <p:cNvSpPr/>
          <p:nvPr userDrawn="1"/>
        </p:nvSpPr>
        <p:spPr>
          <a:xfrm>
            <a:off x="6457030" y="3564299"/>
            <a:ext cx="5731795" cy="3298781"/>
          </a:xfrm>
          <a:custGeom>
            <a:avLst/>
            <a:gdLst>
              <a:gd name="connsiteX0" fmla="*/ 3823502 w 5731795"/>
              <a:gd name="connsiteY0" fmla="*/ 0 h 3298781"/>
              <a:gd name="connsiteX1" fmla="*/ 5731795 w 5731795"/>
              <a:gd name="connsiteY1" fmla="*/ 0 h 3298781"/>
              <a:gd name="connsiteX2" fmla="*/ 5731795 w 5731795"/>
              <a:gd name="connsiteY2" fmla="*/ 1358608 h 3298781"/>
              <a:gd name="connsiteX3" fmla="*/ 3791622 w 5731795"/>
              <a:gd name="connsiteY3" fmla="*/ 3298781 h 3298781"/>
              <a:gd name="connsiteX4" fmla="*/ 0 w 5731795"/>
              <a:gd name="connsiteY4" fmla="*/ 3298781 h 3298781"/>
              <a:gd name="connsiteX5" fmla="*/ 2927726 w 5731795"/>
              <a:gd name="connsiteY5" fmla="*/ 371055 h 3298781"/>
              <a:gd name="connsiteX6" fmla="*/ 3823502 w 5731795"/>
              <a:gd name="connsiteY6" fmla="*/ 0 h 329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795" h="3298781">
                <a:moveTo>
                  <a:pt x="3823502" y="0"/>
                </a:moveTo>
                <a:lnTo>
                  <a:pt x="5731795" y="0"/>
                </a:lnTo>
                <a:lnTo>
                  <a:pt x="5731795" y="1358608"/>
                </a:lnTo>
                <a:lnTo>
                  <a:pt x="3791622" y="3298781"/>
                </a:lnTo>
                <a:lnTo>
                  <a:pt x="0" y="3298781"/>
                </a:lnTo>
                <a:lnTo>
                  <a:pt x="2927726" y="371055"/>
                </a:lnTo>
                <a:cubicBezTo>
                  <a:pt x="3165320" y="133460"/>
                  <a:pt x="3487538" y="0"/>
                  <a:pt x="3823502" y="0"/>
                </a:cubicBezTo>
                <a:close/>
              </a:path>
            </a:pathLst>
          </a:custGeom>
          <a:gradFill>
            <a:gsLst>
              <a:gs pos="21000">
                <a:schemeClr val="accent5"/>
              </a:gs>
              <a:gs pos="83000">
                <a:srgbClr val="0095C4"/>
              </a:gs>
            </a:gsLst>
            <a:lin ang="18900033" scaled="1"/>
          </a:gradFill>
          <a:ln w="0" cap="flat">
            <a:noFill/>
            <a:prstDash val="solid"/>
            <a:miter/>
          </a:ln>
        </p:spPr>
        <p:txBody>
          <a:bodyPr rtlCol="0" anchor="ctr"/>
          <a:lstStyle/>
          <a:p>
            <a:endParaRPr lang="en-US"/>
          </a:p>
        </p:txBody>
      </p:sp>
      <p:sp>
        <p:nvSpPr>
          <p:cNvPr id="12" name="page number">
            <a:extLst>
              <a:ext uri="{FF2B5EF4-FFF2-40B4-BE49-F238E27FC236}">
                <a16:creationId xmlns:a16="http://schemas.microsoft.com/office/drawing/2014/main" id="{2A1148C9-BE55-F64C-8A6E-A5239BDB4089}"/>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9016752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p:cSld name="Big Statement with Photo">
    <p:spTree>
      <p:nvGrpSpPr>
        <p:cNvPr id="1" name=""/>
        <p:cNvGrpSpPr/>
        <p:nvPr/>
      </p:nvGrpSpPr>
      <p:grpSpPr>
        <a:xfrm>
          <a:off x="0" y="0"/>
          <a:ext cx="0" cy="0"/>
          <a:chOff x="0" y="0"/>
          <a:chExt cx="0" cy="0"/>
        </a:xfrm>
      </p:grpSpPr>
      <p:sp>
        <p:nvSpPr>
          <p:cNvPr id="17" name="Text Placeholder 862">
            <a:extLst>
              <a:ext uri="{FF2B5EF4-FFF2-40B4-BE49-F238E27FC236}">
                <a16:creationId xmlns:a16="http://schemas.microsoft.com/office/drawing/2014/main" id="{C8F55BC8-3E55-49EB-BF20-18EB4F7F5970}"/>
              </a:ext>
            </a:extLst>
          </p:cNvPr>
          <p:cNvSpPr>
            <a:spLocks noGrp="1"/>
          </p:cNvSpPr>
          <p:nvPr>
            <p:ph type="body" sz="quarter" idx="12" hasCustomPrompt="1"/>
          </p:nvPr>
        </p:nvSpPr>
        <p:spPr>
          <a:xfrm>
            <a:off x="608014" y="2514600"/>
            <a:ext cx="5485844" cy="1828799"/>
          </a:xfrm>
        </p:spPr>
        <p:txBody>
          <a:bodyPr anchor="ctr"/>
          <a:lstStyle>
            <a:lvl1pPr>
              <a:lnSpc>
                <a:spcPct val="100000"/>
              </a:lnSpc>
              <a:spcBef>
                <a:spcPts val="0"/>
              </a:spcBef>
              <a:defRPr sz="3600">
                <a:solidFill>
                  <a:schemeClr val="tx1"/>
                </a:solidFill>
              </a:defRPr>
            </a:lvl1pPr>
            <a:lvl2pPr marL="273050" indent="0">
              <a:buNone/>
              <a:defRPr/>
            </a:lvl2pPr>
          </a:lstStyle>
          <a:p>
            <a:pPr lvl="0"/>
            <a:r>
              <a:rPr lang="en-US" dirty="0"/>
              <a:t>Click to add text</a:t>
            </a:r>
          </a:p>
        </p:txBody>
      </p:sp>
      <p:sp>
        <p:nvSpPr>
          <p:cNvPr id="4" name="Picture Placeholder 3">
            <a:extLst>
              <a:ext uri="{FF2B5EF4-FFF2-40B4-BE49-F238E27FC236}">
                <a16:creationId xmlns:a16="http://schemas.microsoft.com/office/drawing/2014/main" id="{05DD6E7D-B875-48DF-B6A8-450BD6AE1716}"/>
              </a:ext>
            </a:extLst>
          </p:cNvPr>
          <p:cNvSpPr>
            <a:spLocks noGrp="1"/>
          </p:cNvSpPr>
          <p:nvPr>
            <p:ph type="pic" sz="quarter" idx="11" hasCustomPrompt="1"/>
          </p:nvPr>
        </p:nvSpPr>
        <p:spPr>
          <a:xfrm>
            <a:off x="6785687" y="76200"/>
            <a:ext cx="5403138" cy="6781800"/>
          </a:xfrm>
        </p:spPr>
        <p:txBody>
          <a:bodyPr lIns="640080" tIns="0" rIns="640080" anchor="ctr"/>
          <a:lstStyle>
            <a:lvl1pPr algn="ctr">
              <a:defRPr/>
            </a:lvl1pPr>
          </a:lstStyle>
          <a:p>
            <a:r>
              <a:rPr lang="en-US" dirty="0"/>
              <a:t>Click on the icon to insert a picture from your computer</a:t>
            </a:r>
          </a:p>
        </p:txBody>
      </p:sp>
      <p:sp>
        <p:nvSpPr>
          <p:cNvPr id="6" name="page number">
            <a:extLst>
              <a:ext uri="{FF2B5EF4-FFF2-40B4-BE49-F238E27FC236}">
                <a16:creationId xmlns:a16="http://schemas.microsoft.com/office/drawing/2014/main" id="{1AAC44A2-B8BC-4B45-BE44-C4C65AFCB660}"/>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5" name="page number">
            <a:extLst>
              <a:ext uri="{FF2B5EF4-FFF2-40B4-BE49-F238E27FC236}">
                <a16:creationId xmlns:a16="http://schemas.microsoft.com/office/drawing/2014/main" id="{1AAC44A2-B8BC-4B45-BE44-C4C65AFCB660}"/>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28751757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p:cSld name="Big Statistic">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73D8C2E-2827-1599-941D-1FD3BF42DC89}"/>
              </a:ext>
            </a:extLst>
          </p:cNvPr>
          <p:cNvSpPr/>
          <p:nvPr/>
        </p:nvSpPr>
        <p:spPr>
          <a:xfrm>
            <a:off x="0" y="84572"/>
            <a:ext cx="12188825" cy="424600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 name="Oval 2">
            <a:extLst>
              <a:ext uri="{FF2B5EF4-FFF2-40B4-BE49-F238E27FC236}">
                <a16:creationId xmlns:a16="http://schemas.microsoft.com/office/drawing/2014/main" id="{24AFE851-C873-10C5-E165-301FDB834692}"/>
              </a:ext>
            </a:extLst>
          </p:cNvPr>
          <p:cNvSpPr/>
          <p:nvPr/>
        </p:nvSpPr>
        <p:spPr>
          <a:xfrm>
            <a:off x="667600" y="722997"/>
            <a:ext cx="4470400" cy="4470400"/>
          </a:xfrm>
          <a:prstGeom prst="ellipse">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3" name="Chart Placeholder 22">
            <a:extLst>
              <a:ext uri="{FF2B5EF4-FFF2-40B4-BE49-F238E27FC236}">
                <a16:creationId xmlns:a16="http://schemas.microsoft.com/office/drawing/2014/main" id="{4093E53D-7586-4113-99BD-F45F1343692F}"/>
              </a:ext>
            </a:extLst>
          </p:cNvPr>
          <p:cNvSpPr>
            <a:spLocks noGrp="1"/>
          </p:cNvSpPr>
          <p:nvPr>
            <p:ph type="chart" sz="quarter" idx="13" hasCustomPrompt="1"/>
          </p:nvPr>
        </p:nvSpPr>
        <p:spPr>
          <a:xfrm>
            <a:off x="662672" y="722997"/>
            <a:ext cx="4480256" cy="4480256"/>
          </a:xfrm>
        </p:spPr>
        <p:txBody>
          <a:bodyPr anchor="ctr"/>
          <a:lstStyle>
            <a:lvl1pPr algn="ctr">
              <a:defRPr/>
            </a:lvl1pPr>
          </a:lstStyle>
          <a:p>
            <a:r>
              <a:rPr lang="en-US"/>
              <a:t>Click to insert a </a:t>
            </a:r>
            <a:br>
              <a:rPr lang="en-US"/>
            </a:br>
            <a:r>
              <a:rPr lang="en-US"/>
              <a:t>Doughnut chart</a:t>
            </a:r>
          </a:p>
        </p:txBody>
      </p:sp>
      <p:sp>
        <p:nvSpPr>
          <p:cNvPr id="13" name="Text Placeholder 12" descr="Doughnut chart label 1">
            <a:extLst>
              <a:ext uri="{FF2B5EF4-FFF2-40B4-BE49-F238E27FC236}">
                <a16:creationId xmlns:a16="http://schemas.microsoft.com/office/drawing/2014/main" id="{8C4F4198-4BE0-4282-8B86-20DED598DC17}"/>
              </a:ext>
            </a:extLst>
          </p:cNvPr>
          <p:cNvSpPr>
            <a:spLocks noGrp="1"/>
          </p:cNvSpPr>
          <p:nvPr>
            <p:ph type="body" sz="quarter" idx="18"/>
          </p:nvPr>
        </p:nvSpPr>
        <p:spPr>
          <a:xfrm>
            <a:off x="608330" y="5507147"/>
            <a:ext cx="1371064" cy="423862"/>
          </a:xfrm>
        </p:spPr>
        <p:txBody>
          <a:bodyPr/>
          <a:lstStyle>
            <a:lvl1pPr algn="l">
              <a:defRPr sz="1200">
                <a:solidFill>
                  <a:schemeClr val="tx1"/>
                </a:solidFill>
              </a:defRPr>
            </a:lvl1pPr>
          </a:lstStyle>
          <a:p>
            <a:pPr lvl="0"/>
            <a:r>
              <a:rPr lang="en-US"/>
              <a:t>Click to edit Master text styles</a:t>
            </a:r>
          </a:p>
        </p:txBody>
      </p:sp>
      <p:sp>
        <p:nvSpPr>
          <p:cNvPr id="70" name="Text Placeholder 12" descr="Doughnut chart label 2">
            <a:extLst>
              <a:ext uri="{FF2B5EF4-FFF2-40B4-BE49-F238E27FC236}">
                <a16:creationId xmlns:a16="http://schemas.microsoft.com/office/drawing/2014/main" id="{4B5F4E67-F2E8-4777-B495-668C321DCBAF}"/>
              </a:ext>
            </a:extLst>
          </p:cNvPr>
          <p:cNvSpPr>
            <a:spLocks noGrp="1"/>
          </p:cNvSpPr>
          <p:nvPr>
            <p:ph type="body" sz="quarter" idx="19"/>
          </p:nvPr>
        </p:nvSpPr>
        <p:spPr>
          <a:xfrm>
            <a:off x="2436416" y="5507147"/>
            <a:ext cx="1371064" cy="423862"/>
          </a:xfrm>
        </p:spPr>
        <p:txBody>
          <a:bodyPr/>
          <a:lstStyle>
            <a:lvl1pPr algn="l">
              <a:defRPr sz="1200">
                <a:solidFill>
                  <a:schemeClr val="tx1"/>
                </a:solidFill>
              </a:defRPr>
            </a:lvl1pPr>
          </a:lstStyle>
          <a:p>
            <a:pPr lvl="0"/>
            <a:r>
              <a:rPr lang="en-US"/>
              <a:t>Click to edit Master text styles</a:t>
            </a:r>
          </a:p>
        </p:txBody>
      </p:sp>
      <p:sp>
        <p:nvSpPr>
          <p:cNvPr id="71" name="Text Placeholder 12" descr="Doughnut chart label 4">
            <a:extLst>
              <a:ext uri="{FF2B5EF4-FFF2-40B4-BE49-F238E27FC236}">
                <a16:creationId xmlns:a16="http://schemas.microsoft.com/office/drawing/2014/main" id="{704846F3-64ED-4181-8AEC-68B9734DA96D}"/>
              </a:ext>
            </a:extLst>
          </p:cNvPr>
          <p:cNvSpPr>
            <a:spLocks noGrp="1"/>
          </p:cNvSpPr>
          <p:nvPr>
            <p:ph type="body" sz="quarter" idx="20"/>
          </p:nvPr>
        </p:nvSpPr>
        <p:spPr>
          <a:xfrm>
            <a:off x="4261103" y="5507147"/>
            <a:ext cx="1371064" cy="423862"/>
          </a:xfrm>
        </p:spPr>
        <p:txBody>
          <a:bodyPr/>
          <a:lstStyle>
            <a:lvl1pPr algn="l">
              <a:defRPr sz="1200">
                <a:solidFill>
                  <a:schemeClr val="tx1"/>
                </a:solidFill>
              </a:defRPr>
            </a:lvl1pPr>
          </a:lstStyle>
          <a:p>
            <a:pPr lvl="0"/>
            <a:r>
              <a:rPr lang="en-US"/>
              <a:t>Click to edit Master text styles</a:t>
            </a:r>
          </a:p>
        </p:txBody>
      </p:sp>
      <p:sp>
        <p:nvSpPr>
          <p:cNvPr id="72" name="Text Placeholder 12" descr="Doughnut chart label 5">
            <a:extLst>
              <a:ext uri="{FF2B5EF4-FFF2-40B4-BE49-F238E27FC236}">
                <a16:creationId xmlns:a16="http://schemas.microsoft.com/office/drawing/2014/main" id="{DD17F439-D919-44B7-889F-96A1DAF172D4}"/>
              </a:ext>
            </a:extLst>
          </p:cNvPr>
          <p:cNvSpPr>
            <a:spLocks noGrp="1"/>
          </p:cNvSpPr>
          <p:nvPr>
            <p:ph type="body" sz="quarter" idx="21"/>
          </p:nvPr>
        </p:nvSpPr>
        <p:spPr>
          <a:xfrm>
            <a:off x="6088109" y="5507147"/>
            <a:ext cx="1371064" cy="423862"/>
          </a:xfrm>
        </p:spPr>
        <p:txBody>
          <a:bodyPr/>
          <a:lstStyle>
            <a:lvl1pPr algn="l">
              <a:defRPr sz="1200">
                <a:solidFill>
                  <a:schemeClr val="tx1"/>
                </a:solidFill>
              </a:defRPr>
            </a:lvl1pPr>
          </a:lstStyle>
          <a:p>
            <a:pPr lvl="0"/>
            <a:r>
              <a:rPr lang="en-US"/>
              <a:t>Click to edit Master text styles</a:t>
            </a:r>
          </a:p>
        </p:txBody>
      </p:sp>
      <p:sp>
        <p:nvSpPr>
          <p:cNvPr id="73" name="Text Placeholder 12" descr="Doughnut chart label 6">
            <a:extLst>
              <a:ext uri="{FF2B5EF4-FFF2-40B4-BE49-F238E27FC236}">
                <a16:creationId xmlns:a16="http://schemas.microsoft.com/office/drawing/2014/main" id="{0DA74846-CC03-44FE-9AE5-4975E808F8A0}"/>
              </a:ext>
            </a:extLst>
          </p:cNvPr>
          <p:cNvSpPr>
            <a:spLocks noGrp="1"/>
          </p:cNvSpPr>
          <p:nvPr>
            <p:ph type="body" sz="quarter" idx="22"/>
          </p:nvPr>
        </p:nvSpPr>
        <p:spPr>
          <a:xfrm>
            <a:off x="7920672" y="5507147"/>
            <a:ext cx="1371064" cy="423862"/>
          </a:xfrm>
        </p:spPr>
        <p:txBody>
          <a:bodyPr/>
          <a:lstStyle>
            <a:lvl1pPr algn="l">
              <a:defRPr sz="1200">
                <a:solidFill>
                  <a:schemeClr val="tx1"/>
                </a:solidFill>
              </a:defRPr>
            </a:lvl1pPr>
          </a:lstStyle>
          <a:p>
            <a:pPr lvl="0"/>
            <a:r>
              <a:rPr lang="en-US"/>
              <a:t>Click to edit Master text styles</a:t>
            </a:r>
          </a:p>
        </p:txBody>
      </p:sp>
      <p:sp>
        <p:nvSpPr>
          <p:cNvPr id="16" name="page number">
            <a:extLst>
              <a:ext uri="{FF2B5EF4-FFF2-40B4-BE49-F238E27FC236}">
                <a16:creationId xmlns:a16="http://schemas.microsoft.com/office/drawing/2014/main" id="{5FED840F-E343-734C-96BA-0EFF5AE5DADC}"/>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33" name="Text Placeholder 32">
            <a:extLst>
              <a:ext uri="{FF2B5EF4-FFF2-40B4-BE49-F238E27FC236}">
                <a16:creationId xmlns:a16="http://schemas.microsoft.com/office/drawing/2014/main" id="{AE6BB438-1CBE-5073-B41D-5C2F345BDEF9}"/>
              </a:ext>
            </a:extLst>
          </p:cNvPr>
          <p:cNvSpPr>
            <a:spLocks noGrp="1"/>
          </p:cNvSpPr>
          <p:nvPr>
            <p:ph type="body" sz="quarter" idx="23" hasCustomPrompt="1"/>
          </p:nvPr>
        </p:nvSpPr>
        <p:spPr>
          <a:xfrm>
            <a:off x="6096000" y="2514600"/>
            <a:ext cx="5083175" cy="1371600"/>
          </a:xfrm>
        </p:spPr>
        <p:txBody>
          <a:bodyPr anchor="ctr" anchorCtr="0"/>
          <a:lstStyle>
            <a:lvl1pPr>
              <a:defRPr sz="3600"/>
            </a:lvl1pPr>
          </a:lstStyle>
          <a:p>
            <a:pPr lvl="0"/>
            <a:r>
              <a:rPr lang="en-US"/>
              <a:t>Doughnut Chart slide, click to add text here</a:t>
            </a:r>
          </a:p>
        </p:txBody>
      </p:sp>
      <p:sp>
        <p:nvSpPr>
          <p:cNvPr id="12" name="Rectangle 11">
            <a:extLst>
              <a:ext uri="{FF2B5EF4-FFF2-40B4-BE49-F238E27FC236}">
                <a16:creationId xmlns:a16="http://schemas.microsoft.com/office/drawing/2014/main" id="{073D8C2E-2827-1599-941D-1FD3BF42DC89}"/>
              </a:ext>
            </a:extLst>
          </p:cNvPr>
          <p:cNvSpPr/>
          <p:nvPr userDrawn="1"/>
        </p:nvSpPr>
        <p:spPr>
          <a:xfrm>
            <a:off x="0" y="84572"/>
            <a:ext cx="12188825" cy="424600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4" name="Oval 13">
            <a:extLst>
              <a:ext uri="{FF2B5EF4-FFF2-40B4-BE49-F238E27FC236}">
                <a16:creationId xmlns:a16="http://schemas.microsoft.com/office/drawing/2014/main" id="{24AFE851-C873-10C5-E165-301FDB834692}"/>
              </a:ext>
            </a:extLst>
          </p:cNvPr>
          <p:cNvSpPr/>
          <p:nvPr userDrawn="1"/>
        </p:nvSpPr>
        <p:spPr>
          <a:xfrm>
            <a:off x="667600" y="732853"/>
            <a:ext cx="4470400" cy="4470400"/>
          </a:xfrm>
          <a:prstGeom prst="ellipse">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5" name="page number">
            <a:extLst>
              <a:ext uri="{FF2B5EF4-FFF2-40B4-BE49-F238E27FC236}">
                <a16:creationId xmlns:a16="http://schemas.microsoft.com/office/drawing/2014/main" id="{5FED840F-E343-734C-96BA-0EFF5AE5DADC}"/>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Tree>
    <p:extLst>
      <p:ext uri="{BB962C8B-B14F-4D97-AF65-F5344CB8AC3E}">
        <p14:creationId xmlns:p14="http://schemas.microsoft.com/office/powerpoint/2010/main" val="35402221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p:cSld name="Blank">
    <p:spTree>
      <p:nvGrpSpPr>
        <p:cNvPr id="1" name=""/>
        <p:cNvGrpSpPr/>
        <p:nvPr/>
      </p:nvGrpSpPr>
      <p:grpSpPr>
        <a:xfrm>
          <a:off x="0" y="0"/>
          <a:ext cx="0" cy="0"/>
          <a:chOff x="0" y="0"/>
          <a:chExt cx="0" cy="0"/>
        </a:xfrm>
      </p:grpSpPr>
      <p:sp>
        <p:nvSpPr>
          <p:cNvPr id="4" name="page number">
            <a:extLst>
              <a:ext uri="{FF2B5EF4-FFF2-40B4-BE49-F238E27FC236}">
                <a16:creationId xmlns:a16="http://schemas.microsoft.com/office/drawing/2014/main" id="{BE17F87B-8433-6C45-84D8-13DF5C0ADDB4}"/>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
        <p:nvSpPr>
          <p:cNvPr id="3" name="page number">
            <a:extLst>
              <a:ext uri="{FF2B5EF4-FFF2-40B4-BE49-F238E27FC236}">
                <a16:creationId xmlns:a16="http://schemas.microsoft.com/office/drawing/2014/main" id="{BE17F87B-8433-6C45-84D8-13DF5C0ADDB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a:p>
        </p:txBody>
      </p:sp>
    </p:spTree>
    <p:extLst>
      <p:ext uri="{BB962C8B-B14F-4D97-AF65-F5344CB8AC3E}">
        <p14:creationId xmlns:p14="http://schemas.microsoft.com/office/powerpoint/2010/main" val="25081778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vcf-med-close-a">
    <p:spTree>
      <p:nvGrpSpPr>
        <p:cNvPr id="1" name=""/>
        <p:cNvGrpSpPr/>
        <p:nvPr/>
      </p:nvGrpSpPr>
      <p:grpSpPr>
        <a:xfrm>
          <a:off x="0" y="0"/>
          <a:ext cx="0" cy="0"/>
          <a:chOff x="0" y="0"/>
          <a:chExt cx="0" cy="0"/>
        </a:xfrm>
      </p:grpSpPr>
      <p:sp>
        <p:nvSpPr>
          <p:cNvPr id="730" name="page number">
            <a:extLst>
              <a:ext uri="{FF2B5EF4-FFF2-40B4-BE49-F238E27FC236}">
                <a16:creationId xmlns:a16="http://schemas.microsoft.com/office/drawing/2014/main" id="{AB8D1A6B-3CE6-468D-804E-6300F8B6DC81}"/>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sp>
        <p:nvSpPr>
          <p:cNvPr id="5" name="page number">
            <a:extLst>
              <a:ext uri="{FF2B5EF4-FFF2-40B4-BE49-F238E27FC236}">
                <a16:creationId xmlns:a16="http://schemas.microsoft.com/office/drawing/2014/main" id="{AB8D1A6B-3CE6-468D-804E-6300F8B6DC81}"/>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solidFill>
                  <a:schemeClr val="tx1"/>
                </a:solidFill>
              </a:rPr>
              <a:pPr lvl="0" algn="r"/>
              <a:t>‹#›</a:t>
            </a:fld>
            <a:endParaRPr lang="en-US">
              <a:solidFill>
                <a:schemeClr val="tx1"/>
              </a:solidFill>
            </a:endParaRPr>
          </a:p>
        </p:txBody>
      </p:sp>
      <p:pic>
        <p:nvPicPr>
          <p:cNvPr id="3" name="Picture 2">
            <a:extLst>
              <a:ext uri="{FF2B5EF4-FFF2-40B4-BE49-F238E27FC236}">
                <a16:creationId xmlns:a16="http://schemas.microsoft.com/office/drawing/2014/main" id="{5C172C47-B04C-E1F6-EDB5-FDC049FCD281}"/>
              </a:ext>
            </a:extLst>
          </p:cNvPr>
          <p:cNvPicPr>
            <a:picLocks noChangeAspect="1"/>
          </p:cNvPicPr>
          <p:nvPr userDrawn="1"/>
        </p:nvPicPr>
        <p:blipFill>
          <a:blip r:embed="rId2"/>
          <a:srcRect/>
          <a:stretch/>
        </p:blipFill>
        <p:spPr>
          <a:xfrm>
            <a:off x="1" y="893"/>
            <a:ext cx="12188821" cy="6856212"/>
          </a:xfrm>
          <a:prstGeom prst="rect">
            <a:avLst/>
          </a:prstGeom>
        </p:spPr>
      </p:pic>
      <p:sp>
        <p:nvSpPr>
          <p:cNvPr id="11" name="TextBox 10">
            <a:extLst>
              <a:ext uri="{FF2B5EF4-FFF2-40B4-BE49-F238E27FC236}">
                <a16:creationId xmlns:a16="http://schemas.microsoft.com/office/drawing/2014/main" id="{39918576-EF48-97F0-64B9-6669FE30C7FF}"/>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chemeClr val="tx1"/>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chemeClr val="tx1"/>
              </a:solidFill>
              <a:latin typeface="+mn-lt"/>
              <a:sym typeface="Arial" panose="020B0604020202020204" pitchFamily="34" charset="0"/>
              <a:rtl val="0"/>
            </a:endParaRPr>
          </a:p>
        </p:txBody>
      </p:sp>
      <p:grpSp>
        <p:nvGrpSpPr>
          <p:cNvPr id="12" name="Graphic 8">
            <a:extLst>
              <a:ext uri="{FF2B5EF4-FFF2-40B4-BE49-F238E27FC236}">
                <a16:creationId xmlns:a16="http://schemas.microsoft.com/office/drawing/2014/main" id="{FF78CE15-02F0-7FC5-BB2C-166BDC44CD5B}"/>
              </a:ext>
            </a:extLst>
          </p:cNvPr>
          <p:cNvGrpSpPr/>
          <p:nvPr userDrawn="1"/>
        </p:nvGrpSpPr>
        <p:grpSpPr>
          <a:xfrm>
            <a:off x="265625" y="6323271"/>
            <a:ext cx="1249223" cy="369648"/>
            <a:chOff x="265625" y="6323271"/>
            <a:chExt cx="1249223" cy="369648"/>
          </a:xfrm>
          <a:solidFill>
            <a:schemeClr val="tx1"/>
          </a:solidFill>
        </p:grpSpPr>
        <p:grpSp>
          <p:nvGrpSpPr>
            <p:cNvPr id="13" name="Graphic 8">
              <a:extLst>
                <a:ext uri="{FF2B5EF4-FFF2-40B4-BE49-F238E27FC236}">
                  <a16:creationId xmlns:a16="http://schemas.microsoft.com/office/drawing/2014/main" id="{02EB9EED-18D2-3595-B442-6DBF073666A1}"/>
                </a:ext>
              </a:extLst>
            </p:cNvPr>
            <p:cNvGrpSpPr/>
            <p:nvPr/>
          </p:nvGrpSpPr>
          <p:grpSpPr>
            <a:xfrm>
              <a:off x="745455" y="6594444"/>
              <a:ext cx="722662" cy="98475"/>
              <a:chOff x="745455" y="6594444"/>
              <a:chExt cx="722662" cy="98475"/>
            </a:xfrm>
            <a:grpFill/>
          </p:grpSpPr>
          <p:sp>
            <p:nvSpPr>
              <p:cNvPr id="23" name="Freeform 22">
                <a:extLst>
                  <a:ext uri="{FF2B5EF4-FFF2-40B4-BE49-F238E27FC236}">
                    <a16:creationId xmlns:a16="http://schemas.microsoft.com/office/drawing/2014/main" id="{8F7C67AA-6928-85E3-8830-84A01BD05CE6}"/>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6B1B7D76-16B1-1B7F-F766-5FB305EACAC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E5049BDD-2524-9C3F-6E78-7F5FC887A18D}"/>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ED97AD2D-085D-85A8-633D-A5A49CC7394E}"/>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757E7874-28DD-B5CE-BB3D-8D9FBD70DDB6}"/>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0A0B9AEC-F4A4-8794-E1D3-C25E411A206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99CF8EE6-A915-D9FA-02B9-E1DFC99DBC15}"/>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9652012E-F831-7CC4-380F-F12B3E742D9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42A3B8DA-01C3-7984-65A5-F87CE847983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12854487-6BBC-F60A-0BB7-762C0530C0DA}"/>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dirty="0"/>
              </a:p>
            </p:txBody>
          </p:sp>
        </p:grpSp>
        <p:grpSp>
          <p:nvGrpSpPr>
            <p:cNvPr id="14" name="Graphic 8">
              <a:extLst>
                <a:ext uri="{FF2B5EF4-FFF2-40B4-BE49-F238E27FC236}">
                  <a16:creationId xmlns:a16="http://schemas.microsoft.com/office/drawing/2014/main" id="{7C3F2EC0-0E91-1B90-0984-E15451F11E09}"/>
                </a:ext>
              </a:extLst>
            </p:cNvPr>
            <p:cNvGrpSpPr/>
            <p:nvPr/>
          </p:nvGrpSpPr>
          <p:grpSpPr>
            <a:xfrm>
              <a:off x="265625" y="6323271"/>
              <a:ext cx="1249223" cy="190348"/>
              <a:chOff x="265625" y="6323271"/>
              <a:chExt cx="1249223" cy="190348"/>
            </a:xfrm>
            <a:grpFill/>
          </p:grpSpPr>
          <p:sp>
            <p:nvSpPr>
              <p:cNvPr id="15" name="Freeform 14">
                <a:extLst>
                  <a:ext uri="{FF2B5EF4-FFF2-40B4-BE49-F238E27FC236}">
                    <a16:creationId xmlns:a16="http://schemas.microsoft.com/office/drawing/2014/main" id="{3E1EA83D-0C41-6298-66D3-2AACACADF563}"/>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dirty="0"/>
              </a:p>
            </p:txBody>
          </p:sp>
          <p:sp>
            <p:nvSpPr>
              <p:cNvPr id="17" name="Freeform 16">
                <a:extLst>
                  <a:ext uri="{FF2B5EF4-FFF2-40B4-BE49-F238E27FC236}">
                    <a16:creationId xmlns:a16="http://schemas.microsoft.com/office/drawing/2014/main" id="{B9B542A7-1CED-E3B4-2F6F-981A0BCF0F9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0F403641-4B58-5167-918C-45D30FB8B885}"/>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58B02E53-85CD-F8E6-1B90-2A2390920334}"/>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346B34D3-96E7-AEEC-E3E3-9703F262AE5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BE841654-790E-1DA0-EAB4-635FDD741A4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E1E56751-BAEE-C6B1-E3A0-D9F895DD8187}"/>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dirty="0"/>
              </a:p>
            </p:txBody>
          </p:sp>
        </p:grpSp>
      </p:grpSp>
      <p:pic>
        <p:nvPicPr>
          <p:cNvPr id="35" name="Graphic 34">
            <a:extLst>
              <a:ext uri="{FF2B5EF4-FFF2-40B4-BE49-F238E27FC236}">
                <a16:creationId xmlns:a16="http://schemas.microsoft.com/office/drawing/2014/main" id="{562883D5-FFBF-B3A4-D7CB-96B8FAC9AA8D}"/>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585625" y="570134"/>
            <a:ext cx="2857719" cy="562472"/>
          </a:xfrm>
          <a:prstGeom prst="rect">
            <a:avLst/>
          </a:prstGeom>
        </p:spPr>
      </p:pic>
      <p:sp>
        <p:nvSpPr>
          <p:cNvPr id="16" name="TextBox 15">
            <a:extLst>
              <a:ext uri="{FF2B5EF4-FFF2-40B4-BE49-F238E27FC236}">
                <a16:creationId xmlns:a16="http://schemas.microsoft.com/office/drawing/2014/main" id="{22C2E771-D0D0-2A17-F766-9A83E4EC1011}"/>
              </a:ext>
            </a:extLst>
          </p:cNvPr>
          <p:cNvSpPr txBox="1"/>
          <p:nvPr userDrawn="1"/>
        </p:nvSpPr>
        <p:spPr>
          <a:xfrm>
            <a:off x="612593" y="3428999"/>
            <a:ext cx="4562681" cy="830997"/>
          </a:xfrm>
          <a:prstGeom prst="rect">
            <a:avLst/>
          </a:prstGeom>
        </p:spPr>
        <p:txBody>
          <a:bodyPr wrap="square" lIns="0" tIns="0" rIns="0" bIns="0" rtlCol="0">
            <a:spAutoFit/>
          </a:bodyPr>
          <a:lstStyle/>
          <a:p>
            <a:pPr algn="l" defTabSz="914400" rtl="0" eaLnBrk="1" latinLnBrk="0" hangingPunct="1">
              <a:lnSpc>
                <a:spcPct val="90000"/>
              </a:lnSpc>
              <a:spcBef>
                <a:spcPct val="0"/>
              </a:spcBef>
              <a:spcAft>
                <a:spcPts val="600"/>
              </a:spcAft>
              <a:buNone/>
            </a:pPr>
            <a:r>
              <a:rPr lang="en-US" sz="6000" b="0" kern="1200" cap="none" baseline="0" dirty="0">
                <a:solidFill>
                  <a:schemeClr val="tx1"/>
                </a:solidFill>
                <a:latin typeface="+mj-lt"/>
                <a:ea typeface="+mj-ea"/>
                <a:cs typeface="+mj-cs"/>
              </a:rPr>
              <a:t>Thank You</a:t>
            </a:r>
          </a:p>
        </p:txBody>
      </p:sp>
    </p:spTree>
    <p:extLst>
      <p:ext uri="{BB962C8B-B14F-4D97-AF65-F5344CB8AC3E}">
        <p14:creationId xmlns:p14="http://schemas.microsoft.com/office/powerpoint/2010/main" val="3866121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svg="http://schemas.microsoft.com/office/drawing/2016/SVG/main" xmlns:a16="http://schemas.microsoft.com/office/drawing/2014/main" xmlns="">
      <p:transition spd="med">
        <p:fade/>
      </p:transition>
    </mc:Fallback>
  </mc:AlternateConten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vcf-close-b">
    <p:spTree>
      <p:nvGrpSpPr>
        <p:cNvPr id="1" name=""/>
        <p:cNvGrpSpPr/>
        <p:nvPr/>
      </p:nvGrpSpPr>
      <p:grpSpPr>
        <a:xfrm>
          <a:off x="0" y="0"/>
          <a:ext cx="0" cy="0"/>
          <a:chOff x="0" y="0"/>
          <a:chExt cx="0" cy="0"/>
        </a:xfrm>
      </p:grpSpPr>
      <p:pic>
        <p:nvPicPr>
          <p:cNvPr id="35" name="Graphic 34">
            <a:extLst>
              <a:ext uri="{FF2B5EF4-FFF2-40B4-BE49-F238E27FC236}">
                <a16:creationId xmlns:a16="http://schemas.microsoft.com/office/drawing/2014/main" id="{562883D5-FFBF-B3A4-D7CB-96B8FAC9AA8D}"/>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585625" y="570134"/>
            <a:ext cx="2857719" cy="562472"/>
          </a:xfrm>
          <a:prstGeom prst="rect">
            <a:avLst/>
          </a:prstGeom>
        </p:spPr>
      </p:pic>
      <p:sp>
        <p:nvSpPr>
          <p:cNvPr id="16" name="TextBox 15">
            <a:extLst>
              <a:ext uri="{FF2B5EF4-FFF2-40B4-BE49-F238E27FC236}">
                <a16:creationId xmlns:a16="http://schemas.microsoft.com/office/drawing/2014/main" id="{22C2E771-D0D0-2A17-F766-9A83E4EC1011}"/>
              </a:ext>
            </a:extLst>
          </p:cNvPr>
          <p:cNvSpPr txBox="1"/>
          <p:nvPr userDrawn="1"/>
        </p:nvSpPr>
        <p:spPr>
          <a:xfrm>
            <a:off x="612593" y="3428999"/>
            <a:ext cx="4562681" cy="830997"/>
          </a:xfrm>
          <a:prstGeom prst="rect">
            <a:avLst/>
          </a:prstGeom>
        </p:spPr>
        <p:txBody>
          <a:bodyPr wrap="square" lIns="0" tIns="0" rIns="0" bIns="0" rtlCol="0">
            <a:spAutoFit/>
          </a:bodyPr>
          <a:lstStyle/>
          <a:p>
            <a:pPr algn="l" defTabSz="914400" rtl="0" eaLnBrk="1" latinLnBrk="0" hangingPunct="1">
              <a:lnSpc>
                <a:spcPct val="90000"/>
              </a:lnSpc>
              <a:spcBef>
                <a:spcPct val="0"/>
              </a:spcBef>
              <a:spcAft>
                <a:spcPts val="600"/>
              </a:spcAft>
              <a:buNone/>
            </a:pPr>
            <a:r>
              <a:rPr lang="en-US" sz="6000" b="0" kern="1200" cap="none" baseline="0" dirty="0">
                <a:solidFill>
                  <a:schemeClr val="tx1"/>
                </a:solidFill>
                <a:latin typeface="+mj-lt"/>
                <a:ea typeface="+mj-ea"/>
                <a:cs typeface="+mj-cs"/>
              </a:rPr>
              <a:t>Thank You</a:t>
            </a:r>
          </a:p>
        </p:txBody>
      </p:sp>
      <p:pic>
        <p:nvPicPr>
          <p:cNvPr id="2" name="Picture 1" descr="A logo of a cloud computing system&#10;&#10;AI-generated content may be incorrect.">
            <a:extLst>
              <a:ext uri="{FF2B5EF4-FFF2-40B4-BE49-F238E27FC236}">
                <a16:creationId xmlns:a16="http://schemas.microsoft.com/office/drawing/2014/main" id="{58532459-AEB4-3B92-84E1-44F39CB76D44}"/>
              </a:ext>
            </a:extLst>
          </p:cNvPr>
          <p:cNvPicPr>
            <a:picLocks noChangeAspect="1"/>
          </p:cNvPicPr>
          <p:nvPr userDrawn="1"/>
        </p:nvPicPr>
        <p:blipFill>
          <a:blip r:embed="rId4"/>
          <a:stretch>
            <a:fillRect/>
          </a:stretch>
        </p:blipFill>
        <p:spPr>
          <a:xfrm>
            <a:off x="5330825" y="0"/>
            <a:ext cx="6858000" cy="6858000"/>
          </a:xfrm>
          <a:prstGeom prst="rect">
            <a:avLst/>
          </a:prstGeom>
        </p:spPr>
      </p:pic>
    </p:spTree>
    <p:extLst>
      <p:ext uri="{BB962C8B-B14F-4D97-AF65-F5344CB8AC3E}">
        <p14:creationId xmlns:p14="http://schemas.microsoft.com/office/powerpoint/2010/main" val="10828677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preserve="1">
  <p:cSld name="Thank You / Closing - Aqua">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1BD12A38-34FF-DD48-95F6-31F5ED4772C8}"/>
              </a:ext>
            </a:extLst>
          </p:cNvPr>
          <p:cNvSpPr txBox="1"/>
          <p:nvPr/>
        </p:nvSpPr>
        <p:spPr>
          <a:xfrm>
            <a:off x="7122912" y="4133697"/>
            <a:ext cx="3585557" cy="692497"/>
          </a:xfrm>
          <a:prstGeom prst="rect">
            <a:avLst/>
          </a:prstGeom>
        </p:spPr>
        <p:txBody>
          <a:bodyPr wrap="square" lIns="0" tIns="0" rIns="0" bIns="0" rtlCol="0">
            <a:spAutoFit/>
          </a:bodyPr>
          <a:lstStyle/>
          <a:p>
            <a:pPr algn="r" defTabSz="914400" rtl="0" eaLnBrk="1" latinLnBrk="0" hangingPunct="1">
              <a:lnSpc>
                <a:spcPct val="90000"/>
              </a:lnSpc>
              <a:spcBef>
                <a:spcPct val="0"/>
              </a:spcBef>
              <a:spcAft>
                <a:spcPts val="600"/>
              </a:spcAft>
              <a:buNone/>
            </a:pPr>
            <a:r>
              <a:rPr lang="en-US" sz="5000" b="0" kern="1200" cap="none" baseline="0">
                <a:solidFill>
                  <a:schemeClr val="tx1"/>
                </a:solidFill>
                <a:latin typeface="+mj-lt"/>
                <a:ea typeface="+mj-ea"/>
                <a:cs typeface="+mj-cs"/>
              </a:rPr>
              <a:t>Thank You</a:t>
            </a:r>
          </a:p>
        </p:txBody>
      </p:sp>
      <p:sp>
        <p:nvSpPr>
          <p:cNvPr id="2" name="Freeform: Shape 1">
            <a:extLst>
              <a:ext uri="{FF2B5EF4-FFF2-40B4-BE49-F238E27FC236}">
                <a16:creationId xmlns:a16="http://schemas.microsoft.com/office/drawing/2014/main" id="{17E91023-10EB-482E-9A60-63046152A4F2}"/>
              </a:ext>
            </a:extLst>
          </p:cNvPr>
          <p:cNvSpPr/>
          <p:nvPr/>
        </p:nvSpPr>
        <p:spPr>
          <a:xfrm>
            <a:off x="0" y="0"/>
            <a:ext cx="6635783" cy="4452826"/>
          </a:xfrm>
          <a:custGeom>
            <a:avLst/>
            <a:gdLst>
              <a:gd name="connsiteX0" fmla="*/ 0 w 6635783"/>
              <a:gd name="connsiteY0" fmla="*/ 0 h 4452826"/>
              <a:gd name="connsiteX1" fmla="*/ 6635783 w 6635783"/>
              <a:gd name="connsiteY1" fmla="*/ 0 h 4452826"/>
              <a:gd name="connsiteX2" fmla="*/ 2550426 w 6635783"/>
              <a:gd name="connsiteY2" fmla="*/ 4085358 h 4452826"/>
              <a:gd name="connsiteX3" fmla="*/ 1663310 w 6635783"/>
              <a:gd name="connsiteY3" fmla="*/ 4452826 h 4452826"/>
              <a:gd name="connsiteX4" fmla="*/ 0 w 6635783"/>
              <a:gd name="connsiteY4" fmla="*/ 4452826 h 445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5783" h="4452826">
                <a:moveTo>
                  <a:pt x="0" y="0"/>
                </a:moveTo>
                <a:lnTo>
                  <a:pt x="6635783" y="0"/>
                </a:lnTo>
                <a:lnTo>
                  <a:pt x="2550426" y="4085358"/>
                </a:lnTo>
                <a:cubicBezTo>
                  <a:pt x="2315128" y="4320656"/>
                  <a:pt x="1996025" y="4452826"/>
                  <a:pt x="1663310" y="4452826"/>
                </a:cubicBezTo>
                <a:lnTo>
                  <a:pt x="0" y="4452826"/>
                </a:lnTo>
                <a:close/>
              </a:path>
            </a:pathLst>
          </a:custGeom>
          <a:gradFill>
            <a:gsLst>
              <a:gs pos="12000">
                <a:schemeClr val="accent1"/>
              </a:gs>
              <a:gs pos="85000">
                <a:srgbClr val="0095C4"/>
              </a:gs>
            </a:gsLst>
            <a:lin ang="18899976" scaled="1"/>
          </a:gradFill>
          <a:ln w="0" cap="flat">
            <a:noFill/>
            <a:prstDash val="solid"/>
            <a:miter/>
          </a:ln>
        </p:spPr>
        <p:txBody>
          <a:bodyPr rtlCol="0" anchor="ctr"/>
          <a:lstStyle/>
          <a:p>
            <a:endParaRPr lang="en-US"/>
          </a:p>
        </p:txBody>
      </p:sp>
      <p:sp>
        <p:nvSpPr>
          <p:cNvPr id="3" name="Freeform: Shape 2">
            <a:extLst>
              <a:ext uri="{FF2B5EF4-FFF2-40B4-BE49-F238E27FC236}">
                <a16:creationId xmlns:a16="http://schemas.microsoft.com/office/drawing/2014/main" id="{1411A888-7B56-C3B9-74A9-B85C4178B94B}"/>
              </a:ext>
            </a:extLst>
          </p:cNvPr>
          <p:cNvSpPr/>
          <p:nvPr/>
        </p:nvSpPr>
        <p:spPr>
          <a:xfrm>
            <a:off x="-14487" y="-14414"/>
            <a:ext cx="8406233" cy="5164293"/>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1"/>
              </a:gs>
            </a:gsLst>
            <a:lin ang="0" scaled="1"/>
          </a:gradFill>
          <a:ln w="0" cap="flat">
            <a:noFill/>
            <a:prstDash val="solid"/>
            <a:miter/>
          </a:ln>
        </p:spPr>
        <p:txBody>
          <a:bodyPr rtlCol="0" anchor="ctr"/>
          <a:lstStyle/>
          <a:p>
            <a:endParaRPr lang="en-US"/>
          </a:p>
        </p:txBody>
      </p:sp>
      <p:grpSp>
        <p:nvGrpSpPr>
          <p:cNvPr id="6" name="Graphic 8">
            <a:extLst>
              <a:ext uri="{FF2B5EF4-FFF2-40B4-BE49-F238E27FC236}">
                <a16:creationId xmlns:a16="http://schemas.microsoft.com/office/drawing/2014/main" id="{BFA62A8C-E510-FB2E-C3B9-93A77FB74BAD}"/>
              </a:ext>
            </a:extLst>
          </p:cNvPr>
          <p:cNvGrpSpPr/>
          <p:nvPr/>
        </p:nvGrpSpPr>
        <p:grpSpPr>
          <a:xfrm>
            <a:off x="265625" y="6323271"/>
            <a:ext cx="1249223" cy="369648"/>
            <a:chOff x="265625" y="6323271"/>
            <a:chExt cx="1249223" cy="369648"/>
          </a:xfrm>
          <a:solidFill>
            <a:schemeClr val="tx1"/>
          </a:solidFill>
        </p:grpSpPr>
        <p:grpSp>
          <p:nvGrpSpPr>
            <p:cNvPr id="7" name="Graphic 8">
              <a:extLst>
                <a:ext uri="{FF2B5EF4-FFF2-40B4-BE49-F238E27FC236}">
                  <a16:creationId xmlns:a16="http://schemas.microsoft.com/office/drawing/2014/main" id="{78515B65-5A64-7093-4F25-C7624B72C555}"/>
                </a:ext>
              </a:extLst>
            </p:cNvPr>
            <p:cNvGrpSpPr/>
            <p:nvPr/>
          </p:nvGrpSpPr>
          <p:grpSpPr>
            <a:xfrm>
              <a:off x="745455" y="6594444"/>
              <a:ext cx="722662" cy="98475"/>
              <a:chOff x="745455" y="6594444"/>
              <a:chExt cx="722662" cy="98475"/>
            </a:xfrm>
            <a:grpFill/>
          </p:grpSpPr>
          <p:sp>
            <p:nvSpPr>
              <p:cNvPr id="22" name="Freeform 49">
                <a:extLst>
                  <a:ext uri="{FF2B5EF4-FFF2-40B4-BE49-F238E27FC236}">
                    <a16:creationId xmlns:a16="http://schemas.microsoft.com/office/drawing/2014/main" id="{2F19FC1C-64E6-1578-BB18-4446F3449362}"/>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23" name="Freeform 50">
                <a:extLst>
                  <a:ext uri="{FF2B5EF4-FFF2-40B4-BE49-F238E27FC236}">
                    <a16:creationId xmlns:a16="http://schemas.microsoft.com/office/drawing/2014/main" id="{C5D27704-22C8-487D-5310-6884BC915B32}"/>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24" name="Freeform 51">
                <a:extLst>
                  <a:ext uri="{FF2B5EF4-FFF2-40B4-BE49-F238E27FC236}">
                    <a16:creationId xmlns:a16="http://schemas.microsoft.com/office/drawing/2014/main" id="{846ED2F8-7ABD-73B6-621C-66E4F3FD18E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25" name="Freeform 52">
                <a:extLst>
                  <a:ext uri="{FF2B5EF4-FFF2-40B4-BE49-F238E27FC236}">
                    <a16:creationId xmlns:a16="http://schemas.microsoft.com/office/drawing/2014/main" id="{CF5CF0F2-F548-74F9-8D28-C8593AADA65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26" name="Freeform 53">
                <a:extLst>
                  <a:ext uri="{FF2B5EF4-FFF2-40B4-BE49-F238E27FC236}">
                    <a16:creationId xmlns:a16="http://schemas.microsoft.com/office/drawing/2014/main" id="{E59744EF-42C6-F8A6-28CA-57AFA409E09C}"/>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27" name="Freeform 54">
                <a:extLst>
                  <a:ext uri="{FF2B5EF4-FFF2-40B4-BE49-F238E27FC236}">
                    <a16:creationId xmlns:a16="http://schemas.microsoft.com/office/drawing/2014/main" id="{7C58CD46-75D7-5936-FB05-0A8DB809D7B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28" name="Freeform 55">
                <a:extLst>
                  <a:ext uri="{FF2B5EF4-FFF2-40B4-BE49-F238E27FC236}">
                    <a16:creationId xmlns:a16="http://schemas.microsoft.com/office/drawing/2014/main" id="{540D970C-2D00-5766-0E9C-2715FD9A9CA4}"/>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29" name="Freeform 56">
                <a:extLst>
                  <a:ext uri="{FF2B5EF4-FFF2-40B4-BE49-F238E27FC236}">
                    <a16:creationId xmlns:a16="http://schemas.microsoft.com/office/drawing/2014/main" id="{E0C09106-E6A9-23BB-EE86-5FC5A3C55713}"/>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48" name="Freeform 57">
                <a:extLst>
                  <a:ext uri="{FF2B5EF4-FFF2-40B4-BE49-F238E27FC236}">
                    <a16:creationId xmlns:a16="http://schemas.microsoft.com/office/drawing/2014/main" id="{48FFDB81-4B23-9458-27CB-7FE2D86B9CC9}"/>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49" name="Freeform 58">
                <a:extLst>
                  <a:ext uri="{FF2B5EF4-FFF2-40B4-BE49-F238E27FC236}">
                    <a16:creationId xmlns:a16="http://schemas.microsoft.com/office/drawing/2014/main" id="{7B9C7324-145C-A501-C113-DC68A1F951FA}"/>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8" name="Graphic 8">
              <a:extLst>
                <a:ext uri="{FF2B5EF4-FFF2-40B4-BE49-F238E27FC236}">
                  <a16:creationId xmlns:a16="http://schemas.microsoft.com/office/drawing/2014/main" id="{8242D681-0564-11FF-F314-2A8C383B5111}"/>
                </a:ext>
              </a:extLst>
            </p:cNvPr>
            <p:cNvGrpSpPr/>
            <p:nvPr/>
          </p:nvGrpSpPr>
          <p:grpSpPr>
            <a:xfrm>
              <a:off x="265625" y="6323271"/>
              <a:ext cx="1249223" cy="190348"/>
              <a:chOff x="265625" y="6323271"/>
              <a:chExt cx="1249223" cy="190348"/>
            </a:xfrm>
            <a:grpFill/>
          </p:grpSpPr>
          <p:sp>
            <p:nvSpPr>
              <p:cNvPr id="9" name="Freeform 60">
                <a:extLst>
                  <a:ext uri="{FF2B5EF4-FFF2-40B4-BE49-F238E27FC236}">
                    <a16:creationId xmlns:a16="http://schemas.microsoft.com/office/drawing/2014/main" id="{BC1F610E-F144-A115-E553-C9EE5FEA4A6D}"/>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16" name="Freeform 61">
                <a:extLst>
                  <a:ext uri="{FF2B5EF4-FFF2-40B4-BE49-F238E27FC236}">
                    <a16:creationId xmlns:a16="http://schemas.microsoft.com/office/drawing/2014/main" id="{6857D863-9A06-6571-80F6-DD59B73A3C1A}"/>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17" name="Freeform 62">
                <a:extLst>
                  <a:ext uri="{FF2B5EF4-FFF2-40B4-BE49-F238E27FC236}">
                    <a16:creationId xmlns:a16="http://schemas.microsoft.com/office/drawing/2014/main" id="{2CD29205-052C-95E0-C678-4DD16DEC5C19}"/>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18" name="Freeform 63">
                <a:extLst>
                  <a:ext uri="{FF2B5EF4-FFF2-40B4-BE49-F238E27FC236}">
                    <a16:creationId xmlns:a16="http://schemas.microsoft.com/office/drawing/2014/main" id="{525F39ED-302E-07C7-3369-B1B583F05A40}"/>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19" name="Freeform 64">
                <a:extLst>
                  <a:ext uri="{FF2B5EF4-FFF2-40B4-BE49-F238E27FC236}">
                    <a16:creationId xmlns:a16="http://schemas.microsoft.com/office/drawing/2014/main" id="{507A5BC5-09D6-FB8A-6D25-83CEB0C04D1A}"/>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20" name="Freeform 65">
                <a:extLst>
                  <a:ext uri="{FF2B5EF4-FFF2-40B4-BE49-F238E27FC236}">
                    <a16:creationId xmlns:a16="http://schemas.microsoft.com/office/drawing/2014/main" id="{D492BDA2-A0E6-5AFB-1033-44C34177413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21" name="Freeform 66">
                <a:extLst>
                  <a:ext uri="{FF2B5EF4-FFF2-40B4-BE49-F238E27FC236}">
                    <a16:creationId xmlns:a16="http://schemas.microsoft.com/office/drawing/2014/main" id="{88A7983D-3B88-4F8C-72F3-052E520F89AE}"/>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sp>
        <p:nvSpPr>
          <p:cNvPr id="30" name="TextBox 29">
            <a:extLst>
              <a:ext uri="{FF2B5EF4-FFF2-40B4-BE49-F238E27FC236}">
                <a16:creationId xmlns:a16="http://schemas.microsoft.com/office/drawing/2014/main" id="{1BD12A38-34FF-DD48-95F6-31F5ED4772C8}"/>
              </a:ext>
            </a:extLst>
          </p:cNvPr>
          <p:cNvSpPr txBox="1"/>
          <p:nvPr userDrawn="1"/>
        </p:nvSpPr>
        <p:spPr>
          <a:xfrm>
            <a:off x="7122912" y="4133697"/>
            <a:ext cx="3585557" cy="692497"/>
          </a:xfrm>
          <a:prstGeom prst="rect">
            <a:avLst/>
          </a:prstGeom>
        </p:spPr>
        <p:txBody>
          <a:bodyPr wrap="square" lIns="0" tIns="0" rIns="0" bIns="0" rtlCol="0">
            <a:spAutoFit/>
          </a:bodyPr>
          <a:lstStyle/>
          <a:p>
            <a:pPr algn="r" defTabSz="914400" rtl="0" eaLnBrk="1" latinLnBrk="0" hangingPunct="1">
              <a:lnSpc>
                <a:spcPct val="90000"/>
              </a:lnSpc>
              <a:spcBef>
                <a:spcPct val="0"/>
              </a:spcBef>
              <a:spcAft>
                <a:spcPts val="600"/>
              </a:spcAft>
              <a:buNone/>
            </a:pPr>
            <a:r>
              <a:rPr lang="en-US" sz="5000" b="0" kern="1200" cap="none" baseline="0" dirty="0">
                <a:solidFill>
                  <a:schemeClr val="tx1"/>
                </a:solidFill>
                <a:latin typeface="+mj-lt"/>
                <a:ea typeface="+mj-ea"/>
                <a:cs typeface="+mj-cs"/>
              </a:rPr>
              <a:t>Thank You</a:t>
            </a:r>
          </a:p>
        </p:txBody>
      </p:sp>
      <p:sp>
        <p:nvSpPr>
          <p:cNvPr id="31" name="Freeform: Shape 1">
            <a:extLst>
              <a:ext uri="{FF2B5EF4-FFF2-40B4-BE49-F238E27FC236}">
                <a16:creationId xmlns:a16="http://schemas.microsoft.com/office/drawing/2014/main" id="{17E91023-10EB-482E-9A60-63046152A4F2}"/>
              </a:ext>
            </a:extLst>
          </p:cNvPr>
          <p:cNvSpPr/>
          <p:nvPr userDrawn="1"/>
        </p:nvSpPr>
        <p:spPr>
          <a:xfrm>
            <a:off x="0" y="0"/>
            <a:ext cx="6635783" cy="4452826"/>
          </a:xfrm>
          <a:custGeom>
            <a:avLst/>
            <a:gdLst>
              <a:gd name="connsiteX0" fmla="*/ 0 w 6635783"/>
              <a:gd name="connsiteY0" fmla="*/ 0 h 4452826"/>
              <a:gd name="connsiteX1" fmla="*/ 6635783 w 6635783"/>
              <a:gd name="connsiteY1" fmla="*/ 0 h 4452826"/>
              <a:gd name="connsiteX2" fmla="*/ 2550426 w 6635783"/>
              <a:gd name="connsiteY2" fmla="*/ 4085358 h 4452826"/>
              <a:gd name="connsiteX3" fmla="*/ 1663310 w 6635783"/>
              <a:gd name="connsiteY3" fmla="*/ 4452826 h 4452826"/>
              <a:gd name="connsiteX4" fmla="*/ 0 w 6635783"/>
              <a:gd name="connsiteY4" fmla="*/ 4452826 h 445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5783" h="4452826">
                <a:moveTo>
                  <a:pt x="0" y="0"/>
                </a:moveTo>
                <a:lnTo>
                  <a:pt x="6635783" y="0"/>
                </a:lnTo>
                <a:lnTo>
                  <a:pt x="2550426" y="4085358"/>
                </a:lnTo>
                <a:cubicBezTo>
                  <a:pt x="2315128" y="4320656"/>
                  <a:pt x="1996025" y="4452826"/>
                  <a:pt x="1663310" y="4452826"/>
                </a:cubicBezTo>
                <a:lnTo>
                  <a:pt x="0" y="4452826"/>
                </a:lnTo>
                <a:close/>
              </a:path>
            </a:pathLst>
          </a:custGeom>
          <a:gradFill>
            <a:gsLst>
              <a:gs pos="12000">
                <a:schemeClr val="accent1"/>
              </a:gs>
              <a:gs pos="85000">
                <a:srgbClr val="0095C4"/>
              </a:gs>
            </a:gsLst>
            <a:lin ang="18899976" scaled="1"/>
          </a:gradFill>
          <a:ln w="0" cap="flat">
            <a:noFill/>
            <a:prstDash val="solid"/>
            <a:miter/>
          </a:ln>
        </p:spPr>
        <p:txBody>
          <a:bodyPr rtlCol="0" anchor="ctr"/>
          <a:lstStyle/>
          <a:p>
            <a:endParaRPr lang="en-US"/>
          </a:p>
        </p:txBody>
      </p:sp>
      <p:sp>
        <p:nvSpPr>
          <p:cNvPr id="32" name="Freeform: Shape 2">
            <a:extLst>
              <a:ext uri="{FF2B5EF4-FFF2-40B4-BE49-F238E27FC236}">
                <a16:creationId xmlns:a16="http://schemas.microsoft.com/office/drawing/2014/main" id="{1411A888-7B56-C3B9-74A9-B85C4178B94B}"/>
              </a:ext>
            </a:extLst>
          </p:cNvPr>
          <p:cNvSpPr/>
          <p:nvPr userDrawn="1"/>
        </p:nvSpPr>
        <p:spPr>
          <a:xfrm>
            <a:off x="-14487" y="-14414"/>
            <a:ext cx="8406233" cy="5164293"/>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1"/>
              </a:gs>
            </a:gsLst>
            <a:lin ang="0" scaled="1"/>
          </a:gradFill>
          <a:ln w="0" cap="flat">
            <a:noFill/>
            <a:prstDash val="solid"/>
            <a:miter/>
          </a:ln>
        </p:spPr>
        <p:txBody>
          <a:bodyPr rtlCol="0" anchor="ctr"/>
          <a:lstStyle/>
          <a:p>
            <a:endParaRPr lang="en-US"/>
          </a:p>
        </p:txBody>
      </p:sp>
      <p:grpSp>
        <p:nvGrpSpPr>
          <p:cNvPr id="35" name="Graphic 8">
            <a:extLst>
              <a:ext uri="{FF2B5EF4-FFF2-40B4-BE49-F238E27FC236}">
                <a16:creationId xmlns:a16="http://schemas.microsoft.com/office/drawing/2014/main" id="{BFA62A8C-E510-FB2E-C3B9-93A77FB74BAD}"/>
              </a:ext>
            </a:extLst>
          </p:cNvPr>
          <p:cNvGrpSpPr/>
          <p:nvPr userDrawn="1"/>
        </p:nvGrpSpPr>
        <p:grpSpPr>
          <a:xfrm>
            <a:off x="265625" y="6323271"/>
            <a:ext cx="1249223" cy="369648"/>
            <a:chOff x="265625" y="6323271"/>
            <a:chExt cx="1249223" cy="369648"/>
          </a:xfrm>
          <a:solidFill>
            <a:schemeClr val="tx1"/>
          </a:solidFill>
        </p:grpSpPr>
        <p:grpSp>
          <p:nvGrpSpPr>
            <p:cNvPr id="36" name="Graphic 8">
              <a:extLst>
                <a:ext uri="{FF2B5EF4-FFF2-40B4-BE49-F238E27FC236}">
                  <a16:creationId xmlns:a16="http://schemas.microsoft.com/office/drawing/2014/main" id="{78515B65-5A64-7093-4F25-C7624B72C555}"/>
                </a:ext>
              </a:extLst>
            </p:cNvPr>
            <p:cNvGrpSpPr/>
            <p:nvPr/>
          </p:nvGrpSpPr>
          <p:grpSpPr>
            <a:xfrm>
              <a:off x="745455" y="6594444"/>
              <a:ext cx="722662" cy="98475"/>
              <a:chOff x="745455" y="6594444"/>
              <a:chExt cx="722662" cy="98475"/>
            </a:xfrm>
            <a:grpFill/>
          </p:grpSpPr>
          <p:sp>
            <p:nvSpPr>
              <p:cNvPr id="45" name="Freeform 49">
                <a:extLst>
                  <a:ext uri="{FF2B5EF4-FFF2-40B4-BE49-F238E27FC236}">
                    <a16:creationId xmlns:a16="http://schemas.microsoft.com/office/drawing/2014/main" id="{2F19FC1C-64E6-1578-BB18-4446F3449362}"/>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46" name="Freeform 50">
                <a:extLst>
                  <a:ext uri="{FF2B5EF4-FFF2-40B4-BE49-F238E27FC236}">
                    <a16:creationId xmlns:a16="http://schemas.microsoft.com/office/drawing/2014/main" id="{C5D27704-22C8-487D-5310-6884BC915B32}"/>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47" name="Freeform 51">
                <a:extLst>
                  <a:ext uri="{FF2B5EF4-FFF2-40B4-BE49-F238E27FC236}">
                    <a16:creationId xmlns:a16="http://schemas.microsoft.com/office/drawing/2014/main" id="{846ED2F8-7ABD-73B6-621C-66E4F3FD18E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50" name="Freeform 52">
                <a:extLst>
                  <a:ext uri="{FF2B5EF4-FFF2-40B4-BE49-F238E27FC236}">
                    <a16:creationId xmlns:a16="http://schemas.microsoft.com/office/drawing/2014/main" id="{CF5CF0F2-F548-74F9-8D28-C8593AADA65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51" name="Freeform 53">
                <a:extLst>
                  <a:ext uri="{FF2B5EF4-FFF2-40B4-BE49-F238E27FC236}">
                    <a16:creationId xmlns:a16="http://schemas.microsoft.com/office/drawing/2014/main" id="{E59744EF-42C6-F8A6-28CA-57AFA409E09C}"/>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2" name="Freeform 54">
                <a:extLst>
                  <a:ext uri="{FF2B5EF4-FFF2-40B4-BE49-F238E27FC236}">
                    <a16:creationId xmlns:a16="http://schemas.microsoft.com/office/drawing/2014/main" id="{7C58CD46-75D7-5936-FB05-0A8DB809D7B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53" name="Freeform 55">
                <a:extLst>
                  <a:ext uri="{FF2B5EF4-FFF2-40B4-BE49-F238E27FC236}">
                    <a16:creationId xmlns:a16="http://schemas.microsoft.com/office/drawing/2014/main" id="{540D970C-2D00-5766-0E9C-2715FD9A9CA4}"/>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54" name="Freeform 56">
                <a:extLst>
                  <a:ext uri="{FF2B5EF4-FFF2-40B4-BE49-F238E27FC236}">
                    <a16:creationId xmlns:a16="http://schemas.microsoft.com/office/drawing/2014/main" id="{E0C09106-E6A9-23BB-EE86-5FC5A3C55713}"/>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5" name="Freeform 57">
                <a:extLst>
                  <a:ext uri="{FF2B5EF4-FFF2-40B4-BE49-F238E27FC236}">
                    <a16:creationId xmlns:a16="http://schemas.microsoft.com/office/drawing/2014/main" id="{48FFDB81-4B23-9458-27CB-7FE2D86B9CC9}"/>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6" name="Freeform 58">
                <a:extLst>
                  <a:ext uri="{FF2B5EF4-FFF2-40B4-BE49-F238E27FC236}">
                    <a16:creationId xmlns:a16="http://schemas.microsoft.com/office/drawing/2014/main" id="{7B9C7324-145C-A501-C113-DC68A1F951FA}"/>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37" name="Graphic 8">
              <a:extLst>
                <a:ext uri="{FF2B5EF4-FFF2-40B4-BE49-F238E27FC236}">
                  <a16:creationId xmlns:a16="http://schemas.microsoft.com/office/drawing/2014/main" id="{8242D681-0564-11FF-F314-2A8C383B5111}"/>
                </a:ext>
              </a:extLst>
            </p:cNvPr>
            <p:cNvGrpSpPr/>
            <p:nvPr/>
          </p:nvGrpSpPr>
          <p:grpSpPr>
            <a:xfrm>
              <a:off x="265625" y="6323271"/>
              <a:ext cx="1249223" cy="190348"/>
              <a:chOff x="265625" y="6323271"/>
              <a:chExt cx="1249223" cy="190348"/>
            </a:xfrm>
            <a:grpFill/>
          </p:grpSpPr>
          <p:sp>
            <p:nvSpPr>
              <p:cNvPr id="38" name="Freeform 60">
                <a:extLst>
                  <a:ext uri="{FF2B5EF4-FFF2-40B4-BE49-F238E27FC236}">
                    <a16:creationId xmlns:a16="http://schemas.microsoft.com/office/drawing/2014/main" id="{BC1F610E-F144-A115-E553-C9EE5FEA4A6D}"/>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39" name="Freeform 61">
                <a:extLst>
                  <a:ext uri="{FF2B5EF4-FFF2-40B4-BE49-F238E27FC236}">
                    <a16:creationId xmlns:a16="http://schemas.microsoft.com/office/drawing/2014/main" id="{6857D863-9A06-6571-80F6-DD59B73A3C1A}"/>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40" name="Freeform 62">
                <a:extLst>
                  <a:ext uri="{FF2B5EF4-FFF2-40B4-BE49-F238E27FC236}">
                    <a16:creationId xmlns:a16="http://schemas.microsoft.com/office/drawing/2014/main" id="{2CD29205-052C-95E0-C678-4DD16DEC5C19}"/>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41" name="Freeform 63">
                <a:extLst>
                  <a:ext uri="{FF2B5EF4-FFF2-40B4-BE49-F238E27FC236}">
                    <a16:creationId xmlns:a16="http://schemas.microsoft.com/office/drawing/2014/main" id="{525F39ED-302E-07C7-3369-B1B583F05A40}"/>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42" name="Freeform 64">
                <a:extLst>
                  <a:ext uri="{FF2B5EF4-FFF2-40B4-BE49-F238E27FC236}">
                    <a16:creationId xmlns:a16="http://schemas.microsoft.com/office/drawing/2014/main" id="{507A5BC5-09D6-FB8A-6D25-83CEB0C04D1A}"/>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43" name="Freeform 65">
                <a:extLst>
                  <a:ext uri="{FF2B5EF4-FFF2-40B4-BE49-F238E27FC236}">
                    <a16:creationId xmlns:a16="http://schemas.microsoft.com/office/drawing/2014/main" id="{D492BDA2-A0E6-5AFB-1033-44C34177413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44" name="Freeform 66">
                <a:extLst>
                  <a:ext uri="{FF2B5EF4-FFF2-40B4-BE49-F238E27FC236}">
                    <a16:creationId xmlns:a16="http://schemas.microsoft.com/office/drawing/2014/main" id="{88A7983D-3B88-4F8C-72F3-052E520F89AE}"/>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sp>
        <p:nvSpPr>
          <p:cNvPr id="10" name="TextBox 9">
            <a:extLst>
              <a:ext uri="{FF2B5EF4-FFF2-40B4-BE49-F238E27FC236}">
                <a16:creationId xmlns:a16="http://schemas.microsoft.com/office/drawing/2014/main" id="{BC225031-D7BB-0C78-565E-460F449111BD}"/>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chemeClr val="tx1"/>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chemeClr val="tx1"/>
              </a:solidFill>
              <a:latin typeface="+mn-lt"/>
              <a:sym typeface="Arial" panose="020B0604020202020204" pitchFamily="34" charset="0"/>
              <a:rtl val="0"/>
            </a:endParaRPr>
          </a:p>
        </p:txBody>
      </p:sp>
    </p:spTree>
    <p:extLst>
      <p:ext uri="{BB962C8B-B14F-4D97-AF65-F5344CB8AC3E}">
        <p14:creationId xmlns:p14="http://schemas.microsoft.com/office/powerpoint/2010/main" val="3171524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84" Type="http://schemas.openxmlformats.org/officeDocument/2006/relationships/slideLayout" Target="../slideLayouts/slideLayout84.xml"/><Relationship Id="rId89" Type="http://schemas.openxmlformats.org/officeDocument/2006/relationships/slideLayout" Target="../slideLayouts/slideLayout89.xml"/><Relationship Id="rId16" Type="http://schemas.openxmlformats.org/officeDocument/2006/relationships/slideLayout" Target="../slideLayouts/slideLayout16.xml"/><Relationship Id="rId11" Type="http://schemas.openxmlformats.org/officeDocument/2006/relationships/slideLayout" Target="../slideLayouts/slideLayout11.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74" Type="http://schemas.openxmlformats.org/officeDocument/2006/relationships/slideLayout" Target="../slideLayouts/slideLayout74.xml"/><Relationship Id="rId79" Type="http://schemas.openxmlformats.org/officeDocument/2006/relationships/slideLayout" Target="../slideLayouts/slideLayout79.xml"/><Relationship Id="rId5" Type="http://schemas.openxmlformats.org/officeDocument/2006/relationships/slideLayout" Target="../slideLayouts/slideLayout5.xml"/><Relationship Id="rId90" Type="http://schemas.openxmlformats.org/officeDocument/2006/relationships/slideLayout" Target="../slideLayouts/slideLayout90.xml"/><Relationship Id="rId95" Type="http://schemas.openxmlformats.org/officeDocument/2006/relationships/slideLayout" Target="../slideLayouts/slideLayout95.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80" Type="http://schemas.openxmlformats.org/officeDocument/2006/relationships/slideLayout" Target="../slideLayouts/slideLayout80.xml"/><Relationship Id="rId85" Type="http://schemas.openxmlformats.org/officeDocument/2006/relationships/slideLayout" Target="../slideLayouts/slideLayout85.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83" Type="http://schemas.openxmlformats.org/officeDocument/2006/relationships/slideLayout" Target="../slideLayouts/slideLayout83.xml"/><Relationship Id="rId88" Type="http://schemas.openxmlformats.org/officeDocument/2006/relationships/slideLayout" Target="../slideLayouts/slideLayout88.xml"/><Relationship Id="rId91" Type="http://schemas.openxmlformats.org/officeDocument/2006/relationships/slideLayout" Target="../slideLayouts/slideLayout91.xml"/><Relationship Id="rId96" Type="http://schemas.openxmlformats.org/officeDocument/2006/relationships/slideLayout" Target="../slideLayouts/slideLayout96.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81" Type="http://schemas.openxmlformats.org/officeDocument/2006/relationships/slideLayout" Target="../slideLayouts/slideLayout81.xml"/><Relationship Id="rId86" Type="http://schemas.openxmlformats.org/officeDocument/2006/relationships/slideLayout" Target="../slideLayouts/slideLayout86.xml"/><Relationship Id="rId94" Type="http://schemas.openxmlformats.org/officeDocument/2006/relationships/slideLayout" Target="../slideLayouts/slideLayout94.xml"/><Relationship Id="rId9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6" Type="http://schemas.openxmlformats.org/officeDocument/2006/relationships/slideLayout" Target="../slideLayouts/slideLayout76.xml"/><Relationship Id="rId97" Type="http://schemas.openxmlformats.org/officeDocument/2006/relationships/slideLayout" Target="../slideLayouts/slideLayout97.xml"/><Relationship Id="rId7" Type="http://schemas.openxmlformats.org/officeDocument/2006/relationships/slideLayout" Target="../slideLayouts/slideLayout7.xml"/><Relationship Id="rId71" Type="http://schemas.openxmlformats.org/officeDocument/2006/relationships/slideLayout" Target="../slideLayouts/slideLayout71.xml"/><Relationship Id="rId92" Type="http://schemas.openxmlformats.org/officeDocument/2006/relationships/slideLayout" Target="../slideLayouts/slideLayout92.xml"/><Relationship Id="rId2" Type="http://schemas.openxmlformats.org/officeDocument/2006/relationships/slideLayout" Target="../slideLayouts/slideLayout2.xml"/><Relationship Id="rId29" Type="http://schemas.openxmlformats.org/officeDocument/2006/relationships/slideLayout" Target="../slideLayouts/slideLayout29.xml"/><Relationship Id="rId24" Type="http://schemas.openxmlformats.org/officeDocument/2006/relationships/slideLayout" Target="../slideLayouts/slideLayout24.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66" Type="http://schemas.openxmlformats.org/officeDocument/2006/relationships/slideLayout" Target="../slideLayouts/slideLayout66.xml"/><Relationship Id="rId87" Type="http://schemas.openxmlformats.org/officeDocument/2006/relationships/slideLayout" Target="../slideLayouts/slideLayout87.xml"/><Relationship Id="rId61" Type="http://schemas.openxmlformats.org/officeDocument/2006/relationships/slideLayout" Target="../slideLayouts/slideLayout61.xml"/><Relationship Id="rId82" Type="http://schemas.openxmlformats.org/officeDocument/2006/relationships/slideLayout" Target="../slideLayouts/slideLayout82.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56" Type="http://schemas.openxmlformats.org/officeDocument/2006/relationships/slideLayout" Target="../slideLayouts/slideLayout56.xml"/><Relationship Id="rId77" Type="http://schemas.openxmlformats.org/officeDocument/2006/relationships/slideLayout" Target="../slideLayouts/slideLayout77.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93" Type="http://schemas.openxmlformats.org/officeDocument/2006/relationships/slideLayout" Target="../slideLayouts/slideLayout93.xml"/><Relationship Id="rId98" Type="http://schemas.openxmlformats.org/officeDocument/2006/relationships/slideLayout" Target="../slideLayouts/slideLayout98.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111.xml"/><Relationship Id="rId18" Type="http://schemas.openxmlformats.org/officeDocument/2006/relationships/slideLayout" Target="../slideLayouts/slideLayout116.xml"/><Relationship Id="rId26" Type="http://schemas.openxmlformats.org/officeDocument/2006/relationships/slideLayout" Target="../slideLayouts/slideLayout124.xml"/><Relationship Id="rId39" Type="http://schemas.openxmlformats.org/officeDocument/2006/relationships/slideLayout" Target="../slideLayouts/slideLayout137.xml"/><Relationship Id="rId21" Type="http://schemas.openxmlformats.org/officeDocument/2006/relationships/slideLayout" Target="../slideLayouts/slideLayout119.xml"/><Relationship Id="rId34" Type="http://schemas.openxmlformats.org/officeDocument/2006/relationships/slideLayout" Target="../slideLayouts/slideLayout132.xml"/><Relationship Id="rId42" Type="http://schemas.openxmlformats.org/officeDocument/2006/relationships/slideLayout" Target="../slideLayouts/slideLayout140.xml"/><Relationship Id="rId7" Type="http://schemas.openxmlformats.org/officeDocument/2006/relationships/slideLayout" Target="../slideLayouts/slideLayout105.xml"/><Relationship Id="rId2" Type="http://schemas.openxmlformats.org/officeDocument/2006/relationships/slideLayout" Target="../slideLayouts/slideLayout100.xml"/><Relationship Id="rId16" Type="http://schemas.openxmlformats.org/officeDocument/2006/relationships/slideLayout" Target="../slideLayouts/slideLayout114.xml"/><Relationship Id="rId20" Type="http://schemas.openxmlformats.org/officeDocument/2006/relationships/slideLayout" Target="../slideLayouts/slideLayout118.xml"/><Relationship Id="rId29" Type="http://schemas.openxmlformats.org/officeDocument/2006/relationships/slideLayout" Target="../slideLayouts/slideLayout127.xml"/><Relationship Id="rId41" Type="http://schemas.openxmlformats.org/officeDocument/2006/relationships/slideLayout" Target="../slideLayouts/slideLayout139.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1" Type="http://schemas.openxmlformats.org/officeDocument/2006/relationships/slideLayout" Target="../slideLayouts/slideLayout109.xml"/><Relationship Id="rId24" Type="http://schemas.openxmlformats.org/officeDocument/2006/relationships/slideLayout" Target="../slideLayouts/slideLayout122.xml"/><Relationship Id="rId32" Type="http://schemas.openxmlformats.org/officeDocument/2006/relationships/slideLayout" Target="../slideLayouts/slideLayout130.xml"/><Relationship Id="rId37" Type="http://schemas.openxmlformats.org/officeDocument/2006/relationships/slideLayout" Target="../slideLayouts/slideLayout135.xml"/><Relationship Id="rId40" Type="http://schemas.openxmlformats.org/officeDocument/2006/relationships/slideLayout" Target="../slideLayouts/slideLayout138.xml"/><Relationship Id="rId5" Type="http://schemas.openxmlformats.org/officeDocument/2006/relationships/slideLayout" Target="../slideLayouts/slideLayout103.xml"/><Relationship Id="rId15" Type="http://schemas.openxmlformats.org/officeDocument/2006/relationships/slideLayout" Target="../slideLayouts/slideLayout113.xml"/><Relationship Id="rId23" Type="http://schemas.openxmlformats.org/officeDocument/2006/relationships/slideLayout" Target="../slideLayouts/slideLayout121.xml"/><Relationship Id="rId28" Type="http://schemas.openxmlformats.org/officeDocument/2006/relationships/slideLayout" Target="../slideLayouts/slideLayout126.xml"/><Relationship Id="rId36" Type="http://schemas.openxmlformats.org/officeDocument/2006/relationships/slideLayout" Target="../slideLayouts/slideLayout134.xml"/><Relationship Id="rId10" Type="http://schemas.openxmlformats.org/officeDocument/2006/relationships/slideLayout" Target="../slideLayouts/slideLayout108.xml"/><Relationship Id="rId19" Type="http://schemas.openxmlformats.org/officeDocument/2006/relationships/slideLayout" Target="../slideLayouts/slideLayout117.xml"/><Relationship Id="rId31" Type="http://schemas.openxmlformats.org/officeDocument/2006/relationships/slideLayout" Target="../slideLayouts/slideLayout129.xml"/><Relationship Id="rId4" Type="http://schemas.openxmlformats.org/officeDocument/2006/relationships/slideLayout" Target="../slideLayouts/slideLayout102.xml"/><Relationship Id="rId9" Type="http://schemas.openxmlformats.org/officeDocument/2006/relationships/slideLayout" Target="../slideLayouts/slideLayout107.xml"/><Relationship Id="rId14" Type="http://schemas.openxmlformats.org/officeDocument/2006/relationships/slideLayout" Target="../slideLayouts/slideLayout112.xml"/><Relationship Id="rId22" Type="http://schemas.openxmlformats.org/officeDocument/2006/relationships/slideLayout" Target="../slideLayouts/slideLayout120.xml"/><Relationship Id="rId27" Type="http://schemas.openxmlformats.org/officeDocument/2006/relationships/slideLayout" Target="../slideLayouts/slideLayout125.xml"/><Relationship Id="rId30" Type="http://schemas.openxmlformats.org/officeDocument/2006/relationships/slideLayout" Target="../slideLayouts/slideLayout128.xml"/><Relationship Id="rId35" Type="http://schemas.openxmlformats.org/officeDocument/2006/relationships/slideLayout" Target="../slideLayouts/slideLayout133.xml"/><Relationship Id="rId43" Type="http://schemas.openxmlformats.org/officeDocument/2006/relationships/theme" Target="../theme/theme2.xml"/><Relationship Id="rId8" Type="http://schemas.openxmlformats.org/officeDocument/2006/relationships/slideLayout" Target="../slideLayouts/slideLayout106.xml"/><Relationship Id="rId3" Type="http://schemas.openxmlformats.org/officeDocument/2006/relationships/slideLayout" Target="../slideLayouts/slideLayout101.xml"/><Relationship Id="rId12" Type="http://schemas.openxmlformats.org/officeDocument/2006/relationships/slideLayout" Target="../slideLayouts/slideLayout110.xml"/><Relationship Id="rId17" Type="http://schemas.openxmlformats.org/officeDocument/2006/relationships/slideLayout" Target="../slideLayouts/slideLayout115.xml"/><Relationship Id="rId25" Type="http://schemas.openxmlformats.org/officeDocument/2006/relationships/slideLayout" Target="../slideLayouts/slideLayout123.xml"/><Relationship Id="rId33" Type="http://schemas.openxmlformats.org/officeDocument/2006/relationships/slideLayout" Target="../slideLayouts/slideLayout131.xml"/><Relationship Id="rId38" Type="http://schemas.openxmlformats.org/officeDocument/2006/relationships/slideLayout" Target="../slideLayouts/slideLayout136.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bwMode="ltGray">
      <p:bgPr>
        <a:solidFill>
          <a:schemeClr val="bg1"/>
        </a:solidFill>
        <a:effectLst/>
      </p:bgPr>
    </p:bg>
    <p:spTree>
      <p:nvGrpSpPr>
        <p:cNvPr id="1" name=""/>
        <p:cNvGrpSpPr/>
        <p:nvPr/>
      </p:nvGrpSpPr>
      <p:grpSpPr>
        <a:xfrm>
          <a:off x="0" y="0"/>
          <a:ext cx="0" cy="0"/>
          <a:chOff x="0" y="0"/>
          <a:chExt cx="0" cy="0"/>
        </a:xfrm>
      </p:grpSpPr>
      <p:sp>
        <p:nvSpPr>
          <p:cNvPr id="2" name="Click to edit title"/>
          <p:cNvSpPr>
            <a:spLocks noGrp="1"/>
          </p:cNvSpPr>
          <p:nvPr>
            <p:ph type="title"/>
          </p:nvPr>
        </p:nvSpPr>
        <p:spPr>
          <a:xfrm>
            <a:off x="579809" y="412751"/>
            <a:ext cx="11001004" cy="381000"/>
          </a:xfrm>
          <a:prstGeom prst="rect">
            <a:avLst/>
          </a:prstGeom>
        </p:spPr>
        <p:txBody>
          <a:bodyPr vert="horz" wrap="none" lIns="0" tIns="0" rIns="0" bIns="0" rtlCol="0" anchor="b">
            <a:noAutofit/>
          </a:bodyPr>
          <a:lstStyle/>
          <a:p>
            <a:r>
              <a:rPr lang="en-US" dirty="0"/>
              <a:t>Click to edit Master default content style</a:t>
            </a:r>
          </a:p>
        </p:txBody>
      </p:sp>
      <p:sp>
        <p:nvSpPr>
          <p:cNvPr id="3" name="Click to edit content box"/>
          <p:cNvSpPr>
            <a:spLocks noGrp="1"/>
          </p:cNvSpPr>
          <p:nvPr>
            <p:ph type="body" idx="1"/>
          </p:nvPr>
        </p:nvSpPr>
        <p:spPr>
          <a:xfrm>
            <a:off x="609441" y="1600203"/>
            <a:ext cx="10969943" cy="4580461"/>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48" name="Graphic 8">
            <a:extLst>
              <a:ext uri="{FF2B5EF4-FFF2-40B4-BE49-F238E27FC236}">
                <a16:creationId xmlns:a16="http://schemas.microsoft.com/office/drawing/2014/main" id="{D82EF380-0C1A-9923-E1BB-4A4A82A50052}"/>
              </a:ext>
            </a:extLst>
          </p:cNvPr>
          <p:cNvGrpSpPr/>
          <p:nvPr/>
        </p:nvGrpSpPr>
        <p:grpSpPr>
          <a:xfrm>
            <a:off x="265625" y="6323271"/>
            <a:ext cx="1249223" cy="369648"/>
            <a:chOff x="265625" y="6323271"/>
            <a:chExt cx="1249223" cy="369648"/>
          </a:xfrm>
          <a:solidFill>
            <a:srgbClr val="000000"/>
          </a:solidFill>
        </p:grpSpPr>
        <p:grpSp>
          <p:nvGrpSpPr>
            <p:cNvPr id="49" name="Graphic 8">
              <a:extLst>
                <a:ext uri="{FF2B5EF4-FFF2-40B4-BE49-F238E27FC236}">
                  <a16:creationId xmlns:a16="http://schemas.microsoft.com/office/drawing/2014/main" id="{54FAF84D-171B-0C10-ED68-71DF0155B5A3}"/>
                </a:ext>
              </a:extLst>
            </p:cNvPr>
            <p:cNvGrpSpPr/>
            <p:nvPr/>
          </p:nvGrpSpPr>
          <p:grpSpPr>
            <a:xfrm>
              <a:off x="745455" y="6594444"/>
              <a:ext cx="722662" cy="98475"/>
              <a:chOff x="745455" y="6594444"/>
              <a:chExt cx="722662" cy="98475"/>
            </a:xfrm>
            <a:solidFill>
              <a:srgbClr val="000000"/>
            </a:solidFill>
          </p:grpSpPr>
          <p:sp>
            <p:nvSpPr>
              <p:cNvPr id="50" name="Freeform 49">
                <a:extLst>
                  <a:ext uri="{FF2B5EF4-FFF2-40B4-BE49-F238E27FC236}">
                    <a16:creationId xmlns:a16="http://schemas.microsoft.com/office/drawing/2014/main" id="{3FA24438-4158-EA0B-DE4E-8015E1E32AD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26BB840E-D68F-76E7-7DA9-BF6B79D252BE}"/>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59510B1D-6A5F-3EF5-3680-B51E20570E6A}"/>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E2502CCC-DB03-C01E-2299-92CA9168461F}"/>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76A128EB-98F4-7BC5-3A7C-1938363F3CAF}"/>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2677180F-AD7B-87CD-0633-18DC1BE313BF}"/>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11FB90A8-4445-04B0-1766-E758C4EED92E}"/>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DE758F9E-2750-6183-E9D2-FF433D17AAD5}"/>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8" name="Freeform 57">
                <a:extLst>
                  <a:ext uri="{FF2B5EF4-FFF2-40B4-BE49-F238E27FC236}">
                    <a16:creationId xmlns:a16="http://schemas.microsoft.com/office/drawing/2014/main" id="{24B84BC6-1055-8C5E-535B-75A833A8799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9" name="Freeform 58">
                <a:extLst>
                  <a:ext uri="{FF2B5EF4-FFF2-40B4-BE49-F238E27FC236}">
                    <a16:creationId xmlns:a16="http://schemas.microsoft.com/office/drawing/2014/main" id="{CFE27250-866A-DEF8-25F4-955344428C45}"/>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60" name="Graphic 8">
              <a:extLst>
                <a:ext uri="{FF2B5EF4-FFF2-40B4-BE49-F238E27FC236}">
                  <a16:creationId xmlns:a16="http://schemas.microsoft.com/office/drawing/2014/main" id="{105759BC-89FC-99DA-EED4-D1E8B30B32A4}"/>
                </a:ext>
              </a:extLst>
            </p:cNvPr>
            <p:cNvGrpSpPr/>
            <p:nvPr/>
          </p:nvGrpSpPr>
          <p:grpSpPr>
            <a:xfrm>
              <a:off x="265625" y="6323271"/>
              <a:ext cx="1249223" cy="190348"/>
              <a:chOff x="265625" y="6323271"/>
              <a:chExt cx="1249223" cy="190348"/>
            </a:xfrm>
            <a:solidFill>
              <a:srgbClr val="000000"/>
            </a:solidFill>
          </p:grpSpPr>
          <p:sp>
            <p:nvSpPr>
              <p:cNvPr id="61" name="Freeform 60">
                <a:extLst>
                  <a:ext uri="{FF2B5EF4-FFF2-40B4-BE49-F238E27FC236}">
                    <a16:creationId xmlns:a16="http://schemas.microsoft.com/office/drawing/2014/main" id="{512BB0ED-CA6C-C9CB-ACAD-1C325B732747}"/>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62" name="Freeform 61">
                <a:extLst>
                  <a:ext uri="{FF2B5EF4-FFF2-40B4-BE49-F238E27FC236}">
                    <a16:creationId xmlns:a16="http://schemas.microsoft.com/office/drawing/2014/main" id="{C8889F5C-7017-F0AD-A292-0E3EA56F8524}"/>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63" name="Freeform 62">
                <a:extLst>
                  <a:ext uri="{FF2B5EF4-FFF2-40B4-BE49-F238E27FC236}">
                    <a16:creationId xmlns:a16="http://schemas.microsoft.com/office/drawing/2014/main" id="{47F206F2-6C2D-0598-8600-BCAF57BB1FE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64" name="Freeform 63">
                <a:extLst>
                  <a:ext uri="{FF2B5EF4-FFF2-40B4-BE49-F238E27FC236}">
                    <a16:creationId xmlns:a16="http://schemas.microsoft.com/office/drawing/2014/main" id="{A9925AE1-2698-ECBF-CB8C-C2FA61B19484}"/>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65" name="Freeform 64">
                <a:extLst>
                  <a:ext uri="{FF2B5EF4-FFF2-40B4-BE49-F238E27FC236}">
                    <a16:creationId xmlns:a16="http://schemas.microsoft.com/office/drawing/2014/main" id="{218BC9EB-B196-3184-73E5-DDF213272F29}"/>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66" name="Freeform 65">
                <a:extLst>
                  <a:ext uri="{FF2B5EF4-FFF2-40B4-BE49-F238E27FC236}">
                    <a16:creationId xmlns:a16="http://schemas.microsoft.com/office/drawing/2014/main" id="{B3E0CCF2-026F-7198-71FE-EEC15EFDC578}"/>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67" name="Freeform 66">
                <a:extLst>
                  <a:ext uri="{FF2B5EF4-FFF2-40B4-BE49-F238E27FC236}">
                    <a16:creationId xmlns:a16="http://schemas.microsoft.com/office/drawing/2014/main" id="{EF4B9FAC-CA66-86DF-4447-1C97FD11917C}"/>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6" name="TextBox 5">
            <a:extLst>
              <a:ext uri="{FF2B5EF4-FFF2-40B4-BE49-F238E27FC236}">
                <a16:creationId xmlns:a16="http://schemas.microsoft.com/office/drawing/2014/main" id="{67497138-A018-1FCE-9C69-099B94E017A6}"/>
              </a:ext>
            </a:extLst>
          </p:cNvPr>
          <p:cNvSpPr txBox="1"/>
          <p:nvPr userDrawn="1"/>
        </p:nvSpPr>
        <p:spPr>
          <a:xfrm>
            <a:off x="1645084" y="6461498"/>
            <a:ext cx="3574697" cy="215444"/>
          </a:xfrm>
          <a:prstGeom prst="rect">
            <a:avLst/>
          </a:prstGeom>
          <a:noFill/>
        </p:spPr>
        <p:txBody>
          <a:bodyPr wrap="square" lIns="0" tIns="0" rIns="0" bIns="0" rtlCol="0">
            <a:spAutoFit/>
          </a:bodyPr>
          <a:lstStyle/>
          <a:p>
            <a:pPr algn="l">
              <a:lnSpc>
                <a:spcPct val="100000"/>
              </a:lnSpc>
            </a:pPr>
            <a:r>
              <a:rPr lang="en-US" sz="700" spc="0" baseline="0" dirty="0">
                <a:ln/>
                <a:solidFill>
                  <a:srgbClr val="000000"/>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anose="020B0604020202020204" pitchFamily="34" charset="0"/>
              <a:rtl val="0"/>
            </a:endParaRPr>
          </a:p>
        </p:txBody>
      </p:sp>
    </p:spTree>
    <p:extLst>
      <p:ext uri="{BB962C8B-B14F-4D97-AF65-F5344CB8AC3E}">
        <p14:creationId xmlns:p14="http://schemas.microsoft.com/office/powerpoint/2010/main" val="1398740080"/>
      </p:ext>
    </p:extLst>
  </p:cSld>
  <p:clrMap bg1="lt1" tx1="dk1" bg2="lt2" tx2="dk2" accent1="accent1" accent2="accent2" accent3="accent3" accent4="accent4" accent5="accent5" accent6="accent6" hlink="hlink" folHlink="folHlink"/>
  <p:sldLayoutIdLst>
    <p:sldLayoutId id="2147484196" r:id="rId1"/>
    <p:sldLayoutId id="2147484325" r:id="rId2"/>
    <p:sldLayoutId id="2147484197" r:id="rId3"/>
    <p:sldLayoutId id="2147484326" r:id="rId4"/>
    <p:sldLayoutId id="2147484198" r:id="rId5"/>
    <p:sldLayoutId id="2147484327" r:id="rId6"/>
    <p:sldLayoutId id="2147484376" r:id="rId7"/>
    <p:sldLayoutId id="2147484377" r:id="rId8"/>
    <p:sldLayoutId id="2147484328" r:id="rId9"/>
    <p:sldLayoutId id="2147484329" r:id="rId10"/>
    <p:sldLayoutId id="2147484199" r:id="rId11"/>
    <p:sldLayoutId id="2147484200" r:id="rId12"/>
    <p:sldLayoutId id="2147484201" r:id="rId13"/>
    <p:sldLayoutId id="2147484202" r:id="rId14"/>
    <p:sldLayoutId id="2147484366" r:id="rId15"/>
    <p:sldLayoutId id="2147484367" r:id="rId16"/>
    <p:sldLayoutId id="2147484203" r:id="rId17"/>
    <p:sldLayoutId id="2147484330" r:id="rId18"/>
    <p:sldLayoutId id="2147484423" r:id="rId19"/>
    <p:sldLayoutId id="2147484204" r:id="rId20"/>
    <p:sldLayoutId id="2147484205" r:id="rId21"/>
    <p:sldLayoutId id="2147484206" r:id="rId22"/>
    <p:sldLayoutId id="2147484207" r:id="rId23"/>
    <p:sldLayoutId id="2147484208" r:id="rId24"/>
    <p:sldLayoutId id="2147484209" r:id="rId25"/>
    <p:sldLayoutId id="2147484210" r:id="rId26"/>
    <p:sldLayoutId id="2147484211" r:id="rId27"/>
    <p:sldLayoutId id="2147484212" r:id="rId28"/>
    <p:sldLayoutId id="2147484213" r:id="rId29"/>
    <p:sldLayoutId id="2147484214" r:id="rId30"/>
    <p:sldLayoutId id="2147484215" r:id="rId31"/>
    <p:sldLayoutId id="2147484216" r:id="rId32"/>
    <p:sldLayoutId id="2147484217" r:id="rId33"/>
    <p:sldLayoutId id="2147484218" r:id="rId34"/>
    <p:sldLayoutId id="2147484219" r:id="rId35"/>
    <p:sldLayoutId id="2147484220" r:id="rId36"/>
    <p:sldLayoutId id="2147484221" r:id="rId37"/>
    <p:sldLayoutId id="2147484331" r:id="rId38"/>
    <p:sldLayoutId id="2147484368" r:id="rId39"/>
    <p:sldLayoutId id="2147484222" r:id="rId40"/>
    <p:sldLayoutId id="2147484332" r:id="rId41"/>
    <p:sldLayoutId id="2147484369" r:id="rId42"/>
    <p:sldLayoutId id="2147484223" r:id="rId43"/>
    <p:sldLayoutId id="2147484333" r:id="rId44"/>
    <p:sldLayoutId id="2147484370" r:id="rId45"/>
    <p:sldLayoutId id="2147484334" r:id="rId46"/>
    <p:sldLayoutId id="2147484224" r:id="rId47"/>
    <p:sldLayoutId id="2147484225" r:id="rId48"/>
    <p:sldLayoutId id="2147484335" r:id="rId49"/>
    <p:sldLayoutId id="2147484336" r:id="rId50"/>
    <p:sldLayoutId id="2147484337" r:id="rId51"/>
    <p:sldLayoutId id="2147484338" r:id="rId52"/>
    <p:sldLayoutId id="2147484339" r:id="rId53"/>
    <p:sldLayoutId id="2147484371" r:id="rId54"/>
    <p:sldLayoutId id="2147484226" r:id="rId55"/>
    <p:sldLayoutId id="2147484227" r:id="rId56"/>
    <p:sldLayoutId id="2147484228" r:id="rId57"/>
    <p:sldLayoutId id="2147484229" r:id="rId58"/>
    <p:sldLayoutId id="2147484230" r:id="rId59"/>
    <p:sldLayoutId id="2147484231" r:id="rId60"/>
    <p:sldLayoutId id="2147484232" r:id="rId61"/>
    <p:sldLayoutId id="2147484233" r:id="rId62"/>
    <p:sldLayoutId id="2147484234" r:id="rId63"/>
    <p:sldLayoutId id="2147484340" r:id="rId64"/>
    <p:sldLayoutId id="2147484341" r:id="rId65"/>
    <p:sldLayoutId id="2147484342" r:id="rId66"/>
    <p:sldLayoutId id="2147484343" r:id="rId67"/>
    <p:sldLayoutId id="2147484344" r:id="rId68"/>
    <p:sldLayoutId id="2147484345" r:id="rId69"/>
    <p:sldLayoutId id="2147484346" r:id="rId70"/>
    <p:sldLayoutId id="2147484347" r:id="rId71"/>
    <p:sldLayoutId id="2147484372" r:id="rId72"/>
    <p:sldLayoutId id="2147484348" r:id="rId73"/>
    <p:sldLayoutId id="2147484349" r:id="rId74"/>
    <p:sldLayoutId id="2147484350" r:id="rId75"/>
    <p:sldLayoutId id="2147484373" r:id="rId76"/>
    <p:sldLayoutId id="2147484425" r:id="rId77"/>
    <p:sldLayoutId id="2147484424" r:id="rId78"/>
    <p:sldLayoutId id="2147484351" r:id="rId79"/>
    <p:sldLayoutId id="2147484235" r:id="rId80"/>
    <p:sldLayoutId id="2147484236" r:id="rId81"/>
    <p:sldLayoutId id="2147484237" r:id="rId82"/>
    <p:sldLayoutId id="2147484378" r:id="rId83"/>
    <p:sldLayoutId id="2147484379" r:id="rId84"/>
    <p:sldLayoutId id="2147484352" r:id="rId85"/>
    <p:sldLayoutId id="2147484375" r:id="rId86"/>
    <p:sldLayoutId id="2147484374" r:id="rId87"/>
    <p:sldLayoutId id="2147484354" r:id="rId88"/>
    <p:sldLayoutId id="2147484355" r:id="rId89"/>
    <p:sldLayoutId id="2147484356" r:id="rId90"/>
    <p:sldLayoutId id="2147484357" r:id="rId91"/>
    <p:sldLayoutId id="2147484358" r:id="rId92"/>
    <p:sldLayoutId id="2147484359" r:id="rId93"/>
    <p:sldLayoutId id="2147484360" r:id="rId94"/>
    <p:sldLayoutId id="2147484361" r:id="rId95"/>
    <p:sldLayoutId id="2147484362" r:id="rId96"/>
    <p:sldLayoutId id="2147484363" r:id="rId97"/>
    <p:sldLayoutId id="2147484364" r:id="rId98"/>
  </p:sldLayoutIdLst>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a16="http://schemas.microsoft.com/office/drawing/2014/main" xmlns="">
      <p:transition spd="med">
        <p:fade/>
      </p:transition>
    </mc:Fallback>
  </mc:AlternateContent>
  <p:hf sldNum="0" hdr="0" ftr="0" dt="0"/>
  <p:txStyles>
    <p:titleStyle>
      <a:lvl1pPr algn="l" defTabSz="914400" rtl="0" eaLnBrk="1" latinLnBrk="0" hangingPunct="1">
        <a:lnSpc>
          <a:spcPct val="90000"/>
        </a:lnSpc>
        <a:spcBef>
          <a:spcPct val="0"/>
        </a:spcBef>
        <a:buNone/>
        <a:defRPr sz="2800" b="0" kern="1200">
          <a:solidFill>
            <a:schemeClr val="tx1"/>
          </a:solidFill>
          <a:latin typeface="+mj-lt"/>
          <a:ea typeface="+mj-ea"/>
          <a:cs typeface="+mj-cs"/>
        </a:defRPr>
      </a:lvl1pPr>
    </p:titleStyle>
    <p:bodyStyle>
      <a:lvl1pPr marL="0" indent="0" algn="l" defTabSz="914400" rtl="0" eaLnBrk="1" latinLnBrk="0" hangingPunct="1">
        <a:lnSpc>
          <a:spcPct val="100000"/>
        </a:lnSpc>
        <a:spcBef>
          <a:spcPts val="0"/>
        </a:spcBef>
        <a:spcAft>
          <a:spcPts val="1200"/>
        </a:spcAft>
        <a:buClr>
          <a:schemeClr val="tx1">
            <a:lumMod val="60000"/>
            <a:lumOff val="40000"/>
          </a:schemeClr>
        </a:buClr>
        <a:buSzPct val="90000"/>
        <a:buFont typeface="Arial" panose="020B0604020202020204" pitchFamily="34" charset="0"/>
        <a:buChar char="​"/>
        <a:defRPr sz="2000" kern="1200">
          <a:solidFill>
            <a:schemeClr val="tx1"/>
          </a:solidFill>
          <a:latin typeface="+mn-lt"/>
          <a:ea typeface="+mn-ea"/>
          <a:cs typeface="+mn-cs"/>
        </a:defRPr>
      </a:lvl1pPr>
      <a:lvl2pPr marL="457200" indent="-1841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800" kern="1200">
          <a:solidFill>
            <a:schemeClr val="tx1"/>
          </a:solidFill>
          <a:latin typeface="+mn-lt"/>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600" kern="1200">
          <a:solidFill>
            <a:schemeClr val="tx1"/>
          </a:solidFill>
          <a:latin typeface="+mn-lt"/>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kern="1200">
          <a:solidFill>
            <a:schemeClr val="tx1"/>
          </a:solidFill>
          <a:latin typeface="+mn-lt"/>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39">
          <p15:clr>
            <a:srgbClr val="F26B43"/>
          </p15:clr>
        </p15:guide>
        <p15:guide id="3" orient="horz" pos="1872">
          <p15:clr>
            <a:srgbClr val="F26B43"/>
          </p15:clr>
        </p15:guide>
        <p15:guide id="4" orient="horz" pos="1584">
          <p15:clr>
            <a:srgbClr val="F26B43"/>
          </p15:clr>
        </p15:guide>
        <p15:guide id="5" orient="horz" pos="1296">
          <p15:clr>
            <a:srgbClr val="F26B43"/>
          </p15:clr>
        </p15:guide>
        <p15:guide id="6" orient="horz" pos="1008">
          <p15:clr>
            <a:srgbClr val="F26B43"/>
          </p15:clr>
        </p15:guide>
        <p15:guide id="7" orient="horz" pos="720">
          <p15:clr>
            <a:srgbClr val="F26B43"/>
          </p15:clr>
        </p15:guide>
        <p15:guide id="8" orient="horz" pos="576">
          <p15:clr>
            <a:srgbClr val="F26B43"/>
          </p15:clr>
        </p15:guide>
        <p15:guide id="9" orient="horz" pos="288">
          <p15:clr>
            <a:srgbClr val="F26B43"/>
          </p15:clr>
        </p15:guide>
        <p15:guide id="10" orient="horz">
          <p15:clr>
            <a:srgbClr val="F26B43"/>
          </p15:clr>
        </p15:guide>
        <p15:guide id="11" orient="horz" pos="2448">
          <p15:clr>
            <a:srgbClr val="F26B43"/>
          </p15:clr>
        </p15:guide>
        <p15:guide id="12" orient="horz" pos="2736">
          <p15:clr>
            <a:srgbClr val="F26B43"/>
          </p15:clr>
        </p15:guide>
        <p15:guide id="13" orient="horz" pos="3024">
          <p15:clr>
            <a:srgbClr val="F26B43"/>
          </p15:clr>
        </p15:guide>
        <p15:guide id="14" orient="horz" pos="3312">
          <p15:clr>
            <a:srgbClr val="F26B43"/>
          </p15:clr>
        </p15:guide>
        <p15:guide id="15" orient="horz" pos="3600">
          <p15:clr>
            <a:srgbClr val="F26B43"/>
          </p15:clr>
        </p15:guide>
        <p15:guide id="16" orient="horz" pos="3888">
          <p15:clr>
            <a:srgbClr val="F26B43"/>
          </p15:clr>
        </p15:guide>
        <p15:guide id="17" orient="horz" pos="4032">
          <p15:clr>
            <a:srgbClr val="F26B43"/>
          </p15:clr>
        </p15:guide>
        <p15:guide id="18" pos="3551">
          <p15:clr>
            <a:srgbClr val="F26B43"/>
          </p15:clr>
        </p15:guide>
        <p15:guide id="19" pos="3263">
          <p15:clr>
            <a:srgbClr val="F26B43"/>
          </p15:clr>
        </p15:guide>
        <p15:guide id="20" pos="2975">
          <p15:clr>
            <a:srgbClr val="F26B43"/>
          </p15:clr>
        </p15:guide>
        <p15:guide id="21" pos="2687">
          <p15:clr>
            <a:srgbClr val="F26B43"/>
          </p15:clr>
        </p15:guide>
        <p15:guide id="22" pos="2399">
          <p15:clr>
            <a:srgbClr val="F26B43"/>
          </p15:clr>
        </p15:guide>
        <p15:guide id="23" pos="2111">
          <p15:clr>
            <a:srgbClr val="F26B43"/>
          </p15:clr>
        </p15:guide>
        <p15:guide id="24" pos="1823">
          <p15:clr>
            <a:srgbClr val="F26B43"/>
          </p15:clr>
        </p15:guide>
        <p15:guide id="25" pos="1535">
          <p15:clr>
            <a:srgbClr val="F26B43"/>
          </p15:clr>
        </p15:guide>
        <p15:guide id="26" pos="1247">
          <p15:clr>
            <a:srgbClr val="F26B43"/>
          </p15:clr>
        </p15:guide>
        <p15:guide id="27" pos="959">
          <p15:clr>
            <a:srgbClr val="F26B43"/>
          </p15:clr>
        </p15:guide>
        <p15:guide id="28" pos="671">
          <p15:clr>
            <a:srgbClr val="F26B43"/>
          </p15:clr>
        </p15:guide>
        <p15:guide id="29" pos="383">
          <p15:clr>
            <a:srgbClr val="F26B43"/>
          </p15:clr>
        </p15:guide>
        <p15:guide id="30" pos="4127">
          <p15:clr>
            <a:srgbClr val="F26B43"/>
          </p15:clr>
        </p15:guide>
        <p15:guide id="31" pos="4415">
          <p15:clr>
            <a:srgbClr val="F26B43"/>
          </p15:clr>
        </p15:guide>
        <p15:guide id="32" pos="4703">
          <p15:clr>
            <a:srgbClr val="F26B43"/>
          </p15:clr>
        </p15:guide>
        <p15:guide id="33" pos="4991">
          <p15:clr>
            <a:srgbClr val="F26B43"/>
          </p15:clr>
        </p15:guide>
        <p15:guide id="34" pos="5279">
          <p15:clr>
            <a:srgbClr val="F26B43"/>
          </p15:clr>
        </p15:guide>
        <p15:guide id="35" pos="5567">
          <p15:clr>
            <a:srgbClr val="F26B43"/>
          </p15:clr>
        </p15:guide>
        <p15:guide id="36" pos="5855">
          <p15:clr>
            <a:srgbClr val="F26B43"/>
          </p15:clr>
        </p15:guide>
        <p15:guide id="37" pos="6143">
          <p15:clr>
            <a:srgbClr val="F26B43"/>
          </p15:clr>
        </p15:guide>
        <p15:guide id="38" pos="6431">
          <p15:clr>
            <a:srgbClr val="F26B43"/>
          </p15:clr>
        </p15:guide>
        <p15:guide id="39" pos="6719">
          <p15:clr>
            <a:srgbClr val="F26B43"/>
          </p15:clr>
        </p15:guide>
        <p15:guide id="40" pos="7007">
          <p15:clr>
            <a:srgbClr val="F26B43"/>
          </p15:clr>
        </p15:guide>
        <p15:guide id="41" pos="7295">
          <p15:clr>
            <a:srgbClr val="F26B43"/>
          </p15:clr>
        </p15:guide>
        <p15:guide id="42" pos="7678">
          <p15:clr>
            <a:srgbClr val="F26B43"/>
          </p15:clr>
        </p15:guide>
        <p15:guide id="43" orient="horz" pos="4320">
          <p15:clr>
            <a:srgbClr val="F26B43"/>
          </p15:clr>
        </p15:guide>
        <p15:guide id="44">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bwMode="ltGray">
      <p:bgPr>
        <a:gradFill flip="none" rotWithShape="1">
          <a:gsLst>
            <a:gs pos="0">
              <a:srgbClr val="074D73"/>
            </a:gs>
            <a:gs pos="76000">
              <a:srgbClr val="1A1F38"/>
            </a:gs>
            <a:gs pos="20000">
              <a:srgbClr val="113454"/>
            </a:gs>
            <a:gs pos="51000">
              <a:srgbClr val="1A203A"/>
            </a:gs>
            <a:gs pos="95000">
              <a:srgbClr val="1B1D36"/>
            </a:gs>
          </a:gsLst>
          <a:lin ang="19200000" scaled="0"/>
          <a:tileRect/>
        </a:gradFill>
        <a:effectLst/>
      </p:bgPr>
    </p:bg>
    <p:spTree>
      <p:nvGrpSpPr>
        <p:cNvPr id="1" name=""/>
        <p:cNvGrpSpPr/>
        <p:nvPr/>
      </p:nvGrpSpPr>
      <p:grpSpPr>
        <a:xfrm>
          <a:off x="0" y="0"/>
          <a:ext cx="0" cy="0"/>
          <a:chOff x="0" y="0"/>
          <a:chExt cx="0" cy="0"/>
        </a:xfrm>
      </p:grpSpPr>
      <p:sp>
        <p:nvSpPr>
          <p:cNvPr id="2" name="Click to edit title"/>
          <p:cNvSpPr>
            <a:spLocks noGrp="1"/>
          </p:cNvSpPr>
          <p:nvPr>
            <p:ph type="title"/>
          </p:nvPr>
        </p:nvSpPr>
        <p:spPr>
          <a:xfrm>
            <a:off x="579809" y="412751"/>
            <a:ext cx="11001004" cy="381000"/>
          </a:xfrm>
          <a:prstGeom prst="rect">
            <a:avLst/>
          </a:prstGeom>
        </p:spPr>
        <p:txBody>
          <a:bodyPr vert="horz" wrap="none" lIns="0" tIns="0" rIns="0" bIns="0" rtlCol="0" anchor="b">
            <a:noAutofit/>
          </a:bodyPr>
          <a:lstStyle/>
          <a:p>
            <a:r>
              <a:rPr lang="en-US" dirty="0"/>
              <a:t>Click to edit Master default content style</a:t>
            </a:r>
          </a:p>
        </p:txBody>
      </p:sp>
      <p:sp>
        <p:nvSpPr>
          <p:cNvPr id="3" name="Click to edit content box"/>
          <p:cNvSpPr>
            <a:spLocks noGrp="1"/>
          </p:cNvSpPr>
          <p:nvPr>
            <p:ph type="body" idx="1"/>
          </p:nvPr>
        </p:nvSpPr>
        <p:spPr>
          <a:xfrm>
            <a:off x="609441" y="1600203"/>
            <a:ext cx="10969943" cy="4580461"/>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48" name="Graphic 8">
            <a:extLst>
              <a:ext uri="{FF2B5EF4-FFF2-40B4-BE49-F238E27FC236}">
                <a16:creationId xmlns:a16="http://schemas.microsoft.com/office/drawing/2014/main" id="{D82EF380-0C1A-9923-E1BB-4A4A82A50052}"/>
              </a:ext>
            </a:extLst>
          </p:cNvPr>
          <p:cNvGrpSpPr/>
          <p:nvPr/>
        </p:nvGrpSpPr>
        <p:grpSpPr>
          <a:xfrm>
            <a:off x="265625" y="6323271"/>
            <a:ext cx="1249223" cy="369648"/>
            <a:chOff x="265625" y="6323271"/>
            <a:chExt cx="1249223" cy="369648"/>
          </a:xfrm>
          <a:solidFill>
            <a:schemeClr val="tx1"/>
          </a:solidFill>
        </p:grpSpPr>
        <p:grpSp>
          <p:nvGrpSpPr>
            <p:cNvPr id="49" name="Graphic 8">
              <a:extLst>
                <a:ext uri="{FF2B5EF4-FFF2-40B4-BE49-F238E27FC236}">
                  <a16:creationId xmlns:a16="http://schemas.microsoft.com/office/drawing/2014/main" id="{54FAF84D-171B-0C10-ED68-71DF0155B5A3}"/>
                </a:ext>
              </a:extLst>
            </p:cNvPr>
            <p:cNvGrpSpPr/>
            <p:nvPr/>
          </p:nvGrpSpPr>
          <p:grpSpPr>
            <a:xfrm>
              <a:off x="745455" y="6594444"/>
              <a:ext cx="722662" cy="98475"/>
              <a:chOff x="745455" y="6594444"/>
              <a:chExt cx="722662" cy="98475"/>
            </a:xfrm>
            <a:grpFill/>
          </p:grpSpPr>
          <p:sp>
            <p:nvSpPr>
              <p:cNvPr id="50" name="Freeform 49">
                <a:extLst>
                  <a:ext uri="{FF2B5EF4-FFF2-40B4-BE49-F238E27FC236}">
                    <a16:creationId xmlns:a16="http://schemas.microsoft.com/office/drawing/2014/main" id="{3FA24438-4158-EA0B-DE4E-8015E1E32AD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grpFill/>
              <a:ln w="6345" cap="flat">
                <a:noFill/>
                <a:prstDash val="solid"/>
                <a:miter/>
              </a:ln>
            </p:spPr>
            <p:txBody>
              <a:bodyPr rtlCol="0" anchor="ctr"/>
              <a:lstStyle/>
              <a:p>
                <a:endParaRPr lang="en-US">
                  <a:solidFill>
                    <a:schemeClr val="bg1"/>
                  </a:solidFill>
                </a:endParaRPr>
              </a:p>
            </p:txBody>
          </p:sp>
          <p:sp>
            <p:nvSpPr>
              <p:cNvPr id="51" name="Freeform 50">
                <a:extLst>
                  <a:ext uri="{FF2B5EF4-FFF2-40B4-BE49-F238E27FC236}">
                    <a16:creationId xmlns:a16="http://schemas.microsoft.com/office/drawing/2014/main" id="{26BB840E-D68F-76E7-7DA9-BF6B79D252BE}"/>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grpFill/>
              <a:ln w="6345" cap="flat">
                <a:noFill/>
                <a:prstDash val="solid"/>
                <a:miter/>
              </a:ln>
            </p:spPr>
            <p:txBody>
              <a:bodyPr rtlCol="0" anchor="ctr"/>
              <a:lstStyle/>
              <a:p>
                <a:endParaRPr lang="en-US">
                  <a:solidFill>
                    <a:schemeClr val="bg1"/>
                  </a:solidFill>
                </a:endParaRPr>
              </a:p>
            </p:txBody>
          </p:sp>
          <p:sp>
            <p:nvSpPr>
              <p:cNvPr id="52" name="Freeform 51">
                <a:extLst>
                  <a:ext uri="{FF2B5EF4-FFF2-40B4-BE49-F238E27FC236}">
                    <a16:creationId xmlns:a16="http://schemas.microsoft.com/office/drawing/2014/main" id="{59510B1D-6A5F-3EF5-3680-B51E20570E6A}"/>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grpFill/>
              <a:ln w="6345" cap="flat">
                <a:noFill/>
                <a:prstDash val="solid"/>
                <a:miter/>
              </a:ln>
            </p:spPr>
            <p:txBody>
              <a:bodyPr rtlCol="0" anchor="ctr"/>
              <a:lstStyle/>
              <a:p>
                <a:endParaRPr lang="en-US">
                  <a:solidFill>
                    <a:schemeClr val="bg1"/>
                  </a:solidFill>
                </a:endParaRPr>
              </a:p>
            </p:txBody>
          </p:sp>
          <p:sp>
            <p:nvSpPr>
              <p:cNvPr id="53" name="Freeform 52">
                <a:extLst>
                  <a:ext uri="{FF2B5EF4-FFF2-40B4-BE49-F238E27FC236}">
                    <a16:creationId xmlns:a16="http://schemas.microsoft.com/office/drawing/2014/main" id="{E2502CCC-DB03-C01E-2299-92CA9168461F}"/>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grpFill/>
              <a:ln w="6345" cap="flat">
                <a:noFill/>
                <a:prstDash val="solid"/>
                <a:miter/>
              </a:ln>
            </p:spPr>
            <p:txBody>
              <a:bodyPr rtlCol="0" anchor="ctr"/>
              <a:lstStyle/>
              <a:p>
                <a:endParaRPr lang="en-US">
                  <a:solidFill>
                    <a:schemeClr val="bg1"/>
                  </a:solidFill>
                </a:endParaRPr>
              </a:p>
            </p:txBody>
          </p:sp>
          <p:sp>
            <p:nvSpPr>
              <p:cNvPr id="54" name="Freeform 53">
                <a:extLst>
                  <a:ext uri="{FF2B5EF4-FFF2-40B4-BE49-F238E27FC236}">
                    <a16:creationId xmlns:a16="http://schemas.microsoft.com/office/drawing/2014/main" id="{76A128EB-98F4-7BC5-3A7C-1938363F3CAF}"/>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5" name="Freeform 54">
                <a:extLst>
                  <a:ext uri="{FF2B5EF4-FFF2-40B4-BE49-F238E27FC236}">
                    <a16:creationId xmlns:a16="http://schemas.microsoft.com/office/drawing/2014/main" id="{2677180F-AD7B-87CD-0633-18DC1BE313BF}"/>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grpFill/>
              <a:ln w="6345" cap="flat">
                <a:noFill/>
                <a:prstDash val="solid"/>
                <a:miter/>
              </a:ln>
            </p:spPr>
            <p:txBody>
              <a:bodyPr rtlCol="0" anchor="ctr"/>
              <a:lstStyle/>
              <a:p>
                <a:endParaRPr lang="en-US">
                  <a:solidFill>
                    <a:schemeClr val="bg1"/>
                  </a:solidFill>
                </a:endParaRPr>
              </a:p>
            </p:txBody>
          </p:sp>
          <p:sp>
            <p:nvSpPr>
              <p:cNvPr id="56" name="Freeform 55">
                <a:extLst>
                  <a:ext uri="{FF2B5EF4-FFF2-40B4-BE49-F238E27FC236}">
                    <a16:creationId xmlns:a16="http://schemas.microsoft.com/office/drawing/2014/main" id="{11FB90A8-4445-04B0-1766-E758C4EED92E}"/>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grpFill/>
              <a:ln w="6345" cap="flat">
                <a:noFill/>
                <a:prstDash val="solid"/>
                <a:miter/>
              </a:ln>
            </p:spPr>
            <p:txBody>
              <a:bodyPr rtlCol="0" anchor="ctr"/>
              <a:lstStyle/>
              <a:p>
                <a:endParaRPr lang="en-US">
                  <a:solidFill>
                    <a:schemeClr val="bg1"/>
                  </a:solidFill>
                </a:endParaRPr>
              </a:p>
            </p:txBody>
          </p:sp>
          <p:sp>
            <p:nvSpPr>
              <p:cNvPr id="57" name="Freeform 56">
                <a:extLst>
                  <a:ext uri="{FF2B5EF4-FFF2-40B4-BE49-F238E27FC236}">
                    <a16:creationId xmlns:a16="http://schemas.microsoft.com/office/drawing/2014/main" id="{DE758F9E-2750-6183-E9D2-FF433D17AAD5}"/>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8" name="Freeform 57">
                <a:extLst>
                  <a:ext uri="{FF2B5EF4-FFF2-40B4-BE49-F238E27FC236}">
                    <a16:creationId xmlns:a16="http://schemas.microsoft.com/office/drawing/2014/main" id="{24B84BC6-1055-8C5E-535B-75A833A8799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grpFill/>
              <a:ln w="6345" cap="flat">
                <a:noFill/>
                <a:prstDash val="solid"/>
                <a:miter/>
              </a:ln>
            </p:spPr>
            <p:txBody>
              <a:bodyPr rtlCol="0" anchor="ctr"/>
              <a:lstStyle/>
              <a:p>
                <a:endParaRPr lang="en-US">
                  <a:solidFill>
                    <a:schemeClr val="bg1"/>
                  </a:solidFill>
                </a:endParaRPr>
              </a:p>
            </p:txBody>
          </p:sp>
          <p:sp>
            <p:nvSpPr>
              <p:cNvPr id="59" name="Freeform 58">
                <a:extLst>
                  <a:ext uri="{FF2B5EF4-FFF2-40B4-BE49-F238E27FC236}">
                    <a16:creationId xmlns:a16="http://schemas.microsoft.com/office/drawing/2014/main" id="{CFE27250-866A-DEF8-25F4-955344428C45}"/>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grpFill/>
              <a:ln w="6345" cap="flat">
                <a:noFill/>
                <a:prstDash val="solid"/>
                <a:miter/>
              </a:ln>
            </p:spPr>
            <p:txBody>
              <a:bodyPr rtlCol="0" anchor="ctr"/>
              <a:lstStyle/>
              <a:p>
                <a:endParaRPr lang="en-US">
                  <a:solidFill>
                    <a:schemeClr val="bg1"/>
                  </a:solidFill>
                </a:endParaRPr>
              </a:p>
            </p:txBody>
          </p:sp>
        </p:grpSp>
        <p:grpSp>
          <p:nvGrpSpPr>
            <p:cNvPr id="60" name="Graphic 8">
              <a:extLst>
                <a:ext uri="{FF2B5EF4-FFF2-40B4-BE49-F238E27FC236}">
                  <a16:creationId xmlns:a16="http://schemas.microsoft.com/office/drawing/2014/main" id="{105759BC-89FC-99DA-EED4-D1E8B30B32A4}"/>
                </a:ext>
              </a:extLst>
            </p:cNvPr>
            <p:cNvGrpSpPr/>
            <p:nvPr/>
          </p:nvGrpSpPr>
          <p:grpSpPr>
            <a:xfrm>
              <a:off x="265625" y="6323271"/>
              <a:ext cx="1249223" cy="190348"/>
              <a:chOff x="265625" y="6323271"/>
              <a:chExt cx="1249223" cy="190348"/>
            </a:xfrm>
            <a:grpFill/>
          </p:grpSpPr>
          <p:sp>
            <p:nvSpPr>
              <p:cNvPr id="61" name="Freeform 60">
                <a:extLst>
                  <a:ext uri="{FF2B5EF4-FFF2-40B4-BE49-F238E27FC236}">
                    <a16:creationId xmlns:a16="http://schemas.microsoft.com/office/drawing/2014/main" id="{512BB0ED-CA6C-C9CB-ACAD-1C325B732747}"/>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grpFill/>
              <a:ln w="6345" cap="flat">
                <a:noFill/>
                <a:prstDash val="solid"/>
                <a:miter/>
              </a:ln>
            </p:spPr>
            <p:txBody>
              <a:bodyPr rtlCol="0" anchor="ctr"/>
              <a:lstStyle/>
              <a:p>
                <a:endParaRPr lang="en-US">
                  <a:solidFill>
                    <a:schemeClr val="bg1"/>
                  </a:solidFill>
                </a:endParaRPr>
              </a:p>
            </p:txBody>
          </p:sp>
          <p:sp>
            <p:nvSpPr>
              <p:cNvPr id="62" name="Freeform 61">
                <a:extLst>
                  <a:ext uri="{FF2B5EF4-FFF2-40B4-BE49-F238E27FC236}">
                    <a16:creationId xmlns:a16="http://schemas.microsoft.com/office/drawing/2014/main" id="{C8889F5C-7017-F0AD-A292-0E3EA56F8524}"/>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grpFill/>
              <a:ln w="6345" cap="flat">
                <a:noFill/>
                <a:prstDash val="solid"/>
                <a:miter/>
              </a:ln>
            </p:spPr>
            <p:txBody>
              <a:bodyPr rtlCol="0" anchor="ctr"/>
              <a:lstStyle/>
              <a:p>
                <a:endParaRPr lang="en-US">
                  <a:solidFill>
                    <a:schemeClr val="bg1"/>
                  </a:solidFill>
                </a:endParaRPr>
              </a:p>
            </p:txBody>
          </p:sp>
          <p:sp>
            <p:nvSpPr>
              <p:cNvPr id="63" name="Freeform 62">
                <a:extLst>
                  <a:ext uri="{FF2B5EF4-FFF2-40B4-BE49-F238E27FC236}">
                    <a16:creationId xmlns:a16="http://schemas.microsoft.com/office/drawing/2014/main" id="{47F206F2-6C2D-0598-8600-BCAF57BB1FE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grpFill/>
              <a:ln w="6345" cap="flat">
                <a:noFill/>
                <a:prstDash val="solid"/>
                <a:miter/>
              </a:ln>
            </p:spPr>
            <p:txBody>
              <a:bodyPr rtlCol="0" anchor="ctr"/>
              <a:lstStyle/>
              <a:p>
                <a:endParaRPr lang="en-US">
                  <a:solidFill>
                    <a:schemeClr val="bg1"/>
                  </a:solidFill>
                </a:endParaRPr>
              </a:p>
            </p:txBody>
          </p:sp>
          <p:sp>
            <p:nvSpPr>
              <p:cNvPr id="64" name="Freeform 63">
                <a:extLst>
                  <a:ext uri="{FF2B5EF4-FFF2-40B4-BE49-F238E27FC236}">
                    <a16:creationId xmlns:a16="http://schemas.microsoft.com/office/drawing/2014/main" id="{A9925AE1-2698-ECBF-CB8C-C2FA61B19484}"/>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grpFill/>
              <a:ln w="6345" cap="flat">
                <a:noFill/>
                <a:prstDash val="solid"/>
                <a:miter/>
              </a:ln>
            </p:spPr>
            <p:txBody>
              <a:bodyPr rtlCol="0" anchor="ctr"/>
              <a:lstStyle/>
              <a:p>
                <a:endParaRPr lang="en-US">
                  <a:solidFill>
                    <a:schemeClr val="bg1"/>
                  </a:solidFill>
                </a:endParaRPr>
              </a:p>
            </p:txBody>
          </p:sp>
          <p:sp>
            <p:nvSpPr>
              <p:cNvPr id="65" name="Freeform 64">
                <a:extLst>
                  <a:ext uri="{FF2B5EF4-FFF2-40B4-BE49-F238E27FC236}">
                    <a16:creationId xmlns:a16="http://schemas.microsoft.com/office/drawing/2014/main" id="{218BC9EB-B196-3184-73E5-DDF213272F29}"/>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grpFill/>
              <a:ln w="6345" cap="flat">
                <a:noFill/>
                <a:prstDash val="solid"/>
                <a:miter/>
              </a:ln>
            </p:spPr>
            <p:txBody>
              <a:bodyPr rtlCol="0" anchor="ctr"/>
              <a:lstStyle/>
              <a:p>
                <a:endParaRPr lang="en-US">
                  <a:solidFill>
                    <a:schemeClr val="bg1"/>
                  </a:solidFill>
                </a:endParaRPr>
              </a:p>
            </p:txBody>
          </p:sp>
          <p:sp>
            <p:nvSpPr>
              <p:cNvPr id="66" name="Freeform 65">
                <a:extLst>
                  <a:ext uri="{FF2B5EF4-FFF2-40B4-BE49-F238E27FC236}">
                    <a16:creationId xmlns:a16="http://schemas.microsoft.com/office/drawing/2014/main" id="{B3E0CCF2-026F-7198-71FE-EEC15EFDC578}"/>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grpFill/>
              <a:ln w="6345" cap="flat">
                <a:noFill/>
                <a:prstDash val="solid"/>
                <a:miter/>
              </a:ln>
            </p:spPr>
            <p:txBody>
              <a:bodyPr rtlCol="0" anchor="ctr"/>
              <a:lstStyle/>
              <a:p>
                <a:endParaRPr lang="en-US">
                  <a:solidFill>
                    <a:schemeClr val="bg1"/>
                  </a:solidFill>
                </a:endParaRPr>
              </a:p>
            </p:txBody>
          </p:sp>
          <p:sp>
            <p:nvSpPr>
              <p:cNvPr id="67" name="Freeform 66">
                <a:extLst>
                  <a:ext uri="{FF2B5EF4-FFF2-40B4-BE49-F238E27FC236}">
                    <a16:creationId xmlns:a16="http://schemas.microsoft.com/office/drawing/2014/main" id="{EF4B9FAC-CA66-86DF-4447-1C97FD11917C}"/>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grpFill/>
              <a:ln w="6345" cap="flat">
                <a:noFill/>
                <a:prstDash val="solid"/>
                <a:miter/>
              </a:ln>
            </p:spPr>
            <p:txBody>
              <a:bodyPr rtlCol="0" anchor="ctr"/>
              <a:lstStyle/>
              <a:p>
                <a:endParaRPr lang="en-US">
                  <a:solidFill>
                    <a:schemeClr val="bg1"/>
                  </a:solidFill>
                </a:endParaRPr>
              </a:p>
            </p:txBody>
          </p:sp>
        </p:grpSp>
      </p:grpSp>
      <p:sp>
        <p:nvSpPr>
          <p:cNvPr id="6" name="Graphic 7">
            <a:extLst>
              <a:ext uri="{FF2B5EF4-FFF2-40B4-BE49-F238E27FC236}">
                <a16:creationId xmlns:a16="http://schemas.microsoft.com/office/drawing/2014/main" id="{FBB70F38-152E-EDE0-7342-5C6679CABC5C}"/>
              </a:ext>
            </a:extLst>
          </p:cNvPr>
          <p:cNvSpPr/>
          <p:nvPr/>
        </p:nvSpPr>
        <p:spPr>
          <a:xfrm>
            <a:off x="0" y="0"/>
            <a:ext cx="12188825" cy="74871"/>
          </a:xfrm>
          <a:custGeom>
            <a:avLst/>
            <a:gdLst>
              <a:gd name="connsiteX0" fmla="*/ 0 w 12185715"/>
              <a:gd name="connsiteY0" fmla="*/ 0 h 74871"/>
              <a:gd name="connsiteX1" fmla="*/ 12185716 w 12185715"/>
              <a:gd name="connsiteY1" fmla="*/ 0 h 74871"/>
              <a:gd name="connsiteX2" fmla="*/ 12185716 w 12185715"/>
              <a:gd name="connsiteY2" fmla="*/ 74871 h 74871"/>
              <a:gd name="connsiteX3" fmla="*/ 0 w 12185715"/>
              <a:gd name="connsiteY3" fmla="*/ 74871 h 74871"/>
            </a:gdLst>
            <a:ahLst/>
            <a:cxnLst>
              <a:cxn ang="0">
                <a:pos x="connsiteX0" y="connsiteY0"/>
              </a:cxn>
              <a:cxn ang="0">
                <a:pos x="connsiteX1" y="connsiteY1"/>
              </a:cxn>
              <a:cxn ang="0">
                <a:pos x="connsiteX2" y="connsiteY2"/>
              </a:cxn>
              <a:cxn ang="0">
                <a:pos x="connsiteX3" y="connsiteY3"/>
              </a:cxn>
            </a:cxnLst>
            <a:rect l="l" t="t" r="r" b="b"/>
            <a:pathLst>
              <a:path w="12185715" h="74871">
                <a:moveTo>
                  <a:pt x="0" y="0"/>
                </a:moveTo>
                <a:lnTo>
                  <a:pt x="12185716" y="0"/>
                </a:lnTo>
                <a:lnTo>
                  <a:pt x="12185716" y="74871"/>
                </a:lnTo>
                <a:lnTo>
                  <a:pt x="0" y="74871"/>
                </a:lnTo>
                <a:close/>
              </a:path>
            </a:pathLst>
          </a:custGeom>
          <a:gradFill>
            <a:gsLst>
              <a:gs pos="0">
                <a:schemeClr val="accent4"/>
              </a:gs>
              <a:gs pos="25000">
                <a:schemeClr val="accent2"/>
              </a:gs>
              <a:gs pos="50000">
                <a:schemeClr val="accent3"/>
              </a:gs>
              <a:gs pos="75000">
                <a:schemeClr val="accent1"/>
              </a:gs>
              <a:gs pos="100000">
                <a:schemeClr val="accent5"/>
              </a:gs>
            </a:gsLst>
            <a:lin ang="0" scaled="1"/>
          </a:gradFill>
          <a:ln w="0" cap="flat">
            <a:noFill/>
            <a:prstDash val="solid"/>
            <a:miter/>
          </a:ln>
        </p:spPr>
        <p:txBody>
          <a:bodyPr rtlCol="0" anchor="ctr"/>
          <a:lstStyle/>
          <a:p>
            <a:endParaRPr lang="en-US"/>
          </a:p>
        </p:txBody>
      </p:sp>
      <p:sp>
        <p:nvSpPr>
          <p:cNvPr id="29" name="Graphic 7">
            <a:extLst>
              <a:ext uri="{FF2B5EF4-FFF2-40B4-BE49-F238E27FC236}">
                <a16:creationId xmlns:a16="http://schemas.microsoft.com/office/drawing/2014/main" id="{FBB70F38-152E-EDE0-7342-5C6679CABC5C}"/>
              </a:ext>
            </a:extLst>
          </p:cNvPr>
          <p:cNvSpPr/>
          <p:nvPr userDrawn="1"/>
        </p:nvSpPr>
        <p:spPr>
          <a:xfrm>
            <a:off x="0" y="0"/>
            <a:ext cx="12188825" cy="74871"/>
          </a:xfrm>
          <a:custGeom>
            <a:avLst/>
            <a:gdLst>
              <a:gd name="connsiteX0" fmla="*/ 0 w 12185715"/>
              <a:gd name="connsiteY0" fmla="*/ 0 h 74871"/>
              <a:gd name="connsiteX1" fmla="*/ 12185716 w 12185715"/>
              <a:gd name="connsiteY1" fmla="*/ 0 h 74871"/>
              <a:gd name="connsiteX2" fmla="*/ 12185716 w 12185715"/>
              <a:gd name="connsiteY2" fmla="*/ 74871 h 74871"/>
              <a:gd name="connsiteX3" fmla="*/ 0 w 12185715"/>
              <a:gd name="connsiteY3" fmla="*/ 74871 h 74871"/>
            </a:gdLst>
            <a:ahLst/>
            <a:cxnLst>
              <a:cxn ang="0">
                <a:pos x="connsiteX0" y="connsiteY0"/>
              </a:cxn>
              <a:cxn ang="0">
                <a:pos x="connsiteX1" y="connsiteY1"/>
              </a:cxn>
              <a:cxn ang="0">
                <a:pos x="connsiteX2" y="connsiteY2"/>
              </a:cxn>
              <a:cxn ang="0">
                <a:pos x="connsiteX3" y="connsiteY3"/>
              </a:cxn>
            </a:cxnLst>
            <a:rect l="l" t="t" r="r" b="b"/>
            <a:pathLst>
              <a:path w="12185715" h="74871">
                <a:moveTo>
                  <a:pt x="0" y="0"/>
                </a:moveTo>
                <a:lnTo>
                  <a:pt x="12185716" y="0"/>
                </a:lnTo>
                <a:lnTo>
                  <a:pt x="12185716" y="74871"/>
                </a:lnTo>
                <a:lnTo>
                  <a:pt x="0" y="74871"/>
                </a:lnTo>
                <a:close/>
              </a:path>
            </a:pathLst>
          </a:custGeom>
          <a:gradFill>
            <a:gsLst>
              <a:gs pos="0">
                <a:schemeClr val="accent4"/>
              </a:gs>
              <a:gs pos="25000">
                <a:schemeClr val="accent2"/>
              </a:gs>
              <a:gs pos="50000">
                <a:schemeClr val="accent3"/>
              </a:gs>
              <a:gs pos="75000">
                <a:schemeClr val="accent1"/>
              </a:gs>
              <a:gs pos="100000">
                <a:schemeClr val="accent5"/>
              </a:gs>
            </a:gsLst>
            <a:lin ang="0" scaled="1"/>
          </a:gradFill>
          <a:ln w="0" cap="flat">
            <a:noFill/>
            <a:prstDash val="solid"/>
            <a:miter/>
          </a:ln>
        </p:spPr>
        <p:txBody>
          <a:bodyPr rtlCol="0" anchor="ctr"/>
          <a:lstStyle/>
          <a:p>
            <a:endParaRPr lang="en-US"/>
          </a:p>
        </p:txBody>
      </p:sp>
      <p:sp>
        <p:nvSpPr>
          <p:cNvPr id="7" name="TextBox 6">
            <a:extLst>
              <a:ext uri="{FF2B5EF4-FFF2-40B4-BE49-F238E27FC236}">
                <a16:creationId xmlns:a16="http://schemas.microsoft.com/office/drawing/2014/main" id="{04983755-D295-0247-D3CD-EAE7D44A028D}"/>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chemeClr val="tx1"/>
                </a:solidFill>
                <a:latin typeface="+mn-lt"/>
                <a:sym typeface="Arial" panose="020B0604020202020204" pitchFamily="34"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chemeClr val="tx1"/>
              </a:solidFill>
              <a:latin typeface="+mn-lt"/>
              <a:sym typeface="Arial" panose="020B0604020202020204" pitchFamily="34" charset="0"/>
              <a:rtl val="0"/>
            </a:endParaRPr>
          </a:p>
        </p:txBody>
      </p:sp>
    </p:spTree>
    <p:extLst>
      <p:ext uri="{BB962C8B-B14F-4D97-AF65-F5344CB8AC3E}">
        <p14:creationId xmlns:p14="http://schemas.microsoft.com/office/powerpoint/2010/main" val="2008961984"/>
      </p:ext>
    </p:extLst>
  </p:cSld>
  <p:clrMap bg1="lt1" tx1="dk1" bg2="lt2" tx2="dk2" accent1="accent1" accent2="accent2" accent3="accent3" accent4="accent4" accent5="accent5" accent6="accent6" hlink="hlink" folHlink="folHlink"/>
  <p:sldLayoutIdLst>
    <p:sldLayoutId id="2147484381" r:id="rId1"/>
    <p:sldLayoutId id="2147484382" r:id="rId2"/>
    <p:sldLayoutId id="2147484383" r:id="rId3"/>
    <p:sldLayoutId id="2147484384" r:id="rId4"/>
    <p:sldLayoutId id="2147484385" r:id="rId5"/>
    <p:sldLayoutId id="2147484386" r:id="rId6"/>
    <p:sldLayoutId id="2147484387" r:id="rId7"/>
    <p:sldLayoutId id="2147484388" r:id="rId8"/>
    <p:sldLayoutId id="2147484389" r:id="rId9"/>
    <p:sldLayoutId id="2147484390" r:id="rId10"/>
    <p:sldLayoutId id="2147484391" r:id="rId11"/>
    <p:sldLayoutId id="2147484392" r:id="rId12"/>
    <p:sldLayoutId id="2147484393" r:id="rId13"/>
    <p:sldLayoutId id="2147484394" r:id="rId14"/>
    <p:sldLayoutId id="2147484395" r:id="rId15"/>
    <p:sldLayoutId id="2147484396" r:id="rId16"/>
    <p:sldLayoutId id="2147484397" r:id="rId17"/>
    <p:sldLayoutId id="2147484398" r:id="rId18"/>
    <p:sldLayoutId id="2147484399" r:id="rId19"/>
    <p:sldLayoutId id="2147484400" r:id="rId20"/>
    <p:sldLayoutId id="2147484401" r:id="rId21"/>
    <p:sldLayoutId id="2147484402" r:id="rId22"/>
    <p:sldLayoutId id="2147484403" r:id="rId23"/>
    <p:sldLayoutId id="2147484404" r:id="rId24"/>
    <p:sldLayoutId id="2147484405" r:id="rId25"/>
    <p:sldLayoutId id="2147484406" r:id="rId26"/>
    <p:sldLayoutId id="2147484407" r:id="rId27"/>
    <p:sldLayoutId id="2147484408" r:id="rId28"/>
    <p:sldLayoutId id="2147484409" r:id="rId29"/>
    <p:sldLayoutId id="2147484410" r:id="rId30"/>
    <p:sldLayoutId id="2147484411" r:id="rId31"/>
    <p:sldLayoutId id="2147484412" r:id="rId32"/>
    <p:sldLayoutId id="2147484413" r:id="rId33"/>
    <p:sldLayoutId id="2147484414" r:id="rId34"/>
    <p:sldLayoutId id="2147484415" r:id="rId35"/>
    <p:sldLayoutId id="2147484416" r:id="rId36"/>
    <p:sldLayoutId id="2147484417" r:id="rId37"/>
    <p:sldLayoutId id="2147484418" r:id="rId38"/>
    <p:sldLayoutId id="2147484419" r:id="rId39"/>
    <p:sldLayoutId id="2147484420" r:id="rId40"/>
    <p:sldLayoutId id="2147484421" r:id="rId41"/>
    <p:sldLayoutId id="2147484422" r:id="rId42"/>
  </p:sldLayoutIdLst>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a16="http://schemas.microsoft.com/office/drawing/2014/main" xmlns="">
      <p:transition spd="med">
        <p:fade/>
      </p:transition>
    </mc:Fallback>
  </mc:AlternateContent>
  <p:hf sldNum="0" hdr="0" ftr="0" dt="0"/>
  <p:txStyles>
    <p:titleStyle>
      <a:lvl1pPr algn="l" defTabSz="914400" rtl="0" eaLnBrk="1" latinLnBrk="0" hangingPunct="1">
        <a:lnSpc>
          <a:spcPct val="90000"/>
        </a:lnSpc>
        <a:spcBef>
          <a:spcPct val="0"/>
        </a:spcBef>
        <a:buNone/>
        <a:defRPr sz="2800" b="0" kern="1200">
          <a:solidFill>
            <a:schemeClr val="tx1"/>
          </a:solidFill>
          <a:latin typeface="+mj-lt"/>
          <a:ea typeface="+mj-ea"/>
          <a:cs typeface="+mj-cs"/>
        </a:defRPr>
      </a:lvl1pPr>
    </p:titleStyle>
    <p:bodyStyle>
      <a:lvl1pPr marL="0" indent="0" algn="l" defTabSz="914400" rtl="0" eaLnBrk="1" latinLnBrk="0" hangingPunct="1">
        <a:lnSpc>
          <a:spcPct val="100000"/>
        </a:lnSpc>
        <a:spcBef>
          <a:spcPts val="0"/>
        </a:spcBef>
        <a:spcAft>
          <a:spcPts val="1200"/>
        </a:spcAft>
        <a:buClr>
          <a:schemeClr val="tx1">
            <a:lumMod val="60000"/>
            <a:lumOff val="40000"/>
          </a:schemeClr>
        </a:buClr>
        <a:buSzPct val="90000"/>
        <a:buFont typeface="Arial" panose="020B0604020202020204" pitchFamily="34" charset="0"/>
        <a:buChar char="​"/>
        <a:defRPr sz="2000" kern="1200">
          <a:solidFill>
            <a:schemeClr val="tx1"/>
          </a:solidFill>
          <a:latin typeface="+mn-lt"/>
          <a:ea typeface="+mn-ea"/>
          <a:cs typeface="+mn-cs"/>
        </a:defRPr>
      </a:lvl1pPr>
      <a:lvl2pPr marL="457200" indent="-184150" algn="l" defTabSz="914400" rtl="0" eaLnBrk="1" latinLnBrk="0" hangingPunct="1">
        <a:lnSpc>
          <a:spcPct val="100000"/>
        </a:lnSpc>
        <a:spcBef>
          <a:spcPts val="0"/>
        </a:spcBef>
        <a:spcAft>
          <a:spcPts val="1200"/>
        </a:spcAft>
        <a:buClr>
          <a:schemeClr val="tx1"/>
        </a:buClr>
        <a:buSzPct val="90000"/>
        <a:buFont typeface="Arial" panose="020B0604020202020204" pitchFamily="34" charset="0"/>
        <a:buChar char="•"/>
        <a:defRPr sz="1800" kern="1200">
          <a:solidFill>
            <a:schemeClr val="tx1"/>
          </a:solidFill>
          <a:latin typeface="+mn-lt"/>
          <a:ea typeface="+mn-ea"/>
          <a:cs typeface="+mn-cs"/>
        </a:defRPr>
      </a:lvl2pPr>
      <a:lvl3pPr marL="744538" indent="-169863" algn="l" defTabSz="914400" rtl="0" eaLnBrk="1" latinLnBrk="0" hangingPunct="1">
        <a:lnSpc>
          <a:spcPct val="100000"/>
        </a:lnSpc>
        <a:spcBef>
          <a:spcPts val="0"/>
        </a:spcBef>
        <a:spcAft>
          <a:spcPts val="1200"/>
        </a:spcAft>
        <a:buClr>
          <a:schemeClr val="tx1"/>
        </a:buClr>
        <a:buSzPct val="90000"/>
        <a:buFont typeface="Arial" panose="020B0604020202020204" pitchFamily="34" charset="0"/>
        <a:buChar char="–"/>
        <a:defRPr sz="1600" kern="1200">
          <a:solidFill>
            <a:schemeClr val="tx1"/>
          </a:solidFill>
          <a:latin typeface="+mn-lt"/>
          <a:ea typeface="+mn-ea"/>
          <a:cs typeface="+mn-cs"/>
        </a:defRPr>
      </a:lvl3pPr>
      <a:lvl4pPr marL="969963" indent="-166688" algn="l" defTabSz="914400" rtl="0" eaLnBrk="1" latinLnBrk="0" hangingPunct="1">
        <a:lnSpc>
          <a:spcPct val="100000"/>
        </a:lnSpc>
        <a:spcBef>
          <a:spcPts val="0"/>
        </a:spcBef>
        <a:spcAft>
          <a:spcPts val="1200"/>
        </a:spcAft>
        <a:buClr>
          <a:schemeClr val="tx1"/>
        </a:buClr>
        <a:buSzPct val="90000"/>
        <a:buFont typeface="Arial" panose="020B0604020202020204" pitchFamily="34" charset="0"/>
        <a:buChar char="•"/>
        <a:defRPr sz="1400" kern="1200">
          <a:solidFill>
            <a:schemeClr val="tx1"/>
          </a:solidFill>
          <a:latin typeface="+mn-lt"/>
          <a:ea typeface="+mn-ea"/>
          <a:cs typeface="+mn-cs"/>
        </a:defRPr>
      </a:lvl4pPr>
      <a:lvl5pPr marL="1143000" indent="-138113" algn="l" defTabSz="914400" rtl="0" eaLnBrk="1" latinLnBrk="0" hangingPunct="1">
        <a:lnSpc>
          <a:spcPct val="100000"/>
        </a:lnSpc>
        <a:spcBef>
          <a:spcPts val="0"/>
        </a:spcBef>
        <a:spcAft>
          <a:spcPts val="1200"/>
        </a:spcAft>
        <a:buClr>
          <a:schemeClr val="tx1"/>
        </a:buClr>
        <a:buSzPct val="90000"/>
        <a:buFont typeface="Arial" panose="020B0604020202020204" pitchFamily="34" charset="0"/>
        <a:buChar char="–"/>
        <a:tabLst/>
        <a:defRPr sz="1400" kern="1200">
          <a:solidFill>
            <a:schemeClr val="tx1"/>
          </a:solidFill>
          <a:latin typeface="+mn-lt"/>
          <a:ea typeface="+mn-ea"/>
          <a:cs typeface="+mn-cs"/>
        </a:defRPr>
      </a:lvl5pPr>
      <a:lvl6pPr marL="1258888" indent="-111125" algn="l" defTabSz="914400" rtl="0" eaLnBrk="1" latinLnBrk="0" hangingPunct="1">
        <a:lnSpc>
          <a:spcPct val="100000"/>
        </a:lnSpc>
        <a:spcBef>
          <a:spcPts val="0"/>
        </a:spcBef>
        <a:spcAft>
          <a:spcPts val="1200"/>
        </a:spcAft>
        <a:buClr>
          <a:schemeClr val="tx1"/>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tx1"/>
        </a:buClr>
        <a:buSzPct val="90000"/>
        <a:buFont typeface="Arial" panose="020B0604020202020204" pitchFamily="34" charset="0"/>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tx1"/>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tx1"/>
        </a:buClr>
        <a:buSzPct val="90000"/>
        <a:buFont typeface="Arial" panose="020B0604020202020204" pitchFamily="34" charset="0"/>
        <a:buChar char="-"/>
        <a:tabLst/>
        <a:defRPr sz="14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39">
          <p15:clr>
            <a:srgbClr val="F26B43"/>
          </p15:clr>
        </p15:guide>
        <p15:guide id="3" orient="horz" pos="1872">
          <p15:clr>
            <a:srgbClr val="F26B43"/>
          </p15:clr>
        </p15:guide>
        <p15:guide id="4" orient="horz" pos="1584">
          <p15:clr>
            <a:srgbClr val="F26B43"/>
          </p15:clr>
        </p15:guide>
        <p15:guide id="5" orient="horz" pos="1296">
          <p15:clr>
            <a:srgbClr val="F26B43"/>
          </p15:clr>
        </p15:guide>
        <p15:guide id="6" orient="horz" pos="1008">
          <p15:clr>
            <a:srgbClr val="F26B43"/>
          </p15:clr>
        </p15:guide>
        <p15:guide id="7" orient="horz" pos="720">
          <p15:clr>
            <a:srgbClr val="F26B43"/>
          </p15:clr>
        </p15:guide>
        <p15:guide id="8" orient="horz" pos="576">
          <p15:clr>
            <a:srgbClr val="F26B43"/>
          </p15:clr>
        </p15:guide>
        <p15:guide id="9" orient="horz" pos="288">
          <p15:clr>
            <a:srgbClr val="F26B43"/>
          </p15:clr>
        </p15:guide>
        <p15:guide id="10" orient="horz">
          <p15:clr>
            <a:srgbClr val="F26B43"/>
          </p15:clr>
        </p15:guide>
        <p15:guide id="11" orient="horz" pos="2448">
          <p15:clr>
            <a:srgbClr val="F26B43"/>
          </p15:clr>
        </p15:guide>
        <p15:guide id="12" orient="horz" pos="2736">
          <p15:clr>
            <a:srgbClr val="F26B43"/>
          </p15:clr>
        </p15:guide>
        <p15:guide id="13" orient="horz" pos="3024">
          <p15:clr>
            <a:srgbClr val="F26B43"/>
          </p15:clr>
        </p15:guide>
        <p15:guide id="14" orient="horz" pos="3312">
          <p15:clr>
            <a:srgbClr val="F26B43"/>
          </p15:clr>
        </p15:guide>
        <p15:guide id="15" orient="horz" pos="3600">
          <p15:clr>
            <a:srgbClr val="F26B43"/>
          </p15:clr>
        </p15:guide>
        <p15:guide id="16" orient="horz" pos="3888">
          <p15:clr>
            <a:srgbClr val="F26B43"/>
          </p15:clr>
        </p15:guide>
        <p15:guide id="17" orient="horz" pos="4032">
          <p15:clr>
            <a:srgbClr val="F26B43"/>
          </p15:clr>
        </p15:guide>
        <p15:guide id="18" pos="3551">
          <p15:clr>
            <a:srgbClr val="F26B43"/>
          </p15:clr>
        </p15:guide>
        <p15:guide id="19" pos="3263">
          <p15:clr>
            <a:srgbClr val="F26B43"/>
          </p15:clr>
        </p15:guide>
        <p15:guide id="20" pos="2975">
          <p15:clr>
            <a:srgbClr val="F26B43"/>
          </p15:clr>
        </p15:guide>
        <p15:guide id="21" pos="2687">
          <p15:clr>
            <a:srgbClr val="F26B43"/>
          </p15:clr>
        </p15:guide>
        <p15:guide id="22" pos="2399">
          <p15:clr>
            <a:srgbClr val="F26B43"/>
          </p15:clr>
        </p15:guide>
        <p15:guide id="23" pos="2111">
          <p15:clr>
            <a:srgbClr val="F26B43"/>
          </p15:clr>
        </p15:guide>
        <p15:guide id="24" pos="1823">
          <p15:clr>
            <a:srgbClr val="F26B43"/>
          </p15:clr>
        </p15:guide>
        <p15:guide id="25" pos="1535">
          <p15:clr>
            <a:srgbClr val="F26B43"/>
          </p15:clr>
        </p15:guide>
        <p15:guide id="26" pos="1247">
          <p15:clr>
            <a:srgbClr val="F26B43"/>
          </p15:clr>
        </p15:guide>
        <p15:guide id="27" pos="959">
          <p15:clr>
            <a:srgbClr val="F26B43"/>
          </p15:clr>
        </p15:guide>
        <p15:guide id="28" pos="671">
          <p15:clr>
            <a:srgbClr val="F26B43"/>
          </p15:clr>
        </p15:guide>
        <p15:guide id="29" pos="383">
          <p15:clr>
            <a:srgbClr val="F26B43"/>
          </p15:clr>
        </p15:guide>
        <p15:guide id="30" pos="4127">
          <p15:clr>
            <a:srgbClr val="F26B43"/>
          </p15:clr>
        </p15:guide>
        <p15:guide id="31" pos="4415">
          <p15:clr>
            <a:srgbClr val="F26B43"/>
          </p15:clr>
        </p15:guide>
        <p15:guide id="32" pos="4703">
          <p15:clr>
            <a:srgbClr val="F26B43"/>
          </p15:clr>
        </p15:guide>
        <p15:guide id="33" pos="4991">
          <p15:clr>
            <a:srgbClr val="F26B43"/>
          </p15:clr>
        </p15:guide>
        <p15:guide id="34" pos="5279">
          <p15:clr>
            <a:srgbClr val="F26B43"/>
          </p15:clr>
        </p15:guide>
        <p15:guide id="35" pos="5567">
          <p15:clr>
            <a:srgbClr val="F26B43"/>
          </p15:clr>
        </p15:guide>
        <p15:guide id="36" pos="5855">
          <p15:clr>
            <a:srgbClr val="F26B43"/>
          </p15:clr>
        </p15:guide>
        <p15:guide id="37" pos="6143">
          <p15:clr>
            <a:srgbClr val="F26B43"/>
          </p15:clr>
        </p15:guide>
        <p15:guide id="38" pos="6431">
          <p15:clr>
            <a:srgbClr val="F26B43"/>
          </p15:clr>
        </p15:guide>
        <p15:guide id="39" pos="6719">
          <p15:clr>
            <a:srgbClr val="F26B43"/>
          </p15:clr>
        </p15:guide>
        <p15:guide id="40" pos="7007">
          <p15:clr>
            <a:srgbClr val="F26B43"/>
          </p15:clr>
        </p15:guide>
        <p15:guide id="41" pos="7295">
          <p15:clr>
            <a:srgbClr val="F26B43"/>
          </p15:clr>
        </p15:guide>
        <p15:guide id="42" pos="7678">
          <p15:clr>
            <a:srgbClr val="F26B43"/>
          </p15:clr>
        </p15:guide>
        <p15:guide id="43" orient="horz" pos="4320">
          <p15:clr>
            <a:srgbClr val="F26B43"/>
          </p15:clr>
        </p15:guide>
        <p15:guide id="44">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1.xml"/><Relationship Id="rId1" Type="http://schemas.openxmlformats.org/officeDocument/2006/relationships/slideLayout" Target="../slideLayouts/slideLayout6.xml"/><Relationship Id="rId4" Type="http://schemas.openxmlformats.org/officeDocument/2006/relationships/image" Target="../media/image70.sv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3.xml.rels><?xml version="1.0" encoding="UTF-8" standalone="yes"?>
<Relationships xmlns="http://schemas.openxmlformats.org/package/2006/relationships"><Relationship Id="rId3" Type="http://schemas.openxmlformats.org/officeDocument/2006/relationships/hyperlink" Target="https://sales-resources.broadcom.com/group/vcf/vsan" TargetMode="External"/><Relationship Id="rId2" Type="http://schemas.openxmlformats.org/officeDocument/2006/relationships/notesSlide" Target="../notesSlides/notesSlide2.xml"/><Relationship Id="rId1" Type="http://schemas.openxmlformats.org/officeDocument/2006/relationships/slideLayout" Target="../slideLayouts/slideLayout63.xml"/></Relationships>
</file>

<file path=ppt/slides/_rels/slide4.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notesSlide" Target="../notesSlides/notesSlide3.xml"/><Relationship Id="rId1" Type="http://schemas.openxmlformats.org/officeDocument/2006/relationships/slideLayout" Target="../slideLayouts/slideLayout24.xml"/><Relationship Id="rId4" Type="http://schemas.openxmlformats.org/officeDocument/2006/relationships/image" Target="../media/image72.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4.xml"/></Relationships>
</file>

<file path=ppt/slides/_rels/slide6.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5.xml"/><Relationship Id="rId1" Type="http://schemas.openxmlformats.org/officeDocument/2006/relationships/slideLayout" Target="../slideLayouts/slideLayout34.xml"/><Relationship Id="rId6" Type="http://schemas.openxmlformats.org/officeDocument/2006/relationships/image" Target="../media/image76.svg"/><Relationship Id="rId5" Type="http://schemas.openxmlformats.org/officeDocument/2006/relationships/image" Target="../media/image75.png"/><Relationship Id="rId4" Type="http://schemas.openxmlformats.org/officeDocument/2006/relationships/image" Target="../media/image74.svg"/></Relationships>
</file>

<file path=ppt/slides/_rels/slide7.xml.rels><?xml version="1.0" encoding="UTF-8" standalone="yes"?>
<Relationships xmlns="http://schemas.openxmlformats.org/package/2006/relationships"><Relationship Id="rId8" Type="http://schemas.openxmlformats.org/officeDocument/2006/relationships/image" Target="../media/image82.svg"/><Relationship Id="rId13" Type="http://schemas.openxmlformats.org/officeDocument/2006/relationships/image" Target="../media/image87.png"/><Relationship Id="rId18" Type="http://schemas.openxmlformats.org/officeDocument/2006/relationships/image" Target="../media/image92.svg"/><Relationship Id="rId3" Type="http://schemas.openxmlformats.org/officeDocument/2006/relationships/image" Target="../media/image77.png"/><Relationship Id="rId7" Type="http://schemas.openxmlformats.org/officeDocument/2006/relationships/image" Target="../media/image81.png"/><Relationship Id="rId12" Type="http://schemas.openxmlformats.org/officeDocument/2006/relationships/image" Target="../media/image86.svg"/><Relationship Id="rId17" Type="http://schemas.openxmlformats.org/officeDocument/2006/relationships/image" Target="../media/image91.png"/><Relationship Id="rId2" Type="http://schemas.openxmlformats.org/officeDocument/2006/relationships/notesSlide" Target="../notesSlides/notesSlide6.xml"/><Relationship Id="rId16" Type="http://schemas.openxmlformats.org/officeDocument/2006/relationships/image" Target="../media/image90.svg"/><Relationship Id="rId1" Type="http://schemas.openxmlformats.org/officeDocument/2006/relationships/slideLayout" Target="../slideLayouts/slideLayout34.xml"/><Relationship Id="rId6" Type="http://schemas.openxmlformats.org/officeDocument/2006/relationships/image" Target="../media/image80.svg"/><Relationship Id="rId11" Type="http://schemas.openxmlformats.org/officeDocument/2006/relationships/image" Target="../media/image85.png"/><Relationship Id="rId5" Type="http://schemas.openxmlformats.org/officeDocument/2006/relationships/image" Target="../media/image79.png"/><Relationship Id="rId15" Type="http://schemas.openxmlformats.org/officeDocument/2006/relationships/image" Target="../media/image89.png"/><Relationship Id="rId10" Type="http://schemas.openxmlformats.org/officeDocument/2006/relationships/image" Target="../media/image84.svg"/><Relationship Id="rId4" Type="http://schemas.openxmlformats.org/officeDocument/2006/relationships/image" Target="../media/image78.svg"/><Relationship Id="rId9" Type="http://schemas.openxmlformats.org/officeDocument/2006/relationships/image" Target="../media/image83.png"/><Relationship Id="rId14" Type="http://schemas.openxmlformats.org/officeDocument/2006/relationships/image" Target="../media/image88.sv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4.xml"/></Relationships>
</file>

<file path=ppt/slides/_rels/slide9.xml.rels><?xml version="1.0" encoding="UTF-8" standalone="yes"?>
<Relationships xmlns="http://schemas.openxmlformats.org/package/2006/relationships"><Relationship Id="rId8" Type="http://schemas.openxmlformats.org/officeDocument/2006/relationships/image" Target="../media/image98.svg"/><Relationship Id="rId13" Type="http://schemas.openxmlformats.org/officeDocument/2006/relationships/image" Target="../media/image103.png"/><Relationship Id="rId3" Type="http://schemas.openxmlformats.org/officeDocument/2006/relationships/image" Target="../media/image93.png"/><Relationship Id="rId7" Type="http://schemas.openxmlformats.org/officeDocument/2006/relationships/image" Target="../media/image97.png"/><Relationship Id="rId12" Type="http://schemas.openxmlformats.org/officeDocument/2006/relationships/image" Target="../media/image102.svg"/><Relationship Id="rId2" Type="http://schemas.openxmlformats.org/officeDocument/2006/relationships/notesSlide" Target="../notesSlides/notesSlide8.xml"/><Relationship Id="rId1" Type="http://schemas.openxmlformats.org/officeDocument/2006/relationships/slideLayout" Target="../slideLayouts/slideLayout34.xml"/><Relationship Id="rId6" Type="http://schemas.openxmlformats.org/officeDocument/2006/relationships/image" Target="../media/image96.svg"/><Relationship Id="rId11" Type="http://schemas.openxmlformats.org/officeDocument/2006/relationships/image" Target="../media/image101.png"/><Relationship Id="rId5" Type="http://schemas.openxmlformats.org/officeDocument/2006/relationships/image" Target="../media/image95.png"/><Relationship Id="rId10" Type="http://schemas.openxmlformats.org/officeDocument/2006/relationships/image" Target="../media/image100.svg"/><Relationship Id="rId4" Type="http://schemas.openxmlformats.org/officeDocument/2006/relationships/image" Target="../media/image94.svg"/><Relationship Id="rId9" Type="http://schemas.openxmlformats.org/officeDocument/2006/relationships/image" Target="../media/image99.svg"/><Relationship Id="rId14" Type="http://schemas.openxmlformats.org/officeDocument/2006/relationships/image" Target="../media/image104.svg"/></Relationships>
</file>

<file path=ppt/slides/_rels/slide10.xml.rels><?xml version="1.0" encoding="UTF-8" standalone="yes"?>
<Relationships xmlns="http://schemas.openxmlformats.org/package/2006/relationships"><Relationship Id="rId8" Type="http://schemas.openxmlformats.org/officeDocument/2006/relationships/image" Target="../media/image108.svg"/><Relationship Id="rId13" Type="http://schemas.openxmlformats.org/officeDocument/2006/relationships/image" Target="../media/image113.png"/><Relationship Id="rId3" Type="http://schemas.openxmlformats.org/officeDocument/2006/relationships/image" Target="../media/image105.png"/><Relationship Id="rId7" Type="http://schemas.openxmlformats.org/officeDocument/2006/relationships/image" Target="../media/image107.png"/><Relationship Id="rId12" Type="http://schemas.openxmlformats.org/officeDocument/2006/relationships/image" Target="../media/image112.svg"/><Relationship Id="rId2" Type="http://schemas.openxmlformats.org/officeDocument/2006/relationships/notesSlide" Target="../notesSlides/notesSlide9.xml"/><Relationship Id="rId16" Type="http://schemas.openxmlformats.org/officeDocument/2006/relationships/image" Target="../media/image116.svg"/><Relationship Id="rId1" Type="http://schemas.openxmlformats.org/officeDocument/2006/relationships/slideLayout" Target="../slideLayouts/slideLayout34.xml"/><Relationship Id="rId6" Type="http://schemas.openxmlformats.org/officeDocument/2006/relationships/image" Target="../media/image90.svg"/><Relationship Id="rId11" Type="http://schemas.openxmlformats.org/officeDocument/2006/relationships/image" Target="../media/image111.png"/><Relationship Id="rId5" Type="http://schemas.openxmlformats.org/officeDocument/2006/relationships/image" Target="../media/image89.png"/><Relationship Id="rId15" Type="http://schemas.openxmlformats.org/officeDocument/2006/relationships/image" Target="../media/image115.png"/><Relationship Id="rId10" Type="http://schemas.openxmlformats.org/officeDocument/2006/relationships/image" Target="../media/image110.svg"/><Relationship Id="rId4" Type="http://schemas.openxmlformats.org/officeDocument/2006/relationships/image" Target="../media/image106.svg"/><Relationship Id="rId9" Type="http://schemas.openxmlformats.org/officeDocument/2006/relationships/image" Target="../media/image109.png"/><Relationship Id="rId14" Type="http://schemas.openxmlformats.org/officeDocument/2006/relationships/image" Target="../media/image114.sv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4.xml"/></Relationships>
</file>

<file path=ppt/slides/_rels/slide12.xml.rels><?xml version="1.0" encoding="UTF-8" standalone="yes"?>
<Relationships xmlns="http://schemas.openxmlformats.org/package/2006/relationships"><Relationship Id="rId8" Type="http://schemas.openxmlformats.org/officeDocument/2006/relationships/image" Target="../media/image112.svg"/><Relationship Id="rId3" Type="http://schemas.openxmlformats.org/officeDocument/2006/relationships/image" Target="../media/image83.png"/><Relationship Id="rId7" Type="http://schemas.openxmlformats.org/officeDocument/2006/relationships/image" Target="../media/image111.png"/><Relationship Id="rId2" Type="http://schemas.openxmlformats.org/officeDocument/2006/relationships/notesSlide" Target="../notesSlides/notesSlide11.xml"/><Relationship Id="rId1" Type="http://schemas.openxmlformats.org/officeDocument/2006/relationships/slideLayout" Target="../slideLayouts/slideLayout34.xml"/><Relationship Id="rId6" Type="http://schemas.openxmlformats.org/officeDocument/2006/relationships/image" Target="../media/image117.svg"/><Relationship Id="rId5" Type="http://schemas.openxmlformats.org/officeDocument/2006/relationships/image" Target="../media/image105.png"/><Relationship Id="rId4" Type="http://schemas.openxmlformats.org/officeDocument/2006/relationships/image" Target="../media/image84.svg"/><Relationship Id="rId9" Type="http://schemas.openxmlformats.org/officeDocument/2006/relationships/image" Target="../media/image118.sv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6.xml"/></Relationships>
</file>

<file path=ppt/slides/_rels/slide14.xml.rels><?xml version="1.0" encoding="UTF-8" standalone="yes"?>
<Relationships xmlns="http://schemas.openxmlformats.org/package/2006/relationships"><Relationship Id="rId8" Type="http://schemas.openxmlformats.org/officeDocument/2006/relationships/image" Target="../media/image122.svg"/><Relationship Id="rId3" Type="http://schemas.openxmlformats.org/officeDocument/2006/relationships/image" Target="../media/image89.png"/><Relationship Id="rId7" Type="http://schemas.openxmlformats.org/officeDocument/2006/relationships/image" Target="../media/image121.png"/><Relationship Id="rId12" Type="http://schemas.openxmlformats.org/officeDocument/2006/relationships/image" Target="../media/image126.svg"/><Relationship Id="rId2" Type="http://schemas.openxmlformats.org/officeDocument/2006/relationships/notesSlide" Target="../notesSlides/notesSlide13.xml"/><Relationship Id="rId1" Type="http://schemas.openxmlformats.org/officeDocument/2006/relationships/slideLayout" Target="../slideLayouts/slideLayout34.xml"/><Relationship Id="rId6" Type="http://schemas.openxmlformats.org/officeDocument/2006/relationships/image" Target="../media/image120.svg"/><Relationship Id="rId11" Type="http://schemas.openxmlformats.org/officeDocument/2006/relationships/image" Target="../media/image125.png"/><Relationship Id="rId5" Type="http://schemas.openxmlformats.org/officeDocument/2006/relationships/image" Target="../media/image119.png"/><Relationship Id="rId10" Type="http://schemas.openxmlformats.org/officeDocument/2006/relationships/image" Target="../media/image124.svg"/><Relationship Id="rId4" Type="http://schemas.openxmlformats.org/officeDocument/2006/relationships/image" Target="../media/image90.svg"/><Relationship Id="rId9" Type="http://schemas.openxmlformats.org/officeDocument/2006/relationships/image" Target="../media/image123.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8" Type="http://schemas.openxmlformats.org/officeDocument/2006/relationships/image" Target="../media/image130.svg"/><Relationship Id="rId3" Type="http://schemas.openxmlformats.org/officeDocument/2006/relationships/image" Target="../media/image93.png"/><Relationship Id="rId7" Type="http://schemas.openxmlformats.org/officeDocument/2006/relationships/image" Target="../media/image129.png"/><Relationship Id="rId2" Type="http://schemas.openxmlformats.org/officeDocument/2006/relationships/notesSlide" Target="../notesSlides/notesSlide15.xml"/><Relationship Id="rId1" Type="http://schemas.openxmlformats.org/officeDocument/2006/relationships/slideLayout" Target="../slideLayouts/slideLayout34.xml"/><Relationship Id="rId6" Type="http://schemas.openxmlformats.org/officeDocument/2006/relationships/image" Target="../media/image128.svg"/><Relationship Id="rId5" Type="http://schemas.openxmlformats.org/officeDocument/2006/relationships/image" Target="../media/image127.png"/><Relationship Id="rId4" Type="http://schemas.openxmlformats.org/officeDocument/2006/relationships/image" Target="../media/image94.svg"/></Relationships>
</file>

<file path=ppt/slides/_rels/slide17.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16.xml"/><Relationship Id="rId1" Type="http://schemas.openxmlformats.org/officeDocument/2006/relationships/slideLayout" Target="../slideLayouts/slideLayout34.xml"/><Relationship Id="rId6" Type="http://schemas.openxmlformats.org/officeDocument/2006/relationships/image" Target="../media/image132.svg"/><Relationship Id="rId5" Type="http://schemas.openxmlformats.org/officeDocument/2006/relationships/image" Target="../media/image131.png"/><Relationship Id="rId4" Type="http://schemas.openxmlformats.org/officeDocument/2006/relationships/image" Target="../media/image74.sv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5.xml"/></Relationships>
</file>

<file path=ppt/slides/_rels/slide19.xml.rels><?xml version="1.0" encoding="UTF-8" standalone="yes"?>
<Relationships xmlns="http://schemas.openxmlformats.org/package/2006/relationships"><Relationship Id="rId8" Type="http://schemas.openxmlformats.org/officeDocument/2006/relationships/image" Target="../media/image99.svg"/><Relationship Id="rId13" Type="http://schemas.openxmlformats.org/officeDocument/2006/relationships/image" Target="../media/image109.png"/><Relationship Id="rId18" Type="http://schemas.openxmlformats.org/officeDocument/2006/relationships/image" Target="../media/image86.svg"/><Relationship Id="rId3" Type="http://schemas.openxmlformats.org/officeDocument/2006/relationships/image" Target="../media/image81.png"/><Relationship Id="rId7" Type="http://schemas.openxmlformats.org/officeDocument/2006/relationships/image" Target="../media/image95.png"/><Relationship Id="rId12" Type="http://schemas.openxmlformats.org/officeDocument/2006/relationships/image" Target="../media/image100.svg"/><Relationship Id="rId17" Type="http://schemas.openxmlformats.org/officeDocument/2006/relationships/image" Target="../media/image85.png"/><Relationship Id="rId2" Type="http://schemas.openxmlformats.org/officeDocument/2006/relationships/notesSlide" Target="../notesSlides/notesSlide18.xml"/><Relationship Id="rId16" Type="http://schemas.openxmlformats.org/officeDocument/2006/relationships/image" Target="../media/image137.svg"/><Relationship Id="rId1" Type="http://schemas.openxmlformats.org/officeDocument/2006/relationships/slideLayout" Target="../slideLayouts/slideLayout34.xml"/><Relationship Id="rId6" Type="http://schemas.openxmlformats.org/officeDocument/2006/relationships/image" Target="../media/image84.svg"/><Relationship Id="rId11" Type="http://schemas.openxmlformats.org/officeDocument/2006/relationships/image" Target="../media/image134.svg"/><Relationship Id="rId5" Type="http://schemas.openxmlformats.org/officeDocument/2006/relationships/image" Target="../media/image83.png"/><Relationship Id="rId15" Type="http://schemas.openxmlformats.org/officeDocument/2006/relationships/image" Target="../media/image136.png"/><Relationship Id="rId10" Type="http://schemas.openxmlformats.org/officeDocument/2006/relationships/image" Target="../media/image133.svg"/><Relationship Id="rId4" Type="http://schemas.openxmlformats.org/officeDocument/2006/relationships/image" Target="../media/image82.svg"/><Relationship Id="rId9" Type="http://schemas.openxmlformats.org/officeDocument/2006/relationships/image" Target="../media/image123.png"/><Relationship Id="rId14" Type="http://schemas.openxmlformats.org/officeDocument/2006/relationships/image" Target="../media/image135.svg"/></Relationships>
</file>

<file path=ppt/slides/_rels/slide20.xml.rels><?xml version="1.0" encoding="UTF-8" standalone="yes"?>
<Relationships xmlns="http://schemas.openxmlformats.org/package/2006/relationships"><Relationship Id="rId8" Type="http://schemas.openxmlformats.org/officeDocument/2006/relationships/image" Target="../media/image78.svg"/><Relationship Id="rId13" Type="http://schemas.openxmlformats.org/officeDocument/2006/relationships/image" Target="../media/image140.png"/><Relationship Id="rId18" Type="http://schemas.openxmlformats.org/officeDocument/2006/relationships/image" Target="../media/image100.svg"/><Relationship Id="rId3" Type="http://schemas.openxmlformats.org/officeDocument/2006/relationships/image" Target="../media/image81.png"/><Relationship Id="rId7" Type="http://schemas.openxmlformats.org/officeDocument/2006/relationships/image" Target="../media/image77.png"/><Relationship Id="rId12" Type="http://schemas.openxmlformats.org/officeDocument/2006/relationships/image" Target="../media/image139.svg"/><Relationship Id="rId17" Type="http://schemas.openxmlformats.org/officeDocument/2006/relationships/image" Target="../media/image95.png"/><Relationship Id="rId2" Type="http://schemas.openxmlformats.org/officeDocument/2006/relationships/notesSlide" Target="../notesSlides/notesSlide19.xml"/><Relationship Id="rId16" Type="http://schemas.openxmlformats.org/officeDocument/2006/relationships/image" Target="../media/image86.svg"/><Relationship Id="rId1" Type="http://schemas.openxmlformats.org/officeDocument/2006/relationships/slideLayout" Target="../slideLayouts/slideLayout34.xml"/><Relationship Id="rId6" Type="http://schemas.openxmlformats.org/officeDocument/2006/relationships/image" Target="../media/image84.svg"/><Relationship Id="rId11" Type="http://schemas.openxmlformats.org/officeDocument/2006/relationships/image" Target="../media/image138.png"/><Relationship Id="rId5" Type="http://schemas.openxmlformats.org/officeDocument/2006/relationships/image" Target="../media/image83.png"/><Relationship Id="rId15" Type="http://schemas.openxmlformats.org/officeDocument/2006/relationships/image" Target="../media/image85.png"/><Relationship Id="rId10" Type="http://schemas.openxmlformats.org/officeDocument/2006/relationships/image" Target="../media/image80.svg"/><Relationship Id="rId4" Type="http://schemas.openxmlformats.org/officeDocument/2006/relationships/image" Target="../media/image82.svg"/><Relationship Id="rId9" Type="http://schemas.openxmlformats.org/officeDocument/2006/relationships/image" Target="../media/image79.png"/><Relationship Id="rId14" Type="http://schemas.openxmlformats.org/officeDocument/2006/relationships/image" Target="../media/image141.svg"/></Relationships>
</file>

<file path=ppt/slides/_rels/slide21.xml.rels><?xml version="1.0" encoding="UTF-8" standalone="yes"?>
<Relationships xmlns="http://schemas.openxmlformats.org/package/2006/relationships"><Relationship Id="rId8" Type="http://schemas.openxmlformats.org/officeDocument/2006/relationships/image" Target="../media/image146.svg"/><Relationship Id="rId3" Type="http://schemas.openxmlformats.org/officeDocument/2006/relationships/image" Target="../media/image142.png"/><Relationship Id="rId7" Type="http://schemas.openxmlformats.org/officeDocument/2006/relationships/image" Target="../media/image109.png"/><Relationship Id="rId2" Type="http://schemas.openxmlformats.org/officeDocument/2006/relationships/notesSlide" Target="../notesSlides/notesSlide20.xml"/><Relationship Id="rId1" Type="http://schemas.openxmlformats.org/officeDocument/2006/relationships/slideLayout" Target="../slideLayouts/slideLayout26.xml"/><Relationship Id="rId6" Type="http://schemas.openxmlformats.org/officeDocument/2006/relationships/image" Target="../media/image145.svg"/><Relationship Id="rId5" Type="http://schemas.openxmlformats.org/officeDocument/2006/relationships/image" Target="../media/image144.png"/><Relationship Id="rId4" Type="http://schemas.openxmlformats.org/officeDocument/2006/relationships/image" Target="../media/image143.sv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4.xml"/></Relationships>
</file>

<file path=ppt/slides/_rels/slide23.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22.xml"/><Relationship Id="rId1" Type="http://schemas.openxmlformats.org/officeDocument/2006/relationships/slideLayout" Target="../slideLayouts/slideLayout34.xml"/><Relationship Id="rId4" Type="http://schemas.openxmlformats.org/officeDocument/2006/relationships/image" Target="../media/image148.sv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4.xml"/></Relationships>
</file>

<file path=ppt/slides/_rels/slide25.xml.rels><?xml version="1.0" encoding="UTF-8" standalone="yes"?>
<Relationships xmlns="http://schemas.openxmlformats.org/package/2006/relationships"><Relationship Id="rId8" Type="http://schemas.openxmlformats.org/officeDocument/2006/relationships/image" Target="../media/image151.svg"/><Relationship Id="rId13" Type="http://schemas.openxmlformats.org/officeDocument/2006/relationships/image" Target="../media/image154.svg"/><Relationship Id="rId3" Type="http://schemas.openxmlformats.org/officeDocument/2006/relationships/image" Target="../media/image93.png"/><Relationship Id="rId7" Type="http://schemas.openxmlformats.org/officeDocument/2006/relationships/image" Target="../media/image150.png"/><Relationship Id="rId12" Type="http://schemas.openxmlformats.org/officeDocument/2006/relationships/image" Target="../media/image153.svg"/><Relationship Id="rId2" Type="http://schemas.openxmlformats.org/officeDocument/2006/relationships/notesSlide" Target="../notesSlides/notesSlide24.xml"/><Relationship Id="rId1" Type="http://schemas.openxmlformats.org/officeDocument/2006/relationships/slideLayout" Target="../slideLayouts/slideLayout34.xml"/><Relationship Id="rId6" Type="http://schemas.openxmlformats.org/officeDocument/2006/relationships/image" Target="../media/image82.svg"/><Relationship Id="rId11" Type="http://schemas.openxmlformats.org/officeDocument/2006/relationships/image" Target="../media/image152.png"/><Relationship Id="rId5" Type="http://schemas.openxmlformats.org/officeDocument/2006/relationships/image" Target="../media/image81.png"/><Relationship Id="rId10" Type="http://schemas.openxmlformats.org/officeDocument/2006/relationships/image" Target="../media/image84.svg"/><Relationship Id="rId4" Type="http://schemas.openxmlformats.org/officeDocument/2006/relationships/image" Target="../media/image149.svg"/><Relationship Id="rId9" Type="http://schemas.openxmlformats.org/officeDocument/2006/relationships/image" Target="../media/image83.pn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6.xml"/></Relationships>
</file>

<file path=ppt/slides/_rels/slide27.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26.xml"/><Relationship Id="rId1" Type="http://schemas.openxmlformats.org/officeDocument/2006/relationships/slideLayout" Target="../slideLayouts/slideLayout63.xml"/><Relationship Id="rId4" Type="http://schemas.openxmlformats.org/officeDocument/2006/relationships/image" Target="../media/image84.svg"/></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82.xml"/></Relationships>
</file>

<file path=ppt/slides/_rels/slide29.xml.rels><?xml version="1.0" encoding="UTF-8" standalone="yes"?>
<Relationships xmlns="http://schemas.openxmlformats.org/package/2006/relationships"><Relationship Id="rId8" Type="http://schemas.openxmlformats.org/officeDocument/2006/relationships/image" Target="../media/image158.svg"/><Relationship Id="rId3" Type="http://schemas.openxmlformats.org/officeDocument/2006/relationships/image" Target="../media/image89.png"/><Relationship Id="rId7" Type="http://schemas.openxmlformats.org/officeDocument/2006/relationships/image" Target="../media/image157.png"/><Relationship Id="rId2" Type="http://schemas.openxmlformats.org/officeDocument/2006/relationships/notesSlide" Target="../notesSlides/notesSlide28.xml"/><Relationship Id="rId1" Type="http://schemas.openxmlformats.org/officeDocument/2006/relationships/slideLayout" Target="../slideLayouts/slideLayout34.xml"/><Relationship Id="rId6" Type="http://schemas.openxmlformats.org/officeDocument/2006/relationships/image" Target="../media/image156.svg"/><Relationship Id="rId5" Type="http://schemas.openxmlformats.org/officeDocument/2006/relationships/image" Target="../media/image155.png"/><Relationship Id="rId10" Type="http://schemas.openxmlformats.org/officeDocument/2006/relationships/image" Target="../media/image159.svg"/><Relationship Id="rId4" Type="http://schemas.openxmlformats.org/officeDocument/2006/relationships/image" Target="../media/image90.svg"/><Relationship Id="rId9" Type="http://schemas.openxmlformats.org/officeDocument/2006/relationships/image" Target="../media/image73.png"/></Relationships>
</file>

<file path=ppt/slides/_rels/slide30.xml.rels><?xml version="1.0" encoding="UTF-8" standalone="yes"?>
<Relationships xmlns="http://schemas.openxmlformats.org/package/2006/relationships"><Relationship Id="rId8" Type="http://schemas.openxmlformats.org/officeDocument/2006/relationships/image" Target="../media/image161.svg"/><Relationship Id="rId3" Type="http://schemas.openxmlformats.org/officeDocument/2006/relationships/image" Target="../media/image105.png"/><Relationship Id="rId7" Type="http://schemas.openxmlformats.org/officeDocument/2006/relationships/image" Target="../media/image160.png"/><Relationship Id="rId2" Type="http://schemas.openxmlformats.org/officeDocument/2006/relationships/notesSlide" Target="../notesSlides/notesSlide29.xml"/><Relationship Id="rId1" Type="http://schemas.openxmlformats.org/officeDocument/2006/relationships/slideLayout" Target="../slideLayouts/slideLayout34.xml"/><Relationship Id="rId6" Type="http://schemas.openxmlformats.org/officeDocument/2006/relationships/image" Target="../media/image88.svg"/><Relationship Id="rId5" Type="http://schemas.openxmlformats.org/officeDocument/2006/relationships/image" Target="../media/image87.png"/><Relationship Id="rId10" Type="http://schemas.openxmlformats.org/officeDocument/2006/relationships/image" Target="../media/image74.svg"/><Relationship Id="rId4" Type="http://schemas.openxmlformats.org/officeDocument/2006/relationships/image" Target="../media/image118.svg"/><Relationship Id="rId9" Type="http://schemas.openxmlformats.org/officeDocument/2006/relationships/image" Target="../media/image7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C8CB83-8D65-2ABB-DC6D-88BDC7E607D5}"/>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73BE15E7-62D4-18F9-2A8E-2DFDA291F6AA}"/>
              </a:ext>
            </a:extLst>
          </p:cNvPr>
          <p:cNvSpPr>
            <a:spLocks noGrp="1"/>
          </p:cNvSpPr>
          <p:nvPr>
            <p:ph type="body" sz="quarter" idx="11"/>
          </p:nvPr>
        </p:nvSpPr>
        <p:spPr/>
        <p:txBody>
          <a:bodyPr/>
          <a:lstStyle/>
          <a:p>
            <a:r>
              <a:rPr lang="en-US" dirty="0"/>
              <a:t>Pete Koehler (pete.koehler@broadcom.com)</a:t>
            </a:r>
          </a:p>
        </p:txBody>
      </p:sp>
      <p:sp>
        <p:nvSpPr>
          <p:cNvPr id="3" name="Text Placeholder 2">
            <a:extLst>
              <a:ext uri="{FF2B5EF4-FFF2-40B4-BE49-F238E27FC236}">
                <a16:creationId xmlns:a16="http://schemas.microsoft.com/office/drawing/2014/main" id="{8DFE6FB6-1609-3FAE-9BEA-89AB92753A87}"/>
              </a:ext>
            </a:extLst>
          </p:cNvPr>
          <p:cNvSpPr>
            <a:spLocks noGrp="1"/>
          </p:cNvSpPr>
          <p:nvPr>
            <p:ph type="body" sz="quarter" idx="12"/>
          </p:nvPr>
        </p:nvSpPr>
        <p:spPr/>
        <p:txBody>
          <a:bodyPr/>
          <a:lstStyle/>
          <a:p>
            <a:r>
              <a:rPr lang="en-US" dirty="0"/>
              <a:t>Product Marketing &amp; Management</a:t>
            </a:r>
          </a:p>
        </p:txBody>
      </p:sp>
      <p:sp>
        <p:nvSpPr>
          <p:cNvPr id="4" name="Text Placeholder 3">
            <a:extLst>
              <a:ext uri="{FF2B5EF4-FFF2-40B4-BE49-F238E27FC236}">
                <a16:creationId xmlns:a16="http://schemas.microsoft.com/office/drawing/2014/main" id="{9132F5D4-89CA-F716-8646-DAC34C98DC2D}"/>
              </a:ext>
            </a:extLst>
          </p:cNvPr>
          <p:cNvSpPr>
            <a:spLocks noGrp="1"/>
          </p:cNvSpPr>
          <p:nvPr>
            <p:ph type="body" sz="quarter" idx="14"/>
          </p:nvPr>
        </p:nvSpPr>
        <p:spPr/>
        <p:txBody>
          <a:bodyPr/>
          <a:lstStyle/>
          <a:p>
            <a:r>
              <a:rPr lang="en-US" dirty="0"/>
              <a:t>May, 2026</a:t>
            </a:r>
          </a:p>
        </p:txBody>
      </p:sp>
      <p:sp>
        <p:nvSpPr>
          <p:cNvPr id="5" name="Title 4" title="Title">
            <a:extLst>
              <a:ext uri="{FF2B5EF4-FFF2-40B4-BE49-F238E27FC236}">
                <a16:creationId xmlns:a16="http://schemas.microsoft.com/office/drawing/2014/main" id="{AEDE7F6C-FEFE-9BC1-068E-5660ECB25F07}"/>
              </a:ext>
            </a:extLst>
          </p:cNvPr>
          <p:cNvSpPr>
            <a:spLocks noGrp="1"/>
          </p:cNvSpPr>
          <p:nvPr>
            <p:ph type="title"/>
          </p:nvPr>
        </p:nvSpPr>
        <p:spPr/>
        <p:txBody>
          <a:bodyPr/>
          <a:lstStyle/>
          <a:p>
            <a:r>
              <a:rPr lang="en-US" dirty="0">
                <a:solidFill>
                  <a:schemeClr val="accent2"/>
                </a:solidFill>
              </a:rPr>
              <a:t>vSAN in VCF 9.1</a:t>
            </a:r>
            <a:br>
              <a:rPr lang="en-US" dirty="0">
                <a:solidFill>
                  <a:schemeClr val="accent2"/>
                </a:solidFill>
              </a:rPr>
            </a:br>
            <a:r>
              <a:rPr lang="en-US" dirty="0">
                <a:solidFill>
                  <a:schemeClr val="accent2"/>
                </a:solidFill>
              </a:rPr>
              <a:t>What’s New Technical</a:t>
            </a:r>
          </a:p>
        </p:txBody>
      </p:sp>
      <p:sp>
        <p:nvSpPr>
          <p:cNvPr id="6" name="Subtitle 5" title="Subtitle">
            <a:extLst>
              <a:ext uri="{FF2B5EF4-FFF2-40B4-BE49-F238E27FC236}">
                <a16:creationId xmlns:a16="http://schemas.microsoft.com/office/drawing/2014/main" id="{86EB749A-6516-3642-E642-19AECC60C370}"/>
              </a:ext>
            </a:extLst>
          </p:cNvPr>
          <p:cNvSpPr>
            <a:spLocks noGrp="1"/>
          </p:cNvSpPr>
          <p:nvPr>
            <p:ph type="subTitle" idx="10"/>
          </p:nvPr>
        </p:nvSpPr>
        <p:spPr/>
        <p:txBody>
          <a:bodyPr/>
          <a:lstStyle/>
          <a:p>
            <a:pPr marL="0" marR="0" lvl="0" indent="0" algn="l" defTabSz="914400" rtl="0" eaLnBrk="1" fontAlgn="auto" latinLnBrk="0" hangingPunct="1">
              <a:lnSpc>
                <a:spcPct val="100000"/>
              </a:lnSpc>
              <a:spcBef>
                <a:spcPts val="1200"/>
              </a:spcBef>
              <a:spcAft>
                <a:spcPts val="0"/>
              </a:spcAft>
              <a:buClr>
                <a:srgbClr val="000001">
                  <a:lumMod val="60000"/>
                  <a:lumOff val="40000"/>
                </a:srgbClr>
              </a:buClr>
              <a:buSzPct val="90000"/>
              <a:buFont typeface="Metropolis" panose="020B0604020202020204" pitchFamily="34" charset="0"/>
              <a:buNone/>
              <a:tabLst/>
              <a:defRPr/>
            </a:pPr>
            <a:r>
              <a:rPr kumimoji="0" lang="en-US" sz="2400" b="0" i="0" u="none" strike="noStrike" kern="1200" cap="none" spc="0" normalizeH="0" baseline="0" noProof="0" dirty="0">
                <a:ln>
                  <a:noFill/>
                </a:ln>
                <a:solidFill>
                  <a:schemeClr val="tx1"/>
                </a:solidFill>
                <a:effectLst/>
                <a:uLnTx/>
                <a:uFillTx/>
                <a:latin typeface="+mn-lt"/>
                <a:ea typeface="+mn-ea"/>
                <a:cs typeface="+mn-cs"/>
              </a:rPr>
              <a:t>A technical overview of new features and enhancements in vSAN, as a part of VMware Cloud Foundation 9.1</a:t>
            </a:r>
          </a:p>
          <a:p>
            <a:pPr marL="0" marR="0" lvl="0" indent="0" algn="l" defTabSz="914400" rtl="0" eaLnBrk="1" fontAlgn="auto" latinLnBrk="0" hangingPunct="1">
              <a:lnSpc>
                <a:spcPct val="100000"/>
              </a:lnSpc>
              <a:spcBef>
                <a:spcPts val="1200"/>
              </a:spcBef>
              <a:spcAft>
                <a:spcPts val="0"/>
              </a:spcAft>
              <a:buClr>
                <a:srgbClr val="000001">
                  <a:lumMod val="60000"/>
                  <a:lumOff val="40000"/>
                </a:srgbClr>
              </a:buClr>
              <a:buSzPct val="90000"/>
              <a:buFont typeface="Metropolis" panose="020B0604020202020204" pitchFamily="34" charset="0"/>
              <a:buNone/>
              <a:tabLst/>
              <a:defRPr/>
            </a:pPr>
            <a:endParaRPr kumimoji="0" lang="en-US" sz="2400" b="0" i="0" u="none" strike="noStrike" kern="1200" cap="none" spc="0" normalizeH="0" baseline="0" noProof="0" dirty="0">
              <a:ln>
                <a:noFill/>
              </a:ln>
              <a:solidFill>
                <a:schemeClr val="tx1"/>
              </a:solidFill>
              <a:effectLst/>
              <a:uLnTx/>
              <a:uFillTx/>
              <a:ea typeface="+mn-ea"/>
              <a:cs typeface="+mn-cs"/>
            </a:endParaRPr>
          </a:p>
        </p:txBody>
      </p:sp>
      <p:pic>
        <p:nvPicPr>
          <p:cNvPr id="8" name="Graphic 7">
            <a:extLst>
              <a:ext uri="{FF2B5EF4-FFF2-40B4-BE49-F238E27FC236}">
                <a16:creationId xmlns:a16="http://schemas.microsoft.com/office/drawing/2014/main" id="{17DE22BB-CD4F-C36C-54AE-6B4A09B2DB6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567840" y="2227256"/>
            <a:ext cx="2377440" cy="2377440"/>
          </a:xfrm>
          <a:prstGeom prst="rect">
            <a:avLst/>
          </a:prstGeom>
        </p:spPr>
      </p:pic>
    </p:spTree>
    <p:extLst>
      <p:ext uri="{BB962C8B-B14F-4D97-AF65-F5344CB8AC3E}">
        <p14:creationId xmlns:p14="http://schemas.microsoft.com/office/powerpoint/2010/main" val="15333621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699B7B7-5487-238F-002F-0CAC200F8F6D}"/>
              </a:ext>
            </a:extLst>
          </p:cNvPr>
          <p:cNvSpPr/>
          <p:nvPr/>
        </p:nvSpPr>
        <p:spPr>
          <a:xfrm>
            <a:off x="-1" y="0"/>
            <a:ext cx="12188825" cy="685800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US" sz="3200" dirty="0">
                <a:solidFill>
                  <a:schemeClr val="bg1"/>
                </a:solidFill>
                <a:latin typeface="+mj-lt"/>
              </a:rPr>
              <a:t>OPEN ALL SLIDE DECKS WITH POWERPOINT</a:t>
            </a:r>
            <a:br>
              <a:rPr lang="en-US" sz="3200" dirty="0">
                <a:solidFill>
                  <a:schemeClr val="bg1"/>
                </a:solidFill>
                <a:latin typeface="+mj-lt"/>
              </a:rPr>
            </a:br>
            <a:br>
              <a:rPr lang="en-US" sz="3200" dirty="0">
                <a:solidFill>
                  <a:schemeClr val="bg1"/>
                </a:solidFill>
                <a:latin typeface="+mj-lt"/>
              </a:rPr>
            </a:br>
            <a:r>
              <a:rPr lang="en-US" sz="3200" dirty="0">
                <a:solidFill>
                  <a:schemeClr val="bg1"/>
                </a:solidFill>
                <a:latin typeface="+mj-lt"/>
              </a:rPr>
              <a:t>GOOGLE SLIDES WILL CHANGE THE FONTS,</a:t>
            </a:r>
            <a:br>
              <a:rPr lang="en-US" sz="3200" dirty="0">
                <a:solidFill>
                  <a:schemeClr val="bg1"/>
                </a:solidFill>
                <a:latin typeface="+mj-lt"/>
              </a:rPr>
            </a:br>
            <a:r>
              <a:rPr lang="en-US" sz="3200" dirty="0">
                <a:solidFill>
                  <a:schemeClr val="bg1"/>
                </a:solidFill>
                <a:latin typeface="+mj-lt"/>
              </a:rPr>
              <a:t>SPACINGS, AND LAYOUTS IN UNWELCOME WAYS</a:t>
            </a:r>
          </a:p>
        </p:txBody>
      </p:sp>
    </p:spTree>
    <p:extLst>
      <p:ext uri="{BB962C8B-B14F-4D97-AF65-F5344CB8AC3E}">
        <p14:creationId xmlns:p14="http://schemas.microsoft.com/office/powerpoint/2010/main" val="233330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4" name="Content Placeholder 5">
            <a:extLst>
              <a:ext uri="{FF2B5EF4-FFF2-40B4-BE49-F238E27FC236}">
                <a16:creationId xmlns:a16="http://schemas.microsoft.com/office/drawing/2014/main" id="{03E6EF51-BA43-4D54-B42B-FC394CE8F287}"/>
              </a:ext>
            </a:extLst>
          </p:cNvPr>
          <p:cNvGraphicFramePr>
            <a:graphicFrameLocks/>
          </p:cNvGraphicFramePr>
          <p:nvPr>
            <p:extLst>
              <p:ext uri="{D42A27DB-BD31-4B8C-83A1-F6EECF244321}">
                <p14:modId xmlns:p14="http://schemas.microsoft.com/office/powerpoint/2010/main" val="62991389"/>
              </p:ext>
            </p:extLst>
          </p:nvPr>
        </p:nvGraphicFramePr>
        <p:xfrm>
          <a:off x="579809" y="1022683"/>
          <a:ext cx="11041978" cy="4797092"/>
        </p:xfrm>
        <a:graphic>
          <a:graphicData uri="http://schemas.openxmlformats.org/drawingml/2006/table">
            <a:tbl>
              <a:tblPr firstRow="1" bandRow="1">
                <a:effectLst/>
                <a:tableStyleId>{D7AC3CCA-C797-4891-BE02-D94E43425B78}</a:tableStyleId>
              </a:tblPr>
              <a:tblGrid>
                <a:gridCol w="2595191">
                  <a:extLst>
                    <a:ext uri="{9D8B030D-6E8A-4147-A177-3AD203B41FA5}">
                      <a16:colId xmlns:a16="http://schemas.microsoft.com/office/drawing/2014/main" val="2214284477"/>
                    </a:ext>
                  </a:extLst>
                </a:gridCol>
                <a:gridCol w="8446787">
                  <a:extLst>
                    <a:ext uri="{9D8B030D-6E8A-4147-A177-3AD203B41FA5}">
                      <a16:colId xmlns:a16="http://schemas.microsoft.com/office/drawing/2014/main" val="1951745682"/>
                    </a:ext>
                  </a:extLst>
                </a:gridCol>
              </a:tblGrid>
              <a:tr h="2206292">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600" b="1" kern="1200" dirty="0">
                          <a:solidFill>
                            <a:schemeClr val="tx1"/>
                          </a:solidFill>
                          <a:latin typeface="Arial" panose="020B0604020202020204" pitchFamily="34" charset="0"/>
                          <a:ea typeface="+mn-ea"/>
                          <a:cs typeface="+mn-cs"/>
                        </a:rPr>
                        <a:t>Do Not Distribute This Presentation</a:t>
                      </a:r>
                    </a:p>
                  </a:txBody>
                  <a:tcPr marL="137160" marR="137160" marT="137160" marB="137160">
                    <a:lnL w="28575"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28575"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sz="1400" b="0" u="none" strike="noStrike" cap="none" normalizeH="0" baseline="0" dirty="0">
                          <a:ln>
                            <a:noFill/>
                          </a:ln>
                          <a:solidFill>
                            <a:sysClr val="windowText" lastClr="000000"/>
                          </a:solidFill>
                          <a:effectLst/>
                          <a:latin typeface="Arial" panose="020B0604020202020204" pitchFamily="34" charset="0"/>
                        </a:rPr>
                        <a:t>These slides are not to be redistributed outside of Broadcom. </a:t>
                      </a:r>
                      <a:r>
                        <a:rPr kumimoji="0" lang="en-US" sz="1400" b="1" u="none" strike="noStrike" kern="1200" cap="none" normalizeH="0" baseline="0" dirty="0">
                          <a:ln>
                            <a:noFill/>
                          </a:ln>
                          <a:solidFill>
                            <a:schemeClr val="tx1"/>
                          </a:solidFill>
                          <a:effectLst/>
                          <a:latin typeface="Arial" panose="020B0604020202020204" pitchFamily="34" charset="0"/>
                          <a:ea typeface="+mn-ea"/>
                          <a:cs typeface="+mn-cs"/>
                        </a:rPr>
                        <a:t>Do not send them to or include them </a:t>
                      </a:r>
                      <a:r>
                        <a:rPr kumimoji="0" lang="en-US" sz="1400" b="1" u="none" strike="noStrike" kern="1200" cap="none" normalizeH="0" baseline="0" dirty="0">
                          <a:ln>
                            <a:noFill/>
                          </a:ln>
                          <a:solidFill>
                            <a:sysClr val="windowText" lastClr="000000"/>
                          </a:solidFill>
                          <a:effectLst/>
                          <a:latin typeface="Arial" panose="020B0604020202020204" pitchFamily="34" charset="0"/>
                          <a:ea typeface="+mn-ea"/>
                          <a:cs typeface="+mn-cs"/>
                        </a:rPr>
                        <a:t>in slide decks provided directly to customers, partners, VMUGs, etc. nor submit any part of this content to VMUG events, Explore, WWKO, etc. without the explicit permission of the author or authoring team</a:t>
                      </a:r>
                      <a:r>
                        <a:rPr kumimoji="0" lang="en-US" sz="1400" b="0" u="none" strike="noStrike" kern="1200" cap="none" normalizeH="0" baseline="0" dirty="0">
                          <a:ln>
                            <a:noFill/>
                          </a:ln>
                          <a:solidFill>
                            <a:sysClr val="windowText" lastClr="000000"/>
                          </a:solidFill>
                          <a:effectLst/>
                          <a:latin typeface="Arial" panose="020B0604020202020204" pitchFamily="34" charset="0"/>
                          <a:ea typeface="+mn-ea"/>
                          <a:cs typeface="+mn-cs"/>
                        </a:rPr>
                        <a:t>. Check the URL below for a PDF version that may be left with customers if needed.</a:t>
                      </a:r>
                    </a:p>
                    <a:p>
                      <a:pPr marL="0" marR="0" lvl="0" indent="0" algn="l" defTabSz="457200" rtl="0" eaLnBrk="1" fontAlgn="base" latinLnBrk="0" hangingPunct="1">
                        <a:lnSpc>
                          <a:spcPct val="100000"/>
                        </a:lnSpc>
                        <a:spcBef>
                          <a:spcPct val="0"/>
                        </a:spcBef>
                        <a:spcAft>
                          <a:spcPct val="0"/>
                        </a:spcAft>
                        <a:buClrTx/>
                        <a:buSzTx/>
                        <a:buFontTx/>
                        <a:buNone/>
                        <a:tabLst/>
                      </a:pPr>
                      <a:endParaRPr kumimoji="0" lang="en-US" sz="1400" b="0" u="none" strike="noStrike" kern="1200" cap="none" normalizeH="0" baseline="0" dirty="0">
                        <a:ln>
                          <a:noFill/>
                        </a:ln>
                        <a:solidFill>
                          <a:sysClr val="windowText" lastClr="000000"/>
                        </a:solidFill>
                        <a:effectLst/>
                        <a:latin typeface="Arial" panose="020B0604020202020204" pitchFamily="34" charset="0"/>
                        <a:ea typeface="+mn-ea"/>
                        <a:cs typeface="+mn-cs"/>
                      </a:endParaRPr>
                    </a:p>
                    <a:p>
                      <a:pPr marL="0" marR="0" lvl="0" indent="0" algn="l" defTabSz="457200" rtl="0" eaLnBrk="1" fontAlgn="base" latinLnBrk="0" hangingPunct="1">
                        <a:lnSpc>
                          <a:spcPct val="100000"/>
                        </a:lnSpc>
                        <a:spcBef>
                          <a:spcPct val="0"/>
                        </a:spcBef>
                        <a:spcAft>
                          <a:spcPct val="0"/>
                        </a:spcAft>
                        <a:buClrTx/>
                        <a:buSzTx/>
                        <a:buFontTx/>
                        <a:buNone/>
                        <a:tabLst/>
                      </a:pPr>
                      <a:r>
                        <a:rPr kumimoji="0" lang="en-US" sz="1400" b="0" u="none" strike="noStrike" kern="1200" cap="none" normalizeH="0" baseline="0" dirty="0">
                          <a:ln>
                            <a:noFill/>
                          </a:ln>
                          <a:solidFill>
                            <a:sysClr val="windowText" lastClr="000000"/>
                          </a:solidFill>
                          <a:effectLst/>
                          <a:latin typeface="Arial" panose="020B0604020202020204" pitchFamily="34" charset="0"/>
                          <a:ea typeface="+mn-ea"/>
                          <a:cs typeface="+mn-cs"/>
                        </a:rPr>
                        <a:t>The speaker notes are the property of Broadcom and may not be distributed in any manner. Read the speaker notes carefully before presenting this material. All content in speaker notes is provided for educational purposes only and is not intended to be disseminated widely to non-Broadcom employees. Check the documentation for the final “how to” for any feature.</a:t>
                      </a:r>
                    </a:p>
                  </a:txBody>
                  <a:tcPr marL="137160" marR="137160" marT="137160" marB="137160">
                    <a:lnL w="12700" cap="flat" cmpd="sng" algn="ctr">
                      <a:solidFill>
                        <a:schemeClr val="accent2"/>
                      </a:solidFill>
                      <a:prstDash val="solid"/>
                      <a:round/>
                      <a:headEnd type="none" w="med" len="med"/>
                      <a:tailEnd type="none" w="med" len="med"/>
                    </a:lnL>
                    <a:lnR w="28575" cap="flat" cmpd="sng" algn="ctr">
                      <a:solidFill>
                        <a:schemeClr val="accent2"/>
                      </a:solidFill>
                      <a:prstDash val="solid"/>
                      <a:round/>
                      <a:headEnd type="none" w="med" len="med"/>
                      <a:tailEnd type="none" w="med" len="med"/>
                    </a:lnR>
                    <a:lnT w="28575"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98955000"/>
                  </a:ext>
                </a:extLst>
              </a:tr>
              <a:tr h="5143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600" b="1" kern="1200" dirty="0">
                          <a:solidFill>
                            <a:schemeClr val="tx1"/>
                          </a:solidFill>
                          <a:latin typeface="Arial" panose="020B0604020202020204" pitchFamily="34" charset="0"/>
                          <a:ea typeface="+mn-ea"/>
                          <a:cs typeface="+mn-cs"/>
                        </a:rPr>
                        <a:t>Author(s)</a:t>
                      </a:r>
                    </a:p>
                  </a:txBody>
                  <a:tcPr marL="137160" marR="137160" marT="137160" marB="137160">
                    <a:lnL w="28575"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sz="1400" b="0" u="none" strike="noStrike" kern="1200" cap="none" normalizeH="0" baseline="0" dirty="0">
                          <a:ln>
                            <a:noFill/>
                          </a:ln>
                          <a:solidFill>
                            <a:sysClr val="windowText" lastClr="000000"/>
                          </a:solidFill>
                          <a:effectLst/>
                          <a:latin typeface="Arial" panose="020B0604020202020204" pitchFamily="34" charset="0"/>
                          <a:ea typeface="+mn-ea"/>
                          <a:cs typeface="+mn-cs"/>
                        </a:rPr>
                        <a:t>Pete Koehler</a:t>
                      </a:r>
                    </a:p>
                  </a:txBody>
                  <a:tcPr marL="137160" marR="137160" marT="137160" marB="137160">
                    <a:lnL w="12700" cap="flat" cmpd="sng" algn="ctr">
                      <a:solidFill>
                        <a:schemeClr val="accent2"/>
                      </a:solidFill>
                      <a:prstDash val="solid"/>
                      <a:round/>
                      <a:headEnd type="none" w="med" len="med"/>
                      <a:tailEnd type="none" w="med" len="med"/>
                    </a:lnL>
                    <a:lnR w="28575"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31826740"/>
                  </a:ext>
                </a:extLst>
              </a:tr>
              <a:tr h="45720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600" b="1" kern="1200" dirty="0">
                          <a:solidFill>
                            <a:schemeClr val="tx1"/>
                          </a:solidFill>
                          <a:latin typeface="Arial" panose="020B0604020202020204" pitchFamily="34" charset="0"/>
                          <a:ea typeface="+mn-ea"/>
                          <a:cs typeface="+mn-cs"/>
                        </a:rPr>
                        <a:t>Content Type</a:t>
                      </a:r>
                    </a:p>
                  </a:txBody>
                  <a:tcPr marL="137160" marR="137160" marT="137160" marB="137160">
                    <a:lnL w="28575"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457200" rtl="0" eaLnBrk="1" fontAlgn="base" latinLnBrk="0" hangingPunct="1">
                        <a:lnSpc>
                          <a:spcPct val="100000"/>
                        </a:lnSpc>
                        <a:spcBef>
                          <a:spcPct val="0"/>
                        </a:spcBef>
                        <a:spcAft>
                          <a:spcPct val="0"/>
                        </a:spcAft>
                        <a:buClrTx/>
                        <a:buSzTx/>
                        <a:buFontTx/>
                        <a:buNone/>
                        <a:tabLst/>
                        <a:defRPr/>
                      </a:pPr>
                      <a:r>
                        <a:rPr kumimoji="0" lang="en-US" sz="1400" b="0" u="none" strike="noStrike" kern="1200" cap="none" normalizeH="0" baseline="0" dirty="0">
                          <a:ln>
                            <a:noFill/>
                          </a:ln>
                          <a:solidFill>
                            <a:sysClr val="windowText" lastClr="000000"/>
                          </a:solidFill>
                          <a:effectLst/>
                          <a:latin typeface="Arial" panose="020B0604020202020204" pitchFamily="34" charset="0"/>
                          <a:ea typeface="+mn-ea"/>
                          <a:cs typeface="+mn-cs"/>
                        </a:rPr>
                        <a:t>Overview (L300) suitable for any audience</a:t>
                      </a:r>
                    </a:p>
                  </a:txBody>
                  <a:tcPr marL="137160" marR="137160" marT="137160" marB="137160">
                    <a:lnL w="12700" cap="flat" cmpd="sng" algn="ctr">
                      <a:solidFill>
                        <a:schemeClr val="accent2"/>
                      </a:solidFill>
                      <a:prstDash val="solid"/>
                      <a:round/>
                      <a:headEnd type="none" w="med" len="med"/>
                      <a:tailEnd type="none" w="med" len="med"/>
                    </a:lnL>
                    <a:lnR w="28575"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48026749"/>
                  </a:ext>
                </a:extLst>
              </a:tr>
              <a:tr h="45720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600" b="1" kern="1200" dirty="0">
                          <a:solidFill>
                            <a:schemeClr val="tx1"/>
                          </a:solidFill>
                          <a:latin typeface="Arial" panose="020B0604020202020204" pitchFamily="34" charset="0"/>
                          <a:ea typeface="+mn-ea"/>
                          <a:cs typeface="+mn-cs"/>
                        </a:rPr>
                        <a:t>Time to Present</a:t>
                      </a:r>
                    </a:p>
                  </a:txBody>
                  <a:tcPr marL="137160" marR="137160" marT="137160" marB="137160" anchor="ctr">
                    <a:lnL w="28575"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sz="1400" b="0" u="none" strike="noStrike" kern="1200" cap="none" normalizeH="0" baseline="0" dirty="0">
                          <a:ln>
                            <a:noFill/>
                          </a:ln>
                          <a:solidFill>
                            <a:sysClr val="windowText" lastClr="000000"/>
                          </a:solidFill>
                          <a:effectLst/>
                          <a:latin typeface="Arial" panose="020B0604020202020204" pitchFamily="34" charset="0"/>
                          <a:ea typeface="+mn-ea"/>
                          <a:cs typeface="+mn-cs"/>
                        </a:rPr>
                        <a:t>45 minutes</a:t>
                      </a:r>
                    </a:p>
                  </a:txBody>
                  <a:tcPr marL="137160" marR="137160" marT="137160" marB="137160" anchor="ctr" horzOverflow="overflow">
                    <a:lnL w="12700" cap="flat" cmpd="sng" algn="ctr">
                      <a:solidFill>
                        <a:schemeClr val="accent2"/>
                      </a:solidFill>
                      <a:prstDash val="solid"/>
                      <a:round/>
                      <a:headEnd type="none" w="med" len="med"/>
                      <a:tailEnd type="none" w="med" len="med"/>
                    </a:lnL>
                    <a:lnR w="28575"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8230739"/>
                  </a:ext>
                </a:extLst>
              </a:tr>
              <a:tr h="45720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600" b="1" kern="1200" dirty="0">
                          <a:solidFill>
                            <a:schemeClr val="tx1"/>
                          </a:solidFill>
                          <a:latin typeface="Arial" panose="020B0604020202020204" pitchFamily="34" charset="0"/>
                          <a:ea typeface="+mn-ea"/>
                          <a:cs typeface="+mn-cs"/>
                        </a:rPr>
                        <a:t>PowerPoint Copy</a:t>
                      </a:r>
                    </a:p>
                  </a:txBody>
                  <a:tcPr marL="137160" marR="137160" marT="137160" marB="137160" anchor="ctr">
                    <a:lnL w="28575"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457200" rtl="0" eaLnBrk="1" fontAlgn="base" latinLnBrk="0" hangingPunct="1">
                        <a:lnSpc>
                          <a:spcPct val="100000"/>
                        </a:lnSpc>
                        <a:spcBef>
                          <a:spcPct val="0"/>
                        </a:spcBef>
                        <a:spcAft>
                          <a:spcPct val="0"/>
                        </a:spcAft>
                        <a:buClrTx/>
                        <a:buSzTx/>
                        <a:buFontTx/>
                        <a:buNone/>
                        <a:tabLst/>
                        <a:defRPr/>
                      </a:pPr>
                      <a:r>
                        <a:rPr kumimoji="0" lang="en-US" sz="1400" b="0" u="none" strike="noStrike" kern="1200" cap="none" normalizeH="0" baseline="0" dirty="0">
                          <a:ln>
                            <a:noFill/>
                          </a:ln>
                          <a:solidFill>
                            <a:sysClr val="windowText" lastClr="000000"/>
                          </a:solidFill>
                          <a:effectLst/>
                          <a:latin typeface="+mn-lt"/>
                          <a:ea typeface="+mn-ea"/>
                          <a:cs typeface="+mn-cs"/>
                          <a:hlinkClick r:id="rId3"/>
                        </a:rPr>
                        <a:t>https://sales-</a:t>
                      </a:r>
                      <a:r>
                        <a:rPr kumimoji="0" lang="en-US" sz="1400" b="0" u="none" strike="noStrike" kern="1200" cap="none" normalizeH="0" baseline="0" dirty="0" err="1">
                          <a:ln>
                            <a:noFill/>
                          </a:ln>
                          <a:solidFill>
                            <a:sysClr val="windowText" lastClr="000000"/>
                          </a:solidFill>
                          <a:effectLst/>
                          <a:latin typeface="+mn-lt"/>
                          <a:ea typeface="+mn-ea"/>
                          <a:cs typeface="+mn-cs"/>
                          <a:hlinkClick r:id="rId3"/>
                        </a:rPr>
                        <a:t>resources.broadcom.com</a:t>
                      </a:r>
                      <a:r>
                        <a:rPr kumimoji="0" lang="en-US" sz="1400" b="0" u="none" strike="noStrike" kern="1200" cap="none" normalizeH="0" baseline="0" dirty="0">
                          <a:ln>
                            <a:noFill/>
                          </a:ln>
                          <a:solidFill>
                            <a:sysClr val="windowText" lastClr="000000"/>
                          </a:solidFill>
                          <a:effectLst/>
                          <a:latin typeface="+mn-lt"/>
                          <a:ea typeface="+mn-ea"/>
                          <a:cs typeface="+mn-cs"/>
                          <a:hlinkClick r:id="rId3"/>
                        </a:rPr>
                        <a:t>/group/</a:t>
                      </a:r>
                      <a:r>
                        <a:rPr kumimoji="0" lang="en-US" sz="1400" b="0" u="none" strike="noStrike" kern="1200" cap="none" normalizeH="0" baseline="0" dirty="0" err="1">
                          <a:ln>
                            <a:noFill/>
                          </a:ln>
                          <a:solidFill>
                            <a:sysClr val="windowText" lastClr="000000"/>
                          </a:solidFill>
                          <a:effectLst/>
                          <a:latin typeface="+mn-lt"/>
                          <a:ea typeface="+mn-ea"/>
                          <a:cs typeface="+mn-cs"/>
                          <a:hlinkClick r:id="rId3"/>
                        </a:rPr>
                        <a:t>vcf</a:t>
                      </a:r>
                      <a:r>
                        <a:rPr kumimoji="0" lang="en-US" sz="1400" b="0" u="none" strike="noStrike" kern="1200" cap="none" normalizeH="0" baseline="0" dirty="0">
                          <a:ln>
                            <a:noFill/>
                          </a:ln>
                          <a:solidFill>
                            <a:sysClr val="windowText" lastClr="000000"/>
                          </a:solidFill>
                          <a:effectLst/>
                          <a:latin typeface="+mn-lt"/>
                          <a:ea typeface="+mn-ea"/>
                          <a:cs typeface="+mn-cs"/>
                          <a:hlinkClick r:id="rId3"/>
                        </a:rPr>
                        <a:t>/</a:t>
                      </a:r>
                      <a:r>
                        <a:rPr kumimoji="0" lang="en-US" sz="1400" b="0" u="none" strike="noStrike" kern="1200" cap="none" normalizeH="0" baseline="0" dirty="0" err="1">
                          <a:ln>
                            <a:noFill/>
                          </a:ln>
                          <a:solidFill>
                            <a:sysClr val="windowText" lastClr="000000"/>
                          </a:solidFill>
                          <a:effectLst/>
                          <a:latin typeface="+mn-lt"/>
                          <a:ea typeface="+mn-ea"/>
                          <a:cs typeface="+mn-cs"/>
                          <a:hlinkClick r:id="rId3"/>
                        </a:rPr>
                        <a:t>vsan</a:t>
                      </a:r>
                      <a:r>
                        <a:rPr kumimoji="0" lang="en-US" sz="1400" b="0" u="none" strike="noStrike" kern="1200" cap="none" normalizeH="0" baseline="0" dirty="0">
                          <a:ln>
                            <a:noFill/>
                          </a:ln>
                          <a:solidFill>
                            <a:sysClr val="windowText" lastClr="000000"/>
                          </a:solidFill>
                          <a:effectLst/>
                          <a:latin typeface="+mn-lt"/>
                          <a:ea typeface="+mn-ea"/>
                          <a:cs typeface="+mn-cs"/>
                        </a:rPr>
                        <a:t> (under “Technical” tab)</a:t>
                      </a:r>
                    </a:p>
                  </a:txBody>
                  <a:tcPr marL="137160" marR="137160" marT="137160" marB="137160" anchor="ctr" horzOverflow="overflow">
                    <a:lnL w="12700" cap="flat" cmpd="sng" algn="ctr">
                      <a:solidFill>
                        <a:schemeClr val="accent2"/>
                      </a:solidFill>
                      <a:prstDash val="solid"/>
                      <a:round/>
                      <a:headEnd type="none" w="med" len="med"/>
                      <a:tailEnd type="none" w="med" len="med"/>
                    </a:lnL>
                    <a:lnR w="28575"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88282776"/>
                  </a:ext>
                </a:extLst>
              </a:tr>
              <a:tr h="457200">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600" b="1" kern="1200" dirty="0">
                          <a:solidFill>
                            <a:schemeClr val="tx1"/>
                          </a:solidFill>
                          <a:latin typeface="Arial" panose="020B0604020202020204" pitchFamily="34" charset="0"/>
                          <a:ea typeface="+mn-ea"/>
                          <a:cs typeface="+mn-cs"/>
                        </a:rPr>
                        <a:t>Google Slides Copy</a:t>
                      </a:r>
                    </a:p>
                  </a:txBody>
                  <a:tcPr marL="137160" marR="137160" marT="137160" marB="137160" anchor="ctr">
                    <a:lnL w="28575"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28575"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sz="1400" b="0" u="none" strike="noStrike" kern="1200" cap="none" normalizeH="0" baseline="0" dirty="0">
                        <a:ln>
                          <a:noFill/>
                        </a:ln>
                        <a:solidFill>
                          <a:sysClr val="windowText" lastClr="000000"/>
                        </a:solidFill>
                        <a:effectLst/>
                        <a:latin typeface="Arial" panose="020B0604020202020204" pitchFamily="34" charset="0"/>
                        <a:ea typeface="+mn-ea"/>
                        <a:cs typeface="+mn-cs"/>
                      </a:endParaRPr>
                    </a:p>
                  </a:txBody>
                  <a:tcPr marL="137160" marR="137160" marT="137160" marB="137160" anchor="ctr" horzOverflow="overflow">
                    <a:lnL w="12700" cap="flat" cmpd="sng" algn="ctr">
                      <a:solidFill>
                        <a:schemeClr val="accent2"/>
                      </a:solidFill>
                      <a:prstDash val="solid"/>
                      <a:round/>
                      <a:headEnd type="none" w="med" len="med"/>
                      <a:tailEnd type="none" w="med" len="med"/>
                    </a:lnL>
                    <a:lnR w="28575"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28575"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45685694"/>
                  </a:ext>
                </a:extLst>
              </a:tr>
            </a:tbl>
          </a:graphicData>
        </a:graphic>
      </p:graphicFrame>
      <p:sp>
        <p:nvSpPr>
          <p:cNvPr id="5" name="Title 2">
            <a:extLst>
              <a:ext uri="{FF2B5EF4-FFF2-40B4-BE49-F238E27FC236}">
                <a16:creationId xmlns:a16="http://schemas.microsoft.com/office/drawing/2014/main" id="{487E64BD-DD2D-4513-B963-9AF36CE65C34}"/>
              </a:ext>
            </a:extLst>
          </p:cNvPr>
          <p:cNvSpPr txBox="1">
            <a:spLocks/>
          </p:cNvSpPr>
          <p:nvPr/>
        </p:nvSpPr>
        <p:spPr>
          <a:xfrm>
            <a:off x="579809" y="412751"/>
            <a:ext cx="11001004" cy="381000"/>
          </a:xfrm>
          <a:prstGeom prst="rect">
            <a:avLst/>
          </a:prstGeom>
        </p:spPr>
        <p:txBody>
          <a:bodyPr vert="horz" wrap="none" lIns="0" tIns="0" rIns="0" bIns="0" rtlCol="0" anchor="b">
            <a:noAutofit/>
          </a:bodyPr>
          <a:lstStyle>
            <a:lvl1pPr algn="l" defTabSz="914400" rtl="0" eaLnBrk="1" latinLnBrk="0" hangingPunct="1">
              <a:lnSpc>
                <a:spcPct val="90000"/>
              </a:lnSpc>
              <a:spcBef>
                <a:spcPct val="0"/>
              </a:spcBef>
              <a:buNone/>
              <a:defRPr sz="2800" b="0" kern="1200">
                <a:solidFill>
                  <a:schemeClr val="accent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0" i="0" u="none" strike="noStrike" kern="1200" cap="none" spc="0" normalizeH="0" baseline="0" noProof="0" dirty="0">
                <a:ln>
                  <a:noFill/>
                </a:ln>
                <a:solidFill>
                  <a:srgbClr val="1D428A"/>
                </a:solidFill>
                <a:effectLst/>
                <a:uLnTx/>
                <a:uFillTx/>
                <a:latin typeface="Arial" panose="020B0604020202020204" pitchFamily="34" charset="0"/>
                <a:ea typeface="+mj-ea"/>
                <a:cs typeface="+mj-cs"/>
              </a:rPr>
              <a:t>About This Presentation</a:t>
            </a:r>
          </a:p>
        </p:txBody>
      </p:sp>
    </p:spTree>
    <p:extLst>
      <p:ext uri="{BB962C8B-B14F-4D97-AF65-F5344CB8AC3E}">
        <p14:creationId xmlns:p14="http://schemas.microsoft.com/office/powerpoint/2010/main" val="24907498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E7987862-31A1-311C-5D5A-F0B16F796E24}"/>
            </a:ext>
          </a:extLst>
        </p:cNvPr>
        <p:cNvGrpSpPr/>
        <p:nvPr/>
      </p:nvGrpSpPr>
      <p:grpSpPr>
        <a:xfrm>
          <a:off x="0" y="0"/>
          <a:ext cx="0" cy="0"/>
          <a:chOff x="0" y="0"/>
          <a:chExt cx="0" cy="0"/>
        </a:xfrm>
      </p:grpSpPr>
      <p:grpSp>
        <p:nvGrpSpPr>
          <p:cNvPr id="163" name="Group 162">
            <a:extLst>
              <a:ext uri="{FF2B5EF4-FFF2-40B4-BE49-F238E27FC236}">
                <a16:creationId xmlns:a16="http://schemas.microsoft.com/office/drawing/2014/main" id="{2E84347B-9645-A4AD-56CC-48363DF9170B}"/>
              </a:ext>
            </a:extLst>
          </p:cNvPr>
          <p:cNvGrpSpPr/>
          <p:nvPr/>
        </p:nvGrpSpPr>
        <p:grpSpPr>
          <a:xfrm>
            <a:off x="0" y="3019174"/>
            <a:ext cx="12188825" cy="3820547"/>
            <a:chOff x="0" y="2963246"/>
            <a:chExt cx="12188825" cy="3894754"/>
          </a:xfrm>
        </p:grpSpPr>
        <p:sp>
          <p:nvSpPr>
            <p:cNvPr id="164" name="Google Shape;1703;g3345324a5da_0_5673">
              <a:extLst>
                <a:ext uri="{FF2B5EF4-FFF2-40B4-BE49-F238E27FC236}">
                  <a16:creationId xmlns:a16="http://schemas.microsoft.com/office/drawing/2014/main" id="{FEF2FDD0-AAD5-78C9-D736-721F14111C04}"/>
                </a:ext>
              </a:extLst>
            </p:cNvPr>
            <p:cNvSpPr/>
            <p:nvPr/>
          </p:nvSpPr>
          <p:spPr>
            <a:xfrm>
              <a:off x="0" y="2963246"/>
              <a:ext cx="12188825" cy="3894754"/>
            </a:xfrm>
            <a:prstGeom prst="rect">
              <a:avLst/>
            </a:prstGeom>
            <a:gradFill>
              <a:gsLst>
                <a:gs pos="0">
                  <a:srgbClr val="E8F0F4">
                    <a:alpha val="67144"/>
                  </a:srgbClr>
                </a:gs>
                <a:gs pos="100000">
                  <a:srgbClr val="E8F0F4">
                    <a:alpha val="159"/>
                  </a:srgbClr>
                </a:gs>
              </a:gsLst>
              <a:lin ang="5400012" scaled="0"/>
            </a:gradFill>
            <a:ln>
              <a:noFill/>
            </a:ln>
          </p:spPr>
          <p:txBody>
            <a:bodyPr spcFirstLastPara="1" wrap="square" lIns="91325" tIns="45650" rIns="91325"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165" name="Google Shape;1707;g3345324a5da_0_5673">
              <a:extLst>
                <a:ext uri="{FF2B5EF4-FFF2-40B4-BE49-F238E27FC236}">
                  <a16:creationId xmlns:a16="http://schemas.microsoft.com/office/drawing/2014/main" id="{76322408-6C70-250B-87E0-6AEC46769E18}"/>
                </a:ext>
              </a:extLst>
            </p:cNvPr>
            <p:cNvPicPr preferRelativeResize="0"/>
            <p:nvPr/>
          </p:nvPicPr>
          <p:blipFill rotWithShape="1">
            <a:blip r:embed="rId3">
              <a:alphaModFix amt="27000"/>
            </a:blip>
            <a:srcRect l="1472" t="65195" r="2708" b="-31277"/>
            <a:stretch/>
          </p:blipFill>
          <p:spPr>
            <a:xfrm>
              <a:off x="3176" y="2963249"/>
              <a:ext cx="12182477" cy="407658"/>
            </a:xfrm>
            <a:prstGeom prst="rect">
              <a:avLst/>
            </a:prstGeom>
            <a:noFill/>
            <a:ln>
              <a:noFill/>
            </a:ln>
          </p:spPr>
        </p:pic>
      </p:grpSp>
      <p:pic>
        <p:nvPicPr>
          <p:cNvPr id="162" name="Google Shape;1707;g3345324a5da_0_5673">
            <a:extLst>
              <a:ext uri="{FF2B5EF4-FFF2-40B4-BE49-F238E27FC236}">
                <a16:creationId xmlns:a16="http://schemas.microsoft.com/office/drawing/2014/main" id="{EB5136B2-5C4B-F9B7-C996-07344DBC0804}"/>
              </a:ext>
            </a:extLst>
          </p:cNvPr>
          <p:cNvPicPr preferRelativeResize="0"/>
          <p:nvPr/>
        </p:nvPicPr>
        <p:blipFill rotWithShape="1">
          <a:blip r:embed="rId3">
            <a:alphaModFix amt="27000"/>
          </a:blip>
          <a:srcRect l="1472" t="65195" r="2708" b="-31277"/>
          <a:stretch/>
        </p:blipFill>
        <p:spPr>
          <a:xfrm>
            <a:off x="9057" y="3019177"/>
            <a:ext cx="12182477" cy="399891"/>
          </a:xfrm>
          <a:prstGeom prst="rect">
            <a:avLst/>
          </a:prstGeom>
          <a:noFill/>
          <a:ln>
            <a:noFill/>
          </a:ln>
        </p:spPr>
      </p:pic>
      <p:sp>
        <p:nvSpPr>
          <p:cNvPr id="2" name="Title 1">
            <a:extLst>
              <a:ext uri="{FF2B5EF4-FFF2-40B4-BE49-F238E27FC236}">
                <a16:creationId xmlns:a16="http://schemas.microsoft.com/office/drawing/2014/main" id="{6CEE9D65-A279-3650-0DFE-82324F4F9EB5}"/>
              </a:ext>
            </a:extLst>
          </p:cNvPr>
          <p:cNvSpPr>
            <a:spLocks noGrp="1"/>
          </p:cNvSpPr>
          <p:nvPr>
            <p:ph type="title"/>
          </p:nvPr>
        </p:nvSpPr>
        <p:spPr/>
        <p:txBody>
          <a:bodyPr/>
          <a:lstStyle/>
          <a:p>
            <a:pPr algn="ctr"/>
            <a:r>
              <a:rPr lang="en-US" sz="2798" dirty="0">
                <a:solidFill>
                  <a:srgbClr val="005B84"/>
                </a:solidFill>
              </a:rPr>
              <a:t>What’s New with VMware vSAN in VCF 9.1</a:t>
            </a:r>
            <a:endParaRPr lang="en-US" dirty="0"/>
          </a:p>
        </p:txBody>
      </p:sp>
      <p:pic>
        <p:nvPicPr>
          <p:cNvPr id="5" name="Google Shape;1358;p22">
            <a:extLst>
              <a:ext uri="{FF2B5EF4-FFF2-40B4-BE49-F238E27FC236}">
                <a16:creationId xmlns:a16="http://schemas.microsoft.com/office/drawing/2014/main" id="{D9D857CB-68D1-F622-5427-3E970851923D}"/>
              </a:ext>
            </a:extLst>
          </p:cNvPr>
          <p:cNvPicPr preferRelativeResize="0"/>
          <p:nvPr/>
        </p:nvPicPr>
        <p:blipFill rotWithShape="1">
          <a:blip r:embed="rId4">
            <a:alphaModFix/>
          </a:blip>
          <a:srcRect/>
          <a:stretch/>
        </p:blipFill>
        <p:spPr>
          <a:xfrm>
            <a:off x="1913030" y="290908"/>
            <a:ext cx="580069" cy="580069"/>
          </a:xfrm>
          <a:prstGeom prst="rect">
            <a:avLst/>
          </a:prstGeom>
          <a:noFill/>
          <a:ln>
            <a:noFill/>
          </a:ln>
        </p:spPr>
      </p:pic>
      <p:grpSp>
        <p:nvGrpSpPr>
          <p:cNvPr id="115" name="Group 114">
            <a:extLst>
              <a:ext uri="{FF2B5EF4-FFF2-40B4-BE49-F238E27FC236}">
                <a16:creationId xmlns:a16="http://schemas.microsoft.com/office/drawing/2014/main" id="{149E21BB-2F79-5524-AAA7-7F0E0672167E}"/>
              </a:ext>
            </a:extLst>
          </p:cNvPr>
          <p:cNvGrpSpPr/>
          <p:nvPr/>
        </p:nvGrpSpPr>
        <p:grpSpPr>
          <a:xfrm>
            <a:off x="3938111" y="2368776"/>
            <a:ext cx="1401230" cy="1401230"/>
            <a:chOff x="4066247" y="4016601"/>
            <a:chExt cx="1401230" cy="1401230"/>
          </a:xfrm>
        </p:grpSpPr>
        <p:sp>
          <p:nvSpPr>
            <p:cNvPr id="103" name="Oval 102">
              <a:extLst>
                <a:ext uri="{FF2B5EF4-FFF2-40B4-BE49-F238E27FC236}">
                  <a16:creationId xmlns:a16="http://schemas.microsoft.com/office/drawing/2014/main" id="{8B982CFB-147F-8B27-284E-DDCCAF7AF92D}"/>
                </a:ext>
              </a:extLst>
            </p:cNvPr>
            <p:cNvSpPr/>
            <p:nvPr/>
          </p:nvSpPr>
          <p:spPr bwMode="gray">
            <a:xfrm>
              <a:off x="4066247" y="4016601"/>
              <a:ext cx="1401230" cy="1401230"/>
            </a:xfrm>
            <a:prstGeom prst="ellipse">
              <a:avLst/>
            </a:prstGeom>
            <a:solidFill>
              <a:schemeClr val="accent3">
                <a:lumMod val="20000"/>
                <a:lumOff val="80000"/>
                <a:alpha val="70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104" name="Oval 103">
              <a:extLst>
                <a:ext uri="{FF2B5EF4-FFF2-40B4-BE49-F238E27FC236}">
                  <a16:creationId xmlns:a16="http://schemas.microsoft.com/office/drawing/2014/main" id="{F1B14F66-B476-1DFF-07CC-3853E89FEBC3}"/>
                </a:ext>
              </a:extLst>
            </p:cNvPr>
            <p:cNvSpPr/>
            <p:nvPr/>
          </p:nvSpPr>
          <p:spPr bwMode="gray">
            <a:xfrm>
              <a:off x="4201667" y="4152021"/>
              <a:ext cx="1130391" cy="1130391"/>
            </a:xfrm>
            <a:prstGeom prst="ellipse">
              <a:avLst/>
            </a:prstGeom>
            <a:solidFill>
              <a:schemeClr val="bg1"/>
            </a:solidFill>
            <a:ln w="25400">
              <a:solidFill>
                <a:schemeClr val="accent3"/>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grpSp>
          <p:nvGrpSpPr>
            <p:cNvPr id="20" name="Group 19" descr="Any App, Any Scale&#10;">
              <a:extLst>
                <a:ext uri="{FF2B5EF4-FFF2-40B4-BE49-F238E27FC236}">
                  <a16:creationId xmlns:a16="http://schemas.microsoft.com/office/drawing/2014/main" id="{0AE0484C-FDF6-8F5C-F113-2A2E9391AC24}"/>
                </a:ext>
              </a:extLst>
            </p:cNvPr>
            <p:cNvGrpSpPr>
              <a:grpSpLocks noChangeAspect="1"/>
            </p:cNvGrpSpPr>
            <p:nvPr/>
          </p:nvGrpSpPr>
          <p:grpSpPr>
            <a:xfrm>
              <a:off x="4466444" y="4416108"/>
              <a:ext cx="600837" cy="602216"/>
              <a:chOff x="11077463" y="717459"/>
              <a:chExt cx="600837" cy="602216"/>
            </a:xfrm>
            <a:solidFill>
              <a:schemeClr val="accent3"/>
            </a:solidFill>
          </p:grpSpPr>
          <p:sp>
            <p:nvSpPr>
              <p:cNvPr id="21" name="Picture Placeholder 80">
                <a:extLst>
                  <a:ext uri="{FF2B5EF4-FFF2-40B4-BE49-F238E27FC236}">
                    <a16:creationId xmlns:a16="http://schemas.microsoft.com/office/drawing/2014/main" id="{785AFB8E-808C-17DF-E6CB-026D9A509697}"/>
                  </a:ext>
                </a:extLst>
              </p:cNvPr>
              <p:cNvSpPr/>
              <p:nvPr/>
            </p:nvSpPr>
            <p:spPr>
              <a:xfrm>
                <a:off x="11279724" y="986244"/>
                <a:ext cx="65586" cy="65279"/>
              </a:xfrm>
              <a:custGeom>
                <a:avLst/>
                <a:gdLst>
                  <a:gd name="connsiteX0" fmla="*/ 51293 w 65586"/>
                  <a:gd name="connsiteY0" fmla="*/ 50449 h 65279"/>
                  <a:gd name="connsiteX1" fmla="*/ 14610 w 65586"/>
                  <a:gd name="connsiteY1" fmla="*/ 50449 h 65279"/>
                  <a:gd name="connsiteX2" fmla="*/ 8285 w 65586"/>
                  <a:gd name="connsiteY2" fmla="*/ 65279 h 65279"/>
                  <a:gd name="connsiteX3" fmla="*/ 0 w 65586"/>
                  <a:gd name="connsiteY3" fmla="*/ 65279 h 65279"/>
                  <a:gd name="connsiteX4" fmla="*/ 28777 w 65586"/>
                  <a:gd name="connsiteY4" fmla="*/ 0 h 65279"/>
                  <a:gd name="connsiteX5" fmla="*/ 36809 w 65586"/>
                  <a:gd name="connsiteY5" fmla="*/ 0 h 65279"/>
                  <a:gd name="connsiteX6" fmla="*/ 65586 w 65586"/>
                  <a:gd name="connsiteY6" fmla="*/ 65279 h 65279"/>
                  <a:gd name="connsiteX7" fmla="*/ 57617 w 65586"/>
                  <a:gd name="connsiteY7" fmla="*/ 65279 h 65279"/>
                  <a:gd name="connsiteX8" fmla="*/ 48257 w 65586"/>
                  <a:gd name="connsiteY8" fmla="*/ 43414 h 65279"/>
                  <a:gd name="connsiteX9" fmla="*/ 32825 w 65586"/>
                  <a:gd name="connsiteY9" fmla="*/ 9253 h 65279"/>
                  <a:gd name="connsiteX10" fmla="*/ 17646 w 65586"/>
                  <a:gd name="connsiteY10" fmla="*/ 43541 h 6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586" h="65279">
                    <a:moveTo>
                      <a:pt x="51293" y="50449"/>
                    </a:moveTo>
                    <a:lnTo>
                      <a:pt x="14610" y="50449"/>
                    </a:lnTo>
                    <a:lnTo>
                      <a:pt x="8285" y="65279"/>
                    </a:lnTo>
                    <a:lnTo>
                      <a:pt x="0" y="65279"/>
                    </a:lnTo>
                    <a:lnTo>
                      <a:pt x="28777" y="0"/>
                    </a:lnTo>
                    <a:lnTo>
                      <a:pt x="36809" y="0"/>
                    </a:lnTo>
                    <a:lnTo>
                      <a:pt x="65586" y="65279"/>
                    </a:lnTo>
                    <a:lnTo>
                      <a:pt x="57617" y="65279"/>
                    </a:lnTo>
                    <a:close/>
                    <a:moveTo>
                      <a:pt x="48257" y="43414"/>
                    </a:moveTo>
                    <a:lnTo>
                      <a:pt x="32825" y="9253"/>
                    </a:lnTo>
                    <a:lnTo>
                      <a:pt x="17646" y="43541"/>
                    </a:lnTo>
                    <a:close/>
                  </a:path>
                </a:pathLst>
              </a:custGeom>
              <a:grpFill/>
              <a:ln w="6271" cap="flat">
                <a:noFill/>
                <a:prstDash val="solid"/>
                <a:miter/>
              </a:ln>
            </p:spPr>
            <p:txBody>
              <a:bodyPr rtlCol="0" anchor="ctr"/>
              <a:lstStyle/>
              <a:p>
                <a:endParaRPr lang="en-US"/>
              </a:p>
            </p:txBody>
          </p:sp>
          <p:sp>
            <p:nvSpPr>
              <p:cNvPr id="22" name="Picture Placeholder 80">
                <a:extLst>
                  <a:ext uri="{FF2B5EF4-FFF2-40B4-BE49-F238E27FC236}">
                    <a16:creationId xmlns:a16="http://schemas.microsoft.com/office/drawing/2014/main" id="{EC2EF503-8E13-D710-3AF6-15F20D1F777B}"/>
                  </a:ext>
                </a:extLst>
              </p:cNvPr>
              <p:cNvSpPr/>
              <p:nvPr/>
            </p:nvSpPr>
            <p:spPr>
              <a:xfrm>
                <a:off x="11358655" y="986244"/>
                <a:ext cx="50470" cy="65279"/>
              </a:xfrm>
              <a:custGeom>
                <a:avLst/>
                <a:gdLst>
                  <a:gd name="connsiteX0" fmla="*/ 0 w 50470"/>
                  <a:gd name="connsiteY0" fmla="*/ 0 h 65279"/>
                  <a:gd name="connsiteX1" fmla="*/ 26500 w 50470"/>
                  <a:gd name="connsiteY1" fmla="*/ 0 h 65279"/>
                  <a:gd name="connsiteX2" fmla="*/ 50470 w 50470"/>
                  <a:gd name="connsiteY2" fmla="*/ 20915 h 65279"/>
                  <a:gd name="connsiteX3" fmla="*/ 26500 w 50470"/>
                  <a:gd name="connsiteY3" fmla="*/ 41829 h 65279"/>
                  <a:gd name="connsiteX4" fmla="*/ 7526 w 50470"/>
                  <a:gd name="connsiteY4" fmla="*/ 41829 h 65279"/>
                  <a:gd name="connsiteX5" fmla="*/ 7526 w 50470"/>
                  <a:gd name="connsiteY5" fmla="*/ 65279 h 65279"/>
                  <a:gd name="connsiteX6" fmla="*/ 0 w 50470"/>
                  <a:gd name="connsiteY6" fmla="*/ 65279 h 65279"/>
                  <a:gd name="connsiteX7" fmla="*/ 25298 w 50470"/>
                  <a:gd name="connsiteY7" fmla="*/ 34794 h 65279"/>
                  <a:gd name="connsiteX8" fmla="*/ 43134 w 50470"/>
                  <a:gd name="connsiteY8" fmla="*/ 20915 h 65279"/>
                  <a:gd name="connsiteX9" fmla="*/ 25172 w 50470"/>
                  <a:gd name="connsiteY9" fmla="*/ 7035 h 65279"/>
                  <a:gd name="connsiteX10" fmla="*/ 7400 w 50470"/>
                  <a:gd name="connsiteY10" fmla="*/ 7035 h 65279"/>
                  <a:gd name="connsiteX11" fmla="*/ 7400 w 50470"/>
                  <a:gd name="connsiteY11" fmla="*/ 34604 h 6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470" h="65279">
                    <a:moveTo>
                      <a:pt x="0" y="0"/>
                    </a:moveTo>
                    <a:lnTo>
                      <a:pt x="26500" y="0"/>
                    </a:lnTo>
                    <a:cubicBezTo>
                      <a:pt x="39971" y="0"/>
                      <a:pt x="50470" y="8619"/>
                      <a:pt x="50470" y="20915"/>
                    </a:cubicBezTo>
                    <a:cubicBezTo>
                      <a:pt x="50470" y="33210"/>
                      <a:pt x="39971" y="41829"/>
                      <a:pt x="26500" y="41829"/>
                    </a:cubicBezTo>
                    <a:lnTo>
                      <a:pt x="7526" y="41829"/>
                    </a:lnTo>
                    <a:lnTo>
                      <a:pt x="7526" y="65279"/>
                    </a:lnTo>
                    <a:lnTo>
                      <a:pt x="0" y="65279"/>
                    </a:lnTo>
                    <a:close/>
                    <a:moveTo>
                      <a:pt x="25298" y="34794"/>
                    </a:moveTo>
                    <a:cubicBezTo>
                      <a:pt x="35924" y="34794"/>
                      <a:pt x="43134" y="29661"/>
                      <a:pt x="43134" y="20915"/>
                    </a:cubicBezTo>
                    <a:cubicBezTo>
                      <a:pt x="43134" y="12169"/>
                      <a:pt x="35608" y="7035"/>
                      <a:pt x="25172" y="7035"/>
                    </a:cubicBezTo>
                    <a:lnTo>
                      <a:pt x="7400" y="7035"/>
                    </a:lnTo>
                    <a:lnTo>
                      <a:pt x="7400" y="34604"/>
                    </a:lnTo>
                    <a:close/>
                  </a:path>
                </a:pathLst>
              </a:custGeom>
              <a:grpFill/>
              <a:ln w="6271" cap="flat">
                <a:noFill/>
                <a:prstDash val="solid"/>
                <a:miter/>
              </a:ln>
            </p:spPr>
            <p:txBody>
              <a:bodyPr rtlCol="0" anchor="ctr"/>
              <a:lstStyle/>
              <a:p>
                <a:endParaRPr lang="en-US"/>
              </a:p>
            </p:txBody>
          </p:sp>
          <p:sp>
            <p:nvSpPr>
              <p:cNvPr id="23" name="Picture Placeholder 80">
                <a:extLst>
                  <a:ext uri="{FF2B5EF4-FFF2-40B4-BE49-F238E27FC236}">
                    <a16:creationId xmlns:a16="http://schemas.microsoft.com/office/drawing/2014/main" id="{F203C8A9-5A1E-F176-DFB9-907C6C2671B9}"/>
                  </a:ext>
                </a:extLst>
              </p:cNvPr>
              <p:cNvSpPr/>
              <p:nvPr/>
            </p:nvSpPr>
            <p:spPr>
              <a:xfrm>
                <a:off x="11422597" y="986244"/>
                <a:ext cx="50470" cy="65279"/>
              </a:xfrm>
              <a:custGeom>
                <a:avLst/>
                <a:gdLst>
                  <a:gd name="connsiteX0" fmla="*/ 0 w 50470"/>
                  <a:gd name="connsiteY0" fmla="*/ 0 h 65279"/>
                  <a:gd name="connsiteX1" fmla="*/ 26500 w 50470"/>
                  <a:gd name="connsiteY1" fmla="*/ 0 h 65279"/>
                  <a:gd name="connsiteX2" fmla="*/ 50470 w 50470"/>
                  <a:gd name="connsiteY2" fmla="*/ 20915 h 65279"/>
                  <a:gd name="connsiteX3" fmla="*/ 26500 w 50470"/>
                  <a:gd name="connsiteY3" fmla="*/ 41829 h 65279"/>
                  <a:gd name="connsiteX4" fmla="*/ 7526 w 50470"/>
                  <a:gd name="connsiteY4" fmla="*/ 41829 h 65279"/>
                  <a:gd name="connsiteX5" fmla="*/ 7526 w 50470"/>
                  <a:gd name="connsiteY5" fmla="*/ 65279 h 65279"/>
                  <a:gd name="connsiteX6" fmla="*/ 0 w 50470"/>
                  <a:gd name="connsiteY6" fmla="*/ 65279 h 65279"/>
                  <a:gd name="connsiteX7" fmla="*/ 25298 w 50470"/>
                  <a:gd name="connsiteY7" fmla="*/ 34794 h 65279"/>
                  <a:gd name="connsiteX8" fmla="*/ 43134 w 50470"/>
                  <a:gd name="connsiteY8" fmla="*/ 20915 h 65279"/>
                  <a:gd name="connsiteX9" fmla="*/ 25298 w 50470"/>
                  <a:gd name="connsiteY9" fmla="*/ 7035 h 65279"/>
                  <a:gd name="connsiteX10" fmla="*/ 7400 w 50470"/>
                  <a:gd name="connsiteY10" fmla="*/ 7035 h 65279"/>
                  <a:gd name="connsiteX11" fmla="*/ 7400 w 50470"/>
                  <a:gd name="connsiteY11" fmla="*/ 34604 h 6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470" h="65279">
                    <a:moveTo>
                      <a:pt x="0" y="0"/>
                    </a:moveTo>
                    <a:lnTo>
                      <a:pt x="26500" y="0"/>
                    </a:lnTo>
                    <a:cubicBezTo>
                      <a:pt x="39971" y="0"/>
                      <a:pt x="50470" y="8619"/>
                      <a:pt x="50470" y="20915"/>
                    </a:cubicBezTo>
                    <a:cubicBezTo>
                      <a:pt x="50470" y="33210"/>
                      <a:pt x="39971" y="41829"/>
                      <a:pt x="26500" y="41829"/>
                    </a:cubicBezTo>
                    <a:lnTo>
                      <a:pt x="7526" y="41829"/>
                    </a:lnTo>
                    <a:lnTo>
                      <a:pt x="7526" y="65279"/>
                    </a:lnTo>
                    <a:lnTo>
                      <a:pt x="0" y="65279"/>
                    </a:lnTo>
                    <a:close/>
                    <a:moveTo>
                      <a:pt x="25298" y="34794"/>
                    </a:moveTo>
                    <a:cubicBezTo>
                      <a:pt x="35924" y="34794"/>
                      <a:pt x="43134" y="29661"/>
                      <a:pt x="43134" y="20915"/>
                    </a:cubicBezTo>
                    <a:cubicBezTo>
                      <a:pt x="43134" y="12169"/>
                      <a:pt x="35924" y="7035"/>
                      <a:pt x="25298" y="7035"/>
                    </a:cubicBezTo>
                    <a:lnTo>
                      <a:pt x="7400" y="7035"/>
                    </a:lnTo>
                    <a:lnTo>
                      <a:pt x="7400" y="34604"/>
                    </a:lnTo>
                    <a:close/>
                  </a:path>
                </a:pathLst>
              </a:custGeom>
              <a:grpFill/>
              <a:ln w="6271" cap="flat">
                <a:noFill/>
                <a:prstDash val="solid"/>
                <a:miter/>
              </a:ln>
            </p:spPr>
            <p:txBody>
              <a:bodyPr rtlCol="0" anchor="ctr"/>
              <a:lstStyle/>
              <a:p>
                <a:endParaRPr lang="en-US"/>
              </a:p>
            </p:txBody>
          </p:sp>
          <p:sp>
            <p:nvSpPr>
              <p:cNvPr id="24" name="Picture Placeholder 80">
                <a:extLst>
                  <a:ext uri="{FF2B5EF4-FFF2-40B4-BE49-F238E27FC236}">
                    <a16:creationId xmlns:a16="http://schemas.microsoft.com/office/drawing/2014/main" id="{EFA3D9F8-FF75-E7C0-094C-D00A2CB528C8}"/>
                  </a:ext>
                </a:extLst>
              </p:cNvPr>
              <p:cNvSpPr/>
              <p:nvPr/>
            </p:nvSpPr>
            <p:spPr>
              <a:xfrm>
                <a:off x="11077463" y="717459"/>
                <a:ext cx="600837" cy="602216"/>
              </a:xfrm>
              <a:custGeom>
                <a:avLst/>
                <a:gdLst>
                  <a:gd name="connsiteX0" fmla="*/ 540690 w 600837"/>
                  <a:gd name="connsiteY0" fmla="*/ 602216 h 602216"/>
                  <a:gd name="connsiteX1" fmla="*/ 477444 w 600837"/>
                  <a:gd name="connsiteY1" fmla="*/ 602216 h 602216"/>
                  <a:gd name="connsiteX2" fmla="*/ 477444 w 600837"/>
                  <a:gd name="connsiteY2" fmla="*/ 586372 h 602216"/>
                  <a:gd name="connsiteX3" fmla="*/ 540690 w 600837"/>
                  <a:gd name="connsiteY3" fmla="*/ 586372 h 602216"/>
                  <a:gd name="connsiteX4" fmla="*/ 445821 w 600837"/>
                  <a:gd name="connsiteY4" fmla="*/ 602216 h 602216"/>
                  <a:gd name="connsiteX5" fmla="*/ 382575 w 600837"/>
                  <a:gd name="connsiteY5" fmla="*/ 602216 h 602216"/>
                  <a:gd name="connsiteX6" fmla="*/ 382575 w 600837"/>
                  <a:gd name="connsiteY6" fmla="*/ 586372 h 602216"/>
                  <a:gd name="connsiteX7" fmla="*/ 445821 w 600837"/>
                  <a:gd name="connsiteY7" fmla="*/ 586372 h 602216"/>
                  <a:gd name="connsiteX8" fmla="*/ 350952 w 600837"/>
                  <a:gd name="connsiteY8" fmla="*/ 602216 h 602216"/>
                  <a:gd name="connsiteX9" fmla="*/ 287706 w 600837"/>
                  <a:gd name="connsiteY9" fmla="*/ 602216 h 602216"/>
                  <a:gd name="connsiteX10" fmla="*/ 287706 w 600837"/>
                  <a:gd name="connsiteY10" fmla="*/ 586372 h 602216"/>
                  <a:gd name="connsiteX11" fmla="*/ 350952 w 600837"/>
                  <a:gd name="connsiteY11" fmla="*/ 586372 h 602216"/>
                  <a:gd name="connsiteX12" fmla="*/ 256083 w 600837"/>
                  <a:gd name="connsiteY12" fmla="*/ 602216 h 602216"/>
                  <a:gd name="connsiteX13" fmla="*/ 192837 w 600837"/>
                  <a:gd name="connsiteY13" fmla="*/ 602216 h 602216"/>
                  <a:gd name="connsiteX14" fmla="*/ 192837 w 600837"/>
                  <a:gd name="connsiteY14" fmla="*/ 586372 h 602216"/>
                  <a:gd name="connsiteX15" fmla="*/ 256083 w 600837"/>
                  <a:gd name="connsiteY15" fmla="*/ 586372 h 602216"/>
                  <a:gd name="connsiteX16" fmla="*/ 161214 w 600837"/>
                  <a:gd name="connsiteY16" fmla="*/ 602216 h 602216"/>
                  <a:gd name="connsiteX17" fmla="*/ 97968 w 600837"/>
                  <a:gd name="connsiteY17" fmla="*/ 602216 h 602216"/>
                  <a:gd name="connsiteX18" fmla="*/ 97968 w 600837"/>
                  <a:gd name="connsiteY18" fmla="*/ 586372 h 602216"/>
                  <a:gd name="connsiteX19" fmla="*/ 161214 w 600837"/>
                  <a:gd name="connsiteY19" fmla="*/ 586372 h 602216"/>
                  <a:gd name="connsiteX20" fmla="*/ 66345 w 600837"/>
                  <a:gd name="connsiteY20" fmla="*/ 602216 h 602216"/>
                  <a:gd name="connsiteX21" fmla="*/ 0 w 600837"/>
                  <a:gd name="connsiteY21" fmla="*/ 602216 h 602216"/>
                  <a:gd name="connsiteX22" fmla="*/ 0 w 600837"/>
                  <a:gd name="connsiteY22" fmla="*/ 589541 h 602216"/>
                  <a:gd name="connsiteX23" fmla="*/ 7906 w 600837"/>
                  <a:gd name="connsiteY23" fmla="*/ 589541 h 602216"/>
                  <a:gd name="connsiteX24" fmla="*/ 7906 w 600837"/>
                  <a:gd name="connsiteY24" fmla="*/ 586435 h 602216"/>
                  <a:gd name="connsiteX25" fmla="*/ 66345 w 600837"/>
                  <a:gd name="connsiteY25" fmla="*/ 586435 h 602216"/>
                  <a:gd name="connsiteX26" fmla="*/ 600837 w 600837"/>
                  <a:gd name="connsiteY26" fmla="*/ 597209 h 602216"/>
                  <a:gd name="connsiteX27" fmla="*/ 585026 w 600837"/>
                  <a:gd name="connsiteY27" fmla="*/ 597209 h 602216"/>
                  <a:gd name="connsiteX28" fmla="*/ 585026 w 600837"/>
                  <a:gd name="connsiteY28" fmla="*/ 583266 h 602216"/>
                  <a:gd name="connsiteX29" fmla="*/ 600837 w 600837"/>
                  <a:gd name="connsiteY29" fmla="*/ 583266 h 602216"/>
                  <a:gd name="connsiteX30" fmla="*/ 15812 w 600837"/>
                  <a:gd name="connsiteY30" fmla="*/ 557788 h 602216"/>
                  <a:gd name="connsiteX31" fmla="*/ 0 w 600837"/>
                  <a:gd name="connsiteY31" fmla="*/ 557788 h 602216"/>
                  <a:gd name="connsiteX32" fmla="*/ 0 w 600837"/>
                  <a:gd name="connsiteY32" fmla="*/ 494410 h 602216"/>
                  <a:gd name="connsiteX33" fmla="*/ 15812 w 600837"/>
                  <a:gd name="connsiteY33" fmla="*/ 494410 h 602216"/>
                  <a:gd name="connsiteX34" fmla="*/ 600837 w 600837"/>
                  <a:gd name="connsiteY34" fmla="*/ 551450 h 602216"/>
                  <a:gd name="connsiteX35" fmla="*/ 585026 w 600837"/>
                  <a:gd name="connsiteY35" fmla="*/ 551450 h 602216"/>
                  <a:gd name="connsiteX36" fmla="*/ 585026 w 600837"/>
                  <a:gd name="connsiteY36" fmla="*/ 488073 h 602216"/>
                  <a:gd name="connsiteX37" fmla="*/ 600837 w 600837"/>
                  <a:gd name="connsiteY37" fmla="*/ 488073 h 602216"/>
                  <a:gd name="connsiteX38" fmla="*/ 15812 w 600837"/>
                  <a:gd name="connsiteY38" fmla="*/ 462722 h 602216"/>
                  <a:gd name="connsiteX39" fmla="*/ 0 w 600837"/>
                  <a:gd name="connsiteY39" fmla="*/ 462722 h 602216"/>
                  <a:gd name="connsiteX40" fmla="*/ 0 w 600837"/>
                  <a:gd name="connsiteY40" fmla="*/ 399344 h 602216"/>
                  <a:gd name="connsiteX41" fmla="*/ 15812 w 600837"/>
                  <a:gd name="connsiteY41" fmla="*/ 399344 h 602216"/>
                  <a:gd name="connsiteX42" fmla="*/ 600837 w 600837"/>
                  <a:gd name="connsiteY42" fmla="*/ 456384 h 602216"/>
                  <a:gd name="connsiteX43" fmla="*/ 585026 w 600837"/>
                  <a:gd name="connsiteY43" fmla="*/ 456384 h 602216"/>
                  <a:gd name="connsiteX44" fmla="*/ 585026 w 600837"/>
                  <a:gd name="connsiteY44" fmla="*/ 393006 h 602216"/>
                  <a:gd name="connsiteX45" fmla="*/ 600837 w 600837"/>
                  <a:gd name="connsiteY45" fmla="*/ 393006 h 602216"/>
                  <a:gd name="connsiteX46" fmla="*/ 15812 w 600837"/>
                  <a:gd name="connsiteY46" fmla="*/ 367655 h 602216"/>
                  <a:gd name="connsiteX47" fmla="*/ 0 w 600837"/>
                  <a:gd name="connsiteY47" fmla="*/ 367655 h 602216"/>
                  <a:gd name="connsiteX48" fmla="*/ 0 w 600837"/>
                  <a:gd name="connsiteY48" fmla="*/ 304277 h 602216"/>
                  <a:gd name="connsiteX49" fmla="*/ 15812 w 600837"/>
                  <a:gd name="connsiteY49" fmla="*/ 304277 h 602216"/>
                  <a:gd name="connsiteX50" fmla="*/ 600837 w 600837"/>
                  <a:gd name="connsiteY50" fmla="*/ 361317 h 602216"/>
                  <a:gd name="connsiteX51" fmla="*/ 585026 w 600837"/>
                  <a:gd name="connsiteY51" fmla="*/ 361317 h 602216"/>
                  <a:gd name="connsiteX52" fmla="*/ 585026 w 600837"/>
                  <a:gd name="connsiteY52" fmla="*/ 297939 h 602216"/>
                  <a:gd name="connsiteX53" fmla="*/ 600837 w 600837"/>
                  <a:gd name="connsiteY53" fmla="*/ 297939 h 602216"/>
                  <a:gd name="connsiteX54" fmla="*/ 15812 w 600837"/>
                  <a:gd name="connsiteY54" fmla="*/ 272588 h 602216"/>
                  <a:gd name="connsiteX55" fmla="*/ 0 w 600837"/>
                  <a:gd name="connsiteY55" fmla="*/ 272588 h 602216"/>
                  <a:gd name="connsiteX56" fmla="*/ 0 w 600837"/>
                  <a:gd name="connsiteY56" fmla="*/ 209210 h 602216"/>
                  <a:gd name="connsiteX57" fmla="*/ 15812 w 600837"/>
                  <a:gd name="connsiteY57" fmla="*/ 209210 h 602216"/>
                  <a:gd name="connsiteX58" fmla="*/ 600837 w 600837"/>
                  <a:gd name="connsiteY58" fmla="*/ 266250 h 602216"/>
                  <a:gd name="connsiteX59" fmla="*/ 585026 w 600837"/>
                  <a:gd name="connsiteY59" fmla="*/ 266250 h 602216"/>
                  <a:gd name="connsiteX60" fmla="*/ 585026 w 600837"/>
                  <a:gd name="connsiteY60" fmla="*/ 202872 h 602216"/>
                  <a:gd name="connsiteX61" fmla="*/ 600837 w 600837"/>
                  <a:gd name="connsiteY61" fmla="*/ 202872 h 602216"/>
                  <a:gd name="connsiteX62" fmla="*/ 15812 w 600837"/>
                  <a:gd name="connsiteY62" fmla="*/ 177521 h 602216"/>
                  <a:gd name="connsiteX63" fmla="*/ 0 w 600837"/>
                  <a:gd name="connsiteY63" fmla="*/ 177521 h 602216"/>
                  <a:gd name="connsiteX64" fmla="*/ 0 w 600837"/>
                  <a:gd name="connsiteY64" fmla="*/ 114143 h 602216"/>
                  <a:gd name="connsiteX65" fmla="*/ 15812 w 600837"/>
                  <a:gd name="connsiteY65" fmla="*/ 114143 h 602216"/>
                  <a:gd name="connsiteX66" fmla="*/ 600837 w 600837"/>
                  <a:gd name="connsiteY66" fmla="*/ 171184 h 602216"/>
                  <a:gd name="connsiteX67" fmla="*/ 585026 w 600837"/>
                  <a:gd name="connsiteY67" fmla="*/ 171184 h 602216"/>
                  <a:gd name="connsiteX68" fmla="*/ 585026 w 600837"/>
                  <a:gd name="connsiteY68" fmla="*/ 107806 h 602216"/>
                  <a:gd name="connsiteX69" fmla="*/ 600837 w 600837"/>
                  <a:gd name="connsiteY69" fmla="*/ 107806 h 602216"/>
                  <a:gd name="connsiteX70" fmla="*/ 15812 w 600837"/>
                  <a:gd name="connsiteY70" fmla="*/ 82455 h 602216"/>
                  <a:gd name="connsiteX71" fmla="*/ 0 w 600837"/>
                  <a:gd name="connsiteY71" fmla="*/ 82455 h 602216"/>
                  <a:gd name="connsiteX72" fmla="*/ 0 w 600837"/>
                  <a:gd name="connsiteY72" fmla="*/ 19077 h 602216"/>
                  <a:gd name="connsiteX73" fmla="*/ 15812 w 600837"/>
                  <a:gd name="connsiteY73" fmla="*/ 19077 h 602216"/>
                  <a:gd name="connsiteX74" fmla="*/ 600837 w 600837"/>
                  <a:gd name="connsiteY74" fmla="*/ 76117 h 602216"/>
                  <a:gd name="connsiteX75" fmla="*/ 585026 w 600837"/>
                  <a:gd name="connsiteY75" fmla="*/ 76117 h 602216"/>
                  <a:gd name="connsiteX76" fmla="*/ 585026 w 600837"/>
                  <a:gd name="connsiteY76" fmla="*/ 12739 h 602216"/>
                  <a:gd name="connsiteX77" fmla="*/ 600837 w 600837"/>
                  <a:gd name="connsiteY77" fmla="*/ 12739 h 602216"/>
                  <a:gd name="connsiteX78" fmla="*/ 566115 w 600837"/>
                  <a:gd name="connsiteY78" fmla="*/ 15844 h 602216"/>
                  <a:gd name="connsiteX79" fmla="*/ 502869 w 600837"/>
                  <a:gd name="connsiteY79" fmla="*/ 15844 h 602216"/>
                  <a:gd name="connsiteX80" fmla="*/ 502869 w 600837"/>
                  <a:gd name="connsiteY80" fmla="*/ 0 h 602216"/>
                  <a:gd name="connsiteX81" fmla="*/ 566115 w 600837"/>
                  <a:gd name="connsiteY81" fmla="*/ 0 h 602216"/>
                  <a:gd name="connsiteX82" fmla="*/ 471246 w 600837"/>
                  <a:gd name="connsiteY82" fmla="*/ 15844 h 602216"/>
                  <a:gd name="connsiteX83" fmla="*/ 408000 w 600837"/>
                  <a:gd name="connsiteY83" fmla="*/ 15844 h 602216"/>
                  <a:gd name="connsiteX84" fmla="*/ 408000 w 600837"/>
                  <a:gd name="connsiteY84" fmla="*/ 0 h 602216"/>
                  <a:gd name="connsiteX85" fmla="*/ 471246 w 600837"/>
                  <a:gd name="connsiteY85" fmla="*/ 0 h 602216"/>
                  <a:gd name="connsiteX86" fmla="*/ 376377 w 600837"/>
                  <a:gd name="connsiteY86" fmla="*/ 15844 h 602216"/>
                  <a:gd name="connsiteX87" fmla="*/ 313131 w 600837"/>
                  <a:gd name="connsiteY87" fmla="*/ 15844 h 602216"/>
                  <a:gd name="connsiteX88" fmla="*/ 313131 w 600837"/>
                  <a:gd name="connsiteY88" fmla="*/ 0 h 602216"/>
                  <a:gd name="connsiteX89" fmla="*/ 376377 w 600837"/>
                  <a:gd name="connsiteY89" fmla="*/ 0 h 602216"/>
                  <a:gd name="connsiteX90" fmla="*/ 281508 w 600837"/>
                  <a:gd name="connsiteY90" fmla="*/ 15844 h 602216"/>
                  <a:gd name="connsiteX91" fmla="*/ 218262 w 600837"/>
                  <a:gd name="connsiteY91" fmla="*/ 15844 h 602216"/>
                  <a:gd name="connsiteX92" fmla="*/ 218262 w 600837"/>
                  <a:gd name="connsiteY92" fmla="*/ 0 h 602216"/>
                  <a:gd name="connsiteX93" fmla="*/ 281508 w 600837"/>
                  <a:gd name="connsiteY93" fmla="*/ 0 h 602216"/>
                  <a:gd name="connsiteX94" fmla="*/ 186639 w 600837"/>
                  <a:gd name="connsiteY94" fmla="*/ 15844 h 602216"/>
                  <a:gd name="connsiteX95" fmla="*/ 123393 w 600837"/>
                  <a:gd name="connsiteY95" fmla="*/ 15844 h 602216"/>
                  <a:gd name="connsiteX96" fmla="*/ 123393 w 600837"/>
                  <a:gd name="connsiteY96" fmla="*/ 0 h 602216"/>
                  <a:gd name="connsiteX97" fmla="*/ 186639 w 600837"/>
                  <a:gd name="connsiteY97" fmla="*/ 0 h 602216"/>
                  <a:gd name="connsiteX98" fmla="*/ 91770 w 600837"/>
                  <a:gd name="connsiteY98" fmla="*/ 15844 h 602216"/>
                  <a:gd name="connsiteX99" fmla="*/ 28524 w 600837"/>
                  <a:gd name="connsiteY99" fmla="*/ 15844 h 602216"/>
                  <a:gd name="connsiteX100" fmla="*/ 28524 w 600837"/>
                  <a:gd name="connsiteY100" fmla="*/ 0 h 602216"/>
                  <a:gd name="connsiteX101" fmla="*/ 91770 w 600837"/>
                  <a:gd name="connsiteY101" fmla="*/ 0 h 602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600837" h="602216">
                    <a:moveTo>
                      <a:pt x="540690" y="602216"/>
                    </a:moveTo>
                    <a:lnTo>
                      <a:pt x="477444" y="602216"/>
                    </a:lnTo>
                    <a:lnTo>
                      <a:pt x="477444" y="586372"/>
                    </a:lnTo>
                    <a:lnTo>
                      <a:pt x="540690" y="586372"/>
                    </a:lnTo>
                    <a:close/>
                    <a:moveTo>
                      <a:pt x="445821" y="602216"/>
                    </a:moveTo>
                    <a:lnTo>
                      <a:pt x="382575" y="602216"/>
                    </a:lnTo>
                    <a:lnTo>
                      <a:pt x="382575" y="586372"/>
                    </a:lnTo>
                    <a:lnTo>
                      <a:pt x="445821" y="586372"/>
                    </a:lnTo>
                    <a:close/>
                    <a:moveTo>
                      <a:pt x="350952" y="602216"/>
                    </a:moveTo>
                    <a:lnTo>
                      <a:pt x="287706" y="602216"/>
                    </a:lnTo>
                    <a:lnTo>
                      <a:pt x="287706" y="586372"/>
                    </a:lnTo>
                    <a:lnTo>
                      <a:pt x="350952" y="586372"/>
                    </a:lnTo>
                    <a:close/>
                    <a:moveTo>
                      <a:pt x="256083" y="602216"/>
                    </a:moveTo>
                    <a:lnTo>
                      <a:pt x="192837" y="602216"/>
                    </a:lnTo>
                    <a:lnTo>
                      <a:pt x="192837" y="586372"/>
                    </a:lnTo>
                    <a:lnTo>
                      <a:pt x="256083" y="586372"/>
                    </a:lnTo>
                    <a:close/>
                    <a:moveTo>
                      <a:pt x="161214" y="602216"/>
                    </a:moveTo>
                    <a:lnTo>
                      <a:pt x="97968" y="602216"/>
                    </a:lnTo>
                    <a:lnTo>
                      <a:pt x="97968" y="586372"/>
                    </a:lnTo>
                    <a:lnTo>
                      <a:pt x="161214" y="586372"/>
                    </a:lnTo>
                    <a:close/>
                    <a:moveTo>
                      <a:pt x="66345" y="602216"/>
                    </a:moveTo>
                    <a:lnTo>
                      <a:pt x="0" y="602216"/>
                    </a:lnTo>
                    <a:lnTo>
                      <a:pt x="0" y="589541"/>
                    </a:lnTo>
                    <a:lnTo>
                      <a:pt x="7906" y="589541"/>
                    </a:lnTo>
                    <a:lnTo>
                      <a:pt x="7906" y="586435"/>
                    </a:lnTo>
                    <a:lnTo>
                      <a:pt x="66345" y="586435"/>
                    </a:lnTo>
                    <a:close/>
                    <a:moveTo>
                      <a:pt x="600837" y="597209"/>
                    </a:moveTo>
                    <a:lnTo>
                      <a:pt x="585026" y="597209"/>
                    </a:lnTo>
                    <a:lnTo>
                      <a:pt x="585026" y="583266"/>
                    </a:lnTo>
                    <a:lnTo>
                      <a:pt x="600837" y="583266"/>
                    </a:lnTo>
                    <a:close/>
                    <a:moveTo>
                      <a:pt x="15812" y="557788"/>
                    </a:moveTo>
                    <a:lnTo>
                      <a:pt x="0" y="557788"/>
                    </a:lnTo>
                    <a:lnTo>
                      <a:pt x="0" y="494410"/>
                    </a:lnTo>
                    <a:lnTo>
                      <a:pt x="15812" y="494410"/>
                    </a:lnTo>
                    <a:close/>
                    <a:moveTo>
                      <a:pt x="600837" y="551450"/>
                    </a:moveTo>
                    <a:lnTo>
                      <a:pt x="585026" y="551450"/>
                    </a:lnTo>
                    <a:lnTo>
                      <a:pt x="585026" y="488073"/>
                    </a:lnTo>
                    <a:lnTo>
                      <a:pt x="600837" y="488073"/>
                    </a:lnTo>
                    <a:close/>
                    <a:moveTo>
                      <a:pt x="15812" y="462722"/>
                    </a:moveTo>
                    <a:lnTo>
                      <a:pt x="0" y="462722"/>
                    </a:lnTo>
                    <a:lnTo>
                      <a:pt x="0" y="399344"/>
                    </a:lnTo>
                    <a:lnTo>
                      <a:pt x="15812" y="399344"/>
                    </a:lnTo>
                    <a:close/>
                    <a:moveTo>
                      <a:pt x="600837" y="456384"/>
                    </a:moveTo>
                    <a:lnTo>
                      <a:pt x="585026" y="456384"/>
                    </a:lnTo>
                    <a:lnTo>
                      <a:pt x="585026" y="393006"/>
                    </a:lnTo>
                    <a:lnTo>
                      <a:pt x="600837" y="393006"/>
                    </a:lnTo>
                    <a:close/>
                    <a:moveTo>
                      <a:pt x="15812" y="367655"/>
                    </a:moveTo>
                    <a:lnTo>
                      <a:pt x="0" y="367655"/>
                    </a:lnTo>
                    <a:lnTo>
                      <a:pt x="0" y="304277"/>
                    </a:lnTo>
                    <a:lnTo>
                      <a:pt x="15812" y="304277"/>
                    </a:lnTo>
                    <a:close/>
                    <a:moveTo>
                      <a:pt x="600837" y="361317"/>
                    </a:moveTo>
                    <a:lnTo>
                      <a:pt x="585026" y="361317"/>
                    </a:lnTo>
                    <a:lnTo>
                      <a:pt x="585026" y="297939"/>
                    </a:lnTo>
                    <a:lnTo>
                      <a:pt x="600837" y="297939"/>
                    </a:lnTo>
                    <a:close/>
                    <a:moveTo>
                      <a:pt x="15812" y="272588"/>
                    </a:moveTo>
                    <a:lnTo>
                      <a:pt x="0" y="272588"/>
                    </a:lnTo>
                    <a:lnTo>
                      <a:pt x="0" y="209210"/>
                    </a:lnTo>
                    <a:lnTo>
                      <a:pt x="15812" y="209210"/>
                    </a:lnTo>
                    <a:close/>
                    <a:moveTo>
                      <a:pt x="600837" y="266250"/>
                    </a:moveTo>
                    <a:lnTo>
                      <a:pt x="585026" y="266250"/>
                    </a:lnTo>
                    <a:lnTo>
                      <a:pt x="585026" y="202872"/>
                    </a:lnTo>
                    <a:lnTo>
                      <a:pt x="600837" y="202872"/>
                    </a:lnTo>
                    <a:close/>
                    <a:moveTo>
                      <a:pt x="15812" y="177521"/>
                    </a:moveTo>
                    <a:lnTo>
                      <a:pt x="0" y="177521"/>
                    </a:lnTo>
                    <a:lnTo>
                      <a:pt x="0" y="114143"/>
                    </a:lnTo>
                    <a:lnTo>
                      <a:pt x="15812" y="114143"/>
                    </a:lnTo>
                    <a:close/>
                    <a:moveTo>
                      <a:pt x="600837" y="171184"/>
                    </a:moveTo>
                    <a:lnTo>
                      <a:pt x="585026" y="171184"/>
                    </a:lnTo>
                    <a:lnTo>
                      <a:pt x="585026" y="107806"/>
                    </a:lnTo>
                    <a:lnTo>
                      <a:pt x="600837" y="107806"/>
                    </a:lnTo>
                    <a:close/>
                    <a:moveTo>
                      <a:pt x="15812" y="82455"/>
                    </a:moveTo>
                    <a:lnTo>
                      <a:pt x="0" y="82455"/>
                    </a:lnTo>
                    <a:lnTo>
                      <a:pt x="0" y="19077"/>
                    </a:lnTo>
                    <a:lnTo>
                      <a:pt x="15812" y="19077"/>
                    </a:lnTo>
                    <a:close/>
                    <a:moveTo>
                      <a:pt x="600837" y="76117"/>
                    </a:moveTo>
                    <a:lnTo>
                      <a:pt x="585026" y="76117"/>
                    </a:lnTo>
                    <a:lnTo>
                      <a:pt x="585026" y="12739"/>
                    </a:lnTo>
                    <a:lnTo>
                      <a:pt x="600837" y="12739"/>
                    </a:lnTo>
                    <a:close/>
                    <a:moveTo>
                      <a:pt x="566115" y="15844"/>
                    </a:moveTo>
                    <a:lnTo>
                      <a:pt x="502869" y="15844"/>
                    </a:lnTo>
                    <a:lnTo>
                      <a:pt x="502869" y="0"/>
                    </a:lnTo>
                    <a:lnTo>
                      <a:pt x="566115" y="0"/>
                    </a:lnTo>
                    <a:close/>
                    <a:moveTo>
                      <a:pt x="471246" y="15844"/>
                    </a:moveTo>
                    <a:lnTo>
                      <a:pt x="408000" y="15844"/>
                    </a:lnTo>
                    <a:lnTo>
                      <a:pt x="408000" y="0"/>
                    </a:lnTo>
                    <a:lnTo>
                      <a:pt x="471246" y="0"/>
                    </a:lnTo>
                    <a:close/>
                    <a:moveTo>
                      <a:pt x="376377" y="15844"/>
                    </a:moveTo>
                    <a:lnTo>
                      <a:pt x="313131" y="15844"/>
                    </a:lnTo>
                    <a:lnTo>
                      <a:pt x="313131" y="0"/>
                    </a:lnTo>
                    <a:lnTo>
                      <a:pt x="376377" y="0"/>
                    </a:lnTo>
                    <a:close/>
                    <a:moveTo>
                      <a:pt x="281508" y="15844"/>
                    </a:moveTo>
                    <a:lnTo>
                      <a:pt x="218262" y="15844"/>
                    </a:lnTo>
                    <a:lnTo>
                      <a:pt x="218262" y="0"/>
                    </a:lnTo>
                    <a:lnTo>
                      <a:pt x="281508" y="0"/>
                    </a:lnTo>
                    <a:close/>
                    <a:moveTo>
                      <a:pt x="186639" y="15844"/>
                    </a:moveTo>
                    <a:lnTo>
                      <a:pt x="123393" y="15844"/>
                    </a:lnTo>
                    <a:lnTo>
                      <a:pt x="123393" y="0"/>
                    </a:lnTo>
                    <a:lnTo>
                      <a:pt x="186639" y="0"/>
                    </a:lnTo>
                    <a:close/>
                    <a:moveTo>
                      <a:pt x="91770" y="15844"/>
                    </a:moveTo>
                    <a:lnTo>
                      <a:pt x="28524" y="15844"/>
                    </a:lnTo>
                    <a:lnTo>
                      <a:pt x="28524" y="0"/>
                    </a:lnTo>
                    <a:lnTo>
                      <a:pt x="91770" y="0"/>
                    </a:lnTo>
                    <a:close/>
                  </a:path>
                </a:pathLst>
              </a:custGeom>
              <a:grpFill/>
              <a:ln w="6271" cap="flat">
                <a:noFill/>
                <a:prstDash val="solid"/>
                <a:miter/>
              </a:ln>
            </p:spPr>
            <p:txBody>
              <a:bodyPr rtlCol="0" anchor="ctr"/>
              <a:lstStyle/>
              <a:p>
                <a:endParaRPr lang="en-US"/>
              </a:p>
            </p:txBody>
          </p:sp>
          <p:sp>
            <p:nvSpPr>
              <p:cNvPr id="25" name="Picture Placeholder 80">
                <a:extLst>
                  <a:ext uri="{FF2B5EF4-FFF2-40B4-BE49-F238E27FC236}">
                    <a16:creationId xmlns:a16="http://schemas.microsoft.com/office/drawing/2014/main" id="{12B4E1F9-CEBD-1CA9-1E7B-261F06862914}"/>
                  </a:ext>
                </a:extLst>
              </p:cNvPr>
              <p:cNvSpPr/>
              <p:nvPr/>
            </p:nvSpPr>
            <p:spPr>
              <a:xfrm>
                <a:off x="11169676" y="806695"/>
                <a:ext cx="423937" cy="428307"/>
              </a:xfrm>
              <a:custGeom>
                <a:avLst/>
                <a:gdLst>
                  <a:gd name="connsiteX0" fmla="*/ 402308 w 423937"/>
                  <a:gd name="connsiteY0" fmla="*/ 395604 h 428307"/>
                  <a:gd name="connsiteX1" fmla="*/ 348485 w 423937"/>
                  <a:gd name="connsiteY1" fmla="*/ 341860 h 428307"/>
                  <a:gd name="connsiteX2" fmla="*/ 346272 w 423937"/>
                  <a:gd name="connsiteY2" fmla="*/ 344015 h 428307"/>
                  <a:gd name="connsiteX3" fmla="*/ 350509 w 423937"/>
                  <a:gd name="connsiteY3" fmla="*/ 330072 h 428307"/>
                  <a:gd name="connsiteX4" fmla="*/ 350509 w 423937"/>
                  <a:gd name="connsiteY4" fmla="*/ 95574 h 428307"/>
                  <a:gd name="connsiteX5" fmla="*/ 348612 w 423937"/>
                  <a:gd name="connsiteY5" fmla="*/ 86067 h 428307"/>
                  <a:gd name="connsiteX6" fmla="*/ 402371 w 423937"/>
                  <a:gd name="connsiteY6" fmla="*/ 32766 h 428307"/>
                  <a:gd name="connsiteX7" fmla="*/ 412301 w 423937"/>
                  <a:gd name="connsiteY7" fmla="*/ 43034 h 428307"/>
                  <a:gd name="connsiteX8" fmla="*/ 423938 w 423937"/>
                  <a:gd name="connsiteY8" fmla="*/ 380 h 428307"/>
                  <a:gd name="connsiteX9" fmla="*/ 381247 w 423937"/>
                  <a:gd name="connsiteY9" fmla="*/ 11345 h 428307"/>
                  <a:gd name="connsiteX10" fmla="*/ 391240 w 423937"/>
                  <a:gd name="connsiteY10" fmla="*/ 21422 h 428307"/>
                  <a:gd name="connsiteX11" fmla="*/ 338429 w 423937"/>
                  <a:gd name="connsiteY11" fmla="*/ 74025 h 428307"/>
                  <a:gd name="connsiteX12" fmla="*/ 325274 w 423937"/>
                  <a:gd name="connsiteY12" fmla="*/ 70223 h 428307"/>
                  <a:gd name="connsiteX13" fmla="*/ 91264 w 423937"/>
                  <a:gd name="connsiteY13" fmla="*/ 70223 h 428307"/>
                  <a:gd name="connsiteX14" fmla="*/ 83042 w 423937"/>
                  <a:gd name="connsiteY14" fmla="*/ 71680 h 428307"/>
                  <a:gd name="connsiteX15" fmla="*/ 32698 w 423937"/>
                  <a:gd name="connsiteY15" fmla="*/ 21485 h 428307"/>
                  <a:gd name="connsiteX16" fmla="*/ 42691 w 423937"/>
                  <a:gd name="connsiteY16" fmla="*/ 11345 h 428307"/>
                  <a:gd name="connsiteX17" fmla="*/ 0 w 423937"/>
                  <a:gd name="connsiteY17" fmla="*/ 0 h 428307"/>
                  <a:gd name="connsiteX18" fmla="*/ 11511 w 423937"/>
                  <a:gd name="connsiteY18" fmla="*/ 43034 h 428307"/>
                  <a:gd name="connsiteX19" fmla="*/ 21567 w 423937"/>
                  <a:gd name="connsiteY19" fmla="*/ 32956 h 428307"/>
                  <a:gd name="connsiteX20" fmla="*/ 70266 w 423937"/>
                  <a:gd name="connsiteY20" fmla="*/ 81060 h 428307"/>
                  <a:gd name="connsiteX21" fmla="*/ 65902 w 423937"/>
                  <a:gd name="connsiteY21" fmla="*/ 95320 h 428307"/>
                  <a:gd name="connsiteX22" fmla="*/ 65902 w 423937"/>
                  <a:gd name="connsiteY22" fmla="*/ 329818 h 428307"/>
                  <a:gd name="connsiteX23" fmla="*/ 71468 w 423937"/>
                  <a:gd name="connsiteY23" fmla="*/ 345536 h 428307"/>
                  <a:gd name="connsiteX24" fmla="*/ 21567 w 423937"/>
                  <a:gd name="connsiteY24" fmla="*/ 395604 h 428307"/>
                  <a:gd name="connsiteX25" fmla="*/ 11511 w 423937"/>
                  <a:gd name="connsiteY25" fmla="*/ 385274 h 428307"/>
                  <a:gd name="connsiteX26" fmla="*/ 0 w 423937"/>
                  <a:gd name="connsiteY26" fmla="*/ 427990 h 428307"/>
                  <a:gd name="connsiteX27" fmla="*/ 42691 w 423937"/>
                  <a:gd name="connsiteY27" fmla="*/ 416963 h 428307"/>
                  <a:gd name="connsiteX28" fmla="*/ 32698 w 423937"/>
                  <a:gd name="connsiteY28" fmla="*/ 406822 h 428307"/>
                  <a:gd name="connsiteX29" fmla="*/ 85066 w 423937"/>
                  <a:gd name="connsiteY29" fmla="*/ 354599 h 428307"/>
                  <a:gd name="connsiteX30" fmla="*/ 91390 w 423937"/>
                  <a:gd name="connsiteY30" fmla="*/ 355423 h 428307"/>
                  <a:gd name="connsiteX31" fmla="*/ 325401 w 423937"/>
                  <a:gd name="connsiteY31" fmla="*/ 355423 h 428307"/>
                  <a:gd name="connsiteX32" fmla="*/ 339378 w 423937"/>
                  <a:gd name="connsiteY32" fmla="*/ 351177 h 428307"/>
                  <a:gd name="connsiteX33" fmla="*/ 337481 w 423937"/>
                  <a:gd name="connsiteY33" fmla="*/ 353078 h 428307"/>
                  <a:gd name="connsiteX34" fmla="*/ 391366 w 423937"/>
                  <a:gd name="connsiteY34" fmla="*/ 406822 h 428307"/>
                  <a:gd name="connsiteX35" fmla="*/ 381184 w 423937"/>
                  <a:gd name="connsiteY35" fmla="*/ 416963 h 428307"/>
                  <a:gd name="connsiteX36" fmla="*/ 423875 w 423937"/>
                  <a:gd name="connsiteY36" fmla="*/ 428307 h 428307"/>
                  <a:gd name="connsiteX37" fmla="*/ 412364 w 423937"/>
                  <a:gd name="connsiteY37" fmla="*/ 385274 h 428307"/>
                  <a:gd name="connsiteX38" fmla="*/ 334698 w 423937"/>
                  <a:gd name="connsiteY38" fmla="*/ 330072 h 428307"/>
                  <a:gd name="connsiteX39" fmla="*/ 325211 w 423937"/>
                  <a:gd name="connsiteY39" fmla="*/ 339578 h 428307"/>
                  <a:gd name="connsiteX40" fmla="*/ 91201 w 423937"/>
                  <a:gd name="connsiteY40" fmla="*/ 339578 h 428307"/>
                  <a:gd name="connsiteX41" fmla="*/ 81714 w 423937"/>
                  <a:gd name="connsiteY41" fmla="*/ 330072 h 428307"/>
                  <a:gd name="connsiteX42" fmla="*/ 81714 w 423937"/>
                  <a:gd name="connsiteY42" fmla="*/ 95574 h 428307"/>
                  <a:gd name="connsiteX43" fmla="*/ 91201 w 423937"/>
                  <a:gd name="connsiteY43" fmla="*/ 86067 h 428307"/>
                  <a:gd name="connsiteX44" fmla="*/ 325211 w 423937"/>
                  <a:gd name="connsiteY44" fmla="*/ 86067 h 428307"/>
                  <a:gd name="connsiteX45" fmla="*/ 334698 w 423937"/>
                  <a:gd name="connsiteY45" fmla="*/ 95574 h 428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23937" h="428307">
                    <a:moveTo>
                      <a:pt x="402308" y="395604"/>
                    </a:moveTo>
                    <a:lnTo>
                      <a:pt x="348485" y="341860"/>
                    </a:lnTo>
                    <a:lnTo>
                      <a:pt x="346272" y="344015"/>
                    </a:lnTo>
                    <a:cubicBezTo>
                      <a:pt x="349016" y="339883"/>
                      <a:pt x="350489" y="335035"/>
                      <a:pt x="350509" y="330072"/>
                    </a:cubicBezTo>
                    <a:lnTo>
                      <a:pt x="350509" y="95574"/>
                    </a:lnTo>
                    <a:cubicBezTo>
                      <a:pt x="350493" y="92312"/>
                      <a:pt x="349849" y="89084"/>
                      <a:pt x="348612" y="86067"/>
                    </a:cubicBezTo>
                    <a:lnTo>
                      <a:pt x="402371" y="32766"/>
                    </a:lnTo>
                    <a:lnTo>
                      <a:pt x="412301" y="43034"/>
                    </a:lnTo>
                    <a:lnTo>
                      <a:pt x="423938" y="380"/>
                    </a:lnTo>
                    <a:lnTo>
                      <a:pt x="381247" y="11345"/>
                    </a:lnTo>
                    <a:lnTo>
                      <a:pt x="391240" y="21422"/>
                    </a:lnTo>
                    <a:lnTo>
                      <a:pt x="338429" y="74025"/>
                    </a:lnTo>
                    <a:cubicBezTo>
                      <a:pt x="334476" y="71570"/>
                      <a:pt x="329925" y="70254"/>
                      <a:pt x="325274" y="70223"/>
                    </a:cubicBezTo>
                    <a:lnTo>
                      <a:pt x="91264" y="70223"/>
                    </a:lnTo>
                    <a:cubicBezTo>
                      <a:pt x="88462" y="70249"/>
                      <a:pt x="85683" y="70742"/>
                      <a:pt x="83042" y="71680"/>
                    </a:cubicBezTo>
                    <a:lnTo>
                      <a:pt x="32698" y="21485"/>
                    </a:lnTo>
                    <a:lnTo>
                      <a:pt x="42691" y="11345"/>
                    </a:lnTo>
                    <a:lnTo>
                      <a:pt x="0" y="0"/>
                    </a:lnTo>
                    <a:lnTo>
                      <a:pt x="11511" y="43034"/>
                    </a:lnTo>
                    <a:lnTo>
                      <a:pt x="21567" y="32956"/>
                    </a:lnTo>
                    <a:lnTo>
                      <a:pt x="70266" y="81060"/>
                    </a:lnTo>
                    <a:cubicBezTo>
                      <a:pt x="67418" y="85267"/>
                      <a:pt x="65897" y="90236"/>
                      <a:pt x="65902" y="95320"/>
                    </a:cubicBezTo>
                    <a:lnTo>
                      <a:pt x="65902" y="329818"/>
                    </a:lnTo>
                    <a:cubicBezTo>
                      <a:pt x="65935" y="335537"/>
                      <a:pt x="67897" y="341075"/>
                      <a:pt x="71468" y="345536"/>
                    </a:cubicBezTo>
                    <a:lnTo>
                      <a:pt x="21567" y="395604"/>
                    </a:lnTo>
                    <a:lnTo>
                      <a:pt x="11511" y="385274"/>
                    </a:lnTo>
                    <a:lnTo>
                      <a:pt x="0" y="427990"/>
                    </a:lnTo>
                    <a:lnTo>
                      <a:pt x="42691" y="416963"/>
                    </a:lnTo>
                    <a:lnTo>
                      <a:pt x="32698" y="406822"/>
                    </a:lnTo>
                    <a:lnTo>
                      <a:pt x="85066" y="354599"/>
                    </a:lnTo>
                    <a:cubicBezTo>
                      <a:pt x="87129" y="355150"/>
                      <a:pt x="89255" y="355427"/>
                      <a:pt x="91390" y="355423"/>
                    </a:cubicBezTo>
                    <a:lnTo>
                      <a:pt x="325401" y="355423"/>
                    </a:lnTo>
                    <a:cubicBezTo>
                      <a:pt x="330375" y="355415"/>
                      <a:pt x="335237" y="353939"/>
                      <a:pt x="339378" y="351177"/>
                    </a:cubicBezTo>
                    <a:lnTo>
                      <a:pt x="337481" y="353078"/>
                    </a:lnTo>
                    <a:lnTo>
                      <a:pt x="391366" y="406822"/>
                    </a:lnTo>
                    <a:lnTo>
                      <a:pt x="381184" y="416963"/>
                    </a:lnTo>
                    <a:lnTo>
                      <a:pt x="423875" y="428307"/>
                    </a:lnTo>
                    <a:lnTo>
                      <a:pt x="412364" y="385274"/>
                    </a:lnTo>
                    <a:close/>
                    <a:moveTo>
                      <a:pt x="334698" y="330072"/>
                    </a:moveTo>
                    <a:cubicBezTo>
                      <a:pt x="334698" y="335322"/>
                      <a:pt x="330450" y="339578"/>
                      <a:pt x="325211" y="339578"/>
                    </a:cubicBezTo>
                    <a:lnTo>
                      <a:pt x="91201" y="339578"/>
                    </a:lnTo>
                    <a:cubicBezTo>
                      <a:pt x="85961" y="339578"/>
                      <a:pt x="81714" y="335322"/>
                      <a:pt x="81714" y="330072"/>
                    </a:cubicBezTo>
                    <a:lnTo>
                      <a:pt x="81714" y="95574"/>
                    </a:lnTo>
                    <a:cubicBezTo>
                      <a:pt x="81714" y="90324"/>
                      <a:pt x="85961" y="86067"/>
                      <a:pt x="91201" y="86067"/>
                    </a:cubicBezTo>
                    <a:lnTo>
                      <a:pt x="325211" y="86067"/>
                    </a:lnTo>
                    <a:cubicBezTo>
                      <a:pt x="330450" y="86067"/>
                      <a:pt x="334698" y="90324"/>
                      <a:pt x="334698" y="95574"/>
                    </a:cubicBezTo>
                    <a:close/>
                  </a:path>
                </a:pathLst>
              </a:custGeom>
              <a:grpFill/>
              <a:ln w="6271" cap="flat">
                <a:noFill/>
                <a:prstDash val="solid"/>
                <a:miter/>
              </a:ln>
            </p:spPr>
            <p:txBody>
              <a:bodyPr rtlCol="0" anchor="ctr"/>
              <a:lstStyle/>
              <a:p>
                <a:endParaRPr lang="en-US"/>
              </a:p>
            </p:txBody>
          </p:sp>
        </p:grpSp>
      </p:grpSp>
      <p:grpSp>
        <p:nvGrpSpPr>
          <p:cNvPr id="125" name="Group 124">
            <a:extLst>
              <a:ext uri="{FF2B5EF4-FFF2-40B4-BE49-F238E27FC236}">
                <a16:creationId xmlns:a16="http://schemas.microsoft.com/office/drawing/2014/main" id="{A2C60CB3-CCDB-0C06-E3DB-0F0E4D7C957B}"/>
              </a:ext>
            </a:extLst>
          </p:cNvPr>
          <p:cNvGrpSpPr/>
          <p:nvPr/>
        </p:nvGrpSpPr>
        <p:grpSpPr>
          <a:xfrm>
            <a:off x="6846311" y="2368776"/>
            <a:ext cx="1401230" cy="1401230"/>
            <a:chOff x="7010325" y="4016601"/>
            <a:chExt cx="1401230" cy="1401230"/>
          </a:xfrm>
        </p:grpSpPr>
        <p:sp>
          <p:nvSpPr>
            <p:cNvPr id="117" name="Oval 116">
              <a:extLst>
                <a:ext uri="{FF2B5EF4-FFF2-40B4-BE49-F238E27FC236}">
                  <a16:creationId xmlns:a16="http://schemas.microsoft.com/office/drawing/2014/main" id="{BECB4B01-6C08-93A3-5BF0-43F378268AA8}"/>
                </a:ext>
              </a:extLst>
            </p:cNvPr>
            <p:cNvSpPr/>
            <p:nvPr/>
          </p:nvSpPr>
          <p:spPr bwMode="gray">
            <a:xfrm>
              <a:off x="7010325" y="4016601"/>
              <a:ext cx="1401230" cy="1401230"/>
            </a:xfrm>
            <a:prstGeom prst="ellipse">
              <a:avLst/>
            </a:prstGeom>
            <a:solidFill>
              <a:schemeClr val="accent2">
                <a:lumMod val="20000"/>
                <a:lumOff val="80000"/>
                <a:alpha val="70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118" name="Oval 117">
              <a:extLst>
                <a:ext uri="{FF2B5EF4-FFF2-40B4-BE49-F238E27FC236}">
                  <a16:creationId xmlns:a16="http://schemas.microsoft.com/office/drawing/2014/main" id="{EEF7B911-B32E-138D-8431-7518B2C7107C}"/>
                </a:ext>
              </a:extLst>
            </p:cNvPr>
            <p:cNvSpPr/>
            <p:nvPr/>
          </p:nvSpPr>
          <p:spPr bwMode="gray">
            <a:xfrm>
              <a:off x="7145745" y="4152021"/>
              <a:ext cx="1130391" cy="1130391"/>
            </a:xfrm>
            <a:prstGeom prst="ellipse">
              <a:avLst/>
            </a:prstGeom>
            <a:solidFill>
              <a:schemeClr val="bg1"/>
            </a:solid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grpSp>
          <p:nvGrpSpPr>
            <p:cNvPr id="26" name="Picture Placeholder 96" descr="Telco Cloud Core&#10;">
              <a:extLst>
                <a:ext uri="{FF2B5EF4-FFF2-40B4-BE49-F238E27FC236}">
                  <a16:creationId xmlns:a16="http://schemas.microsoft.com/office/drawing/2014/main" id="{62955AB0-7BE5-8B3B-7E64-7214E63B3152}"/>
                </a:ext>
              </a:extLst>
            </p:cNvPr>
            <p:cNvGrpSpPr>
              <a:grpSpLocks noChangeAspect="1"/>
            </p:cNvGrpSpPr>
            <p:nvPr/>
          </p:nvGrpSpPr>
          <p:grpSpPr>
            <a:xfrm>
              <a:off x="7414924" y="4521786"/>
              <a:ext cx="592033" cy="498378"/>
              <a:chOff x="1850206" y="2793963"/>
              <a:chExt cx="592033" cy="498378"/>
            </a:xfrm>
            <a:solidFill>
              <a:schemeClr val="accent2"/>
            </a:solidFill>
          </p:grpSpPr>
          <p:grpSp>
            <p:nvGrpSpPr>
              <p:cNvPr id="27" name="Picture Placeholder 96">
                <a:extLst>
                  <a:ext uri="{FF2B5EF4-FFF2-40B4-BE49-F238E27FC236}">
                    <a16:creationId xmlns:a16="http://schemas.microsoft.com/office/drawing/2014/main" id="{1289ABFC-6C1F-96FC-8C5D-A9750C6D29F0}"/>
                  </a:ext>
                </a:extLst>
              </p:cNvPr>
              <p:cNvGrpSpPr/>
              <p:nvPr/>
            </p:nvGrpSpPr>
            <p:grpSpPr>
              <a:xfrm>
                <a:off x="1850206" y="2793963"/>
                <a:ext cx="592033" cy="344058"/>
                <a:chOff x="1850206" y="2793963"/>
                <a:chExt cx="592033" cy="344058"/>
              </a:xfrm>
              <a:grpFill/>
            </p:grpSpPr>
            <p:sp>
              <p:nvSpPr>
                <p:cNvPr id="51" name="Picture Placeholder 96">
                  <a:extLst>
                    <a:ext uri="{FF2B5EF4-FFF2-40B4-BE49-F238E27FC236}">
                      <a16:creationId xmlns:a16="http://schemas.microsoft.com/office/drawing/2014/main" id="{284A4C17-E13D-0269-D281-E0ED51626242}"/>
                    </a:ext>
                  </a:extLst>
                </p:cNvPr>
                <p:cNvSpPr/>
                <p:nvPr/>
              </p:nvSpPr>
              <p:spPr>
                <a:xfrm>
                  <a:off x="2291689" y="3112723"/>
                  <a:ext cx="98031" cy="25298"/>
                </a:xfrm>
                <a:custGeom>
                  <a:avLst/>
                  <a:gdLst>
                    <a:gd name="connsiteX0" fmla="*/ 0 w 98031"/>
                    <a:gd name="connsiteY0" fmla="*/ 25298 h 25298"/>
                    <a:gd name="connsiteX1" fmla="*/ 0 w 98031"/>
                    <a:gd name="connsiteY1" fmla="*/ 9487 h 25298"/>
                    <a:gd name="connsiteX2" fmla="*/ 70203 w 98031"/>
                    <a:gd name="connsiteY2" fmla="*/ 9487 h 25298"/>
                    <a:gd name="connsiteX3" fmla="*/ 87280 w 98031"/>
                    <a:gd name="connsiteY3" fmla="*/ 0 h 25298"/>
                    <a:gd name="connsiteX4" fmla="*/ 98031 w 98031"/>
                    <a:gd name="connsiteY4" fmla="*/ 12017 h 25298"/>
                    <a:gd name="connsiteX5" fmla="*/ 70203 w 98031"/>
                    <a:gd name="connsiteY5" fmla="*/ 25298 h 25298"/>
                    <a:gd name="connsiteX6" fmla="*/ 0 w 98031"/>
                    <a:gd name="connsiteY6" fmla="*/ 25298 h 25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031" h="25298">
                      <a:moveTo>
                        <a:pt x="0" y="25298"/>
                      </a:moveTo>
                      <a:lnTo>
                        <a:pt x="0" y="9487"/>
                      </a:lnTo>
                      <a:lnTo>
                        <a:pt x="70203" y="9487"/>
                      </a:lnTo>
                      <a:cubicBezTo>
                        <a:pt x="74630" y="9487"/>
                        <a:pt x="82852" y="3795"/>
                        <a:pt x="87280" y="0"/>
                      </a:cubicBezTo>
                      <a:lnTo>
                        <a:pt x="98031" y="12017"/>
                      </a:lnTo>
                      <a:cubicBezTo>
                        <a:pt x="95501" y="14547"/>
                        <a:pt x="82220" y="25298"/>
                        <a:pt x="70203" y="25298"/>
                      </a:cubicBezTo>
                      <a:lnTo>
                        <a:pt x="0" y="25298"/>
                      </a:lnTo>
                      <a:close/>
                    </a:path>
                  </a:pathLst>
                </a:custGeom>
                <a:grpFill/>
                <a:ln w="6271" cap="flat">
                  <a:noFill/>
                  <a:prstDash val="solid"/>
                  <a:miter/>
                </a:ln>
              </p:spPr>
              <p:txBody>
                <a:bodyPr rtlCol="0" anchor="ctr"/>
                <a:lstStyle/>
                <a:p>
                  <a:endParaRPr lang="en-US"/>
                </a:p>
              </p:txBody>
            </p:sp>
            <p:sp>
              <p:nvSpPr>
                <p:cNvPr id="52" name="Picture Placeholder 96">
                  <a:extLst>
                    <a:ext uri="{FF2B5EF4-FFF2-40B4-BE49-F238E27FC236}">
                      <a16:creationId xmlns:a16="http://schemas.microsoft.com/office/drawing/2014/main" id="{C757977B-44A8-DCAA-801F-D38F72446DAE}"/>
                    </a:ext>
                  </a:extLst>
                </p:cNvPr>
                <p:cNvSpPr/>
                <p:nvPr/>
              </p:nvSpPr>
              <p:spPr>
                <a:xfrm>
                  <a:off x="2394147" y="2943856"/>
                  <a:ext cx="48092" cy="169499"/>
                </a:xfrm>
                <a:custGeom>
                  <a:avLst/>
                  <a:gdLst>
                    <a:gd name="connsiteX0" fmla="*/ 10752 w 48092"/>
                    <a:gd name="connsiteY0" fmla="*/ 169499 h 169499"/>
                    <a:gd name="connsiteX1" fmla="*/ 0 w 48092"/>
                    <a:gd name="connsiteY1" fmla="*/ 157483 h 169499"/>
                    <a:gd name="connsiteX2" fmla="*/ 1897 w 48092"/>
                    <a:gd name="connsiteY2" fmla="*/ 155585 h 169499"/>
                    <a:gd name="connsiteX3" fmla="*/ 32255 w 48092"/>
                    <a:gd name="connsiteY3" fmla="*/ 84117 h 169499"/>
                    <a:gd name="connsiteX4" fmla="*/ 5692 w 48092"/>
                    <a:gd name="connsiteY4" fmla="*/ 10752 h 169499"/>
                    <a:gd name="connsiteX5" fmla="*/ 17076 w 48092"/>
                    <a:gd name="connsiteY5" fmla="*/ 0 h 169499"/>
                    <a:gd name="connsiteX6" fmla="*/ 48067 w 48092"/>
                    <a:gd name="connsiteY6" fmla="*/ 84117 h 169499"/>
                    <a:gd name="connsiteX7" fmla="*/ 13282 w 48092"/>
                    <a:gd name="connsiteY7" fmla="*/ 166337 h 169499"/>
                    <a:gd name="connsiteX8" fmla="*/ 10752 w 48092"/>
                    <a:gd name="connsiteY8" fmla="*/ 169499 h 169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092" h="169499">
                      <a:moveTo>
                        <a:pt x="10752" y="169499"/>
                      </a:moveTo>
                      <a:lnTo>
                        <a:pt x="0" y="157483"/>
                      </a:lnTo>
                      <a:cubicBezTo>
                        <a:pt x="632" y="156850"/>
                        <a:pt x="1265" y="156218"/>
                        <a:pt x="1897" y="155585"/>
                      </a:cubicBezTo>
                      <a:cubicBezTo>
                        <a:pt x="20239" y="137876"/>
                        <a:pt x="31623" y="111945"/>
                        <a:pt x="32255" y="84117"/>
                      </a:cubicBezTo>
                      <a:cubicBezTo>
                        <a:pt x="32888" y="56289"/>
                        <a:pt x="23401" y="29726"/>
                        <a:pt x="5692" y="10752"/>
                      </a:cubicBezTo>
                      <a:lnTo>
                        <a:pt x="17076" y="0"/>
                      </a:lnTo>
                      <a:cubicBezTo>
                        <a:pt x="37315" y="21504"/>
                        <a:pt x="48699" y="52494"/>
                        <a:pt x="48067" y="84117"/>
                      </a:cubicBezTo>
                      <a:cubicBezTo>
                        <a:pt x="47435" y="115740"/>
                        <a:pt x="34785" y="146098"/>
                        <a:pt x="13282" y="166337"/>
                      </a:cubicBezTo>
                      <a:cubicBezTo>
                        <a:pt x="12017" y="168234"/>
                        <a:pt x="11384" y="168867"/>
                        <a:pt x="10752" y="169499"/>
                      </a:cubicBezTo>
                      <a:close/>
                    </a:path>
                  </a:pathLst>
                </a:custGeom>
                <a:grpFill/>
                <a:ln w="6271" cap="flat">
                  <a:noFill/>
                  <a:prstDash val="solid"/>
                  <a:miter/>
                </a:ln>
              </p:spPr>
              <p:txBody>
                <a:bodyPr rtlCol="0" anchor="ctr"/>
                <a:lstStyle/>
                <a:p>
                  <a:endParaRPr lang="en-US"/>
                </a:p>
              </p:txBody>
            </p:sp>
            <p:sp>
              <p:nvSpPr>
                <p:cNvPr id="53" name="Picture Placeholder 96">
                  <a:extLst>
                    <a:ext uri="{FF2B5EF4-FFF2-40B4-BE49-F238E27FC236}">
                      <a16:creationId xmlns:a16="http://schemas.microsoft.com/office/drawing/2014/main" id="{BFEFEDD1-2245-B3A0-219A-5E8AA7C05754}"/>
                    </a:ext>
                  </a:extLst>
                </p:cNvPr>
                <p:cNvSpPr/>
                <p:nvPr/>
              </p:nvSpPr>
              <p:spPr>
                <a:xfrm>
                  <a:off x="1850206" y="2793963"/>
                  <a:ext cx="544573" cy="344058"/>
                </a:xfrm>
                <a:custGeom>
                  <a:avLst/>
                  <a:gdLst>
                    <a:gd name="connsiteX0" fmla="*/ 105014 w 544573"/>
                    <a:gd name="connsiteY0" fmla="*/ 344058 h 344058"/>
                    <a:gd name="connsiteX1" fmla="*/ 96160 w 544573"/>
                    <a:gd name="connsiteY1" fmla="*/ 344058 h 344058"/>
                    <a:gd name="connsiteX2" fmla="*/ 26 w 544573"/>
                    <a:gd name="connsiteY2" fmla="*/ 245394 h 344058"/>
                    <a:gd name="connsiteX3" fmla="*/ 28486 w 544573"/>
                    <a:gd name="connsiteY3" fmla="*/ 180884 h 344058"/>
                    <a:gd name="connsiteX4" fmla="*/ 92365 w 544573"/>
                    <a:gd name="connsiteY4" fmla="*/ 155585 h 344058"/>
                    <a:gd name="connsiteX5" fmla="*/ 94262 w 544573"/>
                    <a:gd name="connsiteY5" fmla="*/ 155585 h 344058"/>
                    <a:gd name="connsiteX6" fmla="*/ 109441 w 544573"/>
                    <a:gd name="connsiteY6" fmla="*/ 156850 h 344058"/>
                    <a:gd name="connsiteX7" fmla="*/ 218857 w 544573"/>
                    <a:gd name="connsiteY7" fmla="*/ 73998 h 344058"/>
                    <a:gd name="connsiteX8" fmla="*/ 221387 w 544573"/>
                    <a:gd name="connsiteY8" fmla="*/ 73998 h 344058"/>
                    <a:gd name="connsiteX9" fmla="*/ 259967 w 544573"/>
                    <a:gd name="connsiteY9" fmla="*/ 81587 h 344058"/>
                    <a:gd name="connsiteX10" fmla="*/ 379502 w 544573"/>
                    <a:gd name="connsiteY10" fmla="*/ 0 h 344058"/>
                    <a:gd name="connsiteX11" fmla="*/ 382664 w 544573"/>
                    <a:gd name="connsiteY11" fmla="*/ 0 h 344058"/>
                    <a:gd name="connsiteX12" fmla="*/ 511053 w 544573"/>
                    <a:gd name="connsiteY12" fmla="*/ 123330 h 344058"/>
                    <a:gd name="connsiteX13" fmla="*/ 544574 w 544573"/>
                    <a:gd name="connsiteY13" fmla="*/ 137244 h 344058"/>
                    <a:gd name="connsiteX14" fmla="*/ 535719 w 544573"/>
                    <a:gd name="connsiteY14" fmla="*/ 150525 h 344058"/>
                    <a:gd name="connsiteX15" fmla="*/ 504096 w 544573"/>
                    <a:gd name="connsiteY15" fmla="*/ 138509 h 344058"/>
                    <a:gd name="connsiteX16" fmla="*/ 497139 w 544573"/>
                    <a:gd name="connsiteY16" fmla="*/ 138509 h 344058"/>
                    <a:gd name="connsiteX17" fmla="*/ 495874 w 544573"/>
                    <a:gd name="connsiteY17" fmla="*/ 131552 h 344058"/>
                    <a:gd name="connsiteX18" fmla="*/ 382664 w 544573"/>
                    <a:gd name="connsiteY18" fmla="*/ 15179 h 344058"/>
                    <a:gd name="connsiteX19" fmla="*/ 380134 w 544573"/>
                    <a:gd name="connsiteY19" fmla="*/ 15179 h 344058"/>
                    <a:gd name="connsiteX20" fmla="*/ 272616 w 544573"/>
                    <a:gd name="connsiteY20" fmla="*/ 94237 h 344058"/>
                    <a:gd name="connsiteX21" fmla="*/ 269454 w 544573"/>
                    <a:gd name="connsiteY21" fmla="*/ 102459 h 344058"/>
                    <a:gd name="connsiteX22" fmla="*/ 261864 w 544573"/>
                    <a:gd name="connsiteY22" fmla="*/ 98664 h 344058"/>
                    <a:gd name="connsiteX23" fmla="*/ 222019 w 544573"/>
                    <a:gd name="connsiteY23" fmla="*/ 89177 h 344058"/>
                    <a:gd name="connsiteX24" fmla="*/ 219489 w 544573"/>
                    <a:gd name="connsiteY24" fmla="*/ 89177 h 344058"/>
                    <a:gd name="connsiteX25" fmla="*/ 123988 w 544573"/>
                    <a:gd name="connsiteY25" fmla="*/ 167602 h 344058"/>
                    <a:gd name="connsiteX26" fmla="*/ 122091 w 544573"/>
                    <a:gd name="connsiteY26" fmla="*/ 175824 h 344058"/>
                    <a:gd name="connsiteX27" fmla="*/ 113869 w 544573"/>
                    <a:gd name="connsiteY27" fmla="*/ 173294 h 344058"/>
                    <a:gd name="connsiteX28" fmla="*/ 94895 w 544573"/>
                    <a:gd name="connsiteY28" fmla="*/ 170764 h 344058"/>
                    <a:gd name="connsiteX29" fmla="*/ 92997 w 544573"/>
                    <a:gd name="connsiteY29" fmla="*/ 170764 h 344058"/>
                    <a:gd name="connsiteX30" fmla="*/ 40503 w 544573"/>
                    <a:gd name="connsiteY30" fmla="*/ 192268 h 344058"/>
                    <a:gd name="connsiteX31" fmla="*/ 17102 w 544573"/>
                    <a:gd name="connsiteY31" fmla="*/ 246027 h 344058"/>
                    <a:gd name="connsiteX32" fmla="*/ 98057 w 544573"/>
                    <a:gd name="connsiteY32" fmla="*/ 328879 h 344058"/>
                    <a:gd name="connsiteX33" fmla="*/ 106279 w 544573"/>
                    <a:gd name="connsiteY33" fmla="*/ 328879 h 344058"/>
                    <a:gd name="connsiteX34" fmla="*/ 106279 w 544573"/>
                    <a:gd name="connsiteY34" fmla="*/ 344058 h 344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44573" h="344058">
                      <a:moveTo>
                        <a:pt x="105014" y="344058"/>
                      </a:moveTo>
                      <a:cubicBezTo>
                        <a:pt x="100587" y="344058"/>
                        <a:pt x="97425" y="344058"/>
                        <a:pt x="96160" y="344058"/>
                      </a:cubicBezTo>
                      <a:cubicBezTo>
                        <a:pt x="44298" y="342793"/>
                        <a:pt x="-1239" y="295359"/>
                        <a:pt x="26" y="245394"/>
                      </a:cubicBezTo>
                      <a:cubicBezTo>
                        <a:pt x="658" y="220729"/>
                        <a:pt x="10778" y="197960"/>
                        <a:pt x="28486" y="180884"/>
                      </a:cubicBezTo>
                      <a:cubicBezTo>
                        <a:pt x="45563" y="164440"/>
                        <a:pt x="68331" y="155585"/>
                        <a:pt x="92365" y="155585"/>
                      </a:cubicBezTo>
                      <a:lnTo>
                        <a:pt x="94262" y="155585"/>
                      </a:lnTo>
                      <a:cubicBezTo>
                        <a:pt x="99322" y="155585"/>
                        <a:pt x="104382" y="156218"/>
                        <a:pt x="109441" y="156850"/>
                      </a:cubicBezTo>
                      <a:cubicBezTo>
                        <a:pt x="123355" y="108151"/>
                        <a:pt x="168260" y="73998"/>
                        <a:pt x="218857" y="73998"/>
                      </a:cubicBezTo>
                      <a:cubicBezTo>
                        <a:pt x="219489" y="73998"/>
                        <a:pt x="220754" y="73998"/>
                        <a:pt x="221387" y="73998"/>
                      </a:cubicBezTo>
                      <a:cubicBezTo>
                        <a:pt x="234668" y="74630"/>
                        <a:pt x="247950" y="77160"/>
                        <a:pt x="259967" y="81587"/>
                      </a:cubicBezTo>
                      <a:cubicBezTo>
                        <a:pt x="282103" y="31623"/>
                        <a:pt x="328272" y="0"/>
                        <a:pt x="379502" y="0"/>
                      </a:cubicBezTo>
                      <a:cubicBezTo>
                        <a:pt x="380767" y="0"/>
                        <a:pt x="381399" y="0"/>
                        <a:pt x="382664" y="0"/>
                      </a:cubicBezTo>
                      <a:cubicBezTo>
                        <a:pt x="447807" y="1265"/>
                        <a:pt x="501567" y="53759"/>
                        <a:pt x="511053" y="123330"/>
                      </a:cubicBezTo>
                      <a:cubicBezTo>
                        <a:pt x="523070" y="125227"/>
                        <a:pt x="536352" y="131552"/>
                        <a:pt x="544574" y="137244"/>
                      </a:cubicBezTo>
                      <a:lnTo>
                        <a:pt x="535719" y="150525"/>
                      </a:lnTo>
                      <a:cubicBezTo>
                        <a:pt x="525600" y="143568"/>
                        <a:pt x="512318" y="138509"/>
                        <a:pt x="504096" y="138509"/>
                      </a:cubicBezTo>
                      <a:lnTo>
                        <a:pt x="497139" y="138509"/>
                      </a:lnTo>
                      <a:lnTo>
                        <a:pt x="495874" y="131552"/>
                      </a:lnTo>
                      <a:cubicBezTo>
                        <a:pt x="490182" y="66408"/>
                        <a:pt x="441483" y="16444"/>
                        <a:pt x="382664" y="15179"/>
                      </a:cubicBezTo>
                      <a:cubicBezTo>
                        <a:pt x="382032" y="15179"/>
                        <a:pt x="380767" y="15179"/>
                        <a:pt x="380134" y="15179"/>
                      </a:cubicBezTo>
                      <a:cubicBezTo>
                        <a:pt x="333332" y="15179"/>
                        <a:pt x="290957" y="46170"/>
                        <a:pt x="272616" y="94237"/>
                      </a:cubicBezTo>
                      <a:lnTo>
                        <a:pt x="269454" y="102459"/>
                      </a:lnTo>
                      <a:lnTo>
                        <a:pt x="261864" y="98664"/>
                      </a:lnTo>
                      <a:cubicBezTo>
                        <a:pt x="249847" y="92972"/>
                        <a:pt x="236566" y="89809"/>
                        <a:pt x="222019" y="89177"/>
                      </a:cubicBezTo>
                      <a:lnTo>
                        <a:pt x="219489" y="89177"/>
                      </a:lnTo>
                      <a:cubicBezTo>
                        <a:pt x="173952" y="89177"/>
                        <a:pt x="133475" y="122065"/>
                        <a:pt x="123988" y="167602"/>
                      </a:cubicBezTo>
                      <a:lnTo>
                        <a:pt x="122091" y="175824"/>
                      </a:lnTo>
                      <a:lnTo>
                        <a:pt x="113869" y="173294"/>
                      </a:lnTo>
                      <a:cubicBezTo>
                        <a:pt x="108176" y="171397"/>
                        <a:pt x="101852" y="170764"/>
                        <a:pt x="94895" y="170764"/>
                      </a:cubicBezTo>
                      <a:lnTo>
                        <a:pt x="92997" y="170764"/>
                      </a:lnTo>
                      <a:cubicBezTo>
                        <a:pt x="73391" y="170764"/>
                        <a:pt x="54417" y="178354"/>
                        <a:pt x="40503" y="192268"/>
                      </a:cubicBezTo>
                      <a:cubicBezTo>
                        <a:pt x="25957" y="206182"/>
                        <a:pt x="17102" y="225788"/>
                        <a:pt x="17102" y="246027"/>
                      </a:cubicBezTo>
                      <a:cubicBezTo>
                        <a:pt x="15837" y="288402"/>
                        <a:pt x="54417" y="327614"/>
                        <a:pt x="98057" y="328879"/>
                      </a:cubicBezTo>
                      <a:cubicBezTo>
                        <a:pt x="98690" y="328879"/>
                        <a:pt x="101852" y="328879"/>
                        <a:pt x="106279" y="328879"/>
                      </a:cubicBezTo>
                      <a:lnTo>
                        <a:pt x="106279" y="344058"/>
                      </a:lnTo>
                      <a:close/>
                    </a:path>
                  </a:pathLst>
                </a:custGeom>
                <a:grpFill/>
                <a:ln w="6271" cap="flat">
                  <a:noFill/>
                  <a:prstDash val="solid"/>
                  <a:miter/>
                </a:ln>
              </p:spPr>
              <p:txBody>
                <a:bodyPr rtlCol="0" anchor="ctr"/>
                <a:lstStyle/>
                <a:p>
                  <a:endParaRPr lang="en-US"/>
                </a:p>
              </p:txBody>
            </p:sp>
            <p:sp>
              <p:nvSpPr>
                <p:cNvPr id="54" name="Picture Placeholder 96">
                  <a:extLst>
                    <a:ext uri="{FF2B5EF4-FFF2-40B4-BE49-F238E27FC236}">
                      <a16:creationId xmlns:a16="http://schemas.microsoft.com/office/drawing/2014/main" id="{09F110D0-C6A0-A1E4-8F6C-1DA2422CC00F}"/>
                    </a:ext>
                  </a:extLst>
                </p:cNvPr>
                <p:cNvSpPr/>
                <p:nvPr/>
              </p:nvSpPr>
              <p:spPr>
                <a:xfrm>
                  <a:off x="1955220" y="3122210"/>
                  <a:ext cx="15811" cy="15811"/>
                </a:xfrm>
                <a:custGeom>
                  <a:avLst/>
                  <a:gdLst>
                    <a:gd name="connsiteX0" fmla="*/ 0 w 15811"/>
                    <a:gd name="connsiteY0" fmla="*/ 15812 h 15811"/>
                    <a:gd name="connsiteX1" fmla="*/ 0 w 15811"/>
                    <a:gd name="connsiteY1" fmla="*/ 0 h 15811"/>
                    <a:gd name="connsiteX2" fmla="*/ 8222 w 15811"/>
                    <a:gd name="connsiteY2" fmla="*/ 0 h 15811"/>
                    <a:gd name="connsiteX3" fmla="*/ 15812 w 15811"/>
                    <a:gd name="connsiteY3" fmla="*/ 0 h 15811"/>
                    <a:gd name="connsiteX4" fmla="*/ 15812 w 15811"/>
                    <a:gd name="connsiteY4" fmla="*/ 15812 h 15811"/>
                    <a:gd name="connsiteX5" fmla="*/ 8222 w 15811"/>
                    <a:gd name="connsiteY5" fmla="*/ 15812 h 15811"/>
                    <a:gd name="connsiteX6" fmla="*/ 0 w 15811"/>
                    <a:gd name="connsiteY6" fmla="*/ 15812 h 1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11" h="15811">
                      <a:moveTo>
                        <a:pt x="0" y="15812"/>
                      </a:moveTo>
                      <a:lnTo>
                        <a:pt x="0" y="0"/>
                      </a:lnTo>
                      <a:cubicBezTo>
                        <a:pt x="6325" y="0"/>
                        <a:pt x="6957" y="0"/>
                        <a:pt x="8222" y="0"/>
                      </a:cubicBezTo>
                      <a:cubicBezTo>
                        <a:pt x="9487" y="0"/>
                        <a:pt x="10752" y="0"/>
                        <a:pt x="15812" y="0"/>
                      </a:cubicBezTo>
                      <a:lnTo>
                        <a:pt x="15812" y="15812"/>
                      </a:lnTo>
                      <a:cubicBezTo>
                        <a:pt x="10119" y="15812"/>
                        <a:pt x="9487" y="15812"/>
                        <a:pt x="8222" y="15812"/>
                      </a:cubicBezTo>
                      <a:cubicBezTo>
                        <a:pt x="7590" y="15812"/>
                        <a:pt x="6957" y="15812"/>
                        <a:pt x="0" y="15812"/>
                      </a:cubicBezTo>
                      <a:close/>
                    </a:path>
                  </a:pathLst>
                </a:custGeom>
                <a:grpFill/>
                <a:ln w="6271" cap="flat">
                  <a:noFill/>
                  <a:prstDash val="solid"/>
                  <a:miter/>
                </a:ln>
              </p:spPr>
              <p:txBody>
                <a:bodyPr rtlCol="0" anchor="ctr"/>
                <a:lstStyle/>
                <a:p>
                  <a:endParaRPr lang="en-US"/>
                </a:p>
              </p:txBody>
            </p:sp>
          </p:grpSp>
          <p:grpSp>
            <p:nvGrpSpPr>
              <p:cNvPr id="28" name="Picture Placeholder 96">
                <a:extLst>
                  <a:ext uri="{FF2B5EF4-FFF2-40B4-BE49-F238E27FC236}">
                    <a16:creationId xmlns:a16="http://schemas.microsoft.com/office/drawing/2014/main" id="{FAD94800-B0DC-E96F-C496-70AD3F6ED84F}"/>
                  </a:ext>
                </a:extLst>
              </p:cNvPr>
              <p:cNvGrpSpPr/>
              <p:nvPr/>
            </p:nvGrpSpPr>
            <p:grpSpPr>
              <a:xfrm>
                <a:off x="1996962" y="3048844"/>
                <a:ext cx="272590" cy="243497"/>
                <a:chOff x="1996962" y="3048844"/>
                <a:chExt cx="272590" cy="243497"/>
              </a:xfrm>
              <a:grpFill/>
            </p:grpSpPr>
            <p:sp>
              <p:nvSpPr>
                <p:cNvPr id="29" name="Picture Placeholder 96">
                  <a:extLst>
                    <a:ext uri="{FF2B5EF4-FFF2-40B4-BE49-F238E27FC236}">
                      <a16:creationId xmlns:a16="http://schemas.microsoft.com/office/drawing/2014/main" id="{5B98551C-1B46-E405-B4FD-3B3797BD0B93}"/>
                    </a:ext>
                  </a:extLst>
                </p:cNvPr>
                <p:cNvSpPr/>
                <p:nvPr/>
              </p:nvSpPr>
              <p:spPr>
                <a:xfrm>
                  <a:off x="2072858" y="3048844"/>
                  <a:ext cx="122064" cy="243497"/>
                </a:xfrm>
                <a:custGeom>
                  <a:avLst/>
                  <a:gdLst>
                    <a:gd name="connsiteX0" fmla="*/ 106253 w 122064"/>
                    <a:gd name="connsiteY0" fmla="*/ 15812 h 243497"/>
                    <a:gd name="connsiteX1" fmla="*/ 106253 w 122064"/>
                    <a:gd name="connsiteY1" fmla="*/ 227686 h 243497"/>
                    <a:gd name="connsiteX2" fmla="*/ 15812 w 122064"/>
                    <a:gd name="connsiteY2" fmla="*/ 227686 h 243497"/>
                    <a:gd name="connsiteX3" fmla="*/ 15812 w 122064"/>
                    <a:gd name="connsiteY3" fmla="*/ 15812 h 243497"/>
                    <a:gd name="connsiteX4" fmla="*/ 106253 w 122064"/>
                    <a:gd name="connsiteY4" fmla="*/ 15812 h 243497"/>
                    <a:gd name="connsiteX5" fmla="*/ 122065 w 122064"/>
                    <a:gd name="connsiteY5" fmla="*/ 0 h 243497"/>
                    <a:gd name="connsiteX6" fmla="*/ 0 w 122064"/>
                    <a:gd name="connsiteY6" fmla="*/ 0 h 243497"/>
                    <a:gd name="connsiteX7" fmla="*/ 0 w 122064"/>
                    <a:gd name="connsiteY7" fmla="*/ 243497 h 243497"/>
                    <a:gd name="connsiteX8" fmla="*/ 122065 w 122064"/>
                    <a:gd name="connsiteY8" fmla="*/ 243497 h 243497"/>
                    <a:gd name="connsiteX9" fmla="*/ 122065 w 122064"/>
                    <a:gd name="connsiteY9" fmla="*/ 0 h 243497"/>
                    <a:gd name="connsiteX10" fmla="*/ 122065 w 122064"/>
                    <a:gd name="connsiteY10" fmla="*/ 0 h 24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064" h="243497">
                      <a:moveTo>
                        <a:pt x="106253" y="15812"/>
                      </a:moveTo>
                      <a:lnTo>
                        <a:pt x="106253" y="227686"/>
                      </a:lnTo>
                      <a:lnTo>
                        <a:pt x="15812" y="227686"/>
                      </a:lnTo>
                      <a:lnTo>
                        <a:pt x="15812" y="15812"/>
                      </a:lnTo>
                      <a:lnTo>
                        <a:pt x="106253" y="15812"/>
                      </a:lnTo>
                      <a:moveTo>
                        <a:pt x="122065" y="0"/>
                      </a:moveTo>
                      <a:lnTo>
                        <a:pt x="0" y="0"/>
                      </a:lnTo>
                      <a:lnTo>
                        <a:pt x="0" y="243497"/>
                      </a:lnTo>
                      <a:lnTo>
                        <a:pt x="122065" y="243497"/>
                      </a:lnTo>
                      <a:lnTo>
                        <a:pt x="122065" y="0"/>
                      </a:lnTo>
                      <a:lnTo>
                        <a:pt x="122065" y="0"/>
                      </a:lnTo>
                      <a:close/>
                    </a:path>
                  </a:pathLst>
                </a:custGeom>
                <a:grpFill/>
                <a:ln w="6271" cap="flat">
                  <a:noFill/>
                  <a:prstDash val="solid"/>
                  <a:miter/>
                </a:ln>
              </p:spPr>
              <p:txBody>
                <a:bodyPr rtlCol="0" anchor="ctr"/>
                <a:lstStyle/>
                <a:p>
                  <a:endParaRPr lang="en-US"/>
                </a:p>
              </p:txBody>
            </p:sp>
            <p:grpSp>
              <p:nvGrpSpPr>
                <p:cNvPr id="30" name="Picture Placeholder 96">
                  <a:extLst>
                    <a:ext uri="{FF2B5EF4-FFF2-40B4-BE49-F238E27FC236}">
                      <a16:creationId xmlns:a16="http://schemas.microsoft.com/office/drawing/2014/main" id="{366BAA06-DEC7-500C-CB0B-7BB7D13974EF}"/>
                    </a:ext>
                  </a:extLst>
                </p:cNvPr>
                <p:cNvGrpSpPr/>
                <p:nvPr/>
              </p:nvGrpSpPr>
              <p:grpSpPr>
                <a:xfrm>
                  <a:off x="2098788" y="3091852"/>
                  <a:ext cx="69570" cy="148628"/>
                  <a:chOff x="2098788" y="3091852"/>
                  <a:chExt cx="69570" cy="148628"/>
                </a:xfrm>
                <a:grpFill/>
              </p:grpSpPr>
              <p:sp>
                <p:nvSpPr>
                  <p:cNvPr id="46" name="Picture Placeholder 96">
                    <a:extLst>
                      <a:ext uri="{FF2B5EF4-FFF2-40B4-BE49-F238E27FC236}">
                        <a16:creationId xmlns:a16="http://schemas.microsoft.com/office/drawing/2014/main" id="{AFFB7FE2-AC7D-A743-5789-39AE0846CE02}"/>
                      </a:ext>
                    </a:extLst>
                  </p:cNvPr>
                  <p:cNvSpPr/>
                  <p:nvPr/>
                </p:nvSpPr>
                <p:spPr>
                  <a:xfrm>
                    <a:off x="2098788" y="3224668"/>
                    <a:ext cx="69570" cy="15811"/>
                  </a:xfrm>
                  <a:custGeom>
                    <a:avLst/>
                    <a:gdLst>
                      <a:gd name="connsiteX0" fmla="*/ 0 w 69570"/>
                      <a:gd name="connsiteY0" fmla="*/ 0 h 15811"/>
                      <a:gd name="connsiteX1" fmla="*/ 69571 w 69570"/>
                      <a:gd name="connsiteY1" fmla="*/ 0 h 15811"/>
                      <a:gd name="connsiteX2" fmla="*/ 69571 w 69570"/>
                      <a:gd name="connsiteY2" fmla="*/ 15812 h 15811"/>
                      <a:gd name="connsiteX3" fmla="*/ 0 w 69570"/>
                      <a:gd name="connsiteY3" fmla="*/ 15812 h 15811"/>
                    </a:gdLst>
                    <a:ahLst/>
                    <a:cxnLst>
                      <a:cxn ang="0">
                        <a:pos x="connsiteX0" y="connsiteY0"/>
                      </a:cxn>
                      <a:cxn ang="0">
                        <a:pos x="connsiteX1" y="connsiteY1"/>
                      </a:cxn>
                      <a:cxn ang="0">
                        <a:pos x="connsiteX2" y="connsiteY2"/>
                      </a:cxn>
                      <a:cxn ang="0">
                        <a:pos x="connsiteX3" y="connsiteY3"/>
                      </a:cxn>
                    </a:cxnLst>
                    <a:rect l="l" t="t" r="r" b="b"/>
                    <a:pathLst>
                      <a:path w="69570" h="15811">
                        <a:moveTo>
                          <a:pt x="0" y="0"/>
                        </a:moveTo>
                        <a:lnTo>
                          <a:pt x="69571" y="0"/>
                        </a:lnTo>
                        <a:lnTo>
                          <a:pt x="69571" y="15812"/>
                        </a:lnTo>
                        <a:lnTo>
                          <a:pt x="0" y="15812"/>
                        </a:lnTo>
                        <a:close/>
                      </a:path>
                    </a:pathLst>
                  </a:custGeom>
                  <a:grpFill/>
                  <a:ln w="6271" cap="flat">
                    <a:noFill/>
                    <a:prstDash val="solid"/>
                    <a:miter/>
                  </a:ln>
                </p:spPr>
                <p:txBody>
                  <a:bodyPr rtlCol="0" anchor="ctr"/>
                  <a:lstStyle/>
                  <a:p>
                    <a:endParaRPr lang="en-US"/>
                  </a:p>
                </p:txBody>
              </p:sp>
              <p:sp>
                <p:nvSpPr>
                  <p:cNvPr id="47" name="Picture Placeholder 96">
                    <a:extLst>
                      <a:ext uri="{FF2B5EF4-FFF2-40B4-BE49-F238E27FC236}">
                        <a16:creationId xmlns:a16="http://schemas.microsoft.com/office/drawing/2014/main" id="{062C5920-533E-B8C2-609C-3EAB625106E7}"/>
                      </a:ext>
                    </a:extLst>
                  </p:cNvPr>
                  <p:cNvSpPr/>
                  <p:nvPr/>
                </p:nvSpPr>
                <p:spPr>
                  <a:xfrm>
                    <a:off x="2098788" y="3179764"/>
                    <a:ext cx="69570" cy="15811"/>
                  </a:xfrm>
                  <a:custGeom>
                    <a:avLst/>
                    <a:gdLst>
                      <a:gd name="connsiteX0" fmla="*/ 0 w 69570"/>
                      <a:gd name="connsiteY0" fmla="*/ 0 h 15811"/>
                      <a:gd name="connsiteX1" fmla="*/ 69571 w 69570"/>
                      <a:gd name="connsiteY1" fmla="*/ 0 h 15811"/>
                      <a:gd name="connsiteX2" fmla="*/ 69571 w 69570"/>
                      <a:gd name="connsiteY2" fmla="*/ 15811 h 15811"/>
                      <a:gd name="connsiteX3" fmla="*/ 0 w 69570"/>
                      <a:gd name="connsiteY3" fmla="*/ 15811 h 15811"/>
                    </a:gdLst>
                    <a:ahLst/>
                    <a:cxnLst>
                      <a:cxn ang="0">
                        <a:pos x="connsiteX0" y="connsiteY0"/>
                      </a:cxn>
                      <a:cxn ang="0">
                        <a:pos x="connsiteX1" y="connsiteY1"/>
                      </a:cxn>
                      <a:cxn ang="0">
                        <a:pos x="connsiteX2" y="connsiteY2"/>
                      </a:cxn>
                      <a:cxn ang="0">
                        <a:pos x="connsiteX3" y="connsiteY3"/>
                      </a:cxn>
                    </a:cxnLst>
                    <a:rect l="l" t="t" r="r" b="b"/>
                    <a:pathLst>
                      <a:path w="69570" h="15811">
                        <a:moveTo>
                          <a:pt x="0" y="0"/>
                        </a:moveTo>
                        <a:lnTo>
                          <a:pt x="69571" y="0"/>
                        </a:lnTo>
                        <a:lnTo>
                          <a:pt x="69571" y="15811"/>
                        </a:lnTo>
                        <a:lnTo>
                          <a:pt x="0" y="15811"/>
                        </a:lnTo>
                        <a:close/>
                      </a:path>
                    </a:pathLst>
                  </a:custGeom>
                  <a:grpFill/>
                  <a:ln w="6271" cap="flat">
                    <a:noFill/>
                    <a:prstDash val="solid"/>
                    <a:miter/>
                  </a:ln>
                </p:spPr>
                <p:txBody>
                  <a:bodyPr rtlCol="0" anchor="ctr"/>
                  <a:lstStyle/>
                  <a:p>
                    <a:endParaRPr lang="en-US"/>
                  </a:p>
                </p:txBody>
              </p:sp>
              <p:sp>
                <p:nvSpPr>
                  <p:cNvPr id="48" name="Picture Placeholder 96">
                    <a:extLst>
                      <a:ext uri="{FF2B5EF4-FFF2-40B4-BE49-F238E27FC236}">
                        <a16:creationId xmlns:a16="http://schemas.microsoft.com/office/drawing/2014/main" id="{F8A2EE44-7274-FECA-DDEA-3895CA886447}"/>
                      </a:ext>
                    </a:extLst>
                  </p:cNvPr>
                  <p:cNvSpPr/>
                  <p:nvPr/>
                </p:nvSpPr>
                <p:spPr>
                  <a:xfrm>
                    <a:off x="2098788" y="3135491"/>
                    <a:ext cx="69570" cy="15811"/>
                  </a:xfrm>
                  <a:custGeom>
                    <a:avLst/>
                    <a:gdLst>
                      <a:gd name="connsiteX0" fmla="*/ 0 w 69570"/>
                      <a:gd name="connsiteY0" fmla="*/ 0 h 15811"/>
                      <a:gd name="connsiteX1" fmla="*/ 69571 w 69570"/>
                      <a:gd name="connsiteY1" fmla="*/ 0 h 15811"/>
                      <a:gd name="connsiteX2" fmla="*/ 69571 w 69570"/>
                      <a:gd name="connsiteY2" fmla="*/ 15811 h 15811"/>
                      <a:gd name="connsiteX3" fmla="*/ 0 w 69570"/>
                      <a:gd name="connsiteY3" fmla="*/ 15811 h 15811"/>
                    </a:gdLst>
                    <a:ahLst/>
                    <a:cxnLst>
                      <a:cxn ang="0">
                        <a:pos x="connsiteX0" y="connsiteY0"/>
                      </a:cxn>
                      <a:cxn ang="0">
                        <a:pos x="connsiteX1" y="connsiteY1"/>
                      </a:cxn>
                      <a:cxn ang="0">
                        <a:pos x="connsiteX2" y="connsiteY2"/>
                      </a:cxn>
                      <a:cxn ang="0">
                        <a:pos x="connsiteX3" y="connsiteY3"/>
                      </a:cxn>
                    </a:cxnLst>
                    <a:rect l="l" t="t" r="r" b="b"/>
                    <a:pathLst>
                      <a:path w="69570" h="15811">
                        <a:moveTo>
                          <a:pt x="0" y="0"/>
                        </a:moveTo>
                        <a:lnTo>
                          <a:pt x="69571" y="0"/>
                        </a:lnTo>
                        <a:lnTo>
                          <a:pt x="69571" y="15811"/>
                        </a:lnTo>
                        <a:lnTo>
                          <a:pt x="0" y="15811"/>
                        </a:lnTo>
                        <a:close/>
                      </a:path>
                    </a:pathLst>
                  </a:custGeom>
                  <a:grpFill/>
                  <a:ln w="6271" cap="flat">
                    <a:noFill/>
                    <a:prstDash val="solid"/>
                    <a:miter/>
                  </a:ln>
                </p:spPr>
                <p:txBody>
                  <a:bodyPr rtlCol="0" anchor="ctr"/>
                  <a:lstStyle/>
                  <a:p>
                    <a:endParaRPr lang="en-US"/>
                  </a:p>
                </p:txBody>
              </p:sp>
              <p:sp>
                <p:nvSpPr>
                  <p:cNvPr id="49" name="Picture Placeholder 96">
                    <a:extLst>
                      <a:ext uri="{FF2B5EF4-FFF2-40B4-BE49-F238E27FC236}">
                        <a16:creationId xmlns:a16="http://schemas.microsoft.com/office/drawing/2014/main" id="{68D13F82-C88C-EB68-8F81-672851B62BB0}"/>
                      </a:ext>
                    </a:extLst>
                  </p:cNvPr>
                  <p:cNvSpPr/>
                  <p:nvPr/>
                </p:nvSpPr>
                <p:spPr>
                  <a:xfrm>
                    <a:off x="2098788" y="3091852"/>
                    <a:ext cx="69570" cy="15811"/>
                  </a:xfrm>
                  <a:custGeom>
                    <a:avLst/>
                    <a:gdLst>
                      <a:gd name="connsiteX0" fmla="*/ 0 w 69570"/>
                      <a:gd name="connsiteY0" fmla="*/ 0 h 15811"/>
                      <a:gd name="connsiteX1" fmla="*/ 69571 w 69570"/>
                      <a:gd name="connsiteY1" fmla="*/ 0 h 15811"/>
                      <a:gd name="connsiteX2" fmla="*/ 69571 w 69570"/>
                      <a:gd name="connsiteY2" fmla="*/ 15812 h 15811"/>
                      <a:gd name="connsiteX3" fmla="*/ 0 w 69570"/>
                      <a:gd name="connsiteY3" fmla="*/ 15812 h 15811"/>
                    </a:gdLst>
                    <a:ahLst/>
                    <a:cxnLst>
                      <a:cxn ang="0">
                        <a:pos x="connsiteX0" y="connsiteY0"/>
                      </a:cxn>
                      <a:cxn ang="0">
                        <a:pos x="connsiteX1" y="connsiteY1"/>
                      </a:cxn>
                      <a:cxn ang="0">
                        <a:pos x="connsiteX2" y="connsiteY2"/>
                      </a:cxn>
                      <a:cxn ang="0">
                        <a:pos x="connsiteX3" y="connsiteY3"/>
                      </a:cxn>
                    </a:cxnLst>
                    <a:rect l="l" t="t" r="r" b="b"/>
                    <a:pathLst>
                      <a:path w="69570" h="15811">
                        <a:moveTo>
                          <a:pt x="0" y="0"/>
                        </a:moveTo>
                        <a:lnTo>
                          <a:pt x="69571" y="0"/>
                        </a:lnTo>
                        <a:lnTo>
                          <a:pt x="69571" y="15812"/>
                        </a:lnTo>
                        <a:lnTo>
                          <a:pt x="0" y="15812"/>
                        </a:lnTo>
                        <a:close/>
                      </a:path>
                    </a:pathLst>
                  </a:custGeom>
                  <a:grpFill/>
                  <a:ln w="6271" cap="flat">
                    <a:noFill/>
                    <a:prstDash val="solid"/>
                    <a:miter/>
                  </a:ln>
                </p:spPr>
                <p:txBody>
                  <a:bodyPr rtlCol="0" anchor="ctr"/>
                  <a:lstStyle/>
                  <a:p>
                    <a:endParaRPr lang="en-US"/>
                  </a:p>
                </p:txBody>
              </p:sp>
            </p:grpSp>
            <p:grpSp>
              <p:nvGrpSpPr>
                <p:cNvPr id="31" name="Picture Placeholder 96">
                  <a:extLst>
                    <a:ext uri="{FF2B5EF4-FFF2-40B4-BE49-F238E27FC236}">
                      <a16:creationId xmlns:a16="http://schemas.microsoft.com/office/drawing/2014/main" id="{6ED0E8FA-E3C9-61C3-34E7-AFE68F02EB40}"/>
                    </a:ext>
                  </a:extLst>
                </p:cNvPr>
                <p:cNvGrpSpPr/>
                <p:nvPr/>
              </p:nvGrpSpPr>
              <p:grpSpPr>
                <a:xfrm>
                  <a:off x="1996962" y="3065921"/>
                  <a:ext cx="272590" cy="216301"/>
                  <a:chOff x="1996962" y="3065921"/>
                  <a:chExt cx="272590" cy="216301"/>
                </a:xfrm>
                <a:grpFill/>
              </p:grpSpPr>
              <p:grpSp>
                <p:nvGrpSpPr>
                  <p:cNvPr id="32" name="Picture Placeholder 96">
                    <a:extLst>
                      <a:ext uri="{FF2B5EF4-FFF2-40B4-BE49-F238E27FC236}">
                        <a16:creationId xmlns:a16="http://schemas.microsoft.com/office/drawing/2014/main" id="{EADDC231-1E8E-651E-40AB-BDD6CF99F333}"/>
                      </a:ext>
                    </a:extLst>
                  </p:cNvPr>
                  <p:cNvGrpSpPr/>
                  <p:nvPr/>
                </p:nvGrpSpPr>
                <p:grpSpPr>
                  <a:xfrm>
                    <a:off x="2208204" y="3065921"/>
                    <a:ext cx="61348" cy="216301"/>
                    <a:chOff x="2208204" y="3065921"/>
                    <a:chExt cx="61348" cy="216301"/>
                  </a:xfrm>
                  <a:grpFill/>
                </p:grpSpPr>
                <p:sp>
                  <p:nvSpPr>
                    <p:cNvPr id="40" name="Picture Placeholder 96">
                      <a:extLst>
                        <a:ext uri="{FF2B5EF4-FFF2-40B4-BE49-F238E27FC236}">
                          <a16:creationId xmlns:a16="http://schemas.microsoft.com/office/drawing/2014/main" id="{739FB137-B87B-97AA-4938-9F6634536999}"/>
                        </a:ext>
                      </a:extLst>
                    </p:cNvPr>
                    <p:cNvSpPr/>
                    <p:nvPr/>
                  </p:nvSpPr>
                  <p:spPr>
                    <a:xfrm>
                      <a:off x="2208204" y="3065921"/>
                      <a:ext cx="61348" cy="216301"/>
                    </a:xfrm>
                    <a:custGeom>
                      <a:avLst/>
                      <a:gdLst>
                        <a:gd name="connsiteX0" fmla="*/ 61349 w 61348"/>
                        <a:gd name="connsiteY0" fmla="*/ 216301 h 216301"/>
                        <a:gd name="connsiteX1" fmla="*/ 0 w 61348"/>
                        <a:gd name="connsiteY1" fmla="*/ 216301 h 216301"/>
                        <a:gd name="connsiteX2" fmla="*/ 0 w 61348"/>
                        <a:gd name="connsiteY2" fmla="*/ 200490 h 216301"/>
                        <a:gd name="connsiteX3" fmla="*/ 45537 w 61348"/>
                        <a:gd name="connsiteY3" fmla="*/ 200490 h 216301"/>
                        <a:gd name="connsiteX4" fmla="*/ 45537 w 61348"/>
                        <a:gd name="connsiteY4" fmla="*/ 15812 h 216301"/>
                        <a:gd name="connsiteX5" fmla="*/ 0 w 61348"/>
                        <a:gd name="connsiteY5" fmla="*/ 15812 h 216301"/>
                        <a:gd name="connsiteX6" fmla="*/ 0 w 61348"/>
                        <a:gd name="connsiteY6" fmla="*/ 0 h 216301"/>
                        <a:gd name="connsiteX7" fmla="*/ 61349 w 61348"/>
                        <a:gd name="connsiteY7" fmla="*/ 0 h 21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348" h="216301">
                          <a:moveTo>
                            <a:pt x="61349" y="216301"/>
                          </a:moveTo>
                          <a:lnTo>
                            <a:pt x="0" y="216301"/>
                          </a:lnTo>
                          <a:lnTo>
                            <a:pt x="0" y="200490"/>
                          </a:lnTo>
                          <a:lnTo>
                            <a:pt x="45537" y="200490"/>
                          </a:lnTo>
                          <a:lnTo>
                            <a:pt x="45537" y="15812"/>
                          </a:lnTo>
                          <a:lnTo>
                            <a:pt x="0" y="15812"/>
                          </a:lnTo>
                          <a:lnTo>
                            <a:pt x="0" y="0"/>
                          </a:lnTo>
                          <a:lnTo>
                            <a:pt x="61349" y="0"/>
                          </a:lnTo>
                          <a:close/>
                        </a:path>
                      </a:pathLst>
                    </a:custGeom>
                    <a:grpFill/>
                    <a:ln w="6271" cap="flat">
                      <a:noFill/>
                      <a:prstDash val="solid"/>
                      <a:miter/>
                    </a:ln>
                  </p:spPr>
                  <p:txBody>
                    <a:bodyPr rtlCol="0" anchor="ctr"/>
                    <a:lstStyle/>
                    <a:p>
                      <a:endParaRPr lang="en-US"/>
                    </a:p>
                  </p:txBody>
                </p:sp>
                <p:grpSp>
                  <p:nvGrpSpPr>
                    <p:cNvPr id="41" name="Picture Placeholder 96">
                      <a:extLst>
                        <a:ext uri="{FF2B5EF4-FFF2-40B4-BE49-F238E27FC236}">
                          <a16:creationId xmlns:a16="http://schemas.microsoft.com/office/drawing/2014/main" id="{A4884230-6459-DE25-A001-2E9158C4BED0}"/>
                        </a:ext>
                      </a:extLst>
                    </p:cNvPr>
                    <p:cNvGrpSpPr/>
                    <p:nvPr/>
                  </p:nvGrpSpPr>
                  <p:grpSpPr>
                    <a:xfrm>
                      <a:off x="2208204" y="3100074"/>
                      <a:ext cx="32887" cy="148628"/>
                      <a:chOff x="2208204" y="3100074"/>
                      <a:chExt cx="32887" cy="148628"/>
                    </a:xfrm>
                    <a:grpFill/>
                  </p:grpSpPr>
                  <p:sp>
                    <p:nvSpPr>
                      <p:cNvPr id="42" name="Picture Placeholder 96">
                        <a:extLst>
                          <a:ext uri="{FF2B5EF4-FFF2-40B4-BE49-F238E27FC236}">
                            <a16:creationId xmlns:a16="http://schemas.microsoft.com/office/drawing/2014/main" id="{1DD67D62-ACE5-FA2F-544F-72440AAEC4CC}"/>
                          </a:ext>
                        </a:extLst>
                      </p:cNvPr>
                      <p:cNvSpPr/>
                      <p:nvPr/>
                    </p:nvSpPr>
                    <p:spPr>
                      <a:xfrm>
                        <a:off x="2208204" y="3232890"/>
                        <a:ext cx="32887" cy="15811"/>
                      </a:xfrm>
                      <a:custGeom>
                        <a:avLst/>
                        <a:gdLst>
                          <a:gd name="connsiteX0" fmla="*/ 0 w 32887"/>
                          <a:gd name="connsiteY0" fmla="*/ 0 h 15811"/>
                          <a:gd name="connsiteX1" fmla="*/ 32888 w 32887"/>
                          <a:gd name="connsiteY1" fmla="*/ 0 h 15811"/>
                          <a:gd name="connsiteX2" fmla="*/ 32888 w 32887"/>
                          <a:gd name="connsiteY2" fmla="*/ 15811 h 15811"/>
                          <a:gd name="connsiteX3" fmla="*/ 0 w 32887"/>
                          <a:gd name="connsiteY3" fmla="*/ 15811 h 15811"/>
                        </a:gdLst>
                        <a:ahLst/>
                        <a:cxnLst>
                          <a:cxn ang="0">
                            <a:pos x="connsiteX0" y="connsiteY0"/>
                          </a:cxn>
                          <a:cxn ang="0">
                            <a:pos x="connsiteX1" y="connsiteY1"/>
                          </a:cxn>
                          <a:cxn ang="0">
                            <a:pos x="connsiteX2" y="connsiteY2"/>
                          </a:cxn>
                          <a:cxn ang="0">
                            <a:pos x="connsiteX3" y="connsiteY3"/>
                          </a:cxn>
                        </a:cxnLst>
                        <a:rect l="l" t="t" r="r" b="b"/>
                        <a:pathLst>
                          <a:path w="32887" h="15811">
                            <a:moveTo>
                              <a:pt x="0" y="0"/>
                            </a:moveTo>
                            <a:lnTo>
                              <a:pt x="32888" y="0"/>
                            </a:lnTo>
                            <a:lnTo>
                              <a:pt x="32888" y="15811"/>
                            </a:lnTo>
                            <a:lnTo>
                              <a:pt x="0" y="15811"/>
                            </a:lnTo>
                            <a:close/>
                          </a:path>
                        </a:pathLst>
                      </a:custGeom>
                      <a:grpFill/>
                      <a:ln w="6271" cap="flat">
                        <a:noFill/>
                        <a:prstDash val="solid"/>
                        <a:miter/>
                      </a:ln>
                    </p:spPr>
                    <p:txBody>
                      <a:bodyPr rtlCol="0" anchor="ctr"/>
                      <a:lstStyle/>
                      <a:p>
                        <a:endParaRPr lang="en-US"/>
                      </a:p>
                    </p:txBody>
                  </p:sp>
                  <p:sp>
                    <p:nvSpPr>
                      <p:cNvPr id="43" name="Picture Placeholder 96">
                        <a:extLst>
                          <a:ext uri="{FF2B5EF4-FFF2-40B4-BE49-F238E27FC236}">
                            <a16:creationId xmlns:a16="http://schemas.microsoft.com/office/drawing/2014/main" id="{AA97185B-B86E-B222-DA7F-3919A029B043}"/>
                          </a:ext>
                        </a:extLst>
                      </p:cNvPr>
                      <p:cNvSpPr/>
                      <p:nvPr/>
                    </p:nvSpPr>
                    <p:spPr>
                      <a:xfrm>
                        <a:off x="2208204" y="3187986"/>
                        <a:ext cx="32887" cy="15811"/>
                      </a:xfrm>
                      <a:custGeom>
                        <a:avLst/>
                        <a:gdLst>
                          <a:gd name="connsiteX0" fmla="*/ 0 w 32887"/>
                          <a:gd name="connsiteY0" fmla="*/ 0 h 15811"/>
                          <a:gd name="connsiteX1" fmla="*/ 32888 w 32887"/>
                          <a:gd name="connsiteY1" fmla="*/ 0 h 15811"/>
                          <a:gd name="connsiteX2" fmla="*/ 32888 w 32887"/>
                          <a:gd name="connsiteY2" fmla="*/ 15812 h 15811"/>
                          <a:gd name="connsiteX3" fmla="*/ 0 w 32887"/>
                          <a:gd name="connsiteY3" fmla="*/ 15812 h 15811"/>
                        </a:gdLst>
                        <a:ahLst/>
                        <a:cxnLst>
                          <a:cxn ang="0">
                            <a:pos x="connsiteX0" y="connsiteY0"/>
                          </a:cxn>
                          <a:cxn ang="0">
                            <a:pos x="connsiteX1" y="connsiteY1"/>
                          </a:cxn>
                          <a:cxn ang="0">
                            <a:pos x="connsiteX2" y="connsiteY2"/>
                          </a:cxn>
                          <a:cxn ang="0">
                            <a:pos x="connsiteX3" y="connsiteY3"/>
                          </a:cxn>
                        </a:cxnLst>
                        <a:rect l="l" t="t" r="r" b="b"/>
                        <a:pathLst>
                          <a:path w="32887" h="15811">
                            <a:moveTo>
                              <a:pt x="0" y="0"/>
                            </a:moveTo>
                            <a:lnTo>
                              <a:pt x="32888" y="0"/>
                            </a:lnTo>
                            <a:lnTo>
                              <a:pt x="32888" y="15812"/>
                            </a:lnTo>
                            <a:lnTo>
                              <a:pt x="0" y="15812"/>
                            </a:lnTo>
                            <a:close/>
                          </a:path>
                        </a:pathLst>
                      </a:custGeom>
                      <a:grpFill/>
                      <a:ln w="6271" cap="flat">
                        <a:noFill/>
                        <a:prstDash val="solid"/>
                        <a:miter/>
                      </a:ln>
                    </p:spPr>
                    <p:txBody>
                      <a:bodyPr rtlCol="0" anchor="ctr"/>
                      <a:lstStyle/>
                      <a:p>
                        <a:endParaRPr lang="en-US"/>
                      </a:p>
                    </p:txBody>
                  </p:sp>
                  <p:sp>
                    <p:nvSpPr>
                      <p:cNvPr id="44" name="Picture Placeholder 96">
                        <a:extLst>
                          <a:ext uri="{FF2B5EF4-FFF2-40B4-BE49-F238E27FC236}">
                            <a16:creationId xmlns:a16="http://schemas.microsoft.com/office/drawing/2014/main" id="{4981A6DD-A49C-4FC0-0BE5-6B6BA6C87020}"/>
                          </a:ext>
                        </a:extLst>
                      </p:cNvPr>
                      <p:cNvSpPr/>
                      <p:nvPr/>
                    </p:nvSpPr>
                    <p:spPr>
                      <a:xfrm>
                        <a:off x="2208204" y="3143713"/>
                        <a:ext cx="32887" cy="15811"/>
                      </a:xfrm>
                      <a:custGeom>
                        <a:avLst/>
                        <a:gdLst>
                          <a:gd name="connsiteX0" fmla="*/ 0 w 32887"/>
                          <a:gd name="connsiteY0" fmla="*/ 0 h 15811"/>
                          <a:gd name="connsiteX1" fmla="*/ 32888 w 32887"/>
                          <a:gd name="connsiteY1" fmla="*/ 0 h 15811"/>
                          <a:gd name="connsiteX2" fmla="*/ 32888 w 32887"/>
                          <a:gd name="connsiteY2" fmla="*/ 15812 h 15811"/>
                          <a:gd name="connsiteX3" fmla="*/ 0 w 32887"/>
                          <a:gd name="connsiteY3" fmla="*/ 15812 h 15811"/>
                        </a:gdLst>
                        <a:ahLst/>
                        <a:cxnLst>
                          <a:cxn ang="0">
                            <a:pos x="connsiteX0" y="connsiteY0"/>
                          </a:cxn>
                          <a:cxn ang="0">
                            <a:pos x="connsiteX1" y="connsiteY1"/>
                          </a:cxn>
                          <a:cxn ang="0">
                            <a:pos x="connsiteX2" y="connsiteY2"/>
                          </a:cxn>
                          <a:cxn ang="0">
                            <a:pos x="connsiteX3" y="connsiteY3"/>
                          </a:cxn>
                        </a:cxnLst>
                        <a:rect l="l" t="t" r="r" b="b"/>
                        <a:pathLst>
                          <a:path w="32887" h="15811">
                            <a:moveTo>
                              <a:pt x="0" y="0"/>
                            </a:moveTo>
                            <a:lnTo>
                              <a:pt x="32888" y="0"/>
                            </a:lnTo>
                            <a:lnTo>
                              <a:pt x="32888" y="15812"/>
                            </a:lnTo>
                            <a:lnTo>
                              <a:pt x="0" y="15812"/>
                            </a:lnTo>
                            <a:close/>
                          </a:path>
                        </a:pathLst>
                      </a:custGeom>
                      <a:grpFill/>
                      <a:ln w="6271" cap="flat">
                        <a:noFill/>
                        <a:prstDash val="solid"/>
                        <a:miter/>
                      </a:ln>
                    </p:spPr>
                    <p:txBody>
                      <a:bodyPr rtlCol="0" anchor="ctr"/>
                      <a:lstStyle/>
                      <a:p>
                        <a:endParaRPr lang="en-US"/>
                      </a:p>
                    </p:txBody>
                  </p:sp>
                  <p:sp>
                    <p:nvSpPr>
                      <p:cNvPr id="45" name="Picture Placeholder 96">
                        <a:extLst>
                          <a:ext uri="{FF2B5EF4-FFF2-40B4-BE49-F238E27FC236}">
                            <a16:creationId xmlns:a16="http://schemas.microsoft.com/office/drawing/2014/main" id="{7A12277C-2C95-BDA6-CC97-AE965770CF1C}"/>
                          </a:ext>
                        </a:extLst>
                      </p:cNvPr>
                      <p:cNvSpPr/>
                      <p:nvPr/>
                    </p:nvSpPr>
                    <p:spPr>
                      <a:xfrm>
                        <a:off x="2208204" y="3100074"/>
                        <a:ext cx="32887" cy="15811"/>
                      </a:xfrm>
                      <a:custGeom>
                        <a:avLst/>
                        <a:gdLst>
                          <a:gd name="connsiteX0" fmla="*/ 0 w 32887"/>
                          <a:gd name="connsiteY0" fmla="*/ 0 h 15811"/>
                          <a:gd name="connsiteX1" fmla="*/ 32888 w 32887"/>
                          <a:gd name="connsiteY1" fmla="*/ 0 h 15811"/>
                          <a:gd name="connsiteX2" fmla="*/ 32888 w 32887"/>
                          <a:gd name="connsiteY2" fmla="*/ 15811 h 15811"/>
                          <a:gd name="connsiteX3" fmla="*/ 0 w 32887"/>
                          <a:gd name="connsiteY3" fmla="*/ 15811 h 15811"/>
                        </a:gdLst>
                        <a:ahLst/>
                        <a:cxnLst>
                          <a:cxn ang="0">
                            <a:pos x="connsiteX0" y="connsiteY0"/>
                          </a:cxn>
                          <a:cxn ang="0">
                            <a:pos x="connsiteX1" y="connsiteY1"/>
                          </a:cxn>
                          <a:cxn ang="0">
                            <a:pos x="connsiteX2" y="connsiteY2"/>
                          </a:cxn>
                          <a:cxn ang="0">
                            <a:pos x="connsiteX3" y="connsiteY3"/>
                          </a:cxn>
                        </a:cxnLst>
                        <a:rect l="l" t="t" r="r" b="b"/>
                        <a:pathLst>
                          <a:path w="32887" h="15811">
                            <a:moveTo>
                              <a:pt x="0" y="0"/>
                            </a:moveTo>
                            <a:lnTo>
                              <a:pt x="32888" y="0"/>
                            </a:lnTo>
                            <a:lnTo>
                              <a:pt x="32888" y="15811"/>
                            </a:lnTo>
                            <a:lnTo>
                              <a:pt x="0" y="15811"/>
                            </a:lnTo>
                            <a:close/>
                          </a:path>
                        </a:pathLst>
                      </a:custGeom>
                      <a:grpFill/>
                      <a:ln w="6271" cap="flat">
                        <a:noFill/>
                        <a:prstDash val="solid"/>
                        <a:miter/>
                      </a:ln>
                    </p:spPr>
                    <p:txBody>
                      <a:bodyPr rtlCol="0" anchor="ctr"/>
                      <a:lstStyle/>
                      <a:p>
                        <a:endParaRPr lang="en-US"/>
                      </a:p>
                    </p:txBody>
                  </p:sp>
                </p:grpSp>
              </p:grpSp>
              <p:grpSp>
                <p:nvGrpSpPr>
                  <p:cNvPr id="33" name="Picture Placeholder 96">
                    <a:extLst>
                      <a:ext uri="{FF2B5EF4-FFF2-40B4-BE49-F238E27FC236}">
                        <a16:creationId xmlns:a16="http://schemas.microsoft.com/office/drawing/2014/main" id="{9423345F-6C79-9411-D16C-0B028764D8B0}"/>
                      </a:ext>
                    </a:extLst>
                  </p:cNvPr>
                  <p:cNvGrpSpPr/>
                  <p:nvPr/>
                </p:nvGrpSpPr>
                <p:grpSpPr>
                  <a:xfrm>
                    <a:off x="1996962" y="3065921"/>
                    <a:ext cx="61348" cy="216301"/>
                    <a:chOff x="1996962" y="3065921"/>
                    <a:chExt cx="61348" cy="216301"/>
                  </a:xfrm>
                  <a:grpFill/>
                </p:grpSpPr>
                <p:sp>
                  <p:nvSpPr>
                    <p:cNvPr id="34" name="Picture Placeholder 96">
                      <a:extLst>
                        <a:ext uri="{FF2B5EF4-FFF2-40B4-BE49-F238E27FC236}">
                          <a16:creationId xmlns:a16="http://schemas.microsoft.com/office/drawing/2014/main" id="{1D859B4C-CBB5-033C-3501-661FCA5DB1D7}"/>
                        </a:ext>
                      </a:extLst>
                    </p:cNvPr>
                    <p:cNvSpPr/>
                    <p:nvPr/>
                  </p:nvSpPr>
                  <p:spPr>
                    <a:xfrm>
                      <a:off x="1996962" y="3065921"/>
                      <a:ext cx="61348" cy="216301"/>
                    </a:xfrm>
                    <a:custGeom>
                      <a:avLst/>
                      <a:gdLst>
                        <a:gd name="connsiteX0" fmla="*/ 61349 w 61348"/>
                        <a:gd name="connsiteY0" fmla="*/ 216301 h 216301"/>
                        <a:gd name="connsiteX1" fmla="*/ 0 w 61348"/>
                        <a:gd name="connsiteY1" fmla="*/ 216301 h 216301"/>
                        <a:gd name="connsiteX2" fmla="*/ 0 w 61348"/>
                        <a:gd name="connsiteY2" fmla="*/ 0 h 216301"/>
                        <a:gd name="connsiteX3" fmla="*/ 61349 w 61348"/>
                        <a:gd name="connsiteY3" fmla="*/ 0 h 216301"/>
                        <a:gd name="connsiteX4" fmla="*/ 61349 w 61348"/>
                        <a:gd name="connsiteY4" fmla="*/ 15812 h 216301"/>
                        <a:gd name="connsiteX5" fmla="*/ 15812 w 61348"/>
                        <a:gd name="connsiteY5" fmla="*/ 15812 h 216301"/>
                        <a:gd name="connsiteX6" fmla="*/ 15812 w 61348"/>
                        <a:gd name="connsiteY6" fmla="*/ 200490 h 216301"/>
                        <a:gd name="connsiteX7" fmla="*/ 61349 w 61348"/>
                        <a:gd name="connsiteY7" fmla="*/ 200490 h 21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348" h="216301">
                          <a:moveTo>
                            <a:pt x="61349" y="216301"/>
                          </a:moveTo>
                          <a:lnTo>
                            <a:pt x="0" y="216301"/>
                          </a:lnTo>
                          <a:lnTo>
                            <a:pt x="0" y="0"/>
                          </a:lnTo>
                          <a:lnTo>
                            <a:pt x="61349" y="0"/>
                          </a:lnTo>
                          <a:lnTo>
                            <a:pt x="61349" y="15812"/>
                          </a:lnTo>
                          <a:lnTo>
                            <a:pt x="15812" y="15812"/>
                          </a:lnTo>
                          <a:lnTo>
                            <a:pt x="15812" y="200490"/>
                          </a:lnTo>
                          <a:lnTo>
                            <a:pt x="61349" y="200490"/>
                          </a:lnTo>
                          <a:close/>
                        </a:path>
                      </a:pathLst>
                    </a:custGeom>
                    <a:grpFill/>
                    <a:ln w="6271" cap="flat">
                      <a:noFill/>
                      <a:prstDash val="solid"/>
                      <a:miter/>
                    </a:ln>
                  </p:spPr>
                  <p:txBody>
                    <a:bodyPr rtlCol="0" anchor="ctr"/>
                    <a:lstStyle/>
                    <a:p>
                      <a:endParaRPr lang="en-US"/>
                    </a:p>
                  </p:txBody>
                </p:sp>
                <p:grpSp>
                  <p:nvGrpSpPr>
                    <p:cNvPr id="35" name="Picture Placeholder 96">
                      <a:extLst>
                        <a:ext uri="{FF2B5EF4-FFF2-40B4-BE49-F238E27FC236}">
                          <a16:creationId xmlns:a16="http://schemas.microsoft.com/office/drawing/2014/main" id="{865AE1B4-34D6-D3FB-077E-29BEA9938541}"/>
                        </a:ext>
                      </a:extLst>
                    </p:cNvPr>
                    <p:cNvGrpSpPr/>
                    <p:nvPr/>
                  </p:nvGrpSpPr>
                  <p:grpSpPr>
                    <a:xfrm>
                      <a:off x="2025423" y="3100074"/>
                      <a:ext cx="32887" cy="148628"/>
                      <a:chOff x="2025423" y="3100074"/>
                      <a:chExt cx="32887" cy="148628"/>
                    </a:xfrm>
                    <a:grpFill/>
                  </p:grpSpPr>
                  <p:sp>
                    <p:nvSpPr>
                      <p:cNvPr id="36" name="Picture Placeholder 96">
                        <a:extLst>
                          <a:ext uri="{FF2B5EF4-FFF2-40B4-BE49-F238E27FC236}">
                            <a16:creationId xmlns:a16="http://schemas.microsoft.com/office/drawing/2014/main" id="{428D17E7-44A6-7FEA-E669-86757C0924B4}"/>
                          </a:ext>
                        </a:extLst>
                      </p:cNvPr>
                      <p:cNvSpPr/>
                      <p:nvPr/>
                    </p:nvSpPr>
                    <p:spPr>
                      <a:xfrm>
                        <a:off x="2025423" y="3232890"/>
                        <a:ext cx="32887" cy="15811"/>
                      </a:xfrm>
                      <a:custGeom>
                        <a:avLst/>
                        <a:gdLst>
                          <a:gd name="connsiteX0" fmla="*/ 0 w 32887"/>
                          <a:gd name="connsiteY0" fmla="*/ 0 h 15811"/>
                          <a:gd name="connsiteX1" fmla="*/ 32888 w 32887"/>
                          <a:gd name="connsiteY1" fmla="*/ 0 h 15811"/>
                          <a:gd name="connsiteX2" fmla="*/ 32888 w 32887"/>
                          <a:gd name="connsiteY2" fmla="*/ 15811 h 15811"/>
                          <a:gd name="connsiteX3" fmla="*/ 0 w 32887"/>
                          <a:gd name="connsiteY3" fmla="*/ 15811 h 15811"/>
                        </a:gdLst>
                        <a:ahLst/>
                        <a:cxnLst>
                          <a:cxn ang="0">
                            <a:pos x="connsiteX0" y="connsiteY0"/>
                          </a:cxn>
                          <a:cxn ang="0">
                            <a:pos x="connsiteX1" y="connsiteY1"/>
                          </a:cxn>
                          <a:cxn ang="0">
                            <a:pos x="connsiteX2" y="connsiteY2"/>
                          </a:cxn>
                          <a:cxn ang="0">
                            <a:pos x="connsiteX3" y="connsiteY3"/>
                          </a:cxn>
                        </a:cxnLst>
                        <a:rect l="l" t="t" r="r" b="b"/>
                        <a:pathLst>
                          <a:path w="32887" h="15811">
                            <a:moveTo>
                              <a:pt x="0" y="0"/>
                            </a:moveTo>
                            <a:lnTo>
                              <a:pt x="32888" y="0"/>
                            </a:lnTo>
                            <a:lnTo>
                              <a:pt x="32888" y="15811"/>
                            </a:lnTo>
                            <a:lnTo>
                              <a:pt x="0" y="15811"/>
                            </a:lnTo>
                            <a:close/>
                          </a:path>
                        </a:pathLst>
                      </a:custGeom>
                      <a:grpFill/>
                      <a:ln w="6271" cap="flat">
                        <a:noFill/>
                        <a:prstDash val="solid"/>
                        <a:miter/>
                      </a:ln>
                    </p:spPr>
                    <p:txBody>
                      <a:bodyPr rtlCol="0" anchor="ctr"/>
                      <a:lstStyle/>
                      <a:p>
                        <a:endParaRPr lang="en-US"/>
                      </a:p>
                    </p:txBody>
                  </p:sp>
                  <p:sp>
                    <p:nvSpPr>
                      <p:cNvPr id="37" name="Picture Placeholder 96">
                        <a:extLst>
                          <a:ext uri="{FF2B5EF4-FFF2-40B4-BE49-F238E27FC236}">
                            <a16:creationId xmlns:a16="http://schemas.microsoft.com/office/drawing/2014/main" id="{D802BC71-1534-3C5E-094F-AB78AEA5D90B}"/>
                          </a:ext>
                        </a:extLst>
                      </p:cNvPr>
                      <p:cNvSpPr/>
                      <p:nvPr/>
                    </p:nvSpPr>
                    <p:spPr>
                      <a:xfrm>
                        <a:off x="2025423" y="3187986"/>
                        <a:ext cx="32887" cy="15811"/>
                      </a:xfrm>
                      <a:custGeom>
                        <a:avLst/>
                        <a:gdLst>
                          <a:gd name="connsiteX0" fmla="*/ 0 w 32887"/>
                          <a:gd name="connsiteY0" fmla="*/ 0 h 15811"/>
                          <a:gd name="connsiteX1" fmla="*/ 32888 w 32887"/>
                          <a:gd name="connsiteY1" fmla="*/ 0 h 15811"/>
                          <a:gd name="connsiteX2" fmla="*/ 32888 w 32887"/>
                          <a:gd name="connsiteY2" fmla="*/ 15812 h 15811"/>
                          <a:gd name="connsiteX3" fmla="*/ 0 w 32887"/>
                          <a:gd name="connsiteY3" fmla="*/ 15812 h 15811"/>
                        </a:gdLst>
                        <a:ahLst/>
                        <a:cxnLst>
                          <a:cxn ang="0">
                            <a:pos x="connsiteX0" y="connsiteY0"/>
                          </a:cxn>
                          <a:cxn ang="0">
                            <a:pos x="connsiteX1" y="connsiteY1"/>
                          </a:cxn>
                          <a:cxn ang="0">
                            <a:pos x="connsiteX2" y="connsiteY2"/>
                          </a:cxn>
                          <a:cxn ang="0">
                            <a:pos x="connsiteX3" y="connsiteY3"/>
                          </a:cxn>
                        </a:cxnLst>
                        <a:rect l="l" t="t" r="r" b="b"/>
                        <a:pathLst>
                          <a:path w="32887" h="15811">
                            <a:moveTo>
                              <a:pt x="0" y="0"/>
                            </a:moveTo>
                            <a:lnTo>
                              <a:pt x="32888" y="0"/>
                            </a:lnTo>
                            <a:lnTo>
                              <a:pt x="32888" y="15812"/>
                            </a:lnTo>
                            <a:lnTo>
                              <a:pt x="0" y="15812"/>
                            </a:lnTo>
                            <a:close/>
                          </a:path>
                        </a:pathLst>
                      </a:custGeom>
                      <a:grpFill/>
                      <a:ln w="6271" cap="flat">
                        <a:noFill/>
                        <a:prstDash val="solid"/>
                        <a:miter/>
                      </a:ln>
                    </p:spPr>
                    <p:txBody>
                      <a:bodyPr rtlCol="0" anchor="ctr"/>
                      <a:lstStyle/>
                      <a:p>
                        <a:endParaRPr lang="en-US"/>
                      </a:p>
                    </p:txBody>
                  </p:sp>
                  <p:sp>
                    <p:nvSpPr>
                      <p:cNvPr id="38" name="Picture Placeholder 96">
                        <a:extLst>
                          <a:ext uri="{FF2B5EF4-FFF2-40B4-BE49-F238E27FC236}">
                            <a16:creationId xmlns:a16="http://schemas.microsoft.com/office/drawing/2014/main" id="{A2F41836-4DBA-9DB4-DC7D-FC1E38DD37FB}"/>
                          </a:ext>
                        </a:extLst>
                      </p:cNvPr>
                      <p:cNvSpPr/>
                      <p:nvPr/>
                    </p:nvSpPr>
                    <p:spPr>
                      <a:xfrm>
                        <a:off x="2025423" y="3143713"/>
                        <a:ext cx="32887" cy="15811"/>
                      </a:xfrm>
                      <a:custGeom>
                        <a:avLst/>
                        <a:gdLst>
                          <a:gd name="connsiteX0" fmla="*/ 0 w 32887"/>
                          <a:gd name="connsiteY0" fmla="*/ 0 h 15811"/>
                          <a:gd name="connsiteX1" fmla="*/ 32888 w 32887"/>
                          <a:gd name="connsiteY1" fmla="*/ 0 h 15811"/>
                          <a:gd name="connsiteX2" fmla="*/ 32888 w 32887"/>
                          <a:gd name="connsiteY2" fmla="*/ 15812 h 15811"/>
                          <a:gd name="connsiteX3" fmla="*/ 0 w 32887"/>
                          <a:gd name="connsiteY3" fmla="*/ 15812 h 15811"/>
                        </a:gdLst>
                        <a:ahLst/>
                        <a:cxnLst>
                          <a:cxn ang="0">
                            <a:pos x="connsiteX0" y="connsiteY0"/>
                          </a:cxn>
                          <a:cxn ang="0">
                            <a:pos x="connsiteX1" y="connsiteY1"/>
                          </a:cxn>
                          <a:cxn ang="0">
                            <a:pos x="connsiteX2" y="connsiteY2"/>
                          </a:cxn>
                          <a:cxn ang="0">
                            <a:pos x="connsiteX3" y="connsiteY3"/>
                          </a:cxn>
                        </a:cxnLst>
                        <a:rect l="l" t="t" r="r" b="b"/>
                        <a:pathLst>
                          <a:path w="32887" h="15811">
                            <a:moveTo>
                              <a:pt x="0" y="0"/>
                            </a:moveTo>
                            <a:lnTo>
                              <a:pt x="32888" y="0"/>
                            </a:lnTo>
                            <a:lnTo>
                              <a:pt x="32888" y="15812"/>
                            </a:lnTo>
                            <a:lnTo>
                              <a:pt x="0" y="15812"/>
                            </a:lnTo>
                            <a:close/>
                          </a:path>
                        </a:pathLst>
                      </a:custGeom>
                      <a:grpFill/>
                      <a:ln w="6271" cap="flat">
                        <a:noFill/>
                        <a:prstDash val="solid"/>
                        <a:miter/>
                      </a:ln>
                    </p:spPr>
                    <p:txBody>
                      <a:bodyPr rtlCol="0" anchor="ctr"/>
                      <a:lstStyle/>
                      <a:p>
                        <a:endParaRPr lang="en-US"/>
                      </a:p>
                    </p:txBody>
                  </p:sp>
                  <p:sp>
                    <p:nvSpPr>
                      <p:cNvPr id="39" name="Picture Placeholder 96">
                        <a:extLst>
                          <a:ext uri="{FF2B5EF4-FFF2-40B4-BE49-F238E27FC236}">
                            <a16:creationId xmlns:a16="http://schemas.microsoft.com/office/drawing/2014/main" id="{9AFB7D37-3EC8-32DA-F466-43A7A3BCF06A}"/>
                          </a:ext>
                        </a:extLst>
                      </p:cNvPr>
                      <p:cNvSpPr/>
                      <p:nvPr/>
                    </p:nvSpPr>
                    <p:spPr>
                      <a:xfrm>
                        <a:off x="2025423" y="3100074"/>
                        <a:ext cx="32887" cy="15811"/>
                      </a:xfrm>
                      <a:custGeom>
                        <a:avLst/>
                        <a:gdLst>
                          <a:gd name="connsiteX0" fmla="*/ 0 w 32887"/>
                          <a:gd name="connsiteY0" fmla="*/ 0 h 15811"/>
                          <a:gd name="connsiteX1" fmla="*/ 32888 w 32887"/>
                          <a:gd name="connsiteY1" fmla="*/ 0 h 15811"/>
                          <a:gd name="connsiteX2" fmla="*/ 32888 w 32887"/>
                          <a:gd name="connsiteY2" fmla="*/ 15811 h 15811"/>
                          <a:gd name="connsiteX3" fmla="*/ 0 w 32887"/>
                          <a:gd name="connsiteY3" fmla="*/ 15811 h 15811"/>
                        </a:gdLst>
                        <a:ahLst/>
                        <a:cxnLst>
                          <a:cxn ang="0">
                            <a:pos x="connsiteX0" y="connsiteY0"/>
                          </a:cxn>
                          <a:cxn ang="0">
                            <a:pos x="connsiteX1" y="connsiteY1"/>
                          </a:cxn>
                          <a:cxn ang="0">
                            <a:pos x="connsiteX2" y="connsiteY2"/>
                          </a:cxn>
                          <a:cxn ang="0">
                            <a:pos x="connsiteX3" y="connsiteY3"/>
                          </a:cxn>
                        </a:cxnLst>
                        <a:rect l="l" t="t" r="r" b="b"/>
                        <a:pathLst>
                          <a:path w="32887" h="15811">
                            <a:moveTo>
                              <a:pt x="0" y="0"/>
                            </a:moveTo>
                            <a:lnTo>
                              <a:pt x="32888" y="0"/>
                            </a:lnTo>
                            <a:lnTo>
                              <a:pt x="32888" y="15811"/>
                            </a:lnTo>
                            <a:lnTo>
                              <a:pt x="0" y="15811"/>
                            </a:lnTo>
                            <a:close/>
                          </a:path>
                        </a:pathLst>
                      </a:custGeom>
                      <a:grpFill/>
                      <a:ln w="6271" cap="flat">
                        <a:noFill/>
                        <a:prstDash val="solid"/>
                        <a:miter/>
                      </a:ln>
                    </p:spPr>
                    <p:txBody>
                      <a:bodyPr rtlCol="0" anchor="ctr"/>
                      <a:lstStyle/>
                      <a:p>
                        <a:endParaRPr lang="en-US"/>
                      </a:p>
                    </p:txBody>
                  </p:sp>
                </p:grpSp>
              </p:grpSp>
            </p:grpSp>
          </p:grpSp>
        </p:grpSp>
      </p:grpSp>
      <p:grpSp>
        <p:nvGrpSpPr>
          <p:cNvPr id="157" name="Group 156">
            <a:extLst>
              <a:ext uri="{FF2B5EF4-FFF2-40B4-BE49-F238E27FC236}">
                <a16:creationId xmlns:a16="http://schemas.microsoft.com/office/drawing/2014/main" id="{98C228A2-EAC7-AAA3-A533-7C994893B54A}"/>
              </a:ext>
            </a:extLst>
          </p:cNvPr>
          <p:cNvGrpSpPr/>
          <p:nvPr/>
        </p:nvGrpSpPr>
        <p:grpSpPr>
          <a:xfrm>
            <a:off x="9754510" y="2368776"/>
            <a:ext cx="1401230" cy="1401230"/>
            <a:chOff x="9984834" y="4016601"/>
            <a:chExt cx="1401230" cy="1401230"/>
          </a:xfrm>
        </p:grpSpPr>
        <p:sp>
          <p:nvSpPr>
            <p:cNvPr id="127" name="Oval 126">
              <a:extLst>
                <a:ext uri="{FF2B5EF4-FFF2-40B4-BE49-F238E27FC236}">
                  <a16:creationId xmlns:a16="http://schemas.microsoft.com/office/drawing/2014/main" id="{FDB269D9-FC7D-1484-45DE-F2D178437489}"/>
                </a:ext>
              </a:extLst>
            </p:cNvPr>
            <p:cNvSpPr/>
            <p:nvPr/>
          </p:nvSpPr>
          <p:spPr bwMode="gray">
            <a:xfrm>
              <a:off x="9984834" y="4016601"/>
              <a:ext cx="1401230" cy="1401230"/>
            </a:xfrm>
            <a:prstGeom prst="ellipse">
              <a:avLst/>
            </a:prstGeom>
            <a:solidFill>
              <a:schemeClr val="accent4">
                <a:lumMod val="20000"/>
                <a:lumOff val="80000"/>
                <a:alpha val="70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128" name="Oval 127">
              <a:extLst>
                <a:ext uri="{FF2B5EF4-FFF2-40B4-BE49-F238E27FC236}">
                  <a16:creationId xmlns:a16="http://schemas.microsoft.com/office/drawing/2014/main" id="{41F48666-434C-937D-DADE-400EBCF76B65}"/>
                </a:ext>
              </a:extLst>
            </p:cNvPr>
            <p:cNvSpPr/>
            <p:nvPr/>
          </p:nvSpPr>
          <p:spPr bwMode="gray">
            <a:xfrm>
              <a:off x="10120254" y="4152021"/>
              <a:ext cx="1130391" cy="1130391"/>
            </a:xfrm>
            <a:prstGeom prst="ellipse">
              <a:avLst/>
            </a:prstGeom>
            <a:solidFill>
              <a:schemeClr val="bg1"/>
            </a:solidFill>
            <a:ln w="25400">
              <a:solidFill>
                <a:schemeClr val="accent4"/>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grpSp>
          <p:nvGrpSpPr>
            <p:cNvPr id="56" name="Picture Placeholder 97" descr="Operations">
              <a:extLst>
                <a:ext uri="{FF2B5EF4-FFF2-40B4-BE49-F238E27FC236}">
                  <a16:creationId xmlns:a16="http://schemas.microsoft.com/office/drawing/2014/main" id="{45D72D2D-1C7F-528B-0A47-DCAA0FD6AF3E}"/>
                </a:ext>
              </a:extLst>
            </p:cNvPr>
            <p:cNvGrpSpPr>
              <a:grpSpLocks noChangeAspect="1"/>
            </p:cNvGrpSpPr>
            <p:nvPr/>
          </p:nvGrpSpPr>
          <p:grpSpPr>
            <a:xfrm>
              <a:off x="10385131" y="4417632"/>
              <a:ext cx="600637" cy="599168"/>
              <a:chOff x="7125981" y="3179818"/>
              <a:chExt cx="600637" cy="599168"/>
            </a:xfrm>
            <a:solidFill>
              <a:schemeClr val="accent4"/>
            </a:solidFill>
          </p:grpSpPr>
          <p:sp>
            <p:nvSpPr>
              <p:cNvPr id="57" name="Picture Placeholder 97">
                <a:extLst>
                  <a:ext uri="{FF2B5EF4-FFF2-40B4-BE49-F238E27FC236}">
                    <a16:creationId xmlns:a16="http://schemas.microsoft.com/office/drawing/2014/main" id="{FA42A9F0-1504-1009-E3EB-D13BF405845F}"/>
                  </a:ext>
                </a:extLst>
              </p:cNvPr>
              <p:cNvSpPr/>
              <p:nvPr/>
            </p:nvSpPr>
            <p:spPr>
              <a:xfrm>
                <a:off x="7276406" y="3329940"/>
                <a:ext cx="292196" cy="292196"/>
              </a:xfrm>
              <a:custGeom>
                <a:avLst/>
                <a:gdLst>
                  <a:gd name="connsiteX0" fmla="*/ 146098 w 292196"/>
                  <a:gd name="connsiteY0" fmla="*/ 292197 h 292196"/>
                  <a:gd name="connsiteX1" fmla="*/ 0 w 292196"/>
                  <a:gd name="connsiteY1" fmla="*/ 146098 h 292196"/>
                  <a:gd name="connsiteX2" fmla="*/ 146098 w 292196"/>
                  <a:gd name="connsiteY2" fmla="*/ 0 h 292196"/>
                  <a:gd name="connsiteX3" fmla="*/ 292197 w 292196"/>
                  <a:gd name="connsiteY3" fmla="*/ 146098 h 292196"/>
                  <a:gd name="connsiteX4" fmla="*/ 146098 w 292196"/>
                  <a:gd name="connsiteY4" fmla="*/ 292197 h 292196"/>
                  <a:gd name="connsiteX5" fmla="*/ 146098 w 292196"/>
                  <a:gd name="connsiteY5" fmla="*/ 15812 h 292196"/>
                  <a:gd name="connsiteX6" fmla="*/ 15812 w 292196"/>
                  <a:gd name="connsiteY6" fmla="*/ 146098 h 292196"/>
                  <a:gd name="connsiteX7" fmla="*/ 146098 w 292196"/>
                  <a:gd name="connsiteY7" fmla="*/ 276385 h 292196"/>
                  <a:gd name="connsiteX8" fmla="*/ 276385 w 292196"/>
                  <a:gd name="connsiteY8" fmla="*/ 146098 h 292196"/>
                  <a:gd name="connsiteX9" fmla="*/ 146098 w 292196"/>
                  <a:gd name="connsiteY9" fmla="*/ 15812 h 29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96" h="292196">
                    <a:moveTo>
                      <a:pt x="146098" y="292197"/>
                    </a:moveTo>
                    <a:cubicBezTo>
                      <a:pt x="65776" y="292197"/>
                      <a:pt x="0" y="226421"/>
                      <a:pt x="0" y="146098"/>
                    </a:cubicBezTo>
                    <a:cubicBezTo>
                      <a:pt x="0" y="65776"/>
                      <a:pt x="65776" y="0"/>
                      <a:pt x="146098" y="0"/>
                    </a:cubicBezTo>
                    <a:cubicBezTo>
                      <a:pt x="226421" y="0"/>
                      <a:pt x="292197" y="65776"/>
                      <a:pt x="292197" y="146098"/>
                    </a:cubicBezTo>
                    <a:cubicBezTo>
                      <a:pt x="292197" y="226421"/>
                      <a:pt x="226421" y="292197"/>
                      <a:pt x="146098" y="292197"/>
                    </a:cubicBezTo>
                    <a:close/>
                    <a:moveTo>
                      <a:pt x="146098" y="15812"/>
                    </a:moveTo>
                    <a:cubicBezTo>
                      <a:pt x="73998" y="15812"/>
                      <a:pt x="15812" y="74630"/>
                      <a:pt x="15812" y="146098"/>
                    </a:cubicBezTo>
                    <a:cubicBezTo>
                      <a:pt x="15812" y="217566"/>
                      <a:pt x="73998" y="276385"/>
                      <a:pt x="146098" y="276385"/>
                    </a:cubicBezTo>
                    <a:cubicBezTo>
                      <a:pt x="218199" y="276385"/>
                      <a:pt x="276385" y="218199"/>
                      <a:pt x="276385" y="146098"/>
                    </a:cubicBezTo>
                    <a:cubicBezTo>
                      <a:pt x="276385" y="73998"/>
                      <a:pt x="218199" y="15812"/>
                      <a:pt x="146098" y="15812"/>
                    </a:cubicBezTo>
                    <a:close/>
                  </a:path>
                </a:pathLst>
              </a:custGeom>
              <a:grpFill/>
              <a:ln w="6271" cap="flat">
                <a:noFill/>
                <a:prstDash val="solid"/>
                <a:miter/>
              </a:ln>
            </p:spPr>
            <p:txBody>
              <a:bodyPr rtlCol="0" anchor="ctr"/>
              <a:lstStyle/>
              <a:p>
                <a:endParaRPr lang="en-US"/>
              </a:p>
            </p:txBody>
          </p:sp>
          <p:grpSp>
            <p:nvGrpSpPr>
              <p:cNvPr id="58" name="Picture Placeholder 97">
                <a:extLst>
                  <a:ext uri="{FF2B5EF4-FFF2-40B4-BE49-F238E27FC236}">
                    <a16:creationId xmlns:a16="http://schemas.microsoft.com/office/drawing/2014/main" id="{24D50F84-74FF-CBE8-9935-32C03C90C5E0}"/>
                  </a:ext>
                </a:extLst>
              </p:cNvPr>
              <p:cNvGrpSpPr/>
              <p:nvPr/>
            </p:nvGrpSpPr>
            <p:grpSpPr>
              <a:xfrm>
                <a:off x="7511149" y="3563353"/>
                <a:ext cx="215469" cy="215633"/>
                <a:chOff x="7511149" y="3563353"/>
                <a:chExt cx="215469" cy="215633"/>
              </a:xfrm>
              <a:grpFill/>
            </p:grpSpPr>
            <p:sp>
              <p:nvSpPr>
                <p:cNvPr id="79" name="Picture Placeholder 97">
                  <a:extLst>
                    <a:ext uri="{FF2B5EF4-FFF2-40B4-BE49-F238E27FC236}">
                      <a16:creationId xmlns:a16="http://schemas.microsoft.com/office/drawing/2014/main" id="{98BF3C82-CBBC-D319-18A6-12C06C4ACC75}"/>
                    </a:ext>
                  </a:extLst>
                </p:cNvPr>
                <p:cNvSpPr/>
                <p:nvPr/>
              </p:nvSpPr>
              <p:spPr>
                <a:xfrm>
                  <a:off x="7511149" y="3563353"/>
                  <a:ext cx="215469" cy="215633"/>
                </a:xfrm>
                <a:custGeom>
                  <a:avLst/>
                  <a:gdLst>
                    <a:gd name="connsiteX0" fmla="*/ 107418 w 215469"/>
                    <a:gd name="connsiteY0" fmla="*/ 215634 h 215633"/>
                    <a:gd name="connsiteX1" fmla="*/ 61249 w 215469"/>
                    <a:gd name="connsiteY1" fmla="*/ 204882 h 215633"/>
                    <a:gd name="connsiteX2" fmla="*/ 6225 w 215469"/>
                    <a:gd name="connsiteY2" fmla="*/ 143533 h 215633"/>
                    <a:gd name="connsiteX3" fmla="*/ 10652 w 215469"/>
                    <a:gd name="connsiteY3" fmla="*/ 61313 h 215633"/>
                    <a:gd name="connsiteX4" fmla="*/ 154220 w 215469"/>
                    <a:gd name="connsiteY4" fmla="*/ 10717 h 215633"/>
                    <a:gd name="connsiteX5" fmla="*/ 209244 w 215469"/>
                    <a:gd name="connsiteY5" fmla="*/ 72065 h 215633"/>
                    <a:gd name="connsiteX6" fmla="*/ 204817 w 215469"/>
                    <a:gd name="connsiteY6" fmla="*/ 154285 h 215633"/>
                    <a:gd name="connsiteX7" fmla="*/ 204817 w 215469"/>
                    <a:gd name="connsiteY7" fmla="*/ 154285 h 215633"/>
                    <a:gd name="connsiteX8" fmla="*/ 107418 w 215469"/>
                    <a:gd name="connsiteY8" fmla="*/ 215634 h 215633"/>
                    <a:gd name="connsiteX9" fmla="*/ 108051 w 215469"/>
                    <a:gd name="connsiteY9" fmla="*/ 15776 h 215633"/>
                    <a:gd name="connsiteX10" fmla="*/ 24566 w 215469"/>
                    <a:gd name="connsiteY10" fmla="*/ 68270 h 215633"/>
                    <a:gd name="connsiteX11" fmla="*/ 20771 w 215469"/>
                    <a:gd name="connsiteY11" fmla="*/ 138474 h 215633"/>
                    <a:gd name="connsiteX12" fmla="*/ 68206 w 215469"/>
                    <a:gd name="connsiteY12" fmla="*/ 190968 h 215633"/>
                    <a:gd name="connsiteX13" fmla="*/ 190903 w 215469"/>
                    <a:gd name="connsiteY13" fmla="*/ 147328 h 215633"/>
                    <a:gd name="connsiteX14" fmla="*/ 190903 w 215469"/>
                    <a:gd name="connsiteY14" fmla="*/ 147328 h 215633"/>
                    <a:gd name="connsiteX15" fmla="*/ 194698 w 215469"/>
                    <a:gd name="connsiteY15" fmla="*/ 77125 h 215633"/>
                    <a:gd name="connsiteX16" fmla="*/ 147263 w 215469"/>
                    <a:gd name="connsiteY16" fmla="*/ 24631 h 215633"/>
                    <a:gd name="connsiteX17" fmla="*/ 108051 w 215469"/>
                    <a:gd name="connsiteY17" fmla="*/ 15776 h 21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5469" h="215633">
                      <a:moveTo>
                        <a:pt x="107418" y="215634"/>
                      </a:moveTo>
                      <a:cubicBezTo>
                        <a:pt x="91607" y="215634"/>
                        <a:pt x="75795" y="212471"/>
                        <a:pt x="61249" y="204882"/>
                      </a:cubicBezTo>
                      <a:cubicBezTo>
                        <a:pt x="35318" y="192233"/>
                        <a:pt x="15712" y="170729"/>
                        <a:pt x="6225" y="143533"/>
                      </a:cubicBezTo>
                      <a:cubicBezTo>
                        <a:pt x="-3262" y="116337"/>
                        <a:pt x="-1997" y="87244"/>
                        <a:pt x="10652" y="61313"/>
                      </a:cubicBezTo>
                      <a:cubicBezTo>
                        <a:pt x="35950" y="7554"/>
                        <a:pt x="100461" y="-15214"/>
                        <a:pt x="154220" y="10717"/>
                      </a:cubicBezTo>
                      <a:cubicBezTo>
                        <a:pt x="180151" y="23366"/>
                        <a:pt x="199758" y="44869"/>
                        <a:pt x="209244" y="72065"/>
                      </a:cubicBezTo>
                      <a:cubicBezTo>
                        <a:pt x="218731" y="99261"/>
                        <a:pt x="217466" y="128354"/>
                        <a:pt x="204817" y="154285"/>
                      </a:cubicBezTo>
                      <a:lnTo>
                        <a:pt x="204817" y="154285"/>
                      </a:lnTo>
                      <a:cubicBezTo>
                        <a:pt x="186476" y="192865"/>
                        <a:pt x="147896" y="215634"/>
                        <a:pt x="107418" y="215634"/>
                      </a:cubicBezTo>
                      <a:close/>
                      <a:moveTo>
                        <a:pt x="108051" y="15776"/>
                      </a:moveTo>
                      <a:cubicBezTo>
                        <a:pt x="73898" y="15776"/>
                        <a:pt x="40378" y="35383"/>
                        <a:pt x="24566" y="68270"/>
                      </a:cubicBezTo>
                      <a:cubicBezTo>
                        <a:pt x="13814" y="90407"/>
                        <a:pt x="12549" y="115705"/>
                        <a:pt x="20771" y="138474"/>
                      </a:cubicBezTo>
                      <a:cubicBezTo>
                        <a:pt x="28993" y="161875"/>
                        <a:pt x="45437" y="180216"/>
                        <a:pt x="68206" y="190968"/>
                      </a:cubicBezTo>
                      <a:cubicBezTo>
                        <a:pt x="113743" y="213104"/>
                        <a:pt x="168767" y="193498"/>
                        <a:pt x="190903" y="147328"/>
                      </a:cubicBezTo>
                      <a:lnTo>
                        <a:pt x="190903" y="147328"/>
                      </a:lnTo>
                      <a:cubicBezTo>
                        <a:pt x="201655" y="125192"/>
                        <a:pt x="202920" y="99893"/>
                        <a:pt x="194698" y="77125"/>
                      </a:cubicBezTo>
                      <a:cubicBezTo>
                        <a:pt x="186476" y="53724"/>
                        <a:pt x="170032" y="35383"/>
                        <a:pt x="147263" y="24631"/>
                      </a:cubicBezTo>
                      <a:cubicBezTo>
                        <a:pt x="134614" y="18939"/>
                        <a:pt x="121333" y="15776"/>
                        <a:pt x="108051" y="15776"/>
                      </a:cubicBezTo>
                      <a:close/>
                    </a:path>
                  </a:pathLst>
                </a:custGeom>
                <a:grpFill/>
                <a:ln w="6271" cap="flat">
                  <a:noFill/>
                  <a:prstDash val="solid"/>
                  <a:miter/>
                </a:ln>
              </p:spPr>
              <p:txBody>
                <a:bodyPr rtlCol="0" anchor="ctr"/>
                <a:lstStyle/>
                <a:p>
                  <a:endParaRPr lang="en-US"/>
                </a:p>
              </p:txBody>
            </p:sp>
            <p:sp>
              <p:nvSpPr>
                <p:cNvPr id="80" name="Picture Placeholder 97">
                  <a:extLst>
                    <a:ext uri="{FF2B5EF4-FFF2-40B4-BE49-F238E27FC236}">
                      <a16:creationId xmlns:a16="http://schemas.microsoft.com/office/drawing/2014/main" id="{5A2DE03A-1CC2-26E6-9ED9-BCE48379062F}"/>
                    </a:ext>
                  </a:extLst>
                </p:cNvPr>
                <p:cNvSpPr/>
                <p:nvPr/>
              </p:nvSpPr>
              <p:spPr>
                <a:xfrm>
                  <a:off x="7555321" y="3608728"/>
                  <a:ext cx="111945" cy="65270"/>
                </a:xfrm>
                <a:custGeom>
                  <a:avLst/>
                  <a:gdLst>
                    <a:gd name="connsiteX0" fmla="*/ 60716 w 111945"/>
                    <a:gd name="connsiteY0" fmla="*/ 127 h 65270"/>
                    <a:gd name="connsiteX1" fmla="*/ 15179 w 111945"/>
                    <a:gd name="connsiteY1" fmla="*/ 24161 h 65270"/>
                    <a:gd name="connsiteX2" fmla="*/ 0 w 111945"/>
                    <a:gd name="connsiteY2" fmla="*/ 19101 h 65270"/>
                    <a:gd name="connsiteX3" fmla="*/ 10119 w 111945"/>
                    <a:gd name="connsiteY3" fmla="*/ 65271 h 65270"/>
                    <a:gd name="connsiteX4" fmla="*/ 44905 w 111945"/>
                    <a:gd name="connsiteY4" fmla="*/ 33648 h 65270"/>
                    <a:gd name="connsiteX5" fmla="*/ 31623 w 111945"/>
                    <a:gd name="connsiteY5" fmla="*/ 29853 h 65270"/>
                    <a:gd name="connsiteX6" fmla="*/ 61981 w 111945"/>
                    <a:gd name="connsiteY6" fmla="*/ 15939 h 65270"/>
                    <a:gd name="connsiteX7" fmla="*/ 99929 w 111945"/>
                    <a:gd name="connsiteY7" fmla="*/ 32383 h 65270"/>
                    <a:gd name="connsiteX8" fmla="*/ 111945 w 111945"/>
                    <a:gd name="connsiteY8" fmla="*/ 22263 h 65270"/>
                    <a:gd name="connsiteX9" fmla="*/ 60716 w 111945"/>
                    <a:gd name="connsiteY9" fmla="*/ 127 h 65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945" h="65270">
                      <a:moveTo>
                        <a:pt x="60716" y="127"/>
                      </a:moveTo>
                      <a:cubicBezTo>
                        <a:pt x="43007" y="1392"/>
                        <a:pt x="25931" y="10247"/>
                        <a:pt x="15179" y="24161"/>
                      </a:cubicBezTo>
                      <a:lnTo>
                        <a:pt x="0" y="19101"/>
                      </a:lnTo>
                      <a:lnTo>
                        <a:pt x="10119" y="65271"/>
                      </a:lnTo>
                      <a:lnTo>
                        <a:pt x="44905" y="33648"/>
                      </a:lnTo>
                      <a:lnTo>
                        <a:pt x="31623" y="29853"/>
                      </a:lnTo>
                      <a:cubicBezTo>
                        <a:pt x="39845" y="21631"/>
                        <a:pt x="50597" y="16571"/>
                        <a:pt x="61981" y="15939"/>
                      </a:cubicBezTo>
                      <a:cubicBezTo>
                        <a:pt x="76528" y="15306"/>
                        <a:pt x="90442" y="20998"/>
                        <a:pt x="99929" y="32383"/>
                      </a:cubicBezTo>
                      <a:lnTo>
                        <a:pt x="111945" y="22263"/>
                      </a:lnTo>
                      <a:cubicBezTo>
                        <a:pt x="98664" y="7084"/>
                        <a:pt x="80322" y="-1138"/>
                        <a:pt x="60716" y="127"/>
                      </a:cubicBezTo>
                      <a:close/>
                    </a:path>
                  </a:pathLst>
                </a:custGeom>
                <a:grpFill/>
                <a:ln w="6271" cap="flat">
                  <a:noFill/>
                  <a:prstDash val="solid"/>
                  <a:miter/>
                </a:ln>
              </p:spPr>
              <p:txBody>
                <a:bodyPr rtlCol="0" anchor="ctr"/>
                <a:lstStyle/>
                <a:p>
                  <a:endParaRPr lang="en-US"/>
                </a:p>
              </p:txBody>
            </p:sp>
            <p:sp>
              <p:nvSpPr>
                <p:cNvPr id="81" name="Picture Placeholder 97">
                  <a:extLst>
                    <a:ext uri="{FF2B5EF4-FFF2-40B4-BE49-F238E27FC236}">
                      <a16:creationId xmlns:a16="http://schemas.microsoft.com/office/drawing/2014/main" id="{405A453A-1464-1E6C-98F1-5D33F162C90F}"/>
                    </a:ext>
                  </a:extLst>
                </p:cNvPr>
                <p:cNvSpPr/>
                <p:nvPr/>
              </p:nvSpPr>
              <p:spPr>
                <a:xfrm>
                  <a:off x="7572398" y="3667674"/>
                  <a:ext cx="111945" cy="65143"/>
                </a:xfrm>
                <a:custGeom>
                  <a:avLst/>
                  <a:gdLst>
                    <a:gd name="connsiteX0" fmla="*/ 111945 w 111945"/>
                    <a:gd name="connsiteY0" fmla="*/ 46170 h 65143"/>
                    <a:gd name="connsiteX1" fmla="*/ 101826 w 111945"/>
                    <a:gd name="connsiteY1" fmla="*/ 0 h 65143"/>
                    <a:gd name="connsiteX2" fmla="*/ 67041 w 111945"/>
                    <a:gd name="connsiteY2" fmla="*/ 31623 h 65143"/>
                    <a:gd name="connsiteX3" fmla="*/ 80322 w 111945"/>
                    <a:gd name="connsiteY3" fmla="*/ 36050 h 65143"/>
                    <a:gd name="connsiteX4" fmla="*/ 49964 w 111945"/>
                    <a:gd name="connsiteY4" fmla="*/ 49964 h 65143"/>
                    <a:gd name="connsiteX5" fmla="*/ 12017 w 111945"/>
                    <a:gd name="connsiteY5" fmla="*/ 33520 h 65143"/>
                    <a:gd name="connsiteX6" fmla="*/ 0 w 111945"/>
                    <a:gd name="connsiteY6" fmla="*/ 43640 h 65143"/>
                    <a:gd name="connsiteX7" fmla="*/ 47435 w 111945"/>
                    <a:gd name="connsiteY7" fmla="*/ 65143 h 65143"/>
                    <a:gd name="connsiteX8" fmla="*/ 51229 w 111945"/>
                    <a:gd name="connsiteY8" fmla="*/ 65143 h 65143"/>
                    <a:gd name="connsiteX9" fmla="*/ 96766 w 111945"/>
                    <a:gd name="connsiteY9" fmla="*/ 41110 h 65143"/>
                    <a:gd name="connsiteX10" fmla="*/ 111945 w 111945"/>
                    <a:gd name="connsiteY10" fmla="*/ 46170 h 65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45" h="65143">
                      <a:moveTo>
                        <a:pt x="111945" y="46170"/>
                      </a:moveTo>
                      <a:lnTo>
                        <a:pt x="101826" y="0"/>
                      </a:lnTo>
                      <a:lnTo>
                        <a:pt x="67041" y="31623"/>
                      </a:lnTo>
                      <a:lnTo>
                        <a:pt x="80322" y="36050"/>
                      </a:lnTo>
                      <a:cubicBezTo>
                        <a:pt x="72100" y="44272"/>
                        <a:pt x="61981" y="49332"/>
                        <a:pt x="49964" y="49964"/>
                      </a:cubicBezTo>
                      <a:cubicBezTo>
                        <a:pt x="35418" y="50597"/>
                        <a:pt x="21504" y="44905"/>
                        <a:pt x="12017" y="33520"/>
                      </a:cubicBezTo>
                      <a:lnTo>
                        <a:pt x="0" y="43640"/>
                      </a:lnTo>
                      <a:cubicBezTo>
                        <a:pt x="12017" y="57554"/>
                        <a:pt x="29093" y="65143"/>
                        <a:pt x="47435" y="65143"/>
                      </a:cubicBezTo>
                      <a:cubicBezTo>
                        <a:pt x="48699" y="65143"/>
                        <a:pt x="49964" y="65143"/>
                        <a:pt x="51229" y="65143"/>
                      </a:cubicBezTo>
                      <a:cubicBezTo>
                        <a:pt x="68938" y="63878"/>
                        <a:pt x="86015" y="55024"/>
                        <a:pt x="96766" y="41110"/>
                      </a:cubicBezTo>
                      <a:lnTo>
                        <a:pt x="111945" y="46170"/>
                      </a:lnTo>
                      <a:close/>
                    </a:path>
                  </a:pathLst>
                </a:custGeom>
                <a:grpFill/>
                <a:ln w="6271" cap="flat">
                  <a:noFill/>
                  <a:prstDash val="solid"/>
                  <a:miter/>
                </a:ln>
              </p:spPr>
              <p:txBody>
                <a:bodyPr rtlCol="0" anchor="ctr"/>
                <a:lstStyle/>
                <a:p>
                  <a:endParaRPr lang="en-US"/>
                </a:p>
              </p:txBody>
            </p:sp>
          </p:grpSp>
          <p:grpSp>
            <p:nvGrpSpPr>
              <p:cNvPr id="59" name="Picture Placeholder 97">
                <a:extLst>
                  <a:ext uri="{FF2B5EF4-FFF2-40B4-BE49-F238E27FC236}">
                    <a16:creationId xmlns:a16="http://schemas.microsoft.com/office/drawing/2014/main" id="{36A23D06-979A-D4E6-6438-129AC5407FE9}"/>
                  </a:ext>
                </a:extLst>
              </p:cNvPr>
              <p:cNvGrpSpPr/>
              <p:nvPr/>
            </p:nvGrpSpPr>
            <p:grpSpPr>
              <a:xfrm>
                <a:off x="7125981" y="3179818"/>
                <a:ext cx="212306" cy="211470"/>
                <a:chOff x="7125981" y="3179818"/>
                <a:chExt cx="212306" cy="211470"/>
              </a:xfrm>
              <a:grpFill/>
            </p:grpSpPr>
            <p:sp>
              <p:nvSpPr>
                <p:cNvPr id="76" name="Picture Placeholder 97">
                  <a:extLst>
                    <a:ext uri="{FF2B5EF4-FFF2-40B4-BE49-F238E27FC236}">
                      <a16:creationId xmlns:a16="http://schemas.microsoft.com/office/drawing/2014/main" id="{661D1376-D1B1-7D23-4BF0-CDD13822996C}"/>
                    </a:ext>
                  </a:extLst>
                </p:cNvPr>
                <p:cNvSpPr/>
                <p:nvPr/>
              </p:nvSpPr>
              <p:spPr>
                <a:xfrm>
                  <a:off x="7125981" y="3179818"/>
                  <a:ext cx="212306" cy="211470"/>
                </a:xfrm>
                <a:custGeom>
                  <a:avLst/>
                  <a:gdLst>
                    <a:gd name="connsiteX0" fmla="*/ 106153 w 212306"/>
                    <a:gd name="connsiteY0" fmla="*/ 211471 h 211470"/>
                    <a:gd name="connsiteX1" fmla="*/ 60616 w 212306"/>
                    <a:gd name="connsiteY1" fmla="*/ 201351 h 211470"/>
                    <a:gd name="connsiteX2" fmla="*/ 6225 w 212306"/>
                    <a:gd name="connsiteY2" fmla="*/ 141268 h 211470"/>
                    <a:gd name="connsiteX3" fmla="*/ 10652 w 212306"/>
                    <a:gd name="connsiteY3" fmla="*/ 60313 h 211470"/>
                    <a:gd name="connsiteX4" fmla="*/ 151691 w 212306"/>
                    <a:gd name="connsiteY4" fmla="*/ 10349 h 211470"/>
                    <a:gd name="connsiteX5" fmla="*/ 206082 w 212306"/>
                    <a:gd name="connsiteY5" fmla="*/ 70432 h 211470"/>
                    <a:gd name="connsiteX6" fmla="*/ 201655 w 212306"/>
                    <a:gd name="connsiteY6" fmla="*/ 151387 h 211470"/>
                    <a:gd name="connsiteX7" fmla="*/ 201655 w 212306"/>
                    <a:gd name="connsiteY7" fmla="*/ 151387 h 211470"/>
                    <a:gd name="connsiteX8" fmla="*/ 106153 w 212306"/>
                    <a:gd name="connsiteY8" fmla="*/ 211471 h 211470"/>
                    <a:gd name="connsiteX9" fmla="*/ 106153 w 212306"/>
                    <a:gd name="connsiteY9" fmla="*/ 15408 h 211470"/>
                    <a:gd name="connsiteX10" fmla="*/ 24566 w 212306"/>
                    <a:gd name="connsiteY10" fmla="*/ 66637 h 211470"/>
                    <a:gd name="connsiteX11" fmla="*/ 20771 w 212306"/>
                    <a:gd name="connsiteY11" fmla="*/ 135576 h 211470"/>
                    <a:gd name="connsiteX12" fmla="*/ 66941 w 212306"/>
                    <a:gd name="connsiteY12" fmla="*/ 186805 h 211470"/>
                    <a:gd name="connsiteX13" fmla="*/ 187108 w 212306"/>
                    <a:gd name="connsiteY13" fmla="*/ 144430 h 211470"/>
                    <a:gd name="connsiteX14" fmla="*/ 187108 w 212306"/>
                    <a:gd name="connsiteY14" fmla="*/ 144430 h 211470"/>
                    <a:gd name="connsiteX15" fmla="*/ 190903 w 212306"/>
                    <a:gd name="connsiteY15" fmla="*/ 75492 h 211470"/>
                    <a:gd name="connsiteX16" fmla="*/ 144734 w 212306"/>
                    <a:gd name="connsiteY16" fmla="*/ 24263 h 211470"/>
                    <a:gd name="connsiteX17" fmla="*/ 106153 w 212306"/>
                    <a:gd name="connsiteY17" fmla="*/ 15408 h 21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2306" h="211470">
                      <a:moveTo>
                        <a:pt x="106153" y="211471"/>
                      </a:moveTo>
                      <a:cubicBezTo>
                        <a:pt x="90974" y="211471"/>
                        <a:pt x="75163" y="208309"/>
                        <a:pt x="60616" y="201351"/>
                      </a:cubicBezTo>
                      <a:cubicBezTo>
                        <a:pt x="35318" y="189335"/>
                        <a:pt x="15712" y="167831"/>
                        <a:pt x="6225" y="141268"/>
                      </a:cubicBezTo>
                      <a:cubicBezTo>
                        <a:pt x="-3262" y="114704"/>
                        <a:pt x="-1997" y="85611"/>
                        <a:pt x="10652" y="60313"/>
                      </a:cubicBezTo>
                      <a:cubicBezTo>
                        <a:pt x="35950" y="7819"/>
                        <a:pt x="99196" y="-14950"/>
                        <a:pt x="151691" y="10349"/>
                      </a:cubicBezTo>
                      <a:cubicBezTo>
                        <a:pt x="176989" y="22365"/>
                        <a:pt x="196595" y="43869"/>
                        <a:pt x="206082" y="70432"/>
                      </a:cubicBezTo>
                      <a:cubicBezTo>
                        <a:pt x="215569" y="96996"/>
                        <a:pt x="214304" y="126089"/>
                        <a:pt x="201655" y="151387"/>
                      </a:cubicBezTo>
                      <a:lnTo>
                        <a:pt x="201655" y="151387"/>
                      </a:lnTo>
                      <a:cubicBezTo>
                        <a:pt x="183314" y="189335"/>
                        <a:pt x="145366" y="211471"/>
                        <a:pt x="106153" y="211471"/>
                      </a:cubicBezTo>
                      <a:close/>
                      <a:moveTo>
                        <a:pt x="106153" y="15408"/>
                      </a:moveTo>
                      <a:cubicBezTo>
                        <a:pt x="72633" y="15408"/>
                        <a:pt x="39745" y="34382"/>
                        <a:pt x="24566" y="66637"/>
                      </a:cubicBezTo>
                      <a:cubicBezTo>
                        <a:pt x="14447" y="88141"/>
                        <a:pt x="13182" y="112807"/>
                        <a:pt x="20771" y="135576"/>
                      </a:cubicBezTo>
                      <a:cubicBezTo>
                        <a:pt x="28993" y="158344"/>
                        <a:pt x="45437" y="176686"/>
                        <a:pt x="66941" y="186805"/>
                      </a:cubicBezTo>
                      <a:cubicBezTo>
                        <a:pt x="111846" y="208309"/>
                        <a:pt x="165605" y="189335"/>
                        <a:pt x="187108" y="144430"/>
                      </a:cubicBezTo>
                      <a:lnTo>
                        <a:pt x="187108" y="144430"/>
                      </a:lnTo>
                      <a:cubicBezTo>
                        <a:pt x="197228" y="122926"/>
                        <a:pt x="198493" y="98260"/>
                        <a:pt x="190903" y="75492"/>
                      </a:cubicBezTo>
                      <a:cubicBezTo>
                        <a:pt x="182681" y="52723"/>
                        <a:pt x="166237" y="34382"/>
                        <a:pt x="144734" y="24263"/>
                      </a:cubicBezTo>
                      <a:cubicBezTo>
                        <a:pt x="132084" y="17938"/>
                        <a:pt x="119435" y="15408"/>
                        <a:pt x="106153" y="15408"/>
                      </a:cubicBezTo>
                      <a:close/>
                    </a:path>
                  </a:pathLst>
                </a:custGeom>
                <a:grpFill/>
                <a:ln w="6271" cap="flat">
                  <a:noFill/>
                  <a:prstDash val="solid"/>
                  <a:miter/>
                </a:ln>
              </p:spPr>
              <p:txBody>
                <a:bodyPr rtlCol="0" anchor="ctr"/>
                <a:lstStyle/>
                <a:p>
                  <a:endParaRPr lang="en-US"/>
                </a:p>
              </p:txBody>
            </p:sp>
            <p:sp>
              <p:nvSpPr>
                <p:cNvPr id="77" name="Picture Placeholder 97">
                  <a:extLst>
                    <a:ext uri="{FF2B5EF4-FFF2-40B4-BE49-F238E27FC236}">
                      <a16:creationId xmlns:a16="http://schemas.microsoft.com/office/drawing/2014/main" id="{76F9E678-4595-6D93-8B60-16486E217EB8}"/>
                    </a:ext>
                  </a:extLst>
                </p:cNvPr>
                <p:cNvSpPr/>
                <p:nvPr/>
              </p:nvSpPr>
              <p:spPr>
                <a:xfrm>
                  <a:off x="7190511" y="3216730"/>
                  <a:ext cx="84246" cy="140406"/>
                </a:xfrm>
                <a:custGeom>
                  <a:avLst/>
                  <a:gdLst>
                    <a:gd name="connsiteX0" fmla="*/ 41623 w 84246"/>
                    <a:gd name="connsiteY0" fmla="*/ 140406 h 140406"/>
                    <a:gd name="connsiteX1" fmla="*/ 41623 w 84246"/>
                    <a:gd name="connsiteY1" fmla="*/ 140406 h 140406"/>
                    <a:gd name="connsiteX2" fmla="*/ 41623 w 84246"/>
                    <a:gd name="connsiteY2" fmla="*/ 140406 h 140406"/>
                    <a:gd name="connsiteX3" fmla="*/ 34666 w 84246"/>
                    <a:gd name="connsiteY3" fmla="*/ 126492 h 140406"/>
                    <a:gd name="connsiteX4" fmla="*/ 6205 w 84246"/>
                    <a:gd name="connsiteY4" fmla="*/ 69571 h 140406"/>
                    <a:gd name="connsiteX5" fmla="*/ 1146 w 84246"/>
                    <a:gd name="connsiteY5" fmla="*/ 55024 h 140406"/>
                    <a:gd name="connsiteX6" fmla="*/ 1778 w 84246"/>
                    <a:gd name="connsiteY6" fmla="*/ 30991 h 140406"/>
                    <a:gd name="connsiteX7" fmla="*/ 42256 w 84246"/>
                    <a:gd name="connsiteY7" fmla="*/ 0 h 140406"/>
                    <a:gd name="connsiteX8" fmla="*/ 82733 w 84246"/>
                    <a:gd name="connsiteY8" fmla="*/ 30991 h 140406"/>
                    <a:gd name="connsiteX9" fmla="*/ 83365 w 84246"/>
                    <a:gd name="connsiteY9" fmla="*/ 54392 h 140406"/>
                    <a:gd name="connsiteX10" fmla="*/ 83365 w 84246"/>
                    <a:gd name="connsiteY10" fmla="*/ 54392 h 140406"/>
                    <a:gd name="connsiteX11" fmla="*/ 78306 w 84246"/>
                    <a:gd name="connsiteY11" fmla="*/ 68938 h 140406"/>
                    <a:gd name="connsiteX12" fmla="*/ 41623 w 84246"/>
                    <a:gd name="connsiteY12" fmla="*/ 140406 h 140406"/>
                    <a:gd name="connsiteX13" fmla="*/ 41623 w 84246"/>
                    <a:gd name="connsiteY13" fmla="*/ 16444 h 140406"/>
                    <a:gd name="connsiteX14" fmla="*/ 16325 w 84246"/>
                    <a:gd name="connsiteY14" fmla="*/ 35418 h 140406"/>
                    <a:gd name="connsiteX15" fmla="*/ 16325 w 84246"/>
                    <a:gd name="connsiteY15" fmla="*/ 52494 h 140406"/>
                    <a:gd name="connsiteX16" fmla="*/ 20119 w 84246"/>
                    <a:gd name="connsiteY16" fmla="*/ 63246 h 140406"/>
                    <a:gd name="connsiteX17" fmla="*/ 41623 w 84246"/>
                    <a:gd name="connsiteY17" fmla="*/ 106253 h 140406"/>
                    <a:gd name="connsiteX18" fmla="*/ 63127 w 84246"/>
                    <a:gd name="connsiteY18" fmla="*/ 63246 h 140406"/>
                    <a:gd name="connsiteX19" fmla="*/ 66921 w 84246"/>
                    <a:gd name="connsiteY19" fmla="*/ 52494 h 140406"/>
                    <a:gd name="connsiteX20" fmla="*/ 66921 w 84246"/>
                    <a:gd name="connsiteY20" fmla="*/ 35418 h 140406"/>
                    <a:gd name="connsiteX21" fmla="*/ 41623 w 84246"/>
                    <a:gd name="connsiteY21" fmla="*/ 16444 h 14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4246" h="140406">
                      <a:moveTo>
                        <a:pt x="41623" y="140406"/>
                      </a:moveTo>
                      <a:lnTo>
                        <a:pt x="41623" y="140406"/>
                      </a:lnTo>
                      <a:lnTo>
                        <a:pt x="41623" y="140406"/>
                      </a:lnTo>
                      <a:lnTo>
                        <a:pt x="34666" y="126492"/>
                      </a:lnTo>
                      <a:lnTo>
                        <a:pt x="6205" y="69571"/>
                      </a:lnTo>
                      <a:cubicBezTo>
                        <a:pt x="3675" y="64511"/>
                        <a:pt x="1778" y="59451"/>
                        <a:pt x="1146" y="55024"/>
                      </a:cubicBezTo>
                      <a:cubicBezTo>
                        <a:pt x="-752" y="46802"/>
                        <a:pt x="-119" y="38580"/>
                        <a:pt x="1778" y="30991"/>
                      </a:cubicBezTo>
                      <a:cubicBezTo>
                        <a:pt x="6838" y="11384"/>
                        <a:pt x="20752" y="0"/>
                        <a:pt x="42256" y="0"/>
                      </a:cubicBezTo>
                      <a:cubicBezTo>
                        <a:pt x="63759" y="0"/>
                        <a:pt x="77673" y="10752"/>
                        <a:pt x="82733" y="30991"/>
                      </a:cubicBezTo>
                      <a:cubicBezTo>
                        <a:pt x="84630" y="38580"/>
                        <a:pt x="84630" y="46802"/>
                        <a:pt x="83365" y="54392"/>
                      </a:cubicBezTo>
                      <a:lnTo>
                        <a:pt x="83365" y="54392"/>
                      </a:lnTo>
                      <a:cubicBezTo>
                        <a:pt x="82101" y="58819"/>
                        <a:pt x="80836" y="63878"/>
                        <a:pt x="78306" y="68938"/>
                      </a:cubicBezTo>
                      <a:lnTo>
                        <a:pt x="41623" y="140406"/>
                      </a:lnTo>
                      <a:close/>
                      <a:moveTo>
                        <a:pt x="41623" y="16444"/>
                      </a:moveTo>
                      <a:cubicBezTo>
                        <a:pt x="27709" y="16444"/>
                        <a:pt x="19487" y="22136"/>
                        <a:pt x="16325" y="35418"/>
                      </a:cubicBezTo>
                      <a:cubicBezTo>
                        <a:pt x="15060" y="40477"/>
                        <a:pt x="15060" y="46802"/>
                        <a:pt x="16325" y="52494"/>
                      </a:cubicBezTo>
                      <a:cubicBezTo>
                        <a:pt x="16957" y="55656"/>
                        <a:pt x="18222" y="59451"/>
                        <a:pt x="20119" y="63246"/>
                      </a:cubicBezTo>
                      <a:lnTo>
                        <a:pt x="41623" y="106253"/>
                      </a:lnTo>
                      <a:lnTo>
                        <a:pt x="63127" y="63246"/>
                      </a:lnTo>
                      <a:cubicBezTo>
                        <a:pt x="65024" y="59451"/>
                        <a:pt x="66289" y="55656"/>
                        <a:pt x="66921" y="52494"/>
                      </a:cubicBezTo>
                      <a:cubicBezTo>
                        <a:pt x="68186" y="46802"/>
                        <a:pt x="68186" y="41110"/>
                        <a:pt x="66921" y="35418"/>
                      </a:cubicBezTo>
                      <a:cubicBezTo>
                        <a:pt x="63759" y="22136"/>
                        <a:pt x="55537" y="16444"/>
                        <a:pt x="41623" y="16444"/>
                      </a:cubicBezTo>
                      <a:close/>
                    </a:path>
                  </a:pathLst>
                </a:custGeom>
                <a:grpFill/>
                <a:ln w="6271" cap="flat">
                  <a:noFill/>
                  <a:prstDash val="solid"/>
                  <a:miter/>
                </a:ln>
              </p:spPr>
              <p:txBody>
                <a:bodyPr rtlCol="0" anchor="ctr"/>
                <a:lstStyle/>
                <a:p>
                  <a:endParaRPr lang="en-US"/>
                </a:p>
              </p:txBody>
            </p:sp>
            <p:sp>
              <p:nvSpPr>
                <p:cNvPr id="78" name="Picture Placeholder 97">
                  <a:extLst>
                    <a:ext uri="{FF2B5EF4-FFF2-40B4-BE49-F238E27FC236}">
                      <a16:creationId xmlns:a16="http://schemas.microsoft.com/office/drawing/2014/main" id="{13EED4E7-B070-8AC1-13B5-0A123125BBDC}"/>
                    </a:ext>
                  </a:extLst>
                </p:cNvPr>
                <p:cNvSpPr/>
                <p:nvPr/>
              </p:nvSpPr>
              <p:spPr>
                <a:xfrm>
                  <a:off x="7218220" y="3247720"/>
                  <a:ext cx="27828" cy="27828"/>
                </a:xfrm>
                <a:custGeom>
                  <a:avLst/>
                  <a:gdLst>
                    <a:gd name="connsiteX0" fmla="*/ 27828 w 27828"/>
                    <a:gd name="connsiteY0" fmla="*/ 13914 h 27828"/>
                    <a:gd name="connsiteX1" fmla="*/ 13914 w 27828"/>
                    <a:gd name="connsiteY1" fmla="*/ 27828 h 27828"/>
                    <a:gd name="connsiteX2" fmla="*/ 0 w 27828"/>
                    <a:gd name="connsiteY2" fmla="*/ 13914 h 27828"/>
                    <a:gd name="connsiteX3" fmla="*/ 13914 w 27828"/>
                    <a:gd name="connsiteY3" fmla="*/ 0 h 27828"/>
                    <a:gd name="connsiteX4" fmla="*/ 27828 w 27828"/>
                    <a:gd name="connsiteY4" fmla="*/ 13914 h 27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28" h="27828">
                      <a:moveTo>
                        <a:pt x="27828" y="13914"/>
                      </a:moveTo>
                      <a:cubicBezTo>
                        <a:pt x="27828" y="21599"/>
                        <a:pt x="21599" y="27828"/>
                        <a:pt x="13914" y="27828"/>
                      </a:cubicBezTo>
                      <a:cubicBezTo>
                        <a:pt x="6230" y="27828"/>
                        <a:pt x="0" y="21599"/>
                        <a:pt x="0" y="13914"/>
                      </a:cubicBezTo>
                      <a:cubicBezTo>
                        <a:pt x="0" y="6230"/>
                        <a:pt x="6230" y="0"/>
                        <a:pt x="13914" y="0"/>
                      </a:cubicBezTo>
                      <a:cubicBezTo>
                        <a:pt x="21599" y="0"/>
                        <a:pt x="27828" y="6230"/>
                        <a:pt x="27828" y="13914"/>
                      </a:cubicBezTo>
                      <a:close/>
                    </a:path>
                  </a:pathLst>
                </a:custGeom>
                <a:grpFill/>
                <a:ln w="6271" cap="flat">
                  <a:noFill/>
                  <a:prstDash val="solid"/>
                  <a:miter/>
                </a:ln>
              </p:spPr>
              <p:txBody>
                <a:bodyPr rtlCol="0" anchor="ctr"/>
                <a:lstStyle/>
                <a:p>
                  <a:endParaRPr lang="en-US"/>
                </a:p>
              </p:txBody>
            </p:sp>
          </p:grpSp>
          <p:grpSp>
            <p:nvGrpSpPr>
              <p:cNvPr id="60" name="Picture Placeholder 97">
                <a:extLst>
                  <a:ext uri="{FF2B5EF4-FFF2-40B4-BE49-F238E27FC236}">
                    <a16:creationId xmlns:a16="http://schemas.microsoft.com/office/drawing/2014/main" id="{82B6DDD8-B8F7-0D9D-2A5A-1459B744CB14}"/>
                  </a:ext>
                </a:extLst>
              </p:cNvPr>
              <p:cNvGrpSpPr/>
              <p:nvPr/>
            </p:nvGrpSpPr>
            <p:grpSpPr>
              <a:xfrm>
                <a:off x="7125981" y="3567516"/>
                <a:ext cx="212306" cy="211470"/>
                <a:chOff x="7125981" y="3567516"/>
                <a:chExt cx="212306" cy="211470"/>
              </a:xfrm>
              <a:grpFill/>
            </p:grpSpPr>
            <p:sp>
              <p:nvSpPr>
                <p:cNvPr id="71" name="Picture Placeholder 97">
                  <a:extLst>
                    <a:ext uri="{FF2B5EF4-FFF2-40B4-BE49-F238E27FC236}">
                      <a16:creationId xmlns:a16="http://schemas.microsoft.com/office/drawing/2014/main" id="{5C406AC4-4537-9F7E-535E-F433FE117CD5}"/>
                    </a:ext>
                  </a:extLst>
                </p:cNvPr>
                <p:cNvSpPr/>
                <p:nvPr/>
              </p:nvSpPr>
              <p:spPr>
                <a:xfrm>
                  <a:off x="7125981" y="3567516"/>
                  <a:ext cx="212306" cy="211470"/>
                </a:xfrm>
                <a:custGeom>
                  <a:avLst/>
                  <a:gdLst>
                    <a:gd name="connsiteX0" fmla="*/ 106153 w 212306"/>
                    <a:gd name="connsiteY0" fmla="*/ 211471 h 211470"/>
                    <a:gd name="connsiteX1" fmla="*/ 60616 w 212306"/>
                    <a:gd name="connsiteY1" fmla="*/ 201351 h 211470"/>
                    <a:gd name="connsiteX2" fmla="*/ 6225 w 212306"/>
                    <a:gd name="connsiteY2" fmla="*/ 141268 h 211470"/>
                    <a:gd name="connsiteX3" fmla="*/ 10652 w 212306"/>
                    <a:gd name="connsiteY3" fmla="*/ 60313 h 211470"/>
                    <a:gd name="connsiteX4" fmla="*/ 151691 w 212306"/>
                    <a:gd name="connsiteY4" fmla="*/ 10349 h 211470"/>
                    <a:gd name="connsiteX5" fmla="*/ 206082 w 212306"/>
                    <a:gd name="connsiteY5" fmla="*/ 70432 h 211470"/>
                    <a:gd name="connsiteX6" fmla="*/ 201655 w 212306"/>
                    <a:gd name="connsiteY6" fmla="*/ 151387 h 211470"/>
                    <a:gd name="connsiteX7" fmla="*/ 106153 w 212306"/>
                    <a:gd name="connsiteY7" fmla="*/ 211471 h 211470"/>
                    <a:gd name="connsiteX8" fmla="*/ 106153 w 212306"/>
                    <a:gd name="connsiteY8" fmla="*/ 15408 h 211470"/>
                    <a:gd name="connsiteX9" fmla="*/ 24566 w 212306"/>
                    <a:gd name="connsiteY9" fmla="*/ 66637 h 211470"/>
                    <a:gd name="connsiteX10" fmla="*/ 20771 w 212306"/>
                    <a:gd name="connsiteY10" fmla="*/ 135576 h 211470"/>
                    <a:gd name="connsiteX11" fmla="*/ 66941 w 212306"/>
                    <a:gd name="connsiteY11" fmla="*/ 186805 h 211470"/>
                    <a:gd name="connsiteX12" fmla="*/ 187108 w 212306"/>
                    <a:gd name="connsiteY12" fmla="*/ 144430 h 211470"/>
                    <a:gd name="connsiteX13" fmla="*/ 190903 w 212306"/>
                    <a:gd name="connsiteY13" fmla="*/ 75492 h 211470"/>
                    <a:gd name="connsiteX14" fmla="*/ 144734 w 212306"/>
                    <a:gd name="connsiteY14" fmla="*/ 24263 h 211470"/>
                    <a:gd name="connsiteX15" fmla="*/ 106153 w 212306"/>
                    <a:gd name="connsiteY15" fmla="*/ 15408 h 21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306" h="211470">
                      <a:moveTo>
                        <a:pt x="106153" y="211471"/>
                      </a:moveTo>
                      <a:cubicBezTo>
                        <a:pt x="90974" y="211471"/>
                        <a:pt x="75163" y="208308"/>
                        <a:pt x="60616" y="201351"/>
                      </a:cubicBezTo>
                      <a:cubicBezTo>
                        <a:pt x="35318" y="189335"/>
                        <a:pt x="15712" y="167831"/>
                        <a:pt x="6225" y="141268"/>
                      </a:cubicBezTo>
                      <a:cubicBezTo>
                        <a:pt x="-3262" y="114704"/>
                        <a:pt x="-1997" y="85611"/>
                        <a:pt x="10652" y="60313"/>
                      </a:cubicBezTo>
                      <a:cubicBezTo>
                        <a:pt x="35950" y="7819"/>
                        <a:pt x="99196" y="-14950"/>
                        <a:pt x="151691" y="10349"/>
                      </a:cubicBezTo>
                      <a:cubicBezTo>
                        <a:pt x="176989" y="22365"/>
                        <a:pt x="196595" y="43869"/>
                        <a:pt x="206082" y="70432"/>
                      </a:cubicBezTo>
                      <a:cubicBezTo>
                        <a:pt x="215569" y="96996"/>
                        <a:pt x="214304" y="126089"/>
                        <a:pt x="201655" y="151387"/>
                      </a:cubicBezTo>
                      <a:cubicBezTo>
                        <a:pt x="183314" y="189335"/>
                        <a:pt x="145366" y="211471"/>
                        <a:pt x="106153" y="211471"/>
                      </a:cubicBezTo>
                      <a:close/>
                      <a:moveTo>
                        <a:pt x="106153" y="15408"/>
                      </a:moveTo>
                      <a:cubicBezTo>
                        <a:pt x="72633" y="15408"/>
                        <a:pt x="39745" y="34382"/>
                        <a:pt x="24566" y="66637"/>
                      </a:cubicBezTo>
                      <a:cubicBezTo>
                        <a:pt x="14447" y="88141"/>
                        <a:pt x="13182" y="112807"/>
                        <a:pt x="20771" y="135576"/>
                      </a:cubicBezTo>
                      <a:cubicBezTo>
                        <a:pt x="28993" y="158344"/>
                        <a:pt x="45437" y="176685"/>
                        <a:pt x="66941" y="186805"/>
                      </a:cubicBezTo>
                      <a:cubicBezTo>
                        <a:pt x="111846" y="208308"/>
                        <a:pt x="165605" y="189335"/>
                        <a:pt x="187108" y="144430"/>
                      </a:cubicBezTo>
                      <a:cubicBezTo>
                        <a:pt x="197228" y="122926"/>
                        <a:pt x="198493" y="98260"/>
                        <a:pt x="190903" y="75492"/>
                      </a:cubicBezTo>
                      <a:cubicBezTo>
                        <a:pt x="182681" y="52723"/>
                        <a:pt x="166237" y="34382"/>
                        <a:pt x="144734" y="24263"/>
                      </a:cubicBezTo>
                      <a:cubicBezTo>
                        <a:pt x="132084" y="17938"/>
                        <a:pt x="119435" y="15408"/>
                        <a:pt x="106153" y="15408"/>
                      </a:cubicBezTo>
                      <a:close/>
                    </a:path>
                  </a:pathLst>
                </a:custGeom>
                <a:grpFill/>
                <a:ln w="6271" cap="flat">
                  <a:noFill/>
                  <a:prstDash val="solid"/>
                  <a:miter/>
                </a:ln>
              </p:spPr>
              <p:txBody>
                <a:bodyPr rtlCol="0" anchor="ctr"/>
                <a:lstStyle/>
                <a:p>
                  <a:endParaRPr lang="en-US"/>
                </a:p>
              </p:txBody>
            </p:sp>
            <p:sp>
              <p:nvSpPr>
                <p:cNvPr id="72" name="Picture Placeholder 97">
                  <a:extLst>
                    <a:ext uri="{FF2B5EF4-FFF2-40B4-BE49-F238E27FC236}">
                      <a16:creationId xmlns:a16="http://schemas.microsoft.com/office/drawing/2014/main" id="{ABA50512-717E-D67F-71D8-C7C01B0FB1ED}"/>
                    </a:ext>
                  </a:extLst>
                </p:cNvPr>
                <p:cNvSpPr/>
                <p:nvPr/>
              </p:nvSpPr>
              <p:spPr>
                <a:xfrm>
                  <a:off x="7183435" y="3612650"/>
                  <a:ext cx="97398" cy="36682"/>
                </a:xfrm>
                <a:custGeom>
                  <a:avLst/>
                  <a:gdLst>
                    <a:gd name="connsiteX0" fmla="*/ 48699 w 97398"/>
                    <a:gd name="connsiteY0" fmla="*/ 36683 h 36682"/>
                    <a:gd name="connsiteX1" fmla="*/ 0 w 97398"/>
                    <a:gd name="connsiteY1" fmla="*/ 18341 h 36682"/>
                    <a:gd name="connsiteX2" fmla="*/ 48699 w 97398"/>
                    <a:gd name="connsiteY2" fmla="*/ 0 h 36682"/>
                    <a:gd name="connsiteX3" fmla="*/ 97399 w 97398"/>
                    <a:gd name="connsiteY3" fmla="*/ 18341 h 36682"/>
                    <a:gd name="connsiteX4" fmla="*/ 48699 w 97398"/>
                    <a:gd name="connsiteY4" fmla="*/ 36683 h 36682"/>
                    <a:gd name="connsiteX5" fmla="*/ 22769 w 97398"/>
                    <a:gd name="connsiteY5" fmla="*/ 18341 h 36682"/>
                    <a:gd name="connsiteX6" fmla="*/ 48067 w 97398"/>
                    <a:gd name="connsiteY6" fmla="*/ 20871 h 36682"/>
                    <a:gd name="connsiteX7" fmla="*/ 73365 w 97398"/>
                    <a:gd name="connsiteY7" fmla="*/ 18341 h 36682"/>
                    <a:gd name="connsiteX8" fmla="*/ 48067 w 97398"/>
                    <a:gd name="connsiteY8" fmla="*/ 15812 h 36682"/>
                    <a:gd name="connsiteX9" fmla="*/ 22769 w 97398"/>
                    <a:gd name="connsiteY9" fmla="*/ 18341 h 3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398" h="36682">
                      <a:moveTo>
                        <a:pt x="48699" y="36683"/>
                      </a:moveTo>
                      <a:cubicBezTo>
                        <a:pt x="34153" y="36683"/>
                        <a:pt x="0" y="34785"/>
                        <a:pt x="0" y="18341"/>
                      </a:cubicBezTo>
                      <a:cubicBezTo>
                        <a:pt x="0" y="1897"/>
                        <a:pt x="34153" y="0"/>
                        <a:pt x="48699" y="0"/>
                      </a:cubicBezTo>
                      <a:cubicBezTo>
                        <a:pt x="63246" y="0"/>
                        <a:pt x="97399" y="1897"/>
                        <a:pt x="97399" y="18341"/>
                      </a:cubicBezTo>
                      <a:cubicBezTo>
                        <a:pt x="97399" y="34785"/>
                        <a:pt x="63246" y="36683"/>
                        <a:pt x="48699" y="36683"/>
                      </a:cubicBezTo>
                      <a:close/>
                      <a:moveTo>
                        <a:pt x="22769" y="18341"/>
                      </a:moveTo>
                      <a:cubicBezTo>
                        <a:pt x="28461" y="19606"/>
                        <a:pt x="37315" y="20871"/>
                        <a:pt x="48067" y="20871"/>
                      </a:cubicBezTo>
                      <a:cubicBezTo>
                        <a:pt x="58819" y="20871"/>
                        <a:pt x="67673" y="19606"/>
                        <a:pt x="73365" y="18341"/>
                      </a:cubicBezTo>
                      <a:cubicBezTo>
                        <a:pt x="67673" y="17076"/>
                        <a:pt x="58819" y="15812"/>
                        <a:pt x="48067" y="15812"/>
                      </a:cubicBezTo>
                      <a:cubicBezTo>
                        <a:pt x="37315" y="15812"/>
                        <a:pt x="29093" y="17076"/>
                        <a:pt x="22769" y="18341"/>
                      </a:cubicBezTo>
                      <a:close/>
                    </a:path>
                  </a:pathLst>
                </a:custGeom>
                <a:grpFill/>
                <a:ln w="6271" cap="flat">
                  <a:noFill/>
                  <a:prstDash val="solid"/>
                  <a:miter/>
                </a:ln>
              </p:spPr>
              <p:txBody>
                <a:bodyPr rtlCol="0" anchor="ctr"/>
                <a:lstStyle/>
                <a:p>
                  <a:endParaRPr lang="en-US"/>
                </a:p>
              </p:txBody>
            </p:sp>
            <p:sp>
              <p:nvSpPr>
                <p:cNvPr id="73" name="Picture Placeholder 97">
                  <a:extLst>
                    <a:ext uri="{FF2B5EF4-FFF2-40B4-BE49-F238E27FC236}">
                      <a16:creationId xmlns:a16="http://schemas.microsoft.com/office/drawing/2014/main" id="{8618D855-E8AA-F795-4FC4-F5D92B2FA950}"/>
                    </a:ext>
                  </a:extLst>
                </p:cNvPr>
                <p:cNvSpPr/>
                <p:nvPr/>
              </p:nvSpPr>
              <p:spPr>
                <a:xfrm>
                  <a:off x="7183435" y="3679690"/>
                  <a:ext cx="93604" cy="29725"/>
                </a:xfrm>
                <a:custGeom>
                  <a:avLst/>
                  <a:gdLst>
                    <a:gd name="connsiteX0" fmla="*/ 48699 w 93604"/>
                    <a:gd name="connsiteY0" fmla="*/ 29726 h 29725"/>
                    <a:gd name="connsiteX1" fmla="*/ 0 w 93604"/>
                    <a:gd name="connsiteY1" fmla="*/ 11384 h 29725"/>
                    <a:gd name="connsiteX2" fmla="*/ 0 w 93604"/>
                    <a:gd name="connsiteY2" fmla="*/ 0 h 29725"/>
                    <a:gd name="connsiteX3" fmla="*/ 15812 w 93604"/>
                    <a:gd name="connsiteY3" fmla="*/ 0 h 29725"/>
                    <a:gd name="connsiteX4" fmla="*/ 15812 w 93604"/>
                    <a:gd name="connsiteY4" fmla="*/ 8854 h 29725"/>
                    <a:gd name="connsiteX5" fmla="*/ 48699 w 93604"/>
                    <a:gd name="connsiteY5" fmla="*/ 13914 h 29725"/>
                    <a:gd name="connsiteX6" fmla="*/ 82852 w 93604"/>
                    <a:gd name="connsiteY6" fmla="*/ 7590 h 29725"/>
                    <a:gd name="connsiteX7" fmla="*/ 93604 w 93604"/>
                    <a:gd name="connsiteY7" fmla="*/ 18974 h 29725"/>
                    <a:gd name="connsiteX8" fmla="*/ 48699 w 93604"/>
                    <a:gd name="connsiteY8" fmla="*/ 29726 h 2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604" h="29725">
                      <a:moveTo>
                        <a:pt x="48699" y="29726"/>
                      </a:moveTo>
                      <a:cubicBezTo>
                        <a:pt x="34153" y="29726"/>
                        <a:pt x="0" y="27828"/>
                        <a:pt x="0" y="11384"/>
                      </a:cubicBezTo>
                      <a:lnTo>
                        <a:pt x="0" y="0"/>
                      </a:lnTo>
                      <a:lnTo>
                        <a:pt x="15812" y="0"/>
                      </a:lnTo>
                      <a:lnTo>
                        <a:pt x="15812" y="8854"/>
                      </a:lnTo>
                      <a:cubicBezTo>
                        <a:pt x="19606" y="10752"/>
                        <a:pt x="30991" y="13914"/>
                        <a:pt x="48699" y="13914"/>
                      </a:cubicBezTo>
                      <a:cubicBezTo>
                        <a:pt x="68306" y="13914"/>
                        <a:pt x="80955" y="9487"/>
                        <a:pt x="82852" y="7590"/>
                      </a:cubicBezTo>
                      <a:lnTo>
                        <a:pt x="93604" y="18974"/>
                      </a:lnTo>
                      <a:cubicBezTo>
                        <a:pt x="86015" y="26563"/>
                        <a:pt x="64511" y="29726"/>
                        <a:pt x="48699" y="29726"/>
                      </a:cubicBezTo>
                      <a:close/>
                    </a:path>
                  </a:pathLst>
                </a:custGeom>
                <a:grpFill/>
                <a:ln w="6271" cap="flat">
                  <a:noFill/>
                  <a:prstDash val="solid"/>
                  <a:miter/>
                </a:ln>
              </p:spPr>
              <p:txBody>
                <a:bodyPr rtlCol="0" anchor="ctr"/>
                <a:lstStyle/>
                <a:p>
                  <a:endParaRPr lang="en-US"/>
                </a:p>
              </p:txBody>
            </p:sp>
            <p:sp>
              <p:nvSpPr>
                <p:cNvPr id="74" name="Picture Placeholder 97">
                  <a:extLst>
                    <a:ext uri="{FF2B5EF4-FFF2-40B4-BE49-F238E27FC236}">
                      <a16:creationId xmlns:a16="http://schemas.microsoft.com/office/drawing/2014/main" id="{251BAB0A-9F8C-0114-C2BD-4A8CD543B752}"/>
                    </a:ext>
                  </a:extLst>
                </p:cNvPr>
                <p:cNvSpPr/>
                <p:nvPr/>
              </p:nvSpPr>
              <p:spPr>
                <a:xfrm>
                  <a:off x="7183435" y="3651862"/>
                  <a:ext cx="93604" cy="29725"/>
                </a:xfrm>
                <a:custGeom>
                  <a:avLst/>
                  <a:gdLst>
                    <a:gd name="connsiteX0" fmla="*/ 48699 w 93604"/>
                    <a:gd name="connsiteY0" fmla="*/ 29726 h 29725"/>
                    <a:gd name="connsiteX1" fmla="*/ 0 w 93604"/>
                    <a:gd name="connsiteY1" fmla="*/ 11384 h 29725"/>
                    <a:gd name="connsiteX2" fmla="*/ 0 w 93604"/>
                    <a:gd name="connsiteY2" fmla="*/ 0 h 29725"/>
                    <a:gd name="connsiteX3" fmla="*/ 15812 w 93604"/>
                    <a:gd name="connsiteY3" fmla="*/ 0 h 29725"/>
                    <a:gd name="connsiteX4" fmla="*/ 15812 w 93604"/>
                    <a:gd name="connsiteY4" fmla="*/ 8854 h 29725"/>
                    <a:gd name="connsiteX5" fmla="*/ 48699 w 93604"/>
                    <a:gd name="connsiteY5" fmla="*/ 13914 h 29725"/>
                    <a:gd name="connsiteX6" fmla="*/ 82852 w 93604"/>
                    <a:gd name="connsiteY6" fmla="*/ 7590 h 29725"/>
                    <a:gd name="connsiteX7" fmla="*/ 93604 w 93604"/>
                    <a:gd name="connsiteY7" fmla="*/ 18974 h 29725"/>
                    <a:gd name="connsiteX8" fmla="*/ 48699 w 93604"/>
                    <a:gd name="connsiteY8" fmla="*/ 29726 h 2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604" h="29725">
                      <a:moveTo>
                        <a:pt x="48699" y="29726"/>
                      </a:moveTo>
                      <a:cubicBezTo>
                        <a:pt x="34153" y="29726"/>
                        <a:pt x="0" y="27828"/>
                        <a:pt x="0" y="11384"/>
                      </a:cubicBezTo>
                      <a:lnTo>
                        <a:pt x="0" y="0"/>
                      </a:lnTo>
                      <a:lnTo>
                        <a:pt x="15812" y="0"/>
                      </a:lnTo>
                      <a:lnTo>
                        <a:pt x="15812" y="8854"/>
                      </a:lnTo>
                      <a:cubicBezTo>
                        <a:pt x="19606" y="10752"/>
                        <a:pt x="30991" y="13914"/>
                        <a:pt x="48699" y="13914"/>
                      </a:cubicBezTo>
                      <a:cubicBezTo>
                        <a:pt x="68306" y="13914"/>
                        <a:pt x="80955" y="9487"/>
                        <a:pt x="82852" y="7590"/>
                      </a:cubicBezTo>
                      <a:lnTo>
                        <a:pt x="93604" y="18974"/>
                      </a:lnTo>
                      <a:cubicBezTo>
                        <a:pt x="86015" y="26563"/>
                        <a:pt x="64511" y="29726"/>
                        <a:pt x="48699" y="29726"/>
                      </a:cubicBezTo>
                      <a:close/>
                    </a:path>
                  </a:pathLst>
                </a:custGeom>
                <a:grpFill/>
                <a:ln w="6271" cap="flat">
                  <a:noFill/>
                  <a:prstDash val="solid"/>
                  <a:miter/>
                </a:ln>
              </p:spPr>
              <p:txBody>
                <a:bodyPr rtlCol="0" anchor="ctr"/>
                <a:lstStyle/>
                <a:p>
                  <a:endParaRPr lang="en-US"/>
                </a:p>
              </p:txBody>
            </p:sp>
            <p:sp>
              <p:nvSpPr>
                <p:cNvPr id="75" name="Picture Placeholder 97">
                  <a:extLst>
                    <a:ext uri="{FF2B5EF4-FFF2-40B4-BE49-F238E27FC236}">
                      <a16:creationId xmlns:a16="http://schemas.microsoft.com/office/drawing/2014/main" id="{0D73ACF1-134E-3F1E-5707-E739005F262E}"/>
                    </a:ext>
                  </a:extLst>
                </p:cNvPr>
                <p:cNvSpPr/>
                <p:nvPr/>
              </p:nvSpPr>
              <p:spPr>
                <a:xfrm>
                  <a:off x="7183435" y="3630991"/>
                  <a:ext cx="97398" cy="108150"/>
                </a:xfrm>
                <a:custGeom>
                  <a:avLst/>
                  <a:gdLst>
                    <a:gd name="connsiteX0" fmla="*/ 48699 w 97398"/>
                    <a:gd name="connsiteY0" fmla="*/ 108151 h 108150"/>
                    <a:gd name="connsiteX1" fmla="*/ 0 w 97398"/>
                    <a:gd name="connsiteY1" fmla="*/ 89809 h 108150"/>
                    <a:gd name="connsiteX2" fmla="*/ 0 w 97398"/>
                    <a:gd name="connsiteY2" fmla="*/ 75895 h 108150"/>
                    <a:gd name="connsiteX3" fmla="*/ 15812 w 97398"/>
                    <a:gd name="connsiteY3" fmla="*/ 75895 h 108150"/>
                    <a:gd name="connsiteX4" fmla="*/ 15812 w 97398"/>
                    <a:gd name="connsiteY4" fmla="*/ 87279 h 108150"/>
                    <a:gd name="connsiteX5" fmla="*/ 48699 w 97398"/>
                    <a:gd name="connsiteY5" fmla="*/ 92339 h 108150"/>
                    <a:gd name="connsiteX6" fmla="*/ 81587 w 97398"/>
                    <a:gd name="connsiteY6" fmla="*/ 87279 h 108150"/>
                    <a:gd name="connsiteX7" fmla="*/ 81587 w 97398"/>
                    <a:gd name="connsiteY7" fmla="*/ 0 h 108150"/>
                    <a:gd name="connsiteX8" fmla="*/ 97399 w 97398"/>
                    <a:gd name="connsiteY8" fmla="*/ 0 h 108150"/>
                    <a:gd name="connsiteX9" fmla="*/ 97399 w 97398"/>
                    <a:gd name="connsiteY9" fmla="*/ 89809 h 108150"/>
                    <a:gd name="connsiteX10" fmla="*/ 48699 w 97398"/>
                    <a:gd name="connsiteY10" fmla="*/ 108151 h 10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98" h="108150">
                      <a:moveTo>
                        <a:pt x="48699" y="108151"/>
                      </a:moveTo>
                      <a:cubicBezTo>
                        <a:pt x="34153" y="108151"/>
                        <a:pt x="0" y="106253"/>
                        <a:pt x="0" y="89809"/>
                      </a:cubicBezTo>
                      <a:lnTo>
                        <a:pt x="0" y="75895"/>
                      </a:lnTo>
                      <a:lnTo>
                        <a:pt x="15812" y="75895"/>
                      </a:lnTo>
                      <a:lnTo>
                        <a:pt x="15812" y="87279"/>
                      </a:lnTo>
                      <a:cubicBezTo>
                        <a:pt x="19606" y="89177"/>
                        <a:pt x="30991" y="92339"/>
                        <a:pt x="48699" y="92339"/>
                      </a:cubicBezTo>
                      <a:cubicBezTo>
                        <a:pt x="66408" y="92339"/>
                        <a:pt x="77793" y="89809"/>
                        <a:pt x="81587" y="87279"/>
                      </a:cubicBezTo>
                      <a:lnTo>
                        <a:pt x="81587" y="0"/>
                      </a:lnTo>
                      <a:lnTo>
                        <a:pt x="97399" y="0"/>
                      </a:lnTo>
                      <a:lnTo>
                        <a:pt x="97399" y="89809"/>
                      </a:lnTo>
                      <a:cubicBezTo>
                        <a:pt x="96766" y="106253"/>
                        <a:pt x="63246" y="108151"/>
                        <a:pt x="48699" y="108151"/>
                      </a:cubicBezTo>
                      <a:close/>
                    </a:path>
                  </a:pathLst>
                </a:custGeom>
                <a:grpFill/>
                <a:ln w="6271" cap="flat">
                  <a:noFill/>
                  <a:prstDash val="solid"/>
                  <a:miter/>
                </a:ln>
              </p:spPr>
              <p:txBody>
                <a:bodyPr rtlCol="0" anchor="ctr"/>
                <a:lstStyle/>
                <a:p>
                  <a:endParaRPr lang="en-US"/>
                </a:p>
              </p:txBody>
            </p:sp>
          </p:grpSp>
          <p:sp>
            <p:nvSpPr>
              <p:cNvPr id="61" name="Picture Placeholder 97">
                <a:extLst>
                  <a:ext uri="{FF2B5EF4-FFF2-40B4-BE49-F238E27FC236}">
                    <a16:creationId xmlns:a16="http://schemas.microsoft.com/office/drawing/2014/main" id="{DCB390AD-215D-F8DA-C528-18AAE7E4B773}"/>
                  </a:ext>
                </a:extLst>
              </p:cNvPr>
              <p:cNvSpPr/>
              <p:nvPr/>
            </p:nvSpPr>
            <p:spPr>
              <a:xfrm rot="-2700000">
                <a:off x="7519807" y="3357569"/>
                <a:ext cx="30990" cy="15811"/>
              </a:xfrm>
              <a:custGeom>
                <a:avLst/>
                <a:gdLst>
                  <a:gd name="connsiteX0" fmla="*/ 0 w 30990"/>
                  <a:gd name="connsiteY0" fmla="*/ 0 h 15811"/>
                  <a:gd name="connsiteX1" fmla="*/ 30990 w 30990"/>
                  <a:gd name="connsiteY1" fmla="*/ 0 h 15811"/>
                  <a:gd name="connsiteX2" fmla="*/ 30990 w 30990"/>
                  <a:gd name="connsiteY2" fmla="*/ 15811 h 15811"/>
                  <a:gd name="connsiteX3" fmla="*/ 0 w 30990"/>
                  <a:gd name="connsiteY3" fmla="*/ 15811 h 15811"/>
                </a:gdLst>
                <a:ahLst/>
                <a:cxnLst>
                  <a:cxn ang="0">
                    <a:pos x="connsiteX0" y="connsiteY0"/>
                  </a:cxn>
                  <a:cxn ang="0">
                    <a:pos x="connsiteX1" y="connsiteY1"/>
                  </a:cxn>
                  <a:cxn ang="0">
                    <a:pos x="connsiteX2" y="connsiteY2"/>
                  </a:cxn>
                  <a:cxn ang="0">
                    <a:pos x="connsiteX3" y="connsiteY3"/>
                  </a:cxn>
                </a:cxnLst>
                <a:rect l="l" t="t" r="r" b="b"/>
                <a:pathLst>
                  <a:path w="30990" h="15811">
                    <a:moveTo>
                      <a:pt x="0" y="0"/>
                    </a:moveTo>
                    <a:lnTo>
                      <a:pt x="30990" y="0"/>
                    </a:lnTo>
                    <a:lnTo>
                      <a:pt x="30990" y="15811"/>
                    </a:lnTo>
                    <a:lnTo>
                      <a:pt x="0" y="15811"/>
                    </a:lnTo>
                    <a:close/>
                  </a:path>
                </a:pathLst>
              </a:custGeom>
              <a:grpFill/>
              <a:ln w="6271" cap="flat">
                <a:noFill/>
                <a:prstDash val="solid"/>
                <a:miter/>
              </a:ln>
            </p:spPr>
            <p:txBody>
              <a:bodyPr rtlCol="0" anchor="ctr"/>
              <a:lstStyle/>
              <a:p>
                <a:endParaRPr lang="en-US"/>
              </a:p>
            </p:txBody>
          </p:sp>
          <p:sp>
            <p:nvSpPr>
              <p:cNvPr id="62" name="Picture Placeholder 97">
                <a:extLst>
                  <a:ext uri="{FF2B5EF4-FFF2-40B4-BE49-F238E27FC236}">
                    <a16:creationId xmlns:a16="http://schemas.microsoft.com/office/drawing/2014/main" id="{A4D0F8AC-CAE2-2D68-7D4A-BC7507FC9CEF}"/>
                  </a:ext>
                </a:extLst>
              </p:cNvPr>
              <p:cNvSpPr/>
              <p:nvPr/>
            </p:nvSpPr>
            <p:spPr>
              <a:xfrm rot="-2700486">
                <a:off x="7297780" y="3577759"/>
                <a:ext cx="32887" cy="15811"/>
              </a:xfrm>
              <a:custGeom>
                <a:avLst/>
                <a:gdLst>
                  <a:gd name="connsiteX0" fmla="*/ 0 w 32887"/>
                  <a:gd name="connsiteY0" fmla="*/ 0 h 15811"/>
                  <a:gd name="connsiteX1" fmla="*/ 32888 w 32887"/>
                  <a:gd name="connsiteY1" fmla="*/ 0 h 15811"/>
                  <a:gd name="connsiteX2" fmla="*/ 32888 w 32887"/>
                  <a:gd name="connsiteY2" fmla="*/ 15811 h 15811"/>
                  <a:gd name="connsiteX3" fmla="*/ 0 w 32887"/>
                  <a:gd name="connsiteY3" fmla="*/ 15811 h 15811"/>
                </a:gdLst>
                <a:ahLst/>
                <a:cxnLst>
                  <a:cxn ang="0">
                    <a:pos x="connsiteX0" y="connsiteY0"/>
                  </a:cxn>
                  <a:cxn ang="0">
                    <a:pos x="connsiteX1" y="connsiteY1"/>
                  </a:cxn>
                  <a:cxn ang="0">
                    <a:pos x="connsiteX2" y="connsiteY2"/>
                  </a:cxn>
                  <a:cxn ang="0">
                    <a:pos x="connsiteX3" y="connsiteY3"/>
                  </a:cxn>
                </a:cxnLst>
                <a:rect l="l" t="t" r="r" b="b"/>
                <a:pathLst>
                  <a:path w="32887" h="15811">
                    <a:moveTo>
                      <a:pt x="0" y="0"/>
                    </a:moveTo>
                    <a:lnTo>
                      <a:pt x="32888" y="0"/>
                    </a:lnTo>
                    <a:lnTo>
                      <a:pt x="32888" y="15811"/>
                    </a:lnTo>
                    <a:lnTo>
                      <a:pt x="0" y="15811"/>
                    </a:lnTo>
                    <a:close/>
                  </a:path>
                </a:pathLst>
              </a:custGeom>
              <a:grpFill/>
              <a:ln w="6271" cap="flat">
                <a:noFill/>
                <a:prstDash val="solid"/>
                <a:miter/>
              </a:ln>
            </p:spPr>
            <p:txBody>
              <a:bodyPr rtlCol="0" anchor="ctr"/>
              <a:lstStyle/>
              <a:p>
                <a:endParaRPr lang="en-US"/>
              </a:p>
            </p:txBody>
          </p:sp>
          <p:sp>
            <p:nvSpPr>
              <p:cNvPr id="63" name="Picture Placeholder 97">
                <a:extLst>
                  <a:ext uri="{FF2B5EF4-FFF2-40B4-BE49-F238E27FC236}">
                    <a16:creationId xmlns:a16="http://schemas.microsoft.com/office/drawing/2014/main" id="{751852EA-5544-D06A-FA27-D70B2C54920C}"/>
                  </a:ext>
                </a:extLst>
              </p:cNvPr>
              <p:cNvSpPr/>
              <p:nvPr/>
            </p:nvSpPr>
            <p:spPr>
              <a:xfrm rot="-2700000">
                <a:off x="7304779" y="3354826"/>
                <a:ext cx="15811" cy="30357"/>
              </a:xfrm>
              <a:custGeom>
                <a:avLst/>
                <a:gdLst>
                  <a:gd name="connsiteX0" fmla="*/ 0 w 15811"/>
                  <a:gd name="connsiteY0" fmla="*/ 0 h 30357"/>
                  <a:gd name="connsiteX1" fmla="*/ 15811 w 15811"/>
                  <a:gd name="connsiteY1" fmla="*/ 0 h 30357"/>
                  <a:gd name="connsiteX2" fmla="*/ 15811 w 15811"/>
                  <a:gd name="connsiteY2" fmla="*/ 30358 h 30357"/>
                  <a:gd name="connsiteX3" fmla="*/ 0 w 15811"/>
                  <a:gd name="connsiteY3" fmla="*/ 30358 h 30357"/>
                </a:gdLst>
                <a:ahLst/>
                <a:cxnLst>
                  <a:cxn ang="0">
                    <a:pos x="connsiteX0" y="connsiteY0"/>
                  </a:cxn>
                  <a:cxn ang="0">
                    <a:pos x="connsiteX1" y="connsiteY1"/>
                  </a:cxn>
                  <a:cxn ang="0">
                    <a:pos x="connsiteX2" y="connsiteY2"/>
                  </a:cxn>
                  <a:cxn ang="0">
                    <a:pos x="connsiteX3" y="connsiteY3"/>
                  </a:cxn>
                </a:cxnLst>
                <a:rect l="l" t="t" r="r" b="b"/>
                <a:pathLst>
                  <a:path w="15811" h="30357">
                    <a:moveTo>
                      <a:pt x="0" y="0"/>
                    </a:moveTo>
                    <a:lnTo>
                      <a:pt x="15811" y="0"/>
                    </a:lnTo>
                    <a:lnTo>
                      <a:pt x="15811" y="30358"/>
                    </a:lnTo>
                    <a:lnTo>
                      <a:pt x="0" y="30358"/>
                    </a:lnTo>
                    <a:close/>
                  </a:path>
                </a:pathLst>
              </a:custGeom>
              <a:grpFill/>
              <a:ln w="6271" cap="flat">
                <a:noFill/>
                <a:prstDash val="solid"/>
                <a:miter/>
              </a:ln>
            </p:spPr>
            <p:txBody>
              <a:bodyPr rtlCol="0" anchor="ctr"/>
              <a:lstStyle/>
              <a:p>
                <a:endParaRPr lang="en-US"/>
              </a:p>
            </p:txBody>
          </p:sp>
          <p:sp>
            <p:nvSpPr>
              <p:cNvPr id="64" name="Picture Placeholder 97">
                <a:extLst>
                  <a:ext uri="{FF2B5EF4-FFF2-40B4-BE49-F238E27FC236}">
                    <a16:creationId xmlns:a16="http://schemas.microsoft.com/office/drawing/2014/main" id="{30705ADA-6468-B2C9-945E-B2F32A8EF2D4}"/>
                  </a:ext>
                </a:extLst>
              </p:cNvPr>
              <p:cNvSpPr/>
              <p:nvPr/>
            </p:nvSpPr>
            <p:spPr>
              <a:xfrm rot="-2700000">
                <a:off x="7523720" y="3570128"/>
                <a:ext cx="15811" cy="29092"/>
              </a:xfrm>
              <a:custGeom>
                <a:avLst/>
                <a:gdLst>
                  <a:gd name="connsiteX0" fmla="*/ 0 w 15811"/>
                  <a:gd name="connsiteY0" fmla="*/ 0 h 29092"/>
                  <a:gd name="connsiteX1" fmla="*/ 15811 w 15811"/>
                  <a:gd name="connsiteY1" fmla="*/ 0 h 29092"/>
                  <a:gd name="connsiteX2" fmla="*/ 15811 w 15811"/>
                  <a:gd name="connsiteY2" fmla="*/ 29093 h 29092"/>
                  <a:gd name="connsiteX3" fmla="*/ 0 w 15811"/>
                  <a:gd name="connsiteY3" fmla="*/ 29093 h 29092"/>
                </a:gdLst>
                <a:ahLst/>
                <a:cxnLst>
                  <a:cxn ang="0">
                    <a:pos x="connsiteX0" y="connsiteY0"/>
                  </a:cxn>
                  <a:cxn ang="0">
                    <a:pos x="connsiteX1" y="connsiteY1"/>
                  </a:cxn>
                  <a:cxn ang="0">
                    <a:pos x="connsiteX2" y="connsiteY2"/>
                  </a:cxn>
                  <a:cxn ang="0">
                    <a:pos x="connsiteX3" y="connsiteY3"/>
                  </a:cxn>
                </a:cxnLst>
                <a:rect l="l" t="t" r="r" b="b"/>
                <a:pathLst>
                  <a:path w="15811" h="29092">
                    <a:moveTo>
                      <a:pt x="0" y="0"/>
                    </a:moveTo>
                    <a:lnTo>
                      <a:pt x="15811" y="0"/>
                    </a:lnTo>
                    <a:lnTo>
                      <a:pt x="15811" y="29093"/>
                    </a:lnTo>
                    <a:lnTo>
                      <a:pt x="0" y="29093"/>
                    </a:lnTo>
                    <a:close/>
                  </a:path>
                </a:pathLst>
              </a:custGeom>
              <a:grpFill/>
              <a:ln w="6271" cap="flat">
                <a:noFill/>
                <a:prstDash val="solid"/>
                <a:miter/>
              </a:ln>
            </p:spPr>
            <p:txBody>
              <a:bodyPr rtlCol="0" anchor="ctr"/>
              <a:lstStyle/>
              <a:p>
                <a:endParaRPr lang="en-US"/>
              </a:p>
            </p:txBody>
          </p:sp>
          <p:sp>
            <p:nvSpPr>
              <p:cNvPr id="65" name="Picture Placeholder 97">
                <a:extLst>
                  <a:ext uri="{FF2B5EF4-FFF2-40B4-BE49-F238E27FC236}">
                    <a16:creationId xmlns:a16="http://schemas.microsoft.com/office/drawing/2014/main" id="{BCD970FA-B900-C398-4D88-950410CAC599}"/>
                  </a:ext>
                </a:extLst>
              </p:cNvPr>
              <p:cNvSpPr/>
              <p:nvPr/>
            </p:nvSpPr>
            <p:spPr>
              <a:xfrm>
                <a:off x="7332063" y="3384964"/>
                <a:ext cx="181516" cy="182780"/>
              </a:xfrm>
              <a:custGeom>
                <a:avLst/>
                <a:gdLst>
                  <a:gd name="connsiteX0" fmla="*/ 181516 w 181516"/>
                  <a:gd name="connsiteY0" fmla="*/ 106253 h 182780"/>
                  <a:gd name="connsiteX1" fmla="*/ 172662 w 181516"/>
                  <a:gd name="connsiteY1" fmla="*/ 108783 h 182780"/>
                  <a:gd name="connsiteX2" fmla="*/ 163807 w 181516"/>
                  <a:gd name="connsiteY2" fmla="*/ 110681 h 182780"/>
                  <a:gd name="connsiteX3" fmla="*/ 160012 w 181516"/>
                  <a:gd name="connsiteY3" fmla="*/ 120167 h 182780"/>
                  <a:gd name="connsiteX4" fmla="*/ 155585 w 181516"/>
                  <a:gd name="connsiteY4" fmla="*/ 129022 h 182780"/>
                  <a:gd name="connsiteX5" fmla="*/ 160012 w 181516"/>
                  <a:gd name="connsiteY5" fmla="*/ 137244 h 182780"/>
                  <a:gd name="connsiteX6" fmla="*/ 165072 w 181516"/>
                  <a:gd name="connsiteY6" fmla="*/ 144833 h 182780"/>
                  <a:gd name="connsiteX7" fmla="*/ 144833 w 181516"/>
                  <a:gd name="connsiteY7" fmla="*/ 165705 h 182780"/>
                  <a:gd name="connsiteX8" fmla="*/ 128389 w 181516"/>
                  <a:gd name="connsiteY8" fmla="*/ 156218 h 182780"/>
                  <a:gd name="connsiteX9" fmla="*/ 110681 w 181516"/>
                  <a:gd name="connsiteY9" fmla="*/ 163175 h 182780"/>
                  <a:gd name="connsiteX10" fmla="*/ 107518 w 181516"/>
                  <a:gd name="connsiteY10" fmla="*/ 172662 h 182780"/>
                  <a:gd name="connsiteX11" fmla="*/ 104356 w 181516"/>
                  <a:gd name="connsiteY11" fmla="*/ 182781 h 182780"/>
                  <a:gd name="connsiteX12" fmla="*/ 76528 w 181516"/>
                  <a:gd name="connsiteY12" fmla="*/ 182781 h 182780"/>
                  <a:gd name="connsiteX13" fmla="*/ 73998 w 181516"/>
                  <a:gd name="connsiteY13" fmla="*/ 173294 h 182780"/>
                  <a:gd name="connsiteX14" fmla="*/ 71468 w 181516"/>
                  <a:gd name="connsiteY14" fmla="*/ 163807 h 182780"/>
                  <a:gd name="connsiteX15" fmla="*/ 53759 w 181516"/>
                  <a:gd name="connsiteY15" fmla="*/ 155585 h 182780"/>
                  <a:gd name="connsiteX16" fmla="*/ 44905 w 181516"/>
                  <a:gd name="connsiteY16" fmla="*/ 160012 h 182780"/>
                  <a:gd name="connsiteX17" fmla="*/ 36683 w 181516"/>
                  <a:gd name="connsiteY17" fmla="*/ 164440 h 182780"/>
                  <a:gd name="connsiteX18" fmla="*/ 16444 w 181516"/>
                  <a:gd name="connsiteY18" fmla="*/ 144833 h 182780"/>
                  <a:gd name="connsiteX19" fmla="*/ 25298 w 181516"/>
                  <a:gd name="connsiteY19" fmla="*/ 128389 h 182780"/>
                  <a:gd name="connsiteX20" fmla="*/ 21504 w 181516"/>
                  <a:gd name="connsiteY20" fmla="*/ 118902 h 182780"/>
                  <a:gd name="connsiteX21" fmla="*/ 18341 w 181516"/>
                  <a:gd name="connsiteY21" fmla="*/ 108783 h 182780"/>
                  <a:gd name="connsiteX22" fmla="*/ 8854 w 181516"/>
                  <a:gd name="connsiteY22" fmla="*/ 106886 h 182780"/>
                  <a:gd name="connsiteX23" fmla="*/ 0 w 181516"/>
                  <a:gd name="connsiteY23" fmla="*/ 104356 h 182780"/>
                  <a:gd name="connsiteX24" fmla="*/ 0 w 181516"/>
                  <a:gd name="connsiteY24" fmla="*/ 76528 h 182780"/>
                  <a:gd name="connsiteX25" fmla="*/ 8854 w 181516"/>
                  <a:gd name="connsiteY25" fmla="*/ 73998 h 182780"/>
                  <a:gd name="connsiteX26" fmla="*/ 17709 w 181516"/>
                  <a:gd name="connsiteY26" fmla="*/ 72100 h 182780"/>
                  <a:gd name="connsiteX27" fmla="*/ 22136 w 181516"/>
                  <a:gd name="connsiteY27" fmla="*/ 62614 h 182780"/>
                  <a:gd name="connsiteX28" fmla="*/ 26563 w 181516"/>
                  <a:gd name="connsiteY28" fmla="*/ 53759 h 182780"/>
                  <a:gd name="connsiteX29" fmla="*/ 17076 w 181516"/>
                  <a:gd name="connsiteY29" fmla="*/ 37948 h 182780"/>
                  <a:gd name="connsiteX30" fmla="*/ 37315 w 181516"/>
                  <a:gd name="connsiteY30" fmla="*/ 17076 h 182780"/>
                  <a:gd name="connsiteX31" fmla="*/ 53759 w 181516"/>
                  <a:gd name="connsiteY31" fmla="*/ 26563 h 182780"/>
                  <a:gd name="connsiteX32" fmla="*/ 72100 w 181516"/>
                  <a:gd name="connsiteY32" fmla="*/ 19606 h 182780"/>
                  <a:gd name="connsiteX33" fmla="*/ 74630 w 181516"/>
                  <a:gd name="connsiteY33" fmla="*/ 9487 h 182780"/>
                  <a:gd name="connsiteX34" fmla="*/ 77160 w 181516"/>
                  <a:gd name="connsiteY34" fmla="*/ 0 h 182780"/>
                  <a:gd name="connsiteX35" fmla="*/ 104988 w 181516"/>
                  <a:gd name="connsiteY35" fmla="*/ 0 h 182780"/>
                  <a:gd name="connsiteX36" fmla="*/ 110048 w 181516"/>
                  <a:gd name="connsiteY36" fmla="*/ 18341 h 182780"/>
                  <a:gd name="connsiteX37" fmla="*/ 118903 w 181516"/>
                  <a:gd name="connsiteY37" fmla="*/ 22136 h 182780"/>
                  <a:gd name="connsiteX38" fmla="*/ 127757 w 181516"/>
                  <a:gd name="connsiteY38" fmla="*/ 26563 h 182780"/>
                  <a:gd name="connsiteX39" fmla="*/ 136611 w 181516"/>
                  <a:gd name="connsiteY39" fmla="*/ 22136 h 182780"/>
                  <a:gd name="connsiteX40" fmla="*/ 144833 w 181516"/>
                  <a:gd name="connsiteY40" fmla="*/ 17709 h 182780"/>
                  <a:gd name="connsiteX41" fmla="*/ 155585 w 181516"/>
                  <a:gd name="connsiteY41" fmla="*/ 27196 h 182780"/>
                  <a:gd name="connsiteX42" fmla="*/ 165705 w 181516"/>
                  <a:gd name="connsiteY42" fmla="*/ 37315 h 182780"/>
                  <a:gd name="connsiteX43" fmla="*/ 156218 w 181516"/>
                  <a:gd name="connsiteY43" fmla="*/ 53759 h 182780"/>
                  <a:gd name="connsiteX44" fmla="*/ 163175 w 181516"/>
                  <a:gd name="connsiteY44" fmla="*/ 72733 h 182780"/>
                  <a:gd name="connsiteX45" fmla="*/ 172662 w 181516"/>
                  <a:gd name="connsiteY45" fmla="*/ 74630 h 182780"/>
                  <a:gd name="connsiteX46" fmla="*/ 181516 w 181516"/>
                  <a:gd name="connsiteY46" fmla="*/ 77160 h 182780"/>
                  <a:gd name="connsiteX47" fmla="*/ 181516 w 181516"/>
                  <a:gd name="connsiteY47" fmla="*/ 106253 h 182780"/>
                  <a:gd name="connsiteX48" fmla="*/ 141039 w 181516"/>
                  <a:gd name="connsiteY48" fmla="*/ 118270 h 182780"/>
                  <a:gd name="connsiteX49" fmla="*/ 147996 w 181516"/>
                  <a:gd name="connsiteY49" fmla="*/ 86015 h 182780"/>
                  <a:gd name="connsiteX50" fmla="*/ 137244 w 181516"/>
                  <a:gd name="connsiteY50" fmla="*/ 58819 h 182780"/>
                  <a:gd name="connsiteX51" fmla="*/ 114475 w 181516"/>
                  <a:gd name="connsiteY51" fmla="*/ 40477 h 182780"/>
                  <a:gd name="connsiteX52" fmla="*/ 86015 w 181516"/>
                  <a:gd name="connsiteY52" fmla="*/ 34785 h 182780"/>
                  <a:gd name="connsiteX53" fmla="*/ 50597 w 181516"/>
                  <a:gd name="connsiteY53" fmla="*/ 49964 h 182780"/>
                  <a:gd name="connsiteX54" fmla="*/ 34785 w 181516"/>
                  <a:gd name="connsiteY54" fmla="*/ 80322 h 182780"/>
                  <a:gd name="connsiteX55" fmla="*/ 38580 w 181516"/>
                  <a:gd name="connsiteY55" fmla="*/ 114475 h 182780"/>
                  <a:gd name="connsiteX56" fmla="*/ 61981 w 181516"/>
                  <a:gd name="connsiteY56" fmla="*/ 140406 h 182780"/>
                  <a:gd name="connsiteX57" fmla="*/ 107518 w 181516"/>
                  <a:gd name="connsiteY57" fmla="*/ 144201 h 182780"/>
                  <a:gd name="connsiteX58" fmla="*/ 141039 w 181516"/>
                  <a:gd name="connsiteY58" fmla="*/ 118270 h 18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1516" h="182780">
                    <a:moveTo>
                      <a:pt x="181516" y="106253"/>
                    </a:moveTo>
                    <a:cubicBezTo>
                      <a:pt x="180251" y="106886"/>
                      <a:pt x="177089" y="107518"/>
                      <a:pt x="172662" y="108783"/>
                    </a:cubicBezTo>
                    <a:cubicBezTo>
                      <a:pt x="168867" y="110048"/>
                      <a:pt x="166337" y="110681"/>
                      <a:pt x="163807" y="110681"/>
                    </a:cubicBezTo>
                    <a:cubicBezTo>
                      <a:pt x="163175" y="111945"/>
                      <a:pt x="161277" y="115108"/>
                      <a:pt x="160012" y="120167"/>
                    </a:cubicBezTo>
                    <a:cubicBezTo>
                      <a:pt x="158747" y="124595"/>
                      <a:pt x="156850" y="127124"/>
                      <a:pt x="155585" y="129022"/>
                    </a:cubicBezTo>
                    <a:cubicBezTo>
                      <a:pt x="156218" y="129654"/>
                      <a:pt x="157483" y="132817"/>
                      <a:pt x="160012" y="137244"/>
                    </a:cubicBezTo>
                    <a:cubicBezTo>
                      <a:pt x="161910" y="140406"/>
                      <a:pt x="163807" y="142936"/>
                      <a:pt x="165072" y="144833"/>
                    </a:cubicBezTo>
                    <a:cubicBezTo>
                      <a:pt x="163175" y="147363"/>
                      <a:pt x="156850" y="154320"/>
                      <a:pt x="144833" y="165705"/>
                    </a:cubicBezTo>
                    <a:cubicBezTo>
                      <a:pt x="139141" y="163175"/>
                      <a:pt x="133449" y="160012"/>
                      <a:pt x="128389" y="156218"/>
                    </a:cubicBezTo>
                    <a:cubicBezTo>
                      <a:pt x="122065" y="160012"/>
                      <a:pt x="116373" y="161910"/>
                      <a:pt x="110681" y="163175"/>
                    </a:cubicBezTo>
                    <a:cubicBezTo>
                      <a:pt x="109416" y="165072"/>
                      <a:pt x="108151" y="168234"/>
                      <a:pt x="107518" y="172662"/>
                    </a:cubicBezTo>
                    <a:cubicBezTo>
                      <a:pt x="106253" y="177721"/>
                      <a:pt x="105621" y="180884"/>
                      <a:pt x="104356" y="182781"/>
                    </a:cubicBezTo>
                    <a:lnTo>
                      <a:pt x="76528" y="182781"/>
                    </a:lnTo>
                    <a:cubicBezTo>
                      <a:pt x="75895" y="180884"/>
                      <a:pt x="74630" y="177721"/>
                      <a:pt x="73998" y="173294"/>
                    </a:cubicBezTo>
                    <a:cubicBezTo>
                      <a:pt x="72733" y="168867"/>
                      <a:pt x="72100" y="165705"/>
                      <a:pt x="71468" y="163807"/>
                    </a:cubicBezTo>
                    <a:cubicBezTo>
                      <a:pt x="60084" y="158747"/>
                      <a:pt x="54392" y="156218"/>
                      <a:pt x="53759" y="155585"/>
                    </a:cubicBezTo>
                    <a:cubicBezTo>
                      <a:pt x="51229" y="156218"/>
                      <a:pt x="48699" y="157483"/>
                      <a:pt x="44905" y="160012"/>
                    </a:cubicBezTo>
                    <a:cubicBezTo>
                      <a:pt x="41110" y="162542"/>
                      <a:pt x="38580" y="163807"/>
                      <a:pt x="36683" y="164440"/>
                    </a:cubicBezTo>
                    <a:cubicBezTo>
                      <a:pt x="34153" y="162542"/>
                      <a:pt x="27196" y="156218"/>
                      <a:pt x="16444" y="144833"/>
                    </a:cubicBezTo>
                    <a:cubicBezTo>
                      <a:pt x="17076" y="142936"/>
                      <a:pt x="19606" y="137244"/>
                      <a:pt x="25298" y="128389"/>
                    </a:cubicBezTo>
                    <a:cubicBezTo>
                      <a:pt x="24666" y="127124"/>
                      <a:pt x="23401" y="124595"/>
                      <a:pt x="21504" y="118902"/>
                    </a:cubicBezTo>
                    <a:cubicBezTo>
                      <a:pt x="19606" y="115108"/>
                      <a:pt x="18974" y="111945"/>
                      <a:pt x="18341" y="108783"/>
                    </a:cubicBezTo>
                    <a:cubicBezTo>
                      <a:pt x="15812" y="108151"/>
                      <a:pt x="12649" y="107518"/>
                      <a:pt x="8854" y="106886"/>
                    </a:cubicBezTo>
                    <a:cubicBezTo>
                      <a:pt x="4427" y="105621"/>
                      <a:pt x="1265" y="104988"/>
                      <a:pt x="0" y="104356"/>
                    </a:cubicBezTo>
                    <a:lnTo>
                      <a:pt x="0" y="76528"/>
                    </a:lnTo>
                    <a:cubicBezTo>
                      <a:pt x="1265" y="75895"/>
                      <a:pt x="4427" y="75263"/>
                      <a:pt x="8854" y="73998"/>
                    </a:cubicBezTo>
                    <a:cubicBezTo>
                      <a:pt x="12649" y="72733"/>
                      <a:pt x="15179" y="72100"/>
                      <a:pt x="17709" y="72100"/>
                    </a:cubicBezTo>
                    <a:cubicBezTo>
                      <a:pt x="18341" y="70836"/>
                      <a:pt x="20239" y="67673"/>
                      <a:pt x="22136" y="62614"/>
                    </a:cubicBezTo>
                    <a:cubicBezTo>
                      <a:pt x="24034" y="58819"/>
                      <a:pt x="25298" y="55656"/>
                      <a:pt x="26563" y="53759"/>
                    </a:cubicBezTo>
                    <a:cubicBezTo>
                      <a:pt x="22136" y="45537"/>
                      <a:pt x="18974" y="39845"/>
                      <a:pt x="17076" y="37948"/>
                    </a:cubicBezTo>
                    <a:cubicBezTo>
                      <a:pt x="18974" y="35418"/>
                      <a:pt x="25298" y="28461"/>
                      <a:pt x="37315" y="17076"/>
                    </a:cubicBezTo>
                    <a:cubicBezTo>
                      <a:pt x="44905" y="20871"/>
                      <a:pt x="49964" y="24033"/>
                      <a:pt x="53759" y="26563"/>
                    </a:cubicBezTo>
                    <a:cubicBezTo>
                      <a:pt x="64511" y="22136"/>
                      <a:pt x="70203" y="19606"/>
                      <a:pt x="72100" y="19606"/>
                    </a:cubicBezTo>
                    <a:cubicBezTo>
                      <a:pt x="72733" y="18341"/>
                      <a:pt x="73365" y="15179"/>
                      <a:pt x="74630" y="9487"/>
                    </a:cubicBezTo>
                    <a:cubicBezTo>
                      <a:pt x="75895" y="5692"/>
                      <a:pt x="76528" y="2530"/>
                      <a:pt x="77160" y="0"/>
                    </a:cubicBezTo>
                    <a:lnTo>
                      <a:pt x="104988" y="0"/>
                    </a:lnTo>
                    <a:cubicBezTo>
                      <a:pt x="106253" y="2530"/>
                      <a:pt x="107518" y="8854"/>
                      <a:pt x="110048" y="18341"/>
                    </a:cubicBezTo>
                    <a:cubicBezTo>
                      <a:pt x="111313" y="18974"/>
                      <a:pt x="114475" y="20239"/>
                      <a:pt x="118903" y="22136"/>
                    </a:cubicBezTo>
                    <a:cubicBezTo>
                      <a:pt x="122697" y="23401"/>
                      <a:pt x="125860" y="25298"/>
                      <a:pt x="127757" y="26563"/>
                    </a:cubicBezTo>
                    <a:cubicBezTo>
                      <a:pt x="130287" y="25931"/>
                      <a:pt x="132817" y="24666"/>
                      <a:pt x="136611" y="22136"/>
                    </a:cubicBezTo>
                    <a:cubicBezTo>
                      <a:pt x="140406" y="19606"/>
                      <a:pt x="142936" y="18341"/>
                      <a:pt x="144833" y="17709"/>
                    </a:cubicBezTo>
                    <a:cubicBezTo>
                      <a:pt x="147996" y="19606"/>
                      <a:pt x="151790" y="22769"/>
                      <a:pt x="155585" y="27196"/>
                    </a:cubicBezTo>
                    <a:cubicBezTo>
                      <a:pt x="160645" y="32255"/>
                      <a:pt x="163807" y="35418"/>
                      <a:pt x="165705" y="37315"/>
                    </a:cubicBezTo>
                    <a:cubicBezTo>
                      <a:pt x="161277" y="44905"/>
                      <a:pt x="158115" y="50597"/>
                      <a:pt x="156218" y="53759"/>
                    </a:cubicBezTo>
                    <a:cubicBezTo>
                      <a:pt x="161277" y="67673"/>
                      <a:pt x="163175" y="73998"/>
                      <a:pt x="163175" y="72733"/>
                    </a:cubicBezTo>
                    <a:cubicBezTo>
                      <a:pt x="165705" y="72733"/>
                      <a:pt x="168867" y="73365"/>
                      <a:pt x="172662" y="74630"/>
                    </a:cubicBezTo>
                    <a:cubicBezTo>
                      <a:pt x="177089" y="75895"/>
                      <a:pt x="180251" y="76528"/>
                      <a:pt x="181516" y="77160"/>
                    </a:cubicBezTo>
                    <a:lnTo>
                      <a:pt x="181516" y="106253"/>
                    </a:lnTo>
                    <a:close/>
                    <a:moveTo>
                      <a:pt x="141039" y="118270"/>
                    </a:moveTo>
                    <a:cubicBezTo>
                      <a:pt x="146731" y="107518"/>
                      <a:pt x="149261" y="96766"/>
                      <a:pt x="147996" y="86015"/>
                    </a:cubicBezTo>
                    <a:cubicBezTo>
                      <a:pt x="147363" y="75895"/>
                      <a:pt x="143568" y="67041"/>
                      <a:pt x="137244" y="58819"/>
                    </a:cubicBezTo>
                    <a:cubicBezTo>
                      <a:pt x="131552" y="50597"/>
                      <a:pt x="123962" y="44905"/>
                      <a:pt x="114475" y="40477"/>
                    </a:cubicBezTo>
                    <a:cubicBezTo>
                      <a:pt x="104988" y="36050"/>
                      <a:pt x="95501" y="34153"/>
                      <a:pt x="86015" y="34785"/>
                    </a:cubicBezTo>
                    <a:cubicBezTo>
                      <a:pt x="71468" y="36050"/>
                      <a:pt x="60084" y="41110"/>
                      <a:pt x="50597" y="49964"/>
                    </a:cubicBezTo>
                    <a:cubicBezTo>
                      <a:pt x="42375" y="58186"/>
                      <a:pt x="36683" y="68306"/>
                      <a:pt x="34785" y="80322"/>
                    </a:cubicBezTo>
                    <a:cubicBezTo>
                      <a:pt x="32888" y="92339"/>
                      <a:pt x="34153" y="103723"/>
                      <a:pt x="38580" y="114475"/>
                    </a:cubicBezTo>
                    <a:cubicBezTo>
                      <a:pt x="43640" y="125860"/>
                      <a:pt x="51229" y="134714"/>
                      <a:pt x="61981" y="140406"/>
                    </a:cubicBezTo>
                    <a:cubicBezTo>
                      <a:pt x="75895" y="147996"/>
                      <a:pt x="91074" y="149261"/>
                      <a:pt x="107518" y="144201"/>
                    </a:cubicBezTo>
                    <a:cubicBezTo>
                      <a:pt x="123330" y="140406"/>
                      <a:pt x="134082" y="131552"/>
                      <a:pt x="141039" y="118270"/>
                    </a:cubicBezTo>
                    <a:close/>
                  </a:path>
                </a:pathLst>
              </a:custGeom>
              <a:grpFill/>
              <a:ln w="6271" cap="flat">
                <a:noFill/>
                <a:prstDash val="solid"/>
                <a:miter/>
              </a:ln>
            </p:spPr>
            <p:txBody>
              <a:bodyPr rtlCol="0" anchor="ctr"/>
              <a:lstStyle/>
              <a:p>
                <a:endParaRPr lang="en-US"/>
              </a:p>
            </p:txBody>
          </p:sp>
          <p:grpSp>
            <p:nvGrpSpPr>
              <p:cNvPr id="66" name="Picture Placeholder 97">
                <a:extLst>
                  <a:ext uri="{FF2B5EF4-FFF2-40B4-BE49-F238E27FC236}">
                    <a16:creationId xmlns:a16="http://schemas.microsoft.com/office/drawing/2014/main" id="{81D1B88D-F3B3-C23A-2FB9-F10C4B18AE09}"/>
                  </a:ext>
                </a:extLst>
              </p:cNvPr>
              <p:cNvGrpSpPr/>
              <p:nvPr/>
            </p:nvGrpSpPr>
            <p:grpSpPr>
              <a:xfrm>
                <a:off x="7514311" y="3179818"/>
                <a:ext cx="212307" cy="211470"/>
                <a:chOff x="7514311" y="3179818"/>
                <a:chExt cx="212307" cy="211470"/>
              </a:xfrm>
              <a:grpFill/>
            </p:grpSpPr>
            <p:sp>
              <p:nvSpPr>
                <p:cNvPr id="67" name="Picture Placeholder 97">
                  <a:extLst>
                    <a:ext uri="{FF2B5EF4-FFF2-40B4-BE49-F238E27FC236}">
                      <a16:creationId xmlns:a16="http://schemas.microsoft.com/office/drawing/2014/main" id="{61C58F66-A389-73DB-3CE2-FC835E754312}"/>
                    </a:ext>
                  </a:extLst>
                </p:cNvPr>
                <p:cNvSpPr/>
                <p:nvPr/>
              </p:nvSpPr>
              <p:spPr>
                <a:xfrm>
                  <a:off x="7514311" y="3179818"/>
                  <a:ext cx="212307" cy="211470"/>
                </a:xfrm>
                <a:custGeom>
                  <a:avLst/>
                  <a:gdLst>
                    <a:gd name="connsiteX0" fmla="*/ 106153 w 212307"/>
                    <a:gd name="connsiteY0" fmla="*/ 211471 h 211470"/>
                    <a:gd name="connsiteX1" fmla="*/ 60616 w 212307"/>
                    <a:gd name="connsiteY1" fmla="*/ 201351 h 211470"/>
                    <a:gd name="connsiteX2" fmla="*/ 6225 w 212307"/>
                    <a:gd name="connsiteY2" fmla="*/ 141268 h 211470"/>
                    <a:gd name="connsiteX3" fmla="*/ 10652 w 212307"/>
                    <a:gd name="connsiteY3" fmla="*/ 60313 h 211470"/>
                    <a:gd name="connsiteX4" fmla="*/ 151691 w 212307"/>
                    <a:gd name="connsiteY4" fmla="*/ 10349 h 211470"/>
                    <a:gd name="connsiteX5" fmla="*/ 206082 w 212307"/>
                    <a:gd name="connsiteY5" fmla="*/ 70432 h 211470"/>
                    <a:gd name="connsiteX6" fmla="*/ 201655 w 212307"/>
                    <a:gd name="connsiteY6" fmla="*/ 151387 h 211470"/>
                    <a:gd name="connsiteX7" fmla="*/ 106153 w 212307"/>
                    <a:gd name="connsiteY7" fmla="*/ 211471 h 211470"/>
                    <a:gd name="connsiteX8" fmla="*/ 106786 w 212307"/>
                    <a:gd name="connsiteY8" fmla="*/ 15408 h 211470"/>
                    <a:gd name="connsiteX9" fmla="*/ 25199 w 212307"/>
                    <a:gd name="connsiteY9" fmla="*/ 66637 h 211470"/>
                    <a:gd name="connsiteX10" fmla="*/ 21404 w 212307"/>
                    <a:gd name="connsiteY10" fmla="*/ 135576 h 211470"/>
                    <a:gd name="connsiteX11" fmla="*/ 67573 w 212307"/>
                    <a:gd name="connsiteY11" fmla="*/ 186805 h 211470"/>
                    <a:gd name="connsiteX12" fmla="*/ 187741 w 212307"/>
                    <a:gd name="connsiteY12" fmla="*/ 144430 h 211470"/>
                    <a:gd name="connsiteX13" fmla="*/ 187741 w 212307"/>
                    <a:gd name="connsiteY13" fmla="*/ 144430 h 211470"/>
                    <a:gd name="connsiteX14" fmla="*/ 191536 w 212307"/>
                    <a:gd name="connsiteY14" fmla="*/ 75492 h 211470"/>
                    <a:gd name="connsiteX15" fmla="*/ 145366 w 212307"/>
                    <a:gd name="connsiteY15" fmla="*/ 24263 h 211470"/>
                    <a:gd name="connsiteX16" fmla="*/ 106786 w 212307"/>
                    <a:gd name="connsiteY16" fmla="*/ 15408 h 21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307" h="211470">
                      <a:moveTo>
                        <a:pt x="106153" y="211471"/>
                      </a:moveTo>
                      <a:cubicBezTo>
                        <a:pt x="90974" y="211471"/>
                        <a:pt x="75163" y="208309"/>
                        <a:pt x="60616" y="201351"/>
                      </a:cubicBezTo>
                      <a:cubicBezTo>
                        <a:pt x="35318" y="189335"/>
                        <a:pt x="15712" y="167831"/>
                        <a:pt x="6225" y="141268"/>
                      </a:cubicBezTo>
                      <a:cubicBezTo>
                        <a:pt x="-3262" y="114704"/>
                        <a:pt x="-1997" y="85611"/>
                        <a:pt x="10652" y="60313"/>
                      </a:cubicBezTo>
                      <a:cubicBezTo>
                        <a:pt x="35950" y="7819"/>
                        <a:pt x="99196" y="-14950"/>
                        <a:pt x="151691" y="10349"/>
                      </a:cubicBezTo>
                      <a:cubicBezTo>
                        <a:pt x="176989" y="22365"/>
                        <a:pt x="196595" y="43869"/>
                        <a:pt x="206082" y="70432"/>
                      </a:cubicBezTo>
                      <a:cubicBezTo>
                        <a:pt x="215569" y="96996"/>
                        <a:pt x="214304" y="126089"/>
                        <a:pt x="201655" y="151387"/>
                      </a:cubicBezTo>
                      <a:cubicBezTo>
                        <a:pt x="183946" y="189335"/>
                        <a:pt x="145998" y="211471"/>
                        <a:pt x="106153" y="211471"/>
                      </a:cubicBezTo>
                      <a:close/>
                      <a:moveTo>
                        <a:pt x="106786" y="15408"/>
                      </a:moveTo>
                      <a:cubicBezTo>
                        <a:pt x="73266" y="15408"/>
                        <a:pt x="40378" y="34382"/>
                        <a:pt x="25199" y="66637"/>
                      </a:cubicBezTo>
                      <a:cubicBezTo>
                        <a:pt x="15079" y="88141"/>
                        <a:pt x="13814" y="112807"/>
                        <a:pt x="21404" y="135576"/>
                      </a:cubicBezTo>
                      <a:cubicBezTo>
                        <a:pt x="29626" y="158344"/>
                        <a:pt x="46070" y="176686"/>
                        <a:pt x="67573" y="186805"/>
                      </a:cubicBezTo>
                      <a:cubicBezTo>
                        <a:pt x="112478" y="208309"/>
                        <a:pt x="166237" y="189335"/>
                        <a:pt x="187741" y="144430"/>
                      </a:cubicBezTo>
                      <a:lnTo>
                        <a:pt x="187741" y="144430"/>
                      </a:lnTo>
                      <a:cubicBezTo>
                        <a:pt x="197860" y="122926"/>
                        <a:pt x="199125" y="98260"/>
                        <a:pt x="191536" y="75492"/>
                      </a:cubicBezTo>
                      <a:cubicBezTo>
                        <a:pt x="183314" y="52723"/>
                        <a:pt x="166870" y="34382"/>
                        <a:pt x="145366" y="24263"/>
                      </a:cubicBezTo>
                      <a:cubicBezTo>
                        <a:pt x="132717" y="17938"/>
                        <a:pt x="119435" y="15408"/>
                        <a:pt x="106786" y="15408"/>
                      </a:cubicBezTo>
                      <a:close/>
                    </a:path>
                  </a:pathLst>
                </a:custGeom>
                <a:grpFill/>
                <a:ln w="6271" cap="flat">
                  <a:noFill/>
                  <a:prstDash val="solid"/>
                  <a:miter/>
                </a:ln>
              </p:spPr>
              <p:txBody>
                <a:bodyPr rtlCol="0" anchor="ctr"/>
                <a:lstStyle/>
                <a:p>
                  <a:endParaRPr lang="en-US"/>
                </a:p>
              </p:txBody>
            </p:sp>
            <p:grpSp>
              <p:nvGrpSpPr>
                <p:cNvPr id="68" name="Picture Placeholder 97">
                  <a:extLst>
                    <a:ext uri="{FF2B5EF4-FFF2-40B4-BE49-F238E27FC236}">
                      <a16:creationId xmlns:a16="http://schemas.microsoft.com/office/drawing/2014/main" id="{699546EC-A6C9-D6E0-A4CC-74393DCE8637}"/>
                    </a:ext>
                  </a:extLst>
                </p:cNvPr>
                <p:cNvGrpSpPr/>
                <p:nvPr/>
              </p:nvGrpSpPr>
              <p:grpSpPr>
                <a:xfrm>
                  <a:off x="7584415" y="3223054"/>
                  <a:ext cx="72732" cy="123962"/>
                  <a:chOff x="7584415" y="3223054"/>
                  <a:chExt cx="72732" cy="123962"/>
                </a:xfrm>
                <a:grpFill/>
              </p:grpSpPr>
              <p:sp>
                <p:nvSpPr>
                  <p:cNvPr id="69" name="Picture Placeholder 97">
                    <a:extLst>
                      <a:ext uri="{FF2B5EF4-FFF2-40B4-BE49-F238E27FC236}">
                        <a16:creationId xmlns:a16="http://schemas.microsoft.com/office/drawing/2014/main" id="{BB9E5DD6-9473-707E-65C1-D2EFE55770B7}"/>
                      </a:ext>
                    </a:extLst>
                  </p:cNvPr>
                  <p:cNvSpPr/>
                  <p:nvPr/>
                </p:nvSpPr>
                <p:spPr>
                  <a:xfrm>
                    <a:off x="7584415" y="3281241"/>
                    <a:ext cx="72732" cy="65775"/>
                  </a:xfrm>
                  <a:custGeom>
                    <a:avLst/>
                    <a:gdLst>
                      <a:gd name="connsiteX0" fmla="*/ 35418 w 72732"/>
                      <a:gd name="connsiteY0" fmla="*/ 15812 h 65775"/>
                      <a:gd name="connsiteX1" fmla="*/ 56289 w 72732"/>
                      <a:gd name="connsiteY1" fmla="*/ 24666 h 65775"/>
                      <a:gd name="connsiteX2" fmla="*/ 56289 w 72732"/>
                      <a:gd name="connsiteY2" fmla="*/ 50597 h 65775"/>
                      <a:gd name="connsiteX3" fmla="*/ 15179 w 72732"/>
                      <a:gd name="connsiteY3" fmla="*/ 50597 h 65775"/>
                      <a:gd name="connsiteX4" fmla="*/ 15179 w 72732"/>
                      <a:gd name="connsiteY4" fmla="*/ 24033 h 65775"/>
                      <a:gd name="connsiteX5" fmla="*/ 35418 w 72732"/>
                      <a:gd name="connsiteY5" fmla="*/ 15812 h 65775"/>
                      <a:gd name="connsiteX6" fmla="*/ 35418 w 72732"/>
                      <a:gd name="connsiteY6" fmla="*/ 0 h 65775"/>
                      <a:gd name="connsiteX7" fmla="*/ 3162 w 72732"/>
                      <a:gd name="connsiteY7" fmla="*/ 13914 h 65775"/>
                      <a:gd name="connsiteX8" fmla="*/ 1265 w 72732"/>
                      <a:gd name="connsiteY8" fmla="*/ 16444 h 65775"/>
                      <a:gd name="connsiteX9" fmla="*/ 0 w 72732"/>
                      <a:gd name="connsiteY9" fmla="*/ 22136 h 65775"/>
                      <a:gd name="connsiteX10" fmla="*/ 0 w 72732"/>
                      <a:gd name="connsiteY10" fmla="*/ 58186 h 65775"/>
                      <a:gd name="connsiteX11" fmla="*/ 5692 w 72732"/>
                      <a:gd name="connsiteY11" fmla="*/ 65776 h 65775"/>
                      <a:gd name="connsiteX12" fmla="*/ 67041 w 72732"/>
                      <a:gd name="connsiteY12" fmla="*/ 65776 h 65775"/>
                      <a:gd name="connsiteX13" fmla="*/ 72733 w 72732"/>
                      <a:gd name="connsiteY13" fmla="*/ 58186 h 65775"/>
                      <a:gd name="connsiteX14" fmla="*/ 72733 w 72732"/>
                      <a:gd name="connsiteY14" fmla="*/ 22136 h 65775"/>
                      <a:gd name="connsiteX15" fmla="*/ 71468 w 72732"/>
                      <a:gd name="connsiteY15" fmla="*/ 17076 h 65775"/>
                      <a:gd name="connsiteX16" fmla="*/ 35418 w 72732"/>
                      <a:gd name="connsiteY16" fmla="*/ 0 h 65775"/>
                      <a:gd name="connsiteX17" fmla="*/ 35418 w 72732"/>
                      <a:gd name="connsiteY17" fmla="*/ 0 h 6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32" h="65775">
                        <a:moveTo>
                          <a:pt x="35418" y="15812"/>
                        </a:moveTo>
                        <a:cubicBezTo>
                          <a:pt x="43007" y="15812"/>
                          <a:pt x="50597" y="18974"/>
                          <a:pt x="56289" y="24666"/>
                        </a:cubicBezTo>
                        <a:lnTo>
                          <a:pt x="56289" y="50597"/>
                        </a:lnTo>
                        <a:lnTo>
                          <a:pt x="15179" y="50597"/>
                        </a:lnTo>
                        <a:lnTo>
                          <a:pt x="15179" y="24033"/>
                        </a:lnTo>
                        <a:cubicBezTo>
                          <a:pt x="21504" y="18341"/>
                          <a:pt x="28461" y="15812"/>
                          <a:pt x="35418" y="15812"/>
                        </a:cubicBezTo>
                        <a:moveTo>
                          <a:pt x="35418" y="0"/>
                        </a:moveTo>
                        <a:cubicBezTo>
                          <a:pt x="23401" y="0"/>
                          <a:pt x="12017" y="4427"/>
                          <a:pt x="3162" y="13914"/>
                        </a:cubicBezTo>
                        <a:cubicBezTo>
                          <a:pt x="2530" y="14547"/>
                          <a:pt x="1897" y="15812"/>
                          <a:pt x="1265" y="16444"/>
                        </a:cubicBezTo>
                        <a:cubicBezTo>
                          <a:pt x="632" y="17709"/>
                          <a:pt x="0" y="19606"/>
                          <a:pt x="0" y="22136"/>
                        </a:cubicBezTo>
                        <a:lnTo>
                          <a:pt x="0" y="58186"/>
                        </a:lnTo>
                        <a:cubicBezTo>
                          <a:pt x="0" y="62614"/>
                          <a:pt x="2530" y="65776"/>
                          <a:pt x="5692" y="65776"/>
                        </a:cubicBezTo>
                        <a:lnTo>
                          <a:pt x="67041" y="65776"/>
                        </a:lnTo>
                        <a:cubicBezTo>
                          <a:pt x="70203" y="65776"/>
                          <a:pt x="72733" y="61981"/>
                          <a:pt x="72733" y="58186"/>
                        </a:cubicBezTo>
                        <a:lnTo>
                          <a:pt x="72733" y="22136"/>
                        </a:lnTo>
                        <a:cubicBezTo>
                          <a:pt x="72733" y="20239"/>
                          <a:pt x="72100" y="18341"/>
                          <a:pt x="71468" y="17076"/>
                        </a:cubicBezTo>
                        <a:cubicBezTo>
                          <a:pt x="61349" y="5692"/>
                          <a:pt x="48699" y="0"/>
                          <a:pt x="35418" y="0"/>
                        </a:cubicBezTo>
                        <a:lnTo>
                          <a:pt x="35418" y="0"/>
                        </a:lnTo>
                        <a:close/>
                      </a:path>
                    </a:pathLst>
                  </a:custGeom>
                  <a:grpFill/>
                  <a:ln w="6271" cap="flat">
                    <a:noFill/>
                    <a:prstDash val="solid"/>
                    <a:miter/>
                  </a:ln>
                </p:spPr>
                <p:txBody>
                  <a:bodyPr rtlCol="0" anchor="ctr"/>
                  <a:lstStyle/>
                  <a:p>
                    <a:endParaRPr lang="en-US"/>
                  </a:p>
                </p:txBody>
              </p:sp>
              <p:sp>
                <p:nvSpPr>
                  <p:cNvPr id="70" name="Picture Placeholder 97">
                    <a:extLst>
                      <a:ext uri="{FF2B5EF4-FFF2-40B4-BE49-F238E27FC236}">
                        <a16:creationId xmlns:a16="http://schemas.microsoft.com/office/drawing/2014/main" id="{0BBDED9C-E11A-BA5D-24E9-75FC821BF3BE}"/>
                      </a:ext>
                    </a:extLst>
                  </p:cNvPr>
                  <p:cNvSpPr/>
                  <p:nvPr/>
                </p:nvSpPr>
                <p:spPr>
                  <a:xfrm>
                    <a:off x="7592636" y="3223054"/>
                    <a:ext cx="51861" cy="51861"/>
                  </a:xfrm>
                  <a:custGeom>
                    <a:avLst/>
                    <a:gdLst>
                      <a:gd name="connsiteX0" fmla="*/ 25931 w 51861"/>
                      <a:gd name="connsiteY0" fmla="*/ 15812 h 51861"/>
                      <a:gd name="connsiteX1" fmla="*/ 36050 w 51861"/>
                      <a:gd name="connsiteY1" fmla="*/ 25931 h 51861"/>
                      <a:gd name="connsiteX2" fmla="*/ 25931 w 51861"/>
                      <a:gd name="connsiteY2" fmla="*/ 36050 h 51861"/>
                      <a:gd name="connsiteX3" fmla="*/ 15812 w 51861"/>
                      <a:gd name="connsiteY3" fmla="*/ 25931 h 51861"/>
                      <a:gd name="connsiteX4" fmla="*/ 25931 w 51861"/>
                      <a:gd name="connsiteY4" fmla="*/ 15812 h 51861"/>
                      <a:gd name="connsiteX5" fmla="*/ 25931 w 51861"/>
                      <a:gd name="connsiteY5" fmla="*/ 0 h 51861"/>
                      <a:gd name="connsiteX6" fmla="*/ 0 w 51861"/>
                      <a:gd name="connsiteY6" fmla="*/ 25931 h 51861"/>
                      <a:gd name="connsiteX7" fmla="*/ 25931 w 51861"/>
                      <a:gd name="connsiteY7" fmla="*/ 51862 h 51861"/>
                      <a:gd name="connsiteX8" fmla="*/ 51862 w 51861"/>
                      <a:gd name="connsiteY8" fmla="*/ 25931 h 51861"/>
                      <a:gd name="connsiteX9" fmla="*/ 25931 w 51861"/>
                      <a:gd name="connsiteY9" fmla="*/ 0 h 51861"/>
                      <a:gd name="connsiteX10" fmla="*/ 25931 w 51861"/>
                      <a:gd name="connsiteY10" fmla="*/ 0 h 5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861" h="51861">
                        <a:moveTo>
                          <a:pt x="25931" y="15812"/>
                        </a:moveTo>
                        <a:cubicBezTo>
                          <a:pt x="31623" y="15812"/>
                          <a:pt x="36050" y="20239"/>
                          <a:pt x="36050" y="25931"/>
                        </a:cubicBezTo>
                        <a:cubicBezTo>
                          <a:pt x="36050" y="31623"/>
                          <a:pt x="31623" y="36050"/>
                          <a:pt x="25931" y="36050"/>
                        </a:cubicBezTo>
                        <a:cubicBezTo>
                          <a:pt x="20239" y="36050"/>
                          <a:pt x="15812" y="31623"/>
                          <a:pt x="15812" y="25931"/>
                        </a:cubicBezTo>
                        <a:cubicBezTo>
                          <a:pt x="15812" y="20239"/>
                          <a:pt x="20239" y="15812"/>
                          <a:pt x="25931" y="15812"/>
                        </a:cubicBezTo>
                        <a:moveTo>
                          <a:pt x="25931" y="0"/>
                        </a:moveTo>
                        <a:cubicBezTo>
                          <a:pt x="11384" y="0"/>
                          <a:pt x="0" y="11384"/>
                          <a:pt x="0" y="25931"/>
                        </a:cubicBezTo>
                        <a:cubicBezTo>
                          <a:pt x="0" y="40477"/>
                          <a:pt x="11384" y="51862"/>
                          <a:pt x="25931" y="51862"/>
                        </a:cubicBezTo>
                        <a:cubicBezTo>
                          <a:pt x="40477" y="51862"/>
                          <a:pt x="51862" y="40477"/>
                          <a:pt x="51862" y="25931"/>
                        </a:cubicBezTo>
                        <a:cubicBezTo>
                          <a:pt x="51862" y="11384"/>
                          <a:pt x="40477" y="0"/>
                          <a:pt x="25931" y="0"/>
                        </a:cubicBezTo>
                        <a:lnTo>
                          <a:pt x="25931" y="0"/>
                        </a:lnTo>
                        <a:close/>
                      </a:path>
                    </a:pathLst>
                  </a:custGeom>
                  <a:grpFill/>
                  <a:ln w="6271" cap="flat">
                    <a:noFill/>
                    <a:prstDash val="solid"/>
                    <a:miter/>
                  </a:ln>
                </p:spPr>
                <p:txBody>
                  <a:bodyPr rtlCol="0" anchor="ctr"/>
                  <a:lstStyle/>
                  <a:p>
                    <a:endParaRPr lang="en-US"/>
                  </a:p>
                </p:txBody>
              </p:sp>
            </p:grpSp>
          </p:grpSp>
        </p:grpSp>
      </p:grpSp>
      <p:sp>
        <p:nvSpPr>
          <p:cNvPr id="158" name="Google Shape;2683;p124">
            <a:extLst>
              <a:ext uri="{FF2B5EF4-FFF2-40B4-BE49-F238E27FC236}">
                <a16:creationId xmlns:a16="http://schemas.microsoft.com/office/drawing/2014/main" id="{58E828BA-2236-57D1-E1EF-10B3EAC3C0D3}"/>
              </a:ext>
            </a:extLst>
          </p:cNvPr>
          <p:cNvSpPr txBox="1"/>
          <p:nvPr/>
        </p:nvSpPr>
        <p:spPr>
          <a:xfrm>
            <a:off x="382378" y="1622938"/>
            <a:ext cx="2659518" cy="553998"/>
          </a:xfrm>
          <a:prstGeom prst="rect">
            <a:avLst/>
          </a:prstGeom>
          <a:noFill/>
          <a:ln>
            <a:noFill/>
          </a:ln>
        </p:spPr>
        <p:txBody>
          <a:bodyPr spcFirstLastPara="1" wrap="square" lIns="0" tIns="0" rIns="0" bIns="0" anchor="t" anchorCtr="0">
            <a:spAutoFit/>
          </a:bodyPr>
          <a:lstStyle/>
          <a:p>
            <a:pPr algn="ctr">
              <a:lnSpc>
                <a:spcPct val="90000"/>
              </a:lnSpc>
              <a:buSzPts val="1600"/>
            </a:pPr>
            <a:r>
              <a:rPr lang="en-US" sz="2000" dirty="0">
                <a:solidFill>
                  <a:schemeClr val="accent5"/>
                </a:solidFill>
              </a:rPr>
              <a:t>Flexible &amp; Efficient Storage Platform</a:t>
            </a:r>
          </a:p>
        </p:txBody>
      </p:sp>
      <p:sp>
        <p:nvSpPr>
          <p:cNvPr id="159" name="Google Shape;2684;p124">
            <a:extLst>
              <a:ext uri="{FF2B5EF4-FFF2-40B4-BE49-F238E27FC236}">
                <a16:creationId xmlns:a16="http://schemas.microsoft.com/office/drawing/2014/main" id="{A5365FC3-9ED5-CFAB-3C1E-D012766894B8}"/>
              </a:ext>
            </a:extLst>
          </p:cNvPr>
          <p:cNvSpPr txBox="1"/>
          <p:nvPr/>
        </p:nvSpPr>
        <p:spPr>
          <a:xfrm>
            <a:off x="9411209" y="1622938"/>
            <a:ext cx="2080241" cy="553998"/>
          </a:xfrm>
          <a:prstGeom prst="rect">
            <a:avLst/>
          </a:prstGeom>
          <a:noFill/>
          <a:ln>
            <a:noFill/>
          </a:ln>
        </p:spPr>
        <p:txBody>
          <a:bodyPr spcFirstLastPara="1" wrap="square" lIns="0" tIns="0" rIns="0" bIns="0" anchor="t" anchorCtr="0">
            <a:spAutoFit/>
          </a:bodyPr>
          <a:lstStyle/>
          <a:p>
            <a:pPr algn="ctr">
              <a:lnSpc>
                <a:spcPct val="90000"/>
              </a:lnSpc>
              <a:buSzPts val="1600"/>
            </a:pPr>
            <a:r>
              <a:rPr lang="en-US" sz="2000" dirty="0">
                <a:solidFill>
                  <a:schemeClr val="accent4"/>
                </a:solidFill>
              </a:rPr>
              <a:t>Simplified </a:t>
            </a:r>
            <a:br>
              <a:rPr lang="en-US" sz="2000" dirty="0">
                <a:solidFill>
                  <a:schemeClr val="accent4"/>
                </a:solidFill>
              </a:rPr>
            </a:br>
            <a:r>
              <a:rPr lang="en-US" sz="2000" dirty="0">
                <a:solidFill>
                  <a:schemeClr val="accent4"/>
                </a:solidFill>
              </a:rPr>
              <a:t>Operations</a:t>
            </a:r>
            <a:endParaRPr sz="2000" dirty="0">
              <a:solidFill>
                <a:schemeClr val="accent4"/>
              </a:solidFill>
            </a:endParaRPr>
          </a:p>
        </p:txBody>
      </p:sp>
      <p:sp>
        <p:nvSpPr>
          <p:cNvPr id="160" name="Google Shape;2685;p124">
            <a:extLst>
              <a:ext uri="{FF2B5EF4-FFF2-40B4-BE49-F238E27FC236}">
                <a16:creationId xmlns:a16="http://schemas.microsoft.com/office/drawing/2014/main" id="{69BA81EB-4CFF-57E1-134E-F3CAC23B0543}"/>
              </a:ext>
            </a:extLst>
          </p:cNvPr>
          <p:cNvSpPr txBox="1"/>
          <p:nvPr/>
        </p:nvSpPr>
        <p:spPr>
          <a:xfrm>
            <a:off x="6424286" y="1622938"/>
            <a:ext cx="2245280" cy="553998"/>
          </a:xfrm>
          <a:prstGeom prst="rect">
            <a:avLst/>
          </a:prstGeom>
          <a:noFill/>
          <a:ln>
            <a:noFill/>
          </a:ln>
        </p:spPr>
        <p:txBody>
          <a:bodyPr spcFirstLastPara="1" wrap="square" lIns="0" tIns="0" rIns="0" bIns="0" anchor="t" anchorCtr="0">
            <a:spAutoFit/>
          </a:bodyPr>
          <a:lstStyle/>
          <a:p>
            <a:pPr algn="ctr">
              <a:lnSpc>
                <a:spcPct val="90000"/>
              </a:lnSpc>
              <a:buSzPts val="1600"/>
            </a:pPr>
            <a:r>
              <a:rPr lang="en-US" sz="2000" dirty="0">
                <a:solidFill>
                  <a:schemeClr val="accent2"/>
                </a:solidFill>
              </a:rPr>
              <a:t>Secure and Cyber Resilient Storage</a:t>
            </a:r>
          </a:p>
        </p:txBody>
      </p:sp>
      <p:sp>
        <p:nvSpPr>
          <p:cNvPr id="161" name="Google Shape;2683;p124">
            <a:extLst>
              <a:ext uri="{FF2B5EF4-FFF2-40B4-BE49-F238E27FC236}">
                <a16:creationId xmlns:a16="http://schemas.microsoft.com/office/drawing/2014/main" id="{30B1219E-2A8F-1027-A197-1C1E023626E1}"/>
              </a:ext>
            </a:extLst>
          </p:cNvPr>
          <p:cNvSpPr txBox="1"/>
          <p:nvPr/>
        </p:nvSpPr>
        <p:spPr>
          <a:xfrm>
            <a:off x="3252429" y="1622938"/>
            <a:ext cx="2772593" cy="553998"/>
          </a:xfrm>
          <a:prstGeom prst="rect">
            <a:avLst/>
          </a:prstGeom>
          <a:noFill/>
          <a:ln>
            <a:noFill/>
          </a:ln>
        </p:spPr>
        <p:txBody>
          <a:bodyPr spcFirstLastPara="1" wrap="square" lIns="0" tIns="0" rIns="0" bIns="0" anchor="t" anchorCtr="0">
            <a:spAutoFit/>
          </a:bodyPr>
          <a:lstStyle/>
          <a:p>
            <a:pPr algn="ctr">
              <a:lnSpc>
                <a:spcPct val="90000"/>
              </a:lnSpc>
              <a:buSzPts val="1600"/>
            </a:pPr>
            <a:r>
              <a:rPr lang="en-US" sz="2000" dirty="0">
                <a:solidFill>
                  <a:schemeClr val="accent3"/>
                </a:solidFill>
              </a:rPr>
              <a:t>Accelerated Modern App Development</a:t>
            </a:r>
          </a:p>
        </p:txBody>
      </p:sp>
      <p:sp>
        <p:nvSpPr>
          <p:cNvPr id="166" name="Google Shape;2683;p124">
            <a:extLst>
              <a:ext uri="{FF2B5EF4-FFF2-40B4-BE49-F238E27FC236}">
                <a16:creationId xmlns:a16="http://schemas.microsoft.com/office/drawing/2014/main" id="{B53F059F-CA9C-F4E9-61C4-B186E37E6849}"/>
              </a:ext>
            </a:extLst>
          </p:cNvPr>
          <p:cNvSpPr txBox="1"/>
          <p:nvPr/>
        </p:nvSpPr>
        <p:spPr>
          <a:xfrm>
            <a:off x="400767" y="3964645"/>
            <a:ext cx="2659518" cy="2326791"/>
          </a:xfrm>
          <a:prstGeom prst="rect">
            <a:avLst/>
          </a:prstGeom>
          <a:noFill/>
          <a:ln>
            <a:noFill/>
          </a:ln>
        </p:spPr>
        <p:txBody>
          <a:bodyPr spcFirstLastPara="1" wrap="square" lIns="0" tIns="0" rIns="0" bIns="0" anchor="t" anchorCtr="0">
            <a:spAutoFit/>
          </a:bodyPr>
          <a:lstStyle/>
          <a:p>
            <a:pPr algn="ctr">
              <a:lnSpc>
                <a:spcPct val="90000"/>
              </a:lnSpc>
              <a:buSzPts val="1600"/>
            </a:pPr>
            <a:r>
              <a:rPr lang="en-US" sz="1400" dirty="0">
                <a:solidFill>
                  <a:schemeClr val="tx1">
                    <a:lumMod val="85000"/>
                    <a:lumOff val="15000"/>
                  </a:schemeClr>
                </a:solidFill>
              </a:rPr>
              <a:t>Enhanced compression and global deduplication</a:t>
            </a:r>
          </a:p>
          <a:p>
            <a:pPr algn="ctr">
              <a:lnSpc>
                <a:spcPct val="90000"/>
              </a:lnSpc>
              <a:buSzPts val="1600"/>
            </a:pPr>
            <a:endParaRPr lang="en-US" sz="1400" dirty="0">
              <a:solidFill>
                <a:schemeClr val="tx1">
                  <a:lumMod val="85000"/>
                  <a:lumOff val="15000"/>
                </a:schemeClr>
              </a:solidFill>
            </a:endParaRPr>
          </a:p>
          <a:p>
            <a:pPr algn="ctr">
              <a:lnSpc>
                <a:spcPct val="90000"/>
              </a:lnSpc>
              <a:buSzPts val="1600"/>
            </a:pPr>
            <a:r>
              <a:rPr lang="en-US" sz="1400" dirty="0">
                <a:solidFill>
                  <a:schemeClr val="tx1">
                    <a:lumMod val="85000"/>
                    <a:lumOff val="15000"/>
                  </a:schemeClr>
                </a:solidFill>
              </a:rPr>
              <a:t>QLC support for cyber recovery</a:t>
            </a:r>
          </a:p>
          <a:p>
            <a:pPr algn="ctr">
              <a:lnSpc>
                <a:spcPct val="90000"/>
              </a:lnSpc>
              <a:buSzPts val="1600"/>
            </a:pPr>
            <a:endParaRPr lang="en-US" sz="1400" dirty="0">
              <a:solidFill>
                <a:schemeClr val="tx1">
                  <a:lumMod val="85000"/>
                  <a:lumOff val="15000"/>
                </a:schemeClr>
              </a:solidFill>
            </a:endParaRPr>
          </a:p>
          <a:p>
            <a:pPr algn="ctr">
              <a:lnSpc>
                <a:spcPct val="90000"/>
              </a:lnSpc>
              <a:buSzPts val="1600"/>
            </a:pPr>
            <a:r>
              <a:rPr lang="en-US" sz="1400" dirty="0">
                <a:solidFill>
                  <a:schemeClr val="tx1">
                    <a:lumMod val="85000"/>
                    <a:lumOff val="15000"/>
                  </a:schemeClr>
                </a:solidFill>
              </a:rPr>
              <a:t>HW BOMs for cyber recovery</a:t>
            </a:r>
          </a:p>
          <a:p>
            <a:pPr algn="ctr">
              <a:lnSpc>
                <a:spcPct val="90000"/>
              </a:lnSpc>
              <a:buSzPts val="1600"/>
            </a:pPr>
            <a:endParaRPr lang="en-US" sz="1400" dirty="0">
              <a:solidFill>
                <a:schemeClr val="tx1">
                  <a:lumMod val="85000"/>
                  <a:lumOff val="15000"/>
                </a:schemeClr>
              </a:solidFill>
            </a:endParaRPr>
          </a:p>
          <a:p>
            <a:pPr algn="ctr">
              <a:lnSpc>
                <a:spcPct val="90000"/>
              </a:lnSpc>
              <a:buSzPts val="1600"/>
            </a:pPr>
            <a:r>
              <a:rPr lang="en-US" sz="1400" dirty="0">
                <a:solidFill>
                  <a:schemeClr val="tx1">
                    <a:lumMod val="85000"/>
                    <a:lumOff val="15000"/>
                  </a:schemeClr>
                </a:solidFill>
              </a:rPr>
              <a:t>Mixed-architecture remote datastore mounting</a:t>
            </a:r>
          </a:p>
          <a:p>
            <a:pPr algn="ctr">
              <a:lnSpc>
                <a:spcPct val="90000"/>
              </a:lnSpc>
              <a:buSzPts val="1600"/>
            </a:pPr>
            <a:endParaRPr lang="en-US" sz="1400" dirty="0">
              <a:solidFill>
                <a:schemeClr val="tx1">
                  <a:lumMod val="85000"/>
                  <a:lumOff val="15000"/>
                </a:schemeClr>
              </a:solidFill>
            </a:endParaRPr>
          </a:p>
          <a:p>
            <a:pPr algn="ctr">
              <a:lnSpc>
                <a:spcPct val="90000"/>
              </a:lnSpc>
              <a:buSzPts val="1600"/>
            </a:pPr>
            <a:r>
              <a:rPr lang="en-US" sz="1400" dirty="0">
                <a:solidFill>
                  <a:schemeClr val="tx1">
                    <a:lumMod val="85000"/>
                    <a:lumOff val="15000"/>
                  </a:schemeClr>
                </a:solidFill>
              </a:rPr>
              <a:t>Hot extend for clustered apps</a:t>
            </a:r>
          </a:p>
          <a:p>
            <a:pPr algn="ctr">
              <a:lnSpc>
                <a:spcPct val="90000"/>
              </a:lnSpc>
              <a:buSzPts val="1600"/>
            </a:pPr>
            <a:endParaRPr lang="en-US" sz="1400" dirty="0">
              <a:solidFill>
                <a:schemeClr val="tx1">
                  <a:lumMod val="85000"/>
                  <a:lumOff val="15000"/>
                </a:schemeClr>
              </a:solidFill>
            </a:endParaRPr>
          </a:p>
        </p:txBody>
      </p:sp>
      <p:sp>
        <p:nvSpPr>
          <p:cNvPr id="167" name="Google Shape;2683;p124">
            <a:extLst>
              <a:ext uri="{FF2B5EF4-FFF2-40B4-BE49-F238E27FC236}">
                <a16:creationId xmlns:a16="http://schemas.microsoft.com/office/drawing/2014/main" id="{36D52A71-E5CF-4D53-1160-3EE617B9C603}"/>
              </a:ext>
            </a:extLst>
          </p:cNvPr>
          <p:cNvSpPr txBox="1"/>
          <p:nvPr/>
        </p:nvSpPr>
        <p:spPr>
          <a:xfrm>
            <a:off x="3312763" y="3964645"/>
            <a:ext cx="2659518" cy="1938992"/>
          </a:xfrm>
          <a:prstGeom prst="rect">
            <a:avLst/>
          </a:prstGeom>
        </p:spPr>
        <p:txBody>
          <a:bodyPr spcFirstLastPara="1" wrap="square" lIns="0" tIns="0" rIns="0" bIns="0" anchor="t" anchorCtr="0">
            <a:spAutoFit/>
          </a:bodyPr>
          <a:lstStyle>
            <a:defPPr>
              <a:defRPr lang="en-US"/>
            </a:defPPr>
            <a:lvl1pPr algn="ctr">
              <a:lnSpc>
                <a:spcPct val="90000"/>
              </a:lnSpc>
              <a:buSzPts val="1600"/>
              <a:defRPr sz="2000">
                <a:solidFill>
                  <a:schemeClr val="accent5"/>
                </a:solidFill>
              </a:defRPr>
            </a:lvl1pPr>
          </a:lstStyle>
          <a:p>
            <a:r>
              <a:rPr lang="en-US" sz="1400" dirty="0">
                <a:solidFill>
                  <a:schemeClr val="tx1">
                    <a:lumMod val="85000"/>
                    <a:lumOff val="15000"/>
                  </a:schemeClr>
                </a:solidFill>
              </a:rPr>
              <a:t>Native S3 compatible object storage</a:t>
            </a:r>
          </a:p>
          <a:p>
            <a:endParaRPr lang="en-US" sz="1400" dirty="0">
              <a:solidFill>
                <a:schemeClr val="tx1">
                  <a:lumMod val="85000"/>
                  <a:lumOff val="15000"/>
                </a:schemeClr>
              </a:solidFill>
            </a:endParaRPr>
          </a:p>
          <a:p>
            <a:r>
              <a:rPr lang="en-US" sz="1400" dirty="0">
                <a:solidFill>
                  <a:schemeClr val="tx1">
                    <a:lumMod val="85000"/>
                    <a:lumOff val="15000"/>
                  </a:schemeClr>
                </a:solidFill>
              </a:rPr>
              <a:t>UP to 25K PVs per Supervisor and 50K per vCenter</a:t>
            </a:r>
          </a:p>
          <a:p>
            <a:endParaRPr lang="en-US" sz="1400" dirty="0">
              <a:solidFill>
                <a:schemeClr val="tx1">
                  <a:lumMod val="85000"/>
                  <a:lumOff val="15000"/>
                </a:schemeClr>
              </a:solidFill>
            </a:endParaRPr>
          </a:p>
          <a:p>
            <a:r>
              <a:rPr lang="en-US" sz="1400" dirty="0">
                <a:solidFill>
                  <a:schemeClr val="tx1">
                    <a:lumMod val="85000"/>
                    <a:lumOff val="15000"/>
                  </a:schemeClr>
                </a:solidFill>
              </a:rPr>
              <a:t>Linked clones for PVs</a:t>
            </a:r>
          </a:p>
          <a:p>
            <a:endParaRPr lang="en-US" sz="1400" dirty="0">
              <a:solidFill>
                <a:schemeClr val="tx1">
                  <a:lumMod val="85000"/>
                  <a:lumOff val="15000"/>
                </a:schemeClr>
              </a:solidFill>
            </a:endParaRPr>
          </a:p>
          <a:p>
            <a:r>
              <a:rPr lang="en-US" sz="1400" dirty="0">
                <a:solidFill>
                  <a:schemeClr val="tx1">
                    <a:lumMod val="85000"/>
                    <a:lumOff val="15000"/>
                  </a:schemeClr>
                </a:solidFill>
              </a:rPr>
              <a:t>New developer self-service access to storage capabilities</a:t>
            </a:r>
          </a:p>
        </p:txBody>
      </p:sp>
      <p:sp>
        <p:nvSpPr>
          <p:cNvPr id="168" name="Google Shape;2683;p124">
            <a:extLst>
              <a:ext uri="{FF2B5EF4-FFF2-40B4-BE49-F238E27FC236}">
                <a16:creationId xmlns:a16="http://schemas.microsoft.com/office/drawing/2014/main" id="{89704D53-B20C-EBED-ED7F-78BDEBEC087C}"/>
              </a:ext>
            </a:extLst>
          </p:cNvPr>
          <p:cNvSpPr txBox="1"/>
          <p:nvPr/>
        </p:nvSpPr>
        <p:spPr>
          <a:xfrm>
            <a:off x="6258163" y="3964645"/>
            <a:ext cx="2577037" cy="1745093"/>
          </a:xfrm>
          <a:prstGeom prst="rect">
            <a:avLst/>
          </a:prstGeom>
        </p:spPr>
        <p:txBody>
          <a:bodyPr spcFirstLastPara="1" wrap="square" lIns="0" tIns="0" rIns="0" bIns="0" anchor="t" anchorCtr="0">
            <a:spAutoFit/>
          </a:bodyPr>
          <a:lstStyle>
            <a:defPPr>
              <a:defRPr lang="en-US"/>
            </a:defPPr>
            <a:lvl1pPr algn="ctr">
              <a:lnSpc>
                <a:spcPct val="90000"/>
              </a:lnSpc>
              <a:buSzPts val="1600"/>
              <a:defRPr sz="2000">
                <a:solidFill>
                  <a:schemeClr val="accent5"/>
                </a:solidFill>
              </a:defRPr>
            </a:lvl1pPr>
          </a:lstStyle>
          <a:p>
            <a:r>
              <a:rPr lang="en-US" sz="1400" dirty="0">
                <a:solidFill>
                  <a:schemeClr val="tx1">
                    <a:lumMod val="85000"/>
                    <a:lumOff val="15000"/>
                  </a:schemeClr>
                </a:solidFill>
              </a:rPr>
              <a:t>Multi-source replication</a:t>
            </a:r>
          </a:p>
          <a:p>
            <a:endParaRPr lang="en-US" sz="1400" dirty="0">
              <a:solidFill>
                <a:schemeClr val="tx1">
                  <a:lumMod val="85000"/>
                  <a:lumOff val="15000"/>
                </a:schemeClr>
              </a:solidFill>
            </a:endParaRPr>
          </a:p>
          <a:p>
            <a:r>
              <a:rPr lang="en-US" sz="1400" dirty="0">
                <a:solidFill>
                  <a:schemeClr val="tx1">
                    <a:lumMod val="85000"/>
                    <a:lumOff val="15000"/>
                  </a:schemeClr>
                </a:solidFill>
              </a:rPr>
              <a:t>vSAN cyber recovery clusters</a:t>
            </a:r>
          </a:p>
          <a:p>
            <a:endParaRPr lang="en-US" sz="1400" dirty="0">
              <a:solidFill>
                <a:schemeClr val="tx1">
                  <a:lumMod val="85000"/>
                  <a:lumOff val="15000"/>
                </a:schemeClr>
              </a:solidFill>
            </a:endParaRPr>
          </a:p>
          <a:p>
            <a:r>
              <a:rPr lang="en-US" sz="1400" dirty="0">
                <a:solidFill>
                  <a:schemeClr val="tx1">
                    <a:lumMod val="85000"/>
                    <a:lumOff val="15000"/>
                  </a:schemeClr>
                </a:solidFill>
              </a:rPr>
              <a:t>More resilient stretched clusters</a:t>
            </a:r>
          </a:p>
          <a:p>
            <a:endParaRPr lang="en-US" sz="1400" dirty="0">
              <a:solidFill>
                <a:schemeClr val="tx1">
                  <a:lumMod val="85000"/>
                  <a:lumOff val="15000"/>
                </a:schemeClr>
              </a:solidFill>
            </a:endParaRPr>
          </a:p>
          <a:p>
            <a:r>
              <a:rPr lang="en-US" sz="1400" dirty="0">
                <a:solidFill>
                  <a:schemeClr val="tx1">
                    <a:lumMod val="85000"/>
                    <a:lumOff val="15000"/>
                  </a:schemeClr>
                </a:solidFill>
              </a:rPr>
              <a:t>Data-at-Rest encryption with global deduplication</a:t>
            </a:r>
          </a:p>
          <a:p>
            <a:endParaRPr lang="en-US" sz="1400" dirty="0">
              <a:solidFill>
                <a:schemeClr val="tx1">
                  <a:lumMod val="85000"/>
                  <a:lumOff val="15000"/>
                </a:schemeClr>
              </a:solidFill>
            </a:endParaRPr>
          </a:p>
        </p:txBody>
      </p:sp>
      <p:sp>
        <p:nvSpPr>
          <p:cNvPr id="169" name="Google Shape;2683;p124">
            <a:extLst>
              <a:ext uri="{FF2B5EF4-FFF2-40B4-BE49-F238E27FC236}">
                <a16:creationId xmlns:a16="http://schemas.microsoft.com/office/drawing/2014/main" id="{63785F7A-DC2D-8B28-CB6B-0153DC31863F}"/>
              </a:ext>
            </a:extLst>
          </p:cNvPr>
          <p:cNvSpPr txBox="1"/>
          <p:nvPr/>
        </p:nvSpPr>
        <p:spPr>
          <a:xfrm>
            <a:off x="9121570" y="3964645"/>
            <a:ext cx="2659518" cy="1745093"/>
          </a:xfrm>
          <a:prstGeom prst="rect">
            <a:avLst/>
          </a:prstGeom>
        </p:spPr>
        <p:txBody>
          <a:bodyPr spcFirstLastPara="1" wrap="square" lIns="0" tIns="0" rIns="0" bIns="0" anchor="t" anchorCtr="0">
            <a:spAutoFit/>
          </a:bodyPr>
          <a:lstStyle>
            <a:defPPr>
              <a:defRPr lang="en-US"/>
            </a:defPPr>
            <a:lvl1pPr algn="ctr">
              <a:lnSpc>
                <a:spcPct val="90000"/>
              </a:lnSpc>
              <a:buSzPts val="1600"/>
              <a:defRPr sz="2000">
                <a:solidFill>
                  <a:schemeClr val="accent5"/>
                </a:solidFill>
              </a:defRPr>
            </a:lvl1pPr>
          </a:lstStyle>
          <a:p>
            <a:r>
              <a:rPr lang="en-US" sz="1400" dirty="0">
                <a:solidFill>
                  <a:schemeClr val="tx1">
                    <a:lumMod val="85000"/>
                    <a:lumOff val="15000"/>
                  </a:schemeClr>
                </a:solidFill>
              </a:rPr>
              <a:t>System-managed </a:t>
            </a:r>
            <a:r>
              <a:rPr lang="en-US" sz="1400">
                <a:solidFill>
                  <a:schemeClr val="tx1">
                    <a:lumMod val="85000"/>
                    <a:lumOff val="15000"/>
                  </a:schemeClr>
                </a:solidFill>
              </a:rPr>
              <a:t>data resilience</a:t>
            </a:r>
            <a:endParaRPr lang="en-US" sz="1400" dirty="0">
              <a:solidFill>
                <a:schemeClr val="tx1">
                  <a:lumMod val="85000"/>
                  <a:lumOff val="15000"/>
                </a:schemeClr>
              </a:solidFill>
            </a:endParaRPr>
          </a:p>
          <a:p>
            <a:endParaRPr lang="en-US" sz="1400" dirty="0">
              <a:solidFill>
                <a:schemeClr val="tx1">
                  <a:lumMod val="85000"/>
                  <a:lumOff val="15000"/>
                </a:schemeClr>
              </a:solidFill>
            </a:endParaRPr>
          </a:p>
          <a:p>
            <a:r>
              <a:rPr lang="en-US" sz="1400" dirty="0">
                <a:solidFill>
                  <a:schemeClr val="tx1">
                    <a:lumMod val="85000"/>
                    <a:lumOff val="15000"/>
                  </a:schemeClr>
                </a:solidFill>
              </a:rPr>
              <a:t>Effective capacity reporting</a:t>
            </a:r>
          </a:p>
          <a:p>
            <a:endParaRPr lang="en-US" sz="1400" dirty="0">
              <a:solidFill>
                <a:schemeClr val="tx1">
                  <a:lumMod val="85000"/>
                  <a:lumOff val="15000"/>
                </a:schemeClr>
              </a:solidFill>
            </a:endParaRPr>
          </a:p>
          <a:p>
            <a:r>
              <a:rPr lang="en-US" sz="1400" dirty="0">
                <a:solidFill>
                  <a:schemeClr val="tx1">
                    <a:lumMod val="85000"/>
                    <a:lumOff val="15000"/>
                  </a:schemeClr>
                </a:solidFill>
              </a:rPr>
              <a:t>Proactive vSAN performance monitoring</a:t>
            </a:r>
          </a:p>
          <a:p>
            <a:endParaRPr lang="en-US" sz="1400" dirty="0">
              <a:solidFill>
                <a:schemeClr val="tx1">
                  <a:lumMod val="85000"/>
                  <a:lumOff val="15000"/>
                </a:schemeClr>
              </a:solidFill>
            </a:endParaRPr>
          </a:p>
          <a:p>
            <a:r>
              <a:rPr lang="en-US" sz="1400" dirty="0">
                <a:solidFill>
                  <a:schemeClr val="tx1">
                    <a:lumMod val="85000"/>
                    <a:lumOff val="15000"/>
                  </a:schemeClr>
                </a:solidFill>
              </a:rPr>
              <a:t>Enhanced storage diagnostics in VCF Operations</a:t>
            </a:r>
          </a:p>
        </p:txBody>
      </p:sp>
      <p:sp>
        <p:nvSpPr>
          <p:cNvPr id="170" name="Rectangle 169">
            <a:extLst>
              <a:ext uri="{FF2B5EF4-FFF2-40B4-BE49-F238E27FC236}">
                <a16:creationId xmlns:a16="http://schemas.microsoft.com/office/drawing/2014/main" id="{A7EA4E3E-B1B3-4B7F-0DDC-9018DA160245}"/>
              </a:ext>
            </a:extLst>
          </p:cNvPr>
          <p:cNvSpPr/>
          <p:nvPr/>
        </p:nvSpPr>
        <p:spPr>
          <a:xfrm>
            <a:off x="3177156" y="3443918"/>
            <a:ext cx="14940" cy="2582173"/>
          </a:xfrm>
          <a:prstGeom prst="rect">
            <a:avLst/>
          </a:prstGeom>
          <a:gradFill>
            <a:gsLst>
              <a:gs pos="1000">
                <a:schemeClr val="bg2">
                  <a:lumMod val="25000"/>
                  <a:alpha val="0"/>
                </a:schemeClr>
              </a:gs>
              <a:gs pos="50000">
                <a:schemeClr val="bg2">
                  <a:lumMod val="25000"/>
                  <a:alpha val="26973"/>
                </a:schemeClr>
              </a:gs>
              <a:gs pos="100000">
                <a:schemeClr val="bg2">
                  <a:lumMod val="25000"/>
                  <a:alpha val="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Metropolis"/>
              <a:ea typeface="+mn-ea"/>
              <a:cs typeface="+mn-cs"/>
            </a:endParaRPr>
          </a:p>
        </p:txBody>
      </p:sp>
      <p:sp>
        <p:nvSpPr>
          <p:cNvPr id="171" name="Rectangle 170">
            <a:extLst>
              <a:ext uri="{FF2B5EF4-FFF2-40B4-BE49-F238E27FC236}">
                <a16:creationId xmlns:a16="http://schemas.microsoft.com/office/drawing/2014/main" id="{7962477B-C27E-283B-1396-DC2FA6430467}"/>
              </a:ext>
            </a:extLst>
          </p:cNvPr>
          <p:cNvSpPr/>
          <p:nvPr/>
        </p:nvSpPr>
        <p:spPr>
          <a:xfrm>
            <a:off x="6085356" y="3443918"/>
            <a:ext cx="14940" cy="2582173"/>
          </a:xfrm>
          <a:prstGeom prst="rect">
            <a:avLst/>
          </a:prstGeom>
          <a:gradFill>
            <a:gsLst>
              <a:gs pos="1000">
                <a:schemeClr val="bg2">
                  <a:lumMod val="25000"/>
                  <a:alpha val="0"/>
                </a:schemeClr>
              </a:gs>
              <a:gs pos="50000">
                <a:schemeClr val="bg2">
                  <a:lumMod val="25000"/>
                  <a:alpha val="26973"/>
                </a:schemeClr>
              </a:gs>
              <a:gs pos="100000">
                <a:schemeClr val="bg2">
                  <a:lumMod val="25000"/>
                  <a:alpha val="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Metropolis"/>
              <a:ea typeface="+mn-ea"/>
              <a:cs typeface="+mn-cs"/>
            </a:endParaRPr>
          </a:p>
        </p:txBody>
      </p:sp>
      <p:sp>
        <p:nvSpPr>
          <p:cNvPr id="172" name="Rectangle 171">
            <a:extLst>
              <a:ext uri="{FF2B5EF4-FFF2-40B4-BE49-F238E27FC236}">
                <a16:creationId xmlns:a16="http://schemas.microsoft.com/office/drawing/2014/main" id="{2A3DF9B9-EC6D-9DEB-DA61-289ACDD0E8A8}"/>
              </a:ext>
            </a:extLst>
          </p:cNvPr>
          <p:cNvSpPr/>
          <p:nvPr/>
        </p:nvSpPr>
        <p:spPr>
          <a:xfrm>
            <a:off x="8993555" y="3443918"/>
            <a:ext cx="14940" cy="2582173"/>
          </a:xfrm>
          <a:prstGeom prst="rect">
            <a:avLst/>
          </a:prstGeom>
          <a:gradFill>
            <a:gsLst>
              <a:gs pos="1000">
                <a:schemeClr val="bg2">
                  <a:lumMod val="25000"/>
                  <a:alpha val="0"/>
                </a:schemeClr>
              </a:gs>
              <a:gs pos="50000">
                <a:schemeClr val="bg2">
                  <a:lumMod val="25000"/>
                  <a:alpha val="26973"/>
                </a:schemeClr>
              </a:gs>
              <a:gs pos="100000">
                <a:schemeClr val="bg2">
                  <a:lumMod val="25000"/>
                  <a:alpha val="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Metropolis"/>
              <a:ea typeface="+mn-ea"/>
              <a:cs typeface="+mn-cs"/>
            </a:endParaRPr>
          </a:p>
        </p:txBody>
      </p:sp>
      <p:grpSp>
        <p:nvGrpSpPr>
          <p:cNvPr id="8" name="Group 7">
            <a:extLst>
              <a:ext uri="{FF2B5EF4-FFF2-40B4-BE49-F238E27FC236}">
                <a16:creationId xmlns:a16="http://schemas.microsoft.com/office/drawing/2014/main" id="{EC47B2A2-A010-148B-324D-3F9703F99CEE}"/>
              </a:ext>
            </a:extLst>
          </p:cNvPr>
          <p:cNvGrpSpPr/>
          <p:nvPr/>
        </p:nvGrpSpPr>
        <p:grpSpPr>
          <a:xfrm>
            <a:off x="1029911" y="2368776"/>
            <a:ext cx="1401230" cy="1401230"/>
            <a:chOff x="1029911" y="2368776"/>
            <a:chExt cx="1401230" cy="1401230"/>
          </a:xfrm>
        </p:grpSpPr>
        <p:sp>
          <p:nvSpPr>
            <p:cNvPr id="99" name="Oval 98">
              <a:extLst>
                <a:ext uri="{FF2B5EF4-FFF2-40B4-BE49-F238E27FC236}">
                  <a16:creationId xmlns:a16="http://schemas.microsoft.com/office/drawing/2014/main" id="{24D2CE77-4C71-1C2F-8C8E-D7634A579FA1}"/>
                </a:ext>
              </a:extLst>
            </p:cNvPr>
            <p:cNvSpPr/>
            <p:nvPr/>
          </p:nvSpPr>
          <p:spPr bwMode="gray">
            <a:xfrm>
              <a:off x="1029911" y="2368776"/>
              <a:ext cx="1401230" cy="1401230"/>
            </a:xfrm>
            <a:prstGeom prst="ellipse">
              <a:avLst/>
            </a:prstGeom>
            <a:solidFill>
              <a:schemeClr val="accent5">
                <a:lumMod val="20000"/>
                <a:lumOff val="80000"/>
                <a:alpha val="70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85" name="Oval 84">
              <a:extLst>
                <a:ext uri="{FF2B5EF4-FFF2-40B4-BE49-F238E27FC236}">
                  <a16:creationId xmlns:a16="http://schemas.microsoft.com/office/drawing/2014/main" id="{8D86DC5B-E6CF-92CC-7FD1-F86C67CA6A49}"/>
                </a:ext>
              </a:extLst>
            </p:cNvPr>
            <p:cNvSpPr/>
            <p:nvPr/>
          </p:nvSpPr>
          <p:spPr bwMode="gray">
            <a:xfrm>
              <a:off x="1165331" y="2504196"/>
              <a:ext cx="1130391" cy="1130391"/>
            </a:xfrm>
            <a:prstGeom prst="ellipse">
              <a:avLst/>
            </a:prstGeom>
            <a:solidFill>
              <a:schemeClr val="bg1"/>
            </a:solidFill>
            <a:ln w="25400">
              <a:solidFill>
                <a:schemeClr val="accent5"/>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grpSp>
          <p:nvGrpSpPr>
            <p:cNvPr id="4" name="Group 3" descr="VMware Cloud&#10;">
              <a:extLst>
                <a:ext uri="{FF2B5EF4-FFF2-40B4-BE49-F238E27FC236}">
                  <a16:creationId xmlns:a16="http://schemas.microsoft.com/office/drawing/2014/main" id="{4268CDF9-56C0-2C21-E758-FDAEB36D1590}"/>
                </a:ext>
              </a:extLst>
            </p:cNvPr>
            <p:cNvGrpSpPr>
              <a:grpSpLocks noChangeAspect="1"/>
            </p:cNvGrpSpPr>
            <p:nvPr/>
          </p:nvGrpSpPr>
          <p:grpSpPr>
            <a:xfrm>
              <a:off x="1415511" y="2776060"/>
              <a:ext cx="600899" cy="559008"/>
              <a:chOff x="1848945" y="3181375"/>
              <a:chExt cx="600899" cy="559008"/>
            </a:xfrm>
            <a:solidFill>
              <a:schemeClr val="accent5"/>
            </a:solidFill>
          </p:grpSpPr>
          <p:sp>
            <p:nvSpPr>
              <p:cNvPr id="6" name="Picture Placeholder 93">
                <a:extLst>
                  <a:ext uri="{FF2B5EF4-FFF2-40B4-BE49-F238E27FC236}">
                    <a16:creationId xmlns:a16="http://schemas.microsoft.com/office/drawing/2014/main" id="{D5BCD723-EE8F-2A4D-18B1-E3F5F5B4DCE3}"/>
                  </a:ext>
                </a:extLst>
              </p:cNvPr>
              <p:cNvSpPr/>
              <p:nvPr/>
            </p:nvSpPr>
            <p:spPr>
              <a:xfrm>
                <a:off x="1848945" y="3181375"/>
                <a:ext cx="600899" cy="343362"/>
              </a:xfrm>
              <a:custGeom>
                <a:avLst/>
                <a:gdLst>
                  <a:gd name="connsiteX0" fmla="*/ 517627 w 600899"/>
                  <a:gd name="connsiteY0" fmla="*/ 128706 h 343362"/>
                  <a:gd name="connsiteX1" fmla="*/ 391135 w 600899"/>
                  <a:gd name="connsiteY1" fmla="*/ 0 h 343362"/>
                  <a:gd name="connsiteX2" fmla="*/ 387909 w 600899"/>
                  <a:gd name="connsiteY2" fmla="*/ 0 h 343362"/>
                  <a:gd name="connsiteX3" fmla="*/ 267742 w 600899"/>
                  <a:gd name="connsiteY3" fmla="*/ 87722 h 343362"/>
                  <a:gd name="connsiteX4" fmla="*/ 222900 w 600899"/>
                  <a:gd name="connsiteY4" fmla="*/ 76970 h 343362"/>
                  <a:gd name="connsiteX5" fmla="*/ 220181 w 600899"/>
                  <a:gd name="connsiteY5" fmla="*/ 76970 h 343362"/>
                  <a:gd name="connsiteX6" fmla="*/ 112030 w 600899"/>
                  <a:gd name="connsiteY6" fmla="*/ 165515 h 343362"/>
                  <a:gd name="connsiteX7" fmla="*/ 90273 w 600899"/>
                  <a:gd name="connsiteY7" fmla="*/ 162416 h 343362"/>
                  <a:gd name="connsiteX8" fmla="*/ 88123 w 600899"/>
                  <a:gd name="connsiteY8" fmla="*/ 162416 h 343362"/>
                  <a:gd name="connsiteX9" fmla="*/ 21 w 600899"/>
                  <a:gd name="connsiteY9" fmla="*/ 248494 h 343362"/>
                  <a:gd name="connsiteX10" fmla="*/ 91981 w 600899"/>
                  <a:gd name="connsiteY10" fmla="*/ 343363 h 343362"/>
                  <a:gd name="connsiteX11" fmla="*/ 142578 w 600899"/>
                  <a:gd name="connsiteY11" fmla="*/ 343363 h 343362"/>
                  <a:gd name="connsiteX12" fmla="*/ 142578 w 600899"/>
                  <a:gd name="connsiteY12" fmla="*/ 327551 h 343362"/>
                  <a:gd name="connsiteX13" fmla="*/ 91981 w 600899"/>
                  <a:gd name="connsiteY13" fmla="*/ 327551 h 343362"/>
                  <a:gd name="connsiteX14" fmla="*/ 15390 w 600899"/>
                  <a:gd name="connsiteY14" fmla="*/ 248873 h 343362"/>
                  <a:gd name="connsiteX15" fmla="*/ 88123 w 600899"/>
                  <a:gd name="connsiteY15" fmla="*/ 177848 h 343362"/>
                  <a:gd name="connsiteX16" fmla="*/ 89957 w 600899"/>
                  <a:gd name="connsiteY16" fmla="*/ 177848 h 343362"/>
                  <a:gd name="connsiteX17" fmla="*/ 107793 w 600899"/>
                  <a:gd name="connsiteY17" fmla="*/ 180378 h 343362"/>
                  <a:gd name="connsiteX18" fmla="*/ 123920 w 600899"/>
                  <a:gd name="connsiteY18" fmla="*/ 184868 h 343362"/>
                  <a:gd name="connsiteX19" fmla="*/ 127462 w 600899"/>
                  <a:gd name="connsiteY19" fmla="*/ 168424 h 343362"/>
                  <a:gd name="connsiteX20" fmla="*/ 220181 w 600899"/>
                  <a:gd name="connsiteY20" fmla="*/ 92529 h 343362"/>
                  <a:gd name="connsiteX21" fmla="*/ 222458 w 600899"/>
                  <a:gd name="connsiteY21" fmla="*/ 92529 h 343362"/>
                  <a:gd name="connsiteX22" fmla="*/ 260848 w 600899"/>
                  <a:gd name="connsiteY22" fmla="*/ 101700 h 343362"/>
                  <a:gd name="connsiteX23" fmla="*/ 276280 w 600899"/>
                  <a:gd name="connsiteY23" fmla="*/ 109352 h 343362"/>
                  <a:gd name="connsiteX24" fmla="*/ 282605 w 600899"/>
                  <a:gd name="connsiteY24" fmla="*/ 93351 h 343362"/>
                  <a:gd name="connsiteX25" fmla="*/ 387972 w 600899"/>
                  <a:gd name="connsiteY25" fmla="*/ 15748 h 343362"/>
                  <a:gd name="connsiteX26" fmla="*/ 390818 w 600899"/>
                  <a:gd name="connsiteY26" fmla="*/ 15748 h 343362"/>
                  <a:gd name="connsiteX27" fmla="*/ 501878 w 600899"/>
                  <a:gd name="connsiteY27" fmla="*/ 130097 h 343362"/>
                  <a:gd name="connsiteX28" fmla="*/ 503017 w 600899"/>
                  <a:gd name="connsiteY28" fmla="*/ 143189 h 343362"/>
                  <a:gd name="connsiteX29" fmla="*/ 516109 w 600899"/>
                  <a:gd name="connsiteY29" fmla="*/ 144454 h 343362"/>
                  <a:gd name="connsiteX30" fmla="*/ 585047 w 600899"/>
                  <a:gd name="connsiteY30" fmla="*/ 237236 h 343362"/>
                  <a:gd name="connsiteX31" fmla="*/ 509152 w 600899"/>
                  <a:gd name="connsiteY31" fmla="*/ 326349 h 343362"/>
                  <a:gd name="connsiteX32" fmla="*/ 487395 w 600899"/>
                  <a:gd name="connsiteY32" fmla="*/ 326349 h 343362"/>
                  <a:gd name="connsiteX33" fmla="*/ 487395 w 600899"/>
                  <a:gd name="connsiteY33" fmla="*/ 342161 h 343362"/>
                  <a:gd name="connsiteX34" fmla="*/ 509152 w 600899"/>
                  <a:gd name="connsiteY34" fmla="*/ 342161 h 343362"/>
                  <a:gd name="connsiteX35" fmla="*/ 600858 w 600899"/>
                  <a:gd name="connsiteY35" fmla="*/ 237552 h 343362"/>
                  <a:gd name="connsiteX36" fmla="*/ 517627 w 600899"/>
                  <a:gd name="connsiteY36" fmla="*/ 128706 h 34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00899" h="343362">
                    <a:moveTo>
                      <a:pt x="517627" y="128706"/>
                    </a:moveTo>
                    <a:cubicBezTo>
                      <a:pt x="511302" y="57617"/>
                      <a:pt x="457606" y="1581"/>
                      <a:pt x="391135" y="0"/>
                    </a:cubicBezTo>
                    <a:lnTo>
                      <a:pt x="387909" y="0"/>
                    </a:lnTo>
                    <a:cubicBezTo>
                      <a:pt x="334150" y="0"/>
                      <a:pt x="287727" y="36050"/>
                      <a:pt x="267742" y="87722"/>
                    </a:cubicBezTo>
                    <a:cubicBezTo>
                      <a:pt x="253737" y="80969"/>
                      <a:pt x="238445" y="77303"/>
                      <a:pt x="222900" y="76970"/>
                    </a:cubicBezTo>
                    <a:lnTo>
                      <a:pt x="220181" y="76970"/>
                    </a:lnTo>
                    <a:cubicBezTo>
                      <a:pt x="167731" y="77207"/>
                      <a:pt x="122615" y="114144"/>
                      <a:pt x="112030" y="165515"/>
                    </a:cubicBezTo>
                    <a:cubicBezTo>
                      <a:pt x="104941" y="163552"/>
                      <a:pt x="97629" y="162510"/>
                      <a:pt x="90273" y="162416"/>
                    </a:cubicBezTo>
                    <a:lnTo>
                      <a:pt x="88123" y="162416"/>
                    </a:lnTo>
                    <a:cubicBezTo>
                      <a:pt x="40341" y="162636"/>
                      <a:pt x="1352" y="200729"/>
                      <a:pt x="21" y="248494"/>
                    </a:cubicBezTo>
                    <a:cubicBezTo>
                      <a:pt x="-1117" y="297319"/>
                      <a:pt x="43408" y="342034"/>
                      <a:pt x="91981" y="343363"/>
                    </a:cubicBezTo>
                    <a:lnTo>
                      <a:pt x="142578" y="343363"/>
                    </a:lnTo>
                    <a:lnTo>
                      <a:pt x="142578" y="327551"/>
                    </a:lnTo>
                    <a:lnTo>
                      <a:pt x="91981" y="327551"/>
                    </a:lnTo>
                    <a:cubicBezTo>
                      <a:pt x="51693" y="326413"/>
                      <a:pt x="14505" y="288212"/>
                      <a:pt x="15390" y="248873"/>
                    </a:cubicBezTo>
                    <a:cubicBezTo>
                      <a:pt x="16417" y="209416"/>
                      <a:pt x="48652" y="177937"/>
                      <a:pt x="88123" y="177848"/>
                    </a:cubicBezTo>
                    <a:lnTo>
                      <a:pt x="89957" y="177848"/>
                    </a:lnTo>
                    <a:cubicBezTo>
                      <a:pt x="95986" y="177931"/>
                      <a:pt x="101979" y="178781"/>
                      <a:pt x="107793" y="180378"/>
                    </a:cubicBezTo>
                    <a:lnTo>
                      <a:pt x="123920" y="184868"/>
                    </a:lnTo>
                    <a:lnTo>
                      <a:pt x="127462" y="168424"/>
                    </a:lnTo>
                    <a:cubicBezTo>
                      <a:pt x="136788" y="124538"/>
                      <a:pt x="175318" y="93000"/>
                      <a:pt x="220181" y="92529"/>
                    </a:cubicBezTo>
                    <a:lnTo>
                      <a:pt x="222458" y="92529"/>
                    </a:lnTo>
                    <a:cubicBezTo>
                      <a:pt x="235761" y="92817"/>
                      <a:pt x="248850" y="95943"/>
                      <a:pt x="260848" y="101700"/>
                    </a:cubicBezTo>
                    <a:lnTo>
                      <a:pt x="276280" y="109352"/>
                    </a:lnTo>
                    <a:lnTo>
                      <a:pt x="282605" y="93351"/>
                    </a:lnTo>
                    <a:cubicBezTo>
                      <a:pt x="300819" y="46106"/>
                      <a:pt x="342182" y="15748"/>
                      <a:pt x="387972" y="15748"/>
                    </a:cubicBezTo>
                    <a:lnTo>
                      <a:pt x="390818" y="15748"/>
                    </a:lnTo>
                    <a:cubicBezTo>
                      <a:pt x="448309" y="17203"/>
                      <a:pt x="496060" y="66345"/>
                      <a:pt x="501878" y="130097"/>
                    </a:cubicBezTo>
                    <a:lnTo>
                      <a:pt x="503017" y="143189"/>
                    </a:lnTo>
                    <a:lnTo>
                      <a:pt x="516109" y="144454"/>
                    </a:lnTo>
                    <a:cubicBezTo>
                      <a:pt x="555954" y="148249"/>
                      <a:pt x="586312" y="188726"/>
                      <a:pt x="585047" y="237236"/>
                    </a:cubicBezTo>
                    <a:cubicBezTo>
                      <a:pt x="583782" y="285745"/>
                      <a:pt x="550262" y="326349"/>
                      <a:pt x="509152" y="326349"/>
                    </a:cubicBezTo>
                    <a:lnTo>
                      <a:pt x="487395" y="326349"/>
                    </a:lnTo>
                    <a:lnTo>
                      <a:pt x="487395" y="342161"/>
                    </a:lnTo>
                    <a:lnTo>
                      <a:pt x="509152" y="342161"/>
                    </a:lnTo>
                    <a:cubicBezTo>
                      <a:pt x="558610" y="342161"/>
                      <a:pt x="599593" y="295612"/>
                      <a:pt x="600858" y="237552"/>
                    </a:cubicBezTo>
                    <a:cubicBezTo>
                      <a:pt x="602313" y="180504"/>
                      <a:pt x="565377" y="133259"/>
                      <a:pt x="517627" y="128706"/>
                    </a:cubicBezTo>
                    <a:close/>
                  </a:path>
                </a:pathLst>
              </a:custGeom>
              <a:grpFill/>
              <a:ln w="6271" cap="flat">
                <a:noFill/>
                <a:prstDash val="solid"/>
                <a:miter/>
              </a:ln>
            </p:spPr>
            <p:txBody>
              <a:bodyPr rtlCol="0" anchor="ctr"/>
              <a:lstStyle/>
              <a:p>
                <a:endParaRPr lang="en-US"/>
              </a:p>
            </p:txBody>
          </p:sp>
          <p:sp>
            <p:nvSpPr>
              <p:cNvPr id="7" name="Picture Placeholder 93">
                <a:extLst>
                  <a:ext uri="{FF2B5EF4-FFF2-40B4-BE49-F238E27FC236}">
                    <a16:creationId xmlns:a16="http://schemas.microsoft.com/office/drawing/2014/main" id="{47AB590E-5486-C1E9-A156-FB7028BBDBAB}"/>
                  </a:ext>
                </a:extLst>
              </p:cNvPr>
              <p:cNvSpPr/>
              <p:nvPr/>
            </p:nvSpPr>
            <p:spPr>
              <a:xfrm>
                <a:off x="2007082" y="3351317"/>
                <a:ext cx="315406" cy="389066"/>
              </a:xfrm>
              <a:custGeom>
                <a:avLst/>
                <a:gdLst>
                  <a:gd name="connsiteX0" fmla="*/ 315218 w 315406"/>
                  <a:gd name="connsiteY0" fmla="*/ 52494 h 389066"/>
                  <a:gd name="connsiteX1" fmla="*/ 315218 w 315406"/>
                  <a:gd name="connsiteY1" fmla="*/ 47055 h 389066"/>
                  <a:gd name="connsiteX2" fmla="*/ 158242 w 315406"/>
                  <a:gd name="connsiteY2" fmla="*/ 0 h 389066"/>
                  <a:gd name="connsiteX3" fmla="*/ 158242 w 315406"/>
                  <a:gd name="connsiteY3" fmla="*/ 0 h 389066"/>
                  <a:gd name="connsiteX4" fmla="*/ 126 w 315406"/>
                  <a:gd name="connsiteY4" fmla="*/ 46929 h 389066"/>
                  <a:gd name="connsiteX5" fmla="*/ 158242 w 315406"/>
                  <a:gd name="connsiteY5" fmla="*/ 93920 h 389066"/>
                  <a:gd name="connsiteX6" fmla="*/ 158242 w 315406"/>
                  <a:gd name="connsiteY6" fmla="*/ 93920 h 389066"/>
                  <a:gd name="connsiteX7" fmla="*/ 266266 w 315406"/>
                  <a:gd name="connsiteY7" fmla="*/ 82283 h 389066"/>
                  <a:gd name="connsiteX8" fmla="*/ 299533 w 315406"/>
                  <a:gd name="connsiteY8" fmla="*/ 69634 h 389066"/>
                  <a:gd name="connsiteX9" fmla="*/ 299533 w 315406"/>
                  <a:gd name="connsiteY9" fmla="*/ 148818 h 389066"/>
                  <a:gd name="connsiteX10" fmla="*/ 158305 w 315406"/>
                  <a:gd name="connsiteY10" fmla="*/ 177721 h 389066"/>
                  <a:gd name="connsiteX11" fmla="*/ 158305 w 315406"/>
                  <a:gd name="connsiteY11" fmla="*/ 177721 h 389066"/>
                  <a:gd name="connsiteX12" fmla="*/ 53886 w 315406"/>
                  <a:gd name="connsiteY12" fmla="*/ 166463 h 389066"/>
                  <a:gd name="connsiteX13" fmla="*/ 15938 w 315406"/>
                  <a:gd name="connsiteY13" fmla="*/ 146478 h 389066"/>
                  <a:gd name="connsiteX14" fmla="*/ 15938 w 315406"/>
                  <a:gd name="connsiteY14" fmla="*/ 95375 h 389066"/>
                  <a:gd name="connsiteX15" fmla="*/ 0 w 315406"/>
                  <a:gd name="connsiteY15" fmla="*/ 95375 h 389066"/>
                  <a:gd name="connsiteX16" fmla="*/ 0 w 315406"/>
                  <a:gd name="connsiteY16" fmla="*/ 146478 h 389066"/>
                  <a:gd name="connsiteX17" fmla="*/ 49838 w 315406"/>
                  <a:gd name="connsiteY17" fmla="*/ 181769 h 389066"/>
                  <a:gd name="connsiteX18" fmla="*/ 158115 w 315406"/>
                  <a:gd name="connsiteY18" fmla="*/ 193533 h 389066"/>
                  <a:gd name="connsiteX19" fmla="*/ 158115 w 315406"/>
                  <a:gd name="connsiteY19" fmla="*/ 193533 h 389066"/>
                  <a:gd name="connsiteX20" fmla="*/ 299343 w 315406"/>
                  <a:gd name="connsiteY20" fmla="*/ 169120 h 389066"/>
                  <a:gd name="connsiteX21" fmla="*/ 299343 w 315406"/>
                  <a:gd name="connsiteY21" fmla="*/ 243624 h 389066"/>
                  <a:gd name="connsiteX22" fmla="*/ 158115 w 315406"/>
                  <a:gd name="connsiteY22" fmla="*/ 272464 h 389066"/>
                  <a:gd name="connsiteX23" fmla="*/ 158115 w 315406"/>
                  <a:gd name="connsiteY23" fmla="*/ 272464 h 389066"/>
                  <a:gd name="connsiteX24" fmla="*/ 15938 w 315406"/>
                  <a:gd name="connsiteY24" fmla="*/ 241284 h 389066"/>
                  <a:gd name="connsiteX25" fmla="*/ 15938 w 315406"/>
                  <a:gd name="connsiteY25" fmla="*/ 190117 h 389066"/>
                  <a:gd name="connsiteX26" fmla="*/ 0 w 315406"/>
                  <a:gd name="connsiteY26" fmla="*/ 190117 h 389066"/>
                  <a:gd name="connsiteX27" fmla="*/ 0 w 315406"/>
                  <a:gd name="connsiteY27" fmla="*/ 241284 h 389066"/>
                  <a:gd name="connsiteX28" fmla="*/ 158115 w 315406"/>
                  <a:gd name="connsiteY28" fmla="*/ 288275 h 389066"/>
                  <a:gd name="connsiteX29" fmla="*/ 158115 w 315406"/>
                  <a:gd name="connsiteY29" fmla="*/ 288275 h 389066"/>
                  <a:gd name="connsiteX30" fmla="*/ 299407 w 315406"/>
                  <a:gd name="connsiteY30" fmla="*/ 263926 h 389066"/>
                  <a:gd name="connsiteX31" fmla="*/ 299407 w 315406"/>
                  <a:gd name="connsiteY31" fmla="*/ 344185 h 389066"/>
                  <a:gd name="connsiteX32" fmla="*/ 262028 w 315406"/>
                  <a:gd name="connsiteY32" fmla="*/ 362083 h 389066"/>
                  <a:gd name="connsiteX33" fmla="*/ 158115 w 315406"/>
                  <a:gd name="connsiteY33" fmla="*/ 373151 h 389066"/>
                  <a:gd name="connsiteX34" fmla="*/ 158115 w 315406"/>
                  <a:gd name="connsiteY34" fmla="*/ 373151 h 389066"/>
                  <a:gd name="connsiteX35" fmla="*/ 15938 w 315406"/>
                  <a:gd name="connsiteY35" fmla="*/ 341908 h 389066"/>
                  <a:gd name="connsiteX36" fmla="*/ 15938 w 315406"/>
                  <a:gd name="connsiteY36" fmla="*/ 290805 h 389066"/>
                  <a:gd name="connsiteX37" fmla="*/ 0 w 315406"/>
                  <a:gd name="connsiteY37" fmla="*/ 290805 h 389066"/>
                  <a:gd name="connsiteX38" fmla="*/ 0 w 315406"/>
                  <a:gd name="connsiteY38" fmla="*/ 341971 h 389066"/>
                  <a:gd name="connsiteX39" fmla="*/ 158115 w 315406"/>
                  <a:gd name="connsiteY39" fmla="*/ 389026 h 389066"/>
                  <a:gd name="connsiteX40" fmla="*/ 158115 w 315406"/>
                  <a:gd name="connsiteY40" fmla="*/ 389026 h 389066"/>
                  <a:gd name="connsiteX41" fmla="*/ 265949 w 315406"/>
                  <a:gd name="connsiteY41" fmla="*/ 377326 h 389066"/>
                  <a:gd name="connsiteX42" fmla="*/ 315155 w 315406"/>
                  <a:gd name="connsiteY42" fmla="*/ 342098 h 389066"/>
                  <a:gd name="connsiteX43" fmla="*/ 262281 w 315406"/>
                  <a:gd name="connsiteY43" fmla="*/ 66977 h 389066"/>
                  <a:gd name="connsiteX44" fmla="*/ 158115 w 315406"/>
                  <a:gd name="connsiteY44" fmla="*/ 78109 h 389066"/>
                  <a:gd name="connsiteX45" fmla="*/ 158115 w 315406"/>
                  <a:gd name="connsiteY45" fmla="*/ 78109 h 389066"/>
                  <a:gd name="connsiteX46" fmla="*/ 15875 w 315406"/>
                  <a:gd name="connsiteY46" fmla="*/ 46929 h 389066"/>
                  <a:gd name="connsiteX47" fmla="*/ 158115 w 315406"/>
                  <a:gd name="connsiteY47" fmla="*/ 15812 h 389066"/>
                  <a:gd name="connsiteX48" fmla="*/ 158115 w 315406"/>
                  <a:gd name="connsiteY48" fmla="*/ 15812 h 389066"/>
                  <a:gd name="connsiteX49" fmla="*/ 300355 w 315406"/>
                  <a:gd name="connsiteY49" fmla="*/ 47055 h 389066"/>
                  <a:gd name="connsiteX50" fmla="*/ 262281 w 315406"/>
                  <a:gd name="connsiteY50" fmla="*/ 66977 h 389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15406" h="389066">
                    <a:moveTo>
                      <a:pt x="315218" y="52494"/>
                    </a:moveTo>
                    <a:cubicBezTo>
                      <a:pt x="315470" y="50690"/>
                      <a:pt x="315470" y="48859"/>
                      <a:pt x="315218" y="47055"/>
                    </a:cubicBezTo>
                    <a:cubicBezTo>
                      <a:pt x="315218" y="14800"/>
                      <a:pt x="234390" y="63"/>
                      <a:pt x="158242" y="0"/>
                    </a:cubicBezTo>
                    <a:lnTo>
                      <a:pt x="158242" y="0"/>
                    </a:lnTo>
                    <a:cubicBezTo>
                      <a:pt x="82346" y="0"/>
                      <a:pt x="126" y="14673"/>
                      <a:pt x="126" y="46929"/>
                    </a:cubicBezTo>
                    <a:cubicBezTo>
                      <a:pt x="126" y="79184"/>
                      <a:pt x="82346" y="93920"/>
                      <a:pt x="158242" y="93920"/>
                    </a:cubicBezTo>
                    <a:lnTo>
                      <a:pt x="158242" y="93920"/>
                    </a:lnTo>
                    <a:cubicBezTo>
                      <a:pt x="194588" y="94434"/>
                      <a:pt x="230862" y="90527"/>
                      <a:pt x="266266" y="82283"/>
                    </a:cubicBezTo>
                    <a:cubicBezTo>
                      <a:pt x="277881" y="79608"/>
                      <a:pt x="289075" y="75351"/>
                      <a:pt x="299533" y="69634"/>
                    </a:cubicBezTo>
                    <a:lnTo>
                      <a:pt x="299533" y="148818"/>
                    </a:lnTo>
                    <a:cubicBezTo>
                      <a:pt x="293208" y="159823"/>
                      <a:pt x="244066" y="177721"/>
                      <a:pt x="158305" y="177721"/>
                    </a:cubicBezTo>
                    <a:lnTo>
                      <a:pt x="158305" y="177721"/>
                    </a:lnTo>
                    <a:cubicBezTo>
                      <a:pt x="123172" y="178191"/>
                      <a:pt x="88111" y="174410"/>
                      <a:pt x="53886" y="166463"/>
                    </a:cubicBezTo>
                    <a:cubicBezTo>
                      <a:pt x="25931" y="159190"/>
                      <a:pt x="15938" y="150525"/>
                      <a:pt x="15938" y="146478"/>
                    </a:cubicBezTo>
                    <a:lnTo>
                      <a:pt x="15938" y="95375"/>
                    </a:lnTo>
                    <a:lnTo>
                      <a:pt x="0" y="95375"/>
                    </a:lnTo>
                    <a:lnTo>
                      <a:pt x="0" y="146478"/>
                    </a:lnTo>
                    <a:cubicBezTo>
                      <a:pt x="0" y="161277"/>
                      <a:pt x="16760" y="173104"/>
                      <a:pt x="49838" y="181769"/>
                    </a:cubicBezTo>
                    <a:cubicBezTo>
                      <a:pt x="85326" y="190027"/>
                      <a:pt x="121681" y="193977"/>
                      <a:pt x="158115" y="193533"/>
                    </a:cubicBezTo>
                    <a:lnTo>
                      <a:pt x="158115" y="193533"/>
                    </a:lnTo>
                    <a:cubicBezTo>
                      <a:pt x="213392" y="193533"/>
                      <a:pt x="271642" y="185753"/>
                      <a:pt x="299343" y="169120"/>
                    </a:cubicBezTo>
                    <a:lnTo>
                      <a:pt x="299343" y="243624"/>
                    </a:lnTo>
                    <a:cubicBezTo>
                      <a:pt x="293019" y="254628"/>
                      <a:pt x="243813" y="272464"/>
                      <a:pt x="158115" y="272464"/>
                    </a:cubicBezTo>
                    <a:lnTo>
                      <a:pt x="158115" y="272464"/>
                    </a:lnTo>
                    <a:cubicBezTo>
                      <a:pt x="66155" y="272464"/>
                      <a:pt x="15938" y="251846"/>
                      <a:pt x="15938" y="241284"/>
                    </a:cubicBezTo>
                    <a:lnTo>
                      <a:pt x="15938" y="190117"/>
                    </a:lnTo>
                    <a:lnTo>
                      <a:pt x="0" y="190117"/>
                    </a:lnTo>
                    <a:lnTo>
                      <a:pt x="0" y="241284"/>
                    </a:lnTo>
                    <a:cubicBezTo>
                      <a:pt x="0" y="273539"/>
                      <a:pt x="81904" y="288275"/>
                      <a:pt x="158115" y="288275"/>
                    </a:cubicBezTo>
                    <a:lnTo>
                      <a:pt x="158115" y="288275"/>
                    </a:lnTo>
                    <a:cubicBezTo>
                      <a:pt x="213392" y="288275"/>
                      <a:pt x="271958" y="280559"/>
                      <a:pt x="299407" y="263926"/>
                    </a:cubicBezTo>
                    <a:lnTo>
                      <a:pt x="299407" y="344185"/>
                    </a:lnTo>
                    <a:cubicBezTo>
                      <a:pt x="296750" y="348675"/>
                      <a:pt x="285872" y="355885"/>
                      <a:pt x="262028" y="362083"/>
                    </a:cubicBezTo>
                    <a:cubicBezTo>
                      <a:pt x="227968" y="369976"/>
                      <a:pt x="193074" y="373693"/>
                      <a:pt x="158115" y="373151"/>
                    </a:cubicBezTo>
                    <a:lnTo>
                      <a:pt x="158115" y="373151"/>
                    </a:lnTo>
                    <a:cubicBezTo>
                      <a:pt x="66092" y="373151"/>
                      <a:pt x="15938" y="352470"/>
                      <a:pt x="15938" y="341908"/>
                    </a:cubicBezTo>
                    <a:lnTo>
                      <a:pt x="15938" y="290805"/>
                    </a:lnTo>
                    <a:lnTo>
                      <a:pt x="0" y="290805"/>
                    </a:lnTo>
                    <a:lnTo>
                      <a:pt x="0" y="341971"/>
                    </a:lnTo>
                    <a:cubicBezTo>
                      <a:pt x="0" y="374227"/>
                      <a:pt x="81840" y="388963"/>
                      <a:pt x="158115" y="389026"/>
                    </a:cubicBezTo>
                    <a:lnTo>
                      <a:pt x="158115" y="389026"/>
                    </a:lnTo>
                    <a:cubicBezTo>
                      <a:pt x="194401" y="389513"/>
                      <a:pt x="230612" y="385579"/>
                      <a:pt x="265949" y="377326"/>
                    </a:cubicBezTo>
                    <a:cubicBezTo>
                      <a:pt x="299027" y="368724"/>
                      <a:pt x="315155" y="356897"/>
                      <a:pt x="315155" y="342098"/>
                    </a:cubicBezTo>
                    <a:close/>
                    <a:moveTo>
                      <a:pt x="262281" y="66977"/>
                    </a:moveTo>
                    <a:cubicBezTo>
                      <a:pt x="228139" y="74900"/>
                      <a:pt x="193160" y="78638"/>
                      <a:pt x="158115" y="78109"/>
                    </a:cubicBezTo>
                    <a:lnTo>
                      <a:pt x="158115" y="78109"/>
                    </a:lnTo>
                    <a:cubicBezTo>
                      <a:pt x="66092" y="78109"/>
                      <a:pt x="15875" y="57491"/>
                      <a:pt x="15875" y="46929"/>
                    </a:cubicBezTo>
                    <a:cubicBezTo>
                      <a:pt x="15875" y="36366"/>
                      <a:pt x="65966" y="15812"/>
                      <a:pt x="158115" y="15812"/>
                    </a:cubicBezTo>
                    <a:lnTo>
                      <a:pt x="158115" y="15812"/>
                    </a:lnTo>
                    <a:cubicBezTo>
                      <a:pt x="250138" y="15812"/>
                      <a:pt x="300355" y="36493"/>
                      <a:pt x="300355" y="47055"/>
                    </a:cubicBezTo>
                    <a:cubicBezTo>
                      <a:pt x="300355" y="51103"/>
                      <a:pt x="290173" y="59578"/>
                      <a:pt x="262281" y="66977"/>
                    </a:cubicBezTo>
                    <a:close/>
                  </a:path>
                </a:pathLst>
              </a:custGeom>
              <a:grpFill/>
              <a:ln w="627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6858470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62"/>
                                        </p:tgtEl>
                                        <p:attrNameLst>
                                          <p:attrName>style.visibility</p:attrName>
                                        </p:attrNameLst>
                                      </p:cBhvr>
                                      <p:to>
                                        <p:strVal val="visible"/>
                                      </p:to>
                                    </p:set>
                                    <p:animEffect transition="in" filter="fade">
                                      <p:cBhvr>
                                        <p:cTn id="7" dur="500"/>
                                        <p:tgtEl>
                                          <p:spTgt spid="162"/>
                                        </p:tgtEl>
                                      </p:cBhvr>
                                    </p:animEffect>
                                  </p:childTnLst>
                                </p:cTn>
                              </p:par>
                              <p:par>
                                <p:cTn id="8" presetID="10" presetClass="entr" presetSubtype="0" fill="hold" nodeType="withEffect">
                                  <p:stCondLst>
                                    <p:cond delay="500"/>
                                  </p:stCondLst>
                                  <p:childTnLst>
                                    <p:set>
                                      <p:cBhvr>
                                        <p:cTn id="9" dur="1" fill="hold">
                                          <p:stCondLst>
                                            <p:cond delay="0"/>
                                          </p:stCondLst>
                                        </p:cTn>
                                        <p:tgtEl>
                                          <p:spTgt spid="163"/>
                                        </p:tgtEl>
                                        <p:attrNameLst>
                                          <p:attrName>style.visibility</p:attrName>
                                        </p:attrNameLst>
                                      </p:cBhvr>
                                      <p:to>
                                        <p:strVal val="visible"/>
                                      </p:to>
                                    </p:set>
                                    <p:animEffect transition="in" filter="fade">
                                      <p:cBhvr>
                                        <p:cTn id="10" dur="500"/>
                                        <p:tgtEl>
                                          <p:spTgt spid="163"/>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158"/>
                                        </p:tgtEl>
                                        <p:attrNameLst>
                                          <p:attrName>style.visibility</p:attrName>
                                        </p:attrNameLst>
                                      </p:cBhvr>
                                      <p:to>
                                        <p:strVal val="visible"/>
                                      </p:to>
                                    </p:set>
                                    <p:animEffect transition="in" filter="fade">
                                      <p:cBhvr>
                                        <p:cTn id="13" dur="500"/>
                                        <p:tgtEl>
                                          <p:spTgt spid="158"/>
                                        </p:tgtEl>
                                      </p:cBhvr>
                                    </p:animEffect>
                                  </p:childTnLst>
                                </p:cTn>
                              </p:par>
                              <p:par>
                                <p:cTn id="14" presetID="10" presetClass="entr" presetSubtype="0" fill="hold" grpId="0" nodeType="withEffect">
                                  <p:stCondLst>
                                    <p:cond delay="500"/>
                                  </p:stCondLst>
                                  <p:childTnLst>
                                    <p:set>
                                      <p:cBhvr>
                                        <p:cTn id="15" dur="1" fill="hold">
                                          <p:stCondLst>
                                            <p:cond delay="0"/>
                                          </p:stCondLst>
                                        </p:cTn>
                                        <p:tgtEl>
                                          <p:spTgt spid="166"/>
                                        </p:tgtEl>
                                        <p:attrNameLst>
                                          <p:attrName>style.visibility</p:attrName>
                                        </p:attrNameLst>
                                      </p:cBhvr>
                                      <p:to>
                                        <p:strVal val="visible"/>
                                      </p:to>
                                    </p:set>
                                    <p:animEffect transition="in" filter="fade">
                                      <p:cBhvr>
                                        <p:cTn id="16" dur="500"/>
                                        <p:tgtEl>
                                          <p:spTgt spid="166"/>
                                        </p:tgtEl>
                                      </p:cBhvr>
                                    </p:animEffect>
                                  </p:childTnLst>
                                </p:cTn>
                              </p:par>
                              <p:par>
                                <p:cTn id="17" presetID="10" presetClass="entr" presetSubtype="0" fill="hold" grpId="0" nodeType="withEffect">
                                  <p:stCondLst>
                                    <p:cond delay="500"/>
                                  </p:stCondLst>
                                  <p:childTnLst>
                                    <p:set>
                                      <p:cBhvr>
                                        <p:cTn id="18" dur="1" fill="hold">
                                          <p:stCondLst>
                                            <p:cond delay="0"/>
                                          </p:stCondLst>
                                        </p:cTn>
                                        <p:tgtEl>
                                          <p:spTgt spid="170"/>
                                        </p:tgtEl>
                                        <p:attrNameLst>
                                          <p:attrName>style.visibility</p:attrName>
                                        </p:attrNameLst>
                                      </p:cBhvr>
                                      <p:to>
                                        <p:strVal val="visible"/>
                                      </p:to>
                                    </p:set>
                                    <p:animEffect transition="in" filter="fade">
                                      <p:cBhvr>
                                        <p:cTn id="19" dur="500"/>
                                        <p:tgtEl>
                                          <p:spTgt spid="170"/>
                                        </p:tgtEl>
                                      </p:cBhvr>
                                    </p:animEffect>
                                  </p:childTnLst>
                                </p:cTn>
                              </p:par>
                              <p:par>
                                <p:cTn id="20" presetID="10" presetClass="entr" presetSubtype="0" fill="hold" nodeType="withEffect">
                                  <p:stCondLst>
                                    <p:cond delay="50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par>
                          <p:cTn id="23" fill="hold">
                            <p:stCondLst>
                              <p:cond delay="1000"/>
                            </p:stCondLst>
                            <p:childTnLst>
                              <p:par>
                                <p:cTn id="24" presetID="10" presetClass="entr" presetSubtype="0" fill="hold" grpId="0" nodeType="afterEffect">
                                  <p:stCondLst>
                                    <p:cond delay="500"/>
                                  </p:stCondLst>
                                  <p:childTnLst>
                                    <p:set>
                                      <p:cBhvr>
                                        <p:cTn id="25" dur="1" fill="hold">
                                          <p:stCondLst>
                                            <p:cond delay="0"/>
                                          </p:stCondLst>
                                        </p:cTn>
                                        <p:tgtEl>
                                          <p:spTgt spid="161"/>
                                        </p:tgtEl>
                                        <p:attrNameLst>
                                          <p:attrName>style.visibility</p:attrName>
                                        </p:attrNameLst>
                                      </p:cBhvr>
                                      <p:to>
                                        <p:strVal val="visible"/>
                                      </p:to>
                                    </p:set>
                                    <p:animEffect transition="in" filter="fade">
                                      <p:cBhvr>
                                        <p:cTn id="26" dur="500"/>
                                        <p:tgtEl>
                                          <p:spTgt spid="161"/>
                                        </p:tgtEl>
                                      </p:cBhvr>
                                    </p:animEffect>
                                  </p:childTnLst>
                                </p:cTn>
                              </p:par>
                              <p:par>
                                <p:cTn id="27" presetID="10" presetClass="entr" presetSubtype="0" fill="hold" nodeType="withEffect">
                                  <p:stCondLst>
                                    <p:cond delay="500"/>
                                  </p:stCondLst>
                                  <p:childTnLst>
                                    <p:set>
                                      <p:cBhvr>
                                        <p:cTn id="28" dur="1" fill="hold">
                                          <p:stCondLst>
                                            <p:cond delay="0"/>
                                          </p:stCondLst>
                                        </p:cTn>
                                        <p:tgtEl>
                                          <p:spTgt spid="115"/>
                                        </p:tgtEl>
                                        <p:attrNameLst>
                                          <p:attrName>style.visibility</p:attrName>
                                        </p:attrNameLst>
                                      </p:cBhvr>
                                      <p:to>
                                        <p:strVal val="visible"/>
                                      </p:to>
                                    </p:set>
                                    <p:animEffect transition="in" filter="fade">
                                      <p:cBhvr>
                                        <p:cTn id="29" dur="500"/>
                                        <p:tgtEl>
                                          <p:spTgt spid="115"/>
                                        </p:tgtEl>
                                      </p:cBhvr>
                                    </p:animEffect>
                                  </p:childTnLst>
                                </p:cTn>
                              </p:par>
                              <p:par>
                                <p:cTn id="30" presetID="10" presetClass="entr" presetSubtype="0" fill="hold" grpId="0" nodeType="withEffect">
                                  <p:stCondLst>
                                    <p:cond delay="500"/>
                                  </p:stCondLst>
                                  <p:childTnLst>
                                    <p:set>
                                      <p:cBhvr>
                                        <p:cTn id="31" dur="1" fill="hold">
                                          <p:stCondLst>
                                            <p:cond delay="0"/>
                                          </p:stCondLst>
                                        </p:cTn>
                                        <p:tgtEl>
                                          <p:spTgt spid="167"/>
                                        </p:tgtEl>
                                        <p:attrNameLst>
                                          <p:attrName>style.visibility</p:attrName>
                                        </p:attrNameLst>
                                      </p:cBhvr>
                                      <p:to>
                                        <p:strVal val="visible"/>
                                      </p:to>
                                    </p:set>
                                    <p:animEffect transition="in" filter="fade">
                                      <p:cBhvr>
                                        <p:cTn id="32" dur="500"/>
                                        <p:tgtEl>
                                          <p:spTgt spid="167"/>
                                        </p:tgtEl>
                                      </p:cBhvr>
                                    </p:animEffect>
                                  </p:childTnLst>
                                </p:cTn>
                              </p:par>
                              <p:par>
                                <p:cTn id="33" presetID="10" presetClass="entr" presetSubtype="0" fill="hold" grpId="0" nodeType="withEffect">
                                  <p:stCondLst>
                                    <p:cond delay="500"/>
                                  </p:stCondLst>
                                  <p:childTnLst>
                                    <p:set>
                                      <p:cBhvr>
                                        <p:cTn id="34" dur="1" fill="hold">
                                          <p:stCondLst>
                                            <p:cond delay="0"/>
                                          </p:stCondLst>
                                        </p:cTn>
                                        <p:tgtEl>
                                          <p:spTgt spid="171"/>
                                        </p:tgtEl>
                                        <p:attrNameLst>
                                          <p:attrName>style.visibility</p:attrName>
                                        </p:attrNameLst>
                                      </p:cBhvr>
                                      <p:to>
                                        <p:strVal val="visible"/>
                                      </p:to>
                                    </p:set>
                                    <p:animEffect transition="in" filter="fade">
                                      <p:cBhvr>
                                        <p:cTn id="35" dur="500"/>
                                        <p:tgtEl>
                                          <p:spTgt spid="171"/>
                                        </p:tgtEl>
                                      </p:cBhvr>
                                    </p:animEffect>
                                  </p:childTnLst>
                                </p:cTn>
                              </p:par>
                            </p:childTnLst>
                          </p:cTn>
                        </p:par>
                        <p:par>
                          <p:cTn id="36" fill="hold">
                            <p:stCondLst>
                              <p:cond delay="2000"/>
                            </p:stCondLst>
                            <p:childTnLst>
                              <p:par>
                                <p:cTn id="37" presetID="10" presetClass="entr" presetSubtype="0" fill="hold" grpId="0" nodeType="afterEffect">
                                  <p:stCondLst>
                                    <p:cond delay="500"/>
                                  </p:stCondLst>
                                  <p:childTnLst>
                                    <p:set>
                                      <p:cBhvr>
                                        <p:cTn id="38" dur="1" fill="hold">
                                          <p:stCondLst>
                                            <p:cond delay="0"/>
                                          </p:stCondLst>
                                        </p:cTn>
                                        <p:tgtEl>
                                          <p:spTgt spid="160"/>
                                        </p:tgtEl>
                                        <p:attrNameLst>
                                          <p:attrName>style.visibility</p:attrName>
                                        </p:attrNameLst>
                                      </p:cBhvr>
                                      <p:to>
                                        <p:strVal val="visible"/>
                                      </p:to>
                                    </p:set>
                                    <p:animEffect transition="in" filter="fade">
                                      <p:cBhvr>
                                        <p:cTn id="39" dur="500"/>
                                        <p:tgtEl>
                                          <p:spTgt spid="160"/>
                                        </p:tgtEl>
                                      </p:cBhvr>
                                    </p:animEffect>
                                  </p:childTnLst>
                                </p:cTn>
                              </p:par>
                              <p:par>
                                <p:cTn id="40" presetID="10" presetClass="entr" presetSubtype="0" fill="hold" nodeType="withEffect">
                                  <p:stCondLst>
                                    <p:cond delay="500"/>
                                  </p:stCondLst>
                                  <p:childTnLst>
                                    <p:set>
                                      <p:cBhvr>
                                        <p:cTn id="41" dur="1" fill="hold">
                                          <p:stCondLst>
                                            <p:cond delay="0"/>
                                          </p:stCondLst>
                                        </p:cTn>
                                        <p:tgtEl>
                                          <p:spTgt spid="125"/>
                                        </p:tgtEl>
                                        <p:attrNameLst>
                                          <p:attrName>style.visibility</p:attrName>
                                        </p:attrNameLst>
                                      </p:cBhvr>
                                      <p:to>
                                        <p:strVal val="visible"/>
                                      </p:to>
                                    </p:set>
                                    <p:animEffect transition="in" filter="fade">
                                      <p:cBhvr>
                                        <p:cTn id="42" dur="500"/>
                                        <p:tgtEl>
                                          <p:spTgt spid="125"/>
                                        </p:tgtEl>
                                      </p:cBhvr>
                                    </p:animEffect>
                                  </p:childTnLst>
                                </p:cTn>
                              </p:par>
                              <p:par>
                                <p:cTn id="43" presetID="10" presetClass="entr" presetSubtype="0" fill="hold" grpId="0" nodeType="withEffect">
                                  <p:stCondLst>
                                    <p:cond delay="500"/>
                                  </p:stCondLst>
                                  <p:childTnLst>
                                    <p:set>
                                      <p:cBhvr>
                                        <p:cTn id="44" dur="1" fill="hold">
                                          <p:stCondLst>
                                            <p:cond delay="0"/>
                                          </p:stCondLst>
                                        </p:cTn>
                                        <p:tgtEl>
                                          <p:spTgt spid="168"/>
                                        </p:tgtEl>
                                        <p:attrNameLst>
                                          <p:attrName>style.visibility</p:attrName>
                                        </p:attrNameLst>
                                      </p:cBhvr>
                                      <p:to>
                                        <p:strVal val="visible"/>
                                      </p:to>
                                    </p:set>
                                    <p:animEffect transition="in" filter="fade">
                                      <p:cBhvr>
                                        <p:cTn id="45" dur="500"/>
                                        <p:tgtEl>
                                          <p:spTgt spid="168"/>
                                        </p:tgtEl>
                                      </p:cBhvr>
                                    </p:animEffect>
                                  </p:childTnLst>
                                </p:cTn>
                              </p:par>
                              <p:par>
                                <p:cTn id="46" presetID="10" presetClass="entr" presetSubtype="0" fill="hold" grpId="0" nodeType="withEffect">
                                  <p:stCondLst>
                                    <p:cond delay="500"/>
                                  </p:stCondLst>
                                  <p:childTnLst>
                                    <p:set>
                                      <p:cBhvr>
                                        <p:cTn id="47" dur="1" fill="hold">
                                          <p:stCondLst>
                                            <p:cond delay="0"/>
                                          </p:stCondLst>
                                        </p:cTn>
                                        <p:tgtEl>
                                          <p:spTgt spid="172"/>
                                        </p:tgtEl>
                                        <p:attrNameLst>
                                          <p:attrName>style.visibility</p:attrName>
                                        </p:attrNameLst>
                                      </p:cBhvr>
                                      <p:to>
                                        <p:strVal val="visible"/>
                                      </p:to>
                                    </p:set>
                                    <p:animEffect transition="in" filter="fade">
                                      <p:cBhvr>
                                        <p:cTn id="48" dur="500"/>
                                        <p:tgtEl>
                                          <p:spTgt spid="172"/>
                                        </p:tgtEl>
                                      </p:cBhvr>
                                    </p:animEffect>
                                  </p:childTnLst>
                                </p:cTn>
                              </p:par>
                            </p:childTnLst>
                          </p:cTn>
                        </p:par>
                        <p:par>
                          <p:cTn id="49" fill="hold">
                            <p:stCondLst>
                              <p:cond delay="3000"/>
                            </p:stCondLst>
                            <p:childTnLst>
                              <p:par>
                                <p:cTn id="50" presetID="10" presetClass="entr" presetSubtype="0" fill="hold" grpId="0" nodeType="afterEffect">
                                  <p:stCondLst>
                                    <p:cond delay="500"/>
                                  </p:stCondLst>
                                  <p:childTnLst>
                                    <p:set>
                                      <p:cBhvr>
                                        <p:cTn id="51" dur="1" fill="hold">
                                          <p:stCondLst>
                                            <p:cond delay="0"/>
                                          </p:stCondLst>
                                        </p:cTn>
                                        <p:tgtEl>
                                          <p:spTgt spid="159"/>
                                        </p:tgtEl>
                                        <p:attrNameLst>
                                          <p:attrName>style.visibility</p:attrName>
                                        </p:attrNameLst>
                                      </p:cBhvr>
                                      <p:to>
                                        <p:strVal val="visible"/>
                                      </p:to>
                                    </p:set>
                                    <p:animEffect transition="in" filter="fade">
                                      <p:cBhvr>
                                        <p:cTn id="52" dur="500"/>
                                        <p:tgtEl>
                                          <p:spTgt spid="159"/>
                                        </p:tgtEl>
                                      </p:cBhvr>
                                    </p:animEffect>
                                  </p:childTnLst>
                                </p:cTn>
                              </p:par>
                              <p:par>
                                <p:cTn id="53" presetID="10" presetClass="entr" presetSubtype="0" fill="hold" nodeType="withEffect">
                                  <p:stCondLst>
                                    <p:cond delay="500"/>
                                  </p:stCondLst>
                                  <p:childTnLst>
                                    <p:set>
                                      <p:cBhvr>
                                        <p:cTn id="54" dur="1" fill="hold">
                                          <p:stCondLst>
                                            <p:cond delay="0"/>
                                          </p:stCondLst>
                                        </p:cTn>
                                        <p:tgtEl>
                                          <p:spTgt spid="157"/>
                                        </p:tgtEl>
                                        <p:attrNameLst>
                                          <p:attrName>style.visibility</p:attrName>
                                        </p:attrNameLst>
                                      </p:cBhvr>
                                      <p:to>
                                        <p:strVal val="visible"/>
                                      </p:to>
                                    </p:set>
                                    <p:animEffect transition="in" filter="fade">
                                      <p:cBhvr>
                                        <p:cTn id="55" dur="500"/>
                                        <p:tgtEl>
                                          <p:spTgt spid="157"/>
                                        </p:tgtEl>
                                      </p:cBhvr>
                                    </p:animEffect>
                                  </p:childTnLst>
                                </p:cTn>
                              </p:par>
                              <p:par>
                                <p:cTn id="56" presetID="10" presetClass="entr" presetSubtype="0" fill="hold" grpId="0" nodeType="withEffect">
                                  <p:stCondLst>
                                    <p:cond delay="500"/>
                                  </p:stCondLst>
                                  <p:childTnLst>
                                    <p:set>
                                      <p:cBhvr>
                                        <p:cTn id="57" dur="1" fill="hold">
                                          <p:stCondLst>
                                            <p:cond delay="0"/>
                                          </p:stCondLst>
                                        </p:cTn>
                                        <p:tgtEl>
                                          <p:spTgt spid="169"/>
                                        </p:tgtEl>
                                        <p:attrNameLst>
                                          <p:attrName>style.visibility</p:attrName>
                                        </p:attrNameLst>
                                      </p:cBhvr>
                                      <p:to>
                                        <p:strVal val="visible"/>
                                      </p:to>
                                    </p:set>
                                    <p:animEffect transition="in" filter="fade">
                                      <p:cBhvr>
                                        <p:cTn id="58"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8" grpId="0"/>
      <p:bldP spid="159" grpId="0"/>
      <p:bldP spid="160" grpId="0"/>
      <p:bldP spid="161" grpId="0"/>
      <p:bldP spid="166" grpId="0"/>
      <p:bldP spid="167" grpId="0"/>
      <p:bldP spid="168" grpId="0"/>
      <p:bldP spid="169" grpId="0"/>
      <p:bldP spid="170" grpId="0" animBg="1"/>
      <p:bldP spid="171" grpId="0" animBg="1"/>
      <p:bldP spid="172"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26A056-47F0-9F8D-F3D7-73D7C453B34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B2F649F-7585-8A16-2627-851C04340554}"/>
              </a:ext>
            </a:extLst>
          </p:cNvPr>
          <p:cNvSpPr>
            <a:spLocks noGrp="1"/>
          </p:cNvSpPr>
          <p:nvPr>
            <p:ph type="title"/>
          </p:nvPr>
        </p:nvSpPr>
        <p:spPr/>
        <p:txBody>
          <a:bodyPr/>
          <a:lstStyle/>
          <a:p>
            <a:r>
              <a:rPr lang="en-US" dirty="0"/>
              <a:t>Flexible &amp; Efficient</a:t>
            </a:r>
            <a:br>
              <a:rPr lang="en-US" dirty="0"/>
            </a:br>
            <a:r>
              <a:rPr lang="en-US" dirty="0"/>
              <a:t>Storage Platform</a:t>
            </a:r>
          </a:p>
        </p:txBody>
      </p:sp>
      <p:sp>
        <p:nvSpPr>
          <p:cNvPr id="3" name="Subtitle 2">
            <a:extLst>
              <a:ext uri="{FF2B5EF4-FFF2-40B4-BE49-F238E27FC236}">
                <a16:creationId xmlns:a16="http://schemas.microsoft.com/office/drawing/2014/main" id="{274104BB-A9C9-C014-D8A5-7DD561D4312E}"/>
              </a:ext>
            </a:extLst>
          </p:cNvPr>
          <p:cNvSpPr>
            <a:spLocks noGrp="1"/>
          </p:cNvSpPr>
          <p:nvPr>
            <p:ph type="subTitle" idx="10"/>
          </p:nvPr>
        </p:nvSpPr>
        <p:spPr/>
        <p:txBody>
          <a:bodyPr/>
          <a:lstStyle/>
          <a:p>
            <a:r>
              <a:rPr lang="en-US" dirty="0"/>
              <a:t>Drive down hardware costs</a:t>
            </a:r>
          </a:p>
        </p:txBody>
      </p:sp>
    </p:spTree>
    <p:extLst>
      <p:ext uri="{BB962C8B-B14F-4D97-AF65-F5344CB8AC3E}">
        <p14:creationId xmlns:p14="http://schemas.microsoft.com/office/powerpoint/2010/main" val="6448901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69C8D1-B23C-528A-42F4-BB2556E0794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28DEA4B-EC0B-C54B-2F4F-4AF1CD5FC35E}"/>
              </a:ext>
            </a:extLst>
          </p:cNvPr>
          <p:cNvSpPr>
            <a:spLocks noGrp="1"/>
          </p:cNvSpPr>
          <p:nvPr>
            <p:ph type="title"/>
          </p:nvPr>
        </p:nvSpPr>
        <p:spPr/>
        <p:txBody>
          <a:bodyPr/>
          <a:lstStyle/>
          <a:p>
            <a:r>
              <a:rPr lang="en-US" dirty="0"/>
              <a:t>Better Space Efficiency through Improved Data Compression</a:t>
            </a:r>
          </a:p>
        </p:txBody>
      </p:sp>
      <p:sp>
        <p:nvSpPr>
          <p:cNvPr id="3" name="Subtitle 2">
            <a:extLst>
              <a:ext uri="{FF2B5EF4-FFF2-40B4-BE49-F238E27FC236}">
                <a16:creationId xmlns:a16="http://schemas.microsoft.com/office/drawing/2014/main" id="{36E916AF-A59A-8FEE-C338-304EF0396EA8}"/>
              </a:ext>
            </a:extLst>
          </p:cNvPr>
          <p:cNvSpPr>
            <a:spLocks noGrp="1"/>
          </p:cNvSpPr>
          <p:nvPr>
            <p:ph type="subTitle" idx="10"/>
          </p:nvPr>
        </p:nvSpPr>
        <p:spPr/>
        <p:txBody>
          <a:bodyPr/>
          <a:lstStyle/>
          <a:p>
            <a:r>
              <a:rPr lang="en-US" dirty="0"/>
              <a:t>vSAN ESA inline compression improvements for vSAN HCI clusters and vSAN storage clusters</a:t>
            </a:r>
          </a:p>
        </p:txBody>
      </p:sp>
      <p:sp>
        <p:nvSpPr>
          <p:cNvPr id="4" name="Text Placeholder 3">
            <a:extLst>
              <a:ext uri="{FF2B5EF4-FFF2-40B4-BE49-F238E27FC236}">
                <a16:creationId xmlns:a16="http://schemas.microsoft.com/office/drawing/2014/main" id="{E5EC6BA9-F06E-5F3E-D524-AE81DF48A5A6}"/>
              </a:ext>
            </a:extLst>
          </p:cNvPr>
          <p:cNvSpPr>
            <a:spLocks noGrp="1"/>
          </p:cNvSpPr>
          <p:nvPr>
            <p:ph type="body" sz="quarter" idx="17"/>
          </p:nvPr>
        </p:nvSpPr>
        <p:spPr/>
        <p:txBody>
          <a:bodyPr/>
          <a:lstStyle/>
          <a:p>
            <a:r>
              <a:rPr lang="en-US" b="1" dirty="0"/>
              <a:t>Reduces data storage </a:t>
            </a:r>
            <a:r>
              <a:rPr lang="en-US" dirty="0"/>
              <a:t>used while maintaining high performance</a:t>
            </a:r>
          </a:p>
          <a:p>
            <a:r>
              <a:rPr lang="en-US" b="1" dirty="0"/>
              <a:t>Highly space efficient </a:t>
            </a:r>
            <a:r>
              <a:rPr lang="en-US" dirty="0"/>
              <a:t>ZSTD compression algorithm tuned for vSAN</a:t>
            </a:r>
          </a:p>
          <a:p>
            <a:r>
              <a:rPr lang="en-US" dirty="0"/>
              <a:t>Ideal for workloads including:</a:t>
            </a:r>
          </a:p>
          <a:p>
            <a:pPr lvl="1"/>
            <a:r>
              <a:rPr lang="en-US" dirty="0"/>
              <a:t>Databases</a:t>
            </a:r>
          </a:p>
          <a:p>
            <a:pPr lvl="1"/>
            <a:r>
              <a:rPr lang="en-US" dirty="0"/>
              <a:t>VDI</a:t>
            </a:r>
          </a:p>
          <a:p>
            <a:pPr lvl="1"/>
            <a:r>
              <a:rPr lang="en-US" dirty="0"/>
              <a:t>Backup data</a:t>
            </a:r>
          </a:p>
          <a:p>
            <a:r>
              <a:rPr lang="en-US" dirty="0"/>
              <a:t>Complements GA of </a:t>
            </a:r>
            <a:r>
              <a:rPr lang="en-US" b="1" dirty="0"/>
              <a:t>vSAN Global Deduplication </a:t>
            </a:r>
            <a:r>
              <a:rPr lang="en-US" dirty="0"/>
              <a:t>in vSAN for VCF 9.1</a:t>
            </a:r>
          </a:p>
          <a:p>
            <a:r>
              <a:rPr lang="en-US" dirty="0"/>
              <a:t>Compression is now an always-on feature of a cluster</a:t>
            </a:r>
          </a:p>
          <a:p>
            <a:endParaRPr lang="en-US" dirty="0"/>
          </a:p>
        </p:txBody>
      </p:sp>
      <p:grpSp>
        <p:nvGrpSpPr>
          <p:cNvPr id="1451" name="Group 1450">
            <a:extLst>
              <a:ext uri="{FF2B5EF4-FFF2-40B4-BE49-F238E27FC236}">
                <a16:creationId xmlns:a16="http://schemas.microsoft.com/office/drawing/2014/main" id="{EBEB72E4-CFEA-7A0E-68D4-DB5136D8E7C6}"/>
              </a:ext>
            </a:extLst>
          </p:cNvPr>
          <p:cNvGrpSpPr/>
          <p:nvPr/>
        </p:nvGrpSpPr>
        <p:grpSpPr>
          <a:xfrm>
            <a:off x="608011" y="5586405"/>
            <a:ext cx="4446477" cy="570888"/>
            <a:chOff x="579808" y="4937932"/>
            <a:chExt cx="4446477" cy="661532"/>
          </a:xfrm>
        </p:grpSpPr>
        <p:sp>
          <p:nvSpPr>
            <p:cNvPr id="1452" name="Rounded Rectangle 205">
              <a:extLst>
                <a:ext uri="{FF2B5EF4-FFF2-40B4-BE49-F238E27FC236}">
                  <a16:creationId xmlns:a16="http://schemas.microsoft.com/office/drawing/2014/main" id="{855D3623-7C38-46E5-843F-2F647EE8BECA}"/>
                </a:ext>
              </a:extLst>
            </p:cNvPr>
            <p:cNvSpPr/>
            <p:nvPr/>
          </p:nvSpPr>
          <p:spPr>
            <a:xfrm>
              <a:off x="579808" y="4937932"/>
              <a:ext cx="4446477" cy="661532"/>
            </a:xfrm>
            <a:prstGeom prst="rect">
              <a:avLst/>
            </a:prstGeom>
            <a:solidFill>
              <a:schemeClr val="accent3">
                <a:lumMod val="75000"/>
                <a:alpha val="50000"/>
              </a:schemeClr>
            </a:solidFill>
            <a:ln w="6350">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60325" algn="ctr">
                <a:spcAft>
                  <a:spcPts val="800"/>
                </a:spcAft>
              </a:pPr>
              <a:endParaRPr lang="en-US" sz="1200">
                <a:solidFill>
                  <a:schemeClr val="bg1"/>
                </a:solidFill>
              </a:endParaRPr>
            </a:p>
          </p:txBody>
        </p:sp>
        <p:cxnSp>
          <p:nvCxnSpPr>
            <p:cNvPr id="1453" name="Straight Connector 1452">
              <a:extLst>
                <a:ext uri="{FF2B5EF4-FFF2-40B4-BE49-F238E27FC236}">
                  <a16:creationId xmlns:a16="http://schemas.microsoft.com/office/drawing/2014/main" id="{A8AFF888-EB26-E231-8286-880D3DA0E704}"/>
                </a:ext>
              </a:extLst>
            </p:cNvPr>
            <p:cNvCxnSpPr>
              <a:cxnSpLocks/>
            </p:cNvCxnSpPr>
            <p:nvPr/>
          </p:nvCxnSpPr>
          <p:spPr bwMode="gray">
            <a:xfrm>
              <a:off x="579808" y="4937932"/>
              <a:ext cx="4446477" cy="0"/>
            </a:xfrm>
            <a:prstGeom prst="line">
              <a:avLst/>
            </a:prstGeom>
            <a:ln w="9525">
              <a:solidFill>
                <a:schemeClr val="accent3">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54" name="Straight Connector 1453">
              <a:extLst>
                <a:ext uri="{FF2B5EF4-FFF2-40B4-BE49-F238E27FC236}">
                  <a16:creationId xmlns:a16="http://schemas.microsoft.com/office/drawing/2014/main" id="{619518C9-337E-4897-4C30-686EFBC40FDD}"/>
                </a:ext>
              </a:extLst>
            </p:cNvPr>
            <p:cNvCxnSpPr>
              <a:cxnSpLocks/>
            </p:cNvCxnSpPr>
            <p:nvPr/>
          </p:nvCxnSpPr>
          <p:spPr bwMode="gray">
            <a:xfrm>
              <a:off x="579808" y="5599464"/>
              <a:ext cx="4446477" cy="0"/>
            </a:xfrm>
            <a:prstGeom prst="line">
              <a:avLst/>
            </a:prstGeom>
            <a:ln w="9525">
              <a:solidFill>
                <a:schemeClr val="accent3">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55" name="Straight Connector 1454">
              <a:extLst>
                <a:ext uri="{FF2B5EF4-FFF2-40B4-BE49-F238E27FC236}">
                  <a16:creationId xmlns:a16="http://schemas.microsoft.com/office/drawing/2014/main" id="{656BEAC9-2272-12E8-20E6-E945C5F535D8}"/>
                </a:ext>
              </a:extLst>
            </p:cNvPr>
            <p:cNvCxnSpPr>
              <a:cxnSpLocks/>
            </p:cNvCxnSpPr>
            <p:nvPr/>
          </p:nvCxnSpPr>
          <p:spPr bwMode="gray">
            <a:xfrm>
              <a:off x="5026285" y="4937932"/>
              <a:ext cx="0" cy="661532"/>
            </a:xfrm>
            <a:prstGeom prst="line">
              <a:avLst/>
            </a:prstGeom>
            <a:ln w="9525">
              <a:solidFill>
                <a:schemeClr val="accent3">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pic>
        <p:nvPicPr>
          <p:cNvPr id="1456" name="Graphic 1455">
            <a:extLst>
              <a:ext uri="{FF2B5EF4-FFF2-40B4-BE49-F238E27FC236}">
                <a16:creationId xmlns:a16="http://schemas.microsoft.com/office/drawing/2014/main" id="{4DE919C0-CBA7-02BB-F7EB-41B7742C614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284235" y="2923094"/>
            <a:ext cx="377952" cy="377952"/>
          </a:xfrm>
          <a:prstGeom prst="rect">
            <a:avLst/>
          </a:prstGeom>
        </p:spPr>
      </p:pic>
      <p:grpSp>
        <p:nvGrpSpPr>
          <p:cNvPr id="1457" name="Group 1456">
            <a:extLst>
              <a:ext uri="{FF2B5EF4-FFF2-40B4-BE49-F238E27FC236}">
                <a16:creationId xmlns:a16="http://schemas.microsoft.com/office/drawing/2014/main" id="{A9B30403-8B6F-F668-DCE5-5C1D0EE5D98C}"/>
              </a:ext>
            </a:extLst>
          </p:cNvPr>
          <p:cNvGrpSpPr>
            <a:grpSpLocks noChangeAspect="1"/>
          </p:cNvGrpSpPr>
          <p:nvPr/>
        </p:nvGrpSpPr>
        <p:grpSpPr>
          <a:xfrm>
            <a:off x="1635629" y="4944516"/>
            <a:ext cx="1651668" cy="411521"/>
            <a:chOff x="5060950" y="5251450"/>
            <a:chExt cx="1236133" cy="332317"/>
          </a:xfrm>
        </p:grpSpPr>
        <p:sp>
          <p:nvSpPr>
            <p:cNvPr id="1458" name="Line 5">
              <a:extLst>
                <a:ext uri="{FF2B5EF4-FFF2-40B4-BE49-F238E27FC236}">
                  <a16:creationId xmlns:a16="http://schemas.microsoft.com/office/drawing/2014/main" id="{D5AF96DE-4E9E-CDD1-5F26-0D41CF9EC610}"/>
                </a:ext>
              </a:extLst>
            </p:cNvPr>
            <p:cNvSpPr>
              <a:spLocks noChangeShapeType="1"/>
            </p:cNvSpPr>
            <p:nvPr/>
          </p:nvSpPr>
          <p:spPr bwMode="auto">
            <a:xfrm>
              <a:off x="601042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59" name="Line 6">
              <a:extLst>
                <a:ext uri="{FF2B5EF4-FFF2-40B4-BE49-F238E27FC236}">
                  <a16:creationId xmlns:a16="http://schemas.microsoft.com/office/drawing/2014/main" id="{A5EA7541-883D-99A2-185B-A1F08B7EB28D}"/>
                </a:ext>
              </a:extLst>
            </p:cNvPr>
            <p:cNvSpPr>
              <a:spLocks noChangeShapeType="1"/>
            </p:cNvSpPr>
            <p:nvPr/>
          </p:nvSpPr>
          <p:spPr bwMode="auto">
            <a:xfrm>
              <a:off x="609712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60" name="Line 7">
              <a:extLst>
                <a:ext uri="{FF2B5EF4-FFF2-40B4-BE49-F238E27FC236}">
                  <a16:creationId xmlns:a16="http://schemas.microsoft.com/office/drawing/2014/main" id="{9070A939-AAE9-10C1-93EF-2E591E65C5CF}"/>
                </a:ext>
              </a:extLst>
            </p:cNvPr>
            <p:cNvSpPr>
              <a:spLocks noChangeShapeType="1"/>
            </p:cNvSpPr>
            <p:nvPr/>
          </p:nvSpPr>
          <p:spPr bwMode="auto">
            <a:xfrm>
              <a:off x="618381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61" name="Line 8">
              <a:extLst>
                <a:ext uri="{FF2B5EF4-FFF2-40B4-BE49-F238E27FC236}">
                  <a16:creationId xmlns:a16="http://schemas.microsoft.com/office/drawing/2014/main" id="{B5984866-DE8A-3958-928E-821AFB0C1772}"/>
                </a:ext>
              </a:extLst>
            </p:cNvPr>
            <p:cNvSpPr>
              <a:spLocks noChangeShapeType="1"/>
            </p:cNvSpPr>
            <p:nvPr/>
          </p:nvSpPr>
          <p:spPr bwMode="auto">
            <a:xfrm>
              <a:off x="517058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62" name="Line 9">
              <a:extLst>
                <a:ext uri="{FF2B5EF4-FFF2-40B4-BE49-F238E27FC236}">
                  <a16:creationId xmlns:a16="http://schemas.microsoft.com/office/drawing/2014/main" id="{D01AA061-F353-CE50-A668-4B260D6F3B39}"/>
                </a:ext>
              </a:extLst>
            </p:cNvPr>
            <p:cNvSpPr>
              <a:spLocks noChangeShapeType="1"/>
            </p:cNvSpPr>
            <p:nvPr/>
          </p:nvSpPr>
          <p:spPr bwMode="auto">
            <a:xfrm>
              <a:off x="525728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63" name="Line 10">
              <a:extLst>
                <a:ext uri="{FF2B5EF4-FFF2-40B4-BE49-F238E27FC236}">
                  <a16:creationId xmlns:a16="http://schemas.microsoft.com/office/drawing/2014/main" id="{5607D381-01BF-9E2D-8649-A1AC3AB9D359}"/>
                </a:ext>
              </a:extLst>
            </p:cNvPr>
            <p:cNvSpPr>
              <a:spLocks noChangeShapeType="1"/>
            </p:cNvSpPr>
            <p:nvPr/>
          </p:nvSpPr>
          <p:spPr bwMode="auto">
            <a:xfrm>
              <a:off x="534668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64" name="Oval 11">
              <a:extLst>
                <a:ext uri="{FF2B5EF4-FFF2-40B4-BE49-F238E27FC236}">
                  <a16:creationId xmlns:a16="http://schemas.microsoft.com/office/drawing/2014/main" id="{96DE9FE3-4FD4-D1F5-2919-70EF33BAA96E}"/>
                </a:ext>
              </a:extLst>
            </p:cNvPr>
            <p:cNvSpPr>
              <a:spLocks noChangeArrowheads="1"/>
            </p:cNvSpPr>
            <p:nvPr/>
          </p:nvSpPr>
          <p:spPr bwMode="auto">
            <a:xfrm>
              <a:off x="5609471" y="5345848"/>
              <a:ext cx="135458" cy="140877"/>
            </a:xfrm>
            <a:prstGeom prst="ellips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65" name="Rectangle 1464">
              <a:extLst>
                <a:ext uri="{FF2B5EF4-FFF2-40B4-BE49-F238E27FC236}">
                  <a16:creationId xmlns:a16="http://schemas.microsoft.com/office/drawing/2014/main" id="{08A32D1E-E86B-CBAB-034D-D976D5C6B6D2}"/>
                </a:ext>
              </a:extLst>
            </p:cNvPr>
            <p:cNvSpPr/>
            <p:nvPr/>
          </p:nvSpPr>
          <p:spPr>
            <a:xfrm>
              <a:off x="5060950" y="5251450"/>
              <a:ext cx="1236133" cy="332317"/>
            </a:xfrm>
            <a:prstGeom prst="rect">
              <a:avLst/>
            </a:prstGeom>
            <a:noFill/>
            <a:ln w="25400">
              <a:solidFill>
                <a:schemeClr val="bg1">
                  <a:lumMod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sp>
        <p:nvSpPr>
          <p:cNvPr id="1466" name="Rectangle 1465">
            <a:extLst>
              <a:ext uri="{FF2B5EF4-FFF2-40B4-BE49-F238E27FC236}">
                <a16:creationId xmlns:a16="http://schemas.microsoft.com/office/drawing/2014/main" id="{DF5100FC-C7E4-E643-2CBB-4F8775349075}"/>
              </a:ext>
            </a:extLst>
          </p:cNvPr>
          <p:cNvSpPr/>
          <p:nvPr/>
        </p:nvSpPr>
        <p:spPr>
          <a:xfrm>
            <a:off x="1635628" y="3597260"/>
            <a:ext cx="1651666" cy="1258925"/>
          </a:xfrm>
          <a:prstGeom prst="rect">
            <a:avLst/>
          </a:prstGeom>
          <a:solidFill>
            <a:schemeClr val="bg2"/>
          </a:solidFill>
          <a:ln w="19050">
            <a:solidFill>
              <a:schemeClr val="accent1">
                <a:lumMod val="75000"/>
              </a:schemeClr>
            </a:solidFill>
          </a:ln>
        </p:spPr>
        <p:txBody>
          <a:bodyPr wrap="square" anchor="ctr">
            <a:noAutofit/>
          </a:bodyPr>
          <a:lstStyle/>
          <a:p>
            <a:pPr algn="ctr"/>
            <a:endParaRPr lang="en-US" sz="1200">
              <a:solidFill>
                <a:prstClr val="white"/>
              </a:solidFill>
            </a:endParaRPr>
          </a:p>
        </p:txBody>
      </p:sp>
      <p:sp>
        <p:nvSpPr>
          <p:cNvPr id="1467" name="TextBox 1466">
            <a:extLst>
              <a:ext uri="{FF2B5EF4-FFF2-40B4-BE49-F238E27FC236}">
                <a16:creationId xmlns:a16="http://schemas.microsoft.com/office/drawing/2014/main" id="{08490F41-8CBC-6DF5-EB32-7518C49C1D1B}"/>
              </a:ext>
            </a:extLst>
          </p:cNvPr>
          <p:cNvSpPr txBox="1"/>
          <p:nvPr/>
        </p:nvSpPr>
        <p:spPr>
          <a:xfrm>
            <a:off x="2865284" y="3600247"/>
            <a:ext cx="365175" cy="184666"/>
          </a:xfrm>
          <a:prstGeom prst="rect">
            <a:avLst/>
          </a:prstGeom>
        </p:spPr>
        <p:txBody>
          <a:bodyPr wrap="square" lIns="0" tIns="0" rIns="0" bIns="0" rtlCol="0">
            <a:spAutoFit/>
          </a:bodyPr>
          <a:lstStyle/>
          <a:p>
            <a:pPr algn="ctr">
              <a:spcAft>
                <a:spcPts val="600"/>
              </a:spcAft>
            </a:pPr>
            <a:r>
              <a:rPr lang="en-US" sz="1200" dirty="0">
                <a:solidFill>
                  <a:schemeClr val="tx2"/>
                </a:solidFill>
              </a:rPr>
              <a:t>ESX</a:t>
            </a:r>
          </a:p>
        </p:txBody>
      </p:sp>
      <p:grpSp>
        <p:nvGrpSpPr>
          <p:cNvPr id="1468" name="Group 1467">
            <a:extLst>
              <a:ext uri="{FF2B5EF4-FFF2-40B4-BE49-F238E27FC236}">
                <a16:creationId xmlns:a16="http://schemas.microsoft.com/office/drawing/2014/main" id="{FB855760-061B-63E2-26BB-6225A6393377}"/>
              </a:ext>
            </a:extLst>
          </p:cNvPr>
          <p:cNvGrpSpPr/>
          <p:nvPr/>
        </p:nvGrpSpPr>
        <p:grpSpPr>
          <a:xfrm>
            <a:off x="608012" y="4944516"/>
            <a:ext cx="709106" cy="411521"/>
            <a:chOff x="579809" y="4981486"/>
            <a:chExt cx="1027522" cy="596309"/>
          </a:xfrm>
        </p:grpSpPr>
        <p:sp>
          <p:nvSpPr>
            <p:cNvPr id="1469" name="Line 5">
              <a:extLst>
                <a:ext uri="{FF2B5EF4-FFF2-40B4-BE49-F238E27FC236}">
                  <a16:creationId xmlns:a16="http://schemas.microsoft.com/office/drawing/2014/main" id="{0FC25498-07A0-A0DD-27E2-6E0CB5713F6A}"/>
                </a:ext>
              </a:extLst>
            </p:cNvPr>
            <p:cNvSpPr>
              <a:spLocks noChangeShapeType="1"/>
            </p:cNvSpPr>
            <p:nvPr/>
          </p:nvSpPr>
          <p:spPr bwMode="auto">
            <a:xfrm>
              <a:off x="1052324" y="5111984"/>
              <a:ext cx="0" cy="330569"/>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70" name="Line 6">
              <a:extLst>
                <a:ext uri="{FF2B5EF4-FFF2-40B4-BE49-F238E27FC236}">
                  <a16:creationId xmlns:a16="http://schemas.microsoft.com/office/drawing/2014/main" id="{A85369BF-9E46-DFE8-F438-BBE56318AA88}"/>
                </a:ext>
              </a:extLst>
            </p:cNvPr>
            <p:cNvSpPr>
              <a:spLocks noChangeShapeType="1"/>
            </p:cNvSpPr>
            <p:nvPr/>
          </p:nvSpPr>
          <p:spPr bwMode="auto">
            <a:xfrm>
              <a:off x="1220174" y="5111984"/>
              <a:ext cx="0" cy="330569"/>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71" name="Line 7">
              <a:extLst>
                <a:ext uri="{FF2B5EF4-FFF2-40B4-BE49-F238E27FC236}">
                  <a16:creationId xmlns:a16="http://schemas.microsoft.com/office/drawing/2014/main" id="{C39BDE01-A0EF-B0CD-CC6C-62F6A87FB981}"/>
                </a:ext>
              </a:extLst>
            </p:cNvPr>
            <p:cNvSpPr>
              <a:spLocks noChangeShapeType="1"/>
            </p:cNvSpPr>
            <p:nvPr/>
          </p:nvSpPr>
          <p:spPr bwMode="auto">
            <a:xfrm>
              <a:off x="1388024" y="5111984"/>
              <a:ext cx="0" cy="330569"/>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cxnSp>
          <p:nvCxnSpPr>
            <p:cNvPr id="1472" name="Straight Connector 1471">
              <a:extLst>
                <a:ext uri="{FF2B5EF4-FFF2-40B4-BE49-F238E27FC236}">
                  <a16:creationId xmlns:a16="http://schemas.microsoft.com/office/drawing/2014/main" id="{5368EA85-9586-5B3C-B3D2-BD3BC5E88FFA}"/>
                </a:ext>
              </a:extLst>
            </p:cNvPr>
            <p:cNvCxnSpPr>
              <a:cxnSpLocks/>
            </p:cNvCxnSpPr>
            <p:nvPr/>
          </p:nvCxnSpPr>
          <p:spPr bwMode="gray">
            <a:xfrm>
              <a:off x="579809" y="4981486"/>
              <a:ext cx="1027522" cy="0"/>
            </a:xfrm>
            <a:prstGeom prst="line">
              <a:avLst/>
            </a:prstGeom>
            <a:ln w="25400">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73" name="Straight Connector 1472">
              <a:extLst>
                <a:ext uri="{FF2B5EF4-FFF2-40B4-BE49-F238E27FC236}">
                  <a16:creationId xmlns:a16="http://schemas.microsoft.com/office/drawing/2014/main" id="{7007CBE3-62D9-B89A-7625-EBDEE61770DF}"/>
                </a:ext>
              </a:extLst>
            </p:cNvPr>
            <p:cNvCxnSpPr>
              <a:cxnSpLocks/>
            </p:cNvCxnSpPr>
            <p:nvPr/>
          </p:nvCxnSpPr>
          <p:spPr bwMode="gray">
            <a:xfrm>
              <a:off x="579809" y="5577795"/>
              <a:ext cx="1027522" cy="0"/>
            </a:xfrm>
            <a:prstGeom prst="line">
              <a:avLst/>
            </a:prstGeom>
            <a:ln w="25400">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74" name="Straight Connector 1473">
              <a:extLst>
                <a:ext uri="{FF2B5EF4-FFF2-40B4-BE49-F238E27FC236}">
                  <a16:creationId xmlns:a16="http://schemas.microsoft.com/office/drawing/2014/main" id="{E704199A-F0A1-D559-F49D-006C6AF48940}"/>
                </a:ext>
              </a:extLst>
            </p:cNvPr>
            <p:cNvCxnSpPr/>
            <p:nvPr/>
          </p:nvCxnSpPr>
          <p:spPr bwMode="gray">
            <a:xfrm>
              <a:off x="1607326" y="4981486"/>
              <a:ext cx="0" cy="596309"/>
            </a:xfrm>
            <a:prstGeom prst="line">
              <a:avLst/>
            </a:prstGeom>
            <a:ln w="25400">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1475" name="Group 1474">
            <a:extLst>
              <a:ext uri="{FF2B5EF4-FFF2-40B4-BE49-F238E27FC236}">
                <a16:creationId xmlns:a16="http://schemas.microsoft.com/office/drawing/2014/main" id="{75961B80-A9C3-DFBD-4904-B2BB01030699}"/>
              </a:ext>
            </a:extLst>
          </p:cNvPr>
          <p:cNvGrpSpPr/>
          <p:nvPr/>
        </p:nvGrpSpPr>
        <p:grpSpPr>
          <a:xfrm>
            <a:off x="608012" y="3588009"/>
            <a:ext cx="709106" cy="1268176"/>
            <a:chOff x="579809" y="2472749"/>
            <a:chExt cx="709106" cy="1675381"/>
          </a:xfrm>
          <a:solidFill>
            <a:schemeClr val="bg2"/>
          </a:solidFill>
        </p:grpSpPr>
        <p:sp>
          <p:nvSpPr>
            <p:cNvPr id="1476" name="Rectangle 1475">
              <a:extLst>
                <a:ext uri="{FF2B5EF4-FFF2-40B4-BE49-F238E27FC236}">
                  <a16:creationId xmlns:a16="http://schemas.microsoft.com/office/drawing/2014/main" id="{555504DB-318A-3A0C-3AA2-E202460A7919}"/>
                </a:ext>
              </a:extLst>
            </p:cNvPr>
            <p:cNvSpPr/>
            <p:nvPr/>
          </p:nvSpPr>
          <p:spPr>
            <a:xfrm>
              <a:off x="579809" y="2472749"/>
              <a:ext cx="709103" cy="1675381"/>
            </a:xfrm>
            <a:prstGeom prst="rect">
              <a:avLst/>
            </a:prstGeom>
            <a:grpFill/>
            <a:ln w="19050">
              <a:noFill/>
            </a:ln>
          </p:spPr>
          <p:txBody>
            <a:bodyPr wrap="square" anchor="ctr">
              <a:noAutofit/>
            </a:bodyPr>
            <a:lstStyle/>
            <a:p>
              <a:pPr algn="ctr"/>
              <a:endParaRPr lang="en-US" sz="1200">
                <a:solidFill>
                  <a:prstClr val="white"/>
                </a:solidFill>
              </a:endParaRPr>
            </a:p>
          </p:txBody>
        </p:sp>
        <p:cxnSp>
          <p:nvCxnSpPr>
            <p:cNvPr id="1477" name="Straight Connector 1476">
              <a:extLst>
                <a:ext uri="{FF2B5EF4-FFF2-40B4-BE49-F238E27FC236}">
                  <a16:creationId xmlns:a16="http://schemas.microsoft.com/office/drawing/2014/main" id="{56746491-ECBE-7999-B171-46172C7EECDA}"/>
                </a:ext>
              </a:extLst>
            </p:cNvPr>
            <p:cNvCxnSpPr>
              <a:cxnSpLocks/>
            </p:cNvCxnSpPr>
            <p:nvPr/>
          </p:nvCxnSpPr>
          <p:spPr bwMode="gray">
            <a:xfrm>
              <a:off x="579809" y="2472749"/>
              <a:ext cx="709106" cy="0"/>
            </a:xfrm>
            <a:prstGeom prst="line">
              <a:avLst/>
            </a:prstGeom>
            <a:grpFill/>
            <a:ln w="19050">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78" name="Straight Connector 1477">
              <a:extLst>
                <a:ext uri="{FF2B5EF4-FFF2-40B4-BE49-F238E27FC236}">
                  <a16:creationId xmlns:a16="http://schemas.microsoft.com/office/drawing/2014/main" id="{01F0DE19-1AA6-5599-9CCE-A89F89FF70DC}"/>
                </a:ext>
              </a:extLst>
            </p:cNvPr>
            <p:cNvCxnSpPr>
              <a:cxnSpLocks/>
            </p:cNvCxnSpPr>
            <p:nvPr/>
          </p:nvCxnSpPr>
          <p:spPr bwMode="gray">
            <a:xfrm>
              <a:off x="579809" y="4148130"/>
              <a:ext cx="709106" cy="0"/>
            </a:xfrm>
            <a:prstGeom prst="line">
              <a:avLst/>
            </a:prstGeom>
            <a:grpFill/>
            <a:ln w="19050">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79" name="Straight Connector 1478">
              <a:extLst>
                <a:ext uri="{FF2B5EF4-FFF2-40B4-BE49-F238E27FC236}">
                  <a16:creationId xmlns:a16="http://schemas.microsoft.com/office/drawing/2014/main" id="{7CD86C5D-8B30-5688-CF4B-236362D75470}"/>
                </a:ext>
              </a:extLst>
            </p:cNvPr>
            <p:cNvCxnSpPr>
              <a:cxnSpLocks/>
            </p:cNvCxnSpPr>
            <p:nvPr/>
          </p:nvCxnSpPr>
          <p:spPr bwMode="gray">
            <a:xfrm>
              <a:off x="1288912" y="2472749"/>
              <a:ext cx="0" cy="1675381"/>
            </a:xfrm>
            <a:prstGeom prst="line">
              <a:avLst/>
            </a:prstGeom>
            <a:grpFill/>
            <a:ln w="19050">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1480" name="TextBox 1479">
            <a:extLst>
              <a:ext uri="{FF2B5EF4-FFF2-40B4-BE49-F238E27FC236}">
                <a16:creationId xmlns:a16="http://schemas.microsoft.com/office/drawing/2014/main" id="{75B1D08E-F721-F439-B5F5-92AD7BDB15FF}"/>
              </a:ext>
            </a:extLst>
          </p:cNvPr>
          <p:cNvSpPr txBox="1"/>
          <p:nvPr/>
        </p:nvSpPr>
        <p:spPr>
          <a:xfrm>
            <a:off x="895105" y="3600247"/>
            <a:ext cx="365175" cy="184666"/>
          </a:xfrm>
          <a:prstGeom prst="rect">
            <a:avLst/>
          </a:prstGeom>
        </p:spPr>
        <p:txBody>
          <a:bodyPr wrap="square" lIns="0" tIns="0" rIns="0" bIns="0" rtlCol="0">
            <a:spAutoFit/>
          </a:bodyPr>
          <a:lstStyle/>
          <a:p>
            <a:pPr algn="ctr">
              <a:spcAft>
                <a:spcPts val="600"/>
              </a:spcAft>
            </a:pPr>
            <a:r>
              <a:rPr lang="en-US" sz="1200" dirty="0">
                <a:solidFill>
                  <a:schemeClr val="tx2"/>
                </a:solidFill>
              </a:rPr>
              <a:t>ESX</a:t>
            </a:r>
          </a:p>
        </p:txBody>
      </p:sp>
      <p:grpSp>
        <p:nvGrpSpPr>
          <p:cNvPr id="1481" name="Group 1480">
            <a:extLst>
              <a:ext uri="{FF2B5EF4-FFF2-40B4-BE49-F238E27FC236}">
                <a16:creationId xmlns:a16="http://schemas.microsoft.com/office/drawing/2014/main" id="{6ADD0B54-4C80-02F5-0A0C-18ED0C577110}"/>
              </a:ext>
            </a:extLst>
          </p:cNvPr>
          <p:cNvGrpSpPr>
            <a:grpSpLocks noChangeAspect="1"/>
          </p:cNvGrpSpPr>
          <p:nvPr/>
        </p:nvGrpSpPr>
        <p:grpSpPr>
          <a:xfrm>
            <a:off x="3647378" y="4944516"/>
            <a:ext cx="1651668" cy="411521"/>
            <a:chOff x="5060950" y="5251450"/>
            <a:chExt cx="1236133" cy="332317"/>
          </a:xfrm>
        </p:grpSpPr>
        <p:sp>
          <p:nvSpPr>
            <p:cNvPr id="1482" name="Line 5">
              <a:extLst>
                <a:ext uri="{FF2B5EF4-FFF2-40B4-BE49-F238E27FC236}">
                  <a16:creationId xmlns:a16="http://schemas.microsoft.com/office/drawing/2014/main" id="{4E1CE141-D0CF-8B32-C507-A109FDD94935}"/>
                </a:ext>
              </a:extLst>
            </p:cNvPr>
            <p:cNvSpPr>
              <a:spLocks noChangeShapeType="1"/>
            </p:cNvSpPr>
            <p:nvPr/>
          </p:nvSpPr>
          <p:spPr bwMode="auto">
            <a:xfrm>
              <a:off x="601042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83" name="Line 6">
              <a:extLst>
                <a:ext uri="{FF2B5EF4-FFF2-40B4-BE49-F238E27FC236}">
                  <a16:creationId xmlns:a16="http://schemas.microsoft.com/office/drawing/2014/main" id="{59E73112-EF94-C175-645C-33AAF1F9308C}"/>
                </a:ext>
              </a:extLst>
            </p:cNvPr>
            <p:cNvSpPr>
              <a:spLocks noChangeShapeType="1"/>
            </p:cNvSpPr>
            <p:nvPr/>
          </p:nvSpPr>
          <p:spPr bwMode="auto">
            <a:xfrm>
              <a:off x="609712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84" name="Line 7">
              <a:extLst>
                <a:ext uri="{FF2B5EF4-FFF2-40B4-BE49-F238E27FC236}">
                  <a16:creationId xmlns:a16="http://schemas.microsoft.com/office/drawing/2014/main" id="{F2BA5AA2-A017-84E9-225B-D79DD1F8B340}"/>
                </a:ext>
              </a:extLst>
            </p:cNvPr>
            <p:cNvSpPr>
              <a:spLocks noChangeShapeType="1"/>
            </p:cNvSpPr>
            <p:nvPr/>
          </p:nvSpPr>
          <p:spPr bwMode="auto">
            <a:xfrm>
              <a:off x="618381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85" name="Line 8">
              <a:extLst>
                <a:ext uri="{FF2B5EF4-FFF2-40B4-BE49-F238E27FC236}">
                  <a16:creationId xmlns:a16="http://schemas.microsoft.com/office/drawing/2014/main" id="{822ACBE4-A3D7-EFFC-D608-154619D42EF5}"/>
                </a:ext>
              </a:extLst>
            </p:cNvPr>
            <p:cNvSpPr>
              <a:spLocks noChangeShapeType="1"/>
            </p:cNvSpPr>
            <p:nvPr/>
          </p:nvSpPr>
          <p:spPr bwMode="auto">
            <a:xfrm>
              <a:off x="517058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86" name="Line 9">
              <a:extLst>
                <a:ext uri="{FF2B5EF4-FFF2-40B4-BE49-F238E27FC236}">
                  <a16:creationId xmlns:a16="http://schemas.microsoft.com/office/drawing/2014/main" id="{4209FC8D-67A1-E7DB-33DF-42FC58BAC919}"/>
                </a:ext>
              </a:extLst>
            </p:cNvPr>
            <p:cNvSpPr>
              <a:spLocks noChangeShapeType="1"/>
            </p:cNvSpPr>
            <p:nvPr/>
          </p:nvSpPr>
          <p:spPr bwMode="auto">
            <a:xfrm>
              <a:off x="525728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87" name="Line 10">
              <a:extLst>
                <a:ext uri="{FF2B5EF4-FFF2-40B4-BE49-F238E27FC236}">
                  <a16:creationId xmlns:a16="http://schemas.microsoft.com/office/drawing/2014/main" id="{1382FD0E-92BF-461A-EC7E-4FA7C941AEF4}"/>
                </a:ext>
              </a:extLst>
            </p:cNvPr>
            <p:cNvSpPr>
              <a:spLocks noChangeShapeType="1"/>
            </p:cNvSpPr>
            <p:nvPr/>
          </p:nvSpPr>
          <p:spPr bwMode="auto">
            <a:xfrm>
              <a:off x="534668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88" name="Oval 11">
              <a:extLst>
                <a:ext uri="{FF2B5EF4-FFF2-40B4-BE49-F238E27FC236}">
                  <a16:creationId xmlns:a16="http://schemas.microsoft.com/office/drawing/2014/main" id="{D9FA1A71-786C-4941-3DE7-58100DB4C945}"/>
                </a:ext>
              </a:extLst>
            </p:cNvPr>
            <p:cNvSpPr>
              <a:spLocks noChangeArrowheads="1"/>
            </p:cNvSpPr>
            <p:nvPr/>
          </p:nvSpPr>
          <p:spPr bwMode="auto">
            <a:xfrm>
              <a:off x="5609471" y="5345848"/>
              <a:ext cx="135458" cy="140877"/>
            </a:xfrm>
            <a:prstGeom prst="ellips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489" name="Rectangle 1488">
              <a:extLst>
                <a:ext uri="{FF2B5EF4-FFF2-40B4-BE49-F238E27FC236}">
                  <a16:creationId xmlns:a16="http://schemas.microsoft.com/office/drawing/2014/main" id="{A5B5B911-85A6-D9F9-D316-1697C18957AF}"/>
                </a:ext>
              </a:extLst>
            </p:cNvPr>
            <p:cNvSpPr/>
            <p:nvPr/>
          </p:nvSpPr>
          <p:spPr>
            <a:xfrm>
              <a:off x="5060950" y="5251450"/>
              <a:ext cx="1236133" cy="332317"/>
            </a:xfrm>
            <a:prstGeom prst="rect">
              <a:avLst/>
            </a:prstGeom>
            <a:noFill/>
            <a:ln w="25400">
              <a:solidFill>
                <a:schemeClr val="bg1">
                  <a:lumMod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sp>
        <p:nvSpPr>
          <p:cNvPr id="1490" name="Rectangle 1489">
            <a:extLst>
              <a:ext uri="{FF2B5EF4-FFF2-40B4-BE49-F238E27FC236}">
                <a16:creationId xmlns:a16="http://schemas.microsoft.com/office/drawing/2014/main" id="{FC4899FC-3157-2098-2CF9-1F8B2F0855FE}"/>
              </a:ext>
            </a:extLst>
          </p:cNvPr>
          <p:cNvSpPr/>
          <p:nvPr/>
        </p:nvSpPr>
        <p:spPr>
          <a:xfrm>
            <a:off x="3647377" y="3597260"/>
            <a:ext cx="1651666" cy="1258925"/>
          </a:xfrm>
          <a:prstGeom prst="rect">
            <a:avLst/>
          </a:prstGeom>
          <a:solidFill>
            <a:schemeClr val="bg2"/>
          </a:solidFill>
          <a:ln w="19050">
            <a:solidFill>
              <a:schemeClr val="accent1">
                <a:lumMod val="75000"/>
              </a:schemeClr>
            </a:solidFill>
          </a:ln>
        </p:spPr>
        <p:txBody>
          <a:bodyPr wrap="square" anchor="ctr">
            <a:noAutofit/>
          </a:bodyPr>
          <a:lstStyle/>
          <a:p>
            <a:pPr algn="ctr"/>
            <a:endParaRPr lang="en-US" sz="1200">
              <a:solidFill>
                <a:prstClr val="white"/>
              </a:solidFill>
            </a:endParaRPr>
          </a:p>
        </p:txBody>
      </p:sp>
      <p:sp>
        <p:nvSpPr>
          <p:cNvPr id="1491" name="TextBox 1490">
            <a:extLst>
              <a:ext uri="{FF2B5EF4-FFF2-40B4-BE49-F238E27FC236}">
                <a16:creationId xmlns:a16="http://schemas.microsoft.com/office/drawing/2014/main" id="{5A095247-BDCD-B595-5D26-C8FE8315441A}"/>
              </a:ext>
            </a:extLst>
          </p:cNvPr>
          <p:cNvSpPr txBox="1"/>
          <p:nvPr/>
        </p:nvSpPr>
        <p:spPr>
          <a:xfrm>
            <a:off x="4770520" y="3600247"/>
            <a:ext cx="365175" cy="184666"/>
          </a:xfrm>
          <a:prstGeom prst="rect">
            <a:avLst/>
          </a:prstGeom>
        </p:spPr>
        <p:txBody>
          <a:bodyPr wrap="square" lIns="0" tIns="0" rIns="0" bIns="0" rtlCol="0">
            <a:spAutoFit/>
          </a:bodyPr>
          <a:lstStyle/>
          <a:p>
            <a:pPr algn="ctr">
              <a:spcAft>
                <a:spcPts val="600"/>
              </a:spcAft>
            </a:pPr>
            <a:r>
              <a:rPr lang="en-US" sz="1200" dirty="0">
                <a:solidFill>
                  <a:schemeClr val="tx2"/>
                </a:solidFill>
              </a:rPr>
              <a:t>ESX</a:t>
            </a:r>
          </a:p>
        </p:txBody>
      </p:sp>
      <p:sp>
        <p:nvSpPr>
          <p:cNvPr id="1492" name="Rectangle 1491">
            <a:extLst>
              <a:ext uri="{FF2B5EF4-FFF2-40B4-BE49-F238E27FC236}">
                <a16:creationId xmlns:a16="http://schemas.microsoft.com/office/drawing/2014/main" id="{1EC0A456-C94C-9285-A87F-9233968A433E}"/>
              </a:ext>
            </a:extLst>
          </p:cNvPr>
          <p:cNvSpPr/>
          <p:nvPr/>
        </p:nvSpPr>
        <p:spPr>
          <a:xfrm>
            <a:off x="3804981" y="3787902"/>
            <a:ext cx="1340215" cy="94927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000">
              <a:solidFill>
                <a:schemeClr val="bg1"/>
              </a:solidFill>
            </a:endParaRPr>
          </a:p>
        </p:txBody>
      </p:sp>
      <p:sp>
        <p:nvSpPr>
          <p:cNvPr id="1493" name="TextBox 1492">
            <a:extLst>
              <a:ext uri="{FF2B5EF4-FFF2-40B4-BE49-F238E27FC236}">
                <a16:creationId xmlns:a16="http://schemas.microsoft.com/office/drawing/2014/main" id="{B0578E29-8F29-15FC-4A41-D1AA28FBFDA6}"/>
              </a:ext>
            </a:extLst>
          </p:cNvPr>
          <p:cNvSpPr txBox="1"/>
          <p:nvPr/>
        </p:nvSpPr>
        <p:spPr>
          <a:xfrm>
            <a:off x="3823735" y="3817314"/>
            <a:ext cx="1302708" cy="153888"/>
          </a:xfrm>
          <a:prstGeom prst="rect">
            <a:avLst/>
          </a:prstGeom>
        </p:spPr>
        <p:txBody>
          <a:bodyPr wrap="square" lIns="0" tIns="0" rIns="0" bIns="0" rtlCol="0">
            <a:spAutoFit/>
          </a:bodyPr>
          <a:lstStyle/>
          <a:p>
            <a:pPr algn="ctr">
              <a:spcAft>
                <a:spcPts val="600"/>
              </a:spcAft>
            </a:pPr>
            <a:r>
              <a:rPr lang="en-US" sz="1000" dirty="0">
                <a:solidFill>
                  <a:schemeClr val="bg1"/>
                </a:solidFill>
              </a:rPr>
              <a:t>Upper vSAN layer</a:t>
            </a:r>
          </a:p>
        </p:txBody>
      </p:sp>
      <p:sp>
        <p:nvSpPr>
          <p:cNvPr id="1494" name="TextBox 1493">
            <a:extLst>
              <a:ext uri="{FF2B5EF4-FFF2-40B4-BE49-F238E27FC236}">
                <a16:creationId xmlns:a16="http://schemas.microsoft.com/office/drawing/2014/main" id="{1720E3FA-EC20-6305-AEF8-A2DD930F1E13}"/>
              </a:ext>
            </a:extLst>
          </p:cNvPr>
          <p:cNvSpPr txBox="1"/>
          <p:nvPr/>
        </p:nvSpPr>
        <p:spPr>
          <a:xfrm>
            <a:off x="3834484" y="4513936"/>
            <a:ext cx="1281209" cy="153888"/>
          </a:xfrm>
          <a:prstGeom prst="rect">
            <a:avLst/>
          </a:prstGeom>
        </p:spPr>
        <p:txBody>
          <a:bodyPr wrap="square" lIns="0" tIns="0" rIns="0" bIns="0" rtlCol="0">
            <a:spAutoFit/>
          </a:bodyPr>
          <a:lstStyle/>
          <a:p>
            <a:pPr algn="ctr">
              <a:spcAft>
                <a:spcPts val="600"/>
              </a:spcAft>
            </a:pPr>
            <a:r>
              <a:rPr lang="en-US" sz="1000" dirty="0">
                <a:solidFill>
                  <a:schemeClr val="bg1"/>
                </a:solidFill>
              </a:rPr>
              <a:t>Lower vSAN layers</a:t>
            </a:r>
          </a:p>
        </p:txBody>
      </p:sp>
      <p:sp>
        <p:nvSpPr>
          <p:cNvPr id="1495" name="Rectangle 1494">
            <a:extLst>
              <a:ext uri="{FF2B5EF4-FFF2-40B4-BE49-F238E27FC236}">
                <a16:creationId xmlns:a16="http://schemas.microsoft.com/office/drawing/2014/main" id="{0969EFE6-5035-31FB-290E-CAC29D90A918}"/>
              </a:ext>
            </a:extLst>
          </p:cNvPr>
          <p:cNvSpPr/>
          <p:nvPr/>
        </p:nvSpPr>
        <p:spPr>
          <a:xfrm>
            <a:off x="3804981" y="4017874"/>
            <a:ext cx="1340216" cy="211694"/>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r>
              <a:rPr lang="en-US" sz="1000" dirty="0">
                <a:solidFill>
                  <a:schemeClr val="bg1"/>
                </a:solidFill>
              </a:rPr>
              <a:t>vSAN LFS</a:t>
            </a:r>
          </a:p>
        </p:txBody>
      </p:sp>
      <p:cxnSp>
        <p:nvCxnSpPr>
          <p:cNvPr id="1497" name="Straight Connector 1496">
            <a:extLst>
              <a:ext uri="{FF2B5EF4-FFF2-40B4-BE49-F238E27FC236}">
                <a16:creationId xmlns:a16="http://schemas.microsoft.com/office/drawing/2014/main" id="{3633DEA2-21F0-E979-EC87-4D5F726D9E5B}"/>
              </a:ext>
            </a:extLst>
          </p:cNvPr>
          <p:cNvCxnSpPr>
            <a:cxnSpLocks/>
          </p:cNvCxnSpPr>
          <p:nvPr/>
        </p:nvCxnSpPr>
        <p:spPr bwMode="gray">
          <a:xfrm flipV="1">
            <a:off x="3467351" y="3235093"/>
            <a:ext cx="0" cy="1045995"/>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1498" name="Rectangle 1497">
            <a:extLst>
              <a:ext uri="{FF2B5EF4-FFF2-40B4-BE49-F238E27FC236}">
                <a16:creationId xmlns:a16="http://schemas.microsoft.com/office/drawing/2014/main" id="{ABD43330-C52A-6141-82D9-52C32CD6E3C8}"/>
              </a:ext>
            </a:extLst>
          </p:cNvPr>
          <p:cNvSpPr/>
          <p:nvPr/>
        </p:nvSpPr>
        <p:spPr>
          <a:xfrm>
            <a:off x="1791353" y="3787901"/>
            <a:ext cx="1340215" cy="94927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000">
              <a:solidFill>
                <a:schemeClr val="bg1"/>
              </a:solidFill>
            </a:endParaRPr>
          </a:p>
        </p:txBody>
      </p:sp>
      <p:sp>
        <p:nvSpPr>
          <p:cNvPr id="1499" name="TextBox 1498">
            <a:extLst>
              <a:ext uri="{FF2B5EF4-FFF2-40B4-BE49-F238E27FC236}">
                <a16:creationId xmlns:a16="http://schemas.microsoft.com/office/drawing/2014/main" id="{CF00184F-6344-973B-08F4-BC10C67D5CB1}"/>
              </a:ext>
            </a:extLst>
          </p:cNvPr>
          <p:cNvSpPr txBox="1"/>
          <p:nvPr/>
        </p:nvSpPr>
        <p:spPr>
          <a:xfrm>
            <a:off x="1810107" y="3817314"/>
            <a:ext cx="1302708" cy="153888"/>
          </a:xfrm>
          <a:prstGeom prst="rect">
            <a:avLst/>
          </a:prstGeom>
        </p:spPr>
        <p:txBody>
          <a:bodyPr wrap="square" lIns="0" tIns="0" rIns="0" bIns="0" rtlCol="0">
            <a:spAutoFit/>
          </a:bodyPr>
          <a:lstStyle/>
          <a:p>
            <a:pPr algn="ctr">
              <a:spcAft>
                <a:spcPts val="600"/>
              </a:spcAft>
            </a:pPr>
            <a:r>
              <a:rPr lang="en-US" sz="1000" dirty="0">
                <a:solidFill>
                  <a:schemeClr val="bg1"/>
                </a:solidFill>
              </a:rPr>
              <a:t>Upper vSAN layer</a:t>
            </a:r>
          </a:p>
        </p:txBody>
      </p:sp>
      <p:sp>
        <p:nvSpPr>
          <p:cNvPr id="1500" name="TextBox 1499">
            <a:extLst>
              <a:ext uri="{FF2B5EF4-FFF2-40B4-BE49-F238E27FC236}">
                <a16:creationId xmlns:a16="http://schemas.microsoft.com/office/drawing/2014/main" id="{DA78F398-0557-364B-18EC-1E993981A10E}"/>
              </a:ext>
            </a:extLst>
          </p:cNvPr>
          <p:cNvSpPr txBox="1"/>
          <p:nvPr/>
        </p:nvSpPr>
        <p:spPr>
          <a:xfrm>
            <a:off x="1820856" y="4513936"/>
            <a:ext cx="1281209" cy="153888"/>
          </a:xfrm>
          <a:prstGeom prst="rect">
            <a:avLst/>
          </a:prstGeom>
        </p:spPr>
        <p:txBody>
          <a:bodyPr wrap="square" lIns="0" tIns="0" rIns="0" bIns="0" rtlCol="0">
            <a:spAutoFit/>
          </a:bodyPr>
          <a:lstStyle/>
          <a:p>
            <a:pPr algn="ctr">
              <a:spcAft>
                <a:spcPts val="600"/>
              </a:spcAft>
            </a:pPr>
            <a:r>
              <a:rPr lang="en-US" sz="1000" dirty="0">
                <a:solidFill>
                  <a:schemeClr val="bg1"/>
                </a:solidFill>
              </a:rPr>
              <a:t>Lower vSAN layers</a:t>
            </a:r>
          </a:p>
        </p:txBody>
      </p:sp>
      <p:sp>
        <p:nvSpPr>
          <p:cNvPr id="1501" name="Rectangle 1500">
            <a:extLst>
              <a:ext uri="{FF2B5EF4-FFF2-40B4-BE49-F238E27FC236}">
                <a16:creationId xmlns:a16="http://schemas.microsoft.com/office/drawing/2014/main" id="{41DD256B-4D3F-FFAA-1870-551836E18899}"/>
              </a:ext>
            </a:extLst>
          </p:cNvPr>
          <p:cNvSpPr/>
          <p:nvPr/>
        </p:nvSpPr>
        <p:spPr>
          <a:xfrm>
            <a:off x="1791353" y="4017874"/>
            <a:ext cx="1340216" cy="211694"/>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r>
              <a:rPr lang="en-US" sz="1000" dirty="0">
                <a:solidFill>
                  <a:schemeClr val="bg1"/>
                </a:solidFill>
              </a:rPr>
              <a:t>vSAN LFS</a:t>
            </a:r>
          </a:p>
        </p:txBody>
      </p:sp>
      <p:sp>
        <p:nvSpPr>
          <p:cNvPr id="1502" name="Rectangle 1501">
            <a:extLst>
              <a:ext uri="{FF2B5EF4-FFF2-40B4-BE49-F238E27FC236}">
                <a16:creationId xmlns:a16="http://schemas.microsoft.com/office/drawing/2014/main" id="{0D1D4278-8D2A-927F-C74A-A3D3AAAF40CE}"/>
              </a:ext>
            </a:extLst>
          </p:cNvPr>
          <p:cNvSpPr/>
          <p:nvPr/>
        </p:nvSpPr>
        <p:spPr>
          <a:xfrm>
            <a:off x="608007" y="3787901"/>
            <a:ext cx="553381" cy="945064"/>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000">
              <a:solidFill>
                <a:schemeClr val="bg1"/>
              </a:solidFill>
            </a:endParaRPr>
          </a:p>
        </p:txBody>
      </p:sp>
      <p:sp>
        <p:nvSpPr>
          <p:cNvPr id="1503" name="Rectangle 1502">
            <a:extLst>
              <a:ext uri="{FF2B5EF4-FFF2-40B4-BE49-F238E27FC236}">
                <a16:creationId xmlns:a16="http://schemas.microsoft.com/office/drawing/2014/main" id="{454A3592-77A2-7784-1103-5BBF0B3C8830}"/>
              </a:ext>
            </a:extLst>
          </p:cNvPr>
          <p:cNvSpPr/>
          <p:nvPr/>
        </p:nvSpPr>
        <p:spPr>
          <a:xfrm>
            <a:off x="608007" y="4017874"/>
            <a:ext cx="553381" cy="211694"/>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endParaRPr lang="en-US" sz="1000">
              <a:solidFill>
                <a:schemeClr val="bg1"/>
              </a:solidFill>
            </a:endParaRPr>
          </a:p>
        </p:txBody>
      </p:sp>
      <p:cxnSp>
        <p:nvCxnSpPr>
          <p:cNvPr id="1504" name="Straight Connector 1503">
            <a:extLst>
              <a:ext uri="{FF2B5EF4-FFF2-40B4-BE49-F238E27FC236}">
                <a16:creationId xmlns:a16="http://schemas.microsoft.com/office/drawing/2014/main" id="{82D4C031-E4EA-782A-9C3E-DB87CA3B91E4}"/>
              </a:ext>
            </a:extLst>
          </p:cNvPr>
          <p:cNvCxnSpPr>
            <a:cxnSpLocks/>
          </p:cNvCxnSpPr>
          <p:nvPr/>
        </p:nvCxnSpPr>
        <p:spPr bwMode="gray">
          <a:xfrm flipH="1">
            <a:off x="608007" y="4383049"/>
            <a:ext cx="3868371" cy="0"/>
          </a:xfrm>
          <a:prstGeom prst="line">
            <a:avLst/>
          </a:prstGeom>
          <a:ln w="25400">
            <a:solidFill>
              <a:schemeClr val="accent2"/>
            </a:solidFill>
            <a:prstDash val="solid"/>
            <a:miter lim="800000"/>
            <a:tailEnd type="none"/>
          </a:ln>
        </p:spPr>
        <p:style>
          <a:lnRef idx="1">
            <a:schemeClr val="accent1"/>
          </a:lnRef>
          <a:fillRef idx="0">
            <a:schemeClr val="accent1"/>
          </a:fillRef>
          <a:effectRef idx="0">
            <a:schemeClr val="accent1"/>
          </a:effectRef>
          <a:fontRef idx="minor">
            <a:schemeClr val="tx1"/>
          </a:fontRef>
        </p:style>
      </p:cxnSp>
      <p:cxnSp>
        <p:nvCxnSpPr>
          <p:cNvPr id="1505" name="Straight Connector 1504">
            <a:extLst>
              <a:ext uri="{FF2B5EF4-FFF2-40B4-BE49-F238E27FC236}">
                <a16:creationId xmlns:a16="http://schemas.microsoft.com/office/drawing/2014/main" id="{8A23D5B3-8C40-B48B-8F77-0E8601D11447}"/>
              </a:ext>
            </a:extLst>
          </p:cNvPr>
          <p:cNvCxnSpPr>
            <a:cxnSpLocks/>
          </p:cNvCxnSpPr>
          <p:nvPr/>
        </p:nvCxnSpPr>
        <p:spPr bwMode="gray">
          <a:xfrm>
            <a:off x="2461461" y="4682447"/>
            <a:ext cx="0" cy="841287"/>
          </a:xfrm>
          <a:prstGeom prst="line">
            <a:avLst/>
          </a:prstGeom>
          <a:ln w="25400">
            <a:solidFill>
              <a:schemeClr val="accent2"/>
            </a:solidFill>
            <a:prstDash val="solid"/>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506" name="Straight Connector 1505">
            <a:extLst>
              <a:ext uri="{FF2B5EF4-FFF2-40B4-BE49-F238E27FC236}">
                <a16:creationId xmlns:a16="http://schemas.microsoft.com/office/drawing/2014/main" id="{B5A6D8CC-0D03-55E2-991D-4495FD7148AF}"/>
              </a:ext>
            </a:extLst>
          </p:cNvPr>
          <p:cNvCxnSpPr>
            <a:cxnSpLocks/>
          </p:cNvCxnSpPr>
          <p:nvPr/>
        </p:nvCxnSpPr>
        <p:spPr bwMode="gray">
          <a:xfrm>
            <a:off x="4475089" y="4682447"/>
            <a:ext cx="0" cy="841287"/>
          </a:xfrm>
          <a:prstGeom prst="line">
            <a:avLst/>
          </a:prstGeom>
          <a:ln w="25400">
            <a:solidFill>
              <a:schemeClr val="accent2"/>
            </a:solidFill>
            <a:prstDash val="solid"/>
            <a:miter lim="800000"/>
            <a:tailEnd type="triangle" w="lg" len="med"/>
          </a:ln>
        </p:spPr>
        <p:style>
          <a:lnRef idx="1">
            <a:schemeClr val="accent1"/>
          </a:lnRef>
          <a:fillRef idx="0">
            <a:schemeClr val="accent1"/>
          </a:fillRef>
          <a:effectRef idx="0">
            <a:schemeClr val="accent1"/>
          </a:effectRef>
          <a:fontRef idx="minor">
            <a:schemeClr val="tx1"/>
          </a:fontRef>
        </p:style>
      </p:cxnSp>
      <p:grpSp>
        <p:nvGrpSpPr>
          <p:cNvPr id="1507" name="Group 1506" descr="Automation">
            <a:extLst>
              <a:ext uri="{FF2B5EF4-FFF2-40B4-BE49-F238E27FC236}">
                <a16:creationId xmlns:a16="http://schemas.microsoft.com/office/drawing/2014/main" id="{B3CDBD00-EEE7-5F00-B4D7-F504386D3767}"/>
              </a:ext>
            </a:extLst>
          </p:cNvPr>
          <p:cNvGrpSpPr/>
          <p:nvPr/>
        </p:nvGrpSpPr>
        <p:grpSpPr>
          <a:xfrm>
            <a:off x="5058873" y="3002742"/>
            <a:ext cx="311385" cy="311418"/>
            <a:chOff x="531730" y="723307"/>
            <a:chExt cx="600773" cy="600837"/>
          </a:xfrm>
          <a:solidFill>
            <a:schemeClr val="accent2"/>
          </a:solidFill>
        </p:grpSpPr>
        <p:sp>
          <p:nvSpPr>
            <p:cNvPr id="1508" name="Picture Placeholder 74">
              <a:extLst>
                <a:ext uri="{FF2B5EF4-FFF2-40B4-BE49-F238E27FC236}">
                  <a16:creationId xmlns:a16="http://schemas.microsoft.com/office/drawing/2014/main" id="{54AE9BBF-C31F-7640-C38F-AFBA678C739F}"/>
                </a:ext>
              </a:extLst>
            </p:cNvPr>
            <p:cNvSpPr/>
            <p:nvPr/>
          </p:nvSpPr>
          <p:spPr>
            <a:xfrm>
              <a:off x="658159" y="849799"/>
              <a:ext cx="347853" cy="347853"/>
            </a:xfrm>
            <a:custGeom>
              <a:avLst/>
              <a:gdLst>
                <a:gd name="connsiteX0" fmla="*/ 173927 w 347853"/>
                <a:gd name="connsiteY0" fmla="*/ 347853 h 347853"/>
                <a:gd name="connsiteX1" fmla="*/ 166021 w 347853"/>
                <a:gd name="connsiteY1" fmla="*/ 339947 h 347853"/>
                <a:gd name="connsiteX2" fmla="*/ 173927 w 347853"/>
                <a:gd name="connsiteY2" fmla="*/ 332042 h 347853"/>
                <a:gd name="connsiteX3" fmla="*/ 332042 w 347853"/>
                <a:gd name="connsiteY3" fmla="*/ 173927 h 347853"/>
                <a:gd name="connsiteX4" fmla="*/ 173927 w 347853"/>
                <a:gd name="connsiteY4" fmla="*/ 15812 h 347853"/>
                <a:gd name="connsiteX5" fmla="*/ 15812 w 347853"/>
                <a:gd name="connsiteY5" fmla="*/ 173927 h 347853"/>
                <a:gd name="connsiteX6" fmla="*/ 7906 w 347853"/>
                <a:gd name="connsiteY6" fmla="*/ 181832 h 347853"/>
                <a:gd name="connsiteX7" fmla="*/ 0 w 347853"/>
                <a:gd name="connsiteY7" fmla="*/ 173927 h 347853"/>
                <a:gd name="connsiteX8" fmla="*/ 173927 w 347853"/>
                <a:gd name="connsiteY8" fmla="*/ 0 h 347853"/>
                <a:gd name="connsiteX9" fmla="*/ 347853 w 347853"/>
                <a:gd name="connsiteY9" fmla="*/ 173927 h 347853"/>
                <a:gd name="connsiteX10" fmla="*/ 173927 w 347853"/>
                <a:gd name="connsiteY10" fmla="*/ 347853 h 34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853" h="347853">
                  <a:moveTo>
                    <a:pt x="173927" y="347853"/>
                  </a:moveTo>
                  <a:cubicBezTo>
                    <a:pt x="169560" y="347853"/>
                    <a:pt x="166021" y="344314"/>
                    <a:pt x="166021" y="339947"/>
                  </a:cubicBezTo>
                  <a:cubicBezTo>
                    <a:pt x="166021" y="335581"/>
                    <a:pt x="169560" y="332042"/>
                    <a:pt x="173927" y="332042"/>
                  </a:cubicBezTo>
                  <a:cubicBezTo>
                    <a:pt x="261251" y="332042"/>
                    <a:pt x="332042" y="261251"/>
                    <a:pt x="332042" y="173927"/>
                  </a:cubicBezTo>
                  <a:cubicBezTo>
                    <a:pt x="332042" y="86602"/>
                    <a:pt x="261251" y="15812"/>
                    <a:pt x="173927" y="15812"/>
                  </a:cubicBezTo>
                  <a:cubicBezTo>
                    <a:pt x="86602" y="15812"/>
                    <a:pt x="15812" y="86602"/>
                    <a:pt x="15812" y="173927"/>
                  </a:cubicBezTo>
                  <a:cubicBezTo>
                    <a:pt x="15812" y="178293"/>
                    <a:pt x="12272" y="181832"/>
                    <a:pt x="7906" y="181832"/>
                  </a:cubicBezTo>
                  <a:cubicBezTo>
                    <a:pt x="3539" y="181832"/>
                    <a:pt x="0" y="178293"/>
                    <a:pt x="0" y="173927"/>
                  </a:cubicBezTo>
                  <a:cubicBezTo>
                    <a:pt x="0" y="77870"/>
                    <a:pt x="77870" y="0"/>
                    <a:pt x="173927" y="0"/>
                  </a:cubicBezTo>
                  <a:cubicBezTo>
                    <a:pt x="269983" y="0"/>
                    <a:pt x="347853" y="77870"/>
                    <a:pt x="347853" y="173927"/>
                  </a:cubicBezTo>
                  <a:cubicBezTo>
                    <a:pt x="347853" y="269983"/>
                    <a:pt x="269983" y="347853"/>
                    <a:pt x="173927" y="347853"/>
                  </a:cubicBezTo>
                  <a:close/>
                </a:path>
              </a:pathLst>
            </a:custGeom>
            <a:grpFill/>
            <a:ln w="6271" cap="flat">
              <a:noFill/>
              <a:prstDash val="solid"/>
              <a:miter/>
            </a:ln>
          </p:spPr>
          <p:txBody>
            <a:bodyPr rtlCol="0" anchor="ctr"/>
            <a:lstStyle/>
            <a:p>
              <a:endParaRPr lang="en-US"/>
            </a:p>
          </p:txBody>
        </p:sp>
        <p:sp>
          <p:nvSpPr>
            <p:cNvPr id="1509" name="Picture Placeholder 74">
              <a:extLst>
                <a:ext uri="{FF2B5EF4-FFF2-40B4-BE49-F238E27FC236}">
                  <a16:creationId xmlns:a16="http://schemas.microsoft.com/office/drawing/2014/main" id="{933DC7A7-10B0-9DF9-55E4-488EA4D1AF2E}"/>
                </a:ext>
              </a:extLst>
            </p:cNvPr>
            <p:cNvSpPr/>
            <p:nvPr/>
          </p:nvSpPr>
          <p:spPr>
            <a:xfrm>
              <a:off x="531730" y="723307"/>
              <a:ext cx="600773" cy="600837"/>
            </a:xfrm>
            <a:custGeom>
              <a:avLst/>
              <a:gdLst>
                <a:gd name="connsiteX0" fmla="*/ 348928 w 600773"/>
                <a:gd name="connsiteY0" fmla="*/ 600837 h 600837"/>
                <a:gd name="connsiteX1" fmla="*/ 248873 w 600773"/>
                <a:gd name="connsiteY1" fmla="*/ 600837 h 600837"/>
                <a:gd name="connsiteX2" fmla="*/ 246723 w 600773"/>
                <a:gd name="connsiteY2" fmla="*/ 596347 h 600837"/>
                <a:gd name="connsiteX3" fmla="*/ 237109 w 600773"/>
                <a:gd name="connsiteY3" fmla="*/ 565293 h 600837"/>
                <a:gd name="connsiteX4" fmla="*/ 230342 w 600773"/>
                <a:gd name="connsiteY4" fmla="*/ 539615 h 600837"/>
                <a:gd name="connsiteX5" fmla="*/ 179745 w 600773"/>
                <a:gd name="connsiteY5" fmla="*/ 517036 h 600837"/>
                <a:gd name="connsiteX6" fmla="*/ 156913 w 600773"/>
                <a:gd name="connsiteY6" fmla="*/ 528673 h 600837"/>
                <a:gd name="connsiteX7" fmla="*/ 130160 w 600773"/>
                <a:gd name="connsiteY7" fmla="*/ 543852 h 600837"/>
                <a:gd name="connsiteX8" fmla="*/ 126239 w 600773"/>
                <a:gd name="connsiteY8" fmla="*/ 545560 h 600837"/>
                <a:gd name="connsiteX9" fmla="*/ 122444 w 600773"/>
                <a:gd name="connsiteY9" fmla="*/ 543410 h 600837"/>
                <a:gd name="connsiteX10" fmla="*/ 55720 w 600773"/>
                <a:gd name="connsiteY10" fmla="*/ 480164 h 600837"/>
                <a:gd name="connsiteX11" fmla="*/ 52557 w 600773"/>
                <a:gd name="connsiteY11" fmla="*/ 476875 h 600837"/>
                <a:gd name="connsiteX12" fmla="*/ 53759 w 600773"/>
                <a:gd name="connsiteY12" fmla="*/ 472511 h 600837"/>
                <a:gd name="connsiteX13" fmla="*/ 80955 w 600773"/>
                <a:gd name="connsiteY13" fmla="*/ 420459 h 600837"/>
                <a:gd name="connsiteX14" fmla="*/ 69760 w 600773"/>
                <a:gd name="connsiteY14" fmla="*/ 395161 h 600837"/>
                <a:gd name="connsiteX15" fmla="*/ 60526 w 600773"/>
                <a:gd name="connsiteY15" fmla="*/ 366321 h 600837"/>
                <a:gd name="connsiteX16" fmla="*/ 34912 w 600773"/>
                <a:gd name="connsiteY16" fmla="*/ 360502 h 600837"/>
                <a:gd name="connsiteX17" fmla="*/ 6325 w 600773"/>
                <a:gd name="connsiteY17" fmla="*/ 352849 h 600837"/>
                <a:gd name="connsiteX18" fmla="*/ 0 w 600773"/>
                <a:gd name="connsiteY18" fmla="*/ 351585 h 600837"/>
                <a:gd name="connsiteX19" fmla="*/ 0 w 600773"/>
                <a:gd name="connsiteY19" fmla="*/ 246153 h 600837"/>
                <a:gd name="connsiteX20" fmla="*/ 6325 w 600773"/>
                <a:gd name="connsiteY20" fmla="*/ 244699 h 600837"/>
                <a:gd name="connsiteX21" fmla="*/ 33773 w 600773"/>
                <a:gd name="connsiteY21" fmla="*/ 237109 h 600837"/>
                <a:gd name="connsiteX22" fmla="*/ 59514 w 600773"/>
                <a:gd name="connsiteY22" fmla="*/ 230785 h 600837"/>
                <a:gd name="connsiteX23" fmla="*/ 70962 w 600773"/>
                <a:gd name="connsiteY23" fmla="*/ 205170 h 600837"/>
                <a:gd name="connsiteX24" fmla="*/ 83611 w 600773"/>
                <a:gd name="connsiteY24" fmla="*/ 178860 h 600837"/>
                <a:gd name="connsiteX25" fmla="*/ 55720 w 600773"/>
                <a:gd name="connsiteY25" fmla="*/ 133892 h 600837"/>
                <a:gd name="connsiteX26" fmla="*/ 51609 w 600773"/>
                <a:gd name="connsiteY26" fmla="*/ 129275 h 600837"/>
                <a:gd name="connsiteX27" fmla="*/ 55151 w 600773"/>
                <a:gd name="connsiteY27" fmla="*/ 124152 h 600837"/>
                <a:gd name="connsiteX28" fmla="*/ 121306 w 600773"/>
                <a:gd name="connsiteY28" fmla="*/ 55656 h 600837"/>
                <a:gd name="connsiteX29" fmla="*/ 125290 w 600773"/>
                <a:gd name="connsiteY29" fmla="*/ 51798 h 600837"/>
                <a:gd name="connsiteX30" fmla="*/ 130287 w 600773"/>
                <a:gd name="connsiteY30" fmla="*/ 54265 h 600837"/>
                <a:gd name="connsiteX31" fmla="*/ 181516 w 600773"/>
                <a:gd name="connsiteY31" fmla="*/ 83295 h 600837"/>
                <a:gd name="connsiteX32" fmla="*/ 233315 w 600773"/>
                <a:gd name="connsiteY32" fmla="*/ 63056 h 600837"/>
                <a:gd name="connsiteX33" fmla="*/ 240525 w 600773"/>
                <a:gd name="connsiteY33" fmla="*/ 36430 h 600837"/>
                <a:gd name="connsiteX34" fmla="*/ 249252 w 600773"/>
                <a:gd name="connsiteY34" fmla="*/ 5566 h 600837"/>
                <a:gd name="connsiteX35" fmla="*/ 250960 w 600773"/>
                <a:gd name="connsiteY35" fmla="*/ 0 h 600837"/>
                <a:gd name="connsiteX36" fmla="*/ 352154 w 600773"/>
                <a:gd name="connsiteY36" fmla="*/ 0 h 600837"/>
                <a:gd name="connsiteX37" fmla="*/ 354178 w 600773"/>
                <a:gd name="connsiteY37" fmla="*/ 4933 h 600837"/>
                <a:gd name="connsiteX38" fmla="*/ 370748 w 600773"/>
                <a:gd name="connsiteY38" fmla="*/ 61285 h 600837"/>
                <a:gd name="connsiteX39" fmla="*/ 396046 w 600773"/>
                <a:gd name="connsiteY39" fmla="*/ 71089 h 600837"/>
                <a:gd name="connsiteX40" fmla="*/ 422104 w 600773"/>
                <a:gd name="connsiteY40" fmla="*/ 83738 h 600837"/>
                <a:gd name="connsiteX41" fmla="*/ 443860 w 600773"/>
                <a:gd name="connsiteY41" fmla="*/ 72417 h 600837"/>
                <a:gd name="connsiteX42" fmla="*/ 471309 w 600773"/>
                <a:gd name="connsiteY42" fmla="*/ 57048 h 600837"/>
                <a:gd name="connsiteX43" fmla="*/ 475041 w 600773"/>
                <a:gd name="connsiteY43" fmla="*/ 55467 h 600837"/>
                <a:gd name="connsiteX44" fmla="*/ 478519 w 600773"/>
                <a:gd name="connsiteY44" fmla="*/ 57554 h 600837"/>
                <a:gd name="connsiteX45" fmla="*/ 514633 w 600773"/>
                <a:gd name="connsiteY45" fmla="*/ 89177 h 600837"/>
                <a:gd name="connsiteX46" fmla="*/ 546951 w 600773"/>
                <a:gd name="connsiteY46" fmla="*/ 120231 h 600837"/>
                <a:gd name="connsiteX47" fmla="*/ 552138 w 600773"/>
                <a:gd name="connsiteY47" fmla="*/ 124342 h 600837"/>
                <a:gd name="connsiteX48" fmla="*/ 548975 w 600773"/>
                <a:gd name="connsiteY48" fmla="*/ 130160 h 600837"/>
                <a:gd name="connsiteX49" fmla="*/ 519629 w 600773"/>
                <a:gd name="connsiteY49" fmla="*/ 180757 h 600837"/>
                <a:gd name="connsiteX50" fmla="*/ 538603 w 600773"/>
                <a:gd name="connsiteY50" fmla="*/ 233884 h 600837"/>
                <a:gd name="connsiteX51" fmla="*/ 566052 w 600773"/>
                <a:gd name="connsiteY51" fmla="*/ 240208 h 600837"/>
                <a:gd name="connsiteX52" fmla="*/ 594449 w 600773"/>
                <a:gd name="connsiteY52" fmla="*/ 247798 h 600837"/>
                <a:gd name="connsiteX53" fmla="*/ 600774 w 600773"/>
                <a:gd name="connsiteY53" fmla="*/ 249063 h 600837"/>
                <a:gd name="connsiteX54" fmla="*/ 600774 w 600773"/>
                <a:gd name="connsiteY54" fmla="*/ 354431 h 600837"/>
                <a:gd name="connsiteX55" fmla="*/ 594449 w 600773"/>
                <a:gd name="connsiteY55" fmla="*/ 355822 h 600837"/>
                <a:gd name="connsiteX56" fmla="*/ 567000 w 600773"/>
                <a:gd name="connsiteY56" fmla="*/ 363475 h 600837"/>
                <a:gd name="connsiteX57" fmla="*/ 541070 w 600773"/>
                <a:gd name="connsiteY57" fmla="*/ 369799 h 600837"/>
                <a:gd name="connsiteX58" fmla="*/ 530318 w 600773"/>
                <a:gd name="connsiteY58" fmla="*/ 395541 h 600837"/>
                <a:gd name="connsiteX59" fmla="*/ 517669 w 600773"/>
                <a:gd name="connsiteY59" fmla="*/ 421977 h 600837"/>
                <a:gd name="connsiteX60" fmla="*/ 530318 w 600773"/>
                <a:gd name="connsiteY60" fmla="*/ 443481 h 600837"/>
                <a:gd name="connsiteX61" fmla="*/ 545434 w 600773"/>
                <a:gd name="connsiteY61" fmla="*/ 467514 h 600837"/>
                <a:gd name="connsiteX62" fmla="*/ 548975 w 600773"/>
                <a:gd name="connsiteY62" fmla="*/ 472068 h 600837"/>
                <a:gd name="connsiteX63" fmla="*/ 545687 w 600773"/>
                <a:gd name="connsiteY63" fmla="*/ 476875 h 600837"/>
                <a:gd name="connsiteX64" fmla="*/ 479911 w 600773"/>
                <a:gd name="connsiteY64" fmla="*/ 545307 h 600837"/>
                <a:gd name="connsiteX65" fmla="*/ 475989 w 600773"/>
                <a:gd name="connsiteY65" fmla="*/ 549165 h 600837"/>
                <a:gd name="connsiteX66" fmla="*/ 470993 w 600773"/>
                <a:gd name="connsiteY66" fmla="*/ 546825 h 600837"/>
                <a:gd name="connsiteX67" fmla="*/ 420396 w 600773"/>
                <a:gd name="connsiteY67" fmla="*/ 517985 h 600837"/>
                <a:gd name="connsiteX68" fmla="*/ 369357 w 600773"/>
                <a:gd name="connsiteY68" fmla="*/ 538160 h 600837"/>
                <a:gd name="connsiteX69" fmla="*/ 361261 w 600773"/>
                <a:gd name="connsiteY69" fmla="*/ 563459 h 600837"/>
                <a:gd name="connsiteX70" fmla="*/ 351142 w 600773"/>
                <a:gd name="connsiteY70" fmla="*/ 596663 h 600837"/>
                <a:gd name="connsiteX71" fmla="*/ 259056 w 600773"/>
                <a:gd name="connsiteY71" fmla="*/ 585026 h 600837"/>
                <a:gd name="connsiteX72" fmla="*/ 338809 w 600773"/>
                <a:gd name="connsiteY72" fmla="*/ 585026 h 600837"/>
                <a:gd name="connsiteX73" fmla="*/ 345766 w 600773"/>
                <a:gd name="connsiteY73" fmla="*/ 559727 h 600837"/>
                <a:gd name="connsiteX74" fmla="*/ 357403 w 600773"/>
                <a:gd name="connsiteY74" fmla="*/ 526776 h 600837"/>
                <a:gd name="connsiteX75" fmla="*/ 359301 w 600773"/>
                <a:gd name="connsiteY75" fmla="*/ 523803 h 600837"/>
                <a:gd name="connsiteX76" fmla="*/ 362779 w 600773"/>
                <a:gd name="connsiteY76" fmla="*/ 523171 h 600837"/>
                <a:gd name="connsiteX77" fmla="*/ 416791 w 600773"/>
                <a:gd name="connsiteY77" fmla="*/ 501667 h 600837"/>
                <a:gd name="connsiteX78" fmla="*/ 421092 w 600773"/>
                <a:gd name="connsiteY78" fmla="*/ 499137 h 600837"/>
                <a:gd name="connsiteX79" fmla="*/ 425203 w 600773"/>
                <a:gd name="connsiteY79" fmla="*/ 501920 h 600837"/>
                <a:gd name="connsiteX80" fmla="*/ 473143 w 600773"/>
                <a:gd name="connsiteY80" fmla="*/ 529938 h 600837"/>
                <a:gd name="connsiteX81" fmla="*/ 529559 w 600773"/>
                <a:gd name="connsiteY81" fmla="*/ 472005 h 600837"/>
                <a:gd name="connsiteX82" fmla="*/ 516910 w 600773"/>
                <a:gd name="connsiteY82" fmla="*/ 451197 h 600837"/>
                <a:gd name="connsiteX83" fmla="*/ 501920 w 600773"/>
                <a:gd name="connsiteY83" fmla="*/ 425393 h 600837"/>
                <a:gd name="connsiteX84" fmla="*/ 498631 w 600773"/>
                <a:gd name="connsiteY84" fmla="*/ 420206 h 600837"/>
                <a:gd name="connsiteX85" fmla="*/ 502869 w 600773"/>
                <a:gd name="connsiteY85" fmla="*/ 415716 h 600837"/>
                <a:gd name="connsiteX86" fmla="*/ 516340 w 600773"/>
                <a:gd name="connsiteY86" fmla="*/ 389912 h 600837"/>
                <a:gd name="connsiteX87" fmla="*/ 530128 w 600773"/>
                <a:gd name="connsiteY87" fmla="*/ 358289 h 600837"/>
                <a:gd name="connsiteX88" fmla="*/ 532089 w 600773"/>
                <a:gd name="connsiteY88" fmla="*/ 355126 h 600837"/>
                <a:gd name="connsiteX89" fmla="*/ 535820 w 600773"/>
                <a:gd name="connsiteY89" fmla="*/ 354620 h 600837"/>
                <a:gd name="connsiteX90" fmla="*/ 563395 w 600773"/>
                <a:gd name="connsiteY90" fmla="*/ 348296 h 600837"/>
                <a:gd name="connsiteX91" fmla="*/ 585531 w 600773"/>
                <a:gd name="connsiteY91" fmla="*/ 341971 h 600837"/>
                <a:gd name="connsiteX92" fmla="*/ 585531 w 600773"/>
                <a:gd name="connsiteY92" fmla="*/ 261838 h 600837"/>
                <a:gd name="connsiteX93" fmla="*/ 562130 w 600773"/>
                <a:gd name="connsiteY93" fmla="*/ 255514 h 600837"/>
                <a:gd name="connsiteX94" fmla="*/ 535757 w 600773"/>
                <a:gd name="connsiteY94" fmla="*/ 249189 h 600837"/>
                <a:gd name="connsiteX95" fmla="*/ 504134 w 600773"/>
                <a:gd name="connsiteY95" fmla="*/ 182022 h 600837"/>
                <a:gd name="connsiteX96" fmla="*/ 502806 w 600773"/>
                <a:gd name="connsiteY96" fmla="*/ 178290 h 600837"/>
                <a:gd name="connsiteX97" fmla="*/ 505019 w 600773"/>
                <a:gd name="connsiteY97" fmla="*/ 175002 h 600837"/>
                <a:gd name="connsiteX98" fmla="*/ 532721 w 600773"/>
                <a:gd name="connsiteY98" fmla="*/ 127883 h 600837"/>
                <a:gd name="connsiteX99" fmla="*/ 503881 w 600773"/>
                <a:gd name="connsiteY99" fmla="*/ 99739 h 600837"/>
                <a:gd name="connsiteX100" fmla="*/ 474472 w 600773"/>
                <a:gd name="connsiteY100" fmla="*/ 73049 h 600837"/>
                <a:gd name="connsiteX101" fmla="*/ 453031 w 600773"/>
                <a:gd name="connsiteY101" fmla="*/ 85698 h 600837"/>
                <a:gd name="connsiteX102" fmla="*/ 422547 w 600773"/>
                <a:gd name="connsiteY102" fmla="*/ 99992 h 600837"/>
                <a:gd name="connsiteX103" fmla="*/ 418752 w 600773"/>
                <a:gd name="connsiteY103" fmla="*/ 101004 h 600837"/>
                <a:gd name="connsiteX104" fmla="*/ 416222 w 600773"/>
                <a:gd name="connsiteY104" fmla="*/ 98601 h 600837"/>
                <a:gd name="connsiteX105" fmla="*/ 390924 w 600773"/>
                <a:gd name="connsiteY105" fmla="*/ 85951 h 600837"/>
                <a:gd name="connsiteX106" fmla="*/ 361261 w 600773"/>
                <a:gd name="connsiteY106" fmla="*/ 74314 h 600837"/>
                <a:gd name="connsiteX107" fmla="*/ 357846 w 600773"/>
                <a:gd name="connsiteY107" fmla="*/ 72733 h 600837"/>
                <a:gd name="connsiteX108" fmla="*/ 356454 w 600773"/>
                <a:gd name="connsiteY108" fmla="*/ 69065 h 600837"/>
                <a:gd name="connsiteX109" fmla="*/ 341339 w 600773"/>
                <a:gd name="connsiteY109" fmla="*/ 15812 h 600837"/>
                <a:gd name="connsiteX110" fmla="*/ 262597 w 600773"/>
                <a:gd name="connsiteY110" fmla="*/ 15812 h 600837"/>
                <a:gd name="connsiteX111" fmla="*/ 255767 w 600773"/>
                <a:gd name="connsiteY111" fmla="*/ 40477 h 600837"/>
                <a:gd name="connsiteX112" fmla="*/ 247039 w 600773"/>
                <a:gd name="connsiteY112" fmla="*/ 72100 h 600837"/>
                <a:gd name="connsiteX113" fmla="*/ 245395 w 600773"/>
                <a:gd name="connsiteY113" fmla="*/ 77413 h 600837"/>
                <a:gd name="connsiteX114" fmla="*/ 239892 w 600773"/>
                <a:gd name="connsiteY114" fmla="*/ 77413 h 600837"/>
                <a:gd name="connsiteX115" fmla="*/ 183603 w 600773"/>
                <a:gd name="connsiteY115" fmla="*/ 99233 h 600837"/>
                <a:gd name="connsiteX116" fmla="*/ 179429 w 600773"/>
                <a:gd name="connsiteY116" fmla="*/ 101067 h 600837"/>
                <a:gd name="connsiteX117" fmla="*/ 175887 w 600773"/>
                <a:gd name="connsiteY117" fmla="*/ 98664 h 600837"/>
                <a:gd name="connsiteX118" fmla="*/ 128453 w 600773"/>
                <a:gd name="connsiteY118" fmla="*/ 70899 h 600837"/>
                <a:gd name="connsiteX119" fmla="*/ 71847 w 600773"/>
                <a:gd name="connsiteY119" fmla="*/ 128642 h 600837"/>
                <a:gd name="connsiteX120" fmla="*/ 99992 w 600773"/>
                <a:gd name="connsiteY120" fmla="*/ 175950 h 600837"/>
                <a:gd name="connsiteX121" fmla="*/ 102269 w 600773"/>
                <a:gd name="connsiteY121" fmla="*/ 180188 h 600837"/>
                <a:gd name="connsiteX122" fmla="*/ 99549 w 600773"/>
                <a:gd name="connsiteY122" fmla="*/ 184172 h 600837"/>
                <a:gd name="connsiteX123" fmla="*/ 85572 w 600773"/>
                <a:gd name="connsiteY123" fmla="*/ 211684 h 600837"/>
                <a:gd name="connsiteX124" fmla="*/ 71658 w 600773"/>
                <a:gd name="connsiteY124" fmla="*/ 242232 h 600837"/>
                <a:gd name="connsiteX125" fmla="*/ 69760 w 600773"/>
                <a:gd name="connsiteY125" fmla="*/ 245711 h 600837"/>
                <a:gd name="connsiteX126" fmla="*/ 65839 w 600773"/>
                <a:gd name="connsiteY126" fmla="*/ 246217 h 600837"/>
                <a:gd name="connsiteX127" fmla="*/ 38264 w 600773"/>
                <a:gd name="connsiteY127" fmla="*/ 252541 h 600837"/>
                <a:gd name="connsiteX128" fmla="*/ 16064 w 600773"/>
                <a:gd name="connsiteY128" fmla="*/ 258866 h 600837"/>
                <a:gd name="connsiteX129" fmla="*/ 16064 w 600773"/>
                <a:gd name="connsiteY129" fmla="*/ 338999 h 600837"/>
                <a:gd name="connsiteX130" fmla="*/ 39529 w 600773"/>
                <a:gd name="connsiteY130" fmla="*/ 345323 h 600837"/>
                <a:gd name="connsiteX131" fmla="*/ 68622 w 600773"/>
                <a:gd name="connsiteY131" fmla="*/ 351648 h 600837"/>
                <a:gd name="connsiteX132" fmla="*/ 74567 w 600773"/>
                <a:gd name="connsiteY132" fmla="*/ 352407 h 600837"/>
                <a:gd name="connsiteX133" fmla="*/ 75452 w 600773"/>
                <a:gd name="connsiteY133" fmla="*/ 358352 h 600837"/>
                <a:gd name="connsiteX134" fmla="*/ 84750 w 600773"/>
                <a:gd name="connsiteY134" fmla="*/ 388583 h 600837"/>
                <a:gd name="connsiteX135" fmla="*/ 97399 w 600773"/>
                <a:gd name="connsiteY135" fmla="*/ 418625 h 600837"/>
                <a:gd name="connsiteX136" fmla="*/ 98537 w 600773"/>
                <a:gd name="connsiteY136" fmla="*/ 421977 h 600837"/>
                <a:gd name="connsiteX137" fmla="*/ 96766 w 600773"/>
                <a:gd name="connsiteY137" fmla="*/ 425076 h 600837"/>
                <a:gd name="connsiteX138" fmla="*/ 70836 w 600773"/>
                <a:gd name="connsiteY138" fmla="*/ 472637 h 600837"/>
                <a:gd name="connsiteX139" fmla="*/ 127757 w 600773"/>
                <a:gd name="connsiteY139" fmla="*/ 527345 h 600837"/>
                <a:gd name="connsiteX140" fmla="*/ 148628 w 600773"/>
                <a:gd name="connsiteY140" fmla="*/ 515139 h 600837"/>
                <a:gd name="connsiteX141" fmla="*/ 178354 w 600773"/>
                <a:gd name="connsiteY141" fmla="*/ 500845 h 600837"/>
                <a:gd name="connsiteX142" fmla="*/ 181959 w 600773"/>
                <a:gd name="connsiteY142" fmla="*/ 499770 h 600837"/>
                <a:gd name="connsiteX143" fmla="*/ 185058 w 600773"/>
                <a:gd name="connsiteY143" fmla="*/ 501857 h 600837"/>
                <a:gd name="connsiteX144" fmla="*/ 240019 w 600773"/>
                <a:gd name="connsiteY144" fmla="*/ 526460 h 600837"/>
                <a:gd name="connsiteX145" fmla="*/ 243054 w 600773"/>
                <a:gd name="connsiteY145" fmla="*/ 527788 h 600837"/>
                <a:gd name="connsiteX146" fmla="*/ 244193 w 600773"/>
                <a:gd name="connsiteY146" fmla="*/ 530887 h 600837"/>
                <a:gd name="connsiteX147" fmla="*/ 252731 w 600773"/>
                <a:gd name="connsiteY147" fmla="*/ 561688 h 600837"/>
                <a:gd name="connsiteX148" fmla="*/ 259056 w 600773"/>
                <a:gd name="connsiteY148" fmla="*/ 585026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600773" h="600837">
                  <a:moveTo>
                    <a:pt x="348928" y="600837"/>
                  </a:moveTo>
                  <a:lnTo>
                    <a:pt x="248873" y="600837"/>
                  </a:lnTo>
                  <a:lnTo>
                    <a:pt x="246723" y="596347"/>
                  </a:lnTo>
                  <a:cubicBezTo>
                    <a:pt x="242433" y="586360"/>
                    <a:pt x="239211" y="575956"/>
                    <a:pt x="237109" y="565293"/>
                  </a:cubicBezTo>
                  <a:cubicBezTo>
                    <a:pt x="234453" y="553909"/>
                    <a:pt x="232176" y="545244"/>
                    <a:pt x="230342" y="539615"/>
                  </a:cubicBezTo>
                  <a:cubicBezTo>
                    <a:pt x="197454" y="525132"/>
                    <a:pt x="184931" y="519439"/>
                    <a:pt x="179745" y="517036"/>
                  </a:cubicBezTo>
                  <a:cubicBezTo>
                    <a:pt x="171774" y="520163"/>
                    <a:pt x="164127" y="524061"/>
                    <a:pt x="156913" y="528673"/>
                  </a:cubicBezTo>
                  <a:cubicBezTo>
                    <a:pt x="148304" y="534259"/>
                    <a:pt x="139371" y="539328"/>
                    <a:pt x="130160" y="543852"/>
                  </a:cubicBezTo>
                  <a:lnTo>
                    <a:pt x="126239" y="545560"/>
                  </a:lnTo>
                  <a:lnTo>
                    <a:pt x="122444" y="543410"/>
                  </a:lnTo>
                  <a:cubicBezTo>
                    <a:pt x="113969" y="537718"/>
                    <a:pt x="92213" y="517099"/>
                    <a:pt x="55720" y="480164"/>
                  </a:cubicBezTo>
                  <a:lnTo>
                    <a:pt x="52557" y="476875"/>
                  </a:lnTo>
                  <a:lnTo>
                    <a:pt x="53759" y="472511"/>
                  </a:lnTo>
                  <a:cubicBezTo>
                    <a:pt x="54898" y="468337"/>
                    <a:pt x="59009" y="458407"/>
                    <a:pt x="80955" y="420459"/>
                  </a:cubicBezTo>
                  <a:cubicBezTo>
                    <a:pt x="79374" y="416601"/>
                    <a:pt x="76148" y="409138"/>
                    <a:pt x="69760" y="395161"/>
                  </a:cubicBezTo>
                  <a:cubicBezTo>
                    <a:pt x="65687" y="385895"/>
                    <a:pt x="62593" y="376230"/>
                    <a:pt x="60526" y="366321"/>
                  </a:cubicBezTo>
                  <a:cubicBezTo>
                    <a:pt x="53190" y="365056"/>
                    <a:pt x="44588" y="363095"/>
                    <a:pt x="34912" y="360502"/>
                  </a:cubicBezTo>
                  <a:cubicBezTo>
                    <a:pt x="21061" y="356454"/>
                    <a:pt x="11511" y="354178"/>
                    <a:pt x="6325" y="352849"/>
                  </a:cubicBezTo>
                  <a:lnTo>
                    <a:pt x="0" y="351585"/>
                  </a:lnTo>
                  <a:lnTo>
                    <a:pt x="0" y="246153"/>
                  </a:lnTo>
                  <a:lnTo>
                    <a:pt x="6325" y="244699"/>
                  </a:lnTo>
                  <a:cubicBezTo>
                    <a:pt x="10752" y="243687"/>
                    <a:pt x="19733" y="241220"/>
                    <a:pt x="33773" y="237109"/>
                  </a:cubicBezTo>
                  <a:cubicBezTo>
                    <a:pt x="42224" y="234503"/>
                    <a:pt x="50819" y="232391"/>
                    <a:pt x="59514" y="230785"/>
                  </a:cubicBezTo>
                  <a:cubicBezTo>
                    <a:pt x="62171" y="225535"/>
                    <a:pt x="65839" y="216934"/>
                    <a:pt x="70962" y="205170"/>
                  </a:cubicBezTo>
                  <a:cubicBezTo>
                    <a:pt x="74537" y="196106"/>
                    <a:pt x="78765" y="187313"/>
                    <a:pt x="83611" y="178860"/>
                  </a:cubicBezTo>
                  <a:cubicBezTo>
                    <a:pt x="67800" y="150020"/>
                    <a:pt x="59704" y="138635"/>
                    <a:pt x="55720" y="133892"/>
                  </a:cubicBezTo>
                  <a:lnTo>
                    <a:pt x="51609" y="129275"/>
                  </a:lnTo>
                  <a:lnTo>
                    <a:pt x="55151" y="124152"/>
                  </a:lnTo>
                  <a:cubicBezTo>
                    <a:pt x="60969" y="115803"/>
                    <a:pt x="82599" y="93351"/>
                    <a:pt x="121306" y="55656"/>
                  </a:cubicBezTo>
                  <a:lnTo>
                    <a:pt x="125290" y="51798"/>
                  </a:lnTo>
                  <a:lnTo>
                    <a:pt x="130287" y="54265"/>
                  </a:lnTo>
                  <a:cubicBezTo>
                    <a:pt x="148100" y="62579"/>
                    <a:pt x="165230" y="72286"/>
                    <a:pt x="181516" y="83295"/>
                  </a:cubicBezTo>
                  <a:cubicBezTo>
                    <a:pt x="198335" y="75456"/>
                    <a:pt x="215637" y="68697"/>
                    <a:pt x="233315" y="63056"/>
                  </a:cubicBezTo>
                  <a:cubicBezTo>
                    <a:pt x="234516" y="58692"/>
                    <a:pt x="236730" y="50787"/>
                    <a:pt x="240525" y="36430"/>
                  </a:cubicBezTo>
                  <a:cubicBezTo>
                    <a:pt x="243813" y="23780"/>
                    <a:pt x="246849" y="13535"/>
                    <a:pt x="249252" y="5566"/>
                  </a:cubicBezTo>
                  <a:lnTo>
                    <a:pt x="250960" y="0"/>
                  </a:lnTo>
                  <a:lnTo>
                    <a:pt x="352154" y="0"/>
                  </a:lnTo>
                  <a:lnTo>
                    <a:pt x="354178" y="4933"/>
                  </a:lnTo>
                  <a:cubicBezTo>
                    <a:pt x="357466" y="13155"/>
                    <a:pt x="362906" y="31560"/>
                    <a:pt x="370748" y="61285"/>
                  </a:cubicBezTo>
                  <a:cubicBezTo>
                    <a:pt x="374733" y="62930"/>
                    <a:pt x="382196" y="65902"/>
                    <a:pt x="396046" y="71089"/>
                  </a:cubicBezTo>
                  <a:cubicBezTo>
                    <a:pt x="405168" y="74339"/>
                    <a:pt x="413907" y="78581"/>
                    <a:pt x="422104" y="83738"/>
                  </a:cubicBezTo>
                  <a:cubicBezTo>
                    <a:pt x="429774" y="80828"/>
                    <a:pt x="437076" y="77029"/>
                    <a:pt x="443860" y="72417"/>
                  </a:cubicBezTo>
                  <a:cubicBezTo>
                    <a:pt x="452652" y="66680"/>
                    <a:pt x="461823" y="61545"/>
                    <a:pt x="471309" y="57048"/>
                  </a:cubicBezTo>
                  <a:lnTo>
                    <a:pt x="475041" y="55467"/>
                  </a:lnTo>
                  <a:lnTo>
                    <a:pt x="478519" y="57554"/>
                  </a:lnTo>
                  <a:cubicBezTo>
                    <a:pt x="491900" y="66456"/>
                    <a:pt x="504043" y="77089"/>
                    <a:pt x="514633" y="89177"/>
                  </a:cubicBezTo>
                  <a:cubicBezTo>
                    <a:pt x="524848" y="100093"/>
                    <a:pt x="535636" y="110459"/>
                    <a:pt x="546951" y="120231"/>
                  </a:cubicBezTo>
                  <a:lnTo>
                    <a:pt x="552138" y="124342"/>
                  </a:lnTo>
                  <a:lnTo>
                    <a:pt x="548975" y="130160"/>
                  </a:lnTo>
                  <a:cubicBezTo>
                    <a:pt x="536326" y="153055"/>
                    <a:pt x="526966" y="169752"/>
                    <a:pt x="519629" y="180757"/>
                  </a:cubicBezTo>
                  <a:cubicBezTo>
                    <a:pt x="531140" y="213835"/>
                    <a:pt x="536326" y="228002"/>
                    <a:pt x="538603" y="233884"/>
                  </a:cubicBezTo>
                  <a:cubicBezTo>
                    <a:pt x="547898" y="235304"/>
                    <a:pt x="557071" y="237418"/>
                    <a:pt x="566052" y="240208"/>
                  </a:cubicBezTo>
                  <a:cubicBezTo>
                    <a:pt x="579713" y="244193"/>
                    <a:pt x="589326" y="246533"/>
                    <a:pt x="594449" y="247798"/>
                  </a:cubicBezTo>
                  <a:lnTo>
                    <a:pt x="600774" y="249063"/>
                  </a:lnTo>
                  <a:lnTo>
                    <a:pt x="600774" y="354431"/>
                  </a:lnTo>
                  <a:lnTo>
                    <a:pt x="594449" y="355822"/>
                  </a:lnTo>
                  <a:cubicBezTo>
                    <a:pt x="591224" y="356581"/>
                    <a:pt x="583824" y="358542"/>
                    <a:pt x="567000" y="363475"/>
                  </a:cubicBezTo>
                  <a:cubicBezTo>
                    <a:pt x="558481" y="366068"/>
                    <a:pt x="549825" y="368180"/>
                    <a:pt x="541070" y="369799"/>
                  </a:cubicBezTo>
                  <a:cubicBezTo>
                    <a:pt x="537042" y="378188"/>
                    <a:pt x="533453" y="386780"/>
                    <a:pt x="530318" y="395541"/>
                  </a:cubicBezTo>
                  <a:cubicBezTo>
                    <a:pt x="527320" y="404886"/>
                    <a:pt x="523064" y="413779"/>
                    <a:pt x="517669" y="421977"/>
                  </a:cubicBezTo>
                  <a:cubicBezTo>
                    <a:pt x="520388" y="426594"/>
                    <a:pt x="524562" y="433804"/>
                    <a:pt x="530318" y="443481"/>
                  </a:cubicBezTo>
                  <a:cubicBezTo>
                    <a:pt x="534778" y="451841"/>
                    <a:pt x="539829" y="459873"/>
                    <a:pt x="545434" y="467514"/>
                  </a:cubicBezTo>
                  <a:lnTo>
                    <a:pt x="548975" y="472068"/>
                  </a:lnTo>
                  <a:lnTo>
                    <a:pt x="545687" y="476875"/>
                  </a:lnTo>
                  <a:cubicBezTo>
                    <a:pt x="539868" y="485223"/>
                    <a:pt x="518364" y="507612"/>
                    <a:pt x="479911" y="545307"/>
                  </a:cubicBezTo>
                  <a:lnTo>
                    <a:pt x="475989" y="549165"/>
                  </a:lnTo>
                  <a:lnTo>
                    <a:pt x="470993" y="546825"/>
                  </a:lnTo>
                  <a:cubicBezTo>
                    <a:pt x="453461" y="538432"/>
                    <a:pt x="436552" y="528794"/>
                    <a:pt x="420396" y="517985"/>
                  </a:cubicBezTo>
                  <a:cubicBezTo>
                    <a:pt x="404480" y="527209"/>
                    <a:pt x="387278" y="534009"/>
                    <a:pt x="369357" y="538160"/>
                  </a:cubicBezTo>
                  <a:cubicBezTo>
                    <a:pt x="365738" y="546270"/>
                    <a:pt x="363024" y="554756"/>
                    <a:pt x="361261" y="563459"/>
                  </a:cubicBezTo>
                  <a:cubicBezTo>
                    <a:pt x="359082" y="574856"/>
                    <a:pt x="355690" y="585987"/>
                    <a:pt x="351142" y="596663"/>
                  </a:cubicBezTo>
                  <a:close/>
                  <a:moveTo>
                    <a:pt x="259056" y="585026"/>
                  </a:moveTo>
                  <a:lnTo>
                    <a:pt x="338809" y="585026"/>
                  </a:lnTo>
                  <a:cubicBezTo>
                    <a:pt x="341634" y="576740"/>
                    <a:pt x="343957" y="568291"/>
                    <a:pt x="345766" y="559727"/>
                  </a:cubicBezTo>
                  <a:cubicBezTo>
                    <a:pt x="347926" y="548210"/>
                    <a:pt x="351851" y="537095"/>
                    <a:pt x="357403" y="526776"/>
                  </a:cubicBezTo>
                  <a:lnTo>
                    <a:pt x="359301" y="523803"/>
                  </a:lnTo>
                  <a:lnTo>
                    <a:pt x="362779" y="523171"/>
                  </a:lnTo>
                  <a:cubicBezTo>
                    <a:pt x="381877" y="519133"/>
                    <a:pt x="400144" y="511861"/>
                    <a:pt x="416791" y="501667"/>
                  </a:cubicBezTo>
                  <a:lnTo>
                    <a:pt x="421092" y="499137"/>
                  </a:lnTo>
                  <a:lnTo>
                    <a:pt x="425203" y="501920"/>
                  </a:lnTo>
                  <a:cubicBezTo>
                    <a:pt x="440490" y="512398"/>
                    <a:pt x="456512" y="521761"/>
                    <a:pt x="473143" y="529938"/>
                  </a:cubicBezTo>
                  <a:cubicBezTo>
                    <a:pt x="507612" y="496038"/>
                    <a:pt x="523044" y="479721"/>
                    <a:pt x="529559" y="472005"/>
                  </a:cubicBezTo>
                  <a:cubicBezTo>
                    <a:pt x="525638" y="466376"/>
                    <a:pt x="521274" y="459356"/>
                    <a:pt x="516910" y="451197"/>
                  </a:cubicBezTo>
                  <a:cubicBezTo>
                    <a:pt x="506853" y="433615"/>
                    <a:pt x="503185" y="427480"/>
                    <a:pt x="501920" y="425393"/>
                  </a:cubicBezTo>
                  <a:lnTo>
                    <a:pt x="498631" y="420206"/>
                  </a:lnTo>
                  <a:lnTo>
                    <a:pt x="502869" y="415716"/>
                  </a:lnTo>
                  <a:cubicBezTo>
                    <a:pt x="509006" y="408080"/>
                    <a:pt x="513583" y="399312"/>
                    <a:pt x="516340" y="389912"/>
                  </a:cubicBezTo>
                  <a:cubicBezTo>
                    <a:pt x="520091" y="379022"/>
                    <a:pt x="524702" y="368448"/>
                    <a:pt x="530128" y="358289"/>
                  </a:cubicBezTo>
                  <a:lnTo>
                    <a:pt x="532089" y="355126"/>
                  </a:lnTo>
                  <a:lnTo>
                    <a:pt x="535820" y="354620"/>
                  </a:lnTo>
                  <a:cubicBezTo>
                    <a:pt x="545145" y="353140"/>
                    <a:pt x="554358" y="351027"/>
                    <a:pt x="563395" y="348296"/>
                  </a:cubicBezTo>
                  <a:cubicBezTo>
                    <a:pt x="572756" y="345513"/>
                    <a:pt x="580219" y="343426"/>
                    <a:pt x="585531" y="341971"/>
                  </a:cubicBezTo>
                  <a:lnTo>
                    <a:pt x="585531" y="261838"/>
                  </a:lnTo>
                  <a:cubicBezTo>
                    <a:pt x="579839" y="260447"/>
                    <a:pt x="572123" y="258297"/>
                    <a:pt x="562130" y="255514"/>
                  </a:cubicBezTo>
                  <a:cubicBezTo>
                    <a:pt x="553523" y="252704"/>
                    <a:pt x="544703" y="250590"/>
                    <a:pt x="535757" y="249189"/>
                  </a:cubicBezTo>
                  <a:cubicBezTo>
                    <a:pt x="527978" y="251087"/>
                    <a:pt x="527851" y="250897"/>
                    <a:pt x="504134" y="182022"/>
                  </a:cubicBezTo>
                  <a:lnTo>
                    <a:pt x="502806" y="178290"/>
                  </a:lnTo>
                  <a:lnTo>
                    <a:pt x="505019" y="175002"/>
                  </a:lnTo>
                  <a:cubicBezTo>
                    <a:pt x="511344" y="165325"/>
                    <a:pt x="520957" y="149703"/>
                    <a:pt x="532721" y="127883"/>
                  </a:cubicBezTo>
                  <a:cubicBezTo>
                    <a:pt x="525764" y="121559"/>
                    <a:pt x="516214" y="112451"/>
                    <a:pt x="503881" y="99739"/>
                  </a:cubicBezTo>
                  <a:cubicBezTo>
                    <a:pt x="495063" y="89814"/>
                    <a:pt x="485203" y="80866"/>
                    <a:pt x="474472" y="73049"/>
                  </a:cubicBezTo>
                  <a:cubicBezTo>
                    <a:pt x="469538" y="75516"/>
                    <a:pt x="462328" y="79690"/>
                    <a:pt x="453031" y="85698"/>
                  </a:cubicBezTo>
                  <a:cubicBezTo>
                    <a:pt x="443673" y="92016"/>
                    <a:pt x="433388" y="96838"/>
                    <a:pt x="422547" y="99992"/>
                  </a:cubicBezTo>
                  <a:lnTo>
                    <a:pt x="418752" y="101004"/>
                  </a:lnTo>
                  <a:lnTo>
                    <a:pt x="416222" y="98601"/>
                  </a:lnTo>
                  <a:cubicBezTo>
                    <a:pt x="408397" y="93265"/>
                    <a:pt x="399887" y="89010"/>
                    <a:pt x="390924" y="85951"/>
                  </a:cubicBezTo>
                  <a:cubicBezTo>
                    <a:pt x="374733" y="79627"/>
                    <a:pt x="365056" y="76022"/>
                    <a:pt x="361261" y="74314"/>
                  </a:cubicBezTo>
                  <a:lnTo>
                    <a:pt x="357846" y="72733"/>
                  </a:lnTo>
                  <a:lnTo>
                    <a:pt x="356454" y="69065"/>
                  </a:lnTo>
                  <a:cubicBezTo>
                    <a:pt x="349750" y="43450"/>
                    <a:pt x="344691" y="25551"/>
                    <a:pt x="341339" y="15812"/>
                  </a:cubicBezTo>
                  <a:lnTo>
                    <a:pt x="262597" y="15812"/>
                  </a:lnTo>
                  <a:cubicBezTo>
                    <a:pt x="260574" y="22642"/>
                    <a:pt x="258233" y="30927"/>
                    <a:pt x="255767" y="40477"/>
                  </a:cubicBezTo>
                  <a:cubicBezTo>
                    <a:pt x="252605" y="52368"/>
                    <a:pt x="248494" y="67483"/>
                    <a:pt x="247039" y="72100"/>
                  </a:cubicBezTo>
                  <a:lnTo>
                    <a:pt x="245395" y="77413"/>
                  </a:lnTo>
                  <a:lnTo>
                    <a:pt x="239892" y="77413"/>
                  </a:lnTo>
                  <a:cubicBezTo>
                    <a:pt x="238184" y="77413"/>
                    <a:pt x="229077" y="79374"/>
                    <a:pt x="183603" y="99233"/>
                  </a:cubicBezTo>
                  <a:lnTo>
                    <a:pt x="179429" y="101067"/>
                  </a:lnTo>
                  <a:lnTo>
                    <a:pt x="175887" y="98664"/>
                  </a:lnTo>
                  <a:cubicBezTo>
                    <a:pt x="160909" y="88053"/>
                    <a:pt x="145038" y="78763"/>
                    <a:pt x="128453" y="70899"/>
                  </a:cubicBezTo>
                  <a:cubicBezTo>
                    <a:pt x="94047" y="104546"/>
                    <a:pt x="78552" y="120863"/>
                    <a:pt x="71847" y="128642"/>
                  </a:cubicBezTo>
                  <a:cubicBezTo>
                    <a:pt x="82260" y="143775"/>
                    <a:pt x="91662" y="159579"/>
                    <a:pt x="99992" y="175950"/>
                  </a:cubicBezTo>
                  <a:lnTo>
                    <a:pt x="102269" y="180188"/>
                  </a:lnTo>
                  <a:lnTo>
                    <a:pt x="99549" y="184172"/>
                  </a:lnTo>
                  <a:cubicBezTo>
                    <a:pt x="93979" y="192851"/>
                    <a:pt x="89296" y="202068"/>
                    <a:pt x="85572" y="211684"/>
                  </a:cubicBezTo>
                  <a:cubicBezTo>
                    <a:pt x="79247" y="227116"/>
                    <a:pt x="74504" y="236983"/>
                    <a:pt x="71658" y="242232"/>
                  </a:cubicBezTo>
                  <a:lnTo>
                    <a:pt x="69760" y="245711"/>
                  </a:lnTo>
                  <a:lnTo>
                    <a:pt x="65839" y="246217"/>
                  </a:lnTo>
                  <a:cubicBezTo>
                    <a:pt x="56507" y="247659"/>
                    <a:pt x="47292" y="249773"/>
                    <a:pt x="38264" y="252541"/>
                  </a:cubicBezTo>
                  <a:cubicBezTo>
                    <a:pt x="28650" y="255324"/>
                    <a:pt x="21314" y="257411"/>
                    <a:pt x="16064" y="258866"/>
                  </a:cubicBezTo>
                  <a:lnTo>
                    <a:pt x="16064" y="338999"/>
                  </a:lnTo>
                  <a:cubicBezTo>
                    <a:pt x="21820" y="340390"/>
                    <a:pt x="29536" y="342540"/>
                    <a:pt x="39529" y="345323"/>
                  </a:cubicBezTo>
                  <a:cubicBezTo>
                    <a:pt x="49083" y="348043"/>
                    <a:pt x="58800" y="350156"/>
                    <a:pt x="68622" y="351648"/>
                  </a:cubicBezTo>
                  <a:lnTo>
                    <a:pt x="74567" y="352407"/>
                  </a:lnTo>
                  <a:lnTo>
                    <a:pt x="75452" y="358352"/>
                  </a:lnTo>
                  <a:cubicBezTo>
                    <a:pt x="77200" y="368796"/>
                    <a:pt x="80327" y="378962"/>
                    <a:pt x="84750" y="388583"/>
                  </a:cubicBezTo>
                  <a:cubicBezTo>
                    <a:pt x="94679" y="410593"/>
                    <a:pt x="96893" y="416222"/>
                    <a:pt x="97399" y="418625"/>
                  </a:cubicBezTo>
                  <a:lnTo>
                    <a:pt x="98537" y="421977"/>
                  </a:lnTo>
                  <a:lnTo>
                    <a:pt x="96766" y="425076"/>
                  </a:lnTo>
                  <a:cubicBezTo>
                    <a:pt x="80259" y="453411"/>
                    <a:pt x="73555" y="466566"/>
                    <a:pt x="70836" y="472637"/>
                  </a:cubicBezTo>
                  <a:cubicBezTo>
                    <a:pt x="104672" y="506980"/>
                    <a:pt x="120420" y="521527"/>
                    <a:pt x="127757" y="527345"/>
                  </a:cubicBezTo>
                  <a:cubicBezTo>
                    <a:pt x="132627" y="524815"/>
                    <a:pt x="139584" y="521021"/>
                    <a:pt x="148628" y="515139"/>
                  </a:cubicBezTo>
                  <a:cubicBezTo>
                    <a:pt x="157902" y="509154"/>
                    <a:pt x="167888" y="504351"/>
                    <a:pt x="178354" y="500845"/>
                  </a:cubicBezTo>
                  <a:lnTo>
                    <a:pt x="181959" y="499770"/>
                  </a:lnTo>
                  <a:lnTo>
                    <a:pt x="185058" y="501857"/>
                  </a:lnTo>
                  <a:cubicBezTo>
                    <a:pt x="186196" y="502489"/>
                    <a:pt x="195240" y="506727"/>
                    <a:pt x="240019" y="526460"/>
                  </a:cubicBezTo>
                  <a:lnTo>
                    <a:pt x="243054" y="527788"/>
                  </a:lnTo>
                  <a:lnTo>
                    <a:pt x="244193" y="530887"/>
                  </a:lnTo>
                  <a:cubicBezTo>
                    <a:pt x="247661" y="540971"/>
                    <a:pt x="250512" y="551258"/>
                    <a:pt x="252731" y="561688"/>
                  </a:cubicBezTo>
                  <a:cubicBezTo>
                    <a:pt x="254324" y="569600"/>
                    <a:pt x="256437" y="577392"/>
                    <a:pt x="259056" y="585026"/>
                  </a:cubicBezTo>
                  <a:close/>
                </a:path>
              </a:pathLst>
            </a:custGeom>
            <a:grpFill/>
            <a:ln w="6271" cap="flat">
              <a:noFill/>
              <a:prstDash val="solid"/>
              <a:miter/>
            </a:ln>
          </p:spPr>
          <p:txBody>
            <a:bodyPr rtlCol="0" anchor="ctr"/>
            <a:lstStyle/>
            <a:p>
              <a:endParaRPr lang="en-US"/>
            </a:p>
          </p:txBody>
        </p:sp>
      </p:grpSp>
      <p:cxnSp>
        <p:nvCxnSpPr>
          <p:cNvPr id="1510" name="Straight Connector 1509">
            <a:extLst>
              <a:ext uri="{FF2B5EF4-FFF2-40B4-BE49-F238E27FC236}">
                <a16:creationId xmlns:a16="http://schemas.microsoft.com/office/drawing/2014/main" id="{D4153F32-B259-ACAA-5F05-ED0496D2A06B}"/>
              </a:ext>
            </a:extLst>
          </p:cNvPr>
          <p:cNvCxnSpPr>
            <a:cxnSpLocks/>
          </p:cNvCxnSpPr>
          <p:nvPr/>
        </p:nvCxnSpPr>
        <p:spPr bwMode="gray">
          <a:xfrm flipV="1">
            <a:off x="5214566" y="3391072"/>
            <a:ext cx="0" cy="514562"/>
          </a:xfrm>
          <a:prstGeom prst="line">
            <a:avLst/>
          </a:prstGeom>
          <a:ln w="25400">
            <a:solidFill>
              <a:schemeClr val="accent2"/>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1512" name="Straight Connector 1511">
            <a:extLst>
              <a:ext uri="{FF2B5EF4-FFF2-40B4-BE49-F238E27FC236}">
                <a16:creationId xmlns:a16="http://schemas.microsoft.com/office/drawing/2014/main" id="{B6237642-A2C5-EA8A-216C-64A65DB6C707}"/>
              </a:ext>
            </a:extLst>
          </p:cNvPr>
          <p:cNvCxnSpPr>
            <a:cxnSpLocks/>
          </p:cNvCxnSpPr>
          <p:nvPr/>
        </p:nvCxnSpPr>
        <p:spPr bwMode="gray">
          <a:xfrm flipV="1">
            <a:off x="4475089" y="4384643"/>
            <a:ext cx="0" cy="114239"/>
          </a:xfrm>
          <a:prstGeom prst="line">
            <a:avLst/>
          </a:prstGeom>
          <a:ln w="25400">
            <a:solidFill>
              <a:schemeClr val="accent2"/>
            </a:solidFill>
            <a:prstDash val="solid"/>
            <a:miter lim="800000"/>
            <a:tailEnd type="none"/>
          </a:ln>
        </p:spPr>
        <p:style>
          <a:lnRef idx="1">
            <a:schemeClr val="accent1"/>
          </a:lnRef>
          <a:fillRef idx="0">
            <a:schemeClr val="accent1"/>
          </a:fillRef>
          <a:effectRef idx="0">
            <a:schemeClr val="accent1"/>
          </a:effectRef>
          <a:fontRef idx="minor">
            <a:schemeClr val="tx1"/>
          </a:fontRef>
        </p:style>
      </p:cxnSp>
      <p:cxnSp>
        <p:nvCxnSpPr>
          <p:cNvPr id="1513" name="Straight Connector 1512">
            <a:extLst>
              <a:ext uri="{FF2B5EF4-FFF2-40B4-BE49-F238E27FC236}">
                <a16:creationId xmlns:a16="http://schemas.microsoft.com/office/drawing/2014/main" id="{21D23A7F-9161-43C5-D5F6-7AC1CA0BCD35}"/>
              </a:ext>
            </a:extLst>
          </p:cNvPr>
          <p:cNvCxnSpPr>
            <a:cxnSpLocks/>
          </p:cNvCxnSpPr>
          <p:nvPr/>
        </p:nvCxnSpPr>
        <p:spPr bwMode="gray">
          <a:xfrm flipV="1">
            <a:off x="2461461" y="4384643"/>
            <a:ext cx="0" cy="114239"/>
          </a:xfrm>
          <a:prstGeom prst="line">
            <a:avLst/>
          </a:prstGeom>
          <a:ln w="25400">
            <a:solidFill>
              <a:schemeClr val="accent2"/>
            </a:solidFill>
            <a:prstDash val="solid"/>
            <a:miter lim="800000"/>
            <a:tailEnd type="none"/>
          </a:ln>
        </p:spPr>
        <p:style>
          <a:lnRef idx="1">
            <a:schemeClr val="accent1"/>
          </a:lnRef>
          <a:fillRef idx="0">
            <a:schemeClr val="accent1"/>
          </a:fillRef>
          <a:effectRef idx="0">
            <a:schemeClr val="accent1"/>
          </a:effectRef>
          <a:fontRef idx="minor">
            <a:schemeClr val="tx1"/>
          </a:fontRef>
        </p:style>
      </p:cxnSp>
      <p:cxnSp>
        <p:nvCxnSpPr>
          <p:cNvPr id="1514" name="Straight Connector 1513">
            <a:extLst>
              <a:ext uri="{FF2B5EF4-FFF2-40B4-BE49-F238E27FC236}">
                <a16:creationId xmlns:a16="http://schemas.microsoft.com/office/drawing/2014/main" id="{4F3504A9-F0AD-00FE-68D7-5A260AA302AA}"/>
              </a:ext>
            </a:extLst>
          </p:cNvPr>
          <p:cNvCxnSpPr>
            <a:cxnSpLocks/>
          </p:cNvCxnSpPr>
          <p:nvPr/>
        </p:nvCxnSpPr>
        <p:spPr bwMode="gray">
          <a:xfrm flipV="1">
            <a:off x="4475089" y="4274322"/>
            <a:ext cx="0" cy="107146"/>
          </a:xfrm>
          <a:prstGeom prst="line">
            <a:avLst/>
          </a:prstGeom>
          <a:ln w="25400">
            <a:solidFill>
              <a:schemeClr val="accent2"/>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515" name="Rectangle 1514">
            <a:extLst>
              <a:ext uri="{FF2B5EF4-FFF2-40B4-BE49-F238E27FC236}">
                <a16:creationId xmlns:a16="http://schemas.microsoft.com/office/drawing/2014/main" id="{3C696F3F-2C32-E75D-D7EB-D0D8E93B0E60}"/>
              </a:ext>
            </a:extLst>
          </p:cNvPr>
          <p:cNvSpPr/>
          <p:nvPr/>
        </p:nvSpPr>
        <p:spPr>
          <a:xfrm>
            <a:off x="1002939" y="5935959"/>
            <a:ext cx="857378" cy="184666"/>
          </a:xfrm>
          <a:prstGeom prst="rect">
            <a:avLst/>
          </a:prstGeom>
          <a:noFill/>
          <a:ln>
            <a:noFill/>
          </a:ln>
        </p:spPr>
        <p:txBody>
          <a:bodyPr wrap="square" lIns="0" tIns="0" rIns="0" bIns="0">
            <a:spAutoFit/>
          </a:bodyPr>
          <a:lstStyle/>
          <a:p>
            <a:pPr algn="ctr"/>
            <a:r>
              <a:rPr lang="en-US" sz="1200" dirty="0">
                <a:solidFill>
                  <a:schemeClr val="tx2"/>
                </a:solidFill>
              </a:rPr>
              <a:t>Object</a:t>
            </a:r>
          </a:p>
        </p:txBody>
      </p:sp>
      <p:sp>
        <p:nvSpPr>
          <p:cNvPr id="1516" name="Rectangle 1515">
            <a:extLst>
              <a:ext uri="{FF2B5EF4-FFF2-40B4-BE49-F238E27FC236}">
                <a16:creationId xmlns:a16="http://schemas.microsoft.com/office/drawing/2014/main" id="{5F999D6E-CAA7-D9FE-4D37-5410DC80AD86}"/>
              </a:ext>
            </a:extLst>
          </p:cNvPr>
          <p:cNvSpPr/>
          <p:nvPr/>
        </p:nvSpPr>
        <p:spPr bwMode="auto">
          <a:xfrm>
            <a:off x="4357731" y="5760647"/>
            <a:ext cx="230962" cy="222405"/>
          </a:xfrm>
          <a:prstGeom prst="rect">
            <a:avLst/>
          </a:prstGeom>
          <a:solidFill>
            <a:schemeClr val="bg1"/>
          </a:solidFill>
          <a:ln w="15875">
            <a:solidFill>
              <a:schemeClr val="accent3"/>
            </a:solidFill>
            <a:prstDash val="soli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algn="ctr"/>
            <a:r>
              <a:rPr lang="en-US" sz="900">
                <a:solidFill>
                  <a:schemeClr val="accent3"/>
                </a:solidFill>
              </a:rPr>
              <a:t>C</a:t>
            </a:r>
          </a:p>
        </p:txBody>
      </p:sp>
      <p:sp>
        <p:nvSpPr>
          <p:cNvPr id="1517" name="Rectangle 1516">
            <a:extLst>
              <a:ext uri="{FF2B5EF4-FFF2-40B4-BE49-F238E27FC236}">
                <a16:creationId xmlns:a16="http://schemas.microsoft.com/office/drawing/2014/main" id="{6FBDC641-057A-10E8-8C47-D030418BE7AF}"/>
              </a:ext>
            </a:extLst>
          </p:cNvPr>
          <p:cNvSpPr/>
          <p:nvPr/>
        </p:nvSpPr>
        <p:spPr bwMode="auto">
          <a:xfrm>
            <a:off x="2345982" y="5760647"/>
            <a:ext cx="230962" cy="222405"/>
          </a:xfrm>
          <a:prstGeom prst="rect">
            <a:avLst/>
          </a:prstGeom>
          <a:solidFill>
            <a:schemeClr val="bg1"/>
          </a:solidFill>
          <a:ln w="15875">
            <a:solidFill>
              <a:schemeClr val="accent3"/>
            </a:solidFill>
            <a:prstDash val="soli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algn="ctr"/>
            <a:r>
              <a:rPr lang="en-US" sz="900">
                <a:solidFill>
                  <a:schemeClr val="accent3"/>
                </a:solidFill>
              </a:rPr>
              <a:t>C</a:t>
            </a:r>
          </a:p>
        </p:txBody>
      </p:sp>
      <p:grpSp>
        <p:nvGrpSpPr>
          <p:cNvPr id="1518" name="Group 1517">
            <a:extLst>
              <a:ext uri="{FF2B5EF4-FFF2-40B4-BE49-F238E27FC236}">
                <a16:creationId xmlns:a16="http://schemas.microsoft.com/office/drawing/2014/main" id="{35E49652-5CA7-683D-4601-3AEEB7AB7CCA}"/>
              </a:ext>
            </a:extLst>
          </p:cNvPr>
          <p:cNvGrpSpPr/>
          <p:nvPr/>
        </p:nvGrpSpPr>
        <p:grpSpPr>
          <a:xfrm>
            <a:off x="4090941" y="5027385"/>
            <a:ext cx="764542" cy="245782"/>
            <a:chOff x="2828473" y="4238032"/>
            <a:chExt cx="620264" cy="199400"/>
          </a:xfrm>
          <a:solidFill>
            <a:schemeClr val="accent3"/>
          </a:solidFill>
        </p:grpSpPr>
        <p:pic>
          <p:nvPicPr>
            <p:cNvPr id="1519" name="Graphic 1518">
              <a:extLst>
                <a:ext uri="{FF2B5EF4-FFF2-40B4-BE49-F238E27FC236}">
                  <a16:creationId xmlns:a16="http://schemas.microsoft.com/office/drawing/2014/main" id="{AFCA6BDB-285C-241F-4A1F-E0186F7500A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249337" y="4238032"/>
              <a:ext cx="199400" cy="199400"/>
            </a:xfrm>
            <a:prstGeom prst="rect">
              <a:avLst/>
            </a:prstGeom>
          </p:spPr>
        </p:pic>
        <p:pic>
          <p:nvPicPr>
            <p:cNvPr id="1520" name="Graphic 1519">
              <a:extLst>
                <a:ext uri="{FF2B5EF4-FFF2-40B4-BE49-F238E27FC236}">
                  <a16:creationId xmlns:a16="http://schemas.microsoft.com/office/drawing/2014/main" id="{E757265C-7790-E924-0A92-52C2871D98C5}"/>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828473" y="4238032"/>
              <a:ext cx="199400" cy="199400"/>
            </a:xfrm>
            <a:prstGeom prst="rect">
              <a:avLst/>
            </a:prstGeom>
          </p:spPr>
        </p:pic>
      </p:grpSp>
      <p:sp>
        <p:nvSpPr>
          <p:cNvPr id="1521" name="Rectangle 1520">
            <a:extLst>
              <a:ext uri="{FF2B5EF4-FFF2-40B4-BE49-F238E27FC236}">
                <a16:creationId xmlns:a16="http://schemas.microsoft.com/office/drawing/2014/main" id="{D129F140-0A10-3E86-B371-FAE1CCA72DF0}"/>
              </a:ext>
            </a:extLst>
          </p:cNvPr>
          <p:cNvSpPr/>
          <p:nvPr/>
        </p:nvSpPr>
        <p:spPr>
          <a:xfrm>
            <a:off x="5489900" y="3055214"/>
            <a:ext cx="1729480" cy="249229"/>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522" name="Rectangle 1521">
            <a:extLst>
              <a:ext uri="{FF2B5EF4-FFF2-40B4-BE49-F238E27FC236}">
                <a16:creationId xmlns:a16="http://schemas.microsoft.com/office/drawing/2014/main" id="{7AF0687D-8540-576C-D0B8-512E14A9D558}"/>
              </a:ext>
            </a:extLst>
          </p:cNvPr>
          <p:cNvSpPr/>
          <p:nvPr/>
        </p:nvSpPr>
        <p:spPr>
          <a:xfrm>
            <a:off x="5489900" y="3055215"/>
            <a:ext cx="216185" cy="245831"/>
          </a:xfrm>
          <a:prstGeom prst="rect">
            <a:avLst/>
          </a:prstGeom>
          <a:solidFill>
            <a:schemeClr val="accent2"/>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US" sz="1000" dirty="0">
                <a:solidFill>
                  <a:schemeClr val="bg1"/>
                </a:solidFill>
              </a:rPr>
              <a:t>s</a:t>
            </a:r>
          </a:p>
        </p:txBody>
      </p:sp>
      <p:sp>
        <p:nvSpPr>
          <p:cNvPr id="1523" name="Rectangle 1522">
            <a:extLst>
              <a:ext uri="{FF2B5EF4-FFF2-40B4-BE49-F238E27FC236}">
                <a16:creationId xmlns:a16="http://schemas.microsoft.com/office/drawing/2014/main" id="{BEEC47EA-9E74-78AC-B07E-675C909C9180}"/>
              </a:ext>
            </a:extLst>
          </p:cNvPr>
          <p:cNvSpPr/>
          <p:nvPr/>
        </p:nvSpPr>
        <p:spPr>
          <a:xfrm>
            <a:off x="5706085" y="3055215"/>
            <a:ext cx="216185" cy="245831"/>
          </a:xfrm>
          <a:prstGeom prst="rect">
            <a:avLst/>
          </a:prstGeom>
          <a:solidFill>
            <a:schemeClr val="accent2"/>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US" sz="1000">
                <a:solidFill>
                  <a:schemeClr val="bg1"/>
                </a:solidFill>
              </a:rPr>
              <a:t>s</a:t>
            </a:r>
          </a:p>
        </p:txBody>
      </p:sp>
      <p:sp>
        <p:nvSpPr>
          <p:cNvPr id="1524" name="Rectangle 1523">
            <a:extLst>
              <a:ext uri="{FF2B5EF4-FFF2-40B4-BE49-F238E27FC236}">
                <a16:creationId xmlns:a16="http://schemas.microsoft.com/office/drawing/2014/main" id="{86DC0064-8EB1-E9AE-E009-C18FDFA57251}"/>
              </a:ext>
            </a:extLst>
          </p:cNvPr>
          <p:cNvSpPr/>
          <p:nvPr/>
        </p:nvSpPr>
        <p:spPr>
          <a:xfrm>
            <a:off x="5922270" y="3055215"/>
            <a:ext cx="216185" cy="245831"/>
          </a:xfrm>
          <a:prstGeom prst="rect">
            <a:avLst/>
          </a:prstGeom>
          <a:solidFill>
            <a:schemeClr val="accent2"/>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US" sz="1000">
                <a:solidFill>
                  <a:schemeClr val="bg1"/>
                </a:solidFill>
              </a:rPr>
              <a:t>s</a:t>
            </a:r>
          </a:p>
        </p:txBody>
      </p:sp>
      <p:sp>
        <p:nvSpPr>
          <p:cNvPr id="1525" name="Rectangle 1524">
            <a:extLst>
              <a:ext uri="{FF2B5EF4-FFF2-40B4-BE49-F238E27FC236}">
                <a16:creationId xmlns:a16="http://schemas.microsoft.com/office/drawing/2014/main" id="{AC66277B-B6A2-C149-2025-B709BD892E61}"/>
              </a:ext>
            </a:extLst>
          </p:cNvPr>
          <p:cNvSpPr/>
          <p:nvPr/>
        </p:nvSpPr>
        <p:spPr>
          <a:xfrm>
            <a:off x="6138455" y="3055215"/>
            <a:ext cx="216185" cy="245831"/>
          </a:xfrm>
          <a:prstGeom prst="rect">
            <a:avLst/>
          </a:prstGeom>
          <a:solidFill>
            <a:schemeClr val="accent2"/>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US" sz="1000" dirty="0">
                <a:solidFill>
                  <a:schemeClr val="bg1"/>
                </a:solidFill>
              </a:rPr>
              <a:t>s</a:t>
            </a:r>
          </a:p>
        </p:txBody>
      </p:sp>
      <p:sp>
        <p:nvSpPr>
          <p:cNvPr id="1526" name="Rectangle 1525">
            <a:extLst>
              <a:ext uri="{FF2B5EF4-FFF2-40B4-BE49-F238E27FC236}">
                <a16:creationId xmlns:a16="http://schemas.microsoft.com/office/drawing/2014/main" id="{46861A0A-6FB6-D6CB-6419-60B21E82BFA2}"/>
              </a:ext>
            </a:extLst>
          </p:cNvPr>
          <p:cNvSpPr/>
          <p:nvPr/>
        </p:nvSpPr>
        <p:spPr>
          <a:xfrm>
            <a:off x="6354641" y="3055215"/>
            <a:ext cx="216185" cy="245831"/>
          </a:xfrm>
          <a:prstGeom prst="rect">
            <a:avLst/>
          </a:prstGeom>
          <a:solidFill>
            <a:schemeClr val="accent2"/>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US" sz="1000">
                <a:solidFill>
                  <a:schemeClr val="bg1"/>
                </a:solidFill>
              </a:rPr>
              <a:t>s</a:t>
            </a:r>
          </a:p>
        </p:txBody>
      </p:sp>
      <p:sp>
        <p:nvSpPr>
          <p:cNvPr id="1527" name="Rectangle 1526">
            <a:extLst>
              <a:ext uri="{FF2B5EF4-FFF2-40B4-BE49-F238E27FC236}">
                <a16:creationId xmlns:a16="http://schemas.microsoft.com/office/drawing/2014/main" id="{5122F50E-F1E5-D2F9-024E-B80B6700F0C4}"/>
              </a:ext>
            </a:extLst>
          </p:cNvPr>
          <p:cNvSpPr/>
          <p:nvPr/>
        </p:nvSpPr>
        <p:spPr>
          <a:xfrm>
            <a:off x="6570826" y="3055215"/>
            <a:ext cx="216185" cy="245831"/>
          </a:xfrm>
          <a:prstGeom prst="rect">
            <a:avLst/>
          </a:prstGeom>
          <a:solidFill>
            <a:schemeClr val="accent2"/>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US" sz="1000">
                <a:solidFill>
                  <a:schemeClr val="bg1"/>
                </a:solidFill>
              </a:rPr>
              <a:t>s</a:t>
            </a:r>
          </a:p>
        </p:txBody>
      </p:sp>
      <p:sp>
        <p:nvSpPr>
          <p:cNvPr id="1528" name="Rectangle 1527">
            <a:extLst>
              <a:ext uri="{FF2B5EF4-FFF2-40B4-BE49-F238E27FC236}">
                <a16:creationId xmlns:a16="http://schemas.microsoft.com/office/drawing/2014/main" id="{1EA6F53C-0978-C8A3-7DC3-F0DEFEAE8D40}"/>
              </a:ext>
            </a:extLst>
          </p:cNvPr>
          <p:cNvSpPr/>
          <p:nvPr/>
        </p:nvSpPr>
        <p:spPr>
          <a:xfrm>
            <a:off x="6787011" y="3055215"/>
            <a:ext cx="216185" cy="245831"/>
          </a:xfrm>
          <a:prstGeom prst="rect">
            <a:avLst/>
          </a:prstGeom>
          <a:solidFill>
            <a:schemeClr val="accent2"/>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US" sz="1000">
                <a:solidFill>
                  <a:schemeClr val="bg1"/>
                </a:solidFill>
              </a:rPr>
              <a:t>s</a:t>
            </a:r>
          </a:p>
        </p:txBody>
      </p:sp>
      <p:sp>
        <p:nvSpPr>
          <p:cNvPr id="1529" name="Rectangle 1528">
            <a:extLst>
              <a:ext uri="{FF2B5EF4-FFF2-40B4-BE49-F238E27FC236}">
                <a16:creationId xmlns:a16="http://schemas.microsoft.com/office/drawing/2014/main" id="{7C3A8618-B6DB-77AE-252E-345016EB2E49}"/>
              </a:ext>
            </a:extLst>
          </p:cNvPr>
          <p:cNvSpPr/>
          <p:nvPr/>
        </p:nvSpPr>
        <p:spPr>
          <a:xfrm>
            <a:off x="7003196" y="3055215"/>
            <a:ext cx="216185" cy="245831"/>
          </a:xfrm>
          <a:prstGeom prst="rect">
            <a:avLst/>
          </a:prstGeom>
          <a:solidFill>
            <a:schemeClr val="accent2"/>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US" sz="1000">
                <a:solidFill>
                  <a:schemeClr val="bg1"/>
                </a:solidFill>
              </a:rPr>
              <a:t>s</a:t>
            </a:r>
          </a:p>
        </p:txBody>
      </p:sp>
      <p:cxnSp>
        <p:nvCxnSpPr>
          <p:cNvPr id="1530" name="Straight Connector 1529">
            <a:extLst>
              <a:ext uri="{FF2B5EF4-FFF2-40B4-BE49-F238E27FC236}">
                <a16:creationId xmlns:a16="http://schemas.microsoft.com/office/drawing/2014/main" id="{EA473B7F-1748-CC44-7B42-5ECBF623C439}"/>
              </a:ext>
            </a:extLst>
          </p:cNvPr>
          <p:cNvCxnSpPr>
            <a:cxnSpLocks/>
          </p:cNvCxnSpPr>
          <p:nvPr/>
        </p:nvCxnSpPr>
        <p:spPr bwMode="gray">
          <a:xfrm>
            <a:off x="4475090" y="3391072"/>
            <a:ext cx="0" cy="359347"/>
          </a:xfrm>
          <a:prstGeom prst="line">
            <a:avLst/>
          </a:prstGeom>
          <a:ln w="2540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grpSp>
        <p:nvGrpSpPr>
          <p:cNvPr id="1531" name="Picture Placeholder 108" descr="Compression&#10;">
            <a:extLst>
              <a:ext uri="{FF2B5EF4-FFF2-40B4-BE49-F238E27FC236}">
                <a16:creationId xmlns:a16="http://schemas.microsoft.com/office/drawing/2014/main" id="{CB6E4C79-E86E-8671-F258-A1CB2C772CBA}"/>
              </a:ext>
            </a:extLst>
          </p:cNvPr>
          <p:cNvGrpSpPr/>
          <p:nvPr/>
        </p:nvGrpSpPr>
        <p:grpSpPr>
          <a:xfrm>
            <a:off x="5505528" y="2684051"/>
            <a:ext cx="365091" cy="314048"/>
            <a:chOff x="9765919" y="4464462"/>
            <a:chExt cx="592615" cy="509762"/>
          </a:xfrm>
          <a:solidFill>
            <a:schemeClr val="accent2"/>
          </a:solidFill>
        </p:grpSpPr>
        <p:sp>
          <p:nvSpPr>
            <p:cNvPr id="1532" name="Picture Placeholder 108">
              <a:extLst>
                <a:ext uri="{FF2B5EF4-FFF2-40B4-BE49-F238E27FC236}">
                  <a16:creationId xmlns:a16="http://schemas.microsoft.com/office/drawing/2014/main" id="{7D882377-D31F-3FA6-F98D-BB41836CE5BB}"/>
                </a:ext>
              </a:extLst>
            </p:cNvPr>
            <p:cNvSpPr/>
            <p:nvPr/>
          </p:nvSpPr>
          <p:spPr>
            <a:xfrm>
              <a:off x="10223820" y="4535298"/>
              <a:ext cx="6324" cy="149260"/>
            </a:xfrm>
            <a:custGeom>
              <a:avLst/>
              <a:gdLst>
                <a:gd name="connsiteX0" fmla="*/ 0 w 6324"/>
                <a:gd name="connsiteY0" fmla="*/ 0 h 149260"/>
                <a:gd name="connsiteX1" fmla="*/ 0 w 6324"/>
                <a:gd name="connsiteY1" fmla="*/ 149261 h 149260"/>
              </a:gdLst>
              <a:ahLst/>
              <a:cxnLst>
                <a:cxn ang="0">
                  <a:pos x="connsiteX0" y="connsiteY0"/>
                </a:cxn>
                <a:cxn ang="0">
                  <a:pos x="connsiteX1" y="connsiteY1"/>
                </a:cxn>
              </a:cxnLst>
              <a:rect l="l" t="t" r="r" b="b"/>
              <a:pathLst>
                <a:path w="6324" h="149260">
                  <a:moveTo>
                    <a:pt x="0" y="0"/>
                  </a:moveTo>
                  <a:lnTo>
                    <a:pt x="0" y="149261"/>
                  </a:lnTo>
                </a:path>
              </a:pathLst>
            </a:custGeom>
            <a:grpFill/>
            <a:ln w="6271" cap="flat">
              <a:noFill/>
              <a:prstDash val="solid"/>
              <a:miter/>
            </a:ln>
          </p:spPr>
          <p:txBody>
            <a:bodyPr rtlCol="0" anchor="ctr"/>
            <a:lstStyle/>
            <a:p>
              <a:endParaRPr lang="en-US"/>
            </a:p>
          </p:txBody>
        </p:sp>
        <p:grpSp>
          <p:nvGrpSpPr>
            <p:cNvPr id="1533" name="Picture Placeholder 108">
              <a:extLst>
                <a:ext uri="{FF2B5EF4-FFF2-40B4-BE49-F238E27FC236}">
                  <a16:creationId xmlns:a16="http://schemas.microsoft.com/office/drawing/2014/main" id="{B9CD5FA4-90BE-D30D-AA42-648C195E6C7A}"/>
                </a:ext>
              </a:extLst>
            </p:cNvPr>
            <p:cNvGrpSpPr/>
            <p:nvPr/>
          </p:nvGrpSpPr>
          <p:grpSpPr>
            <a:xfrm>
              <a:off x="10193462" y="4535298"/>
              <a:ext cx="60083" cy="149260"/>
              <a:chOff x="10193462" y="4535298"/>
              <a:chExt cx="60083" cy="149260"/>
            </a:xfrm>
            <a:grpFill/>
          </p:grpSpPr>
          <p:sp>
            <p:nvSpPr>
              <p:cNvPr id="1549" name="Picture Placeholder 108">
                <a:extLst>
                  <a:ext uri="{FF2B5EF4-FFF2-40B4-BE49-F238E27FC236}">
                    <a16:creationId xmlns:a16="http://schemas.microsoft.com/office/drawing/2014/main" id="{912C0D4A-F549-99DE-9F5F-77CDC1ACB781}"/>
                  </a:ext>
                </a:extLst>
              </p:cNvPr>
              <p:cNvSpPr/>
              <p:nvPr/>
            </p:nvSpPr>
            <p:spPr>
              <a:xfrm>
                <a:off x="10215598" y="4535298"/>
                <a:ext cx="15811" cy="106253"/>
              </a:xfrm>
              <a:custGeom>
                <a:avLst/>
                <a:gdLst>
                  <a:gd name="connsiteX0" fmla="*/ 0 w 15811"/>
                  <a:gd name="connsiteY0" fmla="*/ 0 h 106253"/>
                  <a:gd name="connsiteX1" fmla="*/ 15811 w 15811"/>
                  <a:gd name="connsiteY1" fmla="*/ 0 h 106253"/>
                  <a:gd name="connsiteX2" fmla="*/ 15811 w 15811"/>
                  <a:gd name="connsiteY2" fmla="*/ 106253 h 106253"/>
                  <a:gd name="connsiteX3" fmla="*/ 0 w 15811"/>
                  <a:gd name="connsiteY3" fmla="*/ 106253 h 106253"/>
                </a:gdLst>
                <a:ahLst/>
                <a:cxnLst>
                  <a:cxn ang="0">
                    <a:pos x="connsiteX0" y="connsiteY0"/>
                  </a:cxn>
                  <a:cxn ang="0">
                    <a:pos x="connsiteX1" y="connsiteY1"/>
                  </a:cxn>
                  <a:cxn ang="0">
                    <a:pos x="connsiteX2" y="connsiteY2"/>
                  </a:cxn>
                  <a:cxn ang="0">
                    <a:pos x="connsiteX3" y="connsiteY3"/>
                  </a:cxn>
                </a:cxnLst>
                <a:rect l="l" t="t" r="r" b="b"/>
                <a:pathLst>
                  <a:path w="15811" h="106253">
                    <a:moveTo>
                      <a:pt x="0" y="0"/>
                    </a:moveTo>
                    <a:lnTo>
                      <a:pt x="15811" y="0"/>
                    </a:lnTo>
                    <a:lnTo>
                      <a:pt x="15811" y="106253"/>
                    </a:lnTo>
                    <a:lnTo>
                      <a:pt x="0" y="106253"/>
                    </a:lnTo>
                    <a:close/>
                  </a:path>
                </a:pathLst>
              </a:custGeom>
              <a:grpFill/>
              <a:ln w="6271" cap="flat">
                <a:noFill/>
                <a:prstDash val="solid"/>
                <a:miter/>
              </a:ln>
            </p:spPr>
            <p:txBody>
              <a:bodyPr rtlCol="0" anchor="ctr"/>
              <a:lstStyle/>
              <a:p>
                <a:endParaRPr lang="en-US"/>
              </a:p>
            </p:txBody>
          </p:sp>
          <p:sp>
            <p:nvSpPr>
              <p:cNvPr id="1550" name="Picture Placeholder 108">
                <a:extLst>
                  <a:ext uri="{FF2B5EF4-FFF2-40B4-BE49-F238E27FC236}">
                    <a16:creationId xmlns:a16="http://schemas.microsoft.com/office/drawing/2014/main" id="{9DBB4C1C-3B00-5D3F-380A-85F523E9E73E}"/>
                  </a:ext>
                </a:extLst>
              </p:cNvPr>
              <p:cNvSpPr/>
              <p:nvPr/>
            </p:nvSpPr>
            <p:spPr>
              <a:xfrm>
                <a:off x="10193462" y="4632697"/>
                <a:ext cx="60083" cy="51861"/>
              </a:xfrm>
              <a:custGeom>
                <a:avLst/>
                <a:gdLst>
                  <a:gd name="connsiteX0" fmla="*/ 0 w 60083"/>
                  <a:gd name="connsiteY0" fmla="*/ 0 h 51861"/>
                  <a:gd name="connsiteX1" fmla="*/ 30358 w 60083"/>
                  <a:gd name="connsiteY1" fmla="*/ 51862 h 51861"/>
                  <a:gd name="connsiteX2" fmla="*/ 60084 w 60083"/>
                  <a:gd name="connsiteY2" fmla="*/ 0 h 51861"/>
                </a:gdLst>
                <a:ahLst/>
                <a:cxnLst>
                  <a:cxn ang="0">
                    <a:pos x="connsiteX0" y="connsiteY0"/>
                  </a:cxn>
                  <a:cxn ang="0">
                    <a:pos x="connsiteX1" y="connsiteY1"/>
                  </a:cxn>
                  <a:cxn ang="0">
                    <a:pos x="connsiteX2" y="connsiteY2"/>
                  </a:cxn>
                </a:cxnLst>
                <a:rect l="l" t="t" r="r" b="b"/>
                <a:pathLst>
                  <a:path w="60083" h="51861">
                    <a:moveTo>
                      <a:pt x="0" y="0"/>
                    </a:moveTo>
                    <a:lnTo>
                      <a:pt x="30358" y="51862"/>
                    </a:lnTo>
                    <a:lnTo>
                      <a:pt x="60084" y="0"/>
                    </a:lnTo>
                    <a:close/>
                  </a:path>
                </a:pathLst>
              </a:custGeom>
              <a:grpFill/>
              <a:ln w="6271" cap="flat">
                <a:noFill/>
                <a:prstDash val="solid"/>
                <a:miter/>
              </a:ln>
            </p:spPr>
            <p:txBody>
              <a:bodyPr rtlCol="0" anchor="ctr"/>
              <a:lstStyle/>
              <a:p>
                <a:endParaRPr lang="en-US"/>
              </a:p>
            </p:txBody>
          </p:sp>
        </p:grpSp>
        <p:grpSp>
          <p:nvGrpSpPr>
            <p:cNvPr id="1534" name="Picture Placeholder 108">
              <a:extLst>
                <a:ext uri="{FF2B5EF4-FFF2-40B4-BE49-F238E27FC236}">
                  <a16:creationId xmlns:a16="http://schemas.microsoft.com/office/drawing/2014/main" id="{E064DB07-957E-C65F-0401-6B50EF51657E}"/>
                </a:ext>
              </a:extLst>
            </p:cNvPr>
            <p:cNvGrpSpPr/>
            <p:nvPr/>
          </p:nvGrpSpPr>
          <p:grpSpPr>
            <a:xfrm>
              <a:off x="9765919" y="4464462"/>
              <a:ext cx="277017" cy="509762"/>
              <a:chOff x="9765919" y="4464462"/>
              <a:chExt cx="277017" cy="509762"/>
            </a:xfrm>
            <a:grpFill/>
          </p:grpSpPr>
          <p:grpSp>
            <p:nvGrpSpPr>
              <p:cNvPr id="1541" name="Picture Placeholder 108">
                <a:extLst>
                  <a:ext uri="{FF2B5EF4-FFF2-40B4-BE49-F238E27FC236}">
                    <a16:creationId xmlns:a16="http://schemas.microsoft.com/office/drawing/2014/main" id="{9308B4C5-7D28-BCD0-00A9-ACB260853DF6}"/>
                  </a:ext>
                </a:extLst>
              </p:cNvPr>
              <p:cNvGrpSpPr/>
              <p:nvPr/>
            </p:nvGrpSpPr>
            <p:grpSpPr>
              <a:xfrm>
                <a:off x="9765919" y="4464462"/>
                <a:ext cx="277017" cy="509762"/>
                <a:chOff x="9765919" y="4464462"/>
                <a:chExt cx="277017" cy="509762"/>
              </a:xfrm>
              <a:grpFill/>
            </p:grpSpPr>
            <p:sp>
              <p:nvSpPr>
                <p:cNvPr id="1543" name="Picture Placeholder 108">
                  <a:extLst>
                    <a:ext uri="{FF2B5EF4-FFF2-40B4-BE49-F238E27FC236}">
                      <a16:creationId xmlns:a16="http://schemas.microsoft.com/office/drawing/2014/main" id="{5D680F4C-26DE-59E9-4DE1-DA247452836E}"/>
                    </a:ext>
                  </a:extLst>
                </p:cNvPr>
                <p:cNvSpPr/>
                <p:nvPr/>
              </p:nvSpPr>
              <p:spPr>
                <a:xfrm>
                  <a:off x="9765919" y="4464462"/>
                  <a:ext cx="277017" cy="88544"/>
                </a:xfrm>
                <a:custGeom>
                  <a:avLst/>
                  <a:gdLst>
                    <a:gd name="connsiteX0" fmla="*/ 138509 w 277017"/>
                    <a:gd name="connsiteY0" fmla="*/ 88544 h 88544"/>
                    <a:gd name="connsiteX1" fmla="*/ 0 w 277017"/>
                    <a:gd name="connsiteY1" fmla="*/ 44272 h 88544"/>
                    <a:gd name="connsiteX2" fmla="*/ 138509 w 277017"/>
                    <a:gd name="connsiteY2" fmla="*/ 0 h 88544"/>
                    <a:gd name="connsiteX3" fmla="*/ 277017 w 277017"/>
                    <a:gd name="connsiteY3" fmla="*/ 44272 h 88544"/>
                    <a:gd name="connsiteX4" fmla="*/ 138509 w 277017"/>
                    <a:gd name="connsiteY4" fmla="*/ 88544 h 88544"/>
                    <a:gd name="connsiteX5" fmla="*/ 138509 w 277017"/>
                    <a:gd name="connsiteY5" fmla="*/ 19606 h 88544"/>
                    <a:gd name="connsiteX6" fmla="*/ 18974 w 277017"/>
                    <a:gd name="connsiteY6" fmla="*/ 44905 h 88544"/>
                    <a:gd name="connsiteX7" fmla="*/ 138509 w 277017"/>
                    <a:gd name="connsiteY7" fmla="*/ 70203 h 88544"/>
                    <a:gd name="connsiteX8" fmla="*/ 258044 w 277017"/>
                    <a:gd name="connsiteY8" fmla="*/ 44905 h 88544"/>
                    <a:gd name="connsiteX9" fmla="*/ 138509 w 277017"/>
                    <a:gd name="connsiteY9" fmla="*/ 19606 h 8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7017" h="88544">
                      <a:moveTo>
                        <a:pt x="138509" y="88544"/>
                      </a:moveTo>
                      <a:cubicBezTo>
                        <a:pt x="72100" y="88544"/>
                        <a:pt x="0" y="74630"/>
                        <a:pt x="0" y="44272"/>
                      </a:cubicBezTo>
                      <a:cubicBezTo>
                        <a:pt x="0" y="13914"/>
                        <a:pt x="71468" y="0"/>
                        <a:pt x="138509" y="0"/>
                      </a:cubicBezTo>
                      <a:cubicBezTo>
                        <a:pt x="205550" y="0"/>
                        <a:pt x="277017" y="13914"/>
                        <a:pt x="277017" y="44272"/>
                      </a:cubicBezTo>
                      <a:cubicBezTo>
                        <a:pt x="276385" y="74630"/>
                        <a:pt x="204917" y="88544"/>
                        <a:pt x="138509" y="88544"/>
                      </a:cubicBezTo>
                      <a:close/>
                      <a:moveTo>
                        <a:pt x="138509" y="19606"/>
                      </a:moveTo>
                      <a:cubicBezTo>
                        <a:pt x="61349" y="19606"/>
                        <a:pt x="19606" y="37315"/>
                        <a:pt x="18974" y="44905"/>
                      </a:cubicBezTo>
                      <a:cubicBezTo>
                        <a:pt x="19606" y="52494"/>
                        <a:pt x="60716" y="70203"/>
                        <a:pt x="138509" y="70203"/>
                      </a:cubicBezTo>
                      <a:cubicBezTo>
                        <a:pt x="215669" y="70203"/>
                        <a:pt x="257411" y="52494"/>
                        <a:pt x="258044" y="44905"/>
                      </a:cubicBezTo>
                      <a:cubicBezTo>
                        <a:pt x="256779" y="36683"/>
                        <a:pt x="215669" y="19606"/>
                        <a:pt x="138509" y="19606"/>
                      </a:cubicBezTo>
                      <a:close/>
                    </a:path>
                  </a:pathLst>
                </a:custGeom>
                <a:grpFill/>
                <a:ln w="6271" cap="flat">
                  <a:noFill/>
                  <a:prstDash val="solid"/>
                  <a:miter/>
                </a:ln>
              </p:spPr>
              <p:txBody>
                <a:bodyPr rtlCol="0" anchor="ctr"/>
                <a:lstStyle/>
                <a:p>
                  <a:endParaRPr lang="en-US"/>
                </a:p>
              </p:txBody>
            </p:sp>
            <p:sp>
              <p:nvSpPr>
                <p:cNvPr id="1544" name="Picture Placeholder 108">
                  <a:extLst>
                    <a:ext uri="{FF2B5EF4-FFF2-40B4-BE49-F238E27FC236}">
                      <a16:creationId xmlns:a16="http://schemas.microsoft.com/office/drawing/2014/main" id="{97100FEC-A93B-3209-1DD4-55DF4087053D}"/>
                    </a:ext>
                  </a:extLst>
                </p:cNvPr>
                <p:cNvSpPr/>
                <p:nvPr/>
              </p:nvSpPr>
              <p:spPr>
                <a:xfrm>
                  <a:off x="9765919" y="4546050"/>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a:p>
              </p:txBody>
            </p:sp>
            <p:sp>
              <p:nvSpPr>
                <p:cNvPr id="1545" name="Picture Placeholder 108">
                  <a:extLst>
                    <a:ext uri="{FF2B5EF4-FFF2-40B4-BE49-F238E27FC236}">
                      <a16:creationId xmlns:a16="http://schemas.microsoft.com/office/drawing/2014/main" id="{DA4FF778-A116-CA99-82D2-EF89A4E598BD}"/>
                    </a:ext>
                  </a:extLst>
                </p:cNvPr>
                <p:cNvSpPr/>
                <p:nvPr/>
              </p:nvSpPr>
              <p:spPr>
                <a:xfrm>
                  <a:off x="9765919" y="4630167"/>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a:p>
              </p:txBody>
            </p:sp>
            <p:sp>
              <p:nvSpPr>
                <p:cNvPr id="1546" name="Picture Placeholder 108">
                  <a:extLst>
                    <a:ext uri="{FF2B5EF4-FFF2-40B4-BE49-F238E27FC236}">
                      <a16:creationId xmlns:a16="http://schemas.microsoft.com/office/drawing/2014/main" id="{016C9CD8-346C-7461-B120-A305347D33B6}"/>
                    </a:ext>
                  </a:extLst>
                </p:cNvPr>
                <p:cNvSpPr/>
                <p:nvPr/>
              </p:nvSpPr>
              <p:spPr>
                <a:xfrm>
                  <a:off x="9765919" y="4713651"/>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a:p>
              </p:txBody>
            </p:sp>
            <p:sp>
              <p:nvSpPr>
                <p:cNvPr id="1547" name="Picture Placeholder 108">
                  <a:extLst>
                    <a:ext uri="{FF2B5EF4-FFF2-40B4-BE49-F238E27FC236}">
                      <a16:creationId xmlns:a16="http://schemas.microsoft.com/office/drawing/2014/main" id="{0A026AD0-308B-4FD0-2BC0-F8DF3686DBC6}"/>
                    </a:ext>
                  </a:extLst>
                </p:cNvPr>
                <p:cNvSpPr/>
                <p:nvPr/>
              </p:nvSpPr>
              <p:spPr>
                <a:xfrm>
                  <a:off x="9765919" y="4726301"/>
                  <a:ext cx="277017" cy="160012"/>
                </a:xfrm>
                <a:custGeom>
                  <a:avLst/>
                  <a:gdLst>
                    <a:gd name="connsiteX0" fmla="*/ 138509 w 277017"/>
                    <a:gd name="connsiteY0" fmla="*/ 160012 h 160012"/>
                    <a:gd name="connsiteX1" fmla="*/ 0 w 277017"/>
                    <a:gd name="connsiteY1" fmla="*/ 115740 h 160012"/>
                    <a:gd name="connsiteX2" fmla="*/ 0 w 277017"/>
                    <a:gd name="connsiteY2" fmla="*/ 77793 h 160012"/>
                    <a:gd name="connsiteX3" fmla="*/ 18974 w 277017"/>
                    <a:gd name="connsiteY3" fmla="*/ 77793 h 160012"/>
                    <a:gd name="connsiteX4" fmla="*/ 18974 w 277017"/>
                    <a:gd name="connsiteY4" fmla="*/ 115740 h 160012"/>
                    <a:gd name="connsiteX5" fmla="*/ 138509 w 277017"/>
                    <a:gd name="connsiteY5" fmla="*/ 141039 h 160012"/>
                    <a:gd name="connsiteX6" fmla="*/ 258044 w 277017"/>
                    <a:gd name="connsiteY6" fmla="*/ 115740 h 160012"/>
                    <a:gd name="connsiteX7" fmla="*/ 258044 w 277017"/>
                    <a:gd name="connsiteY7" fmla="*/ 0 h 160012"/>
                    <a:gd name="connsiteX8" fmla="*/ 277017 w 277017"/>
                    <a:gd name="connsiteY8" fmla="*/ 0 h 160012"/>
                    <a:gd name="connsiteX9" fmla="*/ 277017 w 277017"/>
                    <a:gd name="connsiteY9" fmla="*/ 115740 h 160012"/>
                    <a:gd name="connsiteX10" fmla="*/ 138509 w 277017"/>
                    <a:gd name="connsiteY10" fmla="*/ 160012 h 16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017" h="160012">
                      <a:moveTo>
                        <a:pt x="138509" y="160012"/>
                      </a:moveTo>
                      <a:cubicBezTo>
                        <a:pt x="72100" y="160012"/>
                        <a:pt x="0" y="146098"/>
                        <a:pt x="0" y="115740"/>
                      </a:cubicBezTo>
                      <a:lnTo>
                        <a:pt x="0" y="77793"/>
                      </a:lnTo>
                      <a:lnTo>
                        <a:pt x="18974" y="77793"/>
                      </a:lnTo>
                      <a:lnTo>
                        <a:pt x="18974" y="115740"/>
                      </a:lnTo>
                      <a:cubicBezTo>
                        <a:pt x="19606" y="123330"/>
                        <a:pt x="60716" y="141039"/>
                        <a:pt x="138509" y="141039"/>
                      </a:cubicBezTo>
                      <a:cubicBezTo>
                        <a:pt x="216301" y="141039"/>
                        <a:pt x="257411" y="123330"/>
                        <a:pt x="258044" y="115740"/>
                      </a:cubicBezTo>
                      <a:lnTo>
                        <a:pt x="258044" y="0"/>
                      </a:lnTo>
                      <a:lnTo>
                        <a:pt x="277017" y="0"/>
                      </a:lnTo>
                      <a:lnTo>
                        <a:pt x="277017" y="115740"/>
                      </a:lnTo>
                      <a:cubicBezTo>
                        <a:pt x="276385" y="146098"/>
                        <a:pt x="204917" y="160012"/>
                        <a:pt x="138509" y="160012"/>
                      </a:cubicBezTo>
                      <a:close/>
                    </a:path>
                  </a:pathLst>
                </a:custGeom>
                <a:grpFill/>
                <a:ln w="6271" cap="flat">
                  <a:noFill/>
                  <a:prstDash val="solid"/>
                  <a:miter/>
                </a:ln>
              </p:spPr>
              <p:txBody>
                <a:bodyPr rtlCol="0" anchor="ctr"/>
                <a:lstStyle/>
                <a:p>
                  <a:endParaRPr lang="en-US"/>
                </a:p>
              </p:txBody>
            </p:sp>
            <p:sp>
              <p:nvSpPr>
                <p:cNvPr id="1548" name="Picture Placeholder 108">
                  <a:extLst>
                    <a:ext uri="{FF2B5EF4-FFF2-40B4-BE49-F238E27FC236}">
                      <a16:creationId xmlns:a16="http://schemas.microsoft.com/office/drawing/2014/main" id="{F251B958-19A4-E177-A9E6-962BF30D939A}"/>
                    </a:ext>
                  </a:extLst>
                </p:cNvPr>
                <p:cNvSpPr/>
                <p:nvPr/>
              </p:nvSpPr>
              <p:spPr>
                <a:xfrm>
                  <a:off x="9765919" y="4814845"/>
                  <a:ext cx="277017" cy="159379"/>
                </a:xfrm>
                <a:custGeom>
                  <a:avLst/>
                  <a:gdLst>
                    <a:gd name="connsiteX0" fmla="*/ 138509 w 277017"/>
                    <a:gd name="connsiteY0" fmla="*/ 159380 h 159379"/>
                    <a:gd name="connsiteX1" fmla="*/ 0 w 277017"/>
                    <a:gd name="connsiteY1" fmla="*/ 115108 h 159379"/>
                    <a:gd name="connsiteX2" fmla="*/ 0 w 277017"/>
                    <a:gd name="connsiteY2" fmla="*/ 77160 h 159379"/>
                    <a:gd name="connsiteX3" fmla="*/ 18974 w 277017"/>
                    <a:gd name="connsiteY3" fmla="*/ 77160 h 159379"/>
                    <a:gd name="connsiteX4" fmla="*/ 18974 w 277017"/>
                    <a:gd name="connsiteY4" fmla="*/ 115108 h 159379"/>
                    <a:gd name="connsiteX5" fmla="*/ 138509 w 277017"/>
                    <a:gd name="connsiteY5" fmla="*/ 140406 h 159379"/>
                    <a:gd name="connsiteX6" fmla="*/ 258044 w 277017"/>
                    <a:gd name="connsiteY6" fmla="*/ 115108 h 159379"/>
                    <a:gd name="connsiteX7" fmla="*/ 258044 w 277017"/>
                    <a:gd name="connsiteY7" fmla="*/ 0 h 159379"/>
                    <a:gd name="connsiteX8" fmla="*/ 277017 w 277017"/>
                    <a:gd name="connsiteY8" fmla="*/ 0 h 159379"/>
                    <a:gd name="connsiteX9" fmla="*/ 277017 w 277017"/>
                    <a:gd name="connsiteY9" fmla="*/ 115740 h 159379"/>
                    <a:gd name="connsiteX10" fmla="*/ 138509 w 277017"/>
                    <a:gd name="connsiteY10" fmla="*/ 159380 h 15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017" h="159379">
                      <a:moveTo>
                        <a:pt x="138509" y="159380"/>
                      </a:moveTo>
                      <a:cubicBezTo>
                        <a:pt x="72100" y="159380"/>
                        <a:pt x="0" y="145466"/>
                        <a:pt x="0" y="115108"/>
                      </a:cubicBezTo>
                      <a:lnTo>
                        <a:pt x="0" y="77160"/>
                      </a:lnTo>
                      <a:lnTo>
                        <a:pt x="18974" y="77160"/>
                      </a:lnTo>
                      <a:lnTo>
                        <a:pt x="18974" y="115108"/>
                      </a:lnTo>
                      <a:cubicBezTo>
                        <a:pt x="19606" y="122697"/>
                        <a:pt x="60716" y="140406"/>
                        <a:pt x="138509" y="140406"/>
                      </a:cubicBezTo>
                      <a:cubicBezTo>
                        <a:pt x="216301" y="140406"/>
                        <a:pt x="257411" y="122697"/>
                        <a:pt x="258044" y="115108"/>
                      </a:cubicBezTo>
                      <a:lnTo>
                        <a:pt x="258044" y="0"/>
                      </a:lnTo>
                      <a:lnTo>
                        <a:pt x="277017" y="0"/>
                      </a:lnTo>
                      <a:lnTo>
                        <a:pt x="277017" y="115740"/>
                      </a:lnTo>
                      <a:cubicBezTo>
                        <a:pt x="276385" y="145466"/>
                        <a:pt x="204917" y="159380"/>
                        <a:pt x="138509" y="159380"/>
                      </a:cubicBezTo>
                      <a:close/>
                    </a:path>
                  </a:pathLst>
                </a:custGeom>
                <a:grpFill/>
                <a:ln w="6271" cap="flat">
                  <a:noFill/>
                  <a:prstDash val="solid"/>
                  <a:miter/>
                </a:ln>
              </p:spPr>
              <p:txBody>
                <a:bodyPr rtlCol="0" anchor="ctr"/>
                <a:lstStyle/>
                <a:p>
                  <a:endParaRPr lang="en-US"/>
                </a:p>
              </p:txBody>
            </p:sp>
          </p:grpSp>
          <p:sp>
            <p:nvSpPr>
              <p:cNvPr id="1542" name="Picture Placeholder 108">
                <a:extLst>
                  <a:ext uri="{FF2B5EF4-FFF2-40B4-BE49-F238E27FC236}">
                    <a16:creationId xmlns:a16="http://schemas.microsoft.com/office/drawing/2014/main" id="{569B9074-E0D3-FA8D-65D2-26C0E14FAF87}"/>
                  </a:ext>
                </a:extLst>
              </p:cNvPr>
              <p:cNvSpPr/>
              <p:nvPr/>
            </p:nvSpPr>
            <p:spPr>
              <a:xfrm>
                <a:off x="10023331" y="4508734"/>
                <a:ext cx="18973" cy="278282"/>
              </a:xfrm>
              <a:custGeom>
                <a:avLst/>
                <a:gdLst>
                  <a:gd name="connsiteX0" fmla="*/ 0 w 18973"/>
                  <a:gd name="connsiteY0" fmla="*/ 0 h 278282"/>
                  <a:gd name="connsiteX1" fmla="*/ 18974 w 18973"/>
                  <a:gd name="connsiteY1" fmla="*/ 0 h 278282"/>
                  <a:gd name="connsiteX2" fmla="*/ 18974 w 18973"/>
                  <a:gd name="connsiteY2" fmla="*/ 278282 h 278282"/>
                  <a:gd name="connsiteX3" fmla="*/ 0 w 18973"/>
                  <a:gd name="connsiteY3" fmla="*/ 278282 h 278282"/>
                </a:gdLst>
                <a:ahLst/>
                <a:cxnLst>
                  <a:cxn ang="0">
                    <a:pos x="connsiteX0" y="connsiteY0"/>
                  </a:cxn>
                  <a:cxn ang="0">
                    <a:pos x="connsiteX1" y="connsiteY1"/>
                  </a:cxn>
                  <a:cxn ang="0">
                    <a:pos x="connsiteX2" y="connsiteY2"/>
                  </a:cxn>
                  <a:cxn ang="0">
                    <a:pos x="connsiteX3" y="connsiteY3"/>
                  </a:cxn>
                </a:cxnLst>
                <a:rect l="l" t="t" r="r" b="b"/>
                <a:pathLst>
                  <a:path w="18973" h="278282">
                    <a:moveTo>
                      <a:pt x="0" y="0"/>
                    </a:moveTo>
                    <a:lnTo>
                      <a:pt x="18974" y="0"/>
                    </a:lnTo>
                    <a:lnTo>
                      <a:pt x="18974" y="278282"/>
                    </a:lnTo>
                    <a:lnTo>
                      <a:pt x="0" y="278282"/>
                    </a:lnTo>
                    <a:close/>
                  </a:path>
                </a:pathLst>
              </a:custGeom>
              <a:grpFill/>
              <a:ln w="6271" cap="flat">
                <a:noFill/>
                <a:prstDash val="solid"/>
                <a:miter/>
              </a:ln>
            </p:spPr>
            <p:txBody>
              <a:bodyPr rtlCol="0" anchor="ctr"/>
              <a:lstStyle/>
              <a:p>
                <a:endParaRPr lang="en-US"/>
              </a:p>
            </p:txBody>
          </p:sp>
        </p:grpSp>
        <p:grpSp>
          <p:nvGrpSpPr>
            <p:cNvPr id="1535" name="Picture Placeholder 108">
              <a:extLst>
                <a:ext uri="{FF2B5EF4-FFF2-40B4-BE49-F238E27FC236}">
                  <a16:creationId xmlns:a16="http://schemas.microsoft.com/office/drawing/2014/main" id="{A1EAFC54-D9AA-5994-FFD5-4EF5EC973E86}"/>
                </a:ext>
              </a:extLst>
            </p:cNvPr>
            <p:cNvGrpSpPr/>
            <p:nvPr/>
          </p:nvGrpSpPr>
          <p:grpSpPr>
            <a:xfrm>
              <a:off x="10081517" y="4643448"/>
              <a:ext cx="277017" cy="328246"/>
              <a:chOff x="10081517" y="4643448"/>
              <a:chExt cx="277017" cy="328246"/>
            </a:xfrm>
            <a:grpFill/>
          </p:grpSpPr>
          <p:sp>
            <p:nvSpPr>
              <p:cNvPr id="1536" name="Picture Placeholder 108">
                <a:extLst>
                  <a:ext uri="{FF2B5EF4-FFF2-40B4-BE49-F238E27FC236}">
                    <a16:creationId xmlns:a16="http://schemas.microsoft.com/office/drawing/2014/main" id="{8CEA8C26-1144-23FD-D2F2-97AF0A3434F0}"/>
                  </a:ext>
                </a:extLst>
              </p:cNvPr>
              <p:cNvSpPr/>
              <p:nvPr/>
            </p:nvSpPr>
            <p:spPr>
              <a:xfrm>
                <a:off x="10081517" y="4643448"/>
                <a:ext cx="277017" cy="85382"/>
              </a:xfrm>
              <a:custGeom>
                <a:avLst/>
                <a:gdLst>
                  <a:gd name="connsiteX0" fmla="*/ 138509 w 277017"/>
                  <a:gd name="connsiteY0" fmla="*/ 85382 h 85382"/>
                  <a:gd name="connsiteX1" fmla="*/ 0 w 277017"/>
                  <a:gd name="connsiteY1" fmla="*/ 41110 h 85382"/>
                  <a:gd name="connsiteX2" fmla="*/ 84750 w 277017"/>
                  <a:gd name="connsiteY2" fmla="*/ 0 h 85382"/>
                  <a:gd name="connsiteX3" fmla="*/ 87279 w 277017"/>
                  <a:gd name="connsiteY3" fmla="*/ 18974 h 85382"/>
                  <a:gd name="connsiteX4" fmla="*/ 18974 w 277017"/>
                  <a:gd name="connsiteY4" fmla="*/ 41110 h 85382"/>
                  <a:gd name="connsiteX5" fmla="*/ 138509 w 277017"/>
                  <a:gd name="connsiteY5" fmla="*/ 66408 h 85382"/>
                  <a:gd name="connsiteX6" fmla="*/ 258044 w 277017"/>
                  <a:gd name="connsiteY6" fmla="*/ 41110 h 85382"/>
                  <a:gd name="connsiteX7" fmla="*/ 199225 w 277017"/>
                  <a:gd name="connsiteY7" fmla="*/ 20239 h 85382"/>
                  <a:gd name="connsiteX8" fmla="*/ 201755 w 277017"/>
                  <a:gd name="connsiteY8" fmla="*/ 1265 h 85382"/>
                  <a:gd name="connsiteX9" fmla="*/ 277017 w 277017"/>
                  <a:gd name="connsiteY9" fmla="*/ 41110 h 85382"/>
                  <a:gd name="connsiteX10" fmla="*/ 138509 w 277017"/>
                  <a:gd name="connsiteY10" fmla="*/ 85382 h 8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017" h="85382">
                    <a:moveTo>
                      <a:pt x="138509" y="85382"/>
                    </a:moveTo>
                    <a:cubicBezTo>
                      <a:pt x="72100" y="85382"/>
                      <a:pt x="0" y="71468"/>
                      <a:pt x="0" y="41110"/>
                    </a:cubicBezTo>
                    <a:cubicBezTo>
                      <a:pt x="0" y="14547"/>
                      <a:pt x="53127" y="3795"/>
                      <a:pt x="84750" y="0"/>
                    </a:cubicBezTo>
                    <a:lnTo>
                      <a:pt x="87279" y="18974"/>
                    </a:lnTo>
                    <a:cubicBezTo>
                      <a:pt x="36683" y="25298"/>
                      <a:pt x="19606" y="37315"/>
                      <a:pt x="18974" y="41110"/>
                    </a:cubicBezTo>
                    <a:cubicBezTo>
                      <a:pt x="19606" y="48699"/>
                      <a:pt x="60716" y="66408"/>
                      <a:pt x="138509" y="66408"/>
                    </a:cubicBezTo>
                    <a:cubicBezTo>
                      <a:pt x="216301" y="66408"/>
                      <a:pt x="257411" y="48699"/>
                      <a:pt x="258044" y="41110"/>
                    </a:cubicBezTo>
                    <a:cubicBezTo>
                      <a:pt x="258044" y="37948"/>
                      <a:pt x="243497" y="26563"/>
                      <a:pt x="199225" y="20239"/>
                    </a:cubicBezTo>
                    <a:lnTo>
                      <a:pt x="201755" y="1265"/>
                    </a:lnTo>
                    <a:cubicBezTo>
                      <a:pt x="235908" y="6325"/>
                      <a:pt x="277017" y="17076"/>
                      <a:pt x="277017" y="41110"/>
                    </a:cubicBezTo>
                    <a:cubicBezTo>
                      <a:pt x="276385" y="71468"/>
                      <a:pt x="204917" y="85382"/>
                      <a:pt x="138509" y="85382"/>
                    </a:cubicBezTo>
                    <a:close/>
                  </a:path>
                </a:pathLst>
              </a:custGeom>
              <a:grpFill/>
              <a:ln w="6271" cap="flat">
                <a:noFill/>
                <a:prstDash val="solid"/>
                <a:miter/>
              </a:ln>
            </p:spPr>
            <p:txBody>
              <a:bodyPr rtlCol="0" anchor="ctr"/>
              <a:lstStyle/>
              <a:p>
                <a:endParaRPr lang="en-US"/>
              </a:p>
            </p:txBody>
          </p:sp>
          <p:sp>
            <p:nvSpPr>
              <p:cNvPr id="1537" name="Picture Placeholder 108">
                <a:extLst>
                  <a:ext uri="{FF2B5EF4-FFF2-40B4-BE49-F238E27FC236}">
                    <a16:creationId xmlns:a16="http://schemas.microsoft.com/office/drawing/2014/main" id="{3012DA97-835C-6154-2D68-CCFA0FF90D56}"/>
                  </a:ext>
                </a:extLst>
              </p:cNvPr>
              <p:cNvSpPr/>
              <p:nvPr/>
            </p:nvSpPr>
            <p:spPr>
              <a:xfrm>
                <a:off x="10081517" y="4721873"/>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a:p>
            </p:txBody>
          </p:sp>
          <p:sp>
            <p:nvSpPr>
              <p:cNvPr id="1538" name="Picture Placeholder 108">
                <a:extLst>
                  <a:ext uri="{FF2B5EF4-FFF2-40B4-BE49-F238E27FC236}">
                    <a16:creationId xmlns:a16="http://schemas.microsoft.com/office/drawing/2014/main" id="{63511962-FFDE-23AF-6F23-24FDF5AC86AD}"/>
                  </a:ext>
                </a:extLst>
              </p:cNvPr>
              <p:cNvSpPr/>
              <p:nvPr/>
            </p:nvSpPr>
            <p:spPr>
              <a:xfrm>
                <a:off x="10081517" y="4805991"/>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a:p>
            </p:txBody>
          </p:sp>
          <p:sp>
            <p:nvSpPr>
              <p:cNvPr id="1539" name="Picture Placeholder 108">
                <a:extLst>
                  <a:ext uri="{FF2B5EF4-FFF2-40B4-BE49-F238E27FC236}">
                    <a16:creationId xmlns:a16="http://schemas.microsoft.com/office/drawing/2014/main" id="{134A74C3-D4F5-396A-E1CF-7ACC0DE374D4}"/>
                  </a:ext>
                </a:extLst>
              </p:cNvPr>
              <p:cNvSpPr/>
              <p:nvPr/>
            </p:nvSpPr>
            <p:spPr>
              <a:xfrm>
                <a:off x="10081517" y="4889475"/>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938"/>
                      <a:pt x="204917" y="82220"/>
                      <a:pt x="138509" y="82220"/>
                    </a:cubicBezTo>
                    <a:close/>
                  </a:path>
                </a:pathLst>
              </a:custGeom>
              <a:grpFill/>
              <a:ln w="6271" cap="flat">
                <a:noFill/>
                <a:prstDash val="solid"/>
                <a:miter/>
              </a:ln>
            </p:spPr>
            <p:txBody>
              <a:bodyPr rtlCol="0" anchor="ctr"/>
              <a:lstStyle/>
              <a:p>
                <a:endParaRPr lang="en-US"/>
              </a:p>
            </p:txBody>
          </p:sp>
          <p:sp>
            <p:nvSpPr>
              <p:cNvPr id="1540" name="Picture Placeholder 108">
                <a:extLst>
                  <a:ext uri="{FF2B5EF4-FFF2-40B4-BE49-F238E27FC236}">
                    <a16:creationId xmlns:a16="http://schemas.microsoft.com/office/drawing/2014/main" id="{A7A7E1E3-FC6F-47CC-69F9-046267320C75}"/>
                  </a:ext>
                </a:extLst>
              </p:cNvPr>
              <p:cNvSpPr/>
              <p:nvPr/>
            </p:nvSpPr>
            <p:spPr>
              <a:xfrm>
                <a:off x="10338928" y="4684558"/>
                <a:ext cx="18973" cy="242864"/>
              </a:xfrm>
              <a:custGeom>
                <a:avLst/>
                <a:gdLst>
                  <a:gd name="connsiteX0" fmla="*/ 0 w 18973"/>
                  <a:gd name="connsiteY0" fmla="*/ 0 h 242864"/>
                  <a:gd name="connsiteX1" fmla="*/ 18974 w 18973"/>
                  <a:gd name="connsiteY1" fmla="*/ 0 h 242864"/>
                  <a:gd name="connsiteX2" fmla="*/ 18974 w 18973"/>
                  <a:gd name="connsiteY2" fmla="*/ 242865 h 242864"/>
                  <a:gd name="connsiteX3" fmla="*/ 0 w 18973"/>
                  <a:gd name="connsiteY3" fmla="*/ 242865 h 242864"/>
                </a:gdLst>
                <a:ahLst/>
                <a:cxnLst>
                  <a:cxn ang="0">
                    <a:pos x="connsiteX0" y="connsiteY0"/>
                  </a:cxn>
                  <a:cxn ang="0">
                    <a:pos x="connsiteX1" y="connsiteY1"/>
                  </a:cxn>
                  <a:cxn ang="0">
                    <a:pos x="connsiteX2" y="connsiteY2"/>
                  </a:cxn>
                  <a:cxn ang="0">
                    <a:pos x="connsiteX3" y="connsiteY3"/>
                  </a:cxn>
                </a:cxnLst>
                <a:rect l="l" t="t" r="r" b="b"/>
                <a:pathLst>
                  <a:path w="18973" h="242864">
                    <a:moveTo>
                      <a:pt x="0" y="0"/>
                    </a:moveTo>
                    <a:lnTo>
                      <a:pt x="18974" y="0"/>
                    </a:lnTo>
                    <a:lnTo>
                      <a:pt x="18974" y="242865"/>
                    </a:lnTo>
                    <a:lnTo>
                      <a:pt x="0" y="242865"/>
                    </a:lnTo>
                    <a:close/>
                  </a:path>
                </a:pathLst>
              </a:custGeom>
              <a:grpFill/>
              <a:ln w="6271" cap="flat">
                <a:noFill/>
                <a:prstDash val="solid"/>
                <a:miter/>
              </a:ln>
            </p:spPr>
            <p:txBody>
              <a:bodyPr rtlCol="0" anchor="ctr"/>
              <a:lstStyle/>
              <a:p>
                <a:endParaRPr lang="en-US"/>
              </a:p>
            </p:txBody>
          </p:sp>
        </p:grpSp>
      </p:grpSp>
      <p:cxnSp>
        <p:nvCxnSpPr>
          <p:cNvPr id="1552" name="Straight Connector 1551">
            <a:extLst>
              <a:ext uri="{FF2B5EF4-FFF2-40B4-BE49-F238E27FC236}">
                <a16:creationId xmlns:a16="http://schemas.microsoft.com/office/drawing/2014/main" id="{C3569459-0F80-E868-CBE7-5BE957C03B33}"/>
              </a:ext>
            </a:extLst>
          </p:cNvPr>
          <p:cNvCxnSpPr>
            <a:cxnSpLocks/>
          </p:cNvCxnSpPr>
          <p:nvPr/>
        </p:nvCxnSpPr>
        <p:spPr bwMode="gray">
          <a:xfrm flipH="1">
            <a:off x="3287325" y="3235093"/>
            <a:ext cx="180026" cy="0"/>
          </a:xfrm>
          <a:prstGeom prst="line">
            <a:avLst/>
          </a:prstGeom>
          <a:ln w="254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grpSp>
        <p:nvGrpSpPr>
          <p:cNvPr id="1553" name="Picture Placeholder 108" descr="Compression&#10;">
            <a:extLst>
              <a:ext uri="{FF2B5EF4-FFF2-40B4-BE49-F238E27FC236}">
                <a16:creationId xmlns:a16="http://schemas.microsoft.com/office/drawing/2014/main" id="{D93A11E4-51F2-9D85-2C4F-ED32BEB252BE}"/>
              </a:ext>
            </a:extLst>
          </p:cNvPr>
          <p:cNvGrpSpPr/>
          <p:nvPr/>
        </p:nvGrpSpPr>
        <p:grpSpPr>
          <a:xfrm>
            <a:off x="1249082" y="5627983"/>
            <a:ext cx="365091" cy="314048"/>
            <a:chOff x="9765919" y="4464462"/>
            <a:chExt cx="592615" cy="509762"/>
          </a:xfrm>
          <a:solidFill>
            <a:schemeClr val="tx2"/>
          </a:solidFill>
        </p:grpSpPr>
        <p:sp>
          <p:nvSpPr>
            <p:cNvPr id="1554" name="Picture Placeholder 108">
              <a:extLst>
                <a:ext uri="{FF2B5EF4-FFF2-40B4-BE49-F238E27FC236}">
                  <a16:creationId xmlns:a16="http://schemas.microsoft.com/office/drawing/2014/main" id="{649A870B-D829-E2B5-9CCC-D734D241D933}"/>
                </a:ext>
              </a:extLst>
            </p:cNvPr>
            <p:cNvSpPr/>
            <p:nvPr/>
          </p:nvSpPr>
          <p:spPr>
            <a:xfrm>
              <a:off x="10223820" y="4535298"/>
              <a:ext cx="6324" cy="149260"/>
            </a:xfrm>
            <a:custGeom>
              <a:avLst/>
              <a:gdLst>
                <a:gd name="connsiteX0" fmla="*/ 0 w 6324"/>
                <a:gd name="connsiteY0" fmla="*/ 0 h 149260"/>
                <a:gd name="connsiteX1" fmla="*/ 0 w 6324"/>
                <a:gd name="connsiteY1" fmla="*/ 149261 h 149260"/>
              </a:gdLst>
              <a:ahLst/>
              <a:cxnLst>
                <a:cxn ang="0">
                  <a:pos x="connsiteX0" y="connsiteY0"/>
                </a:cxn>
                <a:cxn ang="0">
                  <a:pos x="connsiteX1" y="connsiteY1"/>
                </a:cxn>
              </a:cxnLst>
              <a:rect l="l" t="t" r="r" b="b"/>
              <a:pathLst>
                <a:path w="6324" h="149260">
                  <a:moveTo>
                    <a:pt x="0" y="0"/>
                  </a:moveTo>
                  <a:lnTo>
                    <a:pt x="0" y="149261"/>
                  </a:lnTo>
                </a:path>
              </a:pathLst>
            </a:custGeom>
            <a:grpFill/>
            <a:ln w="6271" cap="flat">
              <a:noFill/>
              <a:prstDash val="solid"/>
              <a:miter/>
            </a:ln>
          </p:spPr>
          <p:txBody>
            <a:bodyPr rtlCol="0" anchor="ctr"/>
            <a:lstStyle/>
            <a:p>
              <a:endParaRPr lang="en-US"/>
            </a:p>
          </p:txBody>
        </p:sp>
        <p:grpSp>
          <p:nvGrpSpPr>
            <p:cNvPr id="1555" name="Picture Placeholder 108">
              <a:extLst>
                <a:ext uri="{FF2B5EF4-FFF2-40B4-BE49-F238E27FC236}">
                  <a16:creationId xmlns:a16="http://schemas.microsoft.com/office/drawing/2014/main" id="{E9E014F2-E45A-26F9-D889-337B5290B8D2}"/>
                </a:ext>
              </a:extLst>
            </p:cNvPr>
            <p:cNvGrpSpPr/>
            <p:nvPr/>
          </p:nvGrpSpPr>
          <p:grpSpPr>
            <a:xfrm>
              <a:off x="10193462" y="4535298"/>
              <a:ext cx="60083" cy="149260"/>
              <a:chOff x="10193462" y="4535298"/>
              <a:chExt cx="60083" cy="149260"/>
            </a:xfrm>
            <a:grpFill/>
          </p:grpSpPr>
          <p:sp>
            <p:nvSpPr>
              <p:cNvPr id="1571" name="Picture Placeholder 108">
                <a:extLst>
                  <a:ext uri="{FF2B5EF4-FFF2-40B4-BE49-F238E27FC236}">
                    <a16:creationId xmlns:a16="http://schemas.microsoft.com/office/drawing/2014/main" id="{AB303140-BF41-9987-02D9-DC3E69328F3C}"/>
                  </a:ext>
                </a:extLst>
              </p:cNvPr>
              <p:cNvSpPr/>
              <p:nvPr/>
            </p:nvSpPr>
            <p:spPr>
              <a:xfrm>
                <a:off x="10215598" y="4535298"/>
                <a:ext cx="15811" cy="106253"/>
              </a:xfrm>
              <a:custGeom>
                <a:avLst/>
                <a:gdLst>
                  <a:gd name="connsiteX0" fmla="*/ 0 w 15811"/>
                  <a:gd name="connsiteY0" fmla="*/ 0 h 106253"/>
                  <a:gd name="connsiteX1" fmla="*/ 15811 w 15811"/>
                  <a:gd name="connsiteY1" fmla="*/ 0 h 106253"/>
                  <a:gd name="connsiteX2" fmla="*/ 15811 w 15811"/>
                  <a:gd name="connsiteY2" fmla="*/ 106253 h 106253"/>
                  <a:gd name="connsiteX3" fmla="*/ 0 w 15811"/>
                  <a:gd name="connsiteY3" fmla="*/ 106253 h 106253"/>
                </a:gdLst>
                <a:ahLst/>
                <a:cxnLst>
                  <a:cxn ang="0">
                    <a:pos x="connsiteX0" y="connsiteY0"/>
                  </a:cxn>
                  <a:cxn ang="0">
                    <a:pos x="connsiteX1" y="connsiteY1"/>
                  </a:cxn>
                  <a:cxn ang="0">
                    <a:pos x="connsiteX2" y="connsiteY2"/>
                  </a:cxn>
                  <a:cxn ang="0">
                    <a:pos x="connsiteX3" y="connsiteY3"/>
                  </a:cxn>
                </a:cxnLst>
                <a:rect l="l" t="t" r="r" b="b"/>
                <a:pathLst>
                  <a:path w="15811" h="106253">
                    <a:moveTo>
                      <a:pt x="0" y="0"/>
                    </a:moveTo>
                    <a:lnTo>
                      <a:pt x="15811" y="0"/>
                    </a:lnTo>
                    <a:lnTo>
                      <a:pt x="15811" y="106253"/>
                    </a:lnTo>
                    <a:lnTo>
                      <a:pt x="0" y="106253"/>
                    </a:lnTo>
                    <a:close/>
                  </a:path>
                </a:pathLst>
              </a:custGeom>
              <a:grpFill/>
              <a:ln w="6271" cap="flat">
                <a:noFill/>
                <a:prstDash val="solid"/>
                <a:miter/>
              </a:ln>
            </p:spPr>
            <p:txBody>
              <a:bodyPr rtlCol="0" anchor="ctr"/>
              <a:lstStyle/>
              <a:p>
                <a:endParaRPr lang="en-US"/>
              </a:p>
            </p:txBody>
          </p:sp>
          <p:sp>
            <p:nvSpPr>
              <p:cNvPr id="1572" name="Picture Placeholder 108">
                <a:extLst>
                  <a:ext uri="{FF2B5EF4-FFF2-40B4-BE49-F238E27FC236}">
                    <a16:creationId xmlns:a16="http://schemas.microsoft.com/office/drawing/2014/main" id="{180DECAF-AE14-2C9E-44AA-08E8F4EFB415}"/>
                  </a:ext>
                </a:extLst>
              </p:cNvPr>
              <p:cNvSpPr/>
              <p:nvPr/>
            </p:nvSpPr>
            <p:spPr>
              <a:xfrm>
                <a:off x="10193462" y="4632697"/>
                <a:ext cx="60083" cy="51861"/>
              </a:xfrm>
              <a:custGeom>
                <a:avLst/>
                <a:gdLst>
                  <a:gd name="connsiteX0" fmla="*/ 0 w 60083"/>
                  <a:gd name="connsiteY0" fmla="*/ 0 h 51861"/>
                  <a:gd name="connsiteX1" fmla="*/ 30358 w 60083"/>
                  <a:gd name="connsiteY1" fmla="*/ 51862 h 51861"/>
                  <a:gd name="connsiteX2" fmla="*/ 60084 w 60083"/>
                  <a:gd name="connsiteY2" fmla="*/ 0 h 51861"/>
                </a:gdLst>
                <a:ahLst/>
                <a:cxnLst>
                  <a:cxn ang="0">
                    <a:pos x="connsiteX0" y="connsiteY0"/>
                  </a:cxn>
                  <a:cxn ang="0">
                    <a:pos x="connsiteX1" y="connsiteY1"/>
                  </a:cxn>
                  <a:cxn ang="0">
                    <a:pos x="connsiteX2" y="connsiteY2"/>
                  </a:cxn>
                </a:cxnLst>
                <a:rect l="l" t="t" r="r" b="b"/>
                <a:pathLst>
                  <a:path w="60083" h="51861">
                    <a:moveTo>
                      <a:pt x="0" y="0"/>
                    </a:moveTo>
                    <a:lnTo>
                      <a:pt x="30358" y="51862"/>
                    </a:lnTo>
                    <a:lnTo>
                      <a:pt x="60084" y="0"/>
                    </a:lnTo>
                    <a:close/>
                  </a:path>
                </a:pathLst>
              </a:custGeom>
              <a:grpFill/>
              <a:ln w="6271" cap="flat">
                <a:noFill/>
                <a:prstDash val="solid"/>
                <a:miter/>
              </a:ln>
            </p:spPr>
            <p:txBody>
              <a:bodyPr rtlCol="0" anchor="ctr"/>
              <a:lstStyle/>
              <a:p>
                <a:endParaRPr lang="en-US"/>
              </a:p>
            </p:txBody>
          </p:sp>
        </p:grpSp>
        <p:grpSp>
          <p:nvGrpSpPr>
            <p:cNvPr id="1556" name="Picture Placeholder 108">
              <a:extLst>
                <a:ext uri="{FF2B5EF4-FFF2-40B4-BE49-F238E27FC236}">
                  <a16:creationId xmlns:a16="http://schemas.microsoft.com/office/drawing/2014/main" id="{3182CE7B-3813-FE1B-A71C-A7A2F1C0899F}"/>
                </a:ext>
              </a:extLst>
            </p:cNvPr>
            <p:cNvGrpSpPr/>
            <p:nvPr/>
          </p:nvGrpSpPr>
          <p:grpSpPr>
            <a:xfrm>
              <a:off x="9765919" y="4464462"/>
              <a:ext cx="277017" cy="509762"/>
              <a:chOff x="9765919" y="4464462"/>
              <a:chExt cx="277017" cy="509762"/>
            </a:xfrm>
            <a:grpFill/>
          </p:grpSpPr>
          <p:grpSp>
            <p:nvGrpSpPr>
              <p:cNvPr id="1563" name="Picture Placeholder 108">
                <a:extLst>
                  <a:ext uri="{FF2B5EF4-FFF2-40B4-BE49-F238E27FC236}">
                    <a16:creationId xmlns:a16="http://schemas.microsoft.com/office/drawing/2014/main" id="{35381FDF-50D3-EA3B-C2EA-6B130D2C93AB}"/>
                  </a:ext>
                </a:extLst>
              </p:cNvPr>
              <p:cNvGrpSpPr/>
              <p:nvPr/>
            </p:nvGrpSpPr>
            <p:grpSpPr>
              <a:xfrm>
                <a:off x="9765919" y="4464462"/>
                <a:ext cx="277017" cy="509762"/>
                <a:chOff x="9765919" y="4464462"/>
                <a:chExt cx="277017" cy="509762"/>
              </a:xfrm>
              <a:grpFill/>
            </p:grpSpPr>
            <p:sp>
              <p:nvSpPr>
                <p:cNvPr id="1565" name="Picture Placeholder 108">
                  <a:extLst>
                    <a:ext uri="{FF2B5EF4-FFF2-40B4-BE49-F238E27FC236}">
                      <a16:creationId xmlns:a16="http://schemas.microsoft.com/office/drawing/2014/main" id="{29A0100B-1ECF-83B3-E59B-D2D7351B0255}"/>
                    </a:ext>
                  </a:extLst>
                </p:cNvPr>
                <p:cNvSpPr/>
                <p:nvPr/>
              </p:nvSpPr>
              <p:spPr>
                <a:xfrm>
                  <a:off x="9765919" y="4464462"/>
                  <a:ext cx="277017" cy="88544"/>
                </a:xfrm>
                <a:custGeom>
                  <a:avLst/>
                  <a:gdLst>
                    <a:gd name="connsiteX0" fmla="*/ 138509 w 277017"/>
                    <a:gd name="connsiteY0" fmla="*/ 88544 h 88544"/>
                    <a:gd name="connsiteX1" fmla="*/ 0 w 277017"/>
                    <a:gd name="connsiteY1" fmla="*/ 44272 h 88544"/>
                    <a:gd name="connsiteX2" fmla="*/ 138509 w 277017"/>
                    <a:gd name="connsiteY2" fmla="*/ 0 h 88544"/>
                    <a:gd name="connsiteX3" fmla="*/ 277017 w 277017"/>
                    <a:gd name="connsiteY3" fmla="*/ 44272 h 88544"/>
                    <a:gd name="connsiteX4" fmla="*/ 138509 w 277017"/>
                    <a:gd name="connsiteY4" fmla="*/ 88544 h 88544"/>
                    <a:gd name="connsiteX5" fmla="*/ 138509 w 277017"/>
                    <a:gd name="connsiteY5" fmla="*/ 19606 h 88544"/>
                    <a:gd name="connsiteX6" fmla="*/ 18974 w 277017"/>
                    <a:gd name="connsiteY6" fmla="*/ 44905 h 88544"/>
                    <a:gd name="connsiteX7" fmla="*/ 138509 w 277017"/>
                    <a:gd name="connsiteY7" fmla="*/ 70203 h 88544"/>
                    <a:gd name="connsiteX8" fmla="*/ 258044 w 277017"/>
                    <a:gd name="connsiteY8" fmla="*/ 44905 h 88544"/>
                    <a:gd name="connsiteX9" fmla="*/ 138509 w 277017"/>
                    <a:gd name="connsiteY9" fmla="*/ 19606 h 8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7017" h="88544">
                      <a:moveTo>
                        <a:pt x="138509" y="88544"/>
                      </a:moveTo>
                      <a:cubicBezTo>
                        <a:pt x="72100" y="88544"/>
                        <a:pt x="0" y="74630"/>
                        <a:pt x="0" y="44272"/>
                      </a:cubicBezTo>
                      <a:cubicBezTo>
                        <a:pt x="0" y="13914"/>
                        <a:pt x="71468" y="0"/>
                        <a:pt x="138509" y="0"/>
                      </a:cubicBezTo>
                      <a:cubicBezTo>
                        <a:pt x="205550" y="0"/>
                        <a:pt x="277017" y="13914"/>
                        <a:pt x="277017" y="44272"/>
                      </a:cubicBezTo>
                      <a:cubicBezTo>
                        <a:pt x="276385" y="74630"/>
                        <a:pt x="204917" y="88544"/>
                        <a:pt x="138509" y="88544"/>
                      </a:cubicBezTo>
                      <a:close/>
                      <a:moveTo>
                        <a:pt x="138509" y="19606"/>
                      </a:moveTo>
                      <a:cubicBezTo>
                        <a:pt x="61349" y="19606"/>
                        <a:pt x="19606" y="37315"/>
                        <a:pt x="18974" y="44905"/>
                      </a:cubicBezTo>
                      <a:cubicBezTo>
                        <a:pt x="19606" y="52494"/>
                        <a:pt x="60716" y="70203"/>
                        <a:pt x="138509" y="70203"/>
                      </a:cubicBezTo>
                      <a:cubicBezTo>
                        <a:pt x="215669" y="70203"/>
                        <a:pt x="257411" y="52494"/>
                        <a:pt x="258044" y="44905"/>
                      </a:cubicBezTo>
                      <a:cubicBezTo>
                        <a:pt x="256779" y="36683"/>
                        <a:pt x="215669" y="19606"/>
                        <a:pt x="138509" y="19606"/>
                      </a:cubicBezTo>
                      <a:close/>
                    </a:path>
                  </a:pathLst>
                </a:custGeom>
                <a:grpFill/>
                <a:ln w="6271" cap="flat">
                  <a:noFill/>
                  <a:prstDash val="solid"/>
                  <a:miter/>
                </a:ln>
              </p:spPr>
              <p:txBody>
                <a:bodyPr rtlCol="0" anchor="ctr"/>
                <a:lstStyle/>
                <a:p>
                  <a:endParaRPr lang="en-US"/>
                </a:p>
              </p:txBody>
            </p:sp>
            <p:sp>
              <p:nvSpPr>
                <p:cNvPr id="1566" name="Picture Placeholder 108">
                  <a:extLst>
                    <a:ext uri="{FF2B5EF4-FFF2-40B4-BE49-F238E27FC236}">
                      <a16:creationId xmlns:a16="http://schemas.microsoft.com/office/drawing/2014/main" id="{A68A584B-92B0-F338-F528-A6396AEFA569}"/>
                    </a:ext>
                  </a:extLst>
                </p:cNvPr>
                <p:cNvSpPr/>
                <p:nvPr/>
              </p:nvSpPr>
              <p:spPr>
                <a:xfrm>
                  <a:off x="9765919" y="4546050"/>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a:p>
              </p:txBody>
            </p:sp>
            <p:sp>
              <p:nvSpPr>
                <p:cNvPr id="1567" name="Picture Placeholder 108">
                  <a:extLst>
                    <a:ext uri="{FF2B5EF4-FFF2-40B4-BE49-F238E27FC236}">
                      <a16:creationId xmlns:a16="http://schemas.microsoft.com/office/drawing/2014/main" id="{11496CF7-0D5D-B955-1092-D6A046F457BB}"/>
                    </a:ext>
                  </a:extLst>
                </p:cNvPr>
                <p:cNvSpPr/>
                <p:nvPr/>
              </p:nvSpPr>
              <p:spPr>
                <a:xfrm>
                  <a:off x="9765919" y="4630167"/>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a:p>
              </p:txBody>
            </p:sp>
            <p:sp>
              <p:nvSpPr>
                <p:cNvPr id="1568" name="Picture Placeholder 108">
                  <a:extLst>
                    <a:ext uri="{FF2B5EF4-FFF2-40B4-BE49-F238E27FC236}">
                      <a16:creationId xmlns:a16="http://schemas.microsoft.com/office/drawing/2014/main" id="{24A44961-7931-B863-5518-8A649C73F4E5}"/>
                    </a:ext>
                  </a:extLst>
                </p:cNvPr>
                <p:cNvSpPr/>
                <p:nvPr/>
              </p:nvSpPr>
              <p:spPr>
                <a:xfrm>
                  <a:off x="9765919" y="4713651"/>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a:p>
              </p:txBody>
            </p:sp>
            <p:sp>
              <p:nvSpPr>
                <p:cNvPr id="1569" name="Picture Placeholder 108">
                  <a:extLst>
                    <a:ext uri="{FF2B5EF4-FFF2-40B4-BE49-F238E27FC236}">
                      <a16:creationId xmlns:a16="http://schemas.microsoft.com/office/drawing/2014/main" id="{33CECDC0-E3C3-554B-ADE0-9CAF23B7B627}"/>
                    </a:ext>
                  </a:extLst>
                </p:cNvPr>
                <p:cNvSpPr/>
                <p:nvPr/>
              </p:nvSpPr>
              <p:spPr>
                <a:xfrm>
                  <a:off x="9765919" y="4726301"/>
                  <a:ext cx="277017" cy="160012"/>
                </a:xfrm>
                <a:custGeom>
                  <a:avLst/>
                  <a:gdLst>
                    <a:gd name="connsiteX0" fmla="*/ 138509 w 277017"/>
                    <a:gd name="connsiteY0" fmla="*/ 160012 h 160012"/>
                    <a:gd name="connsiteX1" fmla="*/ 0 w 277017"/>
                    <a:gd name="connsiteY1" fmla="*/ 115740 h 160012"/>
                    <a:gd name="connsiteX2" fmla="*/ 0 w 277017"/>
                    <a:gd name="connsiteY2" fmla="*/ 77793 h 160012"/>
                    <a:gd name="connsiteX3" fmla="*/ 18974 w 277017"/>
                    <a:gd name="connsiteY3" fmla="*/ 77793 h 160012"/>
                    <a:gd name="connsiteX4" fmla="*/ 18974 w 277017"/>
                    <a:gd name="connsiteY4" fmla="*/ 115740 h 160012"/>
                    <a:gd name="connsiteX5" fmla="*/ 138509 w 277017"/>
                    <a:gd name="connsiteY5" fmla="*/ 141039 h 160012"/>
                    <a:gd name="connsiteX6" fmla="*/ 258044 w 277017"/>
                    <a:gd name="connsiteY6" fmla="*/ 115740 h 160012"/>
                    <a:gd name="connsiteX7" fmla="*/ 258044 w 277017"/>
                    <a:gd name="connsiteY7" fmla="*/ 0 h 160012"/>
                    <a:gd name="connsiteX8" fmla="*/ 277017 w 277017"/>
                    <a:gd name="connsiteY8" fmla="*/ 0 h 160012"/>
                    <a:gd name="connsiteX9" fmla="*/ 277017 w 277017"/>
                    <a:gd name="connsiteY9" fmla="*/ 115740 h 160012"/>
                    <a:gd name="connsiteX10" fmla="*/ 138509 w 277017"/>
                    <a:gd name="connsiteY10" fmla="*/ 160012 h 16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017" h="160012">
                      <a:moveTo>
                        <a:pt x="138509" y="160012"/>
                      </a:moveTo>
                      <a:cubicBezTo>
                        <a:pt x="72100" y="160012"/>
                        <a:pt x="0" y="146098"/>
                        <a:pt x="0" y="115740"/>
                      </a:cubicBezTo>
                      <a:lnTo>
                        <a:pt x="0" y="77793"/>
                      </a:lnTo>
                      <a:lnTo>
                        <a:pt x="18974" y="77793"/>
                      </a:lnTo>
                      <a:lnTo>
                        <a:pt x="18974" y="115740"/>
                      </a:lnTo>
                      <a:cubicBezTo>
                        <a:pt x="19606" y="123330"/>
                        <a:pt x="60716" y="141039"/>
                        <a:pt x="138509" y="141039"/>
                      </a:cubicBezTo>
                      <a:cubicBezTo>
                        <a:pt x="216301" y="141039"/>
                        <a:pt x="257411" y="123330"/>
                        <a:pt x="258044" y="115740"/>
                      </a:cubicBezTo>
                      <a:lnTo>
                        <a:pt x="258044" y="0"/>
                      </a:lnTo>
                      <a:lnTo>
                        <a:pt x="277017" y="0"/>
                      </a:lnTo>
                      <a:lnTo>
                        <a:pt x="277017" y="115740"/>
                      </a:lnTo>
                      <a:cubicBezTo>
                        <a:pt x="276385" y="146098"/>
                        <a:pt x="204917" y="160012"/>
                        <a:pt x="138509" y="160012"/>
                      </a:cubicBezTo>
                      <a:close/>
                    </a:path>
                  </a:pathLst>
                </a:custGeom>
                <a:grpFill/>
                <a:ln w="6271" cap="flat">
                  <a:noFill/>
                  <a:prstDash val="solid"/>
                  <a:miter/>
                </a:ln>
              </p:spPr>
              <p:txBody>
                <a:bodyPr rtlCol="0" anchor="ctr"/>
                <a:lstStyle/>
                <a:p>
                  <a:endParaRPr lang="en-US"/>
                </a:p>
              </p:txBody>
            </p:sp>
            <p:sp>
              <p:nvSpPr>
                <p:cNvPr id="1570" name="Picture Placeholder 108">
                  <a:extLst>
                    <a:ext uri="{FF2B5EF4-FFF2-40B4-BE49-F238E27FC236}">
                      <a16:creationId xmlns:a16="http://schemas.microsoft.com/office/drawing/2014/main" id="{87AB4A6B-3BD5-CB02-5F00-34483D0ADDF0}"/>
                    </a:ext>
                  </a:extLst>
                </p:cNvPr>
                <p:cNvSpPr/>
                <p:nvPr/>
              </p:nvSpPr>
              <p:spPr>
                <a:xfrm>
                  <a:off x="9765919" y="4814845"/>
                  <a:ext cx="277017" cy="159379"/>
                </a:xfrm>
                <a:custGeom>
                  <a:avLst/>
                  <a:gdLst>
                    <a:gd name="connsiteX0" fmla="*/ 138509 w 277017"/>
                    <a:gd name="connsiteY0" fmla="*/ 159380 h 159379"/>
                    <a:gd name="connsiteX1" fmla="*/ 0 w 277017"/>
                    <a:gd name="connsiteY1" fmla="*/ 115108 h 159379"/>
                    <a:gd name="connsiteX2" fmla="*/ 0 w 277017"/>
                    <a:gd name="connsiteY2" fmla="*/ 77160 h 159379"/>
                    <a:gd name="connsiteX3" fmla="*/ 18974 w 277017"/>
                    <a:gd name="connsiteY3" fmla="*/ 77160 h 159379"/>
                    <a:gd name="connsiteX4" fmla="*/ 18974 w 277017"/>
                    <a:gd name="connsiteY4" fmla="*/ 115108 h 159379"/>
                    <a:gd name="connsiteX5" fmla="*/ 138509 w 277017"/>
                    <a:gd name="connsiteY5" fmla="*/ 140406 h 159379"/>
                    <a:gd name="connsiteX6" fmla="*/ 258044 w 277017"/>
                    <a:gd name="connsiteY6" fmla="*/ 115108 h 159379"/>
                    <a:gd name="connsiteX7" fmla="*/ 258044 w 277017"/>
                    <a:gd name="connsiteY7" fmla="*/ 0 h 159379"/>
                    <a:gd name="connsiteX8" fmla="*/ 277017 w 277017"/>
                    <a:gd name="connsiteY8" fmla="*/ 0 h 159379"/>
                    <a:gd name="connsiteX9" fmla="*/ 277017 w 277017"/>
                    <a:gd name="connsiteY9" fmla="*/ 115740 h 159379"/>
                    <a:gd name="connsiteX10" fmla="*/ 138509 w 277017"/>
                    <a:gd name="connsiteY10" fmla="*/ 159380 h 15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017" h="159379">
                      <a:moveTo>
                        <a:pt x="138509" y="159380"/>
                      </a:moveTo>
                      <a:cubicBezTo>
                        <a:pt x="72100" y="159380"/>
                        <a:pt x="0" y="145466"/>
                        <a:pt x="0" y="115108"/>
                      </a:cubicBezTo>
                      <a:lnTo>
                        <a:pt x="0" y="77160"/>
                      </a:lnTo>
                      <a:lnTo>
                        <a:pt x="18974" y="77160"/>
                      </a:lnTo>
                      <a:lnTo>
                        <a:pt x="18974" y="115108"/>
                      </a:lnTo>
                      <a:cubicBezTo>
                        <a:pt x="19606" y="122697"/>
                        <a:pt x="60716" y="140406"/>
                        <a:pt x="138509" y="140406"/>
                      </a:cubicBezTo>
                      <a:cubicBezTo>
                        <a:pt x="216301" y="140406"/>
                        <a:pt x="257411" y="122697"/>
                        <a:pt x="258044" y="115108"/>
                      </a:cubicBezTo>
                      <a:lnTo>
                        <a:pt x="258044" y="0"/>
                      </a:lnTo>
                      <a:lnTo>
                        <a:pt x="277017" y="0"/>
                      </a:lnTo>
                      <a:lnTo>
                        <a:pt x="277017" y="115740"/>
                      </a:lnTo>
                      <a:cubicBezTo>
                        <a:pt x="276385" y="145466"/>
                        <a:pt x="204917" y="159380"/>
                        <a:pt x="138509" y="159380"/>
                      </a:cubicBezTo>
                      <a:close/>
                    </a:path>
                  </a:pathLst>
                </a:custGeom>
                <a:grpFill/>
                <a:ln w="6271" cap="flat">
                  <a:noFill/>
                  <a:prstDash val="solid"/>
                  <a:miter/>
                </a:ln>
              </p:spPr>
              <p:txBody>
                <a:bodyPr rtlCol="0" anchor="ctr"/>
                <a:lstStyle/>
                <a:p>
                  <a:endParaRPr lang="en-US"/>
                </a:p>
              </p:txBody>
            </p:sp>
          </p:grpSp>
          <p:sp>
            <p:nvSpPr>
              <p:cNvPr id="1564" name="Picture Placeholder 108">
                <a:extLst>
                  <a:ext uri="{FF2B5EF4-FFF2-40B4-BE49-F238E27FC236}">
                    <a16:creationId xmlns:a16="http://schemas.microsoft.com/office/drawing/2014/main" id="{3E57FFCF-201A-C803-8B6B-C90A76B37054}"/>
                  </a:ext>
                </a:extLst>
              </p:cNvPr>
              <p:cNvSpPr/>
              <p:nvPr/>
            </p:nvSpPr>
            <p:spPr>
              <a:xfrm>
                <a:off x="10023331" y="4508734"/>
                <a:ext cx="18973" cy="278282"/>
              </a:xfrm>
              <a:custGeom>
                <a:avLst/>
                <a:gdLst>
                  <a:gd name="connsiteX0" fmla="*/ 0 w 18973"/>
                  <a:gd name="connsiteY0" fmla="*/ 0 h 278282"/>
                  <a:gd name="connsiteX1" fmla="*/ 18974 w 18973"/>
                  <a:gd name="connsiteY1" fmla="*/ 0 h 278282"/>
                  <a:gd name="connsiteX2" fmla="*/ 18974 w 18973"/>
                  <a:gd name="connsiteY2" fmla="*/ 278282 h 278282"/>
                  <a:gd name="connsiteX3" fmla="*/ 0 w 18973"/>
                  <a:gd name="connsiteY3" fmla="*/ 278282 h 278282"/>
                </a:gdLst>
                <a:ahLst/>
                <a:cxnLst>
                  <a:cxn ang="0">
                    <a:pos x="connsiteX0" y="connsiteY0"/>
                  </a:cxn>
                  <a:cxn ang="0">
                    <a:pos x="connsiteX1" y="connsiteY1"/>
                  </a:cxn>
                  <a:cxn ang="0">
                    <a:pos x="connsiteX2" y="connsiteY2"/>
                  </a:cxn>
                  <a:cxn ang="0">
                    <a:pos x="connsiteX3" y="connsiteY3"/>
                  </a:cxn>
                </a:cxnLst>
                <a:rect l="l" t="t" r="r" b="b"/>
                <a:pathLst>
                  <a:path w="18973" h="278282">
                    <a:moveTo>
                      <a:pt x="0" y="0"/>
                    </a:moveTo>
                    <a:lnTo>
                      <a:pt x="18974" y="0"/>
                    </a:lnTo>
                    <a:lnTo>
                      <a:pt x="18974" y="278282"/>
                    </a:lnTo>
                    <a:lnTo>
                      <a:pt x="0" y="278282"/>
                    </a:lnTo>
                    <a:close/>
                  </a:path>
                </a:pathLst>
              </a:custGeom>
              <a:grpFill/>
              <a:ln w="6271" cap="flat">
                <a:noFill/>
                <a:prstDash val="solid"/>
                <a:miter/>
              </a:ln>
            </p:spPr>
            <p:txBody>
              <a:bodyPr rtlCol="0" anchor="ctr"/>
              <a:lstStyle/>
              <a:p>
                <a:endParaRPr lang="en-US"/>
              </a:p>
            </p:txBody>
          </p:sp>
        </p:grpSp>
        <p:grpSp>
          <p:nvGrpSpPr>
            <p:cNvPr id="1557" name="Picture Placeholder 108">
              <a:extLst>
                <a:ext uri="{FF2B5EF4-FFF2-40B4-BE49-F238E27FC236}">
                  <a16:creationId xmlns:a16="http://schemas.microsoft.com/office/drawing/2014/main" id="{5592FD0A-ED54-279B-930A-4E04FFAF9221}"/>
                </a:ext>
              </a:extLst>
            </p:cNvPr>
            <p:cNvGrpSpPr/>
            <p:nvPr/>
          </p:nvGrpSpPr>
          <p:grpSpPr>
            <a:xfrm>
              <a:off x="10081517" y="4643448"/>
              <a:ext cx="277017" cy="328246"/>
              <a:chOff x="10081517" y="4643448"/>
              <a:chExt cx="277017" cy="328246"/>
            </a:xfrm>
            <a:grpFill/>
          </p:grpSpPr>
          <p:sp>
            <p:nvSpPr>
              <p:cNvPr id="1558" name="Picture Placeholder 108">
                <a:extLst>
                  <a:ext uri="{FF2B5EF4-FFF2-40B4-BE49-F238E27FC236}">
                    <a16:creationId xmlns:a16="http://schemas.microsoft.com/office/drawing/2014/main" id="{E471FCD2-BB88-EBF4-312D-E105EC8F09F5}"/>
                  </a:ext>
                </a:extLst>
              </p:cNvPr>
              <p:cNvSpPr/>
              <p:nvPr/>
            </p:nvSpPr>
            <p:spPr>
              <a:xfrm>
                <a:off x="10081517" y="4643448"/>
                <a:ext cx="277017" cy="85382"/>
              </a:xfrm>
              <a:custGeom>
                <a:avLst/>
                <a:gdLst>
                  <a:gd name="connsiteX0" fmla="*/ 138509 w 277017"/>
                  <a:gd name="connsiteY0" fmla="*/ 85382 h 85382"/>
                  <a:gd name="connsiteX1" fmla="*/ 0 w 277017"/>
                  <a:gd name="connsiteY1" fmla="*/ 41110 h 85382"/>
                  <a:gd name="connsiteX2" fmla="*/ 84750 w 277017"/>
                  <a:gd name="connsiteY2" fmla="*/ 0 h 85382"/>
                  <a:gd name="connsiteX3" fmla="*/ 87279 w 277017"/>
                  <a:gd name="connsiteY3" fmla="*/ 18974 h 85382"/>
                  <a:gd name="connsiteX4" fmla="*/ 18974 w 277017"/>
                  <a:gd name="connsiteY4" fmla="*/ 41110 h 85382"/>
                  <a:gd name="connsiteX5" fmla="*/ 138509 w 277017"/>
                  <a:gd name="connsiteY5" fmla="*/ 66408 h 85382"/>
                  <a:gd name="connsiteX6" fmla="*/ 258044 w 277017"/>
                  <a:gd name="connsiteY6" fmla="*/ 41110 h 85382"/>
                  <a:gd name="connsiteX7" fmla="*/ 199225 w 277017"/>
                  <a:gd name="connsiteY7" fmla="*/ 20239 h 85382"/>
                  <a:gd name="connsiteX8" fmla="*/ 201755 w 277017"/>
                  <a:gd name="connsiteY8" fmla="*/ 1265 h 85382"/>
                  <a:gd name="connsiteX9" fmla="*/ 277017 w 277017"/>
                  <a:gd name="connsiteY9" fmla="*/ 41110 h 85382"/>
                  <a:gd name="connsiteX10" fmla="*/ 138509 w 277017"/>
                  <a:gd name="connsiteY10" fmla="*/ 85382 h 8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017" h="85382">
                    <a:moveTo>
                      <a:pt x="138509" y="85382"/>
                    </a:moveTo>
                    <a:cubicBezTo>
                      <a:pt x="72100" y="85382"/>
                      <a:pt x="0" y="71468"/>
                      <a:pt x="0" y="41110"/>
                    </a:cubicBezTo>
                    <a:cubicBezTo>
                      <a:pt x="0" y="14547"/>
                      <a:pt x="53127" y="3795"/>
                      <a:pt x="84750" y="0"/>
                    </a:cubicBezTo>
                    <a:lnTo>
                      <a:pt x="87279" y="18974"/>
                    </a:lnTo>
                    <a:cubicBezTo>
                      <a:pt x="36683" y="25298"/>
                      <a:pt x="19606" y="37315"/>
                      <a:pt x="18974" y="41110"/>
                    </a:cubicBezTo>
                    <a:cubicBezTo>
                      <a:pt x="19606" y="48699"/>
                      <a:pt x="60716" y="66408"/>
                      <a:pt x="138509" y="66408"/>
                    </a:cubicBezTo>
                    <a:cubicBezTo>
                      <a:pt x="216301" y="66408"/>
                      <a:pt x="257411" y="48699"/>
                      <a:pt x="258044" y="41110"/>
                    </a:cubicBezTo>
                    <a:cubicBezTo>
                      <a:pt x="258044" y="37948"/>
                      <a:pt x="243497" y="26563"/>
                      <a:pt x="199225" y="20239"/>
                    </a:cubicBezTo>
                    <a:lnTo>
                      <a:pt x="201755" y="1265"/>
                    </a:lnTo>
                    <a:cubicBezTo>
                      <a:pt x="235908" y="6325"/>
                      <a:pt x="277017" y="17076"/>
                      <a:pt x="277017" y="41110"/>
                    </a:cubicBezTo>
                    <a:cubicBezTo>
                      <a:pt x="276385" y="71468"/>
                      <a:pt x="204917" y="85382"/>
                      <a:pt x="138509" y="85382"/>
                    </a:cubicBezTo>
                    <a:close/>
                  </a:path>
                </a:pathLst>
              </a:custGeom>
              <a:grpFill/>
              <a:ln w="6271" cap="flat">
                <a:noFill/>
                <a:prstDash val="solid"/>
                <a:miter/>
              </a:ln>
            </p:spPr>
            <p:txBody>
              <a:bodyPr rtlCol="0" anchor="ctr"/>
              <a:lstStyle/>
              <a:p>
                <a:endParaRPr lang="en-US"/>
              </a:p>
            </p:txBody>
          </p:sp>
          <p:sp>
            <p:nvSpPr>
              <p:cNvPr id="1559" name="Picture Placeholder 108">
                <a:extLst>
                  <a:ext uri="{FF2B5EF4-FFF2-40B4-BE49-F238E27FC236}">
                    <a16:creationId xmlns:a16="http://schemas.microsoft.com/office/drawing/2014/main" id="{DAE3E073-8076-F19C-AA82-3EF29697B27F}"/>
                  </a:ext>
                </a:extLst>
              </p:cNvPr>
              <p:cNvSpPr/>
              <p:nvPr/>
            </p:nvSpPr>
            <p:spPr>
              <a:xfrm>
                <a:off x="10081517" y="4721873"/>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a:p>
            </p:txBody>
          </p:sp>
          <p:sp>
            <p:nvSpPr>
              <p:cNvPr id="1560" name="Picture Placeholder 108">
                <a:extLst>
                  <a:ext uri="{FF2B5EF4-FFF2-40B4-BE49-F238E27FC236}">
                    <a16:creationId xmlns:a16="http://schemas.microsoft.com/office/drawing/2014/main" id="{60AD8E00-3408-3D18-1B00-C8B41BF22469}"/>
                  </a:ext>
                </a:extLst>
              </p:cNvPr>
              <p:cNvSpPr/>
              <p:nvPr/>
            </p:nvSpPr>
            <p:spPr>
              <a:xfrm>
                <a:off x="10081517" y="4805991"/>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a:p>
            </p:txBody>
          </p:sp>
          <p:sp>
            <p:nvSpPr>
              <p:cNvPr id="1561" name="Picture Placeholder 108">
                <a:extLst>
                  <a:ext uri="{FF2B5EF4-FFF2-40B4-BE49-F238E27FC236}">
                    <a16:creationId xmlns:a16="http://schemas.microsoft.com/office/drawing/2014/main" id="{66705831-750B-23F4-1ACA-2694384A353A}"/>
                  </a:ext>
                </a:extLst>
              </p:cNvPr>
              <p:cNvSpPr/>
              <p:nvPr/>
            </p:nvSpPr>
            <p:spPr>
              <a:xfrm>
                <a:off x="10081517" y="4889475"/>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938"/>
                      <a:pt x="204917" y="82220"/>
                      <a:pt x="138509" y="82220"/>
                    </a:cubicBezTo>
                    <a:close/>
                  </a:path>
                </a:pathLst>
              </a:custGeom>
              <a:grpFill/>
              <a:ln w="6271" cap="flat">
                <a:noFill/>
                <a:prstDash val="solid"/>
                <a:miter/>
              </a:ln>
            </p:spPr>
            <p:txBody>
              <a:bodyPr rtlCol="0" anchor="ctr"/>
              <a:lstStyle/>
              <a:p>
                <a:endParaRPr lang="en-US"/>
              </a:p>
            </p:txBody>
          </p:sp>
          <p:sp>
            <p:nvSpPr>
              <p:cNvPr id="1562" name="Picture Placeholder 108">
                <a:extLst>
                  <a:ext uri="{FF2B5EF4-FFF2-40B4-BE49-F238E27FC236}">
                    <a16:creationId xmlns:a16="http://schemas.microsoft.com/office/drawing/2014/main" id="{AFBCD384-3D1F-CDF2-4C6B-FD306C386FC5}"/>
                  </a:ext>
                </a:extLst>
              </p:cNvPr>
              <p:cNvSpPr/>
              <p:nvPr/>
            </p:nvSpPr>
            <p:spPr>
              <a:xfrm>
                <a:off x="10338928" y="4684558"/>
                <a:ext cx="18973" cy="242864"/>
              </a:xfrm>
              <a:custGeom>
                <a:avLst/>
                <a:gdLst>
                  <a:gd name="connsiteX0" fmla="*/ 0 w 18973"/>
                  <a:gd name="connsiteY0" fmla="*/ 0 h 242864"/>
                  <a:gd name="connsiteX1" fmla="*/ 18974 w 18973"/>
                  <a:gd name="connsiteY1" fmla="*/ 0 h 242864"/>
                  <a:gd name="connsiteX2" fmla="*/ 18974 w 18973"/>
                  <a:gd name="connsiteY2" fmla="*/ 242865 h 242864"/>
                  <a:gd name="connsiteX3" fmla="*/ 0 w 18973"/>
                  <a:gd name="connsiteY3" fmla="*/ 242865 h 242864"/>
                </a:gdLst>
                <a:ahLst/>
                <a:cxnLst>
                  <a:cxn ang="0">
                    <a:pos x="connsiteX0" y="connsiteY0"/>
                  </a:cxn>
                  <a:cxn ang="0">
                    <a:pos x="connsiteX1" y="connsiteY1"/>
                  </a:cxn>
                  <a:cxn ang="0">
                    <a:pos x="connsiteX2" y="connsiteY2"/>
                  </a:cxn>
                  <a:cxn ang="0">
                    <a:pos x="connsiteX3" y="connsiteY3"/>
                  </a:cxn>
                </a:cxnLst>
                <a:rect l="l" t="t" r="r" b="b"/>
                <a:pathLst>
                  <a:path w="18973" h="242864">
                    <a:moveTo>
                      <a:pt x="0" y="0"/>
                    </a:moveTo>
                    <a:lnTo>
                      <a:pt x="18974" y="0"/>
                    </a:lnTo>
                    <a:lnTo>
                      <a:pt x="18974" y="242865"/>
                    </a:lnTo>
                    <a:lnTo>
                      <a:pt x="0" y="242865"/>
                    </a:lnTo>
                    <a:close/>
                  </a:path>
                </a:pathLst>
              </a:custGeom>
              <a:grpFill/>
              <a:ln w="6271" cap="flat">
                <a:noFill/>
                <a:prstDash val="solid"/>
                <a:miter/>
              </a:ln>
            </p:spPr>
            <p:txBody>
              <a:bodyPr rtlCol="0" anchor="ctr"/>
              <a:lstStyle/>
              <a:p>
                <a:endParaRPr lang="en-US"/>
              </a:p>
            </p:txBody>
          </p:sp>
        </p:grpSp>
      </p:grpSp>
      <p:cxnSp>
        <p:nvCxnSpPr>
          <p:cNvPr id="1573" name="Straight Connector 1572">
            <a:extLst>
              <a:ext uri="{FF2B5EF4-FFF2-40B4-BE49-F238E27FC236}">
                <a16:creationId xmlns:a16="http://schemas.microsoft.com/office/drawing/2014/main" id="{54B0A83F-7413-30B1-CA38-681F11CEF3FF}"/>
              </a:ext>
            </a:extLst>
          </p:cNvPr>
          <p:cNvCxnSpPr>
            <a:cxnSpLocks/>
          </p:cNvCxnSpPr>
          <p:nvPr/>
        </p:nvCxnSpPr>
        <p:spPr bwMode="gray">
          <a:xfrm>
            <a:off x="5214566" y="2004285"/>
            <a:ext cx="0" cy="900312"/>
          </a:xfrm>
          <a:prstGeom prst="line">
            <a:avLst/>
          </a:prstGeom>
          <a:ln w="25400">
            <a:solidFill>
              <a:schemeClr val="accent2"/>
            </a:solidFill>
            <a:prstDash val="solid"/>
            <a:miter lim="800000"/>
            <a:tailEnd type="none"/>
          </a:ln>
        </p:spPr>
        <p:style>
          <a:lnRef idx="1">
            <a:schemeClr val="accent1"/>
          </a:lnRef>
          <a:fillRef idx="0">
            <a:schemeClr val="accent1"/>
          </a:fillRef>
          <a:effectRef idx="0">
            <a:schemeClr val="accent1"/>
          </a:effectRef>
          <a:fontRef idx="minor">
            <a:schemeClr val="tx1"/>
          </a:fontRef>
        </p:style>
      </p:cxnSp>
      <p:cxnSp>
        <p:nvCxnSpPr>
          <p:cNvPr id="1575" name="Straight Connector 1574">
            <a:extLst>
              <a:ext uri="{FF2B5EF4-FFF2-40B4-BE49-F238E27FC236}">
                <a16:creationId xmlns:a16="http://schemas.microsoft.com/office/drawing/2014/main" id="{4D5C141B-FA42-A7EB-4F4F-5F0EF1DE1802}"/>
              </a:ext>
            </a:extLst>
          </p:cNvPr>
          <p:cNvCxnSpPr>
            <a:cxnSpLocks/>
          </p:cNvCxnSpPr>
          <p:nvPr/>
        </p:nvCxnSpPr>
        <p:spPr bwMode="gray">
          <a:xfrm>
            <a:off x="4972050" y="5150276"/>
            <a:ext cx="540705"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1576" name="Straight Connector 1575">
            <a:extLst>
              <a:ext uri="{FF2B5EF4-FFF2-40B4-BE49-F238E27FC236}">
                <a16:creationId xmlns:a16="http://schemas.microsoft.com/office/drawing/2014/main" id="{94797182-C610-438E-0801-7A51300DB42D}"/>
              </a:ext>
            </a:extLst>
          </p:cNvPr>
          <p:cNvCxnSpPr>
            <a:cxnSpLocks/>
          </p:cNvCxnSpPr>
          <p:nvPr/>
        </p:nvCxnSpPr>
        <p:spPr bwMode="gray">
          <a:xfrm>
            <a:off x="5214566" y="2004285"/>
            <a:ext cx="208334"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77" name="Straight Connector 1576">
            <a:extLst>
              <a:ext uri="{FF2B5EF4-FFF2-40B4-BE49-F238E27FC236}">
                <a16:creationId xmlns:a16="http://schemas.microsoft.com/office/drawing/2014/main" id="{EBC55BC4-D8AF-DECD-A125-30D043FCE8DD}"/>
              </a:ext>
            </a:extLst>
          </p:cNvPr>
          <p:cNvCxnSpPr>
            <a:cxnSpLocks/>
          </p:cNvCxnSpPr>
          <p:nvPr/>
        </p:nvCxnSpPr>
        <p:spPr bwMode="gray">
          <a:xfrm>
            <a:off x="5006232" y="2004285"/>
            <a:ext cx="208334"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79" name="Straight Connector 1578">
            <a:extLst>
              <a:ext uri="{FF2B5EF4-FFF2-40B4-BE49-F238E27FC236}">
                <a16:creationId xmlns:a16="http://schemas.microsoft.com/office/drawing/2014/main" id="{B5716BD6-C7E8-DD0F-207C-88FCBDC1CB22}"/>
              </a:ext>
            </a:extLst>
          </p:cNvPr>
          <p:cNvCxnSpPr>
            <a:cxnSpLocks/>
          </p:cNvCxnSpPr>
          <p:nvPr/>
        </p:nvCxnSpPr>
        <p:spPr bwMode="gray">
          <a:xfrm>
            <a:off x="5214566" y="5851232"/>
            <a:ext cx="298189"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1580" name="Rectangle 1579">
            <a:extLst>
              <a:ext uri="{FF2B5EF4-FFF2-40B4-BE49-F238E27FC236}">
                <a16:creationId xmlns:a16="http://schemas.microsoft.com/office/drawing/2014/main" id="{3DECA408-6DC9-C59E-5F32-C10CA2B6D5FA}"/>
              </a:ext>
            </a:extLst>
          </p:cNvPr>
          <p:cNvSpPr/>
          <p:nvPr/>
        </p:nvSpPr>
        <p:spPr>
          <a:xfrm>
            <a:off x="2516567" y="1595390"/>
            <a:ext cx="2399809" cy="817790"/>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000" dirty="0">
              <a:solidFill>
                <a:schemeClr val="bg1"/>
              </a:solidFill>
            </a:endParaRPr>
          </a:p>
        </p:txBody>
      </p:sp>
      <p:sp>
        <p:nvSpPr>
          <p:cNvPr id="1581" name="Rectangle 1580">
            <a:extLst>
              <a:ext uri="{FF2B5EF4-FFF2-40B4-BE49-F238E27FC236}">
                <a16:creationId xmlns:a16="http://schemas.microsoft.com/office/drawing/2014/main" id="{6A8D60F6-A9C5-6A74-8704-CA22EEB7F49A}"/>
              </a:ext>
            </a:extLst>
          </p:cNvPr>
          <p:cNvSpPr/>
          <p:nvPr/>
        </p:nvSpPr>
        <p:spPr bwMode="gray">
          <a:xfrm>
            <a:off x="2516567" y="1595390"/>
            <a:ext cx="2399810" cy="278135"/>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solidFill>
                  <a:schemeClr val="bg1"/>
                </a:solidFill>
              </a:rPr>
              <a:t>vSAN compression (pre-9.1)</a:t>
            </a:r>
          </a:p>
        </p:txBody>
      </p:sp>
      <p:sp>
        <p:nvSpPr>
          <p:cNvPr id="1583" name="Rectangle 1582">
            <a:extLst>
              <a:ext uri="{FF2B5EF4-FFF2-40B4-BE49-F238E27FC236}">
                <a16:creationId xmlns:a16="http://schemas.microsoft.com/office/drawing/2014/main" id="{29AFDA89-A467-5BCE-5299-FDF162E727A4}"/>
              </a:ext>
            </a:extLst>
          </p:cNvPr>
          <p:cNvSpPr/>
          <p:nvPr/>
        </p:nvSpPr>
        <p:spPr>
          <a:xfrm>
            <a:off x="5513620" y="1595390"/>
            <a:ext cx="2399809" cy="817790"/>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000" dirty="0">
              <a:solidFill>
                <a:schemeClr val="bg1"/>
              </a:solidFill>
            </a:endParaRPr>
          </a:p>
        </p:txBody>
      </p:sp>
      <p:sp>
        <p:nvSpPr>
          <p:cNvPr id="1584" name="Rectangle 1583">
            <a:extLst>
              <a:ext uri="{FF2B5EF4-FFF2-40B4-BE49-F238E27FC236}">
                <a16:creationId xmlns:a16="http://schemas.microsoft.com/office/drawing/2014/main" id="{17897F01-D32A-C833-5506-4DE33248D3ED}"/>
              </a:ext>
            </a:extLst>
          </p:cNvPr>
          <p:cNvSpPr/>
          <p:nvPr/>
        </p:nvSpPr>
        <p:spPr bwMode="gray">
          <a:xfrm>
            <a:off x="5513620" y="1595390"/>
            <a:ext cx="2399810" cy="278135"/>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solidFill>
                  <a:schemeClr val="bg1"/>
                </a:solidFill>
              </a:rPr>
              <a:t>vSAN compression (9.1)</a:t>
            </a:r>
          </a:p>
        </p:txBody>
      </p:sp>
      <p:sp>
        <p:nvSpPr>
          <p:cNvPr id="1588" name="TextBox 1587">
            <a:extLst>
              <a:ext uri="{FF2B5EF4-FFF2-40B4-BE49-F238E27FC236}">
                <a16:creationId xmlns:a16="http://schemas.microsoft.com/office/drawing/2014/main" id="{06FE3F81-5655-9F9F-1CCB-EC120753DC5B}"/>
              </a:ext>
            </a:extLst>
          </p:cNvPr>
          <p:cNvSpPr txBox="1"/>
          <p:nvPr/>
        </p:nvSpPr>
        <p:spPr>
          <a:xfrm>
            <a:off x="5597992" y="5751293"/>
            <a:ext cx="2007753" cy="369332"/>
          </a:xfrm>
          <a:prstGeom prst="rect">
            <a:avLst/>
          </a:prstGeom>
          <a:noFill/>
        </p:spPr>
        <p:txBody>
          <a:bodyPr wrap="square" lIns="0" tIns="0" rIns="0" bIns="0">
            <a:spAutoFit/>
          </a:bodyPr>
          <a:lstStyle/>
          <a:p>
            <a:r>
              <a:rPr lang="en-US" sz="1200" dirty="0"/>
              <a:t>Deduplication at a later time</a:t>
            </a:r>
          </a:p>
          <a:p>
            <a:r>
              <a:rPr lang="en-US" sz="1200" dirty="0"/>
              <a:t>(post process)</a:t>
            </a:r>
          </a:p>
        </p:txBody>
      </p:sp>
      <p:sp>
        <p:nvSpPr>
          <p:cNvPr id="1589" name="TextBox 1588">
            <a:extLst>
              <a:ext uri="{FF2B5EF4-FFF2-40B4-BE49-F238E27FC236}">
                <a16:creationId xmlns:a16="http://schemas.microsoft.com/office/drawing/2014/main" id="{80D14603-E38C-F082-BB9E-35696AE217F7}"/>
              </a:ext>
            </a:extLst>
          </p:cNvPr>
          <p:cNvSpPr txBox="1"/>
          <p:nvPr/>
        </p:nvSpPr>
        <p:spPr>
          <a:xfrm>
            <a:off x="5597992" y="5026972"/>
            <a:ext cx="2399809" cy="369332"/>
          </a:xfrm>
          <a:prstGeom prst="rect">
            <a:avLst/>
          </a:prstGeom>
          <a:noFill/>
        </p:spPr>
        <p:txBody>
          <a:bodyPr wrap="square" lIns="0" tIns="0" rIns="0" bIns="0">
            <a:spAutoFit/>
          </a:bodyPr>
          <a:lstStyle/>
          <a:p>
            <a:r>
              <a:rPr lang="en-US" sz="1200" dirty="0"/>
              <a:t>Algorithm tuned for best balance of compression and CPU utilization</a:t>
            </a:r>
          </a:p>
        </p:txBody>
      </p:sp>
      <p:sp>
        <p:nvSpPr>
          <p:cNvPr id="1590" name="TextBox 1589">
            <a:extLst>
              <a:ext uri="{FF2B5EF4-FFF2-40B4-BE49-F238E27FC236}">
                <a16:creationId xmlns:a16="http://schemas.microsoft.com/office/drawing/2014/main" id="{A8F3068C-9225-EC56-40AD-E8C1689B6DDB}"/>
              </a:ext>
            </a:extLst>
          </p:cNvPr>
          <p:cNvSpPr txBox="1"/>
          <p:nvPr/>
        </p:nvSpPr>
        <p:spPr>
          <a:xfrm>
            <a:off x="5995690" y="3347309"/>
            <a:ext cx="842496" cy="184666"/>
          </a:xfrm>
          <a:prstGeom prst="rect">
            <a:avLst/>
          </a:prstGeom>
          <a:noFill/>
        </p:spPr>
        <p:txBody>
          <a:bodyPr wrap="square" lIns="0" tIns="0" rIns="0" bIns="0">
            <a:spAutoFit/>
          </a:bodyPr>
          <a:lstStyle/>
          <a:p>
            <a:r>
              <a:rPr lang="en-US" sz="1200" dirty="0">
                <a:solidFill>
                  <a:schemeClr val="accent2"/>
                </a:solidFill>
              </a:rPr>
              <a:t>4KB block</a:t>
            </a:r>
          </a:p>
        </p:txBody>
      </p:sp>
      <p:sp>
        <p:nvSpPr>
          <p:cNvPr id="1591" name="TextBox 1590">
            <a:extLst>
              <a:ext uri="{FF2B5EF4-FFF2-40B4-BE49-F238E27FC236}">
                <a16:creationId xmlns:a16="http://schemas.microsoft.com/office/drawing/2014/main" id="{819F53B3-4ADE-9356-60CD-947054BDFAB6}"/>
              </a:ext>
            </a:extLst>
          </p:cNvPr>
          <p:cNvSpPr txBox="1"/>
          <p:nvPr/>
        </p:nvSpPr>
        <p:spPr>
          <a:xfrm>
            <a:off x="5953556" y="2827682"/>
            <a:ext cx="1468807" cy="184666"/>
          </a:xfrm>
          <a:prstGeom prst="rect">
            <a:avLst/>
          </a:prstGeom>
          <a:noFill/>
        </p:spPr>
        <p:txBody>
          <a:bodyPr wrap="square" lIns="0" tIns="0" rIns="0" bIns="0">
            <a:spAutoFit/>
          </a:bodyPr>
          <a:lstStyle/>
          <a:p>
            <a:r>
              <a:rPr lang="en-US" sz="1200" dirty="0"/>
              <a:t>Inline compression</a:t>
            </a:r>
          </a:p>
        </p:txBody>
      </p:sp>
      <p:sp>
        <p:nvSpPr>
          <p:cNvPr id="1592" name="TextBox 1591">
            <a:extLst>
              <a:ext uri="{FF2B5EF4-FFF2-40B4-BE49-F238E27FC236}">
                <a16:creationId xmlns:a16="http://schemas.microsoft.com/office/drawing/2014/main" id="{A150E3F3-EF9C-9270-8B77-8731219E0AC1}"/>
              </a:ext>
            </a:extLst>
          </p:cNvPr>
          <p:cNvSpPr txBox="1"/>
          <p:nvPr/>
        </p:nvSpPr>
        <p:spPr>
          <a:xfrm>
            <a:off x="895815" y="2755941"/>
            <a:ext cx="2399809" cy="553998"/>
          </a:xfrm>
          <a:prstGeom prst="rect">
            <a:avLst/>
          </a:prstGeom>
          <a:noFill/>
        </p:spPr>
        <p:txBody>
          <a:bodyPr wrap="square" lIns="0" tIns="0" rIns="0" bIns="0">
            <a:spAutoFit/>
          </a:bodyPr>
          <a:lstStyle/>
          <a:p>
            <a:r>
              <a:rPr lang="en-US" sz="1200" dirty="0"/>
              <a:t>Reduced network payload between hosts in vSAN cluster and from vSphere hosts mounting datastore</a:t>
            </a:r>
          </a:p>
        </p:txBody>
      </p:sp>
      <p:sp>
        <p:nvSpPr>
          <p:cNvPr id="1593" name="TextBox 1592">
            <a:extLst>
              <a:ext uri="{FF2B5EF4-FFF2-40B4-BE49-F238E27FC236}">
                <a16:creationId xmlns:a16="http://schemas.microsoft.com/office/drawing/2014/main" id="{5F5B29C4-B72A-4BAC-29B1-3D0C9F0A146A}"/>
              </a:ext>
            </a:extLst>
          </p:cNvPr>
          <p:cNvSpPr txBox="1"/>
          <p:nvPr/>
        </p:nvSpPr>
        <p:spPr>
          <a:xfrm>
            <a:off x="5786865" y="1926697"/>
            <a:ext cx="1853318" cy="407804"/>
          </a:xfrm>
          <a:prstGeom prst="rect">
            <a:avLst/>
          </a:prstGeom>
          <a:noFill/>
        </p:spPr>
        <p:txBody>
          <a:bodyPr wrap="square" lIns="0" tIns="0" rIns="0" bIns="0">
            <a:spAutoFit/>
          </a:bodyPr>
          <a:lstStyle/>
          <a:p>
            <a:pPr marL="171450" indent="-171450">
              <a:spcAft>
                <a:spcPts val="300"/>
              </a:spcAft>
              <a:buFont typeface="Arial" panose="020B0604020202020204" pitchFamily="34" charset="0"/>
              <a:buChar char="•"/>
            </a:pPr>
            <a:r>
              <a:rPr lang="en-US" sz="1200" dirty="0">
                <a:solidFill>
                  <a:schemeClr val="accent2"/>
                </a:solidFill>
              </a:rPr>
              <a:t>High data compression</a:t>
            </a:r>
          </a:p>
          <a:p>
            <a:pPr marL="171450" indent="-171450">
              <a:spcAft>
                <a:spcPts val="300"/>
              </a:spcAft>
              <a:buFont typeface="Arial" panose="020B0604020202020204" pitchFamily="34" charset="0"/>
              <a:buChar char="•"/>
            </a:pPr>
            <a:r>
              <a:rPr lang="en-US" sz="1200" dirty="0">
                <a:solidFill>
                  <a:schemeClr val="accent2"/>
                </a:solidFill>
              </a:rPr>
              <a:t>Tuned CPU usage</a:t>
            </a:r>
          </a:p>
        </p:txBody>
      </p:sp>
      <p:sp>
        <p:nvSpPr>
          <p:cNvPr id="1594" name="TextBox 1593">
            <a:extLst>
              <a:ext uri="{FF2B5EF4-FFF2-40B4-BE49-F238E27FC236}">
                <a16:creationId xmlns:a16="http://schemas.microsoft.com/office/drawing/2014/main" id="{BB1EEA7F-5438-6A15-1EC5-FB2D79DD2976}"/>
              </a:ext>
            </a:extLst>
          </p:cNvPr>
          <p:cNvSpPr txBox="1"/>
          <p:nvPr/>
        </p:nvSpPr>
        <p:spPr>
          <a:xfrm>
            <a:off x="2767756" y="1926697"/>
            <a:ext cx="1979825" cy="407804"/>
          </a:xfrm>
          <a:prstGeom prst="rect">
            <a:avLst/>
          </a:prstGeom>
          <a:noFill/>
        </p:spPr>
        <p:txBody>
          <a:bodyPr wrap="square" lIns="0" tIns="0" rIns="0" bIns="0">
            <a:spAutoFit/>
          </a:bodyPr>
          <a:lstStyle/>
          <a:p>
            <a:pPr marL="171450" indent="-171450">
              <a:spcAft>
                <a:spcPts val="300"/>
              </a:spcAft>
              <a:buFont typeface="Arial" panose="020B0604020202020204" pitchFamily="34" charset="0"/>
              <a:buChar char="•"/>
            </a:pPr>
            <a:r>
              <a:rPr lang="en-US" sz="1200" dirty="0">
                <a:solidFill>
                  <a:schemeClr val="accent2"/>
                </a:solidFill>
              </a:rPr>
              <a:t>Modest data compression</a:t>
            </a:r>
          </a:p>
          <a:p>
            <a:pPr marL="171450" indent="-171450">
              <a:spcAft>
                <a:spcPts val="300"/>
              </a:spcAft>
              <a:buFont typeface="Arial" panose="020B0604020202020204" pitchFamily="34" charset="0"/>
              <a:buChar char="•"/>
            </a:pPr>
            <a:r>
              <a:rPr lang="en-US" sz="1200" dirty="0">
                <a:solidFill>
                  <a:schemeClr val="accent2"/>
                </a:solidFill>
              </a:rPr>
              <a:t>Minimal CPU usage</a:t>
            </a:r>
          </a:p>
        </p:txBody>
      </p:sp>
      <p:sp>
        <p:nvSpPr>
          <p:cNvPr id="1586" name="Rectangle 1585">
            <a:extLst>
              <a:ext uri="{FF2B5EF4-FFF2-40B4-BE49-F238E27FC236}">
                <a16:creationId xmlns:a16="http://schemas.microsoft.com/office/drawing/2014/main" id="{625B3808-5AA5-81B0-BA56-C4539DE15790}"/>
              </a:ext>
            </a:extLst>
          </p:cNvPr>
          <p:cNvSpPr/>
          <p:nvPr/>
        </p:nvSpPr>
        <p:spPr bwMode="gray">
          <a:xfrm>
            <a:off x="2442517" y="1578059"/>
            <a:ext cx="2510590" cy="852452"/>
          </a:xfrm>
          <a:prstGeom prst="rect">
            <a:avLst/>
          </a:prstGeom>
          <a:solidFill>
            <a:schemeClr val="bg1">
              <a:alpha val="50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Tree>
    <p:extLst>
      <p:ext uri="{BB962C8B-B14F-4D97-AF65-F5344CB8AC3E}">
        <p14:creationId xmlns:p14="http://schemas.microsoft.com/office/powerpoint/2010/main" val="481768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68"/>
                                        </p:tgtEl>
                                        <p:attrNameLst>
                                          <p:attrName>style.visibility</p:attrName>
                                        </p:attrNameLst>
                                      </p:cBhvr>
                                      <p:to>
                                        <p:strVal val="visible"/>
                                      </p:to>
                                    </p:set>
                                    <p:animEffect transition="in" filter="fade">
                                      <p:cBhvr>
                                        <p:cTn id="7" dur="500"/>
                                        <p:tgtEl>
                                          <p:spTgt spid="1468"/>
                                        </p:tgtEl>
                                      </p:cBhvr>
                                    </p:animEffect>
                                  </p:childTnLst>
                                </p:cTn>
                              </p:par>
                              <p:par>
                                <p:cTn id="8" presetID="10" presetClass="entr" presetSubtype="0" fill="hold" nodeType="withEffect">
                                  <p:stCondLst>
                                    <p:cond delay="0"/>
                                  </p:stCondLst>
                                  <p:childTnLst>
                                    <p:set>
                                      <p:cBhvr>
                                        <p:cTn id="9" dur="1" fill="hold">
                                          <p:stCondLst>
                                            <p:cond delay="0"/>
                                          </p:stCondLst>
                                        </p:cTn>
                                        <p:tgtEl>
                                          <p:spTgt spid="1457"/>
                                        </p:tgtEl>
                                        <p:attrNameLst>
                                          <p:attrName>style.visibility</p:attrName>
                                        </p:attrNameLst>
                                      </p:cBhvr>
                                      <p:to>
                                        <p:strVal val="visible"/>
                                      </p:to>
                                    </p:set>
                                    <p:animEffect transition="in" filter="fade">
                                      <p:cBhvr>
                                        <p:cTn id="10" dur="500"/>
                                        <p:tgtEl>
                                          <p:spTgt spid="1457"/>
                                        </p:tgtEl>
                                      </p:cBhvr>
                                    </p:animEffect>
                                  </p:childTnLst>
                                </p:cTn>
                              </p:par>
                              <p:par>
                                <p:cTn id="11" presetID="10" presetClass="entr" presetSubtype="0" fill="hold" nodeType="withEffect">
                                  <p:stCondLst>
                                    <p:cond delay="0"/>
                                  </p:stCondLst>
                                  <p:childTnLst>
                                    <p:set>
                                      <p:cBhvr>
                                        <p:cTn id="12" dur="1" fill="hold">
                                          <p:stCondLst>
                                            <p:cond delay="0"/>
                                          </p:stCondLst>
                                        </p:cTn>
                                        <p:tgtEl>
                                          <p:spTgt spid="1481"/>
                                        </p:tgtEl>
                                        <p:attrNameLst>
                                          <p:attrName>style.visibility</p:attrName>
                                        </p:attrNameLst>
                                      </p:cBhvr>
                                      <p:to>
                                        <p:strVal val="visible"/>
                                      </p:to>
                                    </p:set>
                                    <p:animEffect transition="in" filter="fade">
                                      <p:cBhvr>
                                        <p:cTn id="13" dur="500"/>
                                        <p:tgtEl>
                                          <p:spTgt spid="148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490"/>
                                        </p:tgtEl>
                                        <p:attrNameLst>
                                          <p:attrName>style.visibility</p:attrName>
                                        </p:attrNameLst>
                                      </p:cBhvr>
                                      <p:to>
                                        <p:strVal val="visible"/>
                                      </p:to>
                                    </p:set>
                                    <p:animEffect transition="in" filter="fade">
                                      <p:cBhvr>
                                        <p:cTn id="16" dur="500"/>
                                        <p:tgtEl>
                                          <p:spTgt spid="149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466"/>
                                        </p:tgtEl>
                                        <p:attrNameLst>
                                          <p:attrName>style.visibility</p:attrName>
                                        </p:attrNameLst>
                                      </p:cBhvr>
                                      <p:to>
                                        <p:strVal val="visible"/>
                                      </p:to>
                                    </p:set>
                                    <p:animEffect transition="in" filter="fade">
                                      <p:cBhvr>
                                        <p:cTn id="19" dur="500"/>
                                        <p:tgtEl>
                                          <p:spTgt spid="1466"/>
                                        </p:tgtEl>
                                      </p:cBhvr>
                                    </p:animEffect>
                                  </p:childTnLst>
                                </p:cTn>
                              </p:par>
                              <p:par>
                                <p:cTn id="20" presetID="10" presetClass="entr" presetSubtype="0" fill="hold" nodeType="withEffect">
                                  <p:stCondLst>
                                    <p:cond delay="0"/>
                                  </p:stCondLst>
                                  <p:childTnLst>
                                    <p:set>
                                      <p:cBhvr>
                                        <p:cTn id="21" dur="1" fill="hold">
                                          <p:stCondLst>
                                            <p:cond delay="0"/>
                                          </p:stCondLst>
                                        </p:cTn>
                                        <p:tgtEl>
                                          <p:spTgt spid="1475"/>
                                        </p:tgtEl>
                                        <p:attrNameLst>
                                          <p:attrName>style.visibility</p:attrName>
                                        </p:attrNameLst>
                                      </p:cBhvr>
                                      <p:to>
                                        <p:strVal val="visible"/>
                                      </p:to>
                                    </p:set>
                                    <p:animEffect transition="in" filter="fade">
                                      <p:cBhvr>
                                        <p:cTn id="22" dur="500"/>
                                        <p:tgtEl>
                                          <p:spTgt spid="147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480"/>
                                        </p:tgtEl>
                                        <p:attrNameLst>
                                          <p:attrName>style.visibility</p:attrName>
                                        </p:attrNameLst>
                                      </p:cBhvr>
                                      <p:to>
                                        <p:strVal val="visible"/>
                                      </p:to>
                                    </p:set>
                                    <p:animEffect transition="in" filter="fade">
                                      <p:cBhvr>
                                        <p:cTn id="25" dur="500"/>
                                        <p:tgtEl>
                                          <p:spTgt spid="1480"/>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467"/>
                                        </p:tgtEl>
                                        <p:attrNameLst>
                                          <p:attrName>style.visibility</p:attrName>
                                        </p:attrNameLst>
                                      </p:cBhvr>
                                      <p:to>
                                        <p:strVal val="visible"/>
                                      </p:to>
                                    </p:set>
                                    <p:animEffect transition="in" filter="fade">
                                      <p:cBhvr>
                                        <p:cTn id="28" dur="500"/>
                                        <p:tgtEl>
                                          <p:spTgt spid="1467"/>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491"/>
                                        </p:tgtEl>
                                        <p:attrNameLst>
                                          <p:attrName>style.visibility</p:attrName>
                                        </p:attrNameLst>
                                      </p:cBhvr>
                                      <p:to>
                                        <p:strVal val="visible"/>
                                      </p:to>
                                    </p:set>
                                    <p:animEffect transition="in" filter="fade">
                                      <p:cBhvr>
                                        <p:cTn id="31" dur="500"/>
                                        <p:tgtEl>
                                          <p:spTgt spid="1491"/>
                                        </p:tgtEl>
                                      </p:cBhvr>
                                    </p:animEffect>
                                  </p:childTnLst>
                                </p:cTn>
                              </p:par>
                            </p:childTnLst>
                          </p:cTn>
                        </p:par>
                        <p:par>
                          <p:cTn id="32" fill="hold">
                            <p:stCondLst>
                              <p:cond delay="500"/>
                            </p:stCondLst>
                            <p:childTnLst>
                              <p:par>
                                <p:cTn id="33" presetID="10" presetClass="entr" presetSubtype="0" fill="hold" grpId="0" nodeType="afterEffect">
                                  <p:stCondLst>
                                    <p:cond delay="0"/>
                                  </p:stCondLst>
                                  <p:childTnLst>
                                    <p:set>
                                      <p:cBhvr>
                                        <p:cTn id="34" dur="1" fill="hold">
                                          <p:stCondLst>
                                            <p:cond delay="0"/>
                                          </p:stCondLst>
                                        </p:cTn>
                                        <p:tgtEl>
                                          <p:spTgt spid="1502"/>
                                        </p:tgtEl>
                                        <p:attrNameLst>
                                          <p:attrName>style.visibility</p:attrName>
                                        </p:attrNameLst>
                                      </p:cBhvr>
                                      <p:to>
                                        <p:strVal val="visible"/>
                                      </p:to>
                                    </p:set>
                                    <p:animEffect transition="in" filter="fade">
                                      <p:cBhvr>
                                        <p:cTn id="35" dur="500"/>
                                        <p:tgtEl>
                                          <p:spTgt spid="1502"/>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498"/>
                                        </p:tgtEl>
                                        <p:attrNameLst>
                                          <p:attrName>style.visibility</p:attrName>
                                        </p:attrNameLst>
                                      </p:cBhvr>
                                      <p:to>
                                        <p:strVal val="visible"/>
                                      </p:to>
                                    </p:set>
                                    <p:animEffect transition="in" filter="fade">
                                      <p:cBhvr>
                                        <p:cTn id="38" dur="500"/>
                                        <p:tgtEl>
                                          <p:spTgt spid="1498"/>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492"/>
                                        </p:tgtEl>
                                        <p:attrNameLst>
                                          <p:attrName>style.visibility</p:attrName>
                                        </p:attrNameLst>
                                      </p:cBhvr>
                                      <p:to>
                                        <p:strVal val="visible"/>
                                      </p:to>
                                    </p:set>
                                    <p:animEffect transition="in" filter="fade">
                                      <p:cBhvr>
                                        <p:cTn id="41" dur="500"/>
                                        <p:tgtEl>
                                          <p:spTgt spid="1492"/>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500"/>
                                        </p:tgtEl>
                                        <p:attrNameLst>
                                          <p:attrName>style.visibility</p:attrName>
                                        </p:attrNameLst>
                                      </p:cBhvr>
                                      <p:to>
                                        <p:strVal val="visible"/>
                                      </p:to>
                                    </p:set>
                                    <p:animEffect transition="in" filter="fade">
                                      <p:cBhvr>
                                        <p:cTn id="44" dur="500"/>
                                        <p:tgtEl>
                                          <p:spTgt spid="1500"/>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494"/>
                                        </p:tgtEl>
                                        <p:attrNameLst>
                                          <p:attrName>style.visibility</p:attrName>
                                        </p:attrNameLst>
                                      </p:cBhvr>
                                      <p:to>
                                        <p:strVal val="visible"/>
                                      </p:to>
                                    </p:set>
                                    <p:animEffect transition="in" filter="fade">
                                      <p:cBhvr>
                                        <p:cTn id="47" dur="500"/>
                                        <p:tgtEl>
                                          <p:spTgt spid="1494"/>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499"/>
                                        </p:tgtEl>
                                        <p:attrNameLst>
                                          <p:attrName>style.visibility</p:attrName>
                                        </p:attrNameLst>
                                      </p:cBhvr>
                                      <p:to>
                                        <p:strVal val="visible"/>
                                      </p:to>
                                    </p:set>
                                    <p:animEffect transition="in" filter="fade">
                                      <p:cBhvr>
                                        <p:cTn id="50" dur="500"/>
                                        <p:tgtEl>
                                          <p:spTgt spid="1499"/>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493"/>
                                        </p:tgtEl>
                                        <p:attrNameLst>
                                          <p:attrName>style.visibility</p:attrName>
                                        </p:attrNameLst>
                                      </p:cBhvr>
                                      <p:to>
                                        <p:strVal val="visible"/>
                                      </p:to>
                                    </p:set>
                                    <p:animEffect transition="in" filter="fade">
                                      <p:cBhvr>
                                        <p:cTn id="53" dur="500"/>
                                        <p:tgtEl>
                                          <p:spTgt spid="1493"/>
                                        </p:tgtEl>
                                      </p:cBhvr>
                                    </p:animEffect>
                                  </p:childTnLst>
                                </p:cTn>
                              </p:par>
                            </p:childTnLst>
                          </p:cTn>
                        </p:par>
                        <p:par>
                          <p:cTn id="54" fill="hold">
                            <p:stCondLst>
                              <p:cond delay="1000"/>
                            </p:stCondLst>
                            <p:childTnLst>
                              <p:par>
                                <p:cTn id="55" presetID="10" presetClass="entr" presetSubtype="0" fill="hold" grpId="0" nodeType="afterEffect">
                                  <p:stCondLst>
                                    <p:cond delay="0"/>
                                  </p:stCondLst>
                                  <p:childTnLst>
                                    <p:set>
                                      <p:cBhvr>
                                        <p:cTn id="56" dur="1" fill="hold">
                                          <p:stCondLst>
                                            <p:cond delay="0"/>
                                          </p:stCondLst>
                                        </p:cTn>
                                        <p:tgtEl>
                                          <p:spTgt spid="1503"/>
                                        </p:tgtEl>
                                        <p:attrNameLst>
                                          <p:attrName>style.visibility</p:attrName>
                                        </p:attrNameLst>
                                      </p:cBhvr>
                                      <p:to>
                                        <p:strVal val="visible"/>
                                      </p:to>
                                    </p:set>
                                    <p:animEffect transition="in" filter="fade">
                                      <p:cBhvr>
                                        <p:cTn id="57" dur="500"/>
                                        <p:tgtEl>
                                          <p:spTgt spid="1503"/>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501"/>
                                        </p:tgtEl>
                                        <p:attrNameLst>
                                          <p:attrName>style.visibility</p:attrName>
                                        </p:attrNameLst>
                                      </p:cBhvr>
                                      <p:to>
                                        <p:strVal val="visible"/>
                                      </p:to>
                                    </p:set>
                                    <p:animEffect transition="in" filter="fade">
                                      <p:cBhvr>
                                        <p:cTn id="60" dur="500"/>
                                        <p:tgtEl>
                                          <p:spTgt spid="1501"/>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495"/>
                                        </p:tgtEl>
                                        <p:attrNameLst>
                                          <p:attrName>style.visibility</p:attrName>
                                        </p:attrNameLst>
                                      </p:cBhvr>
                                      <p:to>
                                        <p:strVal val="visible"/>
                                      </p:to>
                                    </p:set>
                                    <p:animEffect transition="in" filter="fade">
                                      <p:cBhvr>
                                        <p:cTn id="63" dur="500"/>
                                        <p:tgtEl>
                                          <p:spTgt spid="1495"/>
                                        </p:tgtEl>
                                      </p:cBhvr>
                                    </p:animEffect>
                                  </p:childTnLst>
                                </p:cTn>
                              </p:par>
                            </p:childTnLst>
                          </p:cTn>
                        </p:par>
                        <p:par>
                          <p:cTn id="64" fill="hold">
                            <p:stCondLst>
                              <p:cond delay="1500"/>
                            </p:stCondLst>
                            <p:childTnLst>
                              <p:par>
                                <p:cTn id="65" presetID="1" presetClass="entr" presetSubtype="0" fill="hold" nodeType="afterEffect">
                                  <p:stCondLst>
                                    <p:cond delay="1500"/>
                                  </p:stCondLst>
                                  <p:childTnLst>
                                    <p:set>
                                      <p:cBhvr>
                                        <p:cTn id="66" dur="1" fill="hold">
                                          <p:stCondLst>
                                            <p:cond delay="0"/>
                                          </p:stCondLst>
                                        </p:cTn>
                                        <p:tgtEl>
                                          <p:spTgt spid="1507"/>
                                        </p:tgtEl>
                                        <p:attrNameLst>
                                          <p:attrName>style.visibility</p:attrName>
                                        </p:attrNameLst>
                                      </p:cBhvr>
                                      <p:to>
                                        <p:strVal val="visible"/>
                                      </p:to>
                                    </p:set>
                                  </p:childTnLst>
                                </p:cTn>
                              </p:par>
                            </p:childTnLst>
                          </p:cTn>
                        </p:par>
                        <p:par>
                          <p:cTn id="67" fill="hold">
                            <p:stCondLst>
                              <p:cond delay="3000"/>
                            </p:stCondLst>
                            <p:childTnLst>
                              <p:par>
                                <p:cTn id="68" presetID="22" presetClass="entr" presetSubtype="4" fill="hold" nodeType="afterEffect">
                                  <p:stCondLst>
                                    <p:cond delay="0"/>
                                  </p:stCondLst>
                                  <p:childTnLst>
                                    <p:set>
                                      <p:cBhvr>
                                        <p:cTn id="69" dur="1" fill="hold">
                                          <p:stCondLst>
                                            <p:cond delay="0"/>
                                          </p:stCondLst>
                                        </p:cTn>
                                        <p:tgtEl>
                                          <p:spTgt spid="1510"/>
                                        </p:tgtEl>
                                        <p:attrNameLst>
                                          <p:attrName>style.visibility</p:attrName>
                                        </p:attrNameLst>
                                      </p:cBhvr>
                                      <p:to>
                                        <p:strVal val="visible"/>
                                      </p:to>
                                    </p:set>
                                    <p:animEffect transition="in" filter="wipe(down)">
                                      <p:cBhvr>
                                        <p:cTn id="70" dur="500"/>
                                        <p:tgtEl>
                                          <p:spTgt spid="1510"/>
                                        </p:tgtEl>
                                      </p:cBhvr>
                                    </p:animEffect>
                                  </p:childTnLst>
                                </p:cTn>
                              </p:par>
                            </p:childTnLst>
                          </p:cTn>
                        </p:par>
                        <p:par>
                          <p:cTn id="71" fill="hold">
                            <p:stCondLst>
                              <p:cond delay="3500"/>
                            </p:stCondLst>
                            <p:childTnLst>
                              <p:par>
                                <p:cTn id="72" presetID="22" presetClass="entr" presetSubtype="4" fill="hold" nodeType="afterEffect">
                                  <p:stCondLst>
                                    <p:cond delay="0"/>
                                  </p:stCondLst>
                                  <p:childTnLst>
                                    <p:set>
                                      <p:cBhvr>
                                        <p:cTn id="73" dur="1" fill="hold">
                                          <p:stCondLst>
                                            <p:cond delay="0"/>
                                          </p:stCondLst>
                                        </p:cTn>
                                        <p:tgtEl>
                                          <p:spTgt spid="1573"/>
                                        </p:tgtEl>
                                        <p:attrNameLst>
                                          <p:attrName>style.visibility</p:attrName>
                                        </p:attrNameLst>
                                      </p:cBhvr>
                                      <p:to>
                                        <p:strVal val="visible"/>
                                      </p:to>
                                    </p:set>
                                    <p:animEffect transition="in" filter="wipe(down)">
                                      <p:cBhvr>
                                        <p:cTn id="74" dur="500"/>
                                        <p:tgtEl>
                                          <p:spTgt spid="1573"/>
                                        </p:tgtEl>
                                      </p:cBhvr>
                                    </p:animEffect>
                                  </p:childTnLst>
                                </p:cTn>
                              </p:par>
                            </p:childTnLst>
                          </p:cTn>
                        </p:par>
                        <p:par>
                          <p:cTn id="75" fill="hold">
                            <p:stCondLst>
                              <p:cond delay="4000"/>
                            </p:stCondLst>
                            <p:childTnLst>
                              <p:par>
                                <p:cTn id="76" presetID="22" presetClass="entr" presetSubtype="2" fill="hold" nodeType="afterEffect">
                                  <p:stCondLst>
                                    <p:cond delay="0"/>
                                  </p:stCondLst>
                                  <p:childTnLst>
                                    <p:set>
                                      <p:cBhvr>
                                        <p:cTn id="77" dur="1" fill="hold">
                                          <p:stCondLst>
                                            <p:cond delay="0"/>
                                          </p:stCondLst>
                                        </p:cTn>
                                        <p:tgtEl>
                                          <p:spTgt spid="1577"/>
                                        </p:tgtEl>
                                        <p:attrNameLst>
                                          <p:attrName>style.visibility</p:attrName>
                                        </p:attrNameLst>
                                      </p:cBhvr>
                                      <p:to>
                                        <p:strVal val="visible"/>
                                      </p:to>
                                    </p:set>
                                    <p:animEffect transition="in" filter="wipe(right)">
                                      <p:cBhvr>
                                        <p:cTn id="78" dur="250"/>
                                        <p:tgtEl>
                                          <p:spTgt spid="1577"/>
                                        </p:tgtEl>
                                      </p:cBhvr>
                                    </p:animEffect>
                                  </p:childTnLst>
                                </p:cTn>
                              </p:par>
                            </p:childTnLst>
                          </p:cTn>
                        </p:par>
                        <p:par>
                          <p:cTn id="79" fill="hold">
                            <p:stCondLst>
                              <p:cond delay="4250"/>
                            </p:stCondLst>
                            <p:childTnLst>
                              <p:par>
                                <p:cTn id="80" presetID="10" presetClass="entr" presetSubtype="0" fill="hold" grpId="0" nodeType="afterEffect">
                                  <p:stCondLst>
                                    <p:cond delay="0"/>
                                  </p:stCondLst>
                                  <p:childTnLst>
                                    <p:set>
                                      <p:cBhvr>
                                        <p:cTn id="81" dur="1" fill="hold">
                                          <p:stCondLst>
                                            <p:cond delay="0"/>
                                          </p:stCondLst>
                                        </p:cTn>
                                        <p:tgtEl>
                                          <p:spTgt spid="1580"/>
                                        </p:tgtEl>
                                        <p:attrNameLst>
                                          <p:attrName>style.visibility</p:attrName>
                                        </p:attrNameLst>
                                      </p:cBhvr>
                                      <p:to>
                                        <p:strVal val="visible"/>
                                      </p:to>
                                    </p:set>
                                    <p:animEffect transition="in" filter="fade">
                                      <p:cBhvr>
                                        <p:cTn id="82" dur="500"/>
                                        <p:tgtEl>
                                          <p:spTgt spid="1580"/>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1581"/>
                                        </p:tgtEl>
                                        <p:attrNameLst>
                                          <p:attrName>style.visibility</p:attrName>
                                        </p:attrNameLst>
                                      </p:cBhvr>
                                      <p:to>
                                        <p:strVal val="visible"/>
                                      </p:to>
                                    </p:set>
                                    <p:animEffect transition="in" filter="fade">
                                      <p:cBhvr>
                                        <p:cTn id="85" dur="500"/>
                                        <p:tgtEl>
                                          <p:spTgt spid="1581"/>
                                        </p:tgtEl>
                                      </p:cBhvr>
                                    </p:animEffect>
                                  </p:childTnLst>
                                </p:cTn>
                              </p:par>
                            </p:childTnLst>
                          </p:cTn>
                        </p:par>
                        <p:par>
                          <p:cTn id="86" fill="hold">
                            <p:stCondLst>
                              <p:cond delay="4750"/>
                            </p:stCondLst>
                            <p:childTnLst>
                              <p:par>
                                <p:cTn id="87" presetID="10" presetClass="entr" presetSubtype="0" fill="hold" grpId="0" nodeType="afterEffect">
                                  <p:stCondLst>
                                    <p:cond delay="0"/>
                                  </p:stCondLst>
                                  <p:childTnLst>
                                    <p:set>
                                      <p:cBhvr>
                                        <p:cTn id="88" dur="1" fill="hold">
                                          <p:stCondLst>
                                            <p:cond delay="0"/>
                                          </p:stCondLst>
                                        </p:cTn>
                                        <p:tgtEl>
                                          <p:spTgt spid="1594"/>
                                        </p:tgtEl>
                                        <p:attrNameLst>
                                          <p:attrName>style.visibility</p:attrName>
                                        </p:attrNameLst>
                                      </p:cBhvr>
                                      <p:to>
                                        <p:strVal val="visible"/>
                                      </p:to>
                                    </p:set>
                                    <p:animEffect transition="in" filter="fade">
                                      <p:cBhvr>
                                        <p:cTn id="89" dur="500"/>
                                        <p:tgtEl>
                                          <p:spTgt spid="1594"/>
                                        </p:tgtEl>
                                      </p:cBhvr>
                                    </p:animEffect>
                                  </p:childTnLst>
                                </p:cTn>
                              </p:par>
                            </p:childTnLst>
                          </p:cTn>
                        </p:par>
                        <p:par>
                          <p:cTn id="90" fill="hold">
                            <p:stCondLst>
                              <p:cond delay="5250"/>
                            </p:stCondLst>
                            <p:childTnLst>
                              <p:par>
                                <p:cTn id="91" presetID="10" presetClass="entr" presetSubtype="0" fill="hold" nodeType="afterEffect">
                                  <p:stCondLst>
                                    <p:cond delay="1500"/>
                                  </p:stCondLst>
                                  <p:childTnLst>
                                    <p:set>
                                      <p:cBhvr>
                                        <p:cTn id="92" dur="1" fill="hold">
                                          <p:stCondLst>
                                            <p:cond delay="0"/>
                                          </p:stCondLst>
                                        </p:cTn>
                                        <p:tgtEl>
                                          <p:spTgt spid="1456"/>
                                        </p:tgtEl>
                                        <p:attrNameLst>
                                          <p:attrName>style.visibility</p:attrName>
                                        </p:attrNameLst>
                                      </p:cBhvr>
                                      <p:to>
                                        <p:strVal val="visible"/>
                                      </p:to>
                                    </p:set>
                                    <p:animEffect transition="in" filter="fade">
                                      <p:cBhvr>
                                        <p:cTn id="93" dur="500"/>
                                        <p:tgtEl>
                                          <p:spTgt spid="1456"/>
                                        </p:tgtEl>
                                      </p:cBhvr>
                                    </p:animEffect>
                                  </p:childTnLst>
                                </p:cTn>
                              </p:par>
                            </p:childTnLst>
                          </p:cTn>
                        </p:par>
                        <p:par>
                          <p:cTn id="94" fill="hold">
                            <p:stCondLst>
                              <p:cond delay="7250"/>
                            </p:stCondLst>
                            <p:childTnLst>
                              <p:par>
                                <p:cTn id="95" presetID="10" presetClass="entr" presetSubtype="0" fill="hold" nodeType="afterEffect">
                                  <p:stCondLst>
                                    <p:cond delay="0"/>
                                  </p:stCondLst>
                                  <p:childTnLst>
                                    <p:set>
                                      <p:cBhvr>
                                        <p:cTn id="96" dur="1" fill="hold">
                                          <p:stCondLst>
                                            <p:cond delay="0"/>
                                          </p:stCondLst>
                                        </p:cTn>
                                        <p:tgtEl>
                                          <p:spTgt spid="1451"/>
                                        </p:tgtEl>
                                        <p:attrNameLst>
                                          <p:attrName>style.visibility</p:attrName>
                                        </p:attrNameLst>
                                      </p:cBhvr>
                                      <p:to>
                                        <p:strVal val="visible"/>
                                      </p:to>
                                    </p:set>
                                    <p:animEffect transition="in" filter="fade">
                                      <p:cBhvr>
                                        <p:cTn id="97" dur="500"/>
                                        <p:tgtEl>
                                          <p:spTgt spid="1451"/>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1515"/>
                                        </p:tgtEl>
                                        <p:attrNameLst>
                                          <p:attrName>style.visibility</p:attrName>
                                        </p:attrNameLst>
                                      </p:cBhvr>
                                      <p:to>
                                        <p:strVal val="visible"/>
                                      </p:to>
                                    </p:set>
                                    <p:animEffect transition="in" filter="fade">
                                      <p:cBhvr>
                                        <p:cTn id="100" dur="500"/>
                                        <p:tgtEl>
                                          <p:spTgt spid="1515"/>
                                        </p:tgtEl>
                                      </p:cBhvr>
                                    </p:animEffect>
                                  </p:childTnLst>
                                </p:cTn>
                              </p:par>
                              <p:par>
                                <p:cTn id="101" presetID="10" presetClass="entr" presetSubtype="0" fill="hold" nodeType="withEffect">
                                  <p:stCondLst>
                                    <p:cond delay="0"/>
                                  </p:stCondLst>
                                  <p:childTnLst>
                                    <p:set>
                                      <p:cBhvr>
                                        <p:cTn id="102" dur="1" fill="hold">
                                          <p:stCondLst>
                                            <p:cond delay="0"/>
                                          </p:stCondLst>
                                        </p:cTn>
                                        <p:tgtEl>
                                          <p:spTgt spid="1553"/>
                                        </p:tgtEl>
                                        <p:attrNameLst>
                                          <p:attrName>style.visibility</p:attrName>
                                        </p:attrNameLst>
                                      </p:cBhvr>
                                      <p:to>
                                        <p:strVal val="visible"/>
                                      </p:to>
                                    </p:set>
                                    <p:animEffect transition="in" filter="fade">
                                      <p:cBhvr>
                                        <p:cTn id="103" dur="500"/>
                                        <p:tgtEl>
                                          <p:spTgt spid="1553"/>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1516"/>
                                        </p:tgtEl>
                                        <p:attrNameLst>
                                          <p:attrName>style.visibility</p:attrName>
                                        </p:attrNameLst>
                                      </p:cBhvr>
                                      <p:to>
                                        <p:strVal val="visible"/>
                                      </p:to>
                                    </p:set>
                                    <p:animEffect transition="in" filter="fade">
                                      <p:cBhvr>
                                        <p:cTn id="106" dur="500"/>
                                        <p:tgtEl>
                                          <p:spTgt spid="1516"/>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1517"/>
                                        </p:tgtEl>
                                        <p:attrNameLst>
                                          <p:attrName>style.visibility</p:attrName>
                                        </p:attrNameLst>
                                      </p:cBhvr>
                                      <p:to>
                                        <p:strVal val="visible"/>
                                      </p:to>
                                    </p:set>
                                    <p:animEffect transition="in" filter="fade">
                                      <p:cBhvr>
                                        <p:cTn id="109" dur="500"/>
                                        <p:tgtEl>
                                          <p:spTgt spid="1517"/>
                                        </p:tgtEl>
                                      </p:cBhvr>
                                    </p:animEffect>
                                  </p:childTnLst>
                                </p:cTn>
                              </p:par>
                            </p:childTnLst>
                          </p:cTn>
                        </p:par>
                        <p:par>
                          <p:cTn id="110" fill="hold">
                            <p:stCondLst>
                              <p:cond delay="7750"/>
                            </p:stCondLst>
                            <p:childTnLst>
                              <p:par>
                                <p:cTn id="111" presetID="22" presetClass="entr" presetSubtype="1" fill="hold" nodeType="afterEffect">
                                  <p:stCondLst>
                                    <p:cond delay="0"/>
                                  </p:stCondLst>
                                  <p:childTnLst>
                                    <p:set>
                                      <p:cBhvr>
                                        <p:cTn id="112" dur="1" fill="hold">
                                          <p:stCondLst>
                                            <p:cond delay="0"/>
                                          </p:stCondLst>
                                        </p:cTn>
                                        <p:tgtEl>
                                          <p:spTgt spid="1530"/>
                                        </p:tgtEl>
                                        <p:attrNameLst>
                                          <p:attrName>style.visibility</p:attrName>
                                        </p:attrNameLst>
                                      </p:cBhvr>
                                      <p:to>
                                        <p:strVal val="visible"/>
                                      </p:to>
                                    </p:set>
                                    <p:animEffect transition="in" filter="wipe(up)">
                                      <p:cBhvr>
                                        <p:cTn id="113" dur="250"/>
                                        <p:tgtEl>
                                          <p:spTgt spid="1530"/>
                                        </p:tgtEl>
                                      </p:cBhvr>
                                    </p:animEffect>
                                  </p:childTnLst>
                                </p:cTn>
                              </p:par>
                              <p:par>
                                <p:cTn id="114" presetID="10" presetClass="entr" presetSubtype="0" fill="hold" nodeType="withEffect">
                                  <p:stCondLst>
                                    <p:cond delay="500"/>
                                  </p:stCondLst>
                                  <p:childTnLst>
                                    <p:set>
                                      <p:cBhvr>
                                        <p:cTn id="115" dur="1" fill="hold">
                                          <p:stCondLst>
                                            <p:cond delay="0"/>
                                          </p:stCondLst>
                                        </p:cTn>
                                        <p:tgtEl>
                                          <p:spTgt spid="1531"/>
                                        </p:tgtEl>
                                        <p:attrNameLst>
                                          <p:attrName>style.visibility</p:attrName>
                                        </p:attrNameLst>
                                      </p:cBhvr>
                                      <p:to>
                                        <p:strVal val="visible"/>
                                      </p:to>
                                    </p:set>
                                    <p:animEffect transition="in" filter="fade">
                                      <p:cBhvr>
                                        <p:cTn id="116" dur="500"/>
                                        <p:tgtEl>
                                          <p:spTgt spid="1531"/>
                                        </p:tgtEl>
                                      </p:cBhvr>
                                    </p:animEffect>
                                  </p:childTnLst>
                                </p:cTn>
                              </p:par>
                              <p:par>
                                <p:cTn id="117" presetID="10" presetClass="entr" presetSubtype="0" fill="hold" grpId="0" nodeType="withEffect">
                                  <p:stCondLst>
                                    <p:cond delay="500"/>
                                  </p:stCondLst>
                                  <p:childTnLst>
                                    <p:set>
                                      <p:cBhvr>
                                        <p:cTn id="118" dur="1" fill="hold">
                                          <p:stCondLst>
                                            <p:cond delay="0"/>
                                          </p:stCondLst>
                                        </p:cTn>
                                        <p:tgtEl>
                                          <p:spTgt spid="1521"/>
                                        </p:tgtEl>
                                        <p:attrNameLst>
                                          <p:attrName>style.visibility</p:attrName>
                                        </p:attrNameLst>
                                      </p:cBhvr>
                                      <p:to>
                                        <p:strVal val="visible"/>
                                      </p:to>
                                    </p:set>
                                    <p:animEffect transition="in" filter="fade">
                                      <p:cBhvr>
                                        <p:cTn id="119" dur="500"/>
                                        <p:tgtEl>
                                          <p:spTgt spid="1521"/>
                                        </p:tgtEl>
                                      </p:cBhvr>
                                    </p:animEffect>
                                  </p:childTnLst>
                                </p:cTn>
                              </p:par>
                              <p:par>
                                <p:cTn id="120" presetID="10" presetClass="entr" presetSubtype="0" fill="hold" grpId="0" nodeType="withEffect">
                                  <p:stCondLst>
                                    <p:cond delay="500"/>
                                  </p:stCondLst>
                                  <p:childTnLst>
                                    <p:set>
                                      <p:cBhvr>
                                        <p:cTn id="121" dur="1" fill="hold">
                                          <p:stCondLst>
                                            <p:cond delay="0"/>
                                          </p:stCondLst>
                                        </p:cTn>
                                        <p:tgtEl>
                                          <p:spTgt spid="1522"/>
                                        </p:tgtEl>
                                        <p:attrNameLst>
                                          <p:attrName>style.visibility</p:attrName>
                                        </p:attrNameLst>
                                      </p:cBhvr>
                                      <p:to>
                                        <p:strVal val="visible"/>
                                      </p:to>
                                    </p:set>
                                    <p:animEffect transition="in" filter="fade">
                                      <p:cBhvr>
                                        <p:cTn id="122" dur="500"/>
                                        <p:tgtEl>
                                          <p:spTgt spid="1522"/>
                                        </p:tgtEl>
                                      </p:cBhvr>
                                    </p:animEffect>
                                  </p:childTnLst>
                                </p:cTn>
                              </p:par>
                              <p:par>
                                <p:cTn id="123" presetID="10" presetClass="entr" presetSubtype="0" fill="hold" grpId="0" nodeType="withEffect">
                                  <p:stCondLst>
                                    <p:cond delay="500"/>
                                  </p:stCondLst>
                                  <p:childTnLst>
                                    <p:set>
                                      <p:cBhvr>
                                        <p:cTn id="124" dur="1" fill="hold">
                                          <p:stCondLst>
                                            <p:cond delay="0"/>
                                          </p:stCondLst>
                                        </p:cTn>
                                        <p:tgtEl>
                                          <p:spTgt spid="1523"/>
                                        </p:tgtEl>
                                        <p:attrNameLst>
                                          <p:attrName>style.visibility</p:attrName>
                                        </p:attrNameLst>
                                      </p:cBhvr>
                                      <p:to>
                                        <p:strVal val="visible"/>
                                      </p:to>
                                    </p:set>
                                    <p:animEffect transition="in" filter="fade">
                                      <p:cBhvr>
                                        <p:cTn id="125" dur="500"/>
                                        <p:tgtEl>
                                          <p:spTgt spid="1523"/>
                                        </p:tgtEl>
                                      </p:cBhvr>
                                    </p:animEffect>
                                  </p:childTnLst>
                                </p:cTn>
                              </p:par>
                              <p:par>
                                <p:cTn id="126" presetID="10" presetClass="entr" presetSubtype="0" fill="hold" grpId="0" nodeType="withEffect">
                                  <p:stCondLst>
                                    <p:cond delay="500"/>
                                  </p:stCondLst>
                                  <p:childTnLst>
                                    <p:set>
                                      <p:cBhvr>
                                        <p:cTn id="127" dur="1" fill="hold">
                                          <p:stCondLst>
                                            <p:cond delay="0"/>
                                          </p:stCondLst>
                                        </p:cTn>
                                        <p:tgtEl>
                                          <p:spTgt spid="1524"/>
                                        </p:tgtEl>
                                        <p:attrNameLst>
                                          <p:attrName>style.visibility</p:attrName>
                                        </p:attrNameLst>
                                      </p:cBhvr>
                                      <p:to>
                                        <p:strVal val="visible"/>
                                      </p:to>
                                    </p:set>
                                    <p:animEffect transition="in" filter="fade">
                                      <p:cBhvr>
                                        <p:cTn id="128" dur="500"/>
                                        <p:tgtEl>
                                          <p:spTgt spid="1524"/>
                                        </p:tgtEl>
                                      </p:cBhvr>
                                    </p:animEffect>
                                  </p:childTnLst>
                                </p:cTn>
                              </p:par>
                              <p:par>
                                <p:cTn id="129" presetID="10" presetClass="entr" presetSubtype="0" fill="hold" grpId="0" nodeType="withEffect">
                                  <p:stCondLst>
                                    <p:cond delay="500"/>
                                  </p:stCondLst>
                                  <p:childTnLst>
                                    <p:set>
                                      <p:cBhvr>
                                        <p:cTn id="130" dur="1" fill="hold">
                                          <p:stCondLst>
                                            <p:cond delay="0"/>
                                          </p:stCondLst>
                                        </p:cTn>
                                        <p:tgtEl>
                                          <p:spTgt spid="1525"/>
                                        </p:tgtEl>
                                        <p:attrNameLst>
                                          <p:attrName>style.visibility</p:attrName>
                                        </p:attrNameLst>
                                      </p:cBhvr>
                                      <p:to>
                                        <p:strVal val="visible"/>
                                      </p:to>
                                    </p:set>
                                    <p:animEffect transition="in" filter="fade">
                                      <p:cBhvr>
                                        <p:cTn id="131" dur="500"/>
                                        <p:tgtEl>
                                          <p:spTgt spid="1525"/>
                                        </p:tgtEl>
                                      </p:cBhvr>
                                    </p:animEffect>
                                  </p:childTnLst>
                                </p:cTn>
                              </p:par>
                              <p:par>
                                <p:cTn id="132" presetID="10" presetClass="entr" presetSubtype="0" fill="hold" grpId="0" nodeType="withEffect">
                                  <p:stCondLst>
                                    <p:cond delay="500"/>
                                  </p:stCondLst>
                                  <p:childTnLst>
                                    <p:set>
                                      <p:cBhvr>
                                        <p:cTn id="133" dur="1" fill="hold">
                                          <p:stCondLst>
                                            <p:cond delay="0"/>
                                          </p:stCondLst>
                                        </p:cTn>
                                        <p:tgtEl>
                                          <p:spTgt spid="1526"/>
                                        </p:tgtEl>
                                        <p:attrNameLst>
                                          <p:attrName>style.visibility</p:attrName>
                                        </p:attrNameLst>
                                      </p:cBhvr>
                                      <p:to>
                                        <p:strVal val="visible"/>
                                      </p:to>
                                    </p:set>
                                    <p:animEffect transition="in" filter="fade">
                                      <p:cBhvr>
                                        <p:cTn id="134" dur="500"/>
                                        <p:tgtEl>
                                          <p:spTgt spid="1526"/>
                                        </p:tgtEl>
                                      </p:cBhvr>
                                    </p:animEffect>
                                  </p:childTnLst>
                                </p:cTn>
                              </p:par>
                              <p:par>
                                <p:cTn id="135" presetID="10" presetClass="entr" presetSubtype="0" fill="hold" grpId="0" nodeType="withEffect">
                                  <p:stCondLst>
                                    <p:cond delay="500"/>
                                  </p:stCondLst>
                                  <p:childTnLst>
                                    <p:set>
                                      <p:cBhvr>
                                        <p:cTn id="136" dur="1" fill="hold">
                                          <p:stCondLst>
                                            <p:cond delay="0"/>
                                          </p:stCondLst>
                                        </p:cTn>
                                        <p:tgtEl>
                                          <p:spTgt spid="1527"/>
                                        </p:tgtEl>
                                        <p:attrNameLst>
                                          <p:attrName>style.visibility</p:attrName>
                                        </p:attrNameLst>
                                      </p:cBhvr>
                                      <p:to>
                                        <p:strVal val="visible"/>
                                      </p:to>
                                    </p:set>
                                    <p:animEffect transition="in" filter="fade">
                                      <p:cBhvr>
                                        <p:cTn id="137" dur="500"/>
                                        <p:tgtEl>
                                          <p:spTgt spid="1527"/>
                                        </p:tgtEl>
                                      </p:cBhvr>
                                    </p:animEffect>
                                  </p:childTnLst>
                                </p:cTn>
                              </p:par>
                              <p:par>
                                <p:cTn id="138" presetID="10" presetClass="entr" presetSubtype="0" fill="hold" grpId="0" nodeType="withEffect">
                                  <p:stCondLst>
                                    <p:cond delay="500"/>
                                  </p:stCondLst>
                                  <p:childTnLst>
                                    <p:set>
                                      <p:cBhvr>
                                        <p:cTn id="139" dur="1" fill="hold">
                                          <p:stCondLst>
                                            <p:cond delay="0"/>
                                          </p:stCondLst>
                                        </p:cTn>
                                        <p:tgtEl>
                                          <p:spTgt spid="1528"/>
                                        </p:tgtEl>
                                        <p:attrNameLst>
                                          <p:attrName>style.visibility</p:attrName>
                                        </p:attrNameLst>
                                      </p:cBhvr>
                                      <p:to>
                                        <p:strVal val="visible"/>
                                      </p:to>
                                    </p:set>
                                    <p:animEffect transition="in" filter="fade">
                                      <p:cBhvr>
                                        <p:cTn id="140" dur="500"/>
                                        <p:tgtEl>
                                          <p:spTgt spid="1528"/>
                                        </p:tgtEl>
                                      </p:cBhvr>
                                    </p:animEffect>
                                  </p:childTnLst>
                                </p:cTn>
                              </p:par>
                              <p:par>
                                <p:cTn id="141" presetID="10" presetClass="entr" presetSubtype="0" fill="hold" grpId="0" nodeType="withEffect">
                                  <p:stCondLst>
                                    <p:cond delay="500"/>
                                  </p:stCondLst>
                                  <p:childTnLst>
                                    <p:set>
                                      <p:cBhvr>
                                        <p:cTn id="142" dur="1" fill="hold">
                                          <p:stCondLst>
                                            <p:cond delay="0"/>
                                          </p:stCondLst>
                                        </p:cTn>
                                        <p:tgtEl>
                                          <p:spTgt spid="1529"/>
                                        </p:tgtEl>
                                        <p:attrNameLst>
                                          <p:attrName>style.visibility</p:attrName>
                                        </p:attrNameLst>
                                      </p:cBhvr>
                                      <p:to>
                                        <p:strVal val="visible"/>
                                      </p:to>
                                    </p:set>
                                    <p:animEffect transition="in" filter="fade">
                                      <p:cBhvr>
                                        <p:cTn id="143" dur="500"/>
                                        <p:tgtEl>
                                          <p:spTgt spid="1529"/>
                                        </p:tgtEl>
                                      </p:cBhvr>
                                    </p:animEffect>
                                  </p:childTnLst>
                                </p:cTn>
                              </p:par>
                              <p:par>
                                <p:cTn id="144" presetID="10" presetClass="entr" presetSubtype="0" fill="hold" grpId="0" nodeType="withEffect">
                                  <p:stCondLst>
                                    <p:cond delay="500"/>
                                  </p:stCondLst>
                                  <p:childTnLst>
                                    <p:set>
                                      <p:cBhvr>
                                        <p:cTn id="145" dur="1" fill="hold">
                                          <p:stCondLst>
                                            <p:cond delay="0"/>
                                          </p:stCondLst>
                                        </p:cTn>
                                        <p:tgtEl>
                                          <p:spTgt spid="1591"/>
                                        </p:tgtEl>
                                        <p:attrNameLst>
                                          <p:attrName>style.visibility</p:attrName>
                                        </p:attrNameLst>
                                      </p:cBhvr>
                                      <p:to>
                                        <p:strVal val="visible"/>
                                      </p:to>
                                    </p:set>
                                    <p:animEffect transition="in" filter="fade">
                                      <p:cBhvr>
                                        <p:cTn id="146" dur="500"/>
                                        <p:tgtEl>
                                          <p:spTgt spid="1591"/>
                                        </p:tgtEl>
                                      </p:cBhvr>
                                    </p:animEffect>
                                  </p:childTnLst>
                                </p:cTn>
                              </p:par>
                              <p:par>
                                <p:cTn id="147" presetID="10" presetClass="entr" presetSubtype="0" fill="hold" grpId="0" nodeType="withEffect">
                                  <p:stCondLst>
                                    <p:cond delay="500"/>
                                  </p:stCondLst>
                                  <p:childTnLst>
                                    <p:set>
                                      <p:cBhvr>
                                        <p:cTn id="148" dur="1" fill="hold">
                                          <p:stCondLst>
                                            <p:cond delay="0"/>
                                          </p:stCondLst>
                                        </p:cTn>
                                        <p:tgtEl>
                                          <p:spTgt spid="1590"/>
                                        </p:tgtEl>
                                        <p:attrNameLst>
                                          <p:attrName>style.visibility</p:attrName>
                                        </p:attrNameLst>
                                      </p:cBhvr>
                                      <p:to>
                                        <p:strVal val="visible"/>
                                      </p:to>
                                    </p:set>
                                    <p:animEffect transition="in" filter="fade">
                                      <p:cBhvr>
                                        <p:cTn id="149" dur="500"/>
                                        <p:tgtEl>
                                          <p:spTgt spid="1590"/>
                                        </p:tgtEl>
                                      </p:cBhvr>
                                    </p:animEffect>
                                  </p:childTnLst>
                                </p:cTn>
                              </p:par>
                              <p:par>
                                <p:cTn id="150" presetID="8" presetClass="emph" presetSubtype="0" fill="hold" nodeType="withEffect">
                                  <p:stCondLst>
                                    <p:cond delay="500"/>
                                  </p:stCondLst>
                                  <p:childTnLst>
                                    <p:animRot by="21600000">
                                      <p:cBhvr>
                                        <p:cTn id="151" dur="3000" fill="hold"/>
                                        <p:tgtEl>
                                          <p:spTgt spid="1507"/>
                                        </p:tgtEl>
                                        <p:attrNameLst>
                                          <p:attrName>r</p:attrName>
                                        </p:attrNameLst>
                                      </p:cBhvr>
                                    </p:animRot>
                                  </p:childTnLst>
                                </p:cTn>
                              </p:par>
                              <p:par>
                                <p:cTn id="152" presetID="22" presetClass="exit" presetSubtype="2" fill="hold" grpId="1" nodeType="withEffect">
                                  <p:stCondLst>
                                    <p:cond delay="2000"/>
                                  </p:stCondLst>
                                  <p:childTnLst>
                                    <p:animEffect transition="out" filter="wipe(right)">
                                      <p:cBhvr>
                                        <p:cTn id="153" dur="250"/>
                                        <p:tgtEl>
                                          <p:spTgt spid="1529"/>
                                        </p:tgtEl>
                                      </p:cBhvr>
                                    </p:animEffect>
                                    <p:set>
                                      <p:cBhvr>
                                        <p:cTn id="154" dur="1" fill="hold">
                                          <p:stCondLst>
                                            <p:cond delay="249"/>
                                          </p:stCondLst>
                                        </p:cTn>
                                        <p:tgtEl>
                                          <p:spTgt spid="1529"/>
                                        </p:tgtEl>
                                        <p:attrNameLst>
                                          <p:attrName>style.visibility</p:attrName>
                                        </p:attrNameLst>
                                      </p:cBhvr>
                                      <p:to>
                                        <p:strVal val="hidden"/>
                                      </p:to>
                                    </p:set>
                                  </p:childTnLst>
                                </p:cTn>
                              </p:par>
                              <p:par>
                                <p:cTn id="155" presetID="22" presetClass="exit" presetSubtype="2" fill="hold" grpId="1" nodeType="withEffect">
                                  <p:stCondLst>
                                    <p:cond delay="2250"/>
                                  </p:stCondLst>
                                  <p:childTnLst>
                                    <p:animEffect transition="out" filter="wipe(right)">
                                      <p:cBhvr>
                                        <p:cTn id="156" dur="250"/>
                                        <p:tgtEl>
                                          <p:spTgt spid="1528"/>
                                        </p:tgtEl>
                                      </p:cBhvr>
                                    </p:animEffect>
                                    <p:set>
                                      <p:cBhvr>
                                        <p:cTn id="157" dur="1" fill="hold">
                                          <p:stCondLst>
                                            <p:cond delay="249"/>
                                          </p:stCondLst>
                                        </p:cTn>
                                        <p:tgtEl>
                                          <p:spTgt spid="1528"/>
                                        </p:tgtEl>
                                        <p:attrNameLst>
                                          <p:attrName>style.visibility</p:attrName>
                                        </p:attrNameLst>
                                      </p:cBhvr>
                                      <p:to>
                                        <p:strVal val="hidden"/>
                                      </p:to>
                                    </p:set>
                                  </p:childTnLst>
                                </p:cTn>
                              </p:par>
                              <p:par>
                                <p:cTn id="158" presetID="22" presetClass="exit" presetSubtype="2" fill="hold" grpId="1" nodeType="withEffect">
                                  <p:stCondLst>
                                    <p:cond delay="2500"/>
                                  </p:stCondLst>
                                  <p:childTnLst>
                                    <p:animEffect transition="out" filter="wipe(right)">
                                      <p:cBhvr>
                                        <p:cTn id="159" dur="250"/>
                                        <p:tgtEl>
                                          <p:spTgt spid="1527"/>
                                        </p:tgtEl>
                                      </p:cBhvr>
                                    </p:animEffect>
                                    <p:set>
                                      <p:cBhvr>
                                        <p:cTn id="160" dur="1" fill="hold">
                                          <p:stCondLst>
                                            <p:cond delay="249"/>
                                          </p:stCondLst>
                                        </p:cTn>
                                        <p:tgtEl>
                                          <p:spTgt spid="1527"/>
                                        </p:tgtEl>
                                        <p:attrNameLst>
                                          <p:attrName>style.visibility</p:attrName>
                                        </p:attrNameLst>
                                      </p:cBhvr>
                                      <p:to>
                                        <p:strVal val="hidden"/>
                                      </p:to>
                                    </p:set>
                                  </p:childTnLst>
                                </p:cTn>
                              </p:par>
                              <p:par>
                                <p:cTn id="161" presetID="22" presetClass="exit" presetSubtype="2" fill="hold" grpId="1" nodeType="withEffect">
                                  <p:stCondLst>
                                    <p:cond delay="2750"/>
                                  </p:stCondLst>
                                  <p:childTnLst>
                                    <p:animEffect transition="out" filter="wipe(right)">
                                      <p:cBhvr>
                                        <p:cTn id="162" dur="250"/>
                                        <p:tgtEl>
                                          <p:spTgt spid="1526"/>
                                        </p:tgtEl>
                                      </p:cBhvr>
                                    </p:animEffect>
                                    <p:set>
                                      <p:cBhvr>
                                        <p:cTn id="163" dur="1" fill="hold">
                                          <p:stCondLst>
                                            <p:cond delay="249"/>
                                          </p:stCondLst>
                                        </p:cTn>
                                        <p:tgtEl>
                                          <p:spTgt spid="1526"/>
                                        </p:tgtEl>
                                        <p:attrNameLst>
                                          <p:attrName>style.visibility</p:attrName>
                                        </p:attrNameLst>
                                      </p:cBhvr>
                                      <p:to>
                                        <p:strVal val="hidden"/>
                                      </p:to>
                                    </p:set>
                                  </p:childTnLst>
                                </p:cTn>
                              </p:par>
                              <p:par>
                                <p:cTn id="164" presetID="26" presetClass="emph" presetSubtype="0" fill="hold" grpId="1" nodeType="withEffect">
                                  <p:stCondLst>
                                    <p:cond delay="3500"/>
                                  </p:stCondLst>
                                  <p:childTnLst>
                                    <p:animEffect transition="out" filter="fade">
                                      <p:cBhvr>
                                        <p:cTn id="165" dur="500" tmFilter="0, 0; .2, .5; .8, .5; 1, 0"/>
                                        <p:tgtEl>
                                          <p:spTgt spid="1493"/>
                                        </p:tgtEl>
                                      </p:cBhvr>
                                    </p:animEffect>
                                    <p:animScale>
                                      <p:cBhvr>
                                        <p:cTn id="166" dur="250" autoRev="1" fill="hold"/>
                                        <p:tgtEl>
                                          <p:spTgt spid="1493"/>
                                        </p:tgtEl>
                                      </p:cBhvr>
                                      <p:by x="105000" y="105000"/>
                                    </p:animScale>
                                  </p:childTnLst>
                                </p:cTn>
                              </p:par>
                            </p:childTnLst>
                          </p:cTn>
                        </p:par>
                        <p:par>
                          <p:cTn id="167" fill="hold">
                            <p:stCondLst>
                              <p:cond delay="11750"/>
                            </p:stCondLst>
                            <p:childTnLst>
                              <p:par>
                                <p:cTn id="168" presetID="22" presetClass="entr" presetSubtype="1" fill="hold" nodeType="afterEffect">
                                  <p:stCondLst>
                                    <p:cond delay="750"/>
                                  </p:stCondLst>
                                  <p:childTnLst>
                                    <p:set>
                                      <p:cBhvr>
                                        <p:cTn id="169" dur="1" fill="hold">
                                          <p:stCondLst>
                                            <p:cond delay="0"/>
                                          </p:stCondLst>
                                        </p:cTn>
                                        <p:tgtEl>
                                          <p:spTgt spid="1514"/>
                                        </p:tgtEl>
                                        <p:attrNameLst>
                                          <p:attrName>style.visibility</p:attrName>
                                        </p:attrNameLst>
                                      </p:cBhvr>
                                      <p:to>
                                        <p:strVal val="visible"/>
                                      </p:to>
                                    </p:set>
                                    <p:animEffect transition="in" filter="wipe(up)">
                                      <p:cBhvr>
                                        <p:cTn id="170" dur="250"/>
                                        <p:tgtEl>
                                          <p:spTgt spid="1514"/>
                                        </p:tgtEl>
                                      </p:cBhvr>
                                    </p:animEffect>
                                  </p:childTnLst>
                                </p:cTn>
                              </p:par>
                            </p:childTnLst>
                          </p:cTn>
                        </p:par>
                        <p:par>
                          <p:cTn id="171" fill="hold">
                            <p:stCondLst>
                              <p:cond delay="12750"/>
                            </p:stCondLst>
                            <p:childTnLst>
                              <p:par>
                                <p:cTn id="172" presetID="22" presetClass="entr" presetSubtype="2" fill="hold" nodeType="afterEffect">
                                  <p:stCondLst>
                                    <p:cond delay="0"/>
                                  </p:stCondLst>
                                  <p:childTnLst>
                                    <p:set>
                                      <p:cBhvr>
                                        <p:cTn id="173" dur="1" fill="hold">
                                          <p:stCondLst>
                                            <p:cond delay="0"/>
                                          </p:stCondLst>
                                        </p:cTn>
                                        <p:tgtEl>
                                          <p:spTgt spid="1504"/>
                                        </p:tgtEl>
                                        <p:attrNameLst>
                                          <p:attrName>style.visibility</p:attrName>
                                        </p:attrNameLst>
                                      </p:cBhvr>
                                      <p:to>
                                        <p:strVal val="visible"/>
                                      </p:to>
                                    </p:set>
                                    <p:animEffect transition="in" filter="wipe(right)">
                                      <p:cBhvr>
                                        <p:cTn id="174" dur="500"/>
                                        <p:tgtEl>
                                          <p:spTgt spid="1504"/>
                                        </p:tgtEl>
                                      </p:cBhvr>
                                    </p:animEffect>
                                  </p:childTnLst>
                                </p:cTn>
                              </p:par>
                            </p:childTnLst>
                          </p:cTn>
                        </p:par>
                        <p:par>
                          <p:cTn id="175" fill="hold">
                            <p:stCondLst>
                              <p:cond delay="13250"/>
                            </p:stCondLst>
                            <p:childTnLst>
                              <p:par>
                                <p:cTn id="176" presetID="22" presetClass="entr" presetSubtype="1" fill="hold" nodeType="afterEffect">
                                  <p:stCondLst>
                                    <p:cond delay="0"/>
                                  </p:stCondLst>
                                  <p:childTnLst>
                                    <p:set>
                                      <p:cBhvr>
                                        <p:cTn id="177" dur="1" fill="hold">
                                          <p:stCondLst>
                                            <p:cond delay="0"/>
                                          </p:stCondLst>
                                        </p:cTn>
                                        <p:tgtEl>
                                          <p:spTgt spid="1512"/>
                                        </p:tgtEl>
                                        <p:attrNameLst>
                                          <p:attrName>style.visibility</p:attrName>
                                        </p:attrNameLst>
                                      </p:cBhvr>
                                      <p:to>
                                        <p:strVal val="visible"/>
                                      </p:to>
                                    </p:set>
                                    <p:animEffect transition="in" filter="wipe(up)">
                                      <p:cBhvr>
                                        <p:cTn id="178" dur="250"/>
                                        <p:tgtEl>
                                          <p:spTgt spid="1512"/>
                                        </p:tgtEl>
                                      </p:cBhvr>
                                    </p:animEffect>
                                  </p:childTnLst>
                                </p:cTn>
                              </p:par>
                              <p:par>
                                <p:cTn id="179" presetID="22" presetClass="entr" presetSubtype="1" fill="hold" nodeType="withEffect">
                                  <p:stCondLst>
                                    <p:cond delay="0"/>
                                  </p:stCondLst>
                                  <p:childTnLst>
                                    <p:set>
                                      <p:cBhvr>
                                        <p:cTn id="180" dur="1" fill="hold">
                                          <p:stCondLst>
                                            <p:cond delay="0"/>
                                          </p:stCondLst>
                                        </p:cTn>
                                        <p:tgtEl>
                                          <p:spTgt spid="1513"/>
                                        </p:tgtEl>
                                        <p:attrNameLst>
                                          <p:attrName>style.visibility</p:attrName>
                                        </p:attrNameLst>
                                      </p:cBhvr>
                                      <p:to>
                                        <p:strVal val="visible"/>
                                      </p:to>
                                    </p:set>
                                    <p:animEffect transition="in" filter="wipe(up)">
                                      <p:cBhvr>
                                        <p:cTn id="181" dur="250"/>
                                        <p:tgtEl>
                                          <p:spTgt spid="1513"/>
                                        </p:tgtEl>
                                      </p:cBhvr>
                                    </p:animEffect>
                                  </p:childTnLst>
                                </p:cTn>
                              </p:par>
                            </p:childTnLst>
                          </p:cTn>
                        </p:par>
                        <p:par>
                          <p:cTn id="182" fill="hold">
                            <p:stCondLst>
                              <p:cond delay="13500"/>
                            </p:stCondLst>
                            <p:childTnLst>
                              <p:par>
                                <p:cTn id="183" presetID="22" presetClass="entr" presetSubtype="1" fill="hold" nodeType="afterEffect">
                                  <p:stCondLst>
                                    <p:cond delay="0"/>
                                  </p:stCondLst>
                                  <p:childTnLst>
                                    <p:set>
                                      <p:cBhvr>
                                        <p:cTn id="184" dur="1" fill="hold">
                                          <p:stCondLst>
                                            <p:cond delay="0"/>
                                          </p:stCondLst>
                                        </p:cTn>
                                        <p:tgtEl>
                                          <p:spTgt spid="1505"/>
                                        </p:tgtEl>
                                        <p:attrNameLst>
                                          <p:attrName>style.visibility</p:attrName>
                                        </p:attrNameLst>
                                      </p:cBhvr>
                                      <p:to>
                                        <p:strVal val="visible"/>
                                      </p:to>
                                    </p:set>
                                    <p:animEffect transition="in" filter="wipe(up)">
                                      <p:cBhvr>
                                        <p:cTn id="185" dur="500"/>
                                        <p:tgtEl>
                                          <p:spTgt spid="1505"/>
                                        </p:tgtEl>
                                      </p:cBhvr>
                                    </p:animEffect>
                                  </p:childTnLst>
                                </p:cTn>
                              </p:par>
                              <p:par>
                                <p:cTn id="186" presetID="22" presetClass="entr" presetSubtype="1" fill="hold" nodeType="withEffect">
                                  <p:stCondLst>
                                    <p:cond delay="0"/>
                                  </p:stCondLst>
                                  <p:childTnLst>
                                    <p:set>
                                      <p:cBhvr>
                                        <p:cTn id="187" dur="1" fill="hold">
                                          <p:stCondLst>
                                            <p:cond delay="0"/>
                                          </p:stCondLst>
                                        </p:cTn>
                                        <p:tgtEl>
                                          <p:spTgt spid="1506"/>
                                        </p:tgtEl>
                                        <p:attrNameLst>
                                          <p:attrName>style.visibility</p:attrName>
                                        </p:attrNameLst>
                                      </p:cBhvr>
                                      <p:to>
                                        <p:strVal val="visible"/>
                                      </p:to>
                                    </p:set>
                                    <p:animEffect transition="in" filter="wipe(up)">
                                      <p:cBhvr>
                                        <p:cTn id="188" dur="500"/>
                                        <p:tgtEl>
                                          <p:spTgt spid="1506"/>
                                        </p:tgtEl>
                                      </p:cBhvr>
                                    </p:animEffect>
                                  </p:childTnLst>
                                </p:cTn>
                              </p:par>
                              <p:par>
                                <p:cTn id="189" presetID="10" presetClass="entr" presetSubtype="0" fill="hold" nodeType="withEffect">
                                  <p:stCondLst>
                                    <p:cond delay="0"/>
                                  </p:stCondLst>
                                  <p:childTnLst>
                                    <p:set>
                                      <p:cBhvr>
                                        <p:cTn id="190" dur="1" fill="hold">
                                          <p:stCondLst>
                                            <p:cond delay="0"/>
                                          </p:stCondLst>
                                        </p:cTn>
                                        <p:tgtEl>
                                          <p:spTgt spid="1518"/>
                                        </p:tgtEl>
                                        <p:attrNameLst>
                                          <p:attrName>style.visibility</p:attrName>
                                        </p:attrNameLst>
                                      </p:cBhvr>
                                      <p:to>
                                        <p:strVal val="visible"/>
                                      </p:to>
                                    </p:set>
                                    <p:animEffect transition="in" filter="fade">
                                      <p:cBhvr>
                                        <p:cTn id="191" dur="500"/>
                                        <p:tgtEl>
                                          <p:spTgt spid="1518"/>
                                        </p:tgtEl>
                                      </p:cBhvr>
                                    </p:animEffect>
                                  </p:childTnLst>
                                </p:cTn>
                              </p:par>
                            </p:childTnLst>
                          </p:cTn>
                        </p:par>
                        <p:par>
                          <p:cTn id="192" fill="hold">
                            <p:stCondLst>
                              <p:cond delay="14000"/>
                            </p:stCondLst>
                            <p:childTnLst>
                              <p:par>
                                <p:cTn id="193" presetID="22" presetClass="entr" presetSubtype="8" fill="hold" nodeType="afterEffect">
                                  <p:stCondLst>
                                    <p:cond delay="1000"/>
                                  </p:stCondLst>
                                  <p:childTnLst>
                                    <p:set>
                                      <p:cBhvr>
                                        <p:cTn id="194" dur="1" fill="hold">
                                          <p:stCondLst>
                                            <p:cond delay="0"/>
                                          </p:stCondLst>
                                        </p:cTn>
                                        <p:tgtEl>
                                          <p:spTgt spid="1576"/>
                                        </p:tgtEl>
                                        <p:attrNameLst>
                                          <p:attrName>style.visibility</p:attrName>
                                        </p:attrNameLst>
                                      </p:cBhvr>
                                      <p:to>
                                        <p:strVal val="visible"/>
                                      </p:to>
                                    </p:set>
                                    <p:animEffect transition="in" filter="wipe(left)">
                                      <p:cBhvr>
                                        <p:cTn id="195" dur="250"/>
                                        <p:tgtEl>
                                          <p:spTgt spid="1576"/>
                                        </p:tgtEl>
                                      </p:cBhvr>
                                    </p:animEffect>
                                  </p:childTnLst>
                                </p:cTn>
                              </p:par>
                            </p:childTnLst>
                          </p:cTn>
                        </p:par>
                        <p:par>
                          <p:cTn id="196" fill="hold">
                            <p:stCondLst>
                              <p:cond delay="15250"/>
                            </p:stCondLst>
                            <p:childTnLst>
                              <p:par>
                                <p:cTn id="197" presetID="10" presetClass="entr" presetSubtype="0" fill="hold" grpId="0" nodeType="afterEffect">
                                  <p:stCondLst>
                                    <p:cond delay="0"/>
                                  </p:stCondLst>
                                  <p:childTnLst>
                                    <p:set>
                                      <p:cBhvr>
                                        <p:cTn id="198" dur="1" fill="hold">
                                          <p:stCondLst>
                                            <p:cond delay="0"/>
                                          </p:stCondLst>
                                        </p:cTn>
                                        <p:tgtEl>
                                          <p:spTgt spid="1583"/>
                                        </p:tgtEl>
                                        <p:attrNameLst>
                                          <p:attrName>style.visibility</p:attrName>
                                        </p:attrNameLst>
                                      </p:cBhvr>
                                      <p:to>
                                        <p:strVal val="visible"/>
                                      </p:to>
                                    </p:set>
                                    <p:animEffect transition="in" filter="fade">
                                      <p:cBhvr>
                                        <p:cTn id="199" dur="500"/>
                                        <p:tgtEl>
                                          <p:spTgt spid="1583"/>
                                        </p:tgtEl>
                                      </p:cBhvr>
                                    </p:animEffect>
                                  </p:childTnLst>
                                </p:cTn>
                              </p:par>
                              <p:par>
                                <p:cTn id="200" presetID="10" presetClass="entr" presetSubtype="0" fill="hold" grpId="0" nodeType="withEffect">
                                  <p:stCondLst>
                                    <p:cond delay="0"/>
                                  </p:stCondLst>
                                  <p:childTnLst>
                                    <p:set>
                                      <p:cBhvr>
                                        <p:cTn id="201" dur="1" fill="hold">
                                          <p:stCondLst>
                                            <p:cond delay="0"/>
                                          </p:stCondLst>
                                        </p:cTn>
                                        <p:tgtEl>
                                          <p:spTgt spid="1584"/>
                                        </p:tgtEl>
                                        <p:attrNameLst>
                                          <p:attrName>style.visibility</p:attrName>
                                        </p:attrNameLst>
                                      </p:cBhvr>
                                      <p:to>
                                        <p:strVal val="visible"/>
                                      </p:to>
                                    </p:set>
                                    <p:animEffect transition="in" filter="fade">
                                      <p:cBhvr>
                                        <p:cTn id="202" dur="500"/>
                                        <p:tgtEl>
                                          <p:spTgt spid="1584"/>
                                        </p:tgtEl>
                                      </p:cBhvr>
                                    </p:animEffect>
                                  </p:childTnLst>
                                </p:cTn>
                              </p:par>
                              <p:par>
                                <p:cTn id="203" presetID="10" presetClass="entr" presetSubtype="0" fill="hold" grpId="0" nodeType="withEffect">
                                  <p:stCondLst>
                                    <p:cond delay="0"/>
                                  </p:stCondLst>
                                  <p:childTnLst>
                                    <p:set>
                                      <p:cBhvr>
                                        <p:cTn id="204" dur="1" fill="hold">
                                          <p:stCondLst>
                                            <p:cond delay="0"/>
                                          </p:stCondLst>
                                        </p:cTn>
                                        <p:tgtEl>
                                          <p:spTgt spid="1586"/>
                                        </p:tgtEl>
                                        <p:attrNameLst>
                                          <p:attrName>style.visibility</p:attrName>
                                        </p:attrNameLst>
                                      </p:cBhvr>
                                      <p:to>
                                        <p:strVal val="visible"/>
                                      </p:to>
                                    </p:set>
                                    <p:animEffect transition="in" filter="fade">
                                      <p:cBhvr>
                                        <p:cTn id="205" dur="500"/>
                                        <p:tgtEl>
                                          <p:spTgt spid="1586"/>
                                        </p:tgtEl>
                                      </p:cBhvr>
                                    </p:animEffect>
                                  </p:childTnLst>
                                </p:cTn>
                              </p:par>
                            </p:childTnLst>
                          </p:cTn>
                        </p:par>
                        <p:par>
                          <p:cTn id="206" fill="hold">
                            <p:stCondLst>
                              <p:cond delay="15750"/>
                            </p:stCondLst>
                            <p:childTnLst>
                              <p:par>
                                <p:cTn id="207" presetID="10" presetClass="entr" presetSubtype="0" fill="hold" grpId="0" nodeType="afterEffect">
                                  <p:stCondLst>
                                    <p:cond delay="0"/>
                                  </p:stCondLst>
                                  <p:childTnLst>
                                    <p:set>
                                      <p:cBhvr>
                                        <p:cTn id="208" dur="1" fill="hold">
                                          <p:stCondLst>
                                            <p:cond delay="0"/>
                                          </p:stCondLst>
                                        </p:cTn>
                                        <p:tgtEl>
                                          <p:spTgt spid="1593"/>
                                        </p:tgtEl>
                                        <p:attrNameLst>
                                          <p:attrName>style.visibility</p:attrName>
                                        </p:attrNameLst>
                                      </p:cBhvr>
                                      <p:to>
                                        <p:strVal val="visible"/>
                                      </p:to>
                                    </p:set>
                                    <p:animEffect transition="in" filter="fade">
                                      <p:cBhvr>
                                        <p:cTn id="209" dur="500"/>
                                        <p:tgtEl>
                                          <p:spTgt spid="1593"/>
                                        </p:tgtEl>
                                      </p:cBhvr>
                                    </p:animEffect>
                                  </p:childTnLst>
                                </p:cTn>
                              </p:par>
                            </p:childTnLst>
                          </p:cTn>
                        </p:par>
                        <p:par>
                          <p:cTn id="210" fill="hold">
                            <p:stCondLst>
                              <p:cond delay="16250"/>
                            </p:stCondLst>
                            <p:childTnLst>
                              <p:par>
                                <p:cTn id="211" presetID="8" presetClass="emph" presetSubtype="0" fill="hold" nodeType="afterEffect">
                                  <p:stCondLst>
                                    <p:cond delay="0"/>
                                  </p:stCondLst>
                                  <p:childTnLst>
                                    <p:animRot by="21600000">
                                      <p:cBhvr>
                                        <p:cTn id="212" dur="2500" fill="hold"/>
                                        <p:tgtEl>
                                          <p:spTgt spid="1507"/>
                                        </p:tgtEl>
                                        <p:attrNameLst>
                                          <p:attrName>r</p:attrName>
                                        </p:attrNameLst>
                                      </p:cBhvr>
                                    </p:animRot>
                                  </p:childTnLst>
                                </p:cTn>
                              </p:par>
                              <p:par>
                                <p:cTn id="213" presetID="22" presetClass="exit" presetSubtype="2" fill="hold" grpId="1" nodeType="withEffect">
                                  <p:stCondLst>
                                    <p:cond delay="500"/>
                                  </p:stCondLst>
                                  <p:childTnLst>
                                    <p:animEffect transition="out" filter="wipe(right)">
                                      <p:cBhvr>
                                        <p:cTn id="214" dur="250"/>
                                        <p:tgtEl>
                                          <p:spTgt spid="1525"/>
                                        </p:tgtEl>
                                      </p:cBhvr>
                                    </p:animEffect>
                                    <p:set>
                                      <p:cBhvr>
                                        <p:cTn id="215" dur="1" fill="hold">
                                          <p:stCondLst>
                                            <p:cond delay="249"/>
                                          </p:stCondLst>
                                        </p:cTn>
                                        <p:tgtEl>
                                          <p:spTgt spid="1525"/>
                                        </p:tgtEl>
                                        <p:attrNameLst>
                                          <p:attrName>style.visibility</p:attrName>
                                        </p:attrNameLst>
                                      </p:cBhvr>
                                      <p:to>
                                        <p:strVal val="hidden"/>
                                      </p:to>
                                    </p:set>
                                  </p:childTnLst>
                                </p:cTn>
                              </p:par>
                              <p:par>
                                <p:cTn id="216" presetID="22" presetClass="exit" presetSubtype="2" fill="hold" grpId="1" nodeType="withEffect">
                                  <p:stCondLst>
                                    <p:cond delay="750"/>
                                  </p:stCondLst>
                                  <p:childTnLst>
                                    <p:animEffect transition="out" filter="wipe(right)">
                                      <p:cBhvr>
                                        <p:cTn id="217" dur="250"/>
                                        <p:tgtEl>
                                          <p:spTgt spid="1524"/>
                                        </p:tgtEl>
                                      </p:cBhvr>
                                    </p:animEffect>
                                    <p:set>
                                      <p:cBhvr>
                                        <p:cTn id="218" dur="1" fill="hold">
                                          <p:stCondLst>
                                            <p:cond delay="249"/>
                                          </p:stCondLst>
                                        </p:cTn>
                                        <p:tgtEl>
                                          <p:spTgt spid="1524"/>
                                        </p:tgtEl>
                                        <p:attrNameLst>
                                          <p:attrName>style.visibility</p:attrName>
                                        </p:attrNameLst>
                                      </p:cBhvr>
                                      <p:to>
                                        <p:strVal val="hidden"/>
                                      </p:to>
                                    </p:set>
                                  </p:childTnLst>
                                </p:cTn>
                              </p:par>
                              <p:par>
                                <p:cTn id="219" presetID="22" presetClass="exit" presetSubtype="2" fill="hold" grpId="1" nodeType="withEffect">
                                  <p:stCondLst>
                                    <p:cond delay="1000"/>
                                  </p:stCondLst>
                                  <p:childTnLst>
                                    <p:animEffect transition="out" filter="wipe(right)">
                                      <p:cBhvr>
                                        <p:cTn id="220" dur="250"/>
                                        <p:tgtEl>
                                          <p:spTgt spid="1523"/>
                                        </p:tgtEl>
                                      </p:cBhvr>
                                    </p:animEffect>
                                    <p:set>
                                      <p:cBhvr>
                                        <p:cTn id="221" dur="1" fill="hold">
                                          <p:stCondLst>
                                            <p:cond delay="249"/>
                                          </p:stCondLst>
                                        </p:cTn>
                                        <p:tgtEl>
                                          <p:spTgt spid="1523"/>
                                        </p:tgtEl>
                                        <p:attrNameLst>
                                          <p:attrName>style.visibility</p:attrName>
                                        </p:attrNameLst>
                                      </p:cBhvr>
                                      <p:to>
                                        <p:strVal val="hidden"/>
                                      </p:to>
                                    </p:set>
                                  </p:childTnLst>
                                </p:cTn>
                              </p:par>
                            </p:childTnLst>
                          </p:cTn>
                        </p:par>
                        <p:par>
                          <p:cTn id="222" fill="hold">
                            <p:stCondLst>
                              <p:cond delay="18750"/>
                            </p:stCondLst>
                            <p:childTnLst>
                              <p:par>
                                <p:cTn id="223" presetID="10" presetClass="entr" presetSubtype="0" fill="hold" grpId="0" nodeType="afterEffect">
                                  <p:stCondLst>
                                    <p:cond delay="0"/>
                                  </p:stCondLst>
                                  <p:childTnLst>
                                    <p:set>
                                      <p:cBhvr>
                                        <p:cTn id="224" dur="1" fill="hold">
                                          <p:stCondLst>
                                            <p:cond delay="0"/>
                                          </p:stCondLst>
                                        </p:cTn>
                                        <p:tgtEl>
                                          <p:spTgt spid="1592"/>
                                        </p:tgtEl>
                                        <p:attrNameLst>
                                          <p:attrName>style.visibility</p:attrName>
                                        </p:attrNameLst>
                                      </p:cBhvr>
                                      <p:to>
                                        <p:strVal val="visible"/>
                                      </p:to>
                                    </p:set>
                                    <p:animEffect transition="in" filter="fade">
                                      <p:cBhvr>
                                        <p:cTn id="225" dur="500"/>
                                        <p:tgtEl>
                                          <p:spTgt spid="1592"/>
                                        </p:tgtEl>
                                      </p:cBhvr>
                                    </p:animEffect>
                                  </p:childTnLst>
                                </p:cTn>
                              </p:par>
                            </p:childTnLst>
                          </p:cTn>
                        </p:par>
                        <p:par>
                          <p:cTn id="226" fill="hold">
                            <p:stCondLst>
                              <p:cond delay="19250"/>
                            </p:stCondLst>
                            <p:childTnLst>
                              <p:par>
                                <p:cTn id="227" presetID="22" presetClass="entr" presetSubtype="8" fill="hold" nodeType="afterEffect">
                                  <p:stCondLst>
                                    <p:cond delay="0"/>
                                  </p:stCondLst>
                                  <p:childTnLst>
                                    <p:set>
                                      <p:cBhvr>
                                        <p:cTn id="228" dur="1" fill="hold">
                                          <p:stCondLst>
                                            <p:cond delay="0"/>
                                          </p:stCondLst>
                                        </p:cTn>
                                        <p:tgtEl>
                                          <p:spTgt spid="1552"/>
                                        </p:tgtEl>
                                        <p:attrNameLst>
                                          <p:attrName>style.visibility</p:attrName>
                                        </p:attrNameLst>
                                      </p:cBhvr>
                                      <p:to>
                                        <p:strVal val="visible"/>
                                      </p:to>
                                    </p:set>
                                    <p:animEffect transition="in" filter="wipe(left)">
                                      <p:cBhvr>
                                        <p:cTn id="229" dur="250"/>
                                        <p:tgtEl>
                                          <p:spTgt spid="1552"/>
                                        </p:tgtEl>
                                      </p:cBhvr>
                                    </p:animEffect>
                                  </p:childTnLst>
                                </p:cTn>
                              </p:par>
                            </p:childTnLst>
                          </p:cTn>
                        </p:par>
                        <p:par>
                          <p:cTn id="230" fill="hold">
                            <p:stCondLst>
                              <p:cond delay="19500"/>
                            </p:stCondLst>
                            <p:childTnLst>
                              <p:par>
                                <p:cTn id="231" presetID="22" presetClass="entr" presetSubtype="1" fill="hold" nodeType="afterEffect">
                                  <p:stCondLst>
                                    <p:cond delay="0"/>
                                  </p:stCondLst>
                                  <p:childTnLst>
                                    <p:set>
                                      <p:cBhvr>
                                        <p:cTn id="232" dur="1" fill="hold">
                                          <p:stCondLst>
                                            <p:cond delay="0"/>
                                          </p:stCondLst>
                                        </p:cTn>
                                        <p:tgtEl>
                                          <p:spTgt spid="1497"/>
                                        </p:tgtEl>
                                        <p:attrNameLst>
                                          <p:attrName>style.visibility</p:attrName>
                                        </p:attrNameLst>
                                      </p:cBhvr>
                                      <p:to>
                                        <p:strVal val="visible"/>
                                      </p:to>
                                    </p:set>
                                    <p:animEffect transition="in" filter="wipe(up)">
                                      <p:cBhvr>
                                        <p:cTn id="233" dur="500"/>
                                        <p:tgtEl>
                                          <p:spTgt spid="1497"/>
                                        </p:tgtEl>
                                      </p:cBhvr>
                                    </p:animEffect>
                                  </p:childTnLst>
                                </p:cTn>
                              </p:par>
                            </p:childTnLst>
                          </p:cTn>
                        </p:par>
                        <p:par>
                          <p:cTn id="234" fill="hold">
                            <p:stCondLst>
                              <p:cond delay="20000"/>
                            </p:stCondLst>
                            <p:childTnLst>
                              <p:par>
                                <p:cTn id="235" presetID="26" presetClass="emph" presetSubtype="0" fill="hold" grpId="1" nodeType="afterEffect">
                                  <p:stCondLst>
                                    <p:cond delay="500"/>
                                  </p:stCondLst>
                                  <p:childTnLst>
                                    <p:animEffect transition="out" filter="fade">
                                      <p:cBhvr>
                                        <p:cTn id="236" dur="500" tmFilter="0, 0; .2, .5; .8, .5; 1, 0"/>
                                        <p:tgtEl>
                                          <p:spTgt spid="1592"/>
                                        </p:tgtEl>
                                      </p:cBhvr>
                                    </p:animEffect>
                                    <p:animScale>
                                      <p:cBhvr>
                                        <p:cTn id="237" dur="250" autoRev="1" fill="hold"/>
                                        <p:tgtEl>
                                          <p:spTgt spid="1592"/>
                                        </p:tgtEl>
                                      </p:cBhvr>
                                      <p:by x="105000" y="105000"/>
                                    </p:animScale>
                                  </p:childTnLst>
                                </p:cTn>
                              </p:par>
                            </p:childTnLst>
                          </p:cTn>
                        </p:par>
                        <p:par>
                          <p:cTn id="238" fill="hold">
                            <p:stCondLst>
                              <p:cond delay="21000"/>
                            </p:stCondLst>
                            <p:childTnLst>
                              <p:par>
                                <p:cTn id="239" presetID="10" presetClass="entr" presetSubtype="0" fill="hold" grpId="0" nodeType="afterEffect">
                                  <p:stCondLst>
                                    <p:cond delay="0"/>
                                  </p:stCondLst>
                                  <p:childTnLst>
                                    <p:set>
                                      <p:cBhvr>
                                        <p:cTn id="240" dur="1" fill="hold">
                                          <p:stCondLst>
                                            <p:cond delay="0"/>
                                          </p:stCondLst>
                                        </p:cTn>
                                        <p:tgtEl>
                                          <p:spTgt spid="1589"/>
                                        </p:tgtEl>
                                        <p:attrNameLst>
                                          <p:attrName>style.visibility</p:attrName>
                                        </p:attrNameLst>
                                      </p:cBhvr>
                                      <p:to>
                                        <p:strVal val="visible"/>
                                      </p:to>
                                    </p:set>
                                    <p:animEffect transition="in" filter="fade">
                                      <p:cBhvr>
                                        <p:cTn id="241" dur="500"/>
                                        <p:tgtEl>
                                          <p:spTgt spid="1589"/>
                                        </p:tgtEl>
                                      </p:cBhvr>
                                    </p:animEffect>
                                  </p:childTnLst>
                                </p:cTn>
                              </p:par>
                            </p:childTnLst>
                          </p:cTn>
                        </p:par>
                        <p:par>
                          <p:cTn id="242" fill="hold">
                            <p:stCondLst>
                              <p:cond delay="21500"/>
                            </p:stCondLst>
                            <p:childTnLst>
                              <p:par>
                                <p:cTn id="243" presetID="22" presetClass="entr" presetSubtype="2" fill="hold" nodeType="afterEffect">
                                  <p:stCondLst>
                                    <p:cond delay="0"/>
                                  </p:stCondLst>
                                  <p:childTnLst>
                                    <p:set>
                                      <p:cBhvr>
                                        <p:cTn id="244" dur="1" fill="hold">
                                          <p:stCondLst>
                                            <p:cond delay="0"/>
                                          </p:stCondLst>
                                        </p:cTn>
                                        <p:tgtEl>
                                          <p:spTgt spid="1575"/>
                                        </p:tgtEl>
                                        <p:attrNameLst>
                                          <p:attrName>style.visibility</p:attrName>
                                        </p:attrNameLst>
                                      </p:cBhvr>
                                      <p:to>
                                        <p:strVal val="visible"/>
                                      </p:to>
                                    </p:set>
                                    <p:animEffect transition="in" filter="wipe(right)">
                                      <p:cBhvr>
                                        <p:cTn id="245" dur="500"/>
                                        <p:tgtEl>
                                          <p:spTgt spid="1575"/>
                                        </p:tgtEl>
                                      </p:cBhvr>
                                    </p:animEffect>
                                  </p:childTnLst>
                                </p:cTn>
                              </p:par>
                            </p:childTnLst>
                          </p:cTn>
                        </p:par>
                        <p:par>
                          <p:cTn id="246" fill="hold">
                            <p:stCondLst>
                              <p:cond delay="22000"/>
                            </p:stCondLst>
                            <p:childTnLst>
                              <p:par>
                                <p:cTn id="247" presetID="26" presetClass="emph" presetSubtype="0" fill="hold" grpId="1" nodeType="afterEffect">
                                  <p:stCondLst>
                                    <p:cond delay="500"/>
                                  </p:stCondLst>
                                  <p:childTnLst>
                                    <p:animEffect transition="out" filter="fade">
                                      <p:cBhvr>
                                        <p:cTn id="248" dur="500" tmFilter="0, 0; .2, .5; .8, .5; 1, 0"/>
                                        <p:tgtEl>
                                          <p:spTgt spid="1589"/>
                                        </p:tgtEl>
                                      </p:cBhvr>
                                    </p:animEffect>
                                    <p:animScale>
                                      <p:cBhvr>
                                        <p:cTn id="249" dur="250" autoRev="1" fill="hold"/>
                                        <p:tgtEl>
                                          <p:spTgt spid="1589"/>
                                        </p:tgtEl>
                                      </p:cBhvr>
                                      <p:by x="105000" y="105000"/>
                                    </p:animScale>
                                  </p:childTnLst>
                                </p:cTn>
                              </p:par>
                            </p:childTnLst>
                          </p:cTn>
                        </p:par>
                        <p:par>
                          <p:cTn id="250" fill="hold">
                            <p:stCondLst>
                              <p:cond delay="23000"/>
                            </p:stCondLst>
                            <p:childTnLst>
                              <p:par>
                                <p:cTn id="251" presetID="10" presetClass="entr" presetSubtype="0" fill="hold" grpId="0" nodeType="afterEffect">
                                  <p:stCondLst>
                                    <p:cond delay="0"/>
                                  </p:stCondLst>
                                  <p:childTnLst>
                                    <p:set>
                                      <p:cBhvr>
                                        <p:cTn id="252" dur="1" fill="hold">
                                          <p:stCondLst>
                                            <p:cond delay="0"/>
                                          </p:stCondLst>
                                        </p:cTn>
                                        <p:tgtEl>
                                          <p:spTgt spid="1588"/>
                                        </p:tgtEl>
                                        <p:attrNameLst>
                                          <p:attrName>style.visibility</p:attrName>
                                        </p:attrNameLst>
                                      </p:cBhvr>
                                      <p:to>
                                        <p:strVal val="visible"/>
                                      </p:to>
                                    </p:set>
                                    <p:animEffect transition="in" filter="fade">
                                      <p:cBhvr>
                                        <p:cTn id="253" dur="500"/>
                                        <p:tgtEl>
                                          <p:spTgt spid="1588"/>
                                        </p:tgtEl>
                                      </p:cBhvr>
                                    </p:animEffect>
                                  </p:childTnLst>
                                </p:cTn>
                              </p:par>
                            </p:childTnLst>
                          </p:cTn>
                        </p:par>
                        <p:par>
                          <p:cTn id="254" fill="hold">
                            <p:stCondLst>
                              <p:cond delay="23500"/>
                            </p:stCondLst>
                            <p:childTnLst>
                              <p:par>
                                <p:cTn id="255" presetID="22" presetClass="entr" presetSubtype="2" fill="hold" nodeType="afterEffect">
                                  <p:stCondLst>
                                    <p:cond delay="0"/>
                                  </p:stCondLst>
                                  <p:childTnLst>
                                    <p:set>
                                      <p:cBhvr>
                                        <p:cTn id="256" dur="1" fill="hold">
                                          <p:stCondLst>
                                            <p:cond delay="0"/>
                                          </p:stCondLst>
                                        </p:cTn>
                                        <p:tgtEl>
                                          <p:spTgt spid="1579"/>
                                        </p:tgtEl>
                                        <p:attrNameLst>
                                          <p:attrName>style.visibility</p:attrName>
                                        </p:attrNameLst>
                                      </p:cBhvr>
                                      <p:to>
                                        <p:strVal val="visible"/>
                                      </p:to>
                                    </p:set>
                                    <p:animEffect transition="in" filter="wipe(right)">
                                      <p:cBhvr>
                                        <p:cTn id="257" dur="500"/>
                                        <p:tgtEl>
                                          <p:spTgt spid="1579"/>
                                        </p:tgtEl>
                                      </p:cBhvr>
                                    </p:animEffect>
                                  </p:childTnLst>
                                </p:cTn>
                              </p:par>
                            </p:childTnLst>
                          </p:cTn>
                        </p:par>
                        <p:par>
                          <p:cTn id="258" fill="hold">
                            <p:stCondLst>
                              <p:cond delay="24000"/>
                            </p:stCondLst>
                            <p:childTnLst>
                              <p:par>
                                <p:cTn id="259" presetID="26" presetClass="emph" presetSubtype="0" fill="hold" grpId="1" nodeType="afterEffect">
                                  <p:stCondLst>
                                    <p:cond delay="500"/>
                                  </p:stCondLst>
                                  <p:childTnLst>
                                    <p:animEffect transition="out" filter="fade">
                                      <p:cBhvr>
                                        <p:cTn id="260" dur="500" tmFilter="0, 0; .2, .5; .8, .5; 1, 0"/>
                                        <p:tgtEl>
                                          <p:spTgt spid="1588"/>
                                        </p:tgtEl>
                                      </p:cBhvr>
                                    </p:animEffect>
                                    <p:animScale>
                                      <p:cBhvr>
                                        <p:cTn id="261" dur="250" autoRev="1" fill="hold"/>
                                        <p:tgtEl>
                                          <p:spTgt spid="158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6" grpId="0" animBg="1"/>
      <p:bldP spid="1467" grpId="0"/>
      <p:bldP spid="1480" grpId="0"/>
      <p:bldP spid="1490" grpId="0" animBg="1"/>
      <p:bldP spid="1491" grpId="0"/>
      <p:bldP spid="1492" grpId="0" animBg="1"/>
      <p:bldP spid="1493" grpId="0"/>
      <p:bldP spid="1493" grpId="1"/>
      <p:bldP spid="1494" grpId="0"/>
      <p:bldP spid="1495" grpId="0" animBg="1"/>
      <p:bldP spid="1498" grpId="0" animBg="1"/>
      <p:bldP spid="1499" grpId="0"/>
      <p:bldP spid="1500" grpId="0"/>
      <p:bldP spid="1501" grpId="0" animBg="1"/>
      <p:bldP spid="1502" grpId="0" animBg="1"/>
      <p:bldP spid="1503" grpId="0" animBg="1"/>
      <p:bldP spid="1515" grpId="0"/>
      <p:bldP spid="1516" grpId="0" animBg="1"/>
      <p:bldP spid="1517" grpId="0" animBg="1"/>
      <p:bldP spid="1521" grpId="0" animBg="1"/>
      <p:bldP spid="1522" grpId="0" animBg="1"/>
      <p:bldP spid="1523" grpId="0" animBg="1"/>
      <p:bldP spid="1523" grpId="1" animBg="1"/>
      <p:bldP spid="1524" grpId="0" animBg="1"/>
      <p:bldP spid="1524" grpId="1" animBg="1"/>
      <p:bldP spid="1525" grpId="0" animBg="1"/>
      <p:bldP spid="1525" grpId="1" animBg="1"/>
      <p:bldP spid="1526" grpId="0" animBg="1"/>
      <p:bldP spid="1526" grpId="1" animBg="1"/>
      <p:bldP spid="1527" grpId="0" animBg="1"/>
      <p:bldP spid="1527" grpId="1" animBg="1"/>
      <p:bldP spid="1528" grpId="0" animBg="1"/>
      <p:bldP spid="1528" grpId="1" animBg="1"/>
      <p:bldP spid="1529" grpId="0" animBg="1"/>
      <p:bldP spid="1529" grpId="1" animBg="1"/>
      <p:bldP spid="1580" grpId="0" animBg="1"/>
      <p:bldP spid="1581" grpId="0" animBg="1"/>
      <p:bldP spid="1583" grpId="0" animBg="1"/>
      <p:bldP spid="1584" grpId="0" animBg="1"/>
      <p:bldP spid="1588" grpId="0"/>
      <p:bldP spid="1588" grpId="1"/>
      <p:bldP spid="1589" grpId="0"/>
      <p:bldP spid="1589" grpId="1"/>
      <p:bldP spid="1590" grpId="0"/>
      <p:bldP spid="1591" grpId="0"/>
      <p:bldP spid="1592" grpId="0"/>
      <p:bldP spid="1592" grpId="1"/>
      <p:bldP spid="1593" grpId="0"/>
      <p:bldP spid="1594" grpId="0"/>
      <p:bldP spid="1586"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0A6197-1BD9-CF77-80BF-30DC2523FA69}"/>
              </a:ext>
            </a:extLst>
          </p:cNvPr>
          <p:cNvSpPr>
            <a:spLocks noGrp="1"/>
          </p:cNvSpPr>
          <p:nvPr>
            <p:ph type="title"/>
          </p:nvPr>
        </p:nvSpPr>
        <p:spPr/>
        <p:txBody>
          <a:bodyPr/>
          <a:lstStyle/>
          <a:p>
            <a:r>
              <a:rPr lang="en-US" dirty="0"/>
              <a:t>Cost Efficient Storage Environments for Cyber Recovery</a:t>
            </a:r>
          </a:p>
        </p:txBody>
      </p:sp>
      <p:sp>
        <p:nvSpPr>
          <p:cNvPr id="3" name="Subtitle 2">
            <a:extLst>
              <a:ext uri="{FF2B5EF4-FFF2-40B4-BE49-F238E27FC236}">
                <a16:creationId xmlns:a16="http://schemas.microsoft.com/office/drawing/2014/main" id="{2FCA8101-37D5-7C70-E533-EC166ECFD9E3}"/>
              </a:ext>
            </a:extLst>
          </p:cNvPr>
          <p:cNvSpPr>
            <a:spLocks noGrp="1"/>
          </p:cNvSpPr>
          <p:nvPr>
            <p:ph type="subTitle" idx="10"/>
          </p:nvPr>
        </p:nvSpPr>
        <p:spPr/>
        <p:txBody>
          <a:bodyPr/>
          <a:lstStyle/>
          <a:p>
            <a:r>
              <a:rPr lang="en-US" dirty="0"/>
              <a:t>New ReadyNodes certified for cyber recovery deployments</a:t>
            </a:r>
          </a:p>
        </p:txBody>
      </p:sp>
      <p:sp>
        <p:nvSpPr>
          <p:cNvPr id="4" name="Text Placeholder 3">
            <a:extLst>
              <a:ext uri="{FF2B5EF4-FFF2-40B4-BE49-F238E27FC236}">
                <a16:creationId xmlns:a16="http://schemas.microsoft.com/office/drawing/2014/main" id="{023B42CD-87D6-60A1-B917-28D1DE1C2C7F}"/>
              </a:ext>
            </a:extLst>
          </p:cNvPr>
          <p:cNvSpPr>
            <a:spLocks noGrp="1"/>
          </p:cNvSpPr>
          <p:nvPr>
            <p:ph type="body" sz="quarter" idx="17"/>
          </p:nvPr>
        </p:nvSpPr>
        <p:spPr/>
        <p:txBody>
          <a:bodyPr/>
          <a:lstStyle/>
          <a:p>
            <a:r>
              <a:rPr lang="en-US" b="1" dirty="0"/>
              <a:t>New ReadyNodes </a:t>
            </a:r>
            <a:r>
              <a:rPr lang="en-US" dirty="0"/>
              <a:t>tailored specifically for </a:t>
            </a:r>
            <a:r>
              <a:rPr lang="en-US" b="1" dirty="0"/>
              <a:t>Cyber Recovery </a:t>
            </a:r>
            <a:r>
              <a:rPr lang="en-US" dirty="0"/>
              <a:t>environments</a:t>
            </a:r>
          </a:p>
          <a:p>
            <a:r>
              <a:rPr lang="en-US" dirty="0"/>
              <a:t>Efficient, cost-optimized configurations</a:t>
            </a:r>
          </a:p>
          <a:p>
            <a:pPr lvl="1"/>
            <a:r>
              <a:rPr lang="en-US" dirty="0"/>
              <a:t>Value-based, high-density QLC storage devices</a:t>
            </a:r>
          </a:p>
          <a:p>
            <a:pPr lvl="1"/>
            <a:r>
              <a:rPr lang="en-US" dirty="0"/>
              <a:t>Lower CPU minimums</a:t>
            </a:r>
          </a:p>
          <a:p>
            <a:r>
              <a:rPr lang="en-US" dirty="0"/>
              <a:t>Create a </a:t>
            </a:r>
            <a:r>
              <a:rPr lang="en-US" b="1" dirty="0"/>
              <a:t>secure recovery environment </a:t>
            </a:r>
            <a:r>
              <a:rPr lang="en-US" dirty="0"/>
              <a:t>for </a:t>
            </a:r>
            <a:r>
              <a:rPr lang="en-US" b="1" dirty="0"/>
              <a:t>ransomware protection </a:t>
            </a:r>
            <a:r>
              <a:rPr lang="en-US" dirty="0"/>
              <a:t>through VMware Advanced Cyber Compliance (ACC)</a:t>
            </a:r>
          </a:p>
          <a:p>
            <a:r>
              <a:rPr lang="en-US" dirty="0"/>
              <a:t>Deploy as an </a:t>
            </a:r>
            <a:r>
              <a:rPr lang="en-US" b="1" dirty="0"/>
              <a:t>HCI cluster </a:t>
            </a:r>
            <a:r>
              <a:rPr lang="en-US" dirty="0"/>
              <a:t>or </a:t>
            </a:r>
            <a:r>
              <a:rPr lang="en-US" b="1" dirty="0"/>
              <a:t>storage cluster </a:t>
            </a:r>
            <a:r>
              <a:rPr lang="en-US" dirty="0"/>
              <a:t>using built-in provisioning workflows</a:t>
            </a:r>
          </a:p>
        </p:txBody>
      </p:sp>
      <p:sp>
        <p:nvSpPr>
          <p:cNvPr id="474" name="TextBox 473">
            <a:extLst>
              <a:ext uri="{FF2B5EF4-FFF2-40B4-BE49-F238E27FC236}">
                <a16:creationId xmlns:a16="http://schemas.microsoft.com/office/drawing/2014/main" id="{AA02F733-DDDC-7546-1C0E-A53D2AD4690D}"/>
              </a:ext>
            </a:extLst>
          </p:cNvPr>
          <p:cNvSpPr txBox="1"/>
          <p:nvPr/>
        </p:nvSpPr>
        <p:spPr>
          <a:xfrm>
            <a:off x="3360206" y="5060324"/>
            <a:ext cx="1931450" cy="250903"/>
          </a:xfrm>
          <a:prstGeom prst="rect">
            <a:avLst/>
          </a:prstGeom>
          <a:noFill/>
        </p:spPr>
        <p:txBody>
          <a:bodyPr wrap="square" lIns="0" tIns="0" rIns="0" bIns="0" rtlCol="0">
            <a:spAutoFit/>
          </a:bodyPr>
          <a:lstStyle/>
          <a:p>
            <a:pPr algn="ctr">
              <a:lnSpc>
                <a:spcPct val="130000"/>
              </a:lnSpc>
            </a:pPr>
            <a:r>
              <a:rPr lang="en-US" sz="1400" dirty="0"/>
              <a:t>CyberRecovery-MED</a:t>
            </a:r>
          </a:p>
        </p:txBody>
      </p:sp>
      <p:sp>
        <p:nvSpPr>
          <p:cNvPr id="475" name="TextBox 474">
            <a:extLst>
              <a:ext uri="{FF2B5EF4-FFF2-40B4-BE49-F238E27FC236}">
                <a16:creationId xmlns:a16="http://schemas.microsoft.com/office/drawing/2014/main" id="{54999100-A897-6A12-5D25-39369F97549A}"/>
              </a:ext>
            </a:extLst>
          </p:cNvPr>
          <p:cNvSpPr txBox="1"/>
          <p:nvPr/>
        </p:nvSpPr>
        <p:spPr>
          <a:xfrm>
            <a:off x="5366631" y="5060324"/>
            <a:ext cx="1931450" cy="250903"/>
          </a:xfrm>
          <a:prstGeom prst="rect">
            <a:avLst/>
          </a:prstGeom>
          <a:noFill/>
        </p:spPr>
        <p:txBody>
          <a:bodyPr wrap="square" lIns="0" tIns="0" rIns="0" bIns="0" rtlCol="0">
            <a:spAutoFit/>
          </a:bodyPr>
          <a:lstStyle/>
          <a:p>
            <a:pPr algn="ctr">
              <a:lnSpc>
                <a:spcPct val="130000"/>
              </a:lnSpc>
            </a:pPr>
            <a:r>
              <a:rPr lang="en-US" sz="1400" dirty="0"/>
              <a:t>CyberRecovery-LRG</a:t>
            </a:r>
          </a:p>
        </p:txBody>
      </p:sp>
      <p:sp>
        <p:nvSpPr>
          <p:cNvPr id="476" name="TextBox 475">
            <a:extLst>
              <a:ext uri="{FF2B5EF4-FFF2-40B4-BE49-F238E27FC236}">
                <a16:creationId xmlns:a16="http://schemas.microsoft.com/office/drawing/2014/main" id="{423613D7-C8A5-427C-AA41-0EF2F59780F2}"/>
              </a:ext>
            </a:extLst>
          </p:cNvPr>
          <p:cNvSpPr txBox="1"/>
          <p:nvPr/>
        </p:nvSpPr>
        <p:spPr>
          <a:xfrm>
            <a:off x="1353781" y="5060324"/>
            <a:ext cx="1931450" cy="250903"/>
          </a:xfrm>
          <a:prstGeom prst="rect">
            <a:avLst/>
          </a:prstGeom>
          <a:noFill/>
        </p:spPr>
        <p:txBody>
          <a:bodyPr wrap="square" lIns="0" tIns="0" rIns="0" bIns="0" rtlCol="0">
            <a:spAutoFit/>
          </a:bodyPr>
          <a:lstStyle/>
          <a:p>
            <a:pPr algn="ctr">
              <a:lnSpc>
                <a:spcPct val="130000"/>
              </a:lnSpc>
            </a:pPr>
            <a:r>
              <a:rPr lang="en-US" sz="1400" dirty="0"/>
              <a:t>CyberRecovery-SM</a:t>
            </a:r>
          </a:p>
        </p:txBody>
      </p:sp>
      <p:grpSp>
        <p:nvGrpSpPr>
          <p:cNvPr id="477" name="Group 476">
            <a:extLst>
              <a:ext uri="{FF2B5EF4-FFF2-40B4-BE49-F238E27FC236}">
                <a16:creationId xmlns:a16="http://schemas.microsoft.com/office/drawing/2014/main" id="{ED554E60-71CD-658D-84FC-846ABB54AD14}"/>
              </a:ext>
            </a:extLst>
          </p:cNvPr>
          <p:cNvGrpSpPr/>
          <p:nvPr/>
        </p:nvGrpSpPr>
        <p:grpSpPr>
          <a:xfrm>
            <a:off x="3228883" y="2055435"/>
            <a:ext cx="2189423" cy="1145493"/>
            <a:chOff x="5702330" y="2902796"/>
            <a:chExt cx="2189423" cy="1145493"/>
          </a:xfrm>
        </p:grpSpPr>
        <p:sp>
          <p:nvSpPr>
            <p:cNvPr id="478" name="Rectangle 477">
              <a:extLst>
                <a:ext uri="{FF2B5EF4-FFF2-40B4-BE49-F238E27FC236}">
                  <a16:creationId xmlns:a16="http://schemas.microsoft.com/office/drawing/2014/main" id="{39EFFAB6-9837-1A0C-D4B8-338B68A6E1F1}"/>
                </a:ext>
              </a:extLst>
            </p:cNvPr>
            <p:cNvSpPr/>
            <p:nvPr/>
          </p:nvSpPr>
          <p:spPr>
            <a:xfrm>
              <a:off x="5702330" y="2902796"/>
              <a:ext cx="2189423" cy="1145493"/>
            </a:xfrm>
            <a:prstGeom prst="rect">
              <a:avLst/>
            </a:prstGeom>
            <a:solidFill>
              <a:schemeClr val="accent3">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79" name="Rectangle 478">
              <a:extLst>
                <a:ext uri="{FF2B5EF4-FFF2-40B4-BE49-F238E27FC236}">
                  <a16:creationId xmlns:a16="http://schemas.microsoft.com/office/drawing/2014/main" id="{EDA86ACF-1A8B-7F7F-3F4A-C40AC6668C12}"/>
                </a:ext>
              </a:extLst>
            </p:cNvPr>
            <p:cNvSpPr/>
            <p:nvPr/>
          </p:nvSpPr>
          <p:spPr>
            <a:xfrm>
              <a:off x="5778863" y="3149041"/>
              <a:ext cx="2041019" cy="80060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sp>
        <p:nvSpPr>
          <p:cNvPr id="480" name="TextBox 479">
            <a:extLst>
              <a:ext uri="{FF2B5EF4-FFF2-40B4-BE49-F238E27FC236}">
                <a16:creationId xmlns:a16="http://schemas.microsoft.com/office/drawing/2014/main" id="{A41B8E46-B531-4E4E-A361-A3DA527CBD4B}"/>
              </a:ext>
            </a:extLst>
          </p:cNvPr>
          <p:cNvSpPr txBox="1"/>
          <p:nvPr/>
        </p:nvSpPr>
        <p:spPr>
          <a:xfrm>
            <a:off x="3497975" y="2108334"/>
            <a:ext cx="1651238" cy="153888"/>
          </a:xfrm>
          <a:prstGeom prst="rect">
            <a:avLst/>
          </a:prstGeom>
        </p:spPr>
        <p:txBody>
          <a:bodyPr wrap="square" lIns="0" tIns="0" rIns="0" bIns="0" rtlCol="0">
            <a:spAutoFit/>
          </a:bodyPr>
          <a:lstStyle/>
          <a:p>
            <a:pPr algn="ctr">
              <a:spcAft>
                <a:spcPts val="600"/>
              </a:spcAft>
            </a:pPr>
            <a:r>
              <a:rPr lang="en-US" sz="1000" dirty="0"/>
              <a:t>Cyber Recovery</a:t>
            </a:r>
          </a:p>
        </p:txBody>
      </p:sp>
      <p:grpSp>
        <p:nvGrpSpPr>
          <p:cNvPr id="481" name="Group 480">
            <a:extLst>
              <a:ext uri="{FF2B5EF4-FFF2-40B4-BE49-F238E27FC236}">
                <a16:creationId xmlns:a16="http://schemas.microsoft.com/office/drawing/2014/main" id="{93EE56A0-5F34-7BD7-CDAE-D5FAEC49EF1F}"/>
              </a:ext>
            </a:extLst>
          </p:cNvPr>
          <p:cNvGrpSpPr/>
          <p:nvPr/>
        </p:nvGrpSpPr>
        <p:grpSpPr>
          <a:xfrm>
            <a:off x="3406738" y="2518586"/>
            <a:ext cx="285074" cy="285193"/>
            <a:chOff x="839967" y="3567415"/>
            <a:chExt cx="386791" cy="386953"/>
          </a:xfrm>
          <a:solidFill>
            <a:srgbClr val="D58B3F"/>
          </a:solidFill>
        </p:grpSpPr>
        <p:sp>
          <p:nvSpPr>
            <p:cNvPr id="482" name="Picture Placeholder 87">
              <a:extLst>
                <a:ext uri="{FF2B5EF4-FFF2-40B4-BE49-F238E27FC236}">
                  <a16:creationId xmlns:a16="http://schemas.microsoft.com/office/drawing/2014/main" id="{5214C1AC-F8E1-2D0F-558E-562193371DD4}"/>
                </a:ext>
              </a:extLst>
            </p:cNvPr>
            <p:cNvSpPr/>
            <p:nvPr/>
          </p:nvSpPr>
          <p:spPr>
            <a:xfrm>
              <a:off x="961869" y="3689439"/>
              <a:ext cx="264889" cy="264929"/>
            </a:xfrm>
            <a:custGeom>
              <a:avLst/>
              <a:gdLst>
                <a:gd name="connsiteX0" fmla="*/ 415589 w 415589"/>
                <a:gd name="connsiteY0" fmla="*/ 415653 h 415652"/>
                <a:gd name="connsiteX1" fmla="*/ 0 w 415589"/>
                <a:gd name="connsiteY1" fmla="*/ 415653 h 415652"/>
                <a:gd name="connsiteX2" fmla="*/ 0 w 415589"/>
                <a:gd name="connsiteY2" fmla="*/ 366447 h 415652"/>
                <a:gd name="connsiteX3" fmla="*/ 15812 w 415589"/>
                <a:gd name="connsiteY3" fmla="*/ 366447 h 415652"/>
                <a:gd name="connsiteX4" fmla="*/ 15812 w 415589"/>
                <a:gd name="connsiteY4" fmla="*/ 399841 h 415652"/>
                <a:gd name="connsiteX5" fmla="*/ 399778 w 415589"/>
                <a:gd name="connsiteY5" fmla="*/ 399841 h 415652"/>
                <a:gd name="connsiteX6" fmla="*/ 399778 w 415589"/>
                <a:gd name="connsiteY6" fmla="*/ 15812 h 415652"/>
                <a:gd name="connsiteX7" fmla="*/ 364550 w 415589"/>
                <a:gd name="connsiteY7" fmla="*/ 15812 h 415652"/>
                <a:gd name="connsiteX8" fmla="*/ 364550 w 415589"/>
                <a:gd name="connsiteY8" fmla="*/ 0 h 415652"/>
                <a:gd name="connsiteX9" fmla="*/ 415589 w 415589"/>
                <a:gd name="connsiteY9" fmla="*/ 0 h 415652"/>
                <a:gd name="connsiteX10" fmla="*/ 415589 w 415589"/>
                <a:gd name="connsiteY10" fmla="*/ 415653 h 41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652">
                  <a:moveTo>
                    <a:pt x="415589" y="415653"/>
                  </a:moveTo>
                  <a:lnTo>
                    <a:pt x="0" y="415653"/>
                  </a:lnTo>
                  <a:lnTo>
                    <a:pt x="0" y="366447"/>
                  </a:lnTo>
                  <a:lnTo>
                    <a:pt x="15812" y="366447"/>
                  </a:lnTo>
                  <a:lnTo>
                    <a:pt x="15812" y="399841"/>
                  </a:lnTo>
                  <a:lnTo>
                    <a:pt x="399778" y="399841"/>
                  </a:lnTo>
                  <a:lnTo>
                    <a:pt x="399778" y="15812"/>
                  </a:lnTo>
                  <a:lnTo>
                    <a:pt x="364550" y="15812"/>
                  </a:lnTo>
                  <a:lnTo>
                    <a:pt x="364550" y="0"/>
                  </a:lnTo>
                  <a:lnTo>
                    <a:pt x="415589" y="0"/>
                  </a:lnTo>
                  <a:lnTo>
                    <a:pt x="415589" y="415653"/>
                  </a:lnTo>
                  <a:close/>
                </a:path>
              </a:pathLst>
            </a:custGeom>
            <a:grpFill/>
            <a:ln w="6271" cap="flat">
              <a:noFill/>
              <a:prstDash val="solid"/>
              <a:miter/>
            </a:ln>
          </p:spPr>
          <p:txBody>
            <a:bodyPr rtlCol="0" anchor="ctr"/>
            <a:lstStyle/>
            <a:p>
              <a:endParaRPr lang="en-US"/>
            </a:p>
          </p:txBody>
        </p:sp>
        <p:sp>
          <p:nvSpPr>
            <p:cNvPr id="483" name="Picture Placeholder 87">
              <a:extLst>
                <a:ext uri="{FF2B5EF4-FFF2-40B4-BE49-F238E27FC236}">
                  <a16:creationId xmlns:a16="http://schemas.microsoft.com/office/drawing/2014/main" id="{DD353B87-FE8D-3DC4-1836-EBD611B867C3}"/>
                </a:ext>
              </a:extLst>
            </p:cNvPr>
            <p:cNvSpPr/>
            <p:nvPr/>
          </p:nvSpPr>
          <p:spPr>
            <a:xfrm>
              <a:off x="919341" y="3646749"/>
              <a:ext cx="264889" cy="264889"/>
            </a:xfrm>
            <a:custGeom>
              <a:avLst/>
              <a:gdLst>
                <a:gd name="connsiteX0" fmla="*/ 415589 w 415589"/>
                <a:gd name="connsiteY0" fmla="*/ 415589 h 415589"/>
                <a:gd name="connsiteX1" fmla="*/ 0 w 415589"/>
                <a:gd name="connsiteY1" fmla="*/ 415589 h 415589"/>
                <a:gd name="connsiteX2" fmla="*/ 0 w 415589"/>
                <a:gd name="connsiteY2" fmla="*/ 365246 h 415589"/>
                <a:gd name="connsiteX3" fmla="*/ 15812 w 415589"/>
                <a:gd name="connsiteY3" fmla="*/ 365246 h 415589"/>
                <a:gd name="connsiteX4" fmla="*/ 15812 w 415589"/>
                <a:gd name="connsiteY4" fmla="*/ 399778 h 415589"/>
                <a:gd name="connsiteX5" fmla="*/ 399778 w 415589"/>
                <a:gd name="connsiteY5" fmla="*/ 399778 h 415589"/>
                <a:gd name="connsiteX6" fmla="*/ 399778 w 415589"/>
                <a:gd name="connsiteY6" fmla="*/ 15812 h 415589"/>
                <a:gd name="connsiteX7" fmla="*/ 364740 w 415589"/>
                <a:gd name="connsiteY7" fmla="*/ 15812 h 415589"/>
                <a:gd name="connsiteX8" fmla="*/ 364740 w 415589"/>
                <a:gd name="connsiteY8" fmla="*/ 0 h 415589"/>
                <a:gd name="connsiteX9" fmla="*/ 415589 w 415589"/>
                <a:gd name="connsiteY9" fmla="*/ 0 h 415589"/>
                <a:gd name="connsiteX10" fmla="*/ 415589 w 415589"/>
                <a:gd name="connsiteY10" fmla="*/ 415589 h 41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589">
                  <a:moveTo>
                    <a:pt x="415589" y="415589"/>
                  </a:moveTo>
                  <a:lnTo>
                    <a:pt x="0" y="415589"/>
                  </a:lnTo>
                  <a:lnTo>
                    <a:pt x="0" y="365246"/>
                  </a:lnTo>
                  <a:lnTo>
                    <a:pt x="15812" y="365246"/>
                  </a:lnTo>
                  <a:lnTo>
                    <a:pt x="15812" y="399778"/>
                  </a:lnTo>
                  <a:lnTo>
                    <a:pt x="399778" y="399778"/>
                  </a:lnTo>
                  <a:lnTo>
                    <a:pt x="399778" y="15812"/>
                  </a:lnTo>
                  <a:lnTo>
                    <a:pt x="364740" y="15812"/>
                  </a:lnTo>
                  <a:lnTo>
                    <a:pt x="364740" y="0"/>
                  </a:lnTo>
                  <a:lnTo>
                    <a:pt x="415589" y="0"/>
                  </a:lnTo>
                  <a:lnTo>
                    <a:pt x="415589" y="415589"/>
                  </a:lnTo>
                  <a:close/>
                </a:path>
              </a:pathLst>
            </a:custGeom>
            <a:grpFill/>
            <a:ln w="6271" cap="flat">
              <a:noFill/>
              <a:prstDash val="solid"/>
              <a:miter/>
            </a:ln>
          </p:spPr>
          <p:txBody>
            <a:bodyPr rtlCol="0" anchor="ctr"/>
            <a:lstStyle/>
            <a:p>
              <a:endParaRPr lang="en-US"/>
            </a:p>
          </p:txBody>
        </p:sp>
        <p:sp>
          <p:nvSpPr>
            <p:cNvPr id="484" name="Picture Placeholder 87">
              <a:extLst>
                <a:ext uri="{FF2B5EF4-FFF2-40B4-BE49-F238E27FC236}">
                  <a16:creationId xmlns:a16="http://schemas.microsoft.com/office/drawing/2014/main" id="{6D2113C2-A140-1588-FC8C-9FD0590F86A5}"/>
                </a:ext>
              </a:extLst>
            </p:cNvPr>
            <p:cNvSpPr/>
            <p:nvPr/>
          </p:nvSpPr>
          <p:spPr>
            <a:xfrm>
              <a:off x="876973" y="3604260"/>
              <a:ext cx="264889" cy="264889"/>
            </a:xfrm>
            <a:custGeom>
              <a:avLst/>
              <a:gdLst>
                <a:gd name="connsiteX0" fmla="*/ 415589 w 415589"/>
                <a:gd name="connsiteY0" fmla="*/ 415589 h 415589"/>
                <a:gd name="connsiteX1" fmla="*/ 0 w 415589"/>
                <a:gd name="connsiteY1" fmla="*/ 415589 h 415589"/>
                <a:gd name="connsiteX2" fmla="*/ 0 w 415589"/>
                <a:gd name="connsiteY2" fmla="*/ 358352 h 415589"/>
                <a:gd name="connsiteX3" fmla="*/ 15812 w 415589"/>
                <a:gd name="connsiteY3" fmla="*/ 358352 h 415589"/>
                <a:gd name="connsiteX4" fmla="*/ 15812 w 415589"/>
                <a:gd name="connsiteY4" fmla="*/ 399778 h 415589"/>
                <a:gd name="connsiteX5" fmla="*/ 399778 w 415589"/>
                <a:gd name="connsiteY5" fmla="*/ 399778 h 415589"/>
                <a:gd name="connsiteX6" fmla="*/ 399778 w 415589"/>
                <a:gd name="connsiteY6" fmla="*/ 15812 h 415589"/>
                <a:gd name="connsiteX7" fmla="*/ 358036 w 415589"/>
                <a:gd name="connsiteY7" fmla="*/ 15812 h 415589"/>
                <a:gd name="connsiteX8" fmla="*/ 358036 w 415589"/>
                <a:gd name="connsiteY8" fmla="*/ 0 h 415589"/>
                <a:gd name="connsiteX9" fmla="*/ 415589 w 415589"/>
                <a:gd name="connsiteY9" fmla="*/ 0 h 415589"/>
                <a:gd name="connsiteX10" fmla="*/ 415589 w 415589"/>
                <a:gd name="connsiteY10" fmla="*/ 415589 h 41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589">
                  <a:moveTo>
                    <a:pt x="415589" y="415589"/>
                  </a:moveTo>
                  <a:lnTo>
                    <a:pt x="0" y="415589"/>
                  </a:lnTo>
                  <a:lnTo>
                    <a:pt x="0" y="358352"/>
                  </a:lnTo>
                  <a:lnTo>
                    <a:pt x="15812" y="358352"/>
                  </a:lnTo>
                  <a:lnTo>
                    <a:pt x="15812" y="399778"/>
                  </a:lnTo>
                  <a:lnTo>
                    <a:pt x="399778" y="399778"/>
                  </a:lnTo>
                  <a:lnTo>
                    <a:pt x="399778" y="15812"/>
                  </a:lnTo>
                  <a:lnTo>
                    <a:pt x="358036" y="15812"/>
                  </a:lnTo>
                  <a:lnTo>
                    <a:pt x="358036" y="0"/>
                  </a:lnTo>
                  <a:lnTo>
                    <a:pt x="415589" y="0"/>
                  </a:lnTo>
                  <a:lnTo>
                    <a:pt x="415589" y="415589"/>
                  </a:lnTo>
                  <a:close/>
                </a:path>
              </a:pathLst>
            </a:custGeom>
            <a:grpFill/>
            <a:ln w="6271" cap="flat">
              <a:noFill/>
              <a:prstDash val="solid"/>
              <a:miter/>
            </a:ln>
          </p:spPr>
          <p:txBody>
            <a:bodyPr rtlCol="0" anchor="ctr"/>
            <a:lstStyle/>
            <a:p>
              <a:endParaRPr lang="en-US"/>
            </a:p>
          </p:txBody>
        </p:sp>
        <p:grpSp>
          <p:nvGrpSpPr>
            <p:cNvPr id="485" name="Group 484">
              <a:extLst>
                <a:ext uri="{FF2B5EF4-FFF2-40B4-BE49-F238E27FC236}">
                  <a16:creationId xmlns:a16="http://schemas.microsoft.com/office/drawing/2014/main" id="{B5F21663-7241-5567-BB2E-449934AB9522}"/>
                </a:ext>
              </a:extLst>
            </p:cNvPr>
            <p:cNvGrpSpPr/>
            <p:nvPr/>
          </p:nvGrpSpPr>
          <p:grpSpPr>
            <a:xfrm>
              <a:off x="839967" y="3567415"/>
              <a:ext cx="254851" cy="254810"/>
              <a:chOff x="3997454" y="2716554"/>
              <a:chExt cx="254851" cy="254810"/>
            </a:xfrm>
            <a:grpFill/>
          </p:grpSpPr>
          <p:sp>
            <p:nvSpPr>
              <p:cNvPr id="486" name="Picture Placeholder 87">
                <a:extLst>
                  <a:ext uri="{FF2B5EF4-FFF2-40B4-BE49-F238E27FC236}">
                    <a16:creationId xmlns:a16="http://schemas.microsoft.com/office/drawing/2014/main" id="{548E7CCD-B018-2043-4761-EAB76852D5AD}"/>
                  </a:ext>
                </a:extLst>
              </p:cNvPr>
              <p:cNvSpPr/>
              <p:nvPr/>
            </p:nvSpPr>
            <p:spPr>
              <a:xfrm>
                <a:off x="4043273" y="2761774"/>
                <a:ext cx="175573" cy="164349"/>
              </a:xfrm>
              <a:custGeom>
                <a:avLst/>
                <a:gdLst>
                  <a:gd name="connsiteX0" fmla="*/ 253894 w 275460"/>
                  <a:gd name="connsiteY0" fmla="*/ 97350 h 257851"/>
                  <a:gd name="connsiteX1" fmla="*/ 97351 w 275460"/>
                  <a:gd name="connsiteY1" fmla="*/ 3958 h 257851"/>
                  <a:gd name="connsiteX2" fmla="*/ 3958 w 275460"/>
                  <a:gd name="connsiteY2" fmla="*/ 160501 h 257851"/>
                  <a:gd name="connsiteX3" fmla="*/ 160502 w 275460"/>
                  <a:gd name="connsiteY3" fmla="*/ 253894 h 257851"/>
                  <a:gd name="connsiteX4" fmla="*/ 192735 w 275460"/>
                  <a:gd name="connsiteY4" fmla="*/ 240919 h 257851"/>
                  <a:gd name="connsiteX5" fmla="*/ 184893 w 275460"/>
                  <a:gd name="connsiteY5" fmla="*/ 227194 h 257851"/>
                  <a:gd name="connsiteX6" fmla="*/ 30757 w 275460"/>
                  <a:gd name="connsiteY6" fmla="*/ 184890 h 257851"/>
                  <a:gd name="connsiteX7" fmla="*/ 73061 w 275460"/>
                  <a:gd name="connsiteY7" fmla="*/ 30755 h 257851"/>
                  <a:gd name="connsiteX8" fmla="*/ 227197 w 275460"/>
                  <a:gd name="connsiteY8" fmla="*/ 73059 h 257851"/>
                  <a:gd name="connsiteX9" fmla="*/ 238272 w 275460"/>
                  <a:gd name="connsiteY9" fmla="*/ 100196 h 257851"/>
                  <a:gd name="connsiteX10" fmla="*/ 217275 w 275460"/>
                  <a:gd name="connsiteY10" fmla="*/ 104054 h 257851"/>
                  <a:gd name="connsiteX11" fmla="*/ 255665 w 275460"/>
                  <a:gd name="connsiteY11" fmla="*/ 149086 h 257851"/>
                  <a:gd name="connsiteX12" fmla="*/ 275461 w 275460"/>
                  <a:gd name="connsiteY12" fmla="*/ 93113 h 2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5460" h="257851">
                    <a:moveTo>
                      <a:pt x="253894" y="97350"/>
                    </a:moveTo>
                    <a:cubicBezTo>
                      <a:pt x="236455" y="28333"/>
                      <a:pt x="166369" y="-13481"/>
                      <a:pt x="97351" y="3958"/>
                    </a:cubicBezTo>
                    <a:cubicBezTo>
                      <a:pt x="28333" y="21396"/>
                      <a:pt x="-13480" y="91484"/>
                      <a:pt x="3958" y="160501"/>
                    </a:cubicBezTo>
                    <a:cubicBezTo>
                      <a:pt x="21397" y="229519"/>
                      <a:pt x="91483" y="271333"/>
                      <a:pt x="160502" y="253894"/>
                    </a:cubicBezTo>
                    <a:cubicBezTo>
                      <a:pt x="171782" y="251043"/>
                      <a:pt x="182625" y="246679"/>
                      <a:pt x="192735" y="240919"/>
                    </a:cubicBezTo>
                    <a:lnTo>
                      <a:pt x="184893" y="227194"/>
                    </a:lnTo>
                    <a:cubicBezTo>
                      <a:pt x="130647" y="258076"/>
                      <a:pt x="61639" y="239136"/>
                      <a:pt x="30757" y="184890"/>
                    </a:cubicBezTo>
                    <a:cubicBezTo>
                      <a:pt x="-124" y="130645"/>
                      <a:pt x="18816" y="61637"/>
                      <a:pt x="73061" y="30755"/>
                    </a:cubicBezTo>
                    <a:cubicBezTo>
                      <a:pt x="127307" y="-126"/>
                      <a:pt x="196316" y="18814"/>
                      <a:pt x="227197" y="73059"/>
                    </a:cubicBezTo>
                    <a:cubicBezTo>
                      <a:pt x="232051" y="81586"/>
                      <a:pt x="235774" y="90708"/>
                      <a:pt x="238272" y="100196"/>
                    </a:cubicBezTo>
                    <a:lnTo>
                      <a:pt x="217275" y="104054"/>
                    </a:lnTo>
                    <a:lnTo>
                      <a:pt x="255665" y="149086"/>
                    </a:lnTo>
                    <a:lnTo>
                      <a:pt x="275461" y="93113"/>
                    </a:lnTo>
                    <a:close/>
                  </a:path>
                </a:pathLst>
              </a:custGeom>
              <a:grpFill/>
              <a:ln w="6271" cap="flat">
                <a:noFill/>
                <a:prstDash val="solid"/>
                <a:miter/>
              </a:ln>
            </p:spPr>
            <p:txBody>
              <a:bodyPr rtlCol="0" anchor="ctr"/>
              <a:lstStyle/>
              <a:p>
                <a:endParaRPr lang="en-US"/>
              </a:p>
            </p:txBody>
          </p:sp>
          <p:sp>
            <p:nvSpPr>
              <p:cNvPr id="487" name="Picture Placeholder 87">
                <a:extLst>
                  <a:ext uri="{FF2B5EF4-FFF2-40B4-BE49-F238E27FC236}">
                    <a16:creationId xmlns:a16="http://schemas.microsoft.com/office/drawing/2014/main" id="{55286CA8-2E65-3A5C-1F29-A28F86F3D98D}"/>
                  </a:ext>
                </a:extLst>
              </p:cNvPr>
              <p:cNvSpPr/>
              <p:nvPr/>
            </p:nvSpPr>
            <p:spPr>
              <a:xfrm>
                <a:off x="3997454" y="2716554"/>
                <a:ext cx="254851" cy="254810"/>
              </a:xfrm>
              <a:custGeom>
                <a:avLst/>
                <a:gdLst>
                  <a:gd name="connsiteX0" fmla="*/ 384030 w 399841"/>
                  <a:gd name="connsiteY0" fmla="*/ 15812 h 399777"/>
                  <a:gd name="connsiteX1" fmla="*/ 384030 w 399841"/>
                  <a:gd name="connsiteY1" fmla="*/ 383966 h 399777"/>
                  <a:gd name="connsiteX2" fmla="*/ 15812 w 399841"/>
                  <a:gd name="connsiteY2" fmla="*/ 383966 h 399777"/>
                  <a:gd name="connsiteX3" fmla="*/ 15812 w 399841"/>
                  <a:gd name="connsiteY3" fmla="*/ 15812 h 399777"/>
                  <a:gd name="connsiteX4" fmla="*/ 384030 w 399841"/>
                  <a:gd name="connsiteY4" fmla="*/ 15812 h 399777"/>
                  <a:gd name="connsiteX5" fmla="*/ 399841 w 399841"/>
                  <a:gd name="connsiteY5" fmla="*/ 0 h 399777"/>
                  <a:gd name="connsiteX6" fmla="*/ 0 w 399841"/>
                  <a:gd name="connsiteY6" fmla="*/ 0 h 399777"/>
                  <a:gd name="connsiteX7" fmla="*/ 0 w 399841"/>
                  <a:gd name="connsiteY7" fmla="*/ 399778 h 399777"/>
                  <a:gd name="connsiteX8" fmla="*/ 399778 w 399841"/>
                  <a:gd name="connsiteY8" fmla="*/ 399778 h 399777"/>
                  <a:gd name="connsiteX9" fmla="*/ 399778 w 399841"/>
                  <a:gd name="connsiteY9" fmla="*/ 0 h 399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9841" h="399777">
                    <a:moveTo>
                      <a:pt x="384030" y="15812"/>
                    </a:moveTo>
                    <a:lnTo>
                      <a:pt x="384030" y="383966"/>
                    </a:lnTo>
                    <a:lnTo>
                      <a:pt x="15812" y="383966"/>
                    </a:lnTo>
                    <a:lnTo>
                      <a:pt x="15812" y="15812"/>
                    </a:lnTo>
                    <a:lnTo>
                      <a:pt x="384030" y="15812"/>
                    </a:lnTo>
                    <a:moveTo>
                      <a:pt x="399841" y="0"/>
                    </a:moveTo>
                    <a:lnTo>
                      <a:pt x="0" y="0"/>
                    </a:lnTo>
                    <a:lnTo>
                      <a:pt x="0" y="399778"/>
                    </a:lnTo>
                    <a:lnTo>
                      <a:pt x="399778" y="399778"/>
                    </a:lnTo>
                    <a:lnTo>
                      <a:pt x="399778" y="0"/>
                    </a:lnTo>
                    <a:close/>
                  </a:path>
                </a:pathLst>
              </a:custGeom>
              <a:grpFill/>
              <a:ln w="6271" cap="flat">
                <a:noFill/>
                <a:prstDash val="solid"/>
                <a:miter/>
              </a:ln>
            </p:spPr>
            <p:txBody>
              <a:bodyPr rtlCol="0" anchor="ctr"/>
              <a:lstStyle/>
              <a:p>
                <a:endParaRPr lang="en-US"/>
              </a:p>
            </p:txBody>
          </p:sp>
        </p:grpSp>
      </p:grpSp>
      <p:cxnSp>
        <p:nvCxnSpPr>
          <p:cNvPr id="488" name="Straight Connector 487">
            <a:extLst>
              <a:ext uri="{FF2B5EF4-FFF2-40B4-BE49-F238E27FC236}">
                <a16:creationId xmlns:a16="http://schemas.microsoft.com/office/drawing/2014/main" id="{21B47686-D857-6139-056B-3C1439839ED9}"/>
              </a:ext>
            </a:extLst>
          </p:cNvPr>
          <p:cNvCxnSpPr>
            <a:cxnSpLocks/>
          </p:cNvCxnSpPr>
          <p:nvPr/>
        </p:nvCxnSpPr>
        <p:spPr bwMode="gray">
          <a:xfrm>
            <a:off x="3741486" y="2661182"/>
            <a:ext cx="570803" cy="0"/>
          </a:xfrm>
          <a:prstGeom prst="line">
            <a:avLst/>
          </a:prstGeom>
          <a:ln w="12700">
            <a:solidFill>
              <a:srgbClr val="D58B3F"/>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489" name="TextBox 488">
            <a:extLst>
              <a:ext uri="{FF2B5EF4-FFF2-40B4-BE49-F238E27FC236}">
                <a16:creationId xmlns:a16="http://schemas.microsoft.com/office/drawing/2014/main" id="{99880BF4-7B69-23C9-123D-1EF04D458AEE}"/>
              </a:ext>
            </a:extLst>
          </p:cNvPr>
          <p:cNvSpPr txBox="1"/>
          <p:nvPr/>
        </p:nvSpPr>
        <p:spPr>
          <a:xfrm>
            <a:off x="3302911" y="2312706"/>
            <a:ext cx="2030156" cy="153888"/>
          </a:xfrm>
          <a:prstGeom prst="rect">
            <a:avLst/>
          </a:prstGeom>
        </p:spPr>
        <p:txBody>
          <a:bodyPr wrap="square" lIns="0" tIns="0" rIns="0" bIns="0" rtlCol="0">
            <a:spAutoFit/>
          </a:bodyPr>
          <a:lstStyle/>
          <a:p>
            <a:pPr algn="ctr">
              <a:spcAft>
                <a:spcPts val="600"/>
              </a:spcAft>
            </a:pPr>
            <a:r>
              <a:rPr lang="en-US" sz="1000" dirty="0">
                <a:solidFill>
                  <a:schemeClr val="accent2"/>
                </a:solidFill>
              </a:rPr>
              <a:t>Isolated recovery environment</a:t>
            </a:r>
          </a:p>
        </p:txBody>
      </p:sp>
      <p:grpSp>
        <p:nvGrpSpPr>
          <p:cNvPr id="490" name="Group 489">
            <a:extLst>
              <a:ext uri="{FF2B5EF4-FFF2-40B4-BE49-F238E27FC236}">
                <a16:creationId xmlns:a16="http://schemas.microsoft.com/office/drawing/2014/main" id="{12C5BA9F-5E56-9818-2934-1BF3525CE5D1}"/>
              </a:ext>
            </a:extLst>
          </p:cNvPr>
          <p:cNvGrpSpPr/>
          <p:nvPr/>
        </p:nvGrpSpPr>
        <p:grpSpPr>
          <a:xfrm>
            <a:off x="4378894" y="2542790"/>
            <a:ext cx="790119" cy="509818"/>
            <a:chOff x="6800780" y="3390151"/>
            <a:chExt cx="790119" cy="509818"/>
          </a:xfrm>
        </p:grpSpPr>
        <p:grpSp>
          <p:nvGrpSpPr>
            <p:cNvPr id="491" name="Group 490">
              <a:extLst>
                <a:ext uri="{FF2B5EF4-FFF2-40B4-BE49-F238E27FC236}">
                  <a16:creationId xmlns:a16="http://schemas.microsoft.com/office/drawing/2014/main" id="{E16C7592-F685-9380-3329-79F922CDA8D5}"/>
                </a:ext>
              </a:extLst>
            </p:cNvPr>
            <p:cNvGrpSpPr/>
            <p:nvPr/>
          </p:nvGrpSpPr>
          <p:grpSpPr>
            <a:xfrm>
              <a:off x="6800780" y="3669576"/>
              <a:ext cx="790119" cy="230393"/>
              <a:chOff x="3023691" y="2069958"/>
              <a:chExt cx="790119" cy="230393"/>
            </a:xfrm>
          </p:grpSpPr>
          <p:pic>
            <p:nvPicPr>
              <p:cNvPr id="496" name="Graphic 495">
                <a:extLst>
                  <a:ext uri="{FF2B5EF4-FFF2-40B4-BE49-F238E27FC236}">
                    <a16:creationId xmlns:a16="http://schemas.microsoft.com/office/drawing/2014/main" id="{C4F23EA2-1C7F-A8AE-7437-BE922F467CD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023691" y="2069958"/>
                <a:ext cx="230393" cy="230393"/>
              </a:xfrm>
              <a:prstGeom prst="rect">
                <a:avLst/>
              </a:prstGeom>
            </p:spPr>
          </p:pic>
          <p:pic>
            <p:nvPicPr>
              <p:cNvPr id="497" name="Graphic 496">
                <a:extLst>
                  <a:ext uri="{FF2B5EF4-FFF2-40B4-BE49-F238E27FC236}">
                    <a16:creationId xmlns:a16="http://schemas.microsoft.com/office/drawing/2014/main" id="{7F47F60A-1666-4A51-2B78-674E86DF16A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303554" y="2069958"/>
                <a:ext cx="230393" cy="230393"/>
              </a:xfrm>
              <a:prstGeom prst="rect">
                <a:avLst/>
              </a:prstGeom>
            </p:spPr>
          </p:pic>
          <p:pic>
            <p:nvPicPr>
              <p:cNvPr id="498" name="Graphic 497">
                <a:extLst>
                  <a:ext uri="{FF2B5EF4-FFF2-40B4-BE49-F238E27FC236}">
                    <a16:creationId xmlns:a16="http://schemas.microsoft.com/office/drawing/2014/main" id="{B38F50B9-A1AA-9693-6DFE-0F6CF2FA3955}"/>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583417" y="2069958"/>
                <a:ext cx="230393" cy="230393"/>
              </a:xfrm>
              <a:prstGeom prst="rect">
                <a:avLst/>
              </a:prstGeom>
            </p:spPr>
          </p:pic>
        </p:grpSp>
        <p:grpSp>
          <p:nvGrpSpPr>
            <p:cNvPr id="492" name="Group 491">
              <a:extLst>
                <a:ext uri="{FF2B5EF4-FFF2-40B4-BE49-F238E27FC236}">
                  <a16:creationId xmlns:a16="http://schemas.microsoft.com/office/drawing/2014/main" id="{0AEB1204-485E-E991-076D-E19812420FEB}"/>
                </a:ext>
              </a:extLst>
            </p:cNvPr>
            <p:cNvGrpSpPr/>
            <p:nvPr/>
          </p:nvGrpSpPr>
          <p:grpSpPr>
            <a:xfrm>
              <a:off x="6800780" y="3390151"/>
              <a:ext cx="790119" cy="230393"/>
              <a:chOff x="3023691" y="2069958"/>
              <a:chExt cx="790119" cy="230393"/>
            </a:xfrm>
          </p:grpSpPr>
          <p:pic>
            <p:nvPicPr>
              <p:cNvPr id="493" name="Graphic 492">
                <a:extLst>
                  <a:ext uri="{FF2B5EF4-FFF2-40B4-BE49-F238E27FC236}">
                    <a16:creationId xmlns:a16="http://schemas.microsoft.com/office/drawing/2014/main" id="{19C716DF-DA7C-F518-43FB-B2A1643D79F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023691" y="2069958"/>
                <a:ext cx="230393" cy="230393"/>
              </a:xfrm>
              <a:prstGeom prst="rect">
                <a:avLst/>
              </a:prstGeom>
            </p:spPr>
          </p:pic>
          <p:pic>
            <p:nvPicPr>
              <p:cNvPr id="494" name="Graphic 493">
                <a:extLst>
                  <a:ext uri="{FF2B5EF4-FFF2-40B4-BE49-F238E27FC236}">
                    <a16:creationId xmlns:a16="http://schemas.microsoft.com/office/drawing/2014/main" id="{F19DDFB0-6267-9813-715E-92CB0E05EB2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303554" y="2069958"/>
                <a:ext cx="230393" cy="230393"/>
              </a:xfrm>
              <a:prstGeom prst="rect">
                <a:avLst/>
              </a:prstGeom>
            </p:spPr>
          </p:pic>
          <p:pic>
            <p:nvPicPr>
              <p:cNvPr id="495" name="Graphic 494">
                <a:extLst>
                  <a:ext uri="{FF2B5EF4-FFF2-40B4-BE49-F238E27FC236}">
                    <a16:creationId xmlns:a16="http://schemas.microsoft.com/office/drawing/2014/main" id="{EE875B3D-857E-EF2D-3C66-CA40E646A71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583417" y="2069958"/>
                <a:ext cx="230393" cy="230393"/>
              </a:xfrm>
              <a:prstGeom prst="rect">
                <a:avLst/>
              </a:prstGeom>
            </p:spPr>
          </p:pic>
        </p:grpSp>
      </p:grpSp>
      <p:grpSp>
        <p:nvGrpSpPr>
          <p:cNvPr id="499" name="Group 498">
            <a:extLst>
              <a:ext uri="{FF2B5EF4-FFF2-40B4-BE49-F238E27FC236}">
                <a16:creationId xmlns:a16="http://schemas.microsoft.com/office/drawing/2014/main" id="{49D04203-F9EF-B6D1-5A42-6FE1CECF4787}"/>
              </a:ext>
            </a:extLst>
          </p:cNvPr>
          <p:cNvGrpSpPr/>
          <p:nvPr/>
        </p:nvGrpSpPr>
        <p:grpSpPr>
          <a:xfrm>
            <a:off x="4477638" y="2461337"/>
            <a:ext cx="734041" cy="457868"/>
            <a:chOff x="6899524" y="3308698"/>
            <a:chExt cx="734041" cy="457868"/>
          </a:xfrm>
        </p:grpSpPr>
        <p:grpSp>
          <p:nvGrpSpPr>
            <p:cNvPr id="500" name="Group 499">
              <a:extLst>
                <a:ext uri="{FF2B5EF4-FFF2-40B4-BE49-F238E27FC236}">
                  <a16:creationId xmlns:a16="http://schemas.microsoft.com/office/drawing/2014/main" id="{3BC4E655-BFD4-0F1C-8DC6-A357F450E8A6}"/>
                </a:ext>
              </a:extLst>
            </p:cNvPr>
            <p:cNvGrpSpPr/>
            <p:nvPr/>
          </p:nvGrpSpPr>
          <p:grpSpPr>
            <a:xfrm>
              <a:off x="6899524" y="3308698"/>
              <a:ext cx="174754" cy="174754"/>
              <a:chOff x="6967067" y="4190904"/>
              <a:chExt cx="174754" cy="174754"/>
            </a:xfrm>
          </p:grpSpPr>
          <p:sp>
            <p:nvSpPr>
              <p:cNvPr id="526" name="Oval 525">
                <a:extLst>
                  <a:ext uri="{FF2B5EF4-FFF2-40B4-BE49-F238E27FC236}">
                    <a16:creationId xmlns:a16="http://schemas.microsoft.com/office/drawing/2014/main" id="{B101D454-C552-86F4-8B68-F3EC7C9B8B63}"/>
                  </a:ext>
                </a:extLst>
              </p:cNvPr>
              <p:cNvSpPr/>
              <p:nvPr/>
            </p:nvSpPr>
            <p:spPr>
              <a:xfrm>
                <a:off x="6967067" y="4190904"/>
                <a:ext cx="174754" cy="174754"/>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527" name="Group 526">
                <a:extLst>
                  <a:ext uri="{FF2B5EF4-FFF2-40B4-BE49-F238E27FC236}">
                    <a16:creationId xmlns:a16="http://schemas.microsoft.com/office/drawing/2014/main" id="{73E697DF-51E8-7728-ADCD-E6291427F141}"/>
                  </a:ext>
                </a:extLst>
              </p:cNvPr>
              <p:cNvGrpSpPr/>
              <p:nvPr/>
            </p:nvGrpSpPr>
            <p:grpSpPr>
              <a:xfrm>
                <a:off x="6980770" y="4201766"/>
                <a:ext cx="149833" cy="150145"/>
                <a:chOff x="291074" y="2935069"/>
                <a:chExt cx="221361" cy="221822"/>
              </a:xfrm>
            </p:grpSpPr>
            <p:sp>
              <p:nvSpPr>
                <p:cNvPr id="528" name="Picture Placeholder 118">
                  <a:extLst>
                    <a:ext uri="{FF2B5EF4-FFF2-40B4-BE49-F238E27FC236}">
                      <a16:creationId xmlns:a16="http://schemas.microsoft.com/office/drawing/2014/main" id="{864BA52F-F90C-D973-B55A-0AED74F8E12E}"/>
                    </a:ext>
                  </a:extLst>
                </p:cNvPr>
                <p:cNvSpPr/>
                <p:nvPr/>
              </p:nvSpPr>
              <p:spPr>
                <a:xfrm>
                  <a:off x="291074" y="2935069"/>
                  <a:ext cx="221361" cy="221822"/>
                </a:xfrm>
                <a:custGeom>
                  <a:avLst/>
                  <a:gdLst>
                    <a:gd name="connsiteX0" fmla="*/ 110681 w 221361"/>
                    <a:gd name="connsiteY0" fmla="*/ 221822 h 221822"/>
                    <a:gd name="connsiteX1" fmla="*/ 0 w 221361"/>
                    <a:gd name="connsiteY1" fmla="*/ 110911 h 221822"/>
                    <a:gd name="connsiteX2" fmla="*/ 110681 w 221361"/>
                    <a:gd name="connsiteY2" fmla="*/ 0 h 221822"/>
                    <a:gd name="connsiteX3" fmla="*/ 221361 w 221361"/>
                    <a:gd name="connsiteY3" fmla="*/ 110911 h 221822"/>
                    <a:gd name="connsiteX4" fmla="*/ 110681 w 221361"/>
                    <a:gd name="connsiteY4" fmla="*/ 221822 h 221822"/>
                    <a:gd name="connsiteX5" fmla="*/ 110681 w 221361"/>
                    <a:gd name="connsiteY5" fmla="*/ 15844 h 221822"/>
                    <a:gd name="connsiteX6" fmla="*/ 15812 w 221361"/>
                    <a:gd name="connsiteY6" fmla="*/ 110911 h 221822"/>
                    <a:gd name="connsiteX7" fmla="*/ 110681 w 221361"/>
                    <a:gd name="connsiteY7" fmla="*/ 205978 h 221822"/>
                    <a:gd name="connsiteX8" fmla="*/ 205550 w 221361"/>
                    <a:gd name="connsiteY8" fmla="*/ 110911 h 221822"/>
                    <a:gd name="connsiteX9" fmla="*/ 110807 w 221361"/>
                    <a:gd name="connsiteY9" fmla="*/ 15718 h 221822"/>
                    <a:gd name="connsiteX10" fmla="*/ 110681 w 221361"/>
                    <a:gd name="connsiteY10" fmla="*/ 15718 h 22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361" h="221822">
                      <a:moveTo>
                        <a:pt x="110681" y="221822"/>
                      </a:moveTo>
                      <a:cubicBezTo>
                        <a:pt x="49553" y="221822"/>
                        <a:pt x="0" y="172166"/>
                        <a:pt x="0" y="110911"/>
                      </a:cubicBezTo>
                      <a:cubicBezTo>
                        <a:pt x="0" y="49657"/>
                        <a:pt x="49553" y="0"/>
                        <a:pt x="110681" y="0"/>
                      </a:cubicBezTo>
                      <a:cubicBezTo>
                        <a:pt x="171808" y="0"/>
                        <a:pt x="221361" y="49657"/>
                        <a:pt x="221361" y="110911"/>
                      </a:cubicBezTo>
                      <a:cubicBezTo>
                        <a:pt x="221291" y="172137"/>
                        <a:pt x="171779" y="221753"/>
                        <a:pt x="110681" y="221822"/>
                      </a:cubicBezTo>
                      <a:close/>
                      <a:moveTo>
                        <a:pt x="110681" y="15844"/>
                      </a:moveTo>
                      <a:cubicBezTo>
                        <a:pt x="58286" y="15844"/>
                        <a:pt x="15812" y="58407"/>
                        <a:pt x="15812" y="110911"/>
                      </a:cubicBezTo>
                      <a:cubicBezTo>
                        <a:pt x="15812" y="163415"/>
                        <a:pt x="58286" y="205978"/>
                        <a:pt x="110681" y="205978"/>
                      </a:cubicBezTo>
                      <a:cubicBezTo>
                        <a:pt x="163075" y="205978"/>
                        <a:pt x="205550" y="163415"/>
                        <a:pt x="205550" y="110911"/>
                      </a:cubicBezTo>
                      <a:cubicBezTo>
                        <a:pt x="205619" y="58407"/>
                        <a:pt x="163202" y="15788"/>
                        <a:pt x="110807" y="15718"/>
                      </a:cubicBezTo>
                      <a:cubicBezTo>
                        <a:pt x="110765" y="15718"/>
                        <a:pt x="110723" y="15718"/>
                        <a:pt x="110681" y="15718"/>
                      </a:cubicBezTo>
                      <a:close/>
                    </a:path>
                  </a:pathLst>
                </a:custGeom>
                <a:solidFill>
                  <a:schemeClr val="accent3"/>
                </a:solidFill>
                <a:ln w="6271" cap="flat">
                  <a:noFill/>
                  <a:prstDash val="solid"/>
                  <a:miter/>
                </a:ln>
              </p:spPr>
              <p:txBody>
                <a:bodyPr rtlCol="0" anchor="ctr"/>
                <a:lstStyle/>
                <a:p>
                  <a:endParaRPr lang="en-US"/>
                </a:p>
              </p:txBody>
            </p:sp>
            <p:sp>
              <p:nvSpPr>
                <p:cNvPr id="529" name="Picture Placeholder 118">
                  <a:extLst>
                    <a:ext uri="{FF2B5EF4-FFF2-40B4-BE49-F238E27FC236}">
                      <a16:creationId xmlns:a16="http://schemas.microsoft.com/office/drawing/2014/main" id="{725EAD75-4833-73A1-6744-20B881A59A8D}"/>
                    </a:ext>
                  </a:extLst>
                </p:cNvPr>
                <p:cNvSpPr/>
                <p:nvPr/>
              </p:nvSpPr>
              <p:spPr>
                <a:xfrm>
                  <a:off x="343505" y="3003327"/>
                  <a:ext cx="112830" cy="79729"/>
                </a:xfrm>
                <a:custGeom>
                  <a:avLst/>
                  <a:gdLst>
                    <a:gd name="connsiteX0" fmla="*/ 44462 w 112830"/>
                    <a:gd name="connsiteY0" fmla="*/ 79729 h 79729"/>
                    <a:gd name="connsiteX1" fmla="*/ 0 w 112830"/>
                    <a:gd name="connsiteY1" fmla="*/ 35238 h 79729"/>
                    <a:gd name="connsiteX2" fmla="*/ 11195 w 112830"/>
                    <a:gd name="connsiteY2" fmla="*/ 24020 h 79729"/>
                    <a:gd name="connsiteX3" fmla="*/ 44462 w 112830"/>
                    <a:gd name="connsiteY3" fmla="*/ 57357 h 79729"/>
                    <a:gd name="connsiteX4" fmla="*/ 101700 w 112830"/>
                    <a:gd name="connsiteY4" fmla="*/ 0 h 79729"/>
                    <a:gd name="connsiteX5" fmla="*/ 112831 w 112830"/>
                    <a:gd name="connsiteY5" fmla="*/ 11218 h 79729"/>
                    <a:gd name="connsiteX6" fmla="*/ 44462 w 112830"/>
                    <a:gd name="connsiteY6" fmla="*/ 79729 h 7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30" h="79729">
                      <a:moveTo>
                        <a:pt x="44462" y="79729"/>
                      </a:moveTo>
                      <a:lnTo>
                        <a:pt x="0" y="35238"/>
                      </a:lnTo>
                      <a:lnTo>
                        <a:pt x="11195" y="24020"/>
                      </a:lnTo>
                      <a:lnTo>
                        <a:pt x="44462" y="57357"/>
                      </a:lnTo>
                      <a:lnTo>
                        <a:pt x="101700" y="0"/>
                      </a:lnTo>
                      <a:lnTo>
                        <a:pt x="112831" y="11218"/>
                      </a:lnTo>
                      <a:lnTo>
                        <a:pt x="44462" y="79729"/>
                      </a:lnTo>
                      <a:close/>
                    </a:path>
                  </a:pathLst>
                </a:custGeom>
                <a:solidFill>
                  <a:schemeClr val="accent3"/>
                </a:solidFill>
                <a:ln w="6271" cap="flat">
                  <a:noFill/>
                  <a:prstDash val="solid"/>
                  <a:miter/>
                </a:ln>
              </p:spPr>
              <p:txBody>
                <a:bodyPr rtlCol="0" anchor="ctr"/>
                <a:lstStyle/>
                <a:p>
                  <a:endParaRPr lang="en-US"/>
                </a:p>
              </p:txBody>
            </p:sp>
          </p:grpSp>
        </p:grpSp>
        <p:grpSp>
          <p:nvGrpSpPr>
            <p:cNvPr id="501" name="Group 500">
              <a:extLst>
                <a:ext uri="{FF2B5EF4-FFF2-40B4-BE49-F238E27FC236}">
                  <a16:creationId xmlns:a16="http://schemas.microsoft.com/office/drawing/2014/main" id="{D96280C4-AFB1-F5F0-BE62-F4B753514C54}"/>
                </a:ext>
              </a:extLst>
            </p:cNvPr>
            <p:cNvGrpSpPr/>
            <p:nvPr/>
          </p:nvGrpSpPr>
          <p:grpSpPr>
            <a:xfrm>
              <a:off x="7182263" y="3308698"/>
              <a:ext cx="174754" cy="174754"/>
              <a:chOff x="7249806" y="4194899"/>
              <a:chExt cx="174754" cy="174754"/>
            </a:xfrm>
          </p:grpSpPr>
          <p:sp>
            <p:nvSpPr>
              <p:cNvPr id="522" name="Oval 521">
                <a:extLst>
                  <a:ext uri="{FF2B5EF4-FFF2-40B4-BE49-F238E27FC236}">
                    <a16:creationId xmlns:a16="http://schemas.microsoft.com/office/drawing/2014/main" id="{B6DBE05F-89B0-4539-D8CC-D62C7B76F6DE}"/>
                  </a:ext>
                </a:extLst>
              </p:cNvPr>
              <p:cNvSpPr/>
              <p:nvPr/>
            </p:nvSpPr>
            <p:spPr>
              <a:xfrm>
                <a:off x="7249806" y="4194899"/>
                <a:ext cx="174754" cy="174754"/>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523" name="Group 522">
                <a:extLst>
                  <a:ext uri="{FF2B5EF4-FFF2-40B4-BE49-F238E27FC236}">
                    <a16:creationId xmlns:a16="http://schemas.microsoft.com/office/drawing/2014/main" id="{32047048-4B8C-E804-7798-03CB6D524AE3}"/>
                  </a:ext>
                </a:extLst>
              </p:cNvPr>
              <p:cNvGrpSpPr/>
              <p:nvPr/>
            </p:nvGrpSpPr>
            <p:grpSpPr>
              <a:xfrm>
                <a:off x="7263509" y="4205761"/>
                <a:ext cx="149833" cy="150145"/>
                <a:chOff x="291074" y="2935069"/>
                <a:chExt cx="221361" cy="221822"/>
              </a:xfrm>
            </p:grpSpPr>
            <p:sp>
              <p:nvSpPr>
                <p:cNvPr id="524" name="Picture Placeholder 118">
                  <a:extLst>
                    <a:ext uri="{FF2B5EF4-FFF2-40B4-BE49-F238E27FC236}">
                      <a16:creationId xmlns:a16="http://schemas.microsoft.com/office/drawing/2014/main" id="{130BCD99-4768-41FA-FA37-7C867C61E3EE}"/>
                    </a:ext>
                  </a:extLst>
                </p:cNvPr>
                <p:cNvSpPr/>
                <p:nvPr/>
              </p:nvSpPr>
              <p:spPr>
                <a:xfrm>
                  <a:off x="291074" y="2935069"/>
                  <a:ext cx="221361" cy="221822"/>
                </a:xfrm>
                <a:custGeom>
                  <a:avLst/>
                  <a:gdLst>
                    <a:gd name="connsiteX0" fmla="*/ 110681 w 221361"/>
                    <a:gd name="connsiteY0" fmla="*/ 221822 h 221822"/>
                    <a:gd name="connsiteX1" fmla="*/ 0 w 221361"/>
                    <a:gd name="connsiteY1" fmla="*/ 110911 h 221822"/>
                    <a:gd name="connsiteX2" fmla="*/ 110681 w 221361"/>
                    <a:gd name="connsiteY2" fmla="*/ 0 h 221822"/>
                    <a:gd name="connsiteX3" fmla="*/ 221361 w 221361"/>
                    <a:gd name="connsiteY3" fmla="*/ 110911 h 221822"/>
                    <a:gd name="connsiteX4" fmla="*/ 110681 w 221361"/>
                    <a:gd name="connsiteY4" fmla="*/ 221822 h 221822"/>
                    <a:gd name="connsiteX5" fmla="*/ 110681 w 221361"/>
                    <a:gd name="connsiteY5" fmla="*/ 15844 h 221822"/>
                    <a:gd name="connsiteX6" fmla="*/ 15812 w 221361"/>
                    <a:gd name="connsiteY6" fmla="*/ 110911 h 221822"/>
                    <a:gd name="connsiteX7" fmla="*/ 110681 w 221361"/>
                    <a:gd name="connsiteY7" fmla="*/ 205978 h 221822"/>
                    <a:gd name="connsiteX8" fmla="*/ 205550 w 221361"/>
                    <a:gd name="connsiteY8" fmla="*/ 110911 h 221822"/>
                    <a:gd name="connsiteX9" fmla="*/ 110807 w 221361"/>
                    <a:gd name="connsiteY9" fmla="*/ 15718 h 221822"/>
                    <a:gd name="connsiteX10" fmla="*/ 110681 w 221361"/>
                    <a:gd name="connsiteY10" fmla="*/ 15718 h 22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361" h="221822">
                      <a:moveTo>
                        <a:pt x="110681" y="221822"/>
                      </a:moveTo>
                      <a:cubicBezTo>
                        <a:pt x="49553" y="221822"/>
                        <a:pt x="0" y="172166"/>
                        <a:pt x="0" y="110911"/>
                      </a:cubicBezTo>
                      <a:cubicBezTo>
                        <a:pt x="0" y="49657"/>
                        <a:pt x="49553" y="0"/>
                        <a:pt x="110681" y="0"/>
                      </a:cubicBezTo>
                      <a:cubicBezTo>
                        <a:pt x="171808" y="0"/>
                        <a:pt x="221361" y="49657"/>
                        <a:pt x="221361" y="110911"/>
                      </a:cubicBezTo>
                      <a:cubicBezTo>
                        <a:pt x="221291" y="172137"/>
                        <a:pt x="171779" y="221753"/>
                        <a:pt x="110681" y="221822"/>
                      </a:cubicBezTo>
                      <a:close/>
                      <a:moveTo>
                        <a:pt x="110681" y="15844"/>
                      </a:moveTo>
                      <a:cubicBezTo>
                        <a:pt x="58286" y="15844"/>
                        <a:pt x="15812" y="58407"/>
                        <a:pt x="15812" y="110911"/>
                      </a:cubicBezTo>
                      <a:cubicBezTo>
                        <a:pt x="15812" y="163415"/>
                        <a:pt x="58286" y="205978"/>
                        <a:pt x="110681" y="205978"/>
                      </a:cubicBezTo>
                      <a:cubicBezTo>
                        <a:pt x="163075" y="205978"/>
                        <a:pt x="205550" y="163415"/>
                        <a:pt x="205550" y="110911"/>
                      </a:cubicBezTo>
                      <a:cubicBezTo>
                        <a:pt x="205619" y="58407"/>
                        <a:pt x="163202" y="15788"/>
                        <a:pt x="110807" y="15718"/>
                      </a:cubicBezTo>
                      <a:cubicBezTo>
                        <a:pt x="110765" y="15718"/>
                        <a:pt x="110723" y="15718"/>
                        <a:pt x="110681" y="15718"/>
                      </a:cubicBezTo>
                      <a:close/>
                    </a:path>
                  </a:pathLst>
                </a:custGeom>
                <a:solidFill>
                  <a:schemeClr val="accent3"/>
                </a:solidFill>
                <a:ln w="6271" cap="flat">
                  <a:noFill/>
                  <a:prstDash val="solid"/>
                  <a:miter/>
                </a:ln>
              </p:spPr>
              <p:txBody>
                <a:bodyPr rtlCol="0" anchor="ctr"/>
                <a:lstStyle/>
                <a:p>
                  <a:endParaRPr lang="en-US"/>
                </a:p>
              </p:txBody>
            </p:sp>
            <p:sp>
              <p:nvSpPr>
                <p:cNvPr id="525" name="Picture Placeholder 118">
                  <a:extLst>
                    <a:ext uri="{FF2B5EF4-FFF2-40B4-BE49-F238E27FC236}">
                      <a16:creationId xmlns:a16="http://schemas.microsoft.com/office/drawing/2014/main" id="{FC2268F3-E046-551F-B55D-5C168CCA231E}"/>
                    </a:ext>
                  </a:extLst>
                </p:cNvPr>
                <p:cNvSpPr/>
                <p:nvPr/>
              </p:nvSpPr>
              <p:spPr>
                <a:xfrm>
                  <a:off x="343505" y="3003327"/>
                  <a:ext cx="112830" cy="79729"/>
                </a:xfrm>
                <a:custGeom>
                  <a:avLst/>
                  <a:gdLst>
                    <a:gd name="connsiteX0" fmla="*/ 44462 w 112830"/>
                    <a:gd name="connsiteY0" fmla="*/ 79729 h 79729"/>
                    <a:gd name="connsiteX1" fmla="*/ 0 w 112830"/>
                    <a:gd name="connsiteY1" fmla="*/ 35238 h 79729"/>
                    <a:gd name="connsiteX2" fmla="*/ 11195 w 112830"/>
                    <a:gd name="connsiteY2" fmla="*/ 24020 h 79729"/>
                    <a:gd name="connsiteX3" fmla="*/ 44462 w 112830"/>
                    <a:gd name="connsiteY3" fmla="*/ 57357 h 79729"/>
                    <a:gd name="connsiteX4" fmla="*/ 101700 w 112830"/>
                    <a:gd name="connsiteY4" fmla="*/ 0 h 79729"/>
                    <a:gd name="connsiteX5" fmla="*/ 112831 w 112830"/>
                    <a:gd name="connsiteY5" fmla="*/ 11218 h 79729"/>
                    <a:gd name="connsiteX6" fmla="*/ 44462 w 112830"/>
                    <a:gd name="connsiteY6" fmla="*/ 79729 h 7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30" h="79729">
                      <a:moveTo>
                        <a:pt x="44462" y="79729"/>
                      </a:moveTo>
                      <a:lnTo>
                        <a:pt x="0" y="35238"/>
                      </a:lnTo>
                      <a:lnTo>
                        <a:pt x="11195" y="24020"/>
                      </a:lnTo>
                      <a:lnTo>
                        <a:pt x="44462" y="57357"/>
                      </a:lnTo>
                      <a:lnTo>
                        <a:pt x="101700" y="0"/>
                      </a:lnTo>
                      <a:lnTo>
                        <a:pt x="112831" y="11218"/>
                      </a:lnTo>
                      <a:lnTo>
                        <a:pt x="44462" y="79729"/>
                      </a:lnTo>
                      <a:close/>
                    </a:path>
                  </a:pathLst>
                </a:custGeom>
                <a:solidFill>
                  <a:schemeClr val="accent3"/>
                </a:solidFill>
                <a:ln w="6271" cap="flat">
                  <a:noFill/>
                  <a:prstDash val="solid"/>
                  <a:miter/>
                </a:ln>
              </p:spPr>
              <p:txBody>
                <a:bodyPr rtlCol="0" anchor="ctr"/>
                <a:lstStyle/>
                <a:p>
                  <a:endParaRPr lang="en-US"/>
                </a:p>
              </p:txBody>
            </p:sp>
          </p:grpSp>
        </p:grpSp>
        <p:grpSp>
          <p:nvGrpSpPr>
            <p:cNvPr id="502" name="Group 501">
              <a:extLst>
                <a:ext uri="{FF2B5EF4-FFF2-40B4-BE49-F238E27FC236}">
                  <a16:creationId xmlns:a16="http://schemas.microsoft.com/office/drawing/2014/main" id="{53DF171A-6F78-9B12-D223-DC7C29A89E0B}"/>
                </a:ext>
              </a:extLst>
            </p:cNvPr>
            <p:cNvGrpSpPr/>
            <p:nvPr/>
          </p:nvGrpSpPr>
          <p:grpSpPr>
            <a:xfrm>
              <a:off x="7458811" y="3308698"/>
              <a:ext cx="174754" cy="174754"/>
              <a:chOff x="7249806" y="4194899"/>
              <a:chExt cx="174754" cy="174754"/>
            </a:xfrm>
          </p:grpSpPr>
          <p:sp>
            <p:nvSpPr>
              <p:cNvPr id="518" name="Oval 517">
                <a:extLst>
                  <a:ext uri="{FF2B5EF4-FFF2-40B4-BE49-F238E27FC236}">
                    <a16:creationId xmlns:a16="http://schemas.microsoft.com/office/drawing/2014/main" id="{C27839D7-9BD7-D16D-88E0-AEFA288FEA54}"/>
                  </a:ext>
                </a:extLst>
              </p:cNvPr>
              <p:cNvSpPr/>
              <p:nvPr/>
            </p:nvSpPr>
            <p:spPr>
              <a:xfrm>
                <a:off x="7249806" y="4194899"/>
                <a:ext cx="174754" cy="174754"/>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519" name="Group 518">
                <a:extLst>
                  <a:ext uri="{FF2B5EF4-FFF2-40B4-BE49-F238E27FC236}">
                    <a16:creationId xmlns:a16="http://schemas.microsoft.com/office/drawing/2014/main" id="{35A2AE44-F471-612C-C180-8E4055300A72}"/>
                  </a:ext>
                </a:extLst>
              </p:cNvPr>
              <p:cNvGrpSpPr/>
              <p:nvPr/>
            </p:nvGrpSpPr>
            <p:grpSpPr>
              <a:xfrm>
                <a:off x="7263509" y="4205761"/>
                <a:ext cx="149833" cy="150145"/>
                <a:chOff x="291074" y="2935069"/>
                <a:chExt cx="221361" cy="221822"/>
              </a:xfrm>
            </p:grpSpPr>
            <p:sp>
              <p:nvSpPr>
                <p:cNvPr id="520" name="Picture Placeholder 118">
                  <a:extLst>
                    <a:ext uri="{FF2B5EF4-FFF2-40B4-BE49-F238E27FC236}">
                      <a16:creationId xmlns:a16="http://schemas.microsoft.com/office/drawing/2014/main" id="{40945C27-AC37-3D21-2A28-4A4B383DF1F8}"/>
                    </a:ext>
                  </a:extLst>
                </p:cNvPr>
                <p:cNvSpPr/>
                <p:nvPr/>
              </p:nvSpPr>
              <p:spPr>
                <a:xfrm>
                  <a:off x="291074" y="2935069"/>
                  <a:ext cx="221361" cy="221822"/>
                </a:xfrm>
                <a:custGeom>
                  <a:avLst/>
                  <a:gdLst>
                    <a:gd name="connsiteX0" fmla="*/ 110681 w 221361"/>
                    <a:gd name="connsiteY0" fmla="*/ 221822 h 221822"/>
                    <a:gd name="connsiteX1" fmla="*/ 0 w 221361"/>
                    <a:gd name="connsiteY1" fmla="*/ 110911 h 221822"/>
                    <a:gd name="connsiteX2" fmla="*/ 110681 w 221361"/>
                    <a:gd name="connsiteY2" fmla="*/ 0 h 221822"/>
                    <a:gd name="connsiteX3" fmla="*/ 221361 w 221361"/>
                    <a:gd name="connsiteY3" fmla="*/ 110911 h 221822"/>
                    <a:gd name="connsiteX4" fmla="*/ 110681 w 221361"/>
                    <a:gd name="connsiteY4" fmla="*/ 221822 h 221822"/>
                    <a:gd name="connsiteX5" fmla="*/ 110681 w 221361"/>
                    <a:gd name="connsiteY5" fmla="*/ 15844 h 221822"/>
                    <a:gd name="connsiteX6" fmla="*/ 15812 w 221361"/>
                    <a:gd name="connsiteY6" fmla="*/ 110911 h 221822"/>
                    <a:gd name="connsiteX7" fmla="*/ 110681 w 221361"/>
                    <a:gd name="connsiteY7" fmla="*/ 205978 h 221822"/>
                    <a:gd name="connsiteX8" fmla="*/ 205550 w 221361"/>
                    <a:gd name="connsiteY8" fmla="*/ 110911 h 221822"/>
                    <a:gd name="connsiteX9" fmla="*/ 110807 w 221361"/>
                    <a:gd name="connsiteY9" fmla="*/ 15718 h 221822"/>
                    <a:gd name="connsiteX10" fmla="*/ 110681 w 221361"/>
                    <a:gd name="connsiteY10" fmla="*/ 15718 h 22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361" h="221822">
                      <a:moveTo>
                        <a:pt x="110681" y="221822"/>
                      </a:moveTo>
                      <a:cubicBezTo>
                        <a:pt x="49553" y="221822"/>
                        <a:pt x="0" y="172166"/>
                        <a:pt x="0" y="110911"/>
                      </a:cubicBezTo>
                      <a:cubicBezTo>
                        <a:pt x="0" y="49657"/>
                        <a:pt x="49553" y="0"/>
                        <a:pt x="110681" y="0"/>
                      </a:cubicBezTo>
                      <a:cubicBezTo>
                        <a:pt x="171808" y="0"/>
                        <a:pt x="221361" y="49657"/>
                        <a:pt x="221361" y="110911"/>
                      </a:cubicBezTo>
                      <a:cubicBezTo>
                        <a:pt x="221291" y="172137"/>
                        <a:pt x="171779" y="221753"/>
                        <a:pt x="110681" y="221822"/>
                      </a:cubicBezTo>
                      <a:close/>
                      <a:moveTo>
                        <a:pt x="110681" y="15844"/>
                      </a:moveTo>
                      <a:cubicBezTo>
                        <a:pt x="58286" y="15844"/>
                        <a:pt x="15812" y="58407"/>
                        <a:pt x="15812" y="110911"/>
                      </a:cubicBezTo>
                      <a:cubicBezTo>
                        <a:pt x="15812" y="163415"/>
                        <a:pt x="58286" y="205978"/>
                        <a:pt x="110681" y="205978"/>
                      </a:cubicBezTo>
                      <a:cubicBezTo>
                        <a:pt x="163075" y="205978"/>
                        <a:pt x="205550" y="163415"/>
                        <a:pt x="205550" y="110911"/>
                      </a:cubicBezTo>
                      <a:cubicBezTo>
                        <a:pt x="205619" y="58407"/>
                        <a:pt x="163202" y="15788"/>
                        <a:pt x="110807" y="15718"/>
                      </a:cubicBezTo>
                      <a:cubicBezTo>
                        <a:pt x="110765" y="15718"/>
                        <a:pt x="110723" y="15718"/>
                        <a:pt x="110681" y="15718"/>
                      </a:cubicBezTo>
                      <a:close/>
                    </a:path>
                  </a:pathLst>
                </a:custGeom>
                <a:solidFill>
                  <a:schemeClr val="accent4"/>
                </a:solidFill>
                <a:ln w="6271" cap="flat">
                  <a:noFill/>
                  <a:prstDash val="solid"/>
                  <a:miter/>
                </a:ln>
              </p:spPr>
              <p:txBody>
                <a:bodyPr rtlCol="0" anchor="ctr"/>
                <a:lstStyle/>
                <a:p>
                  <a:endParaRPr lang="en-US"/>
                </a:p>
              </p:txBody>
            </p:sp>
            <p:sp>
              <p:nvSpPr>
                <p:cNvPr id="521" name="Picture Placeholder 118">
                  <a:extLst>
                    <a:ext uri="{FF2B5EF4-FFF2-40B4-BE49-F238E27FC236}">
                      <a16:creationId xmlns:a16="http://schemas.microsoft.com/office/drawing/2014/main" id="{A13812BE-C9C4-606D-BE5F-37749341D601}"/>
                    </a:ext>
                  </a:extLst>
                </p:cNvPr>
                <p:cNvSpPr/>
                <p:nvPr/>
              </p:nvSpPr>
              <p:spPr>
                <a:xfrm>
                  <a:off x="343505" y="3003327"/>
                  <a:ext cx="112830" cy="79729"/>
                </a:xfrm>
                <a:custGeom>
                  <a:avLst/>
                  <a:gdLst>
                    <a:gd name="connsiteX0" fmla="*/ 44462 w 112830"/>
                    <a:gd name="connsiteY0" fmla="*/ 79729 h 79729"/>
                    <a:gd name="connsiteX1" fmla="*/ 0 w 112830"/>
                    <a:gd name="connsiteY1" fmla="*/ 35238 h 79729"/>
                    <a:gd name="connsiteX2" fmla="*/ 11195 w 112830"/>
                    <a:gd name="connsiteY2" fmla="*/ 24020 h 79729"/>
                    <a:gd name="connsiteX3" fmla="*/ 44462 w 112830"/>
                    <a:gd name="connsiteY3" fmla="*/ 57357 h 79729"/>
                    <a:gd name="connsiteX4" fmla="*/ 101700 w 112830"/>
                    <a:gd name="connsiteY4" fmla="*/ 0 h 79729"/>
                    <a:gd name="connsiteX5" fmla="*/ 112831 w 112830"/>
                    <a:gd name="connsiteY5" fmla="*/ 11218 h 79729"/>
                    <a:gd name="connsiteX6" fmla="*/ 44462 w 112830"/>
                    <a:gd name="connsiteY6" fmla="*/ 79729 h 7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30" h="79729">
                      <a:moveTo>
                        <a:pt x="44462" y="79729"/>
                      </a:moveTo>
                      <a:lnTo>
                        <a:pt x="0" y="35238"/>
                      </a:lnTo>
                      <a:lnTo>
                        <a:pt x="11195" y="24020"/>
                      </a:lnTo>
                      <a:lnTo>
                        <a:pt x="44462" y="57357"/>
                      </a:lnTo>
                      <a:lnTo>
                        <a:pt x="101700" y="0"/>
                      </a:lnTo>
                      <a:lnTo>
                        <a:pt x="112831" y="11218"/>
                      </a:lnTo>
                      <a:lnTo>
                        <a:pt x="44462" y="79729"/>
                      </a:lnTo>
                      <a:close/>
                    </a:path>
                  </a:pathLst>
                </a:custGeom>
                <a:solidFill>
                  <a:schemeClr val="accent4"/>
                </a:solidFill>
                <a:ln w="6271" cap="flat">
                  <a:noFill/>
                  <a:prstDash val="solid"/>
                  <a:miter/>
                </a:ln>
              </p:spPr>
              <p:txBody>
                <a:bodyPr rtlCol="0" anchor="ctr"/>
                <a:lstStyle/>
                <a:p>
                  <a:endParaRPr lang="en-US"/>
                </a:p>
              </p:txBody>
            </p:sp>
          </p:grpSp>
        </p:grpSp>
        <p:grpSp>
          <p:nvGrpSpPr>
            <p:cNvPr id="503" name="Group 502">
              <a:extLst>
                <a:ext uri="{FF2B5EF4-FFF2-40B4-BE49-F238E27FC236}">
                  <a16:creationId xmlns:a16="http://schemas.microsoft.com/office/drawing/2014/main" id="{7BBB1E91-D556-0984-732B-72247AB0694E}"/>
                </a:ext>
              </a:extLst>
            </p:cNvPr>
            <p:cNvGrpSpPr/>
            <p:nvPr/>
          </p:nvGrpSpPr>
          <p:grpSpPr>
            <a:xfrm>
              <a:off x="6899524" y="3591812"/>
              <a:ext cx="174754" cy="174754"/>
              <a:chOff x="6967067" y="4190904"/>
              <a:chExt cx="174754" cy="174754"/>
            </a:xfrm>
          </p:grpSpPr>
          <p:sp>
            <p:nvSpPr>
              <p:cNvPr id="514" name="Oval 513">
                <a:extLst>
                  <a:ext uri="{FF2B5EF4-FFF2-40B4-BE49-F238E27FC236}">
                    <a16:creationId xmlns:a16="http://schemas.microsoft.com/office/drawing/2014/main" id="{3891F79C-DAE2-5266-8815-4C87B986EF7B}"/>
                  </a:ext>
                </a:extLst>
              </p:cNvPr>
              <p:cNvSpPr/>
              <p:nvPr/>
            </p:nvSpPr>
            <p:spPr>
              <a:xfrm>
                <a:off x="6967067" y="4190904"/>
                <a:ext cx="174754" cy="174754"/>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515" name="Group 514">
                <a:extLst>
                  <a:ext uri="{FF2B5EF4-FFF2-40B4-BE49-F238E27FC236}">
                    <a16:creationId xmlns:a16="http://schemas.microsoft.com/office/drawing/2014/main" id="{11800BCB-7AFD-8356-DAE3-3CADE54EE81B}"/>
                  </a:ext>
                </a:extLst>
              </p:cNvPr>
              <p:cNvGrpSpPr/>
              <p:nvPr/>
            </p:nvGrpSpPr>
            <p:grpSpPr>
              <a:xfrm>
                <a:off x="6980770" y="4201766"/>
                <a:ext cx="149833" cy="150145"/>
                <a:chOff x="291074" y="2935069"/>
                <a:chExt cx="221361" cy="221822"/>
              </a:xfrm>
            </p:grpSpPr>
            <p:sp>
              <p:nvSpPr>
                <p:cNvPr id="516" name="Picture Placeholder 118">
                  <a:extLst>
                    <a:ext uri="{FF2B5EF4-FFF2-40B4-BE49-F238E27FC236}">
                      <a16:creationId xmlns:a16="http://schemas.microsoft.com/office/drawing/2014/main" id="{236C15C7-BC43-65CE-5E87-F7BCB0EEAE00}"/>
                    </a:ext>
                  </a:extLst>
                </p:cNvPr>
                <p:cNvSpPr/>
                <p:nvPr/>
              </p:nvSpPr>
              <p:spPr>
                <a:xfrm>
                  <a:off x="291074" y="2935069"/>
                  <a:ext cx="221361" cy="221822"/>
                </a:xfrm>
                <a:custGeom>
                  <a:avLst/>
                  <a:gdLst>
                    <a:gd name="connsiteX0" fmla="*/ 110681 w 221361"/>
                    <a:gd name="connsiteY0" fmla="*/ 221822 h 221822"/>
                    <a:gd name="connsiteX1" fmla="*/ 0 w 221361"/>
                    <a:gd name="connsiteY1" fmla="*/ 110911 h 221822"/>
                    <a:gd name="connsiteX2" fmla="*/ 110681 w 221361"/>
                    <a:gd name="connsiteY2" fmla="*/ 0 h 221822"/>
                    <a:gd name="connsiteX3" fmla="*/ 221361 w 221361"/>
                    <a:gd name="connsiteY3" fmla="*/ 110911 h 221822"/>
                    <a:gd name="connsiteX4" fmla="*/ 110681 w 221361"/>
                    <a:gd name="connsiteY4" fmla="*/ 221822 h 221822"/>
                    <a:gd name="connsiteX5" fmla="*/ 110681 w 221361"/>
                    <a:gd name="connsiteY5" fmla="*/ 15844 h 221822"/>
                    <a:gd name="connsiteX6" fmla="*/ 15812 w 221361"/>
                    <a:gd name="connsiteY6" fmla="*/ 110911 h 221822"/>
                    <a:gd name="connsiteX7" fmla="*/ 110681 w 221361"/>
                    <a:gd name="connsiteY7" fmla="*/ 205978 h 221822"/>
                    <a:gd name="connsiteX8" fmla="*/ 205550 w 221361"/>
                    <a:gd name="connsiteY8" fmla="*/ 110911 h 221822"/>
                    <a:gd name="connsiteX9" fmla="*/ 110807 w 221361"/>
                    <a:gd name="connsiteY9" fmla="*/ 15718 h 221822"/>
                    <a:gd name="connsiteX10" fmla="*/ 110681 w 221361"/>
                    <a:gd name="connsiteY10" fmla="*/ 15718 h 22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361" h="221822">
                      <a:moveTo>
                        <a:pt x="110681" y="221822"/>
                      </a:moveTo>
                      <a:cubicBezTo>
                        <a:pt x="49553" y="221822"/>
                        <a:pt x="0" y="172166"/>
                        <a:pt x="0" y="110911"/>
                      </a:cubicBezTo>
                      <a:cubicBezTo>
                        <a:pt x="0" y="49657"/>
                        <a:pt x="49553" y="0"/>
                        <a:pt x="110681" y="0"/>
                      </a:cubicBezTo>
                      <a:cubicBezTo>
                        <a:pt x="171808" y="0"/>
                        <a:pt x="221361" y="49657"/>
                        <a:pt x="221361" y="110911"/>
                      </a:cubicBezTo>
                      <a:cubicBezTo>
                        <a:pt x="221291" y="172137"/>
                        <a:pt x="171779" y="221753"/>
                        <a:pt x="110681" y="221822"/>
                      </a:cubicBezTo>
                      <a:close/>
                      <a:moveTo>
                        <a:pt x="110681" y="15844"/>
                      </a:moveTo>
                      <a:cubicBezTo>
                        <a:pt x="58286" y="15844"/>
                        <a:pt x="15812" y="58407"/>
                        <a:pt x="15812" y="110911"/>
                      </a:cubicBezTo>
                      <a:cubicBezTo>
                        <a:pt x="15812" y="163415"/>
                        <a:pt x="58286" y="205978"/>
                        <a:pt x="110681" y="205978"/>
                      </a:cubicBezTo>
                      <a:cubicBezTo>
                        <a:pt x="163075" y="205978"/>
                        <a:pt x="205550" y="163415"/>
                        <a:pt x="205550" y="110911"/>
                      </a:cubicBezTo>
                      <a:cubicBezTo>
                        <a:pt x="205619" y="58407"/>
                        <a:pt x="163202" y="15788"/>
                        <a:pt x="110807" y="15718"/>
                      </a:cubicBezTo>
                      <a:cubicBezTo>
                        <a:pt x="110765" y="15718"/>
                        <a:pt x="110723" y="15718"/>
                        <a:pt x="110681" y="15718"/>
                      </a:cubicBezTo>
                      <a:close/>
                    </a:path>
                  </a:pathLst>
                </a:custGeom>
                <a:solidFill>
                  <a:schemeClr val="accent3"/>
                </a:solidFill>
                <a:ln w="6271" cap="flat">
                  <a:noFill/>
                  <a:prstDash val="solid"/>
                  <a:miter/>
                </a:ln>
              </p:spPr>
              <p:txBody>
                <a:bodyPr rtlCol="0" anchor="ctr"/>
                <a:lstStyle/>
                <a:p>
                  <a:endParaRPr lang="en-US"/>
                </a:p>
              </p:txBody>
            </p:sp>
            <p:sp>
              <p:nvSpPr>
                <p:cNvPr id="517" name="Picture Placeholder 118">
                  <a:extLst>
                    <a:ext uri="{FF2B5EF4-FFF2-40B4-BE49-F238E27FC236}">
                      <a16:creationId xmlns:a16="http://schemas.microsoft.com/office/drawing/2014/main" id="{B6728124-A75A-EDE5-0284-23E5DF7877A6}"/>
                    </a:ext>
                  </a:extLst>
                </p:cNvPr>
                <p:cNvSpPr/>
                <p:nvPr/>
              </p:nvSpPr>
              <p:spPr>
                <a:xfrm>
                  <a:off x="343505" y="3003327"/>
                  <a:ext cx="112830" cy="79729"/>
                </a:xfrm>
                <a:custGeom>
                  <a:avLst/>
                  <a:gdLst>
                    <a:gd name="connsiteX0" fmla="*/ 44462 w 112830"/>
                    <a:gd name="connsiteY0" fmla="*/ 79729 h 79729"/>
                    <a:gd name="connsiteX1" fmla="*/ 0 w 112830"/>
                    <a:gd name="connsiteY1" fmla="*/ 35238 h 79729"/>
                    <a:gd name="connsiteX2" fmla="*/ 11195 w 112830"/>
                    <a:gd name="connsiteY2" fmla="*/ 24020 h 79729"/>
                    <a:gd name="connsiteX3" fmla="*/ 44462 w 112830"/>
                    <a:gd name="connsiteY3" fmla="*/ 57357 h 79729"/>
                    <a:gd name="connsiteX4" fmla="*/ 101700 w 112830"/>
                    <a:gd name="connsiteY4" fmla="*/ 0 h 79729"/>
                    <a:gd name="connsiteX5" fmla="*/ 112831 w 112830"/>
                    <a:gd name="connsiteY5" fmla="*/ 11218 h 79729"/>
                    <a:gd name="connsiteX6" fmla="*/ 44462 w 112830"/>
                    <a:gd name="connsiteY6" fmla="*/ 79729 h 7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30" h="79729">
                      <a:moveTo>
                        <a:pt x="44462" y="79729"/>
                      </a:moveTo>
                      <a:lnTo>
                        <a:pt x="0" y="35238"/>
                      </a:lnTo>
                      <a:lnTo>
                        <a:pt x="11195" y="24020"/>
                      </a:lnTo>
                      <a:lnTo>
                        <a:pt x="44462" y="57357"/>
                      </a:lnTo>
                      <a:lnTo>
                        <a:pt x="101700" y="0"/>
                      </a:lnTo>
                      <a:lnTo>
                        <a:pt x="112831" y="11218"/>
                      </a:lnTo>
                      <a:lnTo>
                        <a:pt x="44462" y="79729"/>
                      </a:lnTo>
                      <a:close/>
                    </a:path>
                  </a:pathLst>
                </a:custGeom>
                <a:solidFill>
                  <a:schemeClr val="accent3"/>
                </a:solidFill>
                <a:ln w="6271" cap="flat">
                  <a:noFill/>
                  <a:prstDash val="solid"/>
                  <a:miter/>
                </a:ln>
              </p:spPr>
              <p:txBody>
                <a:bodyPr rtlCol="0" anchor="ctr"/>
                <a:lstStyle/>
                <a:p>
                  <a:endParaRPr lang="en-US"/>
                </a:p>
              </p:txBody>
            </p:sp>
          </p:grpSp>
        </p:grpSp>
        <p:grpSp>
          <p:nvGrpSpPr>
            <p:cNvPr id="504" name="Group 503">
              <a:extLst>
                <a:ext uri="{FF2B5EF4-FFF2-40B4-BE49-F238E27FC236}">
                  <a16:creationId xmlns:a16="http://schemas.microsoft.com/office/drawing/2014/main" id="{060ED15D-745F-6BE0-02F1-6A32A1C14F83}"/>
                </a:ext>
              </a:extLst>
            </p:cNvPr>
            <p:cNvGrpSpPr/>
            <p:nvPr/>
          </p:nvGrpSpPr>
          <p:grpSpPr>
            <a:xfrm>
              <a:off x="7182263" y="3591812"/>
              <a:ext cx="174754" cy="174754"/>
              <a:chOff x="7249806" y="4194899"/>
              <a:chExt cx="174754" cy="174754"/>
            </a:xfrm>
          </p:grpSpPr>
          <p:sp>
            <p:nvSpPr>
              <p:cNvPr id="510" name="Oval 509">
                <a:extLst>
                  <a:ext uri="{FF2B5EF4-FFF2-40B4-BE49-F238E27FC236}">
                    <a16:creationId xmlns:a16="http://schemas.microsoft.com/office/drawing/2014/main" id="{EC51934B-512F-4D96-CDE4-78AB27C95C6D}"/>
                  </a:ext>
                </a:extLst>
              </p:cNvPr>
              <p:cNvSpPr/>
              <p:nvPr/>
            </p:nvSpPr>
            <p:spPr>
              <a:xfrm>
                <a:off x="7249806" y="4194899"/>
                <a:ext cx="174754" cy="174754"/>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511" name="Group 510">
                <a:extLst>
                  <a:ext uri="{FF2B5EF4-FFF2-40B4-BE49-F238E27FC236}">
                    <a16:creationId xmlns:a16="http://schemas.microsoft.com/office/drawing/2014/main" id="{F3807EC1-5822-07E3-C7E0-C4A9559EE94C}"/>
                  </a:ext>
                </a:extLst>
              </p:cNvPr>
              <p:cNvGrpSpPr/>
              <p:nvPr/>
            </p:nvGrpSpPr>
            <p:grpSpPr>
              <a:xfrm>
                <a:off x="7263509" y="4205761"/>
                <a:ext cx="149833" cy="150145"/>
                <a:chOff x="291074" y="2935069"/>
                <a:chExt cx="221361" cy="221822"/>
              </a:xfrm>
            </p:grpSpPr>
            <p:sp>
              <p:nvSpPr>
                <p:cNvPr id="512" name="Picture Placeholder 118">
                  <a:extLst>
                    <a:ext uri="{FF2B5EF4-FFF2-40B4-BE49-F238E27FC236}">
                      <a16:creationId xmlns:a16="http://schemas.microsoft.com/office/drawing/2014/main" id="{4C046B8D-85FF-F557-3E5F-8DCB2843E5E4}"/>
                    </a:ext>
                  </a:extLst>
                </p:cNvPr>
                <p:cNvSpPr/>
                <p:nvPr/>
              </p:nvSpPr>
              <p:spPr>
                <a:xfrm>
                  <a:off x="291074" y="2935069"/>
                  <a:ext cx="221361" cy="221822"/>
                </a:xfrm>
                <a:custGeom>
                  <a:avLst/>
                  <a:gdLst>
                    <a:gd name="connsiteX0" fmla="*/ 110681 w 221361"/>
                    <a:gd name="connsiteY0" fmla="*/ 221822 h 221822"/>
                    <a:gd name="connsiteX1" fmla="*/ 0 w 221361"/>
                    <a:gd name="connsiteY1" fmla="*/ 110911 h 221822"/>
                    <a:gd name="connsiteX2" fmla="*/ 110681 w 221361"/>
                    <a:gd name="connsiteY2" fmla="*/ 0 h 221822"/>
                    <a:gd name="connsiteX3" fmla="*/ 221361 w 221361"/>
                    <a:gd name="connsiteY3" fmla="*/ 110911 h 221822"/>
                    <a:gd name="connsiteX4" fmla="*/ 110681 w 221361"/>
                    <a:gd name="connsiteY4" fmla="*/ 221822 h 221822"/>
                    <a:gd name="connsiteX5" fmla="*/ 110681 w 221361"/>
                    <a:gd name="connsiteY5" fmla="*/ 15844 h 221822"/>
                    <a:gd name="connsiteX6" fmla="*/ 15812 w 221361"/>
                    <a:gd name="connsiteY6" fmla="*/ 110911 h 221822"/>
                    <a:gd name="connsiteX7" fmla="*/ 110681 w 221361"/>
                    <a:gd name="connsiteY7" fmla="*/ 205978 h 221822"/>
                    <a:gd name="connsiteX8" fmla="*/ 205550 w 221361"/>
                    <a:gd name="connsiteY8" fmla="*/ 110911 h 221822"/>
                    <a:gd name="connsiteX9" fmla="*/ 110807 w 221361"/>
                    <a:gd name="connsiteY9" fmla="*/ 15718 h 221822"/>
                    <a:gd name="connsiteX10" fmla="*/ 110681 w 221361"/>
                    <a:gd name="connsiteY10" fmla="*/ 15718 h 22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361" h="221822">
                      <a:moveTo>
                        <a:pt x="110681" y="221822"/>
                      </a:moveTo>
                      <a:cubicBezTo>
                        <a:pt x="49553" y="221822"/>
                        <a:pt x="0" y="172166"/>
                        <a:pt x="0" y="110911"/>
                      </a:cubicBezTo>
                      <a:cubicBezTo>
                        <a:pt x="0" y="49657"/>
                        <a:pt x="49553" y="0"/>
                        <a:pt x="110681" y="0"/>
                      </a:cubicBezTo>
                      <a:cubicBezTo>
                        <a:pt x="171808" y="0"/>
                        <a:pt x="221361" y="49657"/>
                        <a:pt x="221361" y="110911"/>
                      </a:cubicBezTo>
                      <a:cubicBezTo>
                        <a:pt x="221291" y="172137"/>
                        <a:pt x="171779" y="221753"/>
                        <a:pt x="110681" y="221822"/>
                      </a:cubicBezTo>
                      <a:close/>
                      <a:moveTo>
                        <a:pt x="110681" y="15844"/>
                      </a:moveTo>
                      <a:cubicBezTo>
                        <a:pt x="58286" y="15844"/>
                        <a:pt x="15812" y="58407"/>
                        <a:pt x="15812" y="110911"/>
                      </a:cubicBezTo>
                      <a:cubicBezTo>
                        <a:pt x="15812" y="163415"/>
                        <a:pt x="58286" y="205978"/>
                        <a:pt x="110681" y="205978"/>
                      </a:cubicBezTo>
                      <a:cubicBezTo>
                        <a:pt x="163075" y="205978"/>
                        <a:pt x="205550" y="163415"/>
                        <a:pt x="205550" y="110911"/>
                      </a:cubicBezTo>
                      <a:cubicBezTo>
                        <a:pt x="205619" y="58407"/>
                        <a:pt x="163202" y="15788"/>
                        <a:pt x="110807" y="15718"/>
                      </a:cubicBezTo>
                      <a:cubicBezTo>
                        <a:pt x="110765" y="15718"/>
                        <a:pt x="110723" y="15718"/>
                        <a:pt x="110681" y="15718"/>
                      </a:cubicBezTo>
                      <a:close/>
                    </a:path>
                  </a:pathLst>
                </a:custGeom>
                <a:solidFill>
                  <a:schemeClr val="accent3"/>
                </a:solidFill>
                <a:ln w="6271" cap="flat">
                  <a:noFill/>
                  <a:prstDash val="solid"/>
                  <a:miter/>
                </a:ln>
              </p:spPr>
              <p:txBody>
                <a:bodyPr rtlCol="0" anchor="ctr"/>
                <a:lstStyle/>
                <a:p>
                  <a:endParaRPr lang="en-US"/>
                </a:p>
              </p:txBody>
            </p:sp>
            <p:sp>
              <p:nvSpPr>
                <p:cNvPr id="513" name="Picture Placeholder 118">
                  <a:extLst>
                    <a:ext uri="{FF2B5EF4-FFF2-40B4-BE49-F238E27FC236}">
                      <a16:creationId xmlns:a16="http://schemas.microsoft.com/office/drawing/2014/main" id="{7C97205E-14A4-BC48-0C8A-4A06F9F32925}"/>
                    </a:ext>
                  </a:extLst>
                </p:cNvPr>
                <p:cNvSpPr/>
                <p:nvPr/>
              </p:nvSpPr>
              <p:spPr>
                <a:xfrm>
                  <a:off x="343505" y="3003327"/>
                  <a:ext cx="112830" cy="79729"/>
                </a:xfrm>
                <a:custGeom>
                  <a:avLst/>
                  <a:gdLst>
                    <a:gd name="connsiteX0" fmla="*/ 44462 w 112830"/>
                    <a:gd name="connsiteY0" fmla="*/ 79729 h 79729"/>
                    <a:gd name="connsiteX1" fmla="*/ 0 w 112830"/>
                    <a:gd name="connsiteY1" fmla="*/ 35238 h 79729"/>
                    <a:gd name="connsiteX2" fmla="*/ 11195 w 112830"/>
                    <a:gd name="connsiteY2" fmla="*/ 24020 h 79729"/>
                    <a:gd name="connsiteX3" fmla="*/ 44462 w 112830"/>
                    <a:gd name="connsiteY3" fmla="*/ 57357 h 79729"/>
                    <a:gd name="connsiteX4" fmla="*/ 101700 w 112830"/>
                    <a:gd name="connsiteY4" fmla="*/ 0 h 79729"/>
                    <a:gd name="connsiteX5" fmla="*/ 112831 w 112830"/>
                    <a:gd name="connsiteY5" fmla="*/ 11218 h 79729"/>
                    <a:gd name="connsiteX6" fmla="*/ 44462 w 112830"/>
                    <a:gd name="connsiteY6" fmla="*/ 79729 h 7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30" h="79729">
                      <a:moveTo>
                        <a:pt x="44462" y="79729"/>
                      </a:moveTo>
                      <a:lnTo>
                        <a:pt x="0" y="35238"/>
                      </a:lnTo>
                      <a:lnTo>
                        <a:pt x="11195" y="24020"/>
                      </a:lnTo>
                      <a:lnTo>
                        <a:pt x="44462" y="57357"/>
                      </a:lnTo>
                      <a:lnTo>
                        <a:pt x="101700" y="0"/>
                      </a:lnTo>
                      <a:lnTo>
                        <a:pt x="112831" y="11218"/>
                      </a:lnTo>
                      <a:lnTo>
                        <a:pt x="44462" y="79729"/>
                      </a:lnTo>
                      <a:close/>
                    </a:path>
                  </a:pathLst>
                </a:custGeom>
                <a:solidFill>
                  <a:schemeClr val="accent3"/>
                </a:solidFill>
                <a:ln w="6271" cap="flat">
                  <a:noFill/>
                  <a:prstDash val="solid"/>
                  <a:miter/>
                </a:ln>
              </p:spPr>
              <p:txBody>
                <a:bodyPr rtlCol="0" anchor="ctr"/>
                <a:lstStyle/>
                <a:p>
                  <a:endParaRPr lang="en-US"/>
                </a:p>
              </p:txBody>
            </p:sp>
          </p:grpSp>
        </p:grpSp>
        <p:grpSp>
          <p:nvGrpSpPr>
            <p:cNvPr id="505" name="Group 504">
              <a:extLst>
                <a:ext uri="{FF2B5EF4-FFF2-40B4-BE49-F238E27FC236}">
                  <a16:creationId xmlns:a16="http://schemas.microsoft.com/office/drawing/2014/main" id="{51DD4FAA-4F7B-E2A5-1D1A-FDFE05DA465D}"/>
                </a:ext>
              </a:extLst>
            </p:cNvPr>
            <p:cNvGrpSpPr/>
            <p:nvPr/>
          </p:nvGrpSpPr>
          <p:grpSpPr>
            <a:xfrm>
              <a:off x="7458811" y="3591812"/>
              <a:ext cx="174754" cy="174754"/>
              <a:chOff x="7249806" y="4194899"/>
              <a:chExt cx="174754" cy="174754"/>
            </a:xfrm>
          </p:grpSpPr>
          <p:sp>
            <p:nvSpPr>
              <p:cNvPr id="506" name="Oval 505">
                <a:extLst>
                  <a:ext uri="{FF2B5EF4-FFF2-40B4-BE49-F238E27FC236}">
                    <a16:creationId xmlns:a16="http://schemas.microsoft.com/office/drawing/2014/main" id="{19EBB281-4102-D7E1-A545-8239823B3426}"/>
                  </a:ext>
                </a:extLst>
              </p:cNvPr>
              <p:cNvSpPr/>
              <p:nvPr/>
            </p:nvSpPr>
            <p:spPr>
              <a:xfrm>
                <a:off x="7249806" y="4194899"/>
                <a:ext cx="174754" cy="174754"/>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507" name="Group 506">
                <a:extLst>
                  <a:ext uri="{FF2B5EF4-FFF2-40B4-BE49-F238E27FC236}">
                    <a16:creationId xmlns:a16="http://schemas.microsoft.com/office/drawing/2014/main" id="{9D006F71-735F-9796-2372-5C4EA0218BA9}"/>
                  </a:ext>
                </a:extLst>
              </p:cNvPr>
              <p:cNvGrpSpPr/>
              <p:nvPr/>
            </p:nvGrpSpPr>
            <p:grpSpPr>
              <a:xfrm>
                <a:off x="7263509" y="4205761"/>
                <a:ext cx="149833" cy="150145"/>
                <a:chOff x="291074" y="2935069"/>
                <a:chExt cx="221361" cy="221822"/>
              </a:xfrm>
            </p:grpSpPr>
            <p:sp>
              <p:nvSpPr>
                <p:cNvPr id="508" name="Picture Placeholder 118">
                  <a:extLst>
                    <a:ext uri="{FF2B5EF4-FFF2-40B4-BE49-F238E27FC236}">
                      <a16:creationId xmlns:a16="http://schemas.microsoft.com/office/drawing/2014/main" id="{89677457-ECB7-BDF4-2678-210DB80F17A2}"/>
                    </a:ext>
                  </a:extLst>
                </p:cNvPr>
                <p:cNvSpPr/>
                <p:nvPr/>
              </p:nvSpPr>
              <p:spPr>
                <a:xfrm>
                  <a:off x="291074" y="2935069"/>
                  <a:ext cx="221361" cy="221822"/>
                </a:xfrm>
                <a:custGeom>
                  <a:avLst/>
                  <a:gdLst>
                    <a:gd name="connsiteX0" fmla="*/ 110681 w 221361"/>
                    <a:gd name="connsiteY0" fmla="*/ 221822 h 221822"/>
                    <a:gd name="connsiteX1" fmla="*/ 0 w 221361"/>
                    <a:gd name="connsiteY1" fmla="*/ 110911 h 221822"/>
                    <a:gd name="connsiteX2" fmla="*/ 110681 w 221361"/>
                    <a:gd name="connsiteY2" fmla="*/ 0 h 221822"/>
                    <a:gd name="connsiteX3" fmla="*/ 221361 w 221361"/>
                    <a:gd name="connsiteY3" fmla="*/ 110911 h 221822"/>
                    <a:gd name="connsiteX4" fmla="*/ 110681 w 221361"/>
                    <a:gd name="connsiteY4" fmla="*/ 221822 h 221822"/>
                    <a:gd name="connsiteX5" fmla="*/ 110681 w 221361"/>
                    <a:gd name="connsiteY5" fmla="*/ 15844 h 221822"/>
                    <a:gd name="connsiteX6" fmla="*/ 15812 w 221361"/>
                    <a:gd name="connsiteY6" fmla="*/ 110911 h 221822"/>
                    <a:gd name="connsiteX7" fmla="*/ 110681 w 221361"/>
                    <a:gd name="connsiteY7" fmla="*/ 205978 h 221822"/>
                    <a:gd name="connsiteX8" fmla="*/ 205550 w 221361"/>
                    <a:gd name="connsiteY8" fmla="*/ 110911 h 221822"/>
                    <a:gd name="connsiteX9" fmla="*/ 110807 w 221361"/>
                    <a:gd name="connsiteY9" fmla="*/ 15718 h 221822"/>
                    <a:gd name="connsiteX10" fmla="*/ 110681 w 221361"/>
                    <a:gd name="connsiteY10" fmla="*/ 15718 h 22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361" h="221822">
                      <a:moveTo>
                        <a:pt x="110681" y="221822"/>
                      </a:moveTo>
                      <a:cubicBezTo>
                        <a:pt x="49553" y="221822"/>
                        <a:pt x="0" y="172166"/>
                        <a:pt x="0" y="110911"/>
                      </a:cubicBezTo>
                      <a:cubicBezTo>
                        <a:pt x="0" y="49657"/>
                        <a:pt x="49553" y="0"/>
                        <a:pt x="110681" y="0"/>
                      </a:cubicBezTo>
                      <a:cubicBezTo>
                        <a:pt x="171808" y="0"/>
                        <a:pt x="221361" y="49657"/>
                        <a:pt x="221361" y="110911"/>
                      </a:cubicBezTo>
                      <a:cubicBezTo>
                        <a:pt x="221291" y="172137"/>
                        <a:pt x="171779" y="221753"/>
                        <a:pt x="110681" y="221822"/>
                      </a:cubicBezTo>
                      <a:close/>
                      <a:moveTo>
                        <a:pt x="110681" y="15844"/>
                      </a:moveTo>
                      <a:cubicBezTo>
                        <a:pt x="58286" y="15844"/>
                        <a:pt x="15812" y="58407"/>
                        <a:pt x="15812" y="110911"/>
                      </a:cubicBezTo>
                      <a:cubicBezTo>
                        <a:pt x="15812" y="163415"/>
                        <a:pt x="58286" y="205978"/>
                        <a:pt x="110681" y="205978"/>
                      </a:cubicBezTo>
                      <a:cubicBezTo>
                        <a:pt x="163075" y="205978"/>
                        <a:pt x="205550" y="163415"/>
                        <a:pt x="205550" y="110911"/>
                      </a:cubicBezTo>
                      <a:cubicBezTo>
                        <a:pt x="205619" y="58407"/>
                        <a:pt x="163202" y="15788"/>
                        <a:pt x="110807" y="15718"/>
                      </a:cubicBezTo>
                      <a:cubicBezTo>
                        <a:pt x="110765" y="15718"/>
                        <a:pt x="110723" y="15718"/>
                        <a:pt x="110681" y="15718"/>
                      </a:cubicBezTo>
                      <a:close/>
                    </a:path>
                  </a:pathLst>
                </a:custGeom>
                <a:solidFill>
                  <a:schemeClr val="accent4"/>
                </a:solidFill>
                <a:ln w="6271" cap="flat">
                  <a:noFill/>
                  <a:prstDash val="solid"/>
                  <a:miter/>
                </a:ln>
              </p:spPr>
              <p:txBody>
                <a:bodyPr rtlCol="0" anchor="ctr"/>
                <a:lstStyle/>
                <a:p>
                  <a:endParaRPr lang="en-US"/>
                </a:p>
              </p:txBody>
            </p:sp>
            <p:sp>
              <p:nvSpPr>
                <p:cNvPr id="509" name="Picture Placeholder 118">
                  <a:extLst>
                    <a:ext uri="{FF2B5EF4-FFF2-40B4-BE49-F238E27FC236}">
                      <a16:creationId xmlns:a16="http://schemas.microsoft.com/office/drawing/2014/main" id="{3E29BB80-F2EF-6463-CA71-BF9A6F6BA5E9}"/>
                    </a:ext>
                  </a:extLst>
                </p:cNvPr>
                <p:cNvSpPr/>
                <p:nvPr/>
              </p:nvSpPr>
              <p:spPr>
                <a:xfrm>
                  <a:off x="343505" y="3003327"/>
                  <a:ext cx="112830" cy="79729"/>
                </a:xfrm>
                <a:custGeom>
                  <a:avLst/>
                  <a:gdLst>
                    <a:gd name="connsiteX0" fmla="*/ 44462 w 112830"/>
                    <a:gd name="connsiteY0" fmla="*/ 79729 h 79729"/>
                    <a:gd name="connsiteX1" fmla="*/ 0 w 112830"/>
                    <a:gd name="connsiteY1" fmla="*/ 35238 h 79729"/>
                    <a:gd name="connsiteX2" fmla="*/ 11195 w 112830"/>
                    <a:gd name="connsiteY2" fmla="*/ 24020 h 79729"/>
                    <a:gd name="connsiteX3" fmla="*/ 44462 w 112830"/>
                    <a:gd name="connsiteY3" fmla="*/ 57357 h 79729"/>
                    <a:gd name="connsiteX4" fmla="*/ 101700 w 112830"/>
                    <a:gd name="connsiteY4" fmla="*/ 0 h 79729"/>
                    <a:gd name="connsiteX5" fmla="*/ 112831 w 112830"/>
                    <a:gd name="connsiteY5" fmla="*/ 11218 h 79729"/>
                    <a:gd name="connsiteX6" fmla="*/ 44462 w 112830"/>
                    <a:gd name="connsiteY6" fmla="*/ 79729 h 7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30" h="79729">
                      <a:moveTo>
                        <a:pt x="44462" y="79729"/>
                      </a:moveTo>
                      <a:lnTo>
                        <a:pt x="0" y="35238"/>
                      </a:lnTo>
                      <a:lnTo>
                        <a:pt x="11195" y="24020"/>
                      </a:lnTo>
                      <a:lnTo>
                        <a:pt x="44462" y="57357"/>
                      </a:lnTo>
                      <a:lnTo>
                        <a:pt x="101700" y="0"/>
                      </a:lnTo>
                      <a:lnTo>
                        <a:pt x="112831" y="11218"/>
                      </a:lnTo>
                      <a:lnTo>
                        <a:pt x="44462" y="79729"/>
                      </a:lnTo>
                      <a:close/>
                    </a:path>
                  </a:pathLst>
                </a:custGeom>
                <a:solidFill>
                  <a:schemeClr val="accent4"/>
                </a:solidFill>
                <a:ln w="6271" cap="flat">
                  <a:noFill/>
                  <a:prstDash val="solid"/>
                  <a:miter/>
                </a:ln>
              </p:spPr>
              <p:txBody>
                <a:bodyPr rtlCol="0" anchor="ctr"/>
                <a:lstStyle/>
                <a:p>
                  <a:endParaRPr lang="en-US"/>
                </a:p>
              </p:txBody>
            </p:sp>
          </p:grpSp>
        </p:grpSp>
      </p:grpSp>
      <p:pic>
        <p:nvPicPr>
          <p:cNvPr id="530" name="Graphic 529">
            <a:extLst>
              <a:ext uri="{FF2B5EF4-FFF2-40B4-BE49-F238E27FC236}">
                <a16:creationId xmlns:a16="http://schemas.microsoft.com/office/drawing/2014/main" id="{2BF2D5EB-0CEB-3554-7419-5103482BBD4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4233059" y="4505529"/>
            <a:ext cx="190410" cy="223781"/>
          </a:xfrm>
          <a:prstGeom prst="rect">
            <a:avLst/>
          </a:prstGeom>
        </p:spPr>
      </p:pic>
      <p:cxnSp>
        <p:nvCxnSpPr>
          <p:cNvPr id="531" name="Straight Connector 530">
            <a:extLst>
              <a:ext uri="{FF2B5EF4-FFF2-40B4-BE49-F238E27FC236}">
                <a16:creationId xmlns:a16="http://schemas.microsoft.com/office/drawing/2014/main" id="{B99B5AFC-DC14-3CDD-B059-A7801CCA513C}"/>
              </a:ext>
            </a:extLst>
          </p:cNvPr>
          <p:cNvCxnSpPr>
            <a:cxnSpLocks/>
          </p:cNvCxnSpPr>
          <p:nvPr/>
        </p:nvCxnSpPr>
        <p:spPr bwMode="gray">
          <a:xfrm>
            <a:off x="3238137" y="4321097"/>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0CD12590-866D-6A0E-D712-433E18079D01}"/>
              </a:ext>
            </a:extLst>
          </p:cNvPr>
          <p:cNvCxnSpPr>
            <a:cxnSpLocks/>
          </p:cNvCxnSpPr>
          <p:nvPr/>
        </p:nvCxnSpPr>
        <p:spPr bwMode="gray">
          <a:xfrm>
            <a:off x="4644605" y="4409107"/>
            <a:ext cx="773701"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22A49863-64F5-3254-2F9F-99AEFD9C4B5E}"/>
              </a:ext>
            </a:extLst>
          </p:cNvPr>
          <p:cNvCxnSpPr>
            <a:cxnSpLocks/>
          </p:cNvCxnSpPr>
          <p:nvPr/>
        </p:nvCxnSpPr>
        <p:spPr bwMode="gray">
          <a:xfrm>
            <a:off x="5418306" y="4321097"/>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34" name="Straight Connector 533">
            <a:extLst>
              <a:ext uri="{FF2B5EF4-FFF2-40B4-BE49-F238E27FC236}">
                <a16:creationId xmlns:a16="http://schemas.microsoft.com/office/drawing/2014/main" id="{1CAD71BA-90FB-8FB4-2F25-C411B46EE091}"/>
              </a:ext>
            </a:extLst>
          </p:cNvPr>
          <p:cNvCxnSpPr>
            <a:cxnSpLocks/>
          </p:cNvCxnSpPr>
          <p:nvPr/>
        </p:nvCxnSpPr>
        <p:spPr bwMode="gray">
          <a:xfrm>
            <a:off x="3233547" y="4409107"/>
            <a:ext cx="769708"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35" name="TextBox 534">
            <a:extLst>
              <a:ext uri="{FF2B5EF4-FFF2-40B4-BE49-F238E27FC236}">
                <a16:creationId xmlns:a16="http://schemas.microsoft.com/office/drawing/2014/main" id="{47532F5F-6944-05C8-E7A3-4B0319D0EBC9}"/>
              </a:ext>
            </a:extLst>
          </p:cNvPr>
          <p:cNvSpPr txBox="1"/>
          <p:nvPr/>
        </p:nvSpPr>
        <p:spPr>
          <a:xfrm>
            <a:off x="3906847" y="4312935"/>
            <a:ext cx="843697" cy="184666"/>
          </a:xfrm>
          <a:prstGeom prst="rect">
            <a:avLst/>
          </a:prstGeom>
          <a:ln>
            <a:noFill/>
          </a:ln>
        </p:spPr>
        <p:txBody>
          <a:bodyPr wrap="square" lIns="0" tIns="0" rIns="0" bIns="0" rtlCol="0">
            <a:spAutoFit/>
          </a:bodyPr>
          <a:lstStyle/>
          <a:p>
            <a:pPr algn="ctr">
              <a:spcAft>
                <a:spcPts val="600"/>
              </a:spcAft>
            </a:pPr>
            <a:r>
              <a:rPr lang="en-US" sz="1200" dirty="0">
                <a:solidFill>
                  <a:schemeClr val="accent1"/>
                </a:solidFill>
              </a:rPr>
              <a:t>vSAN</a:t>
            </a:r>
          </a:p>
        </p:txBody>
      </p:sp>
      <p:sp>
        <p:nvSpPr>
          <p:cNvPr id="536" name="Rectangle 535">
            <a:extLst>
              <a:ext uri="{FF2B5EF4-FFF2-40B4-BE49-F238E27FC236}">
                <a16:creationId xmlns:a16="http://schemas.microsoft.com/office/drawing/2014/main" id="{45C6EC89-9BE9-B861-4194-FD4B45154B75}"/>
              </a:ext>
            </a:extLst>
          </p:cNvPr>
          <p:cNvSpPr/>
          <p:nvPr/>
        </p:nvSpPr>
        <p:spPr>
          <a:xfrm>
            <a:off x="3233546" y="3245977"/>
            <a:ext cx="2184760" cy="707867"/>
          </a:xfrm>
          <a:prstGeom prst="rect">
            <a:avLst/>
          </a:prstGeom>
          <a:solidFill>
            <a:schemeClr val="bg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pic>
        <p:nvPicPr>
          <p:cNvPr id="537" name="Graphic 536">
            <a:extLst>
              <a:ext uri="{FF2B5EF4-FFF2-40B4-BE49-F238E27FC236}">
                <a16:creationId xmlns:a16="http://schemas.microsoft.com/office/drawing/2014/main" id="{81CF454B-2EFB-4DBE-1548-F9AFF95FD2A6}"/>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358312" y="3344040"/>
            <a:ext cx="228600" cy="228600"/>
          </a:xfrm>
          <a:prstGeom prst="rect">
            <a:avLst/>
          </a:prstGeom>
        </p:spPr>
      </p:pic>
      <p:grpSp>
        <p:nvGrpSpPr>
          <p:cNvPr id="538" name="Group 537">
            <a:extLst>
              <a:ext uri="{FF2B5EF4-FFF2-40B4-BE49-F238E27FC236}">
                <a16:creationId xmlns:a16="http://schemas.microsoft.com/office/drawing/2014/main" id="{6B94D6DE-155E-5A49-A6F9-4CAB051F049C}"/>
              </a:ext>
            </a:extLst>
          </p:cNvPr>
          <p:cNvGrpSpPr/>
          <p:nvPr/>
        </p:nvGrpSpPr>
        <p:grpSpPr>
          <a:xfrm>
            <a:off x="3314134" y="3627856"/>
            <a:ext cx="2023185" cy="254952"/>
            <a:chOff x="1410325" y="3573078"/>
            <a:chExt cx="2023185" cy="254952"/>
          </a:xfrm>
        </p:grpSpPr>
        <p:sp>
          <p:nvSpPr>
            <p:cNvPr id="539" name="Rectangle 538">
              <a:extLst>
                <a:ext uri="{FF2B5EF4-FFF2-40B4-BE49-F238E27FC236}">
                  <a16:creationId xmlns:a16="http://schemas.microsoft.com/office/drawing/2014/main" id="{948F23C6-A0B4-959D-EF23-98A75310EFE3}"/>
                </a:ext>
              </a:extLst>
            </p:cNvPr>
            <p:cNvSpPr/>
            <p:nvPr/>
          </p:nvSpPr>
          <p:spPr>
            <a:xfrm>
              <a:off x="1410325" y="3573078"/>
              <a:ext cx="2023185" cy="254952"/>
            </a:xfrm>
            <a:prstGeom prst="rect">
              <a:avLst/>
            </a:prstGeom>
            <a:noFill/>
            <a:ln w="9525">
              <a:gradFill flip="none" rotWithShape="1">
                <a:gsLst>
                  <a:gs pos="60000">
                    <a:srgbClr val="316E60"/>
                  </a:gs>
                  <a:gs pos="100000">
                    <a:schemeClr val="accent2"/>
                  </a:gs>
                  <a:gs pos="0">
                    <a:schemeClr val="accent4"/>
                  </a:gs>
                </a:gsLst>
                <a:lin ang="10800000" scaled="1"/>
                <a:tileRect/>
              </a:gradFill>
            </a:ln>
          </p:spPr>
          <p:txBody>
            <a:bodyPr wrap="square" anchor="ctr">
              <a:noAutofit/>
            </a:bodyPr>
            <a:lstStyle/>
            <a:p>
              <a:pPr algn="ctr"/>
              <a:endParaRPr lang="en-US" sz="1200" dirty="0">
                <a:solidFill>
                  <a:prstClr val="white"/>
                </a:solidFill>
              </a:endParaRPr>
            </a:p>
          </p:txBody>
        </p:sp>
        <p:sp>
          <p:nvSpPr>
            <p:cNvPr id="540" name="Rectangle 539">
              <a:extLst>
                <a:ext uri="{FF2B5EF4-FFF2-40B4-BE49-F238E27FC236}">
                  <a16:creationId xmlns:a16="http://schemas.microsoft.com/office/drawing/2014/main" id="{D0A13F5A-713A-43A2-760F-8B79182FF1AE}"/>
                </a:ext>
              </a:extLst>
            </p:cNvPr>
            <p:cNvSpPr/>
            <p:nvPr/>
          </p:nvSpPr>
          <p:spPr>
            <a:xfrm>
              <a:off x="1420623" y="3636670"/>
              <a:ext cx="543931" cy="123111"/>
            </a:xfrm>
            <a:prstGeom prst="rect">
              <a:avLst/>
            </a:prstGeom>
          </p:spPr>
          <p:txBody>
            <a:bodyPr wrap="square" lIns="0" tIns="0" rIns="0" bIns="0" anchor="ctr">
              <a:spAutoFit/>
            </a:bodyPr>
            <a:lstStyle/>
            <a:p>
              <a:pPr algn="ctr" defTabSz="914126">
                <a:defRPr/>
              </a:pPr>
              <a:r>
                <a:rPr lang="en-US" sz="800" dirty="0">
                  <a:solidFill>
                    <a:schemeClr val="tx2"/>
                  </a:solidFill>
                </a:rPr>
                <a:t>vSphere</a:t>
              </a:r>
            </a:p>
          </p:txBody>
        </p:sp>
        <p:sp>
          <p:nvSpPr>
            <p:cNvPr id="541" name="Rectangle 540">
              <a:extLst>
                <a:ext uri="{FF2B5EF4-FFF2-40B4-BE49-F238E27FC236}">
                  <a16:creationId xmlns:a16="http://schemas.microsoft.com/office/drawing/2014/main" id="{D16D58F6-E948-5BD4-7FEE-5697E9B96A2A}"/>
                </a:ext>
              </a:extLst>
            </p:cNvPr>
            <p:cNvSpPr/>
            <p:nvPr/>
          </p:nvSpPr>
          <p:spPr>
            <a:xfrm>
              <a:off x="2824885" y="3636670"/>
              <a:ext cx="608625" cy="123111"/>
            </a:xfrm>
            <a:prstGeom prst="rect">
              <a:avLst/>
            </a:prstGeom>
          </p:spPr>
          <p:txBody>
            <a:bodyPr wrap="square" lIns="0" tIns="0" rIns="0" bIns="0" anchor="ctr">
              <a:spAutoFit/>
            </a:bodyPr>
            <a:lstStyle/>
            <a:p>
              <a:pPr algn="ctr" defTabSz="914126">
                <a:defRPr/>
              </a:pPr>
              <a:r>
                <a:rPr lang="en-US" sz="800" dirty="0">
                  <a:solidFill>
                    <a:schemeClr val="tx2"/>
                  </a:solidFill>
                </a:rPr>
                <a:t>vSAN ESA</a:t>
              </a:r>
            </a:p>
          </p:txBody>
        </p:sp>
        <p:cxnSp>
          <p:nvCxnSpPr>
            <p:cNvPr id="542" name="Straight Connector 541">
              <a:extLst>
                <a:ext uri="{FF2B5EF4-FFF2-40B4-BE49-F238E27FC236}">
                  <a16:creationId xmlns:a16="http://schemas.microsoft.com/office/drawing/2014/main" id="{9B2D824D-3E9E-9F1F-CEA1-10C6820D56DA}"/>
                </a:ext>
              </a:extLst>
            </p:cNvPr>
            <p:cNvCxnSpPr>
              <a:cxnSpLocks/>
            </p:cNvCxnSpPr>
            <p:nvPr/>
          </p:nvCxnSpPr>
          <p:spPr bwMode="gray">
            <a:xfrm flipH="1">
              <a:off x="2003038" y="3698226"/>
              <a:ext cx="297114"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543" name="Straight Connector 542">
              <a:extLst>
                <a:ext uri="{FF2B5EF4-FFF2-40B4-BE49-F238E27FC236}">
                  <a16:creationId xmlns:a16="http://schemas.microsoft.com/office/drawing/2014/main" id="{13369A91-6711-0C02-2847-FE3562B5F5CF}"/>
                </a:ext>
              </a:extLst>
            </p:cNvPr>
            <p:cNvCxnSpPr>
              <a:cxnSpLocks/>
            </p:cNvCxnSpPr>
            <p:nvPr/>
          </p:nvCxnSpPr>
          <p:spPr bwMode="gray">
            <a:xfrm>
              <a:off x="2300152" y="3698226"/>
              <a:ext cx="501426" cy="0"/>
            </a:xfrm>
            <a:prstGeom prst="line">
              <a:avLst/>
            </a:prstGeom>
            <a:ln w="9525">
              <a:gradFill flip="none" rotWithShape="1">
                <a:gsLst>
                  <a:gs pos="100000">
                    <a:schemeClr val="accent2"/>
                  </a:gs>
                  <a:gs pos="0">
                    <a:schemeClr val="accent4"/>
                  </a:gs>
                </a:gsLst>
                <a:lin ang="10800000" scaled="1"/>
                <a:tileRect/>
              </a:gradFill>
              <a:miter lim="800000"/>
              <a:tailEnd type="triangle" w="lg" len="med"/>
            </a:ln>
          </p:spPr>
          <p:style>
            <a:lnRef idx="1">
              <a:schemeClr val="accent1"/>
            </a:lnRef>
            <a:fillRef idx="0">
              <a:schemeClr val="accent1"/>
            </a:fillRef>
            <a:effectRef idx="0">
              <a:schemeClr val="accent1"/>
            </a:effectRef>
            <a:fontRef idx="minor">
              <a:schemeClr val="tx1"/>
            </a:fontRef>
          </p:style>
        </p:cxnSp>
      </p:grpSp>
      <p:sp>
        <p:nvSpPr>
          <p:cNvPr id="544" name="Rectangle 543">
            <a:extLst>
              <a:ext uri="{FF2B5EF4-FFF2-40B4-BE49-F238E27FC236}">
                <a16:creationId xmlns:a16="http://schemas.microsoft.com/office/drawing/2014/main" id="{5F2730C8-0FC3-4055-E59E-BC437325ED96}"/>
              </a:ext>
            </a:extLst>
          </p:cNvPr>
          <p:cNvSpPr/>
          <p:nvPr/>
        </p:nvSpPr>
        <p:spPr>
          <a:xfrm>
            <a:off x="3589944" y="3366007"/>
            <a:ext cx="1389059" cy="184666"/>
          </a:xfrm>
          <a:prstGeom prst="rect">
            <a:avLst/>
          </a:prstGeom>
        </p:spPr>
        <p:txBody>
          <a:bodyPr wrap="square" lIns="0" tIns="0" rIns="0" bIns="0" anchor="ctr">
            <a:spAutoFit/>
          </a:bodyPr>
          <a:lstStyle/>
          <a:p>
            <a:pPr algn="ctr"/>
            <a:r>
              <a:rPr lang="en-US" sz="1200" dirty="0">
                <a:solidFill>
                  <a:schemeClr val="accent2"/>
                </a:solidFill>
              </a:rPr>
              <a:t>Cloud Foundation</a:t>
            </a:r>
          </a:p>
        </p:txBody>
      </p:sp>
      <p:pic>
        <p:nvPicPr>
          <p:cNvPr id="545" name="Graphic 544">
            <a:extLst>
              <a:ext uri="{FF2B5EF4-FFF2-40B4-BE49-F238E27FC236}">
                <a16:creationId xmlns:a16="http://schemas.microsoft.com/office/drawing/2014/main" id="{0B0A3AB1-3314-1B4A-B948-E52E57E484EF}"/>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033258" y="3344040"/>
            <a:ext cx="228600" cy="228600"/>
          </a:xfrm>
          <a:prstGeom prst="rect">
            <a:avLst/>
          </a:prstGeom>
        </p:spPr>
      </p:pic>
      <p:grpSp>
        <p:nvGrpSpPr>
          <p:cNvPr id="546" name="Group 545">
            <a:extLst>
              <a:ext uri="{FF2B5EF4-FFF2-40B4-BE49-F238E27FC236}">
                <a16:creationId xmlns:a16="http://schemas.microsoft.com/office/drawing/2014/main" id="{8D8C4F54-9F9F-BDFD-25A0-243F64AD789E}"/>
              </a:ext>
            </a:extLst>
          </p:cNvPr>
          <p:cNvGrpSpPr/>
          <p:nvPr/>
        </p:nvGrpSpPr>
        <p:grpSpPr>
          <a:xfrm>
            <a:off x="3233547" y="3997846"/>
            <a:ext cx="2189434" cy="283867"/>
            <a:chOff x="712452" y="5388690"/>
            <a:chExt cx="2189434" cy="283867"/>
          </a:xfrm>
        </p:grpSpPr>
        <p:sp>
          <p:nvSpPr>
            <p:cNvPr id="547" name="Rectangle 546">
              <a:extLst>
                <a:ext uri="{FF2B5EF4-FFF2-40B4-BE49-F238E27FC236}">
                  <a16:creationId xmlns:a16="http://schemas.microsoft.com/office/drawing/2014/main" id="{F724BCF3-317B-0466-701E-8F106819B56B}"/>
                </a:ext>
              </a:extLst>
            </p:cNvPr>
            <p:cNvSpPr/>
            <p:nvPr/>
          </p:nvSpPr>
          <p:spPr>
            <a:xfrm>
              <a:off x="712452"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48" name="Rectangle 547">
              <a:extLst>
                <a:ext uri="{FF2B5EF4-FFF2-40B4-BE49-F238E27FC236}">
                  <a16:creationId xmlns:a16="http://schemas.microsoft.com/office/drawing/2014/main" id="{3F4F1B90-ABD2-171D-9585-E1FE5DB2D314}"/>
                </a:ext>
              </a:extLst>
            </p:cNvPr>
            <p:cNvSpPr/>
            <p:nvPr/>
          </p:nvSpPr>
          <p:spPr>
            <a:xfrm>
              <a:off x="1276289"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49" name="Rectangle 548">
              <a:extLst>
                <a:ext uri="{FF2B5EF4-FFF2-40B4-BE49-F238E27FC236}">
                  <a16:creationId xmlns:a16="http://schemas.microsoft.com/office/drawing/2014/main" id="{D7246A8D-62A2-8F3A-F4E9-12426CF58B50}"/>
                </a:ext>
              </a:extLst>
            </p:cNvPr>
            <p:cNvSpPr/>
            <p:nvPr/>
          </p:nvSpPr>
          <p:spPr>
            <a:xfrm>
              <a:off x="1840126"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50" name="Rectangle 549">
              <a:extLst>
                <a:ext uri="{FF2B5EF4-FFF2-40B4-BE49-F238E27FC236}">
                  <a16:creationId xmlns:a16="http://schemas.microsoft.com/office/drawing/2014/main" id="{B92E2F36-A510-B5F4-0B6A-D028026536B3}"/>
                </a:ext>
              </a:extLst>
            </p:cNvPr>
            <p:cNvSpPr/>
            <p:nvPr/>
          </p:nvSpPr>
          <p:spPr>
            <a:xfrm>
              <a:off x="2403963"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551" name="Rectangle 550">
              <a:extLst>
                <a:ext uri="{FF2B5EF4-FFF2-40B4-BE49-F238E27FC236}">
                  <a16:creationId xmlns:a16="http://schemas.microsoft.com/office/drawing/2014/main" id="{226DC3F6-1907-5448-46C5-E2F8A59CAC10}"/>
                </a:ext>
              </a:extLst>
            </p:cNvPr>
            <p:cNvSpPr/>
            <p:nvPr/>
          </p:nvSpPr>
          <p:spPr>
            <a:xfrm>
              <a:off x="712452"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52" name="Rectangle 551">
              <a:extLst>
                <a:ext uri="{FF2B5EF4-FFF2-40B4-BE49-F238E27FC236}">
                  <a16:creationId xmlns:a16="http://schemas.microsoft.com/office/drawing/2014/main" id="{DB27362E-D880-DA45-012B-91A94C372F1C}"/>
                </a:ext>
              </a:extLst>
            </p:cNvPr>
            <p:cNvSpPr/>
            <p:nvPr/>
          </p:nvSpPr>
          <p:spPr>
            <a:xfrm>
              <a:off x="1276289"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53" name="Rectangle 552">
              <a:extLst>
                <a:ext uri="{FF2B5EF4-FFF2-40B4-BE49-F238E27FC236}">
                  <a16:creationId xmlns:a16="http://schemas.microsoft.com/office/drawing/2014/main" id="{660A5780-51FF-1B69-885F-DC2C43F36FC8}"/>
                </a:ext>
              </a:extLst>
            </p:cNvPr>
            <p:cNvSpPr/>
            <p:nvPr/>
          </p:nvSpPr>
          <p:spPr>
            <a:xfrm>
              <a:off x="1840126"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54" name="Rectangle 553">
              <a:extLst>
                <a:ext uri="{FF2B5EF4-FFF2-40B4-BE49-F238E27FC236}">
                  <a16:creationId xmlns:a16="http://schemas.microsoft.com/office/drawing/2014/main" id="{30C73113-5EBB-5F45-05DF-F359DBEA7E77}"/>
                </a:ext>
              </a:extLst>
            </p:cNvPr>
            <p:cNvSpPr/>
            <p:nvPr/>
          </p:nvSpPr>
          <p:spPr>
            <a:xfrm>
              <a:off x="2403963"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555" name="Group 554">
            <a:extLst>
              <a:ext uri="{FF2B5EF4-FFF2-40B4-BE49-F238E27FC236}">
                <a16:creationId xmlns:a16="http://schemas.microsoft.com/office/drawing/2014/main" id="{22DF87A8-D1D1-F020-D70D-A95003C238DF}"/>
              </a:ext>
            </a:extLst>
          </p:cNvPr>
          <p:cNvGrpSpPr/>
          <p:nvPr/>
        </p:nvGrpSpPr>
        <p:grpSpPr>
          <a:xfrm>
            <a:off x="3234753" y="1614420"/>
            <a:ext cx="2183553" cy="438736"/>
            <a:chOff x="5719747" y="2772745"/>
            <a:chExt cx="2183553" cy="438736"/>
          </a:xfrm>
        </p:grpSpPr>
        <p:sp>
          <p:nvSpPr>
            <p:cNvPr id="556" name="Rectangle 555">
              <a:extLst>
                <a:ext uri="{FF2B5EF4-FFF2-40B4-BE49-F238E27FC236}">
                  <a16:creationId xmlns:a16="http://schemas.microsoft.com/office/drawing/2014/main" id="{DA0CB85C-195E-A723-7172-182A4617C3F5}"/>
                </a:ext>
              </a:extLst>
            </p:cNvPr>
            <p:cNvSpPr/>
            <p:nvPr/>
          </p:nvSpPr>
          <p:spPr>
            <a:xfrm>
              <a:off x="5719747" y="2772745"/>
              <a:ext cx="2183553" cy="438736"/>
            </a:xfrm>
            <a:prstGeom prst="rect">
              <a:avLst/>
            </a:prstGeom>
            <a:solidFill>
              <a:schemeClr val="accent5">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pic>
          <p:nvPicPr>
            <p:cNvPr id="557" name="Graphic 556">
              <a:extLst>
                <a:ext uri="{FF2B5EF4-FFF2-40B4-BE49-F238E27FC236}">
                  <a16:creationId xmlns:a16="http://schemas.microsoft.com/office/drawing/2014/main" id="{1C7AF26A-EBCF-DE64-359B-56308194BCC4}"/>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5828202" y="2830549"/>
              <a:ext cx="323199" cy="323199"/>
            </a:xfrm>
            <a:prstGeom prst="rect">
              <a:avLst/>
            </a:prstGeom>
          </p:spPr>
        </p:pic>
        <p:sp>
          <p:nvSpPr>
            <p:cNvPr id="558" name="TextBox 557">
              <a:extLst>
                <a:ext uri="{FF2B5EF4-FFF2-40B4-BE49-F238E27FC236}">
                  <a16:creationId xmlns:a16="http://schemas.microsoft.com/office/drawing/2014/main" id="{40D09409-D1AE-0097-2F78-1730E179A3C3}"/>
                </a:ext>
              </a:extLst>
            </p:cNvPr>
            <p:cNvSpPr txBox="1"/>
            <p:nvPr/>
          </p:nvSpPr>
          <p:spPr>
            <a:xfrm>
              <a:off x="6095787" y="2899780"/>
              <a:ext cx="1608731" cy="184666"/>
            </a:xfrm>
            <a:prstGeom prst="rect">
              <a:avLst/>
            </a:prstGeom>
          </p:spPr>
          <p:txBody>
            <a:bodyPr wrap="square" lIns="0" tIns="0" rIns="0" bIns="0" rtlCol="0">
              <a:spAutoFit/>
            </a:bodyPr>
            <a:lstStyle/>
            <a:p>
              <a:pPr algn="ctr">
                <a:spcAft>
                  <a:spcPts val="600"/>
                </a:spcAft>
              </a:pPr>
              <a:r>
                <a:rPr lang="en-US" sz="1200" dirty="0"/>
                <a:t>Cyber Compliance</a:t>
              </a:r>
            </a:p>
          </p:txBody>
        </p:sp>
      </p:grpSp>
      <p:grpSp>
        <p:nvGrpSpPr>
          <p:cNvPr id="559" name="Group 558">
            <a:extLst>
              <a:ext uri="{FF2B5EF4-FFF2-40B4-BE49-F238E27FC236}">
                <a16:creationId xmlns:a16="http://schemas.microsoft.com/office/drawing/2014/main" id="{FF2AF763-C85C-C2B6-D5CE-7AE8F2F82E9F}"/>
              </a:ext>
            </a:extLst>
          </p:cNvPr>
          <p:cNvGrpSpPr/>
          <p:nvPr/>
        </p:nvGrpSpPr>
        <p:grpSpPr>
          <a:xfrm>
            <a:off x="5743911" y="5402274"/>
            <a:ext cx="1176890" cy="686484"/>
            <a:chOff x="5743911" y="5402274"/>
            <a:chExt cx="1176890" cy="686484"/>
          </a:xfrm>
        </p:grpSpPr>
        <p:grpSp>
          <p:nvGrpSpPr>
            <p:cNvPr id="560" name="Group 559">
              <a:extLst>
                <a:ext uri="{FF2B5EF4-FFF2-40B4-BE49-F238E27FC236}">
                  <a16:creationId xmlns:a16="http://schemas.microsoft.com/office/drawing/2014/main" id="{ACA0FBBC-EF18-342E-F40E-063236E4CCE1}"/>
                </a:ext>
              </a:extLst>
            </p:cNvPr>
            <p:cNvGrpSpPr>
              <a:grpSpLocks noChangeAspect="1"/>
            </p:cNvGrpSpPr>
            <p:nvPr/>
          </p:nvGrpSpPr>
          <p:grpSpPr>
            <a:xfrm>
              <a:off x="5743911" y="5402274"/>
              <a:ext cx="1176890" cy="293228"/>
              <a:chOff x="5060950" y="5251450"/>
              <a:chExt cx="1236133" cy="332317"/>
            </a:xfrm>
          </p:grpSpPr>
          <p:sp>
            <p:nvSpPr>
              <p:cNvPr id="563" name="Line 5">
                <a:extLst>
                  <a:ext uri="{FF2B5EF4-FFF2-40B4-BE49-F238E27FC236}">
                    <a16:creationId xmlns:a16="http://schemas.microsoft.com/office/drawing/2014/main" id="{2865F783-44E4-9A13-3919-68B1457AE636}"/>
                  </a:ext>
                </a:extLst>
              </p:cNvPr>
              <p:cNvSpPr>
                <a:spLocks noChangeShapeType="1"/>
              </p:cNvSpPr>
              <p:nvPr/>
            </p:nvSpPr>
            <p:spPr bwMode="auto">
              <a:xfrm>
                <a:off x="601042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64" name="Line 6">
                <a:extLst>
                  <a:ext uri="{FF2B5EF4-FFF2-40B4-BE49-F238E27FC236}">
                    <a16:creationId xmlns:a16="http://schemas.microsoft.com/office/drawing/2014/main" id="{440F5D54-E90F-9272-4AA9-83D51A7FA726}"/>
                  </a:ext>
                </a:extLst>
              </p:cNvPr>
              <p:cNvSpPr>
                <a:spLocks noChangeShapeType="1"/>
              </p:cNvSpPr>
              <p:nvPr/>
            </p:nvSpPr>
            <p:spPr bwMode="auto">
              <a:xfrm>
                <a:off x="609712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65" name="Line 7">
                <a:extLst>
                  <a:ext uri="{FF2B5EF4-FFF2-40B4-BE49-F238E27FC236}">
                    <a16:creationId xmlns:a16="http://schemas.microsoft.com/office/drawing/2014/main" id="{16B4EEC0-CBE5-6DB0-F51C-EC0EBF4A9025}"/>
                  </a:ext>
                </a:extLst>
              </p:cNvPr>
              <p:cNvSpPr>
                <a:spLocks noChangeShapeType="1"/>
              </p:cNvSpPr>
              <p:nvPr/>
            </p:nvSpPr>
            <p:spPr bwMode="auto">
              <a:xfrm>
                <a:off x="618381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66" name="Line 8">
                <a:extLst>
                  <a:ext uri="{FF2B5EF4-FFF2-40B4-BE49-F238E27FC236}">
                    <a16:creationId xmlns:a16="http://schemas.microsoft.com/office/drawing/2014/main" id="{5FFC48A3-A185-CB50-AD2B-7D720BB73FBA}"/>
                  </a:ext>
                </a:extLst>
              </p:cNvPr>
              <p:cNvSpPr>
                <a:spLocks noChangeShapeType="1"/>
              </p:cNvSpPr>
              <p:nvPr/>
            </p:nvSpPr>
            <p:spPr bwMode="auto">
              <a:xfrm>
                <a:off x="517058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67" name="Line 9">
                <a:extLst>
                  <a:ext uri="{FF2B5EF4-FFF2-40B4-BE49-F238E27FC236}">
                    <a16:creationId xmlns:a16="http://schemas.microsoft.com/office/drawing/2014/main" id="{B71A7D95-66A0-37A3-8FD6-76E4EFF53165}"/>
                  </a:ext>
                </a:extLst>
              </p:cNvPr>
              <p:cNvSpPr>
                <a:spLocks noChangeShapeType="1"/>
              </p:cNvSpPr>
              <p:nvPr/>
            </p:nvSpPr>
            <p:spPr bwMode="auto">
              <a:xfrm>
                <a:off x="525728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68" name="Line 10">
                <a:extLst>
                  <a:ext uri="{FF2B5EF4-FFF2-40B4-BE49-F238E27FC236}">
                    <a16:creationId xmlns:a16="http://schemas.microsoft.com/office/drawing/2014/main" id="{E3FE3C05-58CA-272D-8FFB-2F218715BA39}"/>
                  </a:ext>
                </a:extLst>
              </p:cNvPr>
              <p:cNvSpPr>
                <a:spLocks noChangeShapeType="1"/>
              </p:cNvSpPr>
              <p:nvPr/>
            </p:nvSpPr>
            <p:spPr bwMode="auto">
              <a:xfrm>
                <a:off x="534668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69" name="Oval 11">
                <a:extLst>
                  <a:ext uri="{FF2B5EF4-FFF2-40B4-BE49-F238E27FC236}">
                    <a16:creationId xmlns:a16="http://schemas.microsoft.com/office/drawing/2014/main" id="{7A561936-8F55-21E5-52A1-0B8A0BD1061A}"/>
                  </a:ext>
                </a:extLst>
              </p:cNvPr>
              <p:cNvSpPr>
                <a:spLocks noChangeArrowheads="1"/>
              </p:cNvSpPr>
              <p:nvPr/>
            </p:nvSpPr>
            <p:spPr bwMode="auto">
              <a:xfrm>
                <a:off x="5609471" y="5345848"/>
                <a:ext cx="135458" cy="140877"/>
              </a:xfrm>
              <a:prstGeom prst="ellips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70" name="Rectangle 569">
                <a:extLst>
                  <a:ext uri="{FF2B5EF4-FFF2-40B4-BE49-F238E27FC236}">
                    <a16:creationId xmlns:a16="http://schemas.microsoft.com/office/drawing/2014/main" id="{C94934F7-F790-6058-EEA5-2BD217F249E5}"/>
                  </a:ext>
                </a:extLst>
              </p:cNvPr>
              <p:cNvSpPr/>
              <p:nvPr/>
            </p:nvSpPr>
            <p:spPr>
              <a:xfrm>
                <a:off x="5060950" y="5251450"/>
                <a:ext cx="1236133" cy="332317"/>
              </a:xfrm>
              <a:prstGeom prst="rect">
                <a:avLst/>
              </a:prstGeom>
              <a:noFill/>
              <a:ln w="25400">
                <a:solidFill>
                  <a:schemeClr val="bg1">
                    <a:lumMod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pic>
          <p:nvPicPr>
            <p:cNvPr id="561" name="Graphic 560">
              <a:extLst>
                <a:ext uri="{FF2B5EF4-FFF2-40B4-BE49-F238E27FC236}">
                  <a16:creationId xmlns:a16="http://schemas.microsoft.com/office/drawing/2014/main" id="{53864511-0381-4131-8BF6-95DCCDB9F96E}"/>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5918162" y="5842057"/>
              <a:ext cx="336162" cy="246701"/>
            </a:xfrm>
            <a:prstGeom prst="rect">
              <a:avLst/>
            </a:prstGeom>
          </p:spPr>
        </p:pic>
        <p:pic>
          <p:nvPicPr>
            <p:cNvPr id="562" name="Graphic 561">
              <a:extLst>
                <a:ext uri="{FF2B5EF4-FFF2-40B4-BE49-F238E27FC236}">
                  <a16:creationId xmlns:a16="http://schemas.microsoft.com/office/drawing/2014/main" id="{EB939A9C-49A2-8C70-AEBA-45E4C051492C}"/>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6410389" y="5842057"/>
              <a:ext cx="336162" cy="246701"/>
            </a:xfrm>
            <a:prstGeom prst="rect">
              <a:avLst/>
            </a:prstGeom>
          </p:spPr>
        </p:pic>
      </p:grpSp>
      <p:grpSp>
        <p:nvGrpSpPr>
          <p:cNvPr id="571" name="Group 570">
            <a:extLst>
              <a:ext uri="{FF2B5EF4-FFF2-40B4-BE49-F238E27FC236}">
                <a16:creationId xmlns:a16="http://schemas.microsoft.com/office/drawing/2014/main" id="{29853AD5-8644-2008-28D3-04D8041A2B9A}"/>
              </a:ext>
            </a:extLst>
          </p:cNvPr>
          <p:cNvGrpSpPr/>
          <p:nvPr/>
        </p:nvGrpSpPr>
        <p:grpSpPr>
          <a:xfrm>
            <a:off x="3737486" y="5403281"/>
            <a:ext cx="1176890" cy="686484"/>
            <a:chOff x="3737486" y="5403281"/>
            <a:chExt cx="1176890" cy="686484"/>
          </a:xfrm>
        </p:grpSpPr>
        <p:grpSp>
          <p:nvGrpSpPr>
            <p:cNvPr id="572" name="Group 571">
              <a:extLst>
                <a:ext uri="{FF2B5EF4-FFF2-40B4-BE49-F238E27FC236}">
                  <a16:creationId xmlns:a16="http://schemas.microsoft.com/office/drawing/2014/main" id="{95D8AE4A-16DE-7B92-774D-CC7DC2E59461}"/>
                </a:ext>
              </a:extLst>
            </p:cNvPr>
            <p:cNvGrpSpPr>
              <a:grpSpLocks noChangeAspect="1"/>
            </p:cNvGrpSpPr>
            <p:nvPr/>
          </p:nvGrpSpPr>
          <p:grpSpPr>
            <a:xfrm>
              <a:off x="3737486" y="5403281"/>
              <a:ext cx="1176890" cy="293228"/>
              <a:chOff x="5060950" y="5251450"/>
              <a:chExt cx="1236133" cy="332317"/>
            </a:xfrm>
          </p:grpSpPr>
          <p:sp>
            <p:nvSpPr>
              <p:cNvPr id="575" name="Line 5">
                <a:extLst>
                  <a:ext uri="{FF2B5EF4-FFF2-40B4-BE49-F238E27FC236}">
                    <a16:creationId xmlns:a16="http://schemas.microsoft.com/office/drawing/2014/main" id="{A066919B-B5E1-6BA6-479B-C6A4D4E981E9}"/>
                  </a:ext>
                </a:extLst>
              </p:cNvPr>
              <p:cNvSpPr>
                <a:spLocks noChangeShapeType="1"/>
              </p:cNvSpPr>
              <p:nvPr/>
            </p:nvSpPr>
            <p:spPr bwMode="auto">
              <a:xfrm>
                <a:off x="601042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76" name="Line 6">
                <a:extLst>
                  <a:ext uri="{FF2B5EF4-FFF2-40B4-BE49-F238E27FC236}">
                    <a16:creationId xmlns:a16="http://schemas.microsoft.com/office/drawing/2014/main" id="{C7865ECA-84CE-BB72-C6C1-2B48BACF79A0}"/>
                  </a:ext>
                </a:extLst>
              </p:cNvPr>
              <p:cNvSpPr>
                <a:spLocks noChangeShapeType="1"/>
              </p:cNvSpPr>
              <p:nvPr/>
            </p:nvSpPr>
            <p:spPr bwMode="auto">
              <a:xfrm>
                <a:off x="609712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77" name="Line 7">
                <a:extLst>
                  <a:ext uri="{FF2B5EF4-FFF2-40B4-BE49-F238E27FC236}">
                    <a16:creationId xmlns:a16="http://schemas.microsoft.com/office/drawing/2014/main" id="{44214B99-7AE5-E08F-06A6-453D18687085}"/>
                  </a:ext>
                </a:extLst>
              </p:cNvPr>
              <p:cNvSpPr>
                <a:spLocks noChangeShapeType="1"/>
              </p:cNvSpPr>
              <p:nvPr/>
            </p:nvSpPr>
            <p:spPr bwMode="auto">
              <a:xfrm>
                <a:off x="618381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78" name="Line 8">
                <a:extLst>
                  <a:ext uri="{FF2B5EF4-FFF2-40B4-BE49-F238E27FC236}">
                    <a16:creationId xmlns:a16="http://schemas.microsoft.com/office/drawing/2014/main" id="{09B68EB5-BCE1-403D-1C2B-950CFCFE2710}"/>
                  </a:ext>
                </a:extLst>
              </p:cNvPr>
              <p:cNvSpPr>
                <a:spLocks noChangeShapeType="1"/>
              </p:cNvSpPr>
              <p:nvPr/>
            </p:nvSpPr>
            <p:spPr bwMode="auto">
              <a:xfrm>
                <a:off x="517058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79" name="Line 9">
                <a:extLst>
                  <a:ext uri="{FF2B5EF4-FFF2-40B4-BE49-F238E27FC236}">
                    <a16:creationId xmlns:a16="http://schemas.microsoft.com/office/drawing/2014/main" id="{AFE0CC0E-EBCC-33D4-9E07-C6BF9E935A4C}"/>
                  </a:ext>
                </a:extLst>
              </p:cNvPr>
              <p:cNvSpPr>
                <a:spLocks noChangeShapeType="1"/>
              </p:cNvSpPr>
              <p:nvPr/>
            </p:nvSpPr>
            <p:spPr bwMode="auto">
              <a:xfrm>
                <a:off x="525728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80" name="Line 10">
                <a:extLst>
                  <a:ext uri="{FF2B5EF4-FFF2-40B4-BE49-F238E27FC236}">
                    <a16:creationId xmlns:a16="http://schemas.microsoft.com/office/drawing/2014/main" id="{4B807707-386A-2523-1469-0D5E495820DD}"/>
                  </a:ext>
                </a:extLst>
              </p:cNvPr>
              <p:cNvSpPr>
                <a:spLocks noChangeShapeType="1"/>
              </p:cNvSpPr>
              <p:nvPr/>
            </p:nvSpPr>
            <p:spPr bwMode="auto">
              <a:xfrm>
                <a:off x="534668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81" name="Oval 11">
                <a:extLst>
                  <a:ext uri="{FF2B5EF4-FFF2-40B4-BE49-F238E27FC236}">
                    <a16:creationId xmlns:a16="http://schemas.microsoft.com/office/drawing/2014/main" id="{9372C630-56DD-0367-59B6-FCA3076E35FA}"/>
                  </a:ext>
                </a:extLst>
              </p:cNvPr>
              <p:cNvSpPr>
                <a:spLocks noChangeArrowheads="1"/>
              </p:cNvSpPr>
              <p:nvPr/>
            </p:nvSpPr>
            <p:spPr bwMode="auto">
              <a:xfrm>
                <a:off x="5609471" y="5345848"/>
                <a:ext cx="135458" cy="140877"/>
              </a:xfrm>
              <a:prstGeom prst="ellips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82" name="Rectangle 581">
                <a:extLst>
                  <a:ext uri="{FF2B5EF4-FFF2-40B4-BE49-F238E27FC236}">
                    <a16:creationId xmlns:a16="http://schemas.microsoft.com/office/drawing/2014/main" id="{6899A608-0D44-05B4-F1C7-DA95EEEB4A9C}"/>
                  </a:ext>
                </a:extLst>
              </p:cNvPr>
              <p:cNvSpPr/>
              <p:nvPr/>
            </p:nvSpPr>
            <p:spPr>
              <a:xfrm>
                <a:off x="5060950" y="5251450"/>
                <a:ext cx="1236133" cy="332317"/>
              </a:xfrm>
              <a:prstGeom prst="rect">
                <a:avLst/>
              </a:prstGeom>
              <a:noFill/>
              <a:ln w="25400">
                <a:solidFill>
                  <a:schemeClr val="bg1">
                    <a:lumMod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pic>
          <p:nvPicPr>
            <p:cNvPr id="573" name="Graphic 572">
              <a:extLst>
                <a:ext uri="{FF2B5EF4-FFF2-40B4-BE49-F238E27FC236}">
                  <a16:creationId xmlns:a16="http://schemas.microsoft.com/office/drawing/2014/main" id="{F4BFF531-EBB5-0FD7-E7D9-04069AE8ADF7}"/>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3911737" y="5843064"/>
              <a:ext cx="336162" cy="246701"/>
            </a:xfrm>
            <a:prstGeom prst="rect">
              <a:avLst/>
            </a:prstGeom>
          </p:spPr>
        </p:pic>
        <p:pic>
          <p:nvPicPr>
            <p:cNvPr id="574" name="Graphic 573">
              <a:extLst>
                <a:ext uri="{FF2B5EF4-FFF2-40B4-BE49-F238E27FC236}">
                  <a16:creationId xmlns:a16="http://schemas.microsoft.com/office/drawing/2014/main" id="{4EADC467-67EB-2747-89D9-031F361BE79F}"/>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4403964" y="5843064"/>
              <a:ext cx="336162" cy="246701"/>
            </a:xfrm>
            <a:prstGeom prst="rect">
              <a:avLst/>
            </a:prstGeom>
          </p:spPr>
        </p:pic>
      </p:grpSp>
      <p:grpSp>
        <p:nvGrpSpPr>
          <p:cNvPr id="583" name="Group 582">
            <a:extLst>
              <a:ext uri="{FF2B5EF4-FFF2-40B4-BE49-F238E27FC236}">
                <a16:creationId xmlns:a16="http://schemas.microsoft.com/office/drawing/2014/main" id="{855902C9-2C0A-377D-98FA-BA411BF6AC09}"/>
              </a:ext>
            </a:extLst>
          </p:cNvPr>
          <p:cNvGrpSpPr/>
          <p:nvPr/>
        </p:nvGrpSpPr>
        <p:grpSpPr>
          <a:xfrm>
            <a:off x="1731061" y="5403281"/>
            <a:ext cx="1176890" cy="686484"/>
            <a:chOff x="1731061" y="5403281"/>
            <a:chExt cx="1176890" cy="686484"/>
          </a:xfrm>
        </p:grpSpPr>
        <p:grpSp>
          <p:nvGrpSpPr>
            <p:cNvPr id="584" name="Group 583">
              <a:extLst>
                <a:ext uri="{FF2B5EF4-FFF2-40B4-BE49-F238E27FC236}">
                  <a16:creationId xmlns:a16="http://schemas.microsoft.com/office/drawing/2014/main" id="{17F6BD2A-B235-37D3-3C5D-8B0C4B0E5963}"/>
                </a:ext>
              </a:extLst>
            </p:cNvPr>
            <p:cNvGrpSpPr>
              <a:grpSpLocks noChangeAspect="1"/>
            </p:cNvGrpSpPr>
            <p:nvPr/>
          </p:nvGrpSpPr>
          <p:grpSpPr>
            <a:xfrm>
              <a:off x="1731061" y="5403281"/>
              <a:ext cx="1176890" cy="293228"/>
              <a:chOff x="5060950" y="5251450"/>
              <a:chExt cx="1236133" cy="332317"/>
            </a:xfrm>
          </p:grpSpPr>
          <p:sp>
            <p:nvSpPr>
              <p:cNvPr id="587" name="Line 5">
                <a:extLst>
                  <a:ext uri="{FF2B5EF4-FFF2-40B4-BE49-F238E27FC236}">
                    <a16:creationId xmlns:a16="http://schemas.microsoft.com/office/drawing/2014/main" id="{E85FC2B7-B1D0-D77D-AA96-E84A901EB9D4}"/>
                  </a:ext>
                </a:extLst>
              </p:cNvPr>
              <p:cNvSpPr>
                <a:spLocks noChangeShapeType="1"/>
              </p:cNvSpPr>
              <p:nvPr/>
            </p:nvSpPr>
            <p:spPr bwMode="auto">
              <a:xfrm>
                <a:off x="601042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88" name="Line 6">
                <a:extLst>
                  <a:ext uri="{FF2B5EF4-FFF2-40B4-BE49-F238E27FC236}">
                    <a16:creationId xmlns:a16="http://schemas.microsoft.com/office/drawing/2014/main" id="{3BD8D233-7772-327A-7145-5CB6056AB96B}"/>
                  </a:ext>
                </a:extLst>
              </p:cNvPr>
              <p:cNvSpPr>
                <a:spLocks noChangeShapeType="1"/>
              </p:cNvSpPr>
              <p:nvPr/>
            </p:nvSpPr>
            <p:spPr bwMode="auto">
              <a:xfrm>
                <a:off x="609712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89" name="Line 7">
                <a:extLst>
                  <a:ext uri="{FF2B5EF4-FFF2-40B4-BE49-F238E27FC236}">
                    <a16:creationId xmlns:a16="http://schemas.microsoft.com/office/drawing/2014/main" id="{DE4CF4B4-53B4-621A-8937-66AE4222FF6A}"/>
                  </a:ext>
                </a:extLst>
              </p:cNvPr>
              <p:cNvSpPr>
                <a:spLocks noChangeShapeType="1"/>
              </p:cNvSpPr>
              <p:nvPr/>
            </p:nvSpPr>
            <p:spPr bwMode="auto">
              <a:xfrm>
                <a:off x="618381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90" name="Line 8">
                <a:extLst>
                  <a:ext uri="{FF2B5EF4-FFF2-40B4-BE49-F238E27FC236}">
                    <a16:creationId xmlns:a16="http://schemas.microsoft.com/office/drawing/2014/main" id="{5D59F3E0-5A70-0CF6-44C5-3833DD5DE51B}"/>
                  </a:ext>
                </a:extLst>
              </p:cNvPr>
              <p:cNvSpPr>
                <a:spLocks noChangeShapeType="1"/>
              </p:cNvSpPr>
              <p:nvPr/>
            </p:nvSpPr>
            <p:spPr bwMode="auto">
              <a:xfrm>
                <a:off x="517058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91" name="Line 9">
                <a:extLst>
                  <a:ext uri="{FF2B5EF4-FFF2-40B4-BE49-F238E27FC236}">
                    <a16:creationId xmlns:a16="http://schemas.microsoft.com/office/drawing/2014/main" id="{24C5A416-54DE-5149-C3CE-25EFD52AEF14}"/>
                  </a:ext>
                </a:extLst>
              </p:cNvPr>
              <p:cNvSpPr>
                <a:spLocks noChangeShapeType="1"/>
              </p:cNvSpPr>
              <p:nvPr/>
            </p:nvSpPr>
            <p:spPr bwMode="auto">
              <a:xfrm>
                <a:off x="525728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92" name="Line 10">
                <a:extLst>
                  <a:ext uri="{FF2B5EF4-FFF2-40B4-BE49-F238E27FC236}">
                    <a16:creationId xmlns:a16="http://schemas.microsoft.com/office/drawing/2014/main" id="{F95F2AE2-3124-0ADD-C2A2-36AACD5D03F8}"/>
                  </a:ext>
                </a:extLst>
              </p:cNvPr>
              <p:cNvSpPr>
                <a:spLocks noChangeShapeType="1"/>
              </p:cNvSpPr>
              <p:nvPr/>
            </p:nvSpPr>
            <p:spPr bwMode="auto">
              <a:xfrm>
                <a:off x="534668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93" name="Oval 11">
                <a:extLst>
                  <a:ext uri="{FF2B5EF4-FFF2-40B4-BE49-F238E27FC236}">
                    <a16:creationId xmlns:a16="http://schemas.microsoft.com/office/drawing/2014/main" id="{5ADC7A68-A102-FAD6-A238-3A484F5B63B5}"/>
                  </a:ext>
                </a:extLst>
              </p:cNvPr>
              <p:cNvSpPr>
                <a:spLocks noChangeArrowheads="1"/>
              </p:cNvSpPr>
              <p:nvPr/>
            </p:nvSpPr>
            <p:spPr bwMode="auto">
              <a:xfrm>
                <a:off x="5609471" y="5345848"/>
                <a:ext cx="135458" cy="140877"/>
              </a:xfrm>
              <a:prstGeom prst="ellips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94" name="Rectangle 593">
                <a:extLst>
                  <a:ext uri="{FF2B5EF4-FFF2-40B4-BE49-F238E27FC236}">
                    <a16:creationId xmlns:a16="http://schemas.microsoft.com/office/drawing/2014/main" id="{6ACA633C-1F03-F486-B929-A01C72C98A1B}"/>
                  </a:ext>
                </a:extLst>
              </p:cNvPr>
              <p:cNvSpPr/>
              <p:nvPr/>
            </p:nvSpPr>
            <p:spPr>
              <a:xfrm>
                <a:off x="5060950" y="5251450"/>
                <a:ext cx="1236133" cy="332317"/>
              </a:xfrm>
              <a:prstGeom prst="rect">
                <a:avLst/>
              </a:prstGeom>
              <a:noFill/>
              <a:ln w="25400">
                <a:solidFill>
                  <a:schemeClr val="bg1">
                    <a:lumMod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pic>
          <p:nvPicPr>
            <p:cNvPr id="585" name="Graphic 584">
              <a:extLst>
                <a:ext uri="{FF2B5EF4-FFF2-40B4-BE49-F238E27FC236}">
                  <a16:creationId xmlns:a16="http://schemas.microsoft.com/office/drawing/2014/main" id="{66ADF65E-D675-6F3B-A87D-6E9C324C0F11}"/>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905312" y="5843064"/>
              <a:ext cx="336162" cy="246701"/>
            </a:xfrm>
            <a:prstGeom prst="rect">
              <a:avLst/>
            </a:prstGeom>
          </p:spPr>
        </p:pic>
        <p:pic>
          <p:nvPicPr>
            <p:cNvPr id="586" name="Graphic 585">
              <a:extLst>
                <a:ext uri="{FF2B5EF4-FFF2-40B4-BE49-F238E27FC236}">
                  <a16:creationId xmlns:a16="http://schemas.microsoft.com/office/drawing/2014/main" id="{234C271D-BE73-F737-11DA-963FE1ADECF8}"/>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2397539" y="5843064"/>
              <a:ext cx="336162" cy="246701"/>
            </a:xfrm>
            <a:prstGeom prst="rect">
              <a:avLst/>
            </a:prstGeom>
          </p:spPr>
        </p:pic>
      </p:grpSp>
      <p:cxnSp>
        <p:nvCxnSpPr>
          <p:cNvPr id="595" name="Straight Connector 594">
            <a:extLst>
              <a:ext uri="{FF2B5EF4-FFF2-40B4-BE49-F238E27FC236}">
                <a16:creationId xmlns:a16="http://schemas.microsoft.com/office/drawing/2014/main" id="{6076409A-F19F-8F52-A11F-D8E62DC6238E}"/>
              </a:ext>
            </a:extLst>
          </p:cNvPr>
          <p:cNvCxnSpPr>
            <a:cxnSpLocks/>
          </p:cNvCxnSpPr>
          <p:nvPr/>
        </p:nvCxnSpPr>
        <p:spPr bwMode="gray">
          <a:xfrm>
            <a:off x="1731061" y="5006340"/>
            <a:ext cx="5189740"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96" name="Straight Connector 595">
            <a:extLst>
              <a:ext uri="{FF2B5EF4-FFF2-40B4-BE49-F238E27FC236}">
                <a16:creationId xmlns:a16="http://schemas.microsoft.com/office/drawing/2014/main" id="{D635EEB1-4988-8745-BC7F-A1D57F4AFE5C}"/>
              </a:ext>
            </a:extLst>
          </p:cNvPr>
          <p:cNvCxnSpPr>
            <a:cxnSpLocks/>
          </p:cNvCxnSpPr>
          <p:nvPr/>
        </p:nvCxnSpPr>
        <p:spPr bwMode="gray">
          <a:xfrm>
            <a:off x="4325931" y="4831556"/>
            <a:ext cx="0" cy="174784"/>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618" name="Group 617">
            <a:extLst>
              <a:ext uri="{FF2B5EF4-FFF2-40B4-BE49-F238E27FC236}">
                <a16:creationId xmlns:a16="http://schemas.microsoft.com/office/drawing/2014/main" id="{BBC35009-1BB5-4F4B-65ED-3CD72F20D25C}"/>
              </a:ext>
            </a:extLst>
          </p:cNvPr>
          <p:cNvGrpSpPr/>
          <p:nvPr/>
        </p:nvGrpSpPr>
        <p:grpSpPr>
          <a:xfrm>
            <a:off x="643288" y="2787083"/>
            <a:ext cx="2264663" cy="1494630"/>
            <a:chOff x="643288" y="2787083"/>
            <a:chExt cx="2264663" cy="1494630"/>
          </a:xfrm>
        </p:grpSpPr>
        <p:sp>
          <p:nvSpPr>
            <p:cNvPr id="609" name="Rectangle 608">
              <a:extLst>
                <a:ext uri="{FF2B5EF4-FFF2-40B4-BE49-F238E27FC236}">
                  <a16:creationId xmlns:a16="http://schemas.microsoft.com/office/drawing/2014/main" id="{317A20D7-9C8A-7A63-F58D-9281A1643421}"/>
                </a:ext>
              </a:extLst>
            </p:cNvPr>
            <p:cNvSpPr/>
            <p:nvPr/>
          </p:nvSpPr>
          <p:spPr bwMode="gray">
            <a:xfrm>
              <a:off x="643289" y="2787083"/>
              <a:ext cx="2264662" cy="1494630"/>
            </a:xfrm>
            <a:prstGeom prst="rect">
              <a:avLst/>
            </a:prstGeom>
            <a:solidFill>
              <a:schemeClr val="bg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610" name="Rectangle 609">
              <a:extLst>
                <a:ext uri="{FF2B5EF4-FFF2-40B4-BE49-F238E27FC236}">
                  <a16:creationId xmlns:a16="http://schemas.microsoft.com/office/drawing/2014/main" id="{796F1516-4FEC-2C64-8E0C-1A107221EBEF}"/>
                </a:ext>
              </a:extLst>
            </p:cNvPr>
            <p:cNvSpPr/>
            <p:nvPr/>
          </p:nvSpPr>
          <p:spPr bwMode="gray">
            <a:xfrm>
              <a:off x="643288" y="2787084"/>
              <a:ext cx="2264662" cy="599202"/>
            </a:xfrm>
            <a:prstGeom prst="rect">
              <a:avLst/>
            </a:prstGeom>
            <a:solidFill>
              <a:schemeClr val="accent5">
                <a:lumMod val="75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pic>
          <p:nvPicPr>
            <p:cNvPr id="612" name="Graphic 611">
              <a:extLst>
                <a:ext uri="{FF2B5EF4-FFF2-40B4-BE49-F238E27FC236}">
                  <a16:creationId xmlns:a16="http://schemas.microsoft.com/office/drawing/2014/main" id="{62E8961C-7E10-3130-F32B-E312D5D3FBFD}"/>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694132" y="2963335"/>
              <a:ext cx="336162" cy="246701"/>
            </a:xfrm>
            <a:prstGeom prst="rect">
              <a:avLst/>
            </a:prstGeom>
          </p:spPr>
        </p:pic>
        <p:sp>
          <p:nvSpPr>
            <p:cNvPr id="613" name="TextBox 612">
              <a:extLst>
                <a:ext uri="{FF2B5EF4-FFF2-40B4-BE49-F238E27FC236}">
                  <a16:creationId xmlns:a16="http://schemas.microsoft.com/office/drawing/2014/main" id="{1CBCE50D-4CEB-B02E-2FA2-D6AA17B486AF}"/>
                </a:ext>
              </a:extLst>
            </p:cNvPr>
            <p:cNvSpPr txBox="1"/>
            <p:nvPr/>
          </p:nvSpPr>
          <p:spPr>
            <a:xfrm>
              <a:off x="1050026" y="2840464"/>
              <a:ext cx="1742265" cy="492443"/>
            </a:xfrm>
            <a:prstGeom prst="rect">
              <a:avLst/>
            </a:prstGeom>
            <a:noFill/>
          </p:spPr>
          <p:txBody>
            <a:bodyPr wrap="square" lIns="0" tIns="0" rIns="0" bIns="0" rtlCol="0">
              <a:spAutoFit/>
            </a:bodyPr>
            <a:lstStyle/>
            <a:p>
              <a:pPr algn="ctr"/>
              <a:r>
                <a:rPr lang="en-US" sz="1600" dirty="0">
                  <a:solidFill>
                    <a:schemeClr val="bg1"/>
                  </a:solidFill>
                </a:rPr>
                <a:t>Up to 2x more storage capacity</a:t>
              </a:r>
            </a:p>
          </p:txBody>
        </p:sp>
      </p:grpSp>
      <p:sp>
        <p:nvSpPr>
          <p:cNvPr id="614" name="TextBox 613">
            <a:extLst>
              <a:ext uri="{FF2B5EF4-FFF2-40B4-BE49-F238E27FC236}">
                <a16:creationId xmlns:a16="http://schemas.microsoft.com/office/drawing/2014/main" id="{048C91EA-2D75-F2AC-28FD-70158629B3B3}"/>
              </a:ext>
            </a:extLst>
          </p:cNvPr>
          <p:cNvSpPr txBox="1"/>
          <p:nvPr/>
        </p:nvSpPr>
        <p:spPr>
          <a:xfrm>
            <a:off x="855330" y="3471715"/>
            <a:ext cx="1840580" cy="707886"/>
          </a:xfrm>
          <a:prstGeom prst="rect">
            <a:avLst/>
          </a:prstGeom>
          <a:noFill/>
        </p:spPr>
        <p:txBody>
          <a:bodyPr wrap="square" lIns="0" tIns="0" rIns="0" bIns="0" rtlCol="0">
            <a:spAutoFit/>
          </a:bodyPr>
          <a:lstStyle/>
          <a:p>
            <a:pPr marL="171450" indent="-171450" algn="l">
              <a:spcBef>
                <a:spcPts val="1200"/>
              </a:spcBef>
              <a:buFont typeface="Arial" panose="020B0604020202020204" pitchFamily="34" charset="0"/>
              <a:buChar char="•"/>
            </a:pPr>
            <a:r>
              <a:rPr lang="en-US" sz="1200" dirty="0">
                <a:solidFill>
                  <a:schemeClr val="tx2"/>
                </a:solidFill>
              </a:rPr>
              <a:t>Use high-density, value-based QLC devices</a:t>
            </a:r>
          </a:p>
          <a:p>
            <a:pPr marL="171450" indent="-171450" algn="l">
              <a:spcBef>
                <a:spcPts val="1200"/>
              </a:spcBef>
              <a:buFont typeface="Arial" panose="020B0604020202020204" pitchFamily="34" charset="0"/>
              <a:buChar char="•"/>
            </a:pPr>
            <a:r>
              <a:rPr lang="en-US" sz="1200" dirty="0">
                <a:solidFill>
                  <a:schemeClr val="tx2"/>
                </a:solidFill>
              </a:rPr>
              <a:t>Up to 720TB per host</a:t>
            </a:r>
          </a:p>
        </p:txBody>
      </p:sp>
      <p:grpSp>
        <p:nvGrpSpPr>
          <p:cNvPr id="619" name="Group 618">
            <a:extLst>
              <a:ext uri="{FF2B5EF4-FFF2-40B4-BE49-F238E27FC236}">
                <a16:creationId xmlns:a16="http://schemas.microsoft.com/office/drawing/2014/main" id="{F9AB9389-A8B2-C6A4-93E2-19FCAE4C9934}"/>
              </a:ext>
            </a:extLst>
          </p:cNvPr>
          <p:cNvGrpSpPr/>
          <p:nvPr/>
        </p:nvGrpSpPr>
        <p:grpSpPr>
          <a:xfrm>
            <a:off x="5741652" y="2787083"/>
            <a:ext cx="2264663" cy="1494630"/>
            <a:chOff x="5741652" y="2787083"/>
            <a:chExt cx="2264663" cy="1494630"/>
          </a:xfrm>
        </p:grpSpPr>
        <p:sp>
          <p:nvSpPr>
            <p:cNvPr id="604" name="Rectangle 603">
              <a:extLst>
                <a:ext uri="{FF2B5EF4-FFF2-40B4-BE49-F238E27FC236}">
                  <a16:creationId xmlns:a16="http://schemas.microsoft.com/office/drawing/2014/main" id="{332F41CC-820C-3661-BF2D-08324E99B108}"/>
                </a:ext>
              </a:extLst>
            </p:cNvPr>
            <p:cNvSpPr/>
            <p:nvPr/>
          </p:nvSpPr>
          <p:spPr bwMode="gray">
            <a:xfrm>
              <a:off x="5741653" y="2787083"/>
              <a:ext cx="2264662" cy="1494630"/>
            </a:xfrm>
            <a:prstGeom prst="rect">
              <a:avLst/>
            </a:prstGeom>
            <a:solidFill>
              <a:schemeClr val="bg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605" name="Rectangle 604">
              <a:extLst>
                <a:ext uri="{FF2B5EF4-FFF2-40B4-BE49-F238E27FC236}">
                  <a16:creationId xmlns:a16="http://schemas.microsoft.com/office/drawing/2014/main" id="{E3FDF9C3-E772-C45D-9316-4734D4155692}"/>
                </a:ext>
              </a:extLst>
            </p:cNvPr>
            <p:cNvSpPr/>
            <p:nvPr/>
          </p:nvSpPr>
          <p:spPr bwMode="gray">
            <a:xfrm>
              <a:off x="5741652" y="2787084"/>
              <a:ext cx="2264662" cy="599202"/>
            </a:xfrm>
            <a:prstGeom prst="rect">
              <a:avLst/>
            </a:prstGeom>
            <a:solidFill>
              <a:schemeClr val="accent5">
                <a:lumMod val="75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pic>
          <p:nvPicPr>
            <p:cNvPr id="607" name="Graphic 606">
              <a:extLst>
                <a:ext uri="{FF2B5EF4-FFF2-40B4-BE49-F238E27FC236}">
                  <a16:creationId xmlns:a16="http://schemas.microsoft.com/office/drawing/2014/main" id="{DA5F405C-B47B-F51E-29E4-08655F4B4A5B}"/>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5795271" y="2986396"/>
              <a:ext cx="245782" cy="245782"/>
            </a:xfrm>
            <a:prstGeom prst="rect">
              <a:avLst/>
            </a:prstGeom>
          </p:spPr>
        </p:pic>
        <p:sp>
          <p:nvSpPr>
            <p:cNvPr id="617" name="TextBox 616">
              <a:extLst>
                <a:ext uri="{FF2B5EF4-FFF2-40B4-BE49-F238E27FC236}">
                  <a16:creationId xmlns:a16="http://schemas.microsoft.com/office/drawing/2014/main" id="{21C7FEE0-630E-C262-FB78-C555F013BDC3}"/>
                </a:ext>
              </a:extLst>
            </p:cNvPr>
            <p:cNvSpPr txBox="1"/>
            <p:nvPr/>
          </p:nvSpPr>
          <p:spPr>
            <a:xfrm>
              <a:off x="6072330" y="2840464"/>
              <a:ext cx="1742265" cy="492443"/>
            </a:xfrm>
            <a:prstGeom prst="rect">
              <a:avLst/>
            </a:prstGeom>
            <a:noFill/>
          </p:spPr>
          <p:txBody>
            <a:bodyPr wrap="square" lIns="0" tIns="0" rIns="0" bIns="0" rtlCol="0">
              <a:spAutoFit/>
            </a:bodyPr>
            <a:lstStyle/>
            <a:p>
              <a:pPr algn="ctr"/>
              <a:r>
                <a:rPr lang="en-US" sz="1600" dirty="0">
                  <a:solidFill>
                    <a:schemeClr val="bg1"/>
                  </a:solidFill>
                </a:rPr>
                <a:t>Up to 33% fewer CPU cores</a:t>
              </a:r>
            </a:p>
          </p:txBody>
        </p:sp>
      </p:grpSp>
      <p:sp>
        <p:nvSpPr>
          <p:cNvPr id="615" name="TextBox 614">
            <a:extLst>
              <a:ext uri="{FF2B5EF4-FFF2-40B4-BE49-F238E27FC236}">
                <a16:creationId xmlns:a16="http://schemas.microsoft.com/office/drawing/2014/main" id="{6AC95359-10E6-7085-5BC0-2A69FFABD7B6}"/>
              </a:ext>
            </a:extLst>
          </p:cNvPr>
          <p:cNvSpPr txBox="1"/>
          <p:nvPr/>
        </p:nvSpPr>
        <p:spPr>
          <a:xfrm>
            <a:off x="6013905" y="3471715"/>
            <a:ext cx="1840580" cy="707886"/>
          </a:xfrm>
          <a:prstGeom prst="rect">
            <a:avLst/>
          </a:prstGeom>
          <a:noFill/>
        </p:spPr>
        <p:txBody>
          <a:bodyPr wrap="square" lIns="0" tIns="0" rIns="0" bIns="0" rtlCol="0">
            <a:spAutoFit/>
          </a:bodyPr>
          <a:lstStyle/>
          <a:p>
            <a:pPr marL="171450" indent="-171450" algn="l">
              <a:spcBef>
                <a:spcPts val="1200"/>
              </a:spcBef>
              <a:buFont typeface="Arial" panose="020B0604020202020204" pitchFamily="34" charset="0"/>
              <a:buChar char="•"/>
            </a:pPr>
            <a:r>
              <a:rPr lang="en-US" sz="1200" dirty="0">
                <a:solidFill>
                  <a:schemeClr val="tx2"/>
                </a:solidFill>
              </a:rPr>
              <a:t>Capacity-centric, low compute configurations</a:t>
            </a:r>
          </a:p>
          <a:p>
            <a:pPr marL="171450" indent="-171450" algn="l">
              <a:spcBef>
                <a:spcPts val="1200"/>
              </a:spcBef>
              <a:buFont typeface="Arial" panose="020B0604020202020204" pitchFamily="34" charset="0"/>
              <a:buChar char="•"/>
            </a:pPr>
            <a:r>
              <a:rPr lang="en-US" sz="1200" dirty="0">
                <a:solidFill>
                  <a:schemeClr val="tx2"/>
                </a:solidFill>
              </a:rPr>
              <a:t>Reduces licensing</a:t>
            </a:r>
          </a:p>
        </p:txBody>
      </p:sp>
    </p:spTree>
    <p:extLst>
      <p:ext uri="{BB962C8B-B14F-4D97-AF65-F5344CB8AC3E}">
        <p14:creationId xmlns:p14="http://schemas.microsoft.com/office/powerpoint/2010/main" val="21761155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30"/>
                                        </p:tgtEl>
                                        <p:attrNameLst>
                                          <p:attrName>style.visibility</p:attrName>
                                        </p:attrNameLst>
                                      </p:cBhvr>
                                      <p:to>
                                        <p:strVal val="visible"/>
                                      </p:to>
                                    </p:set>
                                    <p:animEffect transition="in" filter="fade">
                                      <p:cBhvr>
                                        <p:cTn id="7" dur="500"/>
                                        <p:tgtEl>
                                          <p:spTgt spid="530"/>
                                        </p:tgtEl>
                                      </p:cBhvr>
                                    </p:animEffect>
                                  </p:childTnLst>
                                </p:cTn>
                              </p:par>
                              <p:par>
                                <p:cTn id="8" presetID="10" presetClass="entr" presetSubtype="0" fill="hold" nodeType="withEffect">
                                  <p:stCondLst>
                                    <p:cond delay="0"/>
                                  </p:stCondLst>
                                  <p:childTnLst>
                                    <p:set>
                                      <p:cBhvr>
                                        <p:cTn id="9" dur="1" fill="hold">
                                          <p:stCondLst>
                                            <p:cond delay="0"/>
                                          </p:stCondLst>
                                        </p:cTn>
                                        <p:tgtEl>
                                          <p:spTgt spid="531"/>
                                        </p:tgtEl>
                                        <p:attrNameLst>
                                          <p:attrName>style.visibility</p:attrName>
                                        </p:attrNameLst>
                                      </p:cBhvr>
                                      <p:to>
                                        <p:strVal val="visible"/>
                                      </p:to>
                                    </p:set>
                                    <p:animEffect transition="in" filter="fade">
                                      <p:cBhvr>
                                        <p:cTn id="10" dur="500"/>
                                        <p:tgtEl>
                                          <p:spTgt spid="531"/>
                                        </p:tgtEl>
                                      </p:cBhvr>
                                    </p:animEffect>
                                  </p:childTnLst>
                                </p:cTn>
                              </p:par>
                              <p:par>
                                <p:cTn id="11" presetID="10" presetClass="entr" presetSubtype="0" fill="hold" nodeType="withEffect">
                                  <p:stCondLst>
                                    <p:cond delay="0"/>
                                  </p:stCondLst>
                                  <p:childTnLst>
                                    <p:set>
                                      <p:cBhvr>
                                        <p:cTn id="12" dur="1" fill="hold">
                                          <p:stCondLst>
                                            <p:cond delay="0"/>
                                          </p:stCondLst>
                                        </p:cTn>
                                        <p:tgtEl>
                                          <p:spTgt spid="532"/>
                                        </p:tgtEl>
                                        <p:attrNameLst>
                                          <p:attrName>style.visibility</p:attrName>
                                        </p:attrNameLst>
                                      </p:cBhvr>
                                      <p:to>
                                        <p:strVal val="visible"/>
                                      </p:to>
                                    </p:set>
                                    <p:animEffect transition="in" filter="fade">
                                      <p:cBhvr>
                                        <p:cTn id="13" dur="500"/>
                                        <p:tgtEl>
                                          <p:spTgt spid="532"/>
                                        </p:tgtEl>
                                      </p:cBhvr>
                                    </p:animEffect>
                                  </p:childTnLst>
                                </p:cTn>
                              </p:par>
                              <p:par>
                                <p:cTn id="14" presetID="10" presetClass="entr" presetSubtype="0" fill="hold" nodeType="withEffect">
                                  <p:stCondLst>
                                    <p:cond delay="0"/>
                                  </p:stCondLst>
                                  <p:childTnLst>
                                    <p:set>
                                      <p:cBhvr>
                                        <p:cTn id="15" dur="1" fill="hold">
                                          <p:stCondLst>
                                            <p:cond delay="0"/>
                                          </p:stCondLst>
                                        </p:cTn>
                                        <p:tgtEl>
                                          <p:spTgt spid="533"/>
                                        </p:tgtEl>
                                        <p:attrNameLst>
                                          <p:attrName>style.visibility</p:attrName>
                                        </p:attrNameLst>
                                      </p:cBhvr>
                                      <p:to>
                                        <p:strVal val="visible"/>
                                      </p:to>
                                    </p:set>
                                    <p:animEffect transition="in" filter="fade">
                                      <p:cBhvr>
                                        <p:cTn id="16" dur="500"/>
                                        <p:tgtEl>
                                          <p:spTgt spid="533"/>
                                        </p:tgtEl>
                                      </p:cBhvr>
                                    </p:animEffect>
                                  </p:childTnLst>
                                </p:cTn>
                              </p:par>
                              <p:par>
                                <p:cTn id="17" presetID="10" presetClass="entr" presetSubtype="0" fill="hold" nodeType="withEffect">
                                  <p:stCondLst>
                                    <p:cond delay="0"/>
                                  </p:stCondLst>
                                  <p:childTnLst>
                                    <p:set>
                                      <p:cBhvr>
                                        <p:cTn id="18" dur="1" fill="hold">
                                          <p:stCondLst>
                                            <p:cond delay="0"/>
                                          </p:stCondLst>
                                        </p:cTn>
                                        <p:tgtEl>
                                          <p:spTgt spid="534"/>
                                        </p:tgtEl>
                                        <p:attrNameLst>
                                          <p:attrName>style.visibility</p:attrName>
                                        </p:attrNameLst>
                                      </p:cBhvr>
                                      <p:to>
                                        <p:strVal val="visible"/>
                                      </p:to>
                                    </p:set>
                                    <p:animEffect transition="in" filter="fade">
                                      <p:cBhvr>
                                        <p:cTn id="19" dur="500"/>
                                        <p:tgtEl>
                                          <p:spTgt spid="53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35"/>
                                        </p:tgtEl>
                                        <p:attrNameLst>
                                          <p:attrName>style.visibility</p:attrName>
                                        </p:attrNameLst>
                                      </p:cBhvr>
                                      <p:to>
                                        <p:strVal val="visible"/>
                                      </p:to>
                                    </p:set>
                                    <p:animEffect transition="in" filter="fade">
                                      <p:cBhvr>
                                        <p:cTn id="22" dur="500"/>
                                        <p:tgtEl>
                                          <p:spTgt spid="535"/>
                                        </p:tgtEl>
                                      </p:cBhvr>
                                    </p:animEffect>
                                  </p:childTnLst>
                                </p:cTn>
                              </p:par>
                              <p:par>
                                <p:cTn id="23" presetID="10" presetClass="entr" presetSubtype="0" fill="hold" nodeType="withEffect">
                                  <p:stCondLst>
                                    <p:cond delay="0"/>
                                  </p:stCondLst>
                                  <p:childTnLst>
                                    <p:set>
                                      <p:cBhvr>
                                        <p:cTn id="24" dur="1" fill="hold">
                                          <p:stCondLst>
                                            <p:cond delay="0"/>
                                          </p:stCondLst>
                                        </p:cTn>
                                        <p:tgtEl>
                                          <p:spTgt spid="546"/>
                                        </p:tgtEl>
                                        <p:attrNameLst>
                                          <p:attrName>style.visibility</p:attrName>
                                        </p:attrNameLst>
                                      </p:cBhvr>
                                      <p:to>
                                        <p:strVal val="visible"/>
                                      </p:to>
                                    </p:set>
                                    <p:animEffect transition="in" filter="fade">
                                      <p:cBhvr>
                                        <p:cTn id="25" dur="500"/>
                                        <p:tgtEl>
                                          <p:spTgt spid="546"/>
                                        </p:tgtEl>
                                      </p:cBhvr>
                                    </p:animEffect>
                                  </p:childTnLst>
                                </p:cTn>
                              </p:par>
                            </p:childTnLst>
                          </p:cTn>
                        </p:par>
                        <p:par>
                          <p:cTn id="26" fill="hold">
                            <p:stCondLst>
                              <p:cond delay="500"/>
                            </p:stCondLst>
                            <p:childTnLst>
                              <p:par>
                                <p:cTn id="27" presetID="10" presetClass="entr" presetSubtype="0" fill="hold" grpId="0" nodeType="afterEffect">
                                  <p:stCondLst>
                                    <p:cond delay="0"/>
                                  </p:stCondLst>
                                  <p:childTnLst>
                                    <p:set>
                                      <p:cBhvr>
                                        <p:cTn id="28" dur="1" fill="hold">
                                          <p:stCondLst>
                                            <p:cond delay="0"/>
                                          </p:stCondLst>
                                        </p:cTn>
                                        <p:tgtEl>
                                          <p:spTgt spid="536"/>
                                        </p:tgtEl>
                                        <p:attrNameLst>
                                          <p:attrName>style.visibility</p:attrName>
                                        </p:attrNameLst>
                                      </p:cBhvr>
                                      <p:to>
                                        <p:strVal val="visible"/>
                                      </p:to>
                                    </p:set>
                                    <p:animEffect transition="in" filter="fade">
                                      <p:cBhvr>
                                        <p:cTn id="29" dur="500"/>
                                        <p:tgtEl>
                                          <p:spTgt spid="536"/>
                                        </p:tgtEl>
                                      </p:cBhvr>
                                    </p:animEffect>
                                  </p:childTnLst>
                                </p:cTn>
                              </p:par>
                              <p:par>
                                <p:cTn id="30" presetID="10" presetClass="entr" presetSubtype="0" fill="hold" nodeType="withEffect">
                                  <p:stCondLst>
                                    <p:cond delay="0"/>
                                  </p:stCondLst>
                                  <p:childTnLst>
                                    <p:set>
                                      <p:cBhvr>
                                        <p:cTn id="31" dur="1" fill="hold">
                                          <p:stCondLst>
                                            <p:cond delay="0"/>
                                          </p:stCondLst>
                                        </p:cTn>
                                        <p:tgtEl>
                                          <p:spTgt spid="538"/>
                                        </p:tgtEl>
                                        <p:attrNameLst>
                                          <p:attrName>style.visibility</p:attrName>
                                        </p:attrNameLst>
                                      </p:cBhvr>
                                      <p:to>
                                        <p:strVal val="visible"/>
                                      </p:to>
                                    </p:set>
                                    <p:animEffect transition="in" filter="fade">
                                      <p:cBhvr>
                                        <p:cTn id="32" dur="500"/>
                                        <p:tgtEl>
                                          <p:spTgt spid="538"/>
                                        </p:tgtEl>
                                      </p:cBhvr>
                                    </p:animEffect>
                                  </p:childTnLst>
                                </p:cTn>
                              </p:par>
                            </p:childTnLst>
                          </p:cTn>
                        </p:par>
                        <p:par>
                          <p:cTn id="33" fill="hold">
                            <p:stCondLst>
                              <p:cond delay="1000"/>
                            </p:stCondLst>
                            <p:childTnLst>
                              <p:par>
                                <p:cTn id="34" presetID="10" presetClass="entr" presetSubtype="0" fill="hold" grpId="0" nodeType="afterEffect">
                                  <p:stCondLst>
                                    <p:cond delay="0"/>
                                  </p:stCondLst>
                                  <p:childTnLst>
                                    <p:set>
                                      <p:cBhvr>
                                        <p:cTn id="35" dur="1" fill="hold">
                                          <p:stCondLst>
                                            <p:cond delay="0"/>
                                          </p:stCondLst>
                                        </p:cTn>
                                        <p:tgtEl>
                                          <p:spTgt spid="544"/>
                                        </p:tgtEl>
                                        <p:attrNameLst>
                                          <p:attrName>style.visibility</p:attrName>
                                        </p:attrNameLst>
                                      </p:cBhvr>
                                      <p:to>
                                        <p:strVal val="visible"/>
                                      </p:to>
                                    </p:set>
                                    <p:animEffect transition="in" filter="fade">
                                      <p:cBhvr>
                                        <p:cTn id="36" dur="500"/>
                                        <p:tgtEl>
                                          <p:spTgt spid="544"/>
                                        </p:tgtEl>
                                      </p:cBhvr>
                                    </p:animEffect>
                                  </p:childTnLst>
                                </p:cTn>
                              </p:par>
                              <p:par>
                                <p:cTn id="37" presetID="10" presetClass="entr" presetSubtype="0" fill="hold" nodeType="withEffect">
                                  <p:stCondLst>
                                    <p:cond delay="0"/>
                                  </p:stCondLst>
                                  <p:childTnLst>
                                    <p:set>
                                      <p:cBhvr>
                                        <p:cTn id="38" dur="1" fill="hold">
                                          <p:stCondLst>
                                            <p:cond delay="0"/>
                                          </p:stCondLst>
                                        </p:cTn>
                                        <p:tgtEl>
                                          <p:spTgt spid="537"/>
                                        </p:tgtEl>
                                        <p:attrNameLst>
                                          <p:attrName>style.visibility</p:attrName>
                                        </p:attrNameLst>
                                      </p:cBhvr>
                                      <p:to>
                                        <p:strVal val="visible"/>
                                      </p:to>
                                    </p:set>
                                    <p:animEffect transition="in" filter="fade">
                                      <p:cBhvr>
                                        <p:cTn id="39" dur="500"/>
                                        <p:tgtEl>
                                          <p:spTgt spid="537"/>
                                        </p:tgtEl>
                                      </p:cBhvr>
                                    </p:animEffect>
                                  </p:childTnLst>
                                </p:cTn>
                              </p:par>
                              <p:par>
                                <p:cTn id="40" presetID="10" presetClass="entr" presetSubtype="0" fill="hold" nodeType="withEffect">
                                  <p:stCondLst>
                                    <p:cond delay="0"/>
                                  </p:stCondLst>
                                  <p:childTnLst>
                                    <p:set>
                                      <p:cBhvr>
                                        <p:cTn id="41" dur="1" fill="hold">
                                          <p:stCondLst>
                                            <p:cond delay="0"/>
                                          </p:stCondLst>
                                        </p:cTn>
                                        <p:tgtEl>
                                          <p:spTgt spid="545"/>
                                        </p:tgtEl>
                                        <p:attrNameLst>
                                          <p:attrName>style.visibility</p:attrName>
                                        </p:attrNameLst>
                                      </p:cBhvr>
                                      <p:to>
                                        <p:strVal val="visible"/>
                                      </p:to>
                                    </p:set>
                                    <p:animEffect transition="in" filter="fade">
                                      <p:cBhvr>
                                        <p:cTn id="42" dur="500"/>
                                        <p:tgtEl>
                                          <p:spTgt spid="545"/>
                                        </p:tgtEl>
                                      </p:cBhvr>
                                    </p:animEffect>
                                  </p:childTnLst>
                                </p:cTn>
                              </p:par>
                            </p:childTnLst>
                          </p:cTn>
                        </p:par>
                        <p:par>
                          <p:cTn id="43" fill="hold">
                            <p:stCondLst>
                              <p:cond delay="1500"/>
                            </p:stCondLst>
                            <p:childTnLst>
                              <p:par>
                                <p:cTn id="44" presetID="10" presetClass="entr" presetSubtype="0" fill="hold" nodeType="afterEffect">
                                  <p:stCondLst>
                                    <p:cond delay="0"/>
                                  </p:stCondLst>
                                  <p:childTnLst>
                                    <p:set>
                                      <p:cBhvr>
                                        <p:cTn id="45" dur="1" fill="hold">
                                          <p:stCondLst>
                                            <p:cond delay="0"/>
                                          </p:stCondLst>
                                        </p:cTn>
                                        <p:tgtEl>
                                          <p:spTgt spid="555"/>
                                        </p:tgtEl>
                                        <p:attrNameLst>
                                          <p:attrName>style.visibility</p:attrName>
                                        </p:attrNameLst>
                                      </p:cBhvr>
                                      <p:to>
                                        <p:strVal val="visible"/>
                                      </p:to>
                                    </p:set>
                                    <p:animEffect transition="in" filter="fade">
                                      <p:cBhvr>
                                        <p:cTn id="46" dur="500"/>
                                        <p:tgtEl>
                                          <p:spTgt spid="555"/>
                                        </p:tgtEl>
                                      </p:cBhvr>
                                    </p:animEffect>
                                  </p:childTnLst>
                                </p:cTn>
                              </p:par>
                            </p:childTnLst>
                          </p:cTn>
                        </p:par>
                        <p:par>
                          <p:cTn id="47" fill="hold">
                            <p:stCondLst>
                              <p:cond delay="2000"/>
                            </p:stCondLst>
                            <p:childTnLst>
                              <p:par>
                                <p:cTn id="48" presetID="10" presetClass="entr" presetSubtype="0" fill="hold" nodeType="afterEffect">
                                  <p:stCondLst>
                                    <p:cond delay="0"/>
                                  </p:stCondLst>
                                  <p:childTnLst>
                                    <p:set>
                                      <p:cBhvr>
                                        <p:cTn id="49" dur="1" fill="hold">
                                          <p:stCondLst>
                                            <p:cond delay="0"/>
                                          </p:stCondLst>
                                        </p:cTn>
                                        <p:tgtEl>
                                          <p:spTgt spid="477"/>
                                        </p:tgtEl>
                                        <p:attrNameLst>
                                          <p:attrName>style.visibility</p:attrName>
                                        </p:attrNameLst>
                                      </p:cBhvr>
                                      <p:to>
                                        <p:strVal val="visible"/>
                                      </p:to>
                                    </p:set>
                                    <p:animEffect transition="in" filter="fade">
                                      <p:cBhvr>
                                        <p:cTn id="50" dur="500"/>
                                        <p:tgtEl>
                                          <p:spTgt spid="477"/>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480"/>
                                        </p:tgtEl>
                                        <p:attrNameLst>
                                          <p:attrName>style.visibility</p:attrName>
                                        </p:attrNameLst>
                                      </p:cBhvr>
                                      <p:to>
                                        <p:strVal val="visible"/>
                                      </p:to>
                                    </p:set>
                                    <p:animEffect transition="in" filter="fade">
                                      <p:cBhvr>
                                        <p:cTn id="53" dur="500"/>
                                        <p:tgtEl>
                                          <p:spTgt spid="480"/>
                                        </p:tgtEl>
                                      </p:cBhvr>
                                    </p:animEffect>
                                  </p:childTnLst>
                                </p:cTn>
                              </p:par>
                            </p:childTnLst>
                          </p:cTn>
                        </p:par>
                        <p:par>
                          <p:cTn id="54" fill="hold">
                            <p:stCondLst>
                              <p:cond delay="2500"/>
                            </p:stCondLst>
                            <p:childTnLst>
                              <p:par>
                                <p:cTn id="55" presetID="10" presetClass="entr" presetSubtype="0" fill="hold" grpId="0" nodeType="afterEffect">
                                  <p:stCondLst>
                                    <p:cond delay="0"/>
                                  </p:stCondLst>
                                  <p:childTnLst>
                                    <p:set>
                                      <p:cBhvr>
                                        <p:cTn id="56" dur="1" fill="hold">
                                          <p:stCondLst>
                                            <p:cond delay="0"/>
                                          </p:stCondLst>
                                        </p:cTn>
                                        <p:tgtEl>
                                          <p:spTgt spid="489"/>
                                        </p:tgtEl>
                                        <p:attrNameLst>
                                          <p:attrName>style.visibility</p:attrName>
                                        </p:attrNameLst>
                                      </p:cBhvr>
                                      <p:to>
                                        <p:strVal val="visible"/>
                                      </p:to>
                                    </p:set>
                                    <p:animEffect transition="in" filter="fade">
                                      <p:cBhvr>
                                        <p:cTn id="57" dur="500"/>
                                        <p:tgtEl>
                                          <p:spTgt spid="489"/>
                                        </p:tgtEl>
                                      </p:cBhvr>
                                    </p:animEffect>
                                  </p:childTnLst>
                                </p:cTn>
                              </p:par>
                            </p:childTnLst>
                          </p:cTn>
                        </p:par>
                        <p:par>
                          <p:cTn id="58" fill="hold">
                            <p:stCondLst>
                              <p:cond delay="3000"/>
                            </p:stCondLst>
                            <p:childTnLst>
                              <p:par>
                                <p:cTn id="59" presetID="26" presetClass="emph" presetSubtype="0" fill="hold" grpId="1" nodeType="afterEffect">
                                  <p:stCondLst>
                                    <p:cond delay="0"/>
                                  </p:stCondLst>
                                  <p:childTnLst>
                                    <p:animEffect transition="out" filter="fade">
                                      <p:cBhvr>
                                        <p:cTn id="60" dur="500" tmFilter="0, 0; .2, .5; .8, .5; 1, 0"/>
                                        <p:tgtEl>
                                          <p:spTgt spid="489"/>
                                        </p:tgtEl>
                                      </p:cBhvr>
                                    </p:animEffect>
                                    <p:animScale>
                                      <p:cBhvr>
                                        <p:cTn id="61" dur="250" autoRev="1" fill="hold"/>
                                        <p:tgtEl>
                                          <p:spTgt spid="489"/>
                                        </p:tgtEl>
                                      </p:cBhvr>
                                      <p:by x="105000" y="105000"/>
                                    </p:animScale>
                                  </p:childTnLst>
                                </p:cTn>
                              </p:par>
                            </p:childTnLst>
                          </p:cTn>
                        </p:par>
                        <p:par>
                          <p:cTn id="62" fill="hold">
                            <p:stCondLst>
                              <p:cond delay="3500"/>
                            </p:stCondLst>
                            <p:childTnLst>
                              <p:par>
                                <p:cTn id="63" presetID="10" presetClass="entr" presetSubtype="0" fill="hold" nodeType="afterEffect">
                                  <p:stCondLst>
                                    <p:cond delay="0"/>
                                  </p:stCondLst>
                                  <p:childTnLst>
                                    <p:set>
                                      <p:cBhvr>
                                        <p:cTn id="64" dur="1" fill="hold">
                                          <p:stCondLst>
                                            <p:cond delay="0"/>
                                          </p:stCondLst>
                                        </p:cTn>
                                        <p:tgtEl>
                                          <p:spTgt spid="481"/>
                                        </p:tgtEl>
                                        <p:attrNameLst>
                                          <p:attrName>style.visibility</p:attrName>
                                        </p:attrNameLst>
                                      </p:cBhvr>
                                      <p:to>
                                        <p:strVal val="visible"/>
                                      </p:to>
                                    </p:set>
                                    <p:animEffect transition="in" filter="fade">
                                      <p:cBhvr>
                                        <p:cTn id="65" dur="250"/>
                                        <p:tgtEl>
                                          <p:spTgt spid="481"/>
                                        </p:tgtEl>
                                      </p:cBhvr>
                                    </p:animEffect>
                                  </p:childTnLst>
                                </p:cTn>
                              </p:par>
                            </p:childTnLst>
                          </p:cTn>
                        </p:par>
                        <p:par>
                          <p:cTn id="66" fill="hold">
                            <p:stCondLst>
                              <p:cond delay="3750"/>
                            </p:stCondLst>
                            <p:childTnLst>
                              <p:par>
                                <p:cTn id="67" presetID="22" presetClass="entr" presetSubtype="8" fill="hold" nodeType="afterEffect">
                                  <p:stCondLst>
                                    <p:cond delay="0"/>
                                  </p:stCondLst>
                                  <p:childTnLst>
                                    <p:set>
                                      <p:cBhvr>
                                        <p:cTn id="68" dur="1" fill="hold">
                                          <p:stCondLst>
                                            <p:cond delay="0"/>
                                          </p:stCondLst>
                                        </p:cTn>
                                        <p:tgtEl>
                                          <p:spTgt spid="488"/>
                                        </p:tgtEl>
                                        <p:attrNameLst>
                                          <p:attrName>style.visibility</p:attrName>
                                        </p:attrNameLst>
                                      </p:cBhvr>
                                      <p:to>
                                        <p:strVal val="visible"/>
                                      </p:to>
                                    </p:set>
                                    <p:animEffect transition="in" filter="wipe(left)">
                                      <p:cBhvr>
                                        <p:cTn id="69" dur="250"/>
                                        <p:tgtEl>
                                          <p:spTgt spid="488"/>
                                        </p:tgtEl>
                                      </p:cBhvr>
                                    </p:animEffect>
                                  </p:childTnLst>
                                </p:cTn>
                              </p:par>
                            </p:childTnLst>
                          </p:cTn>
                        </p:par>
                        <p:par>
                          <p:cTn id="70" fill="hold">
                            <p:stCondLst>
                              <p:cond delay="4000"/>
                            </p:stCondLst>
                            <p:childTnLst>
                              <p:par>
                                <p:cTn id="71" presetID="10" presetClass="entr" presetSubtype="0" fill="hold" nodeType="afterEffect">
                                  <p:stCondLst>
                                    <p:cond delay="0"/>
                                  </p:stCondLst>
                                  <p:childTnLst>
                                    <p:set>
                                      <p:cBhvr>
                                        <p:cTn id="72" dur="1" fill="hold">
                                          <p:stCondLst>
                                            <p:cond delay="0"/>
                                          </p:stCondLst>
                                        </p:cTn>
                                        <p:tgtEl>
                                          <p:spTgt spid="490"/>
                                        </p:tgtEl>
                                        <p:attrNameLst>
                                          <p:attrName>style.visibility</p:attrName>
                                        </p:attrNameLst>
                                      </p:cBhvr>
                                      <p:to>
                                        <p:strVal val="visible"/>
                                      </p:to>
                                    </p:set>
                                    <p:animEffect transition="in" filter="fade">
                                      <p:cBhvr>
                                        <p:cTn id="73" dur="250"/>
                                        <p:tgtEl>
                                          <p:spTgt spid="490"/>
                                        </p:tgtEl>
                                      </p:cBhvr>
                                    </p:animEffect>
                                  </p:childTnLst>
                                </p:cTn>
                              </p:par>
                            </p:childTnLst>
                          </p:cTn>
                        </p:par>
                        <p:par>
                          <p:cTn id="74" fill="hold">
                            <p:stCondLst>
                              <p:cond delay="4250"/>
                            </p:stCondLst>
                            <p:childTnLst>
                              <p:par>
                                <p:cTn id="75" presetID="10" presetClass="entr" presetSubtype="0" fill="hold" nodeType="afterEffect">
                                  <p:stCondLst>
                                    <p:cond delay="0"/>
                                  </p:stCondLst>
                                  <p:childTnLst>
                                    <p:set>
                                      <p:cBhvr>
                                        <p:cTn id="76" dur="1" fill="hold">
                                          <p:stCondLst>
                                            <p:cond delay="0"/>
                                          </p:stCondLst>
                                        </p:cTn>
                                        <p:tgtEl>
                                          <p:spTgt spid="499"/>
                                        </p:tgtEl>
                                        <p:attrNameLst>
                                          <p:attrName>style.visibility</p:attrName>
                                        </p:attrNameLst>
                                      </p:cBhvr>
                                      <p:to>
                                        <p:strVal val="visible"/>
                                      </p:to>
                                    </p:set>
                                    <p:animEffect transition="in" filter="fade">
                                      <p:cBhvr>
                                        <p:cTn id="77" dur="250"/>
                                        <p:tgtEl>
                                          <p:spTgt spid="499"/>
                                        </p:tgtEl>
                                      </p:cBhvr>
                                    </p:animEffect>
                                  </p:childTnLst>
                                </p:cTn>
                              </p:par>
                            </p:childTnLst>
                          </p:cTn>
                        </p:par>
                        <p:par>
                          <p:cTn id="78" fill="hold">
                            <p:stCondLst>
                              <p:cond delay="4500"/>
                            </p:stCondLst>
                            <p:childTnLst>
                              <p:par>
                                <p:cTn id="79" presetID="26" presetClass="emph" presetSubtype="0" fill="hold" nodeType="afterEffect">
                                  <p:stCondLst>
                                    <p:cond delay="0"/>
                                  </p:stCondLst>
                                  <p:childTnLst>
                                    <p:animEffect transition="out" filter="fade">
                                      <p:cBhvr>
                                        <p:cTn id="80" dur="250" tmFilter="0, 0; .2, .5; .8, .5; 1, 0"/>
                                        <p:tgtEl>
                                          <p:spTgt spid="499"/>
                                        </p:tgtEl>
                                      </p:cBhvr>
                                    </p:animEffect>
                                    <p:animScale>
                                      <p:cBhvr>
                                        <p:cTn id="81" dur="125" autoRev="1" fill="hold"/>
                                        <p:tgtEl>
                                          <p:spTgt spid="499"/>
                                        </p:tgtEl>
                                      </p:cBhvr>
                                      <p:by x="105000" y="105000"/>
                                    </p:animScale>
                                  </p:childTnLst>
                                </p:cTn>
                              </p:par>
                            </p:childTnLst>
                          </p:cTn>
                        </p:par>
                        <p:par>
                          <p:cTn id="82" fill="hold">
                            <p:stCondLst>
                              <p:cond delay="4750"/>
                            </p:stCondLst>
                            <p:childTnLst>
                              <p:par>
                                <p:cTn id="83" presetID="22" presetClass="entr" presetSubtype="1" fill="hold" nodeType="afterEffect">
                                  <p:stCondLst>
                                    <p:cond delay="1000"/>
                                  </p:stCondLst>
                                  <p:childTnLst>
                                    <p:set>
                                      <p:cBhvr>
                                        <p:cTn id="84" dur="1" fill="hold">
                                          <p:stCondLst>
                                            <p:cond delay="0"/>
                                          </p:stCondLst>
                                        </p:cTn>
                                        <p:tgtEl>
                                          <p:spTgt spid="596"/>
                                        </p:tgtEl>
                                        <p:attrNameLst>
                                          <p:attrName>style.visibility</p:attrName>
                                        </p:attrNameLst>
                                      </p:cBhvr>
                                      <p:to>
                                        <p:strVal val="visible"/>
                                      </p:to>
                                    </p:set>
                                    <p:animEffect transition="in" filter="wipe(up)">
                                      <p:cBhvr>
                                        <p:cTn id="85" dur="250"/>
                                        <p:tgtEl>
                                          <p:spTgt spid="596"/>
                                        </p:tgtEl>
                                      </p:cBhvr>
                                    </p:animEffect>
                                  </p:childTnLst>
                                </p:cTn>
                              </p:par>
                            </p:childTnLst>
                          </p:cTn>
                        </p:par>
                        <p:par>
                          <p:cTn id="86" fill="hold">
                            <p:stCondLst>
                              <p:cond delay="6000"/>
                            </p:stCondLst>
                            <p:childTnLst>
                              <p:par>
                                <p:cTn id="87" presetID="16" presetClass="entr" presetSubtype="37" fill="hold" nodeType="afterEffect">
                                  <p:stCondLst>
                                    <p:cond delay="0"/>
                                  </p:stCondLst>
                                  <p:childTnLst>
                                    <p:set>
                                      <p:cBhvr>
                                        <p:cTn id="88" dur="1" fill="hold">
                                          <p:stCondLst>
                                            <p:cond delay="0"/>
                                          </p:stCondLst>
                                        </p:cTn>
                                        <p:tgtEl>
                                          <p:spTgt spid="595"/>
                                        </p:tgtEl>
                                        <p:attrNameLst>
                                          <p:attrName>style.visibility</p:attrName>
                                        </p:attrNameLst>
                                      </p:cBhvr>
                                      <p:to>
                                        <p:strVal val="visible"/>
                                      </p:to>
                                    </p:set>
                                    <p:animEffect transition="in" filter="barn(outVertical)">
                                      <p:cBhvr>
                                        <p:cTn id="89" dur="500"/>
                                        <p:tgtEl>
                                          <p:spTgt spid="595"/>
                                        </p:tgtEl>
                                      </p:cBhvr>
                                    </p:animEffect>
                                  </p:childTnLst>
                                </p:cTn>
                              </p:par>
                            </p:childTnLst>
                          </p:cTn>
                        </p:par>
                        <p:par>
                          <p:cTn id="90" fill="hold">
                            <p:stCondLst>
                              <p:cond delay="6500"/>
                            </p:stCondLst>
                            <p:childTnLst>
                              <p:par>
                                <p:cTn id="91" presetID="10" presetClass="entr" presetSubtype="0" fill="hold" nodeType="afterEffect">
                                  <p:stCondLst>
                                    <p:cond delay="0"/>
                                  </p:stCondLst>
                                  <p:childTnLst>
                                    <p:set>
                                      <p:cBhvr>
                                        <p:cTn id="92" dur="1" fill="hold">
                                          <p:stCondLst>
                                            <p:cond delay="0"/>
                                          </p:stCondLst>
                                        </p:cTn>
                                        <p:tgtEl>
                                          <p:spTgt spid="583"/>
                                        </p:tgtEl>
                                        <p:attrNameLst>
                                          <p:attrName>style.visibility</p:attrName>
                                        </p:attrNameLst>
                                      </p:cBhvr>
                                      <p:to>
                                        <p:strVal val="visible"/>
                                      </p:to>
                                    </p:set>
                                    <p:animEffect transition="in" filter="fade">
                                      <p:cBhvr>
                                        <p:cTn id="93" dur="500"/>
                                        <p:tgtEl>
                                          <p:spTgt spid="583"/>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476"/>
                                        </p:tgtEl>
                                        <p:attrNameLst>
                                          <p:attrName>style.visibility</p:attrName>
                                        </p:attrNameLst>
                                      </p:cBhvr>
                                      <p:to>
                                        <p:strVal val="visible"/>
                                      </p:to>
                                    </p:set>
                                    <p:animEffect transition="in" filter="fade">
                                      <p:cBhvr>
                                        <p:cTn id="96" dur="500"/>
                                        <p:tgtEl>
                                          <p:spTgt spid="476"/>
                                        </p:tgtEl>
                                      </p:cBhvr>
                                    </p:animEffect>
                                  </p:childTnLst>
                                </p:cTn>
                              </p:par>
                            </p:childTnLst>
                          </p:cTn>
                        </p:par>
                        <p:par>
                          <p:cTn id="97" fill="hold">
                            <p:stCondLst>
                              <p:cond delay="7000"/>
                            </p:stCondLst>
                            <p:childTnLst>
                              <p:par>
                                <p:cTn id="98" presetID="10" presetClass="entr" presetSubtype="0" fill="hold" grpId="0" nodeType="afterEffect">
                                  <p:stCondLst>
                                    <p:cond delay="0"/>
                                  </p:stCondLst>
                                  <p:childTnLst>
                                    <p:set>
                                      <p:cBhvr>
                                        <p:cTn id="99" dur="1" fill="hold">
                                          <p:stCondLst>
                                            <p:cond delay="0"/>
                                          </p:stCondLst>
                                        </p:cTn>
                                        <p:tgtEl>
                                          <p:spTgt spid="474"/>
                                        </p:tgtEl>
                                        <p:attrNameLst>
                                          <p:attrName>style.visibility</p:attrName>
                                        </p:attrNameLst>
                                      </p:cBhvr>
                                      <p:to>
                                        <p:strVal val="visible"/>
                                      </p:to>
                                    </p:set>
                                    <p:animEffect transition="in" filter="fade">
                                      <p:cBhvr>
                                        <p:cTn id="100" dur="500"/>
                                        <p:tgtEl>
                                          <p:spTgt spid="474"/>
                                        </p:tgtEl>
                                      </p:cBhvr>
                                    </p:animEffect>
                                  </p:childTnLst>
                                </p:cTn>
                              </p:par>
                              <p:par>
                                <p:cTn id="101" presetID="10" presetClass="entr" presetSubtype="0" fill="hold" nodeType="withEffect">
                                  <p:stCondLst>
                                    <p:cond delay="0"/>
                                  </p:stCondLst>
                                  <p:childTnLst>
                                    <p:set>
                                      <p:cBhvr>
                                        <p:cTn id="102" dur="1" fill="hold">
                                          <p:stCondLst>
                                            <p:cond delay="0"/>
                                          </p:stCondLst>
                                        </p:cTn>
                                        <p:tgtEl>
                                          <p:spTgt spid="571"/>
                                        </p:tgtEl>
                                        <p:attrNameLst>
                                          <p:attrName>style.visibility</p:attrName>
                                        </p:attrNameLst>
                                      </p:cBhvr>
                                      <p:to>
                                        <p:strVal val="visible"/>
                                      </p:to>
                                    </p:set>
                                    <p:animEffect transition="in" filter="fade">
                                      <p:cBhvr>
                                        <p:cTn id="103" dur="500"/>
                                        <p:tgtEl>
                                          <p:spTgt spid="571"/>
                                        </p:tgtEl>
                                      </p:cBhvr>
                                    </p:animEffect>
                                  </p:childTnLst>
                                </p:cTn>
                              </p:par>
                            </p:childTnLst>
                          </p:cTn>
                        </p:par>
                        <p:par>
                          <p:cTn id="104" fill="hold">
                            <p:stCondLst>
                              <p:cond delay="7500"/>
                            </p:stCondLst>
                            <p:childTnLst>
                              <p:par>
                                <p:cTn id="105" presetID="10" presetClass="entr" presetSubtype="0" fill="hold" grpId="0" nodeType="afterEffect">
                                  <p:stCondLst>
                                    <p:cond delay="0"/>
                                  </p:stCondLst>
                                  <p:childTnLst>
                                    <p:set>
                                      <p:cBhvr>
                                        <p:cTn id="106" dur="1" fill="hold">
                                          <p:stCondLst>
                                            <p:cond delay="0"/>
                                          </p:stCondLst>
                                        </p:cTn>
                                        <p:tgtEl>
                                          <p:spTgt spid="475"/>
                                        </p:tgtEl>
                                        <p:attrNameLst>
                                          <p:attrName>style.visibility</p:attrName>
                                        </p:attrNameLst>
                                      </p:cBhvr>
                                      <p:to>
                                        <p:strVal val="visible"/>
                                      </p:to>
                                    </p:set>
                                    <p:animEffect transition="in" filter="fade">
                                      <p:cBhvr>
                                        <p:cTn id="107" dur="500"/>
                                        <p:tgtEl>
                                          <p:spTgt spid="475"/>
                                        </p:tgtEl>
                                      </p:cBhvr>
                                    </p:animEffect>
                                  </p:childTnLst>
                                </p:cTn>
                              </p:par>
                              <p:par>
                                <p:cTn id="108" presetID="10" presetClass="entr" presetSubtype="0" fill="hold" nodeType="withEffect">
                                  <p:stCondLst>
                                    <p:cond delay="0"/>
                                  </p:stCondLst>
                                  <p:childTnLst>
                                    <p:set>
                                      <p:cBhvr>
                                        <p:cTn id="109" dur="1" fill="hold">
                                          <p:stCondLst>
                                            <p:cond delay="0"/>
                                          </p:stCondLst>
                                        </p:cTn>
                                        <p:tgtEl>
                                          <p:spTgt spid="559"/>
                                        </p:tgtEl>
                                        <p:attrNameLst>
                                          <p:attrName>style.visibility</p:attrName>
                                        </p:attrNameLst>
                                      </p:cBhvr>
                                      <p:to>
                                        <p:strVal val="visible"/>
                                      </p:to>
                                    </p:set>
                                    <p:animEffect transition="in" filter="fade">
                                      <p:cBhvr>
                                        <p:cTn id="110" dur="500"/>
                                        <p:tgtEl>
                                          <p:spTgt spid="559"/>
                                        </p:tgtEl>
                                      </p:cBhvr>
                                    </p:animEffect>
                                  </p:childTnLst>
                                </p:cTn>
                              </p:par>
                            </p:childTnLst>
                          </p:cTn>
                        </p:par>
                        <p:par>
                          <p:cTn id="111" fill="hold">
                            <p:stCondLst>
                              <p:cond delay="8000"/>
                            </p:stCondLst>
                            <p:childTnLst>
                              <p:par>
                                <p:cTn id="112" presetID="10" presetClass="entr" presetSubtype="0" fill="hold" nodeType="afterEffect">
                                  <p:stCondLst>
                                    <p:cond delay="0"/>
                                  </p:stCondLst>
                                  <p:childTnLst>
                                    <p:set>
                                      <p:cBhvr>
                                        <p:cTn id="113" dur="1" fill="hold">
                                          <p:stCondLst>
                                            <p:cond delay="0"/>
                                          </p:stCondLst>
                                        </p:cTn>
                                        <p:tgtEl>
                                          <p:spTgt spid="618"/>
                                        </p:tgtEl>
                                        <p:attrNameLst>
                                          <p:attrName>style.visibility</p:attrName>
                                        </p:attrNameLst>
                                      </p:cBhvr>
                                      <p:to>
                                        <p:strVal val="visible"/>
                                      </p:to>
                                    </p:set>
                                    <p:animEffect transition="in" filter="fade">
                                      <p:cBhvr>
                                        <p:cTn id="114" dur="500"/>
                                        <p:tgtEl>
                                          <p:spTgt spid="618"/>
                                        </p:tgtEl>
                                      </p:cBhvr>
                                    </p:animEffect>
                                  </p:childTnLst>
                                </p:cTn>
                              </p:par>
                            </p:childTnLst>
                          </p:cTn>
                        </p:par>
                        <p:par>
                          <p:cTn id="115" fill="hold">
                            <p:stCondLst>
                              <p:cond delay="8500"/>
                            </p:stCondLst>
                            <p:childTnLst>
                              <p:par>
                                <p:cTn id="116" presetID="10" presetClass="entr" presetSubtype="0" fill="hold" grpId="0" nodeType="afterEffect">
                                  <p:stCondLst>
                                    <p:cond delay="0"/>
                                  </p:stCondLst>
                                  <p:childTnLst>
                                    <p:set>
                                      <p:cBhvr>
                                        <p:cTn id="117" dur="1" fill="hold">
                                          <p:stCondLst>
                                            <p:cond delay="0"/>
                                          </p:stCondLst>
                                        </p:cTn>
                                        <p:tgtEl>
                                          <p:spTgt spid="614"/>
                                        </p:tgtEl>
                                        <p:attrNameLst>
                                          <p:attrName>style.visibility</p:attrName>
                                        </p:attrNameLst>
                                      </p:cBhvr>
                                      <p:to>
                                        <p:strVal val="visible"/>
                                      </p:to>
                                    </p:set>
                                    <p:animEffect transition="in" filter="fade">
                                      <p:cBhvr>
                                        <p:cTn id="118" dur="500"/>
                                        <p:tgtEl>
                                          <p:spTgt spid="614"/>
                                        </p:tgtEl>
                                      </p:cBhvr>
                                    </p:animEffect>
                                  </p:childTnLst>
                                </p:cTn>
                              </p:par>
                            </p:childTnLst>
                          </p:cTn>
                        </p:par>
                        <p:par>
                          <p:cTn id="119" fill="hold">
                            <p:stCondLst>
                              <p:cond delay="9000"/>
                            </p:stCondLst>
                            <p:childTnLst>
                              <p:par>
                                <p:cTn id="120" presetID="10" presetClass="entr" presetSubtype="0" fill="hold" nodeType="afterEffect">
                                  <p:stCondLst>
                                    <p:cond delay="0"/>
                                  </p:stCondLst>
                                  <p:childTnLst>
                                    <p:set>
                                      <p:cBhvr>
                                        <p:cTn id="121" dur="1" fill="hold">
                                          <p:stCondLst>
                                            <p:cond delay="0"/>
                                          </p:stCondLst>
                                        </p:cTn>
                                        <p:tgtEl>
                                          <p:spTgt spid="619"/>
                                        </p:tgtEl>
                                        <p:attrNameLst>
                                          <p:attrName>style.visibility</p:attrName>
                                        </p:attrNameLst>
                                      </p:cBhvr>
                                      <p:to>
                                        <p:strVal val="visible"/>
                                      </p:to>
                                    </p:set>
                                    <p:animEffect transition="in" filter="fade">
                                      <p:cBhvr>
                                        <p:cTn id="122" dur="500"/>
                                        <p:tgtEl>
                                          <p:spTgt spid="619"/>
                                        </p:tgtEl>
                                      </p:cBhvr>
                                    </p:animEffect>
                                  </p:childTnLst>
                                </p:cTn>
                              </p:par>
                            </p:childTnLst>
                          </p:cTn>
                        </p:par>
                        <p:par>
                          <p:cTn id="123" fill="hold">
                            <p:stCondLst>
                              <p:cond delay="9500"/>
                            </p:stCondLst>
                            <p:childTnLst>
                              <p:par>
                                <p:cTn id="124" presetID="10" presetClass="entr" presetSubtype="0" fill="hold" grpId="0" nodeType="afterEffect">
                                  <p:stCondLst>
                                    <p:cond delay="0"/>
                                  </p:stCondLst>
                                  <p:childTnLst>
                                    <p:set>
                                      <p:cBhvr>
                                        <p:cTn id="125" dur="1" fill="hold">
                                          <p:stCondLst>
                                            <p:cond delay="0"/>
                                          </p:stCondLst>
                                        </p:cTn>
                                        <p:tgtEl>
                                          <p:spTgt spid="615"/>
                                        </p:tgtEl>
                                        <p:attrNameLst>
                                          <p:attrName>style.visibility</p:attrName>
                                        </p:attrNameLst>
                                      </p:cBhvr>
                                      <p:to>
                                        <p:strVal val="visible"/>
                                      </p:to>
                                    </p:set>
                                    <p:animEffect transition="in" filter="fade">
                                      <p:cBhvr>
                                        <p:cTn id="126" dur="500"/>
                                        <p:tgtEl>
                                          <p:spTgt spid="615"/>
                                        </p:tgtEl>
                                      </p:cBhvr>
                                    </p:animEffect>
                                  </p:childTnLst>
                                </p:cTn>
                              </p:par>
                            </p:childTnLst>
                          </p:cTn>
                        </p:par>
                        <p:par>
                          <p:cTn id="127" fill="hold">
                            <p:stCondLst>
                              <p:cond delay="10000"/>
                            </p:stCondLst>
                            <p:childTnLst>
                              <p:par>
                                <p:cTn id="128" presetID="26" presetClass="emph" presetSubtype="0" fill="hold" nodeType="afterEffect">
                                  <p:stCondLst>
                                    <p:cond delay="500"/>
                                  </p:stCondLst>
                                  <p:childTnLst>
                                    <p:animEffect transition="out" filter="fade">
                                      <p:cBhvr>
                                        <p:cTn id="129" dur="500" tmFilter="0, 0; .2, .5; .8, .5; 1, 0"/>
                                        <p:tgtEl>
                                          <p:spTgt spid="618"/>
                                        </p:tgtEl>
                                      </p:cBhvr>
                                    </p:animEffect>
                                    <p:animScale>
                                      <p:cBhvr>
                                        <p:cTn id="130" dur="250" autoRev="1" fill="hold"/>
                                        <p:tgtEl>
                                          <p:spTgt spid="618"/>
                                        </p:tgtEl>
                                      </p:cBhvr>
                                      <p:by x="105000" y="105000"/>
                                    </p:animScale>
                                  </p:childTnLst>
                                </p:cTn>
                              </p:par>
                              <p:par>
                                <p:cTn id="131" presetID="26" presetClass="emph" presetSubtype="0" fill="hold" grpId="1" nodeType="withEffect">
                                  <p:stCondLst>
                                    <p:cond delay="500"/>
                                  </p:stCondLst>
                                  <p:childTnLst>
                                    <p:animEffect transition="out" filter="fade">
                                      <p:cBhvr>
                                        <p:cTn id="132" dur="500" tmFilter="0, 0; .2, .5; .8, .5; 1, 0"/>
                                        <p:tgtEl>
                                          <p:spTgt spid="614"/>
                                        </p:tgtEl>
                                      </p:cBhvr>
                                    </p:animEffect>
                                    <p:animScale>
                                      <p:cBhvr>
                                        <p:cTn id="133" dur="250" autoRev="1" fill="hold"/>
                                        <p:tgtEl>
                                          <p:spTgt spid="614"/>
                                        </p:tgtEl>
                                      </p:cBhvr>
                                      <p:by x="105000" y="105000"/>
                                    </p:animScale>
                                  </p:childTnLst>
                                </p:cTn>
                              </p:par>
                              <p:par>
                                <p:cTn id="134" presetID="26" presetClass="emph" presetSubtype="0" fill="hold" nodeType="withEffect">
                                  <p:stCondLst>
                                    <p:cond delay="500"/>
                                  </p:stCondLst>
                                  <p:childTnLst>
                                    <p:animEffect transition="out" filter="fade">
                                      <p:cBhvr>
                                        <p:cTn id="135" dur="500" tmFilter="0, 0; .2, .5; .8, .5; 1, 0"/>
                                        <p:tgtEl>
                                          <p:spTgt spid="619"/>
                                        </p:tgtEl>
                                      </p:cBhvr>
                                    </p:animEffect>
                                    <p:animScale>
                                      <p:cBhvr>
                                        <p:cTn id="136" dur="250" autoRev="1" fill="hold"/>
                                        <p:tgtEl>
                                          <p:spTgt spid="619"/>
                                        </p:tgtEl>
                                      </p:cBhvr>
                                      <p:by x="105000" y="105000"/>
                                    </p:animScale>
                                  </p:childTnLst>
                                </p:cTn>
                              </p:par>
                              <p:par>
                                <p:cTn id="137" presetID="26" presetClass="emph" presetSubtype="0" fill="hold" grpId="1" nodeType="withEffect">
                                  <p:stCondLst>
                                    <p:cond delay="500"/>
                                  </p:stCondLst>
                                  <p:childTnLst>
                                    <p:animEffect transition="out" filter="fade">
                                      <p:cBhvr>
                                        <p:cTn id="138" dur="500" tmFilter="0, 0; .2, .5; .8, .5; 1, 0"/>
                                        <p:tgtEl>
                                          <p:spTgt spid="615"/>
                                        </p:tgtEl>
                                      </p:cBhvr>
                                    </p:animEffect>
                                    <p:animScale>
                                      <p:cBhvr>
                                        <p:cTn id="139" dur="250" autoRev="1" fill="hold"/>
                                        <p:tgtEl>
                                          <p:spTgt spid="615"/>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4" grpId="0"/>
      <p:bldP spid="475" grpId="0"/>
      <p:bldP spid="476" grpId="0"/>
      <p:bldP spid="480" grpId="0"/>
      <p:bldP spid="489" grpId="0"/>
      <p:bldP spid="489" grpId="1"/>
      <p:bldP spid="535" grpId="0"/>
      <p:bldP spid="536" grpId="0" animBg="1"/>
      <p:bldP spid="544" grpId="0"/>
      <p:bldP spid="614" grpId="0"/>
      <p:bldP spid="614" grpId="1"/>
      <p:bldP spid="615" grpId="0"/>
      <p:bldP spid="615" grpId="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 name="Rectangle 116">
            <a:extLst>
              <a:ext uri="{FF2B5EF4-FFF2-40B4-BE49-F238E27FC236}">
                <a16:creationId xmlns:a16="http://schemas.microsoft.com/office/drawing/2014/main" id="{AE9C3A6E-7A02-11D0-958E-FC7B7927FB5A}"/>
              </a:ext>
            </a:extLst>
          </p:cNvPr>
          <p:cNvSpPr/>
          <p:nvPr/>
        </p:nvSpPr>
        <p:spPr>
          <a:xfrm rot="16200000">
            <a:off x="3864103" y="-1647399"/>
            <a:ext cx="1268705" cy="7763904"/>
          </a:xfrm>
          <a:prstGeom prst="rect">
            <a:avLst/>
          </a:prstGeom>
          <a:gradFill flip="none" rotWithShape="1">
            <a:gsLst>
              <a:gs pos="0">
                <a:schemeClr val="accent1">
                  <a:lumMod val="75000"/>
                  <a:alpha val="30000"/>
                </a:schemeClr>
              </a:gs>
              <a:gs pos="100000">
                <a:schemeClr val="bg1"/>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16" name="Rectangle 115">
            <a:extLst>
              <a:ext uri="{FF2B5EF4-FFF2-40B4-BE49-F238E27FC236}">
                <a16:creationId xmlns:a16="http://schemas.microsoft.com/office/drawing/2014/main" id="{6A88BE1E-1E2D-0778-660D-30855E6C3B80}"/>
              </a:ext>
            </a:extLst>
          </p:cNvPr>
          <p:cNvSpPr/>
          <p:nvPr/>
        </p:nvSpPr>
        <p:spPr>
          <a:xfrm rot="16200000">
            <a:off x="3864103" y="1655895"/>
            <a:ext cx="1268705" cy="7763904"/>
          </a:xfrm>
          <a:prstGeom prst="rect">
            <a:avLst/>
          </a:prstGeom>
          <a:gradFill flip="none" rotWithShape="1">
            <a:gsLst>
              <a:gs pos="0">
                <a:schemeClr val="accent5">
                  <a:lumMod val="75000"/>
                  <a:alpha val="30000"/>
                </a:schemeClr>
              </a:gs>
              <a:gs pos="100000">
                <a:schemeClr val="bg1"/>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15" name="Rectangle 114">
            <a:extLst>
              <a:ext uri="{FF2B5EF4-FFF2-40B4-BE49-F238E27FC236}">
                <a16:creationId xmlns:a16="http://schemas.microsoft.com/office/drawing/2014/main" id="{A94F1876-D007-3F6C-781B-5A739F7825C1}"/>
              </a:ext>
            </a:extLst>
          </p:cNvPr>
          <p:cNvSpPr/>
          <p:nvPr/>
        </p:nvSpPr>
        <p:spPr>
          <a:xfrm rot="16200000">
            <a:off x="3864103" y="4248"/>
            <a:ext cx="1268705" cy="7763904"/>
          </a:xfrm>
          <a:prstGeom prst="rect">
            <a:avLst/>
          </a:prstGeom>
          <a:gradFill flip="none" rotWithShape="1">
            <a:gsLst>
              <a:gs pos="0">
                <a:schemeClr val="accent2">
                  <a:lumMod val="75000"/>
                  <a:alpha val="30000"/>
                </a:schemeClr>
              </a:gs>
              <a:gs pos="100000">
                <a:schemeClr val="bg1"/>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2" name="Title 1">
            <a:extLst>
              <a:ext uri="{FF2B5EF4-FFF2-40B4-BE49-F238E27FC236}">
                <a16:creationId xmlns:a16="http://schemas.microsoft.com/office/drawing/2014/main" id="{6347BDB4-5117-16C7-F964-12F4DB03F3C8}"/>
              </a:ext>
            </a:extLst>
          </p:cNvPr>
          <p:cNvSpPr>
            <a:spLocks noGrp="1"/>
          </p:cNvSpPr>
          <p:nvPr>
            <p:ph type="title"/>
          </p:nvPr>
        </p:nvSpPr>
        <p:spPr/>
        <p:txBody>
          <a:bodyPr/>
          <a:lstStyle/>
          <a:p>
            <a:r>
              <a:rPr lang="en-US" dirty="0"/>
              <a:t>Reduce Storage Costs with Lower Hardware Requirements for vSAN</a:t>
            </a:r>
          </a:p>
        </p:txBody>
      </p:sp>
      <p:sp>
        <p:nvSpPr>
          <p:cNvPr id="3" name="Subtitle 2">
            <a:extLst>
              <a:ext uri="{FF2B5EF4-FFF2-40B4-BE49-F238E27FC236}">
                <a16:creationId xmlns:a16="http://schemas.microsoft.com/office/drawing/2014/main" id="{596B3E3F-6944-A91E-3C7D-7CBCE4A1D2B8}"/>
              </a:ext>
            </a:extLst>
          </p:cNvPr>
          <p:cNvSpPr>
            <a:spLocks noGrp="1"/>
          </p:cNvSpPr>
          <p:nvPr>
            <p:ph type="subTitle" idx="10"/>
          </p:nvPr>
        </p:nvSpPr>
        <p:spPr/>
        <p:txBody>
          <a:bodyPr/>
          <a:lstStyle/>
          <a:p>
            <a:r>
              <a:rPr lang="en-US" dirty="0"/>
              <a:t>Lower hardware requirements for your vSAN powered VCF environment</a:t>
            </a:r>
          </a:p>
        </p:txBody>
      </p:sp>
      <p:sp>
        <p:nvSpPr>
          <p:cNvPr id="4" name="Text Placeholder 3">
            <a:extLst>
              <a:ext uri="{FF2B5EF4-FFF2-40B4-BE49-F238E27FC236}">
                <a16:creationId xmlns:a16="http://schemas.microsoft.com/office/drawing/2014/main" id="{11F48EC5-50F4-8AEA-CBA2-809F21DFC095}"/>
              </a:ext>
            </a:extLst>
          </p:cNvPr>
          <p:cNvSpPr>
            <a:spLocks noGrp="1"/>
          </p:cNvSpPr>
          <p:nvPr>
            <p:ph type="body" sz="quarter" idx="17"/>
          </p:nvPr>
        </p:nvSpPr>
        <p:spPr/>
        <p:txBody>
          <a:bodyPr/>
          <a:lstStyle/>
          <a:p>
            <a:r>
              <a:rPr lang="en-US" dirty="0"/>
              <a:t>Three profiles (small, medium &amp; large) for </a:t>
            </a:r>
            <a:r>
              <a:rPr lang="en-US" b="1" dirty="0"/>
              <a:t>three deployment types</a:t>
            </a:r>
          </a:p>
          <a:p>
            <a:pPr lvl="1"/>
            <a:r>
              <a:rPr lang="en-US" dirty="0"/>
              <a:t>vSAN HCI clusters</a:t>
            </a:r>
          </a:p>
          <a:p>
            <a:pPr lvl="1"/>
            <a:r>
              <a:rPr lang="en-US" dirty="0"/>
              <a:t>vSAN storage clusters</a:t>
            </a:r>
          </a:p>
          <a:p>
            <a:pPr lvl="1"/>
            <a:r>
              <a:rPr lang="en-US" dirty="0"/>
              <a:t>Cyber Recovery clusters</a:t>
            </a:r>
          </a:p>
          <a:p>
            <a:r>
              <a:rPr lang="en-US" dirty="0"/>
              <a:t>Reduced </a:t>
            </a:r>
            <a:r>
              <a:rPr lang="en-US" b="1" dirty="0"/>
              <a:t>TCO</a:t>
            </a:r>
            <a:r>
              <a:rPr lang="en-US" dirty="0"/>
              <a:t> and </a:t>
            </a:r>
            <a:r>
              <a:rPr lang="en-US" b="1" dirty="0"/>
              <a:t>design requirements</a:t>
            </a:r>
          </a:p>
          <a:p>
            <a:pPr lvl="1"/>
            <a:r>
              <a:rPr lang="en-US" dirty="0"/>
              <a:t>Up to 67% decrease in RAM in some configurations</a:t>
            </a:r>
          </a:p>
          <a:p>
            <a:pPr lvl="1"/>
            <a:r>
              <a:rPr lang="en-US" dirty="0"/>
              <a:t>Up to 33% decrease in CPU cores</a:t>
            </a:r>
            <a:r>
              <a:rPr lang="en-US" b="1" dirty="0"/>
              <a:t> </a:t>
            </a:r>
            <a:r>
              <a:rPr lang="en-US" dirty="0"/>
              <a:t>in some configurations</a:t>
            </a:r>
          </a:p>
          <a:p>
            <a:r>
              <a:rPr lang="en-US" dirty="0"/>
              <a:t>Applies to all </a:t>
            </a:r>
            <a:r>
              <a:rPr lang="en-US" b="1" dirty="0"/>
              <a:t>new and existing configurations</a:t>
            </a:r>
            <a:r>
              <a:rPr lang="en-US" dirty="0"/>
              <a:t> using vSAN ESA 8.0 and newer</a:t>
            </a:r>
          </a:p>
        </p:txBody>
      </p:sp>
      <p:grpSp>
        <p:nvGrpSpPr>
          <p:cNvPr id="31" name="Group 30">
            <a:extLst>
              <a:ext uri="{FF2B5EF4-FFF2-40B4-BE49-F238E27FC236}">
                <a16:creationId xmlns:a16="http://schemas.microsoft.com/office/drawing/2014/main" id="{8DA0A56E-945C-0927-BA1A-A729B9EFA234}"/>
              </a:ext>
            </a:extLst>
          </p:cNvPr>
          <p:cNvGrpSpPr/>
          <p:nvPr/>
        </p:nvGrpSpPr>
        <p:grpSpPr>
          <a:xfrm>
            <a:off x="3059189" y="3586329"/>
            <a:ext cx="4720931" cy="585385"/>
            <a:chOff x="3059189" y="3586329"/>
            <a:chExt cx="4720931" cy="585385"/>
          </a:xfrm>
        </p:grpSpPr>
        <p:sp>
          <p:nvSpPr>
            <p:cNvPr id="14" name="TextBox 13">
              <a:extLst>
                <a:ext uri="{FF2B5EF4-FFF2-40B4-BE49-F238E27FC236}">
                  <a16:creationId xmlns:a16="http://schemas.microsoft.com/office/drawing/2014/main" id="{C8872372-8FD4-3B49-5457-4A30D66588ED}"/>
                </a:ext>
              </a:extLst>
            </p:cNvPr>
            <p:cNvSpPr txBox="1"/>
            <p:nvPr/>
          </p:nvSpPr>
          <p:spPr>
            <a:xfrm>
              <a:off x="6588860" y="3586329"/>
              <a:ext cx="1191260" cy="215123"/>
            </a:xfrm>
            <a:prstGeom prst="rect">
              <a:avLst/>
            </a:prstGeom>
            <a:noFill/>
          </p:spPr>
          <p:txBody>
            <a:bodyPr wrap="square" lIns="0" tIns="0" rIns="0" bIns="0" rtlCol="0">
              <a:spAutoFit/>
            </a:bodyPr>
            <a:lstStyle/>
            <a:p>
              <a:pPr algn="ctr">
                <a:lnSpc>
                  <a:spcPct val="130000"/>
                </a:lnSpc>
              </a:pPr>
              <a:r>
                <a:rPr lang="en-US" sz="1200" dirty="0"/>
                <a:t>vSAN-SC-LRG</a:t>
              </a:r>
            </a:p>
          </p:txBody>
        </p:sp>
        <p:grpSp>
          <p:nvGrpSpPr>
            <p:cNvPr id="17" name="Group 16">
              <a:extLst>
                <a:ext uri="{FF2B5EF4-FFF2-40B4-BE49-F238E27FC236}">
                  <a16:creationId xmlns:a16="http://schemas.microsoft.com/office/drawing/2014/main" id="{100465D0-2A83-3BDE-CC21-4F5C33ED7170}"/>
                </a:ext>
              </a:extLst>
            </p:cNvPr>
            <p:cNvGrpSpPr>
              <a:grpSpLocks noChangeAspect="1"/>
            </p:cNvGrpSpPr>
            <p:nvPr/>
          </p:nvGrpSpPr>
          <p:grpSpPr>
            <a:xfrm>
              <a:off x="6702773" y="3930663"/>
              <a:ext cx="963434" cy="240044"/>
              <a:chOff x="5060950" y="5251450"/>
              <a:chExt cx="1236133" cy="332317"/>
            </a:xfrm>
          </p:grpSpPr>
          <p:sp>
            <p:nvSpPr>
              <p:cNvPr id="20" name="Line 5">
                <a:extLst>
                  <a:ext uri="{FF2B5EF4-FFF2-40B4-BE49-F238E27FC236}">
                    <a16:creationId xmlns:a16="http://schemas.microsoft.com/office/drawing/2014/main" id="{4261E8BB-BD29-D0D0-F20F-94C53C56A118}"/>
                  </a:ext>
                </a:extLst>
              </p:cNvPr>
              <p:cNvSpPr>
                <a:spLocks noChangeShapeType="1"/>
              </p:cNvSpPr>
              <p:nvPr/>
            </p:nvSpPr>
            <p:spPr bwMode="auto">
              <a:xfrm>
                <a:off x="601042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21" name="Line 6">
                <a:extLst>
                  <a:ext uri="{FF2B5EF4-FFF2-40B4-BE49-F238E27FC236}">
                    <a16:creationId xmlns:a16="http://schemas.microsoft.com/office/drawing/2014/main" id="{F96DE700-6AE7-FACA-9DB4-5BF9188F4933}"/>
                  </a:ext>
                </a:extLst>
              </p:cNvPr>
              <p:cNvSpPr>
                <a:spLocks noChangeShapeType="1"/>
              </p:cNvSpPr>
              <p:nvPr/>
            </p:nvSpPr>
            <p:spPr bwMode="auto">
              <a:xfrm>
                <a:off x="609712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22" name="Line 7">
                <a:extLst>
                  <a:ext uri="{FF2B5EF4-FFF2-40B4-BE49-F238E27FC236}">
                    <a16:creationId xmlns:a16="http://schemas.microsoft.com/office/drawing/2014/main" id="{F77EEF68-2D88-4756-6AF3-385DBEB052E6}"/>
                  </a:ext>
                </a:extLst>
              </p:cNvPr>
              <p:cNvSpPr>
                <a:spLocks noChangeShapeType="1"/>
              </p:cNvSpPr>
              <p:nvPr/>
            </p:nvSpPr>
            <p:spPr bwMode="auto">
              <a:xfrm>
                <a:off x="618381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23" name="Line 8">
                <a:extLst>
                  <a:ext uri="{FF2B5EF4-FFF2-40B4-BE49-F238E27FC236}">
                    <a16:creationId xmlns:a16="http://schemas.microsoft.com/office/drawing/2014/main" id="{8D29DD88-71CC-2524-D08E-C128C6774E1F}"/>
                  </a:ext>
                </a:extLst>
              </p:cNvPr>
              <p:cNvSpPr>
                <a:spLocks noChangeShapeType="1"/>
              </p:cNvSpPr>
              <p:nvPr/>
            </p:nvSpPr>
            <p:spPr bwMode="auto">
              <a:xfrm>
                <a:off x="517058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24" name="Line 9">
                <a:extLst>
                  <a:ext uri="{FF2B5EF4-FFF2-40B4-BE49-F238E27FC236}">
                    <a16:creationId xmlns:a16="http://schemas.microsoft.com/office/drawing/2014/main" id="{155752CC-63C5-06F8-8F32-C3A16035D0DC}"/>
                  </a:ext>
                </a:extLst>
              </p:cNvPr>
              <p:cNvSpPr>
                <a:spLocks noChangeShapeType="1"/>
              </p:cNvSpPr>
              <p:nvPr/>
            </p:nvSpPr>
            <p:spPr bwMode="auto">
              <a:xfrm>
                <a:off x="525728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25" name="Line 10">
                <a:extLst>
                  <a:ext uri="{FF2B5EF4-FFF2-40B4-BE49-F238E27FC236}">
                    <a16:creationId xmlns:a16="http://schemas.microsoft.com/office/drawing/2014/main" id="{41542408-3A53-0B2C-9F29-27BD1F866D78}"/>
                  </a:ext>
                </a:extLst>
              </p:cNvPr>
              <p:cNvSpPr>
                <a:spLocks noChangeShapeType="1"/>
              </p:cNvSpPr>
              <p:nvPr/>
            </p:nvSpPr>
            <p:spPr bwMode="auto">
              <a:xfrm>
                <a:off x="534668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26" name="Oval 11">
                <a:extLst>
                  <a:ext uri="{FF2B5EF4-FFF2-40B4-BE49-F238E27FC236}">
                    <a16:creationId xmlns:a16="http://schemas.microsoft.com/office/drawing/2014/main" id="{A097ABF6-0540-D8FD-33CD-855AFD6268A3}"/>
                  </a:ext>
                </a:extLst>
              </p:cNvPr>
              <p:cNvSpPr>
                <a:spLocks noChangeArrowheads="1"/>
              </p:cNvSpPr>
              <p:nvPr/>
            </p:nvSpPr>
            <p:spPr bwMode="auto">
              <a:xfrm>
                <a:off x="5609471" y="5345848"/>
                <a:ext cx="135458" cy="140877"/>
              </a:xfrm>
              <a:prstGeom prst="ellipse">
                <a:avLst/>
              </a:prstGeom>
              <a:noFill/>
              <a:ln w="254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27" name="Rectangle 26">
                <a:extLst>
                  <a:ext uri="{FF2B5EF4-FFF2-40B4-BE49-F238E27FC236}">
                    <a16:creationId xmlns:a16="http://schemas.microsoft.com/office/drawing/2014/main" id="{9D0655E5-10B1-973F-9191-9AD8894905F6}"/>
                  </a:ext>
                </a:extLst>
              </p:cNvPr>
              <p:cNvSpPr/>
              <p:nvPr/>
            </p:nvSpPr>
            <p:spPr>
              <a:xfrm>
                <a:off x="5060950" y="5251450"/>
                <a:ext cx="1236133" cy="332317"/>
              </a:xfrm>
              <a:prstGeom prst="rect">
                <a:avLst/>
              </a:prstGeom>
              <a:noFill/>
              <a:ln w="254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sp>
          <p:nvSpPr>
            <p:cNvPr id="13" name="TextBox 12">
              <a:extLst>
                <a:ext uri="{FF2B5EF4-FFF2-40B4-BE49-F238E27FC236}">
                  <a16:creationId xmlns:a16="http://schemas.microsoft.com/office/drawing/2014/main" id="{C2AE34CB-515A-78CE-0060-A59A8D958345}"/>
                </a:ext>
              </a:extLst>
            </p:cNvPr>
            <p:cNvSpPr txBox="1"/>
            <p:nvPr/>
          </p:nvSpPr>
          <p:spPr>
            <a:xfrm>
              <a:off x="4804384" y="3586329"/>
              <a:ext cx="1269825" cy="215123"/>
            </a:xfrm>
            <a:prstGeom prst="rect">
              <a:avLst/>
            </a:prstGeom>
            <a:noFill/>
          </p:spPr>
          <p:txBody>
            <a:bodyPr wrap="square" lIns="0" tIns="0" rIns="0" bIns="0" rtlCol="0">
              <a:spAutoFit/>
            </a:bodyPr>
            <a:lstStyle/>
            <a:p>
              <a:pPr algn="ctr">
                <a:lnSpc>
                  <a:spcPct val="130000"/>
                </a:lnSpc>
              </a:pPr>
              <a:r>
                <a:rPr lang="en-US" sz="1200" dirty="0"/>
                <a:t>vSAN-SC-MED</a:t>
              </a:r>
            </a:p>
          </p:txBody>
        </p:sp>
        <p:grpSp>
          <p:nvGrpSpPr>
            <p:cNvPr id="29" name="Group 28">
              <a:extLst>
                <a:ext uri="{FF2B5EF4-FFF2-40B4-BE49-F238E27FC236}">
                  <a16:creationId xmlns:a16="http://schemas.microsoft.com/office/drawing/2014/main" id="{E4BFF359-F95C-306C-FE39-0167B33DDA1A}"/>
                </a:ext>
              </a:extLst>
            </p:cNvPr>
            <p:cNvGrpSpPr>
              <a:grpSpLocks noChangeAspect="1"/>
            </p:cNvGrpSpPr>
            <p:nvPr/>
          </p:nvGrpSpPr>
          <p:grpSpPr>
            <a:xfrm>
              <a:off x="4957579" y="3931670"/>
              <a:ext cx="963434" cy="240044"/>
              <a:chOff x="5060950" y="5251450"/>
              <a:chExt cx="1236133" cy="332317"/>
            </a:xfrm>
          </p:grpSpPr>
          <p:sp>
            <p:nvSpPr>
              <p:cNvPr id="32" name="Line 5">
                <a:extLst>
                  <a:ext uri="{FF2B5EF4-FFF2-40B4-BE49-F238E27FC236}">
                    <a16:creationId xmlns:a16="http://schemas.microsoft.com/office/drawing/2014/main" id="{62378C3C-63A8-58CA-120D-E629ECA5D956}"/>
                  </a:ext>
                </a:extLst>
              </p:cNvPr>
              <p:cNvSpPr>
                <a:spLocks noChangeShapeType="1"/>
              </p:cNvSpPr>
              <p:nvPr/>
            </p:nvSpPr>
            <p:spPr bwMode="auto">
              <a:xfrm>
                <a:off x="601042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33" name="Line 6">
                <a:extLst>
                  <a:ext uri="{FF2B5EF4-FFF2-40B4-BE49-F238E27FC236}">
                    <a16:creationId xmlns:a16="http://schemas.microsoft.com/office/drawing/2014/main" id="{89DC73BB-486D-0DB3-127E-F9655C5B9EC9}"/>
                  </a:ext>
                </a:extLst>
              </p:cNvPr>
              <p:cNvSpPr>
                <a:spLocks noChangeShapeType="1"/>
              </p:cNvSpPr>
              <p:nvPr/>
            </p:nvSpPr>
            <p:spPr bwMode="auto">
              <a:xfrm>
                <a:off x="609712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34" name="Line 7">
                <a:extLst>
                  <a:ext uri="{FF2B5EF4-FFF2-40B4-BE49-F238E27FC236}">
                    <a16:creationId xmlns:a16="http://schemas.microsoft.com/office/drawing/2014/main" id="{C611DE77-6DE1-7246-DCD5-92D145469DE7}"/>
                  </a:ext>
                </a:extLst>
              </p:cNvPr>
              <p:cNvSpPr>
                <a:spLocks noChangeShapeType="1"/>
              </p:cNvSpPr>
              <p:nvPr/>
            </p:nvSpPr>
            <p:spPr bwMode="auto">
              <a:xfrm>
                <a:off x="618381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35" name="Line 8">
                <a:extLst>
                  <a:ext uri="{FF2B5EF4-FFF2-40B4-BE49-F238E27FC236}">
                    <a16:creationId xmlns:a16="http://schemas.microsoft.com/office/drawing/2014/main" id="{2E31F98C-B38B-C34D-2649-7DCACCE0C99F}"/>
                  </a:ext>
                </a:extLst>
              </p:cNvPr>
              <p:cNvSpPr>
                <a:spLocks noChangeShapeType="1"/>
              </p:cNvSpPr>
              <p:nvPr/>
            </p:nvSpPr>
            <p:spPr bwMode="auto">
              <a:xfrm>
                <a:off x="517058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36" name="Line 9">
                <a:extLst>
                  <a:ext uri="{FF2B5EF4-FFF2-40B4-BE49-F238E27FC236}">
                    <a16:creationId xmlns:a16="http://schemas.microsoft.com/office/drawing/2014/main" id="{ACCB9FFC-F589-1F37-8A78-F4CAD9B1BDE6}"/>
                  </a:ext>
                </a:extLst>
              </p:cNvPr>
              <p:cNvSpPr>
                <a:spLocks noChangeShapeType="1"/>
              </p:cNvSpPr>
              <p:nvPr/>
            </p:nvSpPr>
            <p:spPr bwMode="auto">
              <a:xfrm>
                <a:off x="525728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37" name="Line 10">
                <a:extLst>
                  <a:ext uri="{FF2B5EF4-FFF2-40B4-BE49-F238E27FC236}">
                    <a16:creationId xmlns:a16="http://schemas.microsoft.com/office/drawing/2014/main" id="{E608E924-7716-88A1-73A3-1FC722F9027C}"/>
                  </a:ext>
                </a:extLst>
              </p:cNvPr>
              <p:cNvSpPr>
                <a:spLocks noChangeShapeType="1"/>
              </p:cNvSpPr>
              <p:nvPr/>
            </p:nvSpPr>
            <p:spPr bwMode="auto">
              <a:xfrm>
                <a:off x="534668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38" name="Oval 11">
                <a:extLst>
                  <a:ext uri="{FF2B5EF4-FFF2-40B4-BE49-F238E27FC236}">
                    <a16:creationId xmlns:a16="http://schemas.microsoft.com/office/drawing/2014/main" id="{5D9A2F38-2C2D-B28B-16B2-C48201F78028}"/>
                  </a:ext>
                </a:extLst>
              </p:cNvPr>
              <p:cNvSpPr>
                <a:spLocks noChangeArrowheads="1"/>
              </p:cNvSpPr>
              <p:nvPr/>
            </p:nvSpPr>
            <p:spPr bwMode="auto">
              <a:xfrm>
                <a:off x="5609471" y="5345848"/>
                <a:ext cx="135458" cy="140877"/>
              </a:xfrm>
              <a:prstGeom prst="ellipse">
                <a:avLst/>
              </a:prstGeom>
              <a:noFill/>
              <a:ln w="254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39" name="Rectangle 38">
                <a:extLst>
                  <a:ext uri="{FF2B5EF4-FFF2-40B4-BE49-F238E27FC236}">
                    <a16:creationId xmlns:a16="http://schemas.microsoft.com/office/drawing/2014/main" id="{D57555DB-0DF4-F5F7-5154-2636A48866A1}"/>
                  </a:ext>
                </a:extLst>
              </p:cNvPr>
              <p:cNvSpPr/>
              <p:nvPr/>
            </p:nvSpPr>
            <p:spPr>
              <a:xfrm>
                <a:off x="5060950" y="5251450"/>
                <a:ext cx="1236133" cy="332317"/>
              </a:xfrm>
              <a:prstGeom prst="rect">
                <a:avLst/>
              </a:prstGeom>
              <a:noFill/>
              <a:ln w="254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sp>
          <p:nvSpPr>
            <p:cNvPr id="15" name="TextBox 14">
              <a:extLst>
                <a:ext uri="{FF2B5EF4-FFF2-40B4-BE49-F238E27FC236}">
                  <a16:creationId xmlns:a16="http://schemas.microsoft.com/office/drawing/2014/main" id="{62A5D9FA-0A11-379D-1749-23576364A528}"/>
                </a:ext>
              </a:extLst>
            </p:cNvPr>
            <p:cNvSpPr txBox="1"/>
            <p:nvPr/>
          </p:nvSpPr>
          <p:spPr>
            <a:xfrm>
              <a:off x="3059189" y="3586329"/>
              <a:ext cx="1269825" cy="215123"/>
            </a:xfrm>
            <a:prstGeom prst="rect">
              <a:avLst/>
            </a:prstGeom>
            <a:noFill/>
          </p:spPr>
          <p:txBody>
            <a:bodyPr wrap="square" lIns="0" tIns="0" rIns="0" bIns="0" rtlCol="0">
              <a:spAutoFit/>
            </a:bodyPr>
            <a:lstStyle/>
            <a:p>
              <a:pPr algn="ctr">
                <a:lnSpc>
                  <a:spcPct val="130000"/>
                </a:lnSpc>
              </a:pPr>
              <a:r>
                <a:rPr lang="en-US" sz="1200" dirty="0"/>
                <a:t>vSAN-SC-SM</a:t>
              </a:r>
            </a:p>
          </p:txBody>
        </p:sp>
        <p:grpSp>
          <p:nvGrpSpPr>
            <p:cNvPr id="41" name="Group 40">
              <a:extLst>
                <a:ext uri="{FF2B5EF4-FFF2-40B4-BE49-F238E27FC236}">
                  <a16:creationId xmlns:a16="http://schemas.microsoft.com/office/drawing/2014/main" id="{0CC1A85A-AF58-FD18-3334-DA28383057F0}"/>
                </a:ext>
              </a:extLst>
            </p:cNvPr>
            <p:cNvGrpSpPr>
              <a:grpSpLocks noChangeAspect="1"/>
            </p:cNvGrpSpPr>
            <p:nvPr/>
          </p:nvGrpSpPr>
          <p:grpSpPr>
            <a:xfrm>
              <a:off x="3212384" y="3931670"/>
              <a:ext cx="963434" cy="240044"/>
              <a:chOff x="5060950" y="5251450"/>
              <a:chExt cx="1236133" cy="332317"/>
            </a:xfrm>
          </p:grpSpPr>
          <p:sp>
            <p:nvSpPr>
              <p:cNvPr id="44" name="Line 5">
                <a:extLst>
                  <a:ext uri="{FF2B5EF4-FFF2-40B4-BE49-F238E27FC236}">
                    <a16:creationId xmlns:a16="http://schemas.microsoft.com/office/drawing/2014/main" id="{2B90BDEB-BC7D-8148-3D98-EA142719F21C}"/>
                  </a:ext>
                </a:extLst>
              </p:cNvPr>
              <p:cNvSpPr>
                <a:spLocks noChangeShapeType="1"/>
              </p:cNvSpPr>
              <p:nvPr/>
            </p:nvSpPr>
            <p:spPr bwMode="auto">
              <a:xfrm>
                <a:off x="601042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45" name="Line 6">
                <a:extLst>
                  <a:ext uri="{FF2B5EF4-FFF2-40B4-BE49-F238E27FC236}">
                    <a16:creationId xmlns:a16="http://schemas.microsoft.com/office/drawing/2014/main" id="{FF696207-A183-9C05-D464-712FCC87AC06}"/>
                  </a:ext>
                </a:extLst>
              </p:cNvPr>
              <p:cNvSpPr>
                <a:spLocks noChangeShapeType="1"/>
              </p:cNvSpPr>
              <p:nvPr/>
            </p:nvSpPr>
            <p:spPr bwMode="auto">
              <a:xfrm>
                <a:off x="609712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46" name="Line 7">
                <a:extLst>
                  <a:ext uri="{FF2B5EF4-FFF2-40B4-BE49-F238E27FC236}">
                    <a16:creationId xmlns:a16="http://schemas.microsoft.com/office/drawing/2014/main" id="{42BFFDDF-9C2F-F778-C409-A5E8DC500D3F}"/>
                  </a:ext>
                </a:extLst>
              </p:cNvPr>
              <p:cNvSpPr>
                <a:spLocks noChangeShapeType="1"/>
              </p:cNvSpPr>
              <p:nvPr/>
            </p:nvSpPr>
            <p:spPr bwMode="auto">
              <a:xfrm>
                <a:off x="618381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47" name="Line 8">
                <a:extLst>
                  <a:ext uri="{FF2B5EF4-FFF2-40B4-BE49-F238E27FC236}">
                    <a16:creationId xmlns:a16="http://schemas.microsoft.com/office/drawing/2014/main" id="{254F355B-45CC-DB6F-405A-7FB093126E2E}"/>
                  </a:ext>
                </a:extLst>
              </p:cNvPr>
              <p:cNvSpPr>
                <a:spLocks noChangeShapeType="1"/>
              </p:cNvSpPr>
              <p:nvPr/>
            </p:nvSpPr>
            <p:spPr bwMode="auto">
              <a:xfrm>
                <a:off x="517058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48" name="Line 9">
                <a:extLst>
                  <a:ext uri="{FF2B5EF4-FFF2-40B4-BE49-F238E27FC236}">
                    <a16:creationId xmlns:a16="http://schemas.microsoft.com/office/drawing/2014/main" id="{97AB2C78-D065-E68A-6ECD-D2D3722D9526}"/>
                  </a:ext>
                </a:extLst>
              </p:cNvPr>
              <p:cNvSpPr>
                <a:spLocks noChangeShapeType="1"/>
              </p:cNvSpPr>
              <p:nvPr/>
            </p:nvSpPr>
            <p:spPr bwMode="auto">
              <a:xfrm>
                <a:off x="525728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49" name="Line 10">
                <a:extLst>
                  <a:ext uri="{FF2B5EF4-FFF2-40B4-BE49-F238E27FC236}">
                    <a16:creationId xmlns:a16="http://schemas.microsoft.com/office/drawing/2014/main" id="{07F97FD8-28DC-ABDB-CA61-E97FFAB9C3DA}"/>
                  </a:ext>
                </a:extLst>
              </p:cNvPr>
              <p:cNvSpPr>
                <a:spLocks noChangeShapeType="1"/>
              </p:cNvSpPr>
              <p:nvPr/>
            </p:nvSpPr>
            <p:spPr bwMode="auto">
              <a:xfrm>
                <a:off x="534668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0" name="Oval 11">
                <a:extLst>
                  <a:ext uri="{FF2B5EF4-FFF2-40B4-BE49-F238E27FC236}">
                    <a16:creationId xmlns:a16="http://schemas.microsoft.com/office/drawing/2014/main" id="{2BBFD7C1-48C8-DB25-62FC-4E778897AAFB}"/>
                  </a:ext>
                </a:extLst>
              </p:cNvPr>
              <p:cNvSpPr>
                <a:spLocks noChangeArrowheads="1"/>
              </p:cNvSpPr>
              <p:nvPr/>
            </p:nvSpPr>
            <p:spPr bwMode="auto">
              <a:xfrm>
                <a:off x="5609471" y="5345848"/>
                <a:ext cx="135458" cy="140877"/>
              </a:xfrm>
              <a:prstGeom prst="ellipse">
                <a:avLst/>
              </a:prstGeom>
              <a:noFill/>
              <a:ln w="254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51" name="Rectangle 50">
                <a:extLst>
                  <a:ext uri="{FF2B5EF4-FFF2-40B4-BE49-F238E27FC236}">
                    <a16:creationId xmlns:a16="http://schemas.microsoft.com/office/drawing/2014/main" id="{5F1DCDD0-9F43-1D82-0C27-89618B483CF7}"/>
                  </a:ext>
                </a:extLst>
              </p:cNvPr>
              <p:cNvSpPr/>
              <p:nvPr/>
            </p:nvSpPr>
            <p:spPr>
              <a:xfrm>
                <a:off x="5060950" y="5251450"/>
                <a:ext cx="1236133" cy="332317"/>
              </a:xfrm>
              <a:prstGeom prst="rect">
                <a:avLst/>
              </a:prstGeom>
              <a:noFill/>
              <a:ln w="254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grpSp>
      <p:grpSp>
        <p:nvGrpSpPr>
          <p:cNvPr id="40" name="Group 39">
            <a:extLst>
              <a:ext uri="{FF2B5EF4-FFF2-40B4-BE49-F238E27FC236}">
                <a16:creationId xmlns:a16="http://schemas.microsoft.com/office/drawing/2014/main" id="{05116EDC-F155-FB08-EF3B-A04F60DCAFFE}"/>
              </a:ext>
            </a:extLst>
          </p:cNvPr>
          <p:cNvGrpSpPr/>
          <p:nvPr/>
        </p:nvGrpSpPr>
        <p:grpSpPr>
          <a:xfrm>
            <a:off x="2882571" y="5263524"/>
            <a:ext cx="5179389" cy="585385"/>
            <a:chOff x="2882571" y="5263524"/>
            <a:chExt cx="5179389" cy="585385"/>
          </a:xfrm>
        </p:grpSpPr>
        <p:sp>
          <p:nvSpPr>
            <p:cNvPr id="55" name="TextBox 54">
              <a:extLst>
                <a:ext uri="{FF2B5EF4-FFF2-40B4-BE49-F238E27FC236}">
                  <a16:creationId xmlns:a16="http://schemas.microsoft.com/office/drawing/2014/main" id="{D66B9B01-85AB-1753-AA21-FD1A2C74B1F7}"/>
                </a:ext>
              </a:extLst>
            </p:cNvPr>
            <p:cNvSpPr txBox="1"/>
            <p:nvPr/>
          </p:nvSpPr>
          <p:spPr>
            <a:xfrm>
              <a:off x="6438900" y="5263524"/>
              <a:ext cx="1623060" cy="215123"/>
            </a:xfrm>
            <a:prstGeom prst="rect">
              <a:avLst/>
            </a:prstGeom>
            <a:noFill/>
          </p:spPr>
          <p:txBody>
            <a:bodyPr wrap="square" lIns="0" tIns="0" rIns="0" bIns="0" rtlCol="0">
              <a:spAutoFit/>
            </a:bodyPr>
            <a:lstStyle/>
            <a:p>
              <a:pPr algn="ctr">
                <a:lnSpc>
                  <a:spcPct val="130000"/>
                </a:lnSpc>
              </a:pPr>
              <a:r>
                <a:rPr lang="en-US" sz="1200" dirty="0"/>
                <a:t>CyberRecovery-LRG</a:t>
              </a:r>
            </a:p>
          </p:txBody>
        </p:sp>
        <p:grpSp>
          <p:nvGrpSpPr>
            <p:cNvPr id="57" name="Group 56">
              <a:extLst>
                <a:ext uri="{FF2B5EF4-FFF2-40B4-BE49-F238E27FC236}">
                  <a16:creationId xmlns:a16="http://schemas.microsoft.com/office/drawing/2014/main" id="{D71B9069-8E32-8C4E-EAC3-A66A14397D6F}"/>
                </a:ext>
              </a:extLst>
            </p:cNvPr>
            <p:cNvGrpSpPr>
              <a:grpSpLocks noChangeAspect="1"/>
            </p:cNvGrpSpPr>
            <p:nvPr/>
          </p:nvGrpSpPr>
          <p:grpSpPr>
            <a:xfrm>
              <a:off x="6702773" y="5607858"/>
              <a:ext cx="963434" cy="240044"/>
              <a:chOff x="5060950" y="5251450"/>
              <a:chExt cx="1236133" cy="332317"/>
            </a:xfrm>
          </p:grpSpPr>
          <p:sp>
            <p:nvSpPr>
              <p:cNvPr id="76" name="Line 5">
                <a:extLst>
                  <a:ext uri="{FF2B5EF4-FFF2-40B4-BE49-F238E27FC236}">
                    <a16:creationId xmlns:a16="http://schemas.microsoft.com/office/drawing/2014/main" id="{39BF31A4-ADC0-D403-E13D-005B4C5D2F88}"/>
                  </a:ext>
                </a:extLst>
              </p:cNvPr>
              <p:cNvSpPr>
                <a:spLocks noChangeShapeType="1"/>
              </p:cNvSpPr>
              <p:nvPr/>
            </p:nvSpPr>
            <p:spPr bwMode="auto">
              <a:xfrm>
                <a:off x="601042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77" name="Line 6">
                <a:extLst>
                  <a:ext uri="{FF2B5EF4-FFF2-40B4-BE49-F238E27FC236}">
                    <a16:creationId xmlns:a16="http://schemas.microsoft.com/office/drawing/2014/main" id="{BCBC42EE-0189-5990-D290-89F254DA25DB}"/>
                  </a:ext>
                </a:extLst>
              </p:cNvPr>
              <p:cNvSpPr>
                <a:spLocks noChangeShapeType="1"/>
              </p:cNvSpPr>
              <p:nvPr/>
            </p:nvSpPr>
            <p:spPr bwMode="auto">
              <a:xfrm>
                <a:off x="609712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78" name="Line 7">
                <a:extLst>
                  <a:ext uri="{FF2B5EF4-FFF2-40B4-BE49-F238E27FC236}">
                    <a16:creationId xmlns:a16="http://schemas.microsoft.com/office/drawing/2014/main" id="{50F1B6BD-DDB0-930C-15AB-6C0AFF61152B}"/>
                  </a:ext>
                </a:extLst>
              </p:cNvPr>
              <p:cNvSpPr>
                <a:spLocks noChangeShapeType="1"/>
              </p:cNvSpPr>
              <p:nvPr/>
            </p:nvSpPr>
            <p:spPr bwMode="auto">
              <a:xfrm>
                <a:off x="618381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79" name="Line 8">
                <a:extLst>
                  <a:ext uri="{FF2B5EF4-FFF2-40B4-BE49-F238E27FC236}">
                    <a16:creationId xmlns:a16="http://schemas.microsoft.com/office/drawing/2014/main" id="{2645D4A3-3762-9046-3D6D-C7EE3FE21F24}"/>
                  </a:ext>
                </a:extLst>
              </p:cNvPr>
              <p:cNvSpPr>
                <a:spLocks noChangeShapeType="1"/>
              </p:cNvSpPr>
              <p:nvPr/>
            </p:nvSpPr>
            <p:spPr bwMode="auto">
              <a:xfrm>
                <a:off x="517058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80" name="Line 9">
                <a:extLst>
                  <a:ext uri="{FF2B5EF4-FFF2-40B4-BE49-F238E27FC236}">
                    <a16:creationId xmlns:a16="http://schemas.microsoft.com/office/drawing/2014/main" id="{85DEA619-F8BB-B519-E9A6-103CE187E975}"/>
                  </a:ext>
                </a:extLst>
              </p:cNvPr>
              <p:cNvSpPr>
                <a:spLocks noChangeShapeType="1"/>
              </p:cNvSpPr>
              <p:nvPr/>
            </p:nvSpPr>
            <p:spPr bwMode="auto">
              <a:xfrm>
                <a:off x="525728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81" name="Line 10">
                <a:extLst>
                  <a:ext uri="{FF2B5EF4-FFF2-40B4-BE49-F238E27FC236}">
                    <a16:creationId xmlns:a16="http://schemas.microsoft.com/office/drawing/2014/main" id="{C6B55DB2-9F3E-728B-5E73-D0F16754AB6D}"/>
                  </a:ext>
                </a:extLst>
              </p:cNvPr>
              <p:cNvSpPr>
                <a:spLocks noChangeShapeType="1"/>
              </p:cNvSpPr>
              <p:nvPr/>
            </p:nvSpPr>
            <p:spPr bwMode="auto">
              <a:xfrm>
                <a:off x="534668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82" name="Oval 11">
                <a:extLst>
                  <a:ext uri="{FF2B5EF4-FFF2-40B4-BE49-F238E27FC236}">
                    <a16:creationId xmlns:a16="http://schemas.microsoft.com/office/drawing/2014/main" id="{28483D46-B3A5-35A7-6685-E7B6A8410754}"/>
                  </a:ext>
                </a:extLst>
              </p:cNvPr>
              <p:cNvSpPr>
                <a:spLocks noChangeArrowheads="1"/>
              </p:cNvSpPr>
              <p:nvPr/>
            </p:nvSpPr>
            <p:spPr bwMode="auto">
              <a:xfrm>
                <a:off x="5609471" y="5345848"/>
                <a:ext cx="135458" cy="140877"/>
              </a:xfrm>
              <a:prstGeom prst="ellipse">
                <a:avLst/>
              </a:prstGeom>
              <a:noFill/>
              <a:ln w="254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83" name="Rectangle 82">
                <a:extLst>
                  <a:ext uri="{FF2B5EF4-FFF2-40B4-BE49-F238E27FC236}">
                    <a16:creationId xmlns:a16="http://schemas.microsoft.com/office/drawing/2014/main" id="{7EEFBE61-0D7F-455D-E322-E3FE9DB13A2F}"/>
                  </a:ext>
                </a:extLst>
              </p:cNvPr>
              <p:cNvSpPr/>
              <p:nvPr/>
            </p:nvSpPr>
            <p:spPr>
              <a:xfrm>
                <a:off x="5060950" y="5251450"/>
                <a:ext cx="1236133" cy="332317"/>
              </a:xfrm>
              <a:prstGeom prst="rect">
                <a:avLst/>
              </a:prstGeom>
              <a:noFill/>
              <a:ln w="254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sp>
          <p:nvSpPr>
            <p:cNvPr id="54" name="TextBox 53">
              <a:extLst>
                <a:ext uri="{FF2B5EF4-FFF2-40B4-BE49-F238E27FC236}">
                  <a16:creationId xmlns:a16="http://schemas.microsoft.com/office/drawing/2014/main" id="{4B02377B-154A-1824-5C7A-E30B6206B4EB}"/>
                </a:ext>
              </a:extLst>
            </p:cNvPr>
            <p:cNvSpPr txBox="1"/>
            <p:nvPr/>
          </p:nvSpPr>
          <p:spPr>
            <a:xfrm>
              <a:off x="4627766" y="5263524"/>
              <a:ext cx="1623060" cy="215123"/>
            </a:xfrm>
            <a:prstGeom prst="rect">
              <a:avLst/>
            </a:prstGeom>
            <a:noFill/>
          </p:spPr>
          <p:txBody>
            <a:bodyPr wrap="square" lIns="0" tIns="0" rIns="0" bIns="0" rtlCol="0">
              <a:spAutoFit/>
            </a:bodyPr>
            <a:lstStyle/>
            <a:p>
              <a:pPr algn="ctr">
                <a:lnSpc>
                  <a:spcPct val="130000"/>
                </a:lnSpc>
              </a:pPr>
              <a:r>
                <a:rPr lang="en-US" sz="1200" dirty="0"/>
                <a:t>CyberRecovery-MED</a:t>
              </a:r>
            </a:p>
          </p:txBody>
        </p:sp>
        <p:grpSp>
          <p:nvGrpSpPr>
            <p:cNvPr id="58" name="Group 57">
              <a:extLst>
                <a:ext uri="{FF2B5EF4-FFF2-40B4-BE49-F238E27FC236}">
                  <a16:creationId xmlns:a16="http://schemas.microsoft.com/office/drawing/2014/main" id="{B37D9E0C-31F0-0F7F-0764-D91621296704}"/>
                </a:ext>
              </a:extLst>
            </p:cNvPr>
            <p:cNvGrpSpPr>
              <a:grpSpLocks noChangeAspect="1"/>
            </p:cNvGrpSpPr>
            <p:nvPr/>
          </p:nvGrpSpPr>
          <p:grpSpPr>
            <a:xfrm>
              <a:off x="4957579" y="5608865"/>
              <a:ext cx="963434" cy="240044"/>
              <a:chOff x="5060950" y="5251450"/>
              <a:chExt cx="1236133" cy="332317"/>
            </a:xfrm>
          </p:grpSpPr>
          <p:sp>
            <p:nvSpPr>
              <p:cNvPr id="68" name="Line 5">
                <a:extLst>
                  <a:ext uri="{FF2B5EF4-FFF2-40B4-BE49-F238E27FC236}">
                    <a16:creationId xmlns:a16="http://schemas.microsoft.com/office/drawing/2014/main" id="{BC54862C-94F8-B528-CE9F-4D13BB53766D}"/>
                  </a:ext>
                </a:extLst>
              </p:cNvPr>
              <p:cNvSpPr>
                <a:spLocks noChangeShapeType="1"/>
              </p:cNvSpPr>
              <p:nvPr/>
            </p:nvSpPr>
            <p:spPr bwMode="auto">
              <a:xfrm>
                <a:off x="601042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69" name="Line 6">
                <a:extLst>
                  <a:ext uri="{FF2B5EF4-FFF2-40B4-BE49-F238E27FC236}">
                    <a16:creationId xmlns:a16="http://schemas.microsoft.com/office/drawing/2014/main" id="{E3873D16-6075-1A7E-349D-5B82CA672252}"/>
                  </a:ext>
                </a:extLst>
              </p:cNvPr>
              <p:cNvSpPr>
                <a:spLocks noChangeShapeType="1"/>
              </p:cNvSpPr>
              <p:nvPr/>
            </p:nvSpPr>
            <p:spPr bwMode="auto">
              <a:xfrm>
                <a:off x="609712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70" name="Line 7">
                <a:extLst>
                  <a:ext uri="{FF2B5EF4-FFF2-40B4-BE49-F238E27FC236}">
                    <a16:creationId xmlns:a16="http://schemas.microsoft.com/office/drawing/2014/main" id="{5983788E-60DE-2E20-2B85-5F6D4512DA95}"/>
                  </a:ext>
                </a:extLst>
              </p:cNvPr>
              <p:cNvSpPr>
                <a:spLocks noChangeShapeType="1"/>
              </p:cNvSpPr>
              <p:nvPr/>
            </p:nvSpPr>
            <p:spPr bwMode="auto">
              <a:xfrm>
                <a:off x="618381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71" name="Line 8">
                <a:extLst>
                  <a:ext uri="{FF2B5EF4-FFF2-40B4-BE49-F238E27FC236}">
                    <a16:creationId xmlns:a16="http://schemas.microsoft.com/office/drawing/2014/main" id="{A4F04ACA-292F-C977-CC7F-1618B61045B1}"/>
                  </a:ext>
                </a:extLst>
              </p:cNvPr>
              <p:cNvSpPr>
                <a:spLocks noChangeShapeType="1"/>
              </p:cNvSpPr>
              <p:nvPr/>
            </p:nvSpPr>
            <p:spPr bwMode="auto">
              <a:xfrm>
                <a:off x="517058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72" name="Line 9">
                <a:extLst>
                  <a:ext uri="{FF2B5EF4-FFF2-40B4-BE49-F238E27FC236}">
                    <a16:creationId xmlns:a16="http://schemas.microsoft.com/office/drawing/2014/main" id="{8B3F9606-7E5D-3538-FD93-9D9BF92980D0}"/>
                  </a:ext>
                </a:extLst>
              </p:cNvPr>
              <p:cNvSpPr>
                <a:spLocks noChangeShapeType="1"/>
              </p:cNvSpPr>
              <p:nvPr/>
            </p:nvSpPr>
            <p:spPr bwMode="auto">
              <a:xfrm>
                <a:off x="525728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73" name="Line 10">
                <a:extLst>
                  <a:ext uri="{FF2B5EF4-FFF2-40B4-BE49-F238E27FC236}">
                    <a16:creationId xmlns:a16="http://schemas.microsoft.com/office/drawing/2014/main" id="{7F1417E1-150C-A18D-7262-46E6C6102EA1}"/>
                  </a:ext>
                </a:extLst>
              </p:cNvPr>
              <p:cNvSpPr>
                <a:spLocks noChangeShapeType="1"/>
              </p:cNvSpPr>
              <p:nvPr/>
            </p:nvSpPr>
            <p:spPr bwMode="auto">
              <a:xfrm>
                <a:off x="534668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74" name="Oval 11">
                <a:extLst>
                  <a:ext uri="{FF2B5EF4-FFF2-40B4-BE49-F238E27FC236}">
                    <a16:creationId xmlns:a16="http://schemas.microsoft.com/office/drawing/2014/main" id="{57A507A3-EE87-D748-0362-70BBA3FCF966}"/>
                  </a:ext>
                </a:extLst>
              </p:cNvPr>
              <p:cNvSpPr>
                <a:spLocks noChangeArrowheads="1"/>
              </p:cNvSpPr>
              <p:nvPr/>
            </p:nvSpPr>
            <p:spPr bwMode="auto">
              <a:xfrm>
                <a:off x="5609471" y="5345848"/>
                <a:ext cx="135458" cy="140877"/>
              </a:xfrm>
              <a:prstGeom prst="ellipse">
                <a:avLst/>
              </a:prstGeom>
              <a:noFill/>
              <a:ln w="254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75" name="Rectangle 74">
                <a:extLst>
                  <a:ext uri="{FF2B5EF4-FFF2-40B4-BE49-F238E27FC236}">
                    <a16:creationId xmlns:a16="http://schemas.microsoft.com/office/drawing/2014/main" id="{93F29ED8-8A50-A848-DDC2-17D3A8957CFA}"/>
                  </a:ext>
                </a:extLst>
              </p:cNvPr>
              <p:cNvSpPr/>
              <p:nvPr/>
            </p:nvSpPr>
            <p:spPr>
              <a:xfrm>
                <a:off x="5060950" y="5251450"/>
                <a:ext cx="1236133" cy="332317"/>
              </a:xfrm>
              <a:prstGeom prst="rect">
                <a:avLst/>
              </a:prstGeom>
              <a:noFill/>
              <a:ln w="254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sp>
          <p:nvSpPr>
            <p:cNvPr id="56" name="TextBox 55">
              <a:extLst>
                <a:ext uri="{FF2B5EF4-FFF2-40B4-BE49-F238E27FC236}">
                  <a16:creationId xmlns:a16="http://schemas.microsoft.com/office/drawing/2014/main" id="{88203923-7BAA-A257-6B1C-851D73E3B536}"/>
                </a:ext>
              </a:extLst>
            </p:cNvPr>
            <p:cNvSpPr txBox="1"/>
            <p:nvPr/>
          </p:nvSpPr>
          <p:spPr>
            <a:xfrm>
              <a:off x="2882571" y="5263524"/>
              <a:ext cx="1623060" cy="215123"/>
            </a:xfrm>
            <a:prstGeom prst="rect">
              <a:avLst/>
            </a:prstGeom>
            <a:noFill/>
          </p:spPr>
          <p:txBody>
            <a:bodyPr wrap="square" lIns="0" tIns="0" rIns="0" bIns="0" rtlCol="0">
              <a:spAutoFit/>
            </a:bodyPr>
            <a:lstStyle/>
            <a:p>
              <a:pPr algn="ctr">
                <a:lnSpc>
                  <a:spcPct val="130000"/>
                </a:lnSpc>
              </a:pPr>
              <a:r>
                <a:rPr lang="en-US" sz="1200" dirty="0"/>
                <a:t>CyberRecovery-SM</a:t>
              </a:r>
            </a:p>
          </p:txBody>
        </p:sp>
        <p:grpSp>
          <p:nvGrpSpPr>
            <p:cNvPr id="59" name="Group 58">
              <a:extLst>
                <a:ext uri="{FF2B5EF4-FFF2-40B4-BE49-F238E27FC236}">
                  <a16:creationId xmlns:a16="http://schemas.microsoft.com/office/drawing/2014/main" id="{C1ABFC5E-E3E2-5429-E234-998ED200F461}"/>
                </a:ext>
              </a:extLst>
            </p:cNvPr>
            <p:cNvGrpSpPr>
              <a:grpSpLocks noChangeAspect="1"/>
            </p:cNvGrpSpPr>
            <p:nvPr/>
          </p:nvGrpSpPr>
          <p:grpSpPr>
            <a:xfrm>
              <a:off x="3212384" y="5608865"/>
              <a:ext cx="963434" cy="240044"/>
              <a:chOff x="5060950" y="5251450"/>
              <a:chExt cx="1236133" cy="332317"/>
            </a:xfrm>
          </p:grpSpPr>
          <p:sp>
            <p:nvSpPr>
              <p:cNvPr id="60" name="Line 5">
                <a:extLst>
                  <a:ext uri="{FF2B5EF4-FFF2-40B4-BE49-F238E27FC236}">
                    <a16:creationId xmlns:a16="http://schemas.microsoft.com/office/drawing/2014/main" id="{688F490E-5373-8E2D-1F60-3986F7365E3A}"/>
                  </a:ext>
                </a:extLst>
              </p:cNvPr>
              <p:cNvSpPr>
                <a:spLocks noChangeShapeType="1"/>
              </p:cNvSpPr>
              <p:nvPr/>
            </p:nvSpPr>
            <p:spPr bwMode="auto">
              <a:xfrm>
                <a:off x="601042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61" name="Line 6">
                <a:extLst>
                  <a:ext uri="{FF2B5EF4-FFF2-40B4-BE49-F238E27FC236}">
                    <a16:creationId xmlns:a16="http://schemas.microsoft.com/office/drawing/2014/main" id="{1D0BFB28-43C8-28CF-7D89-CF45E2F7D831}"/>
                  </a:ext>
                </a:extLst>
              </p:cNvPr>
              <p:cNvSpPr>
                <a:spLocks noChangeShapeType="1"/>
              </p:cNvSpPr>
              <p:nvPr/>
            </p:nvSpPr>
            <p:spPr bwMode="auto">
              <a:xfrm>
                <a:off x="609712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62" name="Line 7">
                <a:extLst>
                  <a:ext uri="{FF2B5EF4-FFF2-40B4-BE49-F238E27FC236}">
                    <a16:creationId xmlns:a16="http://schemas.microsoft.com/office/drawing/2014/main" id="{5398D026-2774-E0A7-B529-CAD2CAE44BF8}"/>
                  </a:ext>
                </a:extLst>
              </p:cNvPr>
              <p:cNvSpPr>
                <a:spLocks noChangeShapeType="1"/>
              </p:cNvSpPr>
              <p:nvPr/>
            </p:nvSpPr>
            <p:spPr bwMode="auto">
              <a:xfrm>
                <a:off x="618381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63" name="Line 8">
                <a:extLst>
                  <a:ext uri="{FF2B5EF4-FFF2-40B4-BE49-F238E27FC236}">
                    <a16:creationId xmlns:a16="http://schemas.microsoft.com/office/drawing/2014/main" id="{09A96F5B-4C68-80B6-22FF-357DACE291FE}"/>
                  </a:ext>
                </a:extLst>
              </p:cNvPr>
              <p:cNvSpPr>
                <a:spLocks noChangeShapeType="1"/>
              </p:cNvSpPr>
              <p:nvPr/>
            </p:nvSpPr>
            <p:spPr bwMode="auto">
              <a:xfrm>
                <a:off x="517058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64" name="Line 9">
                <a:extLst>
                  <a:ext uri="{FF2B5EF4-FFF2-40B4-BE49-F238E27FC236}">
                    <a16:creationId xmlns:a16="http://schemas.microsoft.com/office/drawing/2014/main" id="{8AA0042C-CC61-437C-F9E9-C488084D618D}"/>
                  </a:ext>
                </a:extLst>
              </p:cNvPr>
              <p:cNvSpPr>
                <a:spLocks noChangeShapeType="1"/>
              </p:cNvSpPr>
              <p:nvPr/>
            </p:nvSpPr>
            <p:spPr bwMode="auto">
              <a:xfrm>
                <a:off x="525728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65" name="Line 10">
                <a:extLst>
                  <a:ext uri="{FF2B5EF4-FFF2-40B4-BE49-F238E27FC236}">
                    <a16:creationId xmlns:a16="http://schemas.microsoft.com/office/drawing/2014/main" id="{CCD2E6C1-E392-5D50-94A0-2E7B50374F9E}"/>
                  </a:ext>
                </a:extLst>
              </p:cNvPr>
              <p:cNvSpPr>
                <a:spLocks noChangeShapeType="1"/>
              </p:cNvSpPr>
              <p:nvPr/>
            </p:nvSpPr>
            <p:spPr bwMode="auto">
              <a:xfrm>
                <a:off x="534668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66" name="Oval 11">
                <a:extLst>
                  <a:ext uri="{FF2B5EF4-FFF2-40B4-BE49-F238E27FC236}">
                    <a16:creationId xmlns:a16="http://schemas.microsoft.com/office/drawing/2014/main" id="{ECF0C24E-254C-B03A-4B37-881E0B88EA80}"/>
                  </a:ext>
                </a:extLst>
              </p:cNvPr>
              <p:cNvSpPr>
                <a:spLocks noChangeArrowheads="1"/>
              </p:cNvSpPr>
              <p:nvPr/>
            </p:nvSpPr>
            <p:spPr bwMode="auto">
              <a:xfrm>
                <a:off x="5609471" y="5345848"/>
                <a:ext cx="135458" cy="140877"/>
              </a:xfrm>
              <a:prstGeom prst="ellipse">
                <a:avLst/>
              </a:prstGeom>
              <a:noFill/>
              <a:ln w="254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67" name="Rectangle 66">
                <a:extLst>
                  <a:ext uri="{FF2B5EF4-FFF2-40B4-BE49-F238E27FC236}">
                    <a16:creationId xmlns:a16="http://schemas.microsoft.com/office/drawing/2014/main" id="{18AFA11A-8FA6-3410-7C00-B02413FDD35A}"/>
                  </a:ext>
                </a:extLst>
              </p:cNvPr>
              <p:cNvSpPr/>
              <p:nvPr/>
            </p:nvSpPr>
            <p:spPr>
              <a:xfrm>
                <a:off x="5060950" y="5251450"/>
                <a:ext cx="1236133" cy="332317"/>
              </a:xfrm>
              <a:prstGeom prst="rect">
                <a:avLst/>
              </a:prstGeom>
              <a:noFill/>
              <a:ln w="254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grpSp>
      <p:grpSp>
        <p:nvGrpSpPr>
          <p:cNvPr id="30" name="Group 29">
            <a:extLst>
              <a:ext uri="{FF2B5EF4-FFF2-40B4-BE49-F238E27FC236}">
                <a16:creationId xmlns:a16="http://schemas.microsoft.com/office/drawing/2014/main" id="{637907A9-660B-E644-C89E-FDFCE0C9453D}"/>
              </a:ext>
            </a:extLst>
          </p:cNvPr>
          <p:cNvGrpSpPr/>
          <p:nvPr/>
        </p:nvGrpSpPr>
        <p:grpSpPr>
          <a:xfrm>
            <a:off x="3059189" y="1909134"/>
            <a:ext cx="4720931" cy="585385"/>
            <a:chOff x="3059189" y="1909134"/>
            <a:chExt cx="4720931" cy="585385"/>
          </a:xfrm>
        </p:grpSpPr>
        <p:sp>
          <p:nvSpPr>
            <p:cNvPr id="86" name="TextBox 85">
              <a:extLst>
                <a:ext uri="{FF2B5EF4-FFF2-40B4-BE49-F238E27FC236}">
                  <a16:creationId xmlns:a16="http://schemas.microsoft.com/office/drawing/2014/main" id="{6C7247EE-32C2-3C05-B176-81BB9157BE92}"/>
                </a:ext>
              </a:extLst>
            </p:cNvPr>
            <p:cNvSpPr txBox="1"/>
            <p:nvPr/>
          </p:nvSpPr>
          <p:spPr>
            <a:xfrm>
              <a:off x="6588860" y="1909134"/>
              <a:ext cx="1191260" cy="215123"/>
            </a:xfrm>
            <a:prstGeom prst="rect">
              <a:avLst/>
            </a:prstGeom>
            <a:noFill/>
          </p:spPr>
          <p:txBody>
            <a:bodyPr wrap="square" lIns="0" tIns="0" rIns="0" bIns="0" rtlCol="0">
              <a:spAutoFit/>
            </a:bodyPr>
            <a:lstStyle/>
            <a:p>
              <a:pPr algn="ctr">
                <a:lnSpc>
                  <a:spcPct val="130000"/>
                </a:lnSpc>
              </a:pPr>
              <a:r>
                <a:rPr lang="en-US" sz="1200" dirty="0"/>
                <a:t>vSAN-HCI-LRG</a:t>
              </a:r>
            </a:p>
          </p:txBody>
        </p:sp>
        <p:grpSp>
          <p:nvGrpSpPr>
            <p:cNvPr id="88" name="Group 87">
              <a:extLst>
                <a:ext uri="{FF2B5EF4-FFF2-40B4-BE49-F238E27FC236}">
                  <a16:creationId xmlns:a16="http://schemas.microsoft.com/office/drawing/2014/main" id="{E8D382BF-D573-E35E-9910-262911ED24CC}"/>
                </a:ext>
              </a:extLst>
            </p:cNvPr>
            <p:cNvGrpSpPr>
              <a:grpSpLocks noChangeAspect="1"/>
            </p:cNvGrpSpPr>
            <p:nvPr/>
          </p:nvGrpSpPr>
          <p:grpSpPr>
            <a:xfrm>
              <a:off x="6702773" y="2253468"/>
              <a:ext cx="963434" cy="240044"/>
              <a:chOff x="5060950" y="5251450"/>
              <a:chExt cx="1236133" cy="332317"/>
            </a:xfrm>
          </p:grpSpPr>
          <p:sp>
            <p:nvSpPr>
              <p:cNvPr id="107" name="Line 5">
                <a:extLst>
                  <a:ext uri="{FF2B5EF4-FFF2-40B4-BE49-F238E27FC236}">
                    <a16:creationId xmlns:a16="http://schemas.microsoft.com/office/drawing/2014/main" id="{CB025DC0-166C-C11C-3336-7B051708F6EF}"/>
                  </a:ext>
                </a:extLst>
              </p:cNvPr>
              <p:cNvSpPr>
                <a:spLocks noChangeShapeType="1"/>
              </p:cNvSpPr>
              <p:nvPr/>
            </p:nvSpPr>
            <p:spPr bwMode="auto">
              <a:xfrm>
                <a:off x="601042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08" name="Line 6">
                <a:extLst>
                  <a:ext uri="{FF2B5EF4-FFF2-40B4-BE49-F238E27FC236}">
                    <a16:creationId xmlns:a16="http://schemas.microsoft.com/office/drawing/2014/main" id="{7F9D0A90-0499-FD02-B36B-07824F365DE0}"/>
                  </a:ext>
                </a:extLst>
              </p:cNvPr>
              <p:cNvSpPr>
                <a:spLocks noChangeShapeType="1"/>
              </p:cNvSpPr>
              <p:nvPr/>
            </p:nvSpPr>
            <p:spPr bwMode="auto">
              <a:xfrm>
                <a:off x="609712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09" name="Line 7">
                <a:extLst>
                  <a:ext uri="{FF2B5EF4-FFF2-40B4-BE49-F238E27FC236}">
                    <a16:creationId xmlns:a16="http://schemas.microsoft.com/office/drawing/2014/main" id="{F5575515-C5D6-6866-B4B7-0E048181D1BA}"/>
                  </a:ext>
                </a:extLst>
              </p:cNvPr>
              <p:cNvSpPr>
                <a:spLocks noChangeShapeType="1"/>
              </p:cNvSpPr>
              <p:nvPr/>
            </p:nvSpPr>
            <p:spPr bwMode="auto">
              <a:xfrm>
                <a:off x="618381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10" name="Line 8">
                <a:extLst>
                  <a:ext uri="{FF2B5EF4-FFF2-40B4-BE49-F238E27FC236}">
                    <a16:creationId xmlns:a16="http://schemas.microsoft.com/office/drawing/2014/main" id="{77A15A56-F662-A706-64D6-13C29BC79967}"/>
                  </a:ext>
                </a:extLst>
              </p:cNvPr>
              <p:cNvSpPr>
                <a:spLocks noChangeShapeType="1"/>
              </p:cNvSpPr>
              <p:nvPr/>
            </p:nvSpPr>
            <p:spPr bwMode="auto">
              <a:xfrm>
                <a:off x="517058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11" name="Line 9">
                <a:extLst>
                  <a:ext uri="{FF2B5EF4-FFF2-40B4-BE49-F238E27FC236}">
                    <a16:creationId xmlns:a16="http://schemas.microsoft.com/office/drawing/2014/main" id="{95A93806-122A-229F-EB5A-32F1A54A7BB4}"/>
                  </a:ext>
                </a:extLst>
              </p:cNvPr>
              <p:cNvSpPr>
                <a:spLocks noChangeShapeType="1"/>
              </p:cNvSpPr>
              <p:nvPr/>
            </p:nvSpPr>
            <p:spPr bwMode="auto">
              <a:xfrm>
                <a:off x="525728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12" name="Line 10">
                <a:extLst>
                  <a:ext uri="{FF2B5EF4-FFF2-40B4-BE49-F238E27FC236}">
                    <a16:creationId xmlns:a16="http://schemas.microsoft.com/office/drawing/2014/main" id="{8DC9FA3D-1164-FEE5-BDF8-CB9B41F524D5}"/>
                  </a:ext>
                </a:extLst>
              </p:cNvPr>
              <p:cNvSpPr>
                <a:spLocks noChangeShapeType="1"/>
              </p:cNvSpPr>
              <p:nvPr/>
            </p:nvSpPr>
            <p:spPr bwMode="auto">
              <a:xfrm>
                <a:off x="534668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13" name="Oval 11">
                <a:extLst>
                  <a:ext uri="{FF2B5EF4-FFF2-40B4-BE49-F238E27FC236}">
                    <a16:creationId xmlns:a16="http://schemas.microsoft.com/office/drawing/2014/main" id="{CEB8C81B-48CD-1C71-1FF2-085D1B12241D}"/>
                  </a:ext>
                </a:extLst>
              </p:cNvPr>
              <p:cNvSpPr>
                <a:spLocks noChangeArrowheads="1"/>
              </p:cNvSpPr>
              <p:nvPr/>
            </p:nvSpPr>
            <p:spPr bwMode="auto">
              <a:xfrm>
                <a:off x="5609471" y="5345848"/>
                <a:ext cx="135458" cy="140877"/>
              </a:xfrm>
              <a:prstGeom prst="ellipse">
                <a:avLst/>
              </a:prstGeom>
              <a:noFill/>
              <a:ln w="254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14" name="Rectangle 113">
                <a:extLst>
                  <a:ext uri="{FF2B5EF4-FFF2-40B4-BE49-F238E27FC236}">
                    <a16:creationId xmlns:a16="http://schemas.microsoft.com/office/drawing/2014/main" id="{C69D1BAE-A247-FD57-F020-BA8D10FF7A54}"/>
                  </a:ext>
                </a:extLst>
              </p:cNvPr>
              <p:cNvSpPr/>
              <p:nvPr/>
            </p:nvSpPr>
            <p:spPr>
              <a:xfrm>
                <a:off x="5060950" y="5251450"/>
                <a:ext cx="1236133" cy="332317"/>
              </a:xfrm>
              <a:prstGeom prst="rect">
                <a:avLst/>
              </a:prstGeom>
              <a:noFill/>
              <a:ln w="254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sp>
          <p:nvSpPr>
            <p:cNvPr id="85" name="TextBox 84">
              <a:extLst>
                <a:ext uri="{FF2B5EF4-FFF2-40B4-BE49-F238E27FC236}">
                  <a16:creationId xmlns:a16="http://schemas.microsoft.com/office/drawing/2014/main" id="{DD28942C-CF18-EB6C-3F50-BFA43B89ACB3}"/>
                </a:ext>
              </a:extLst>
            </p:cNvPr>
            <p:cNvSpPr txBox="1"/>
            <p:nvPr/>
          </p:nvSpPr>
          <p:spPr>
            <a:xfrm>
              <a:off x="4804384" y="1909134"/>
              <a:ext cx="1269825" cy="215123"/>
            </a:xfrm>
            <a:prstGeom prst="rect">
              <a:avLst/>
            </a:prstGeom>
            <a:noFill/>
          </p:spPr>
          <p:txBody>
            <a:bodyPr wrap="square" lIns="0" tIns="0" rIns="0" bIns="0" rtlCol="0">
              <a:spAutoFit/>
            </a:bodyPr>
            <a:lstStyle/>
            <a:p>
              <a:pPr algn="ctr">
                <a:lnSpc>
                  <a:spcPct val="130000"/>
                </a:lnSpc>
              </a:pPr>
              <a:r>
                <a:rPr lang="en-US" sz="1200" dirty="0"/>
                <a:t>vSAN-HCI-MED</a:t>
              </a:r>
            </a:p>
          </p:txBody>
        </p:sp>
        <p:grpSp>
          <p:nvGrpSpPr>
            <p:cNvPr id="89" name="Group 88">
              <a:extLst>
                <a:ext uri="{FF2B5EF4-FFF2-40B4-BE49-F238E27FC236}">
                  <a16:creationId xmlns:a16="http://schemas.microsoft.com/office/drawing/2014/main" id="{DE94B630-ABAC-0F11-2D17-4CCFBEBE9221}"/>
                </a:ext>
              </a:extLst>
            </p:cNvPr>
            <p:cNvGrpSpPr>
              <a:grpSpLocks noChangeAspect="1"/>
            </p:cNvGrpSpPr>
            <p:nvPr/>
          </p:nvGrpSpPr>
          <p:grpSpPr>
            <a:xfrm>
              <a:off x="4957579" y="2254475"/>
              <a:ext cx="963434" cy="240044"/>
              <a:chOff x="5060950" y="5251450"/>
              <a:chExt cx="1236133" cy="332317"/>
            </a:xfrm>
          </p:grpSpPr>
          <p:sp>
            <p:nvSpPr>
              <p:cNvPr id="99" name="Line 5">
                <a:extLst>
                  <a:ext uri="{FF2B5EF4-FFF2-40B4-BE49-F238E27FC236}">
                    <a16:creationId xmlns:a16="http://schemas.microsoft.com/office/drawing/2014/main" id="{354E2642-0F48-0C83-08C1-6161F3352258}"/>
                  </a:ext>
                </a:extLst>
              </p:cNvPr>
              <p:cNvSpPr>
                <a:spLocks noChangeShapeType="1"/>
              </p:cNvSpPr>
              <p:nvPr/>
            </p:nvSpPr>
            <p:spPr bwMode="auto">
              <a:xfrm>
                <a:off x="601042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00" name="Line 6">
                <a:extLst>
                  <a:ext uri="{FF2B5EF4-FFF2-40B4-BE49-F238E27FC236}">
                    <a16:creationId xmlns:a16="http://schemas.microsoft.com/office/drawing/2014/main" id="{32ABE446-765E-822A-14F5-04758B6274E2}"/>
                  </a:ext>
                </a:extLst>
              </p:cNvPr>
              <p:cNvSpPr>
                <a:spLocks noChangeShapeType="1"/>
              </p:cNvSpPr>
              <p:nvPr/>
            </p:nvSpPr>
            <p:spPr bwMode="auto">
              <a:xfrm>
                <a:off x="609712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01" name="Line 7">
                <a:extLst>
                  <a:ext uri="{FF2B5EF4-FFF2-40B4-BE49-F238E27FC236}">
                    <a16:creationId xmlns:a16="http://schemas.microsoft.com/office/drawing/2014/main" id="{0973A409-E526-BC06-9AA8-E3672AD0F7D5}"/>
                  </a:ext>
                </a:extLst>
              </p:cNvPr>
              <p:cNvSpPr>
                <a:spLocks noChangeShapeType="1"/>
              </p:cNvSpPr>
              <p:nvPr/>
            </p:nvSpPr>
            <p:spPr bwMode="auto">
              <a:xfrm>
                <a:off x="618381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02" name="Line 8">
                <a:extLst>
                  <a:ext uri="{FF2B5EF4-FFF2-40B4-BE49-F238E27FC236}">
                    <a16:creationId xmlns:a16="http://schemas.microsoft.com/office/drawing/2014/main" id="{E9A195FA-C78E-2704-51C5-297C6EE6BD25}"/>
                  </a:ext>
                </a:extLst>
              </p:cNvPr>
              <p:cNvSpPr>
                <a:spLocks noChangeShapeType="1"/>
              </p:cNvSpPr>
              <p:nvPr/>
            </p:nvSpPr>
            <p:spPr bwMode="auto">
              <a:xfrm>
                <a:off x="517058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03" name="Line 9">
                <a:extLst>
                  <a:ext uri="{FF2B5EF4-FFF2-40B4-BE49-F238E27FC236}">
                    <a16:creationId xmlns:a16="http://schemas.microsoft.com/office/drawing/2014/main" id="{85D9AF09-F6B6-78C9-EF99-D01F78E26620}"/>
                  </a:ext>
                </a:extLst>
              </p:cNvPr>
              <p:cNvSpPr>
                <a:spLocks noChangeShapeType="1"/>
              </p:cNvSpPr>
              <p:nvPr/>
            </p:nvSpPr>
            <p:spPr bwMode="auto">
              <a:xfrm>
                <a:off x="525728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04" name="Line 10">
                <a:extLst>
                  <a:ext uri="{FF2B5EF4-FFF2-40B4-BE49-F238E27FC236}">
                    <a16:creationId xmlns:a16="http://schemas.microsoft.com/office/drawing/2014/main" id="{84B89D89-1217-3027-5BE0-5C710290154E}"/>
                  </a:ext>
                </a:extLst>
              </p:cNvPr>
              <p:cNvSpPr>
                <a:spLocks noChangeShapeType="1"/>
              </p:cNvSpPr>
              <p:nvPr/>
            </p:nvSpPr>
            <p:spPr bwMode="auto">
              <a:xfrm>
                <a:off x="534668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05" name="Oval 11">
                <a:extLst>
                  <a:ext uri="{FF2B5EF4-FFF2-40B4-BE49-F238E27FC236}">
                    <a16:creationId xmlns:a16="http://schemas.microsoft.com/office/drawing/2014/main" id="{B632FC1D-F55C-9DF4-99AD-CCB60C676E1F}"/>
                  </a:ext>
                </a:extLst>
              </p:cNvPr>
              <p:cNvSpPr>
                <a:spLocks noChangeArrowheads="1"/>
              </p:cNvSpPr>
              <p:nvPr/>
            </p:nvSpPr>
            <p:spPr bwMode="auto">
              <a:xfrm>
                <a:off x="5609471" y="5345848"/>
                <a:ext cx="135458" cy="140877"/>
              </a:xfrm>
              <a:prstGeom prst="ellipse">
                <a:avLst/>
              </a:prstGeom>
              <a:noFill/>
              <a:ln w="254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106" name="Rectangle 105">
                <a:extLst>
                  <a:ext uri="{FF2B5EF4-FFF2-40B4-BE49-F238E27FC236}">
                    <a16:creationId xmlns:a16="http://schemas.microsoft.com/office/drawing/2014/main" id="{138B7D1A-EC60-1ADC-A751-1A13C5AF5250}"/>
                  </a:ext>
                </a:extLst>
              </p:cNvPr>
              <p:cNvSpPr/>
              <p:nvPr/>
            </p:nvSpPr>
            <p:spPr>
              <a:xfrm>
                <a:off x="5060950" y="5251450"/>
                <a:ext cx="1236133" cy="332317"/>
              </a:xfrm>
              <a:prstGeom prst="rect">
                <a:avLst/>
              </a:prstGeom>
              <a:noFill/>
              <a:ln w="254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sp>
          <p:nvSpPr>
            <p:cNvPr id="87" name="TextBox 86">
              <a:extLst>
                <a:ext uri="{FF2B5EF4-FFF2-40B4-BE49-F238E27FC236}">
                  <a16:creationId xmlns:a16="http://schemas.microsoft.com/office/drawing/2014/main" id="{9E2B3D6B-0620-A128-BD94-28453756464E}"/>
                </a:ext>
              </a:extLst>
            </p:cNvPr>
            <p:cNvSpPr txBox="1"/>
            <p:nvPr/>
          </p:nvSpPr>
          <p:spPr>
            <a:xfrm>
              <a:off x="3059189" y="1909134"/>
              <a:ext cx="1269825" cy="215123"/>
            </a:xfrm>
            <a:prstGeom prst="rect">
              <a:avLst/>
            </a:prstGeom>
            <a:noFill/>
          </p:spPr>
          <p:txBody>
            <a:bodyPr wrap="square" lIns="0" tIns="0" rIns="0" bIns="0" rtlCol="0">
              <a:spAutoFit/>
            </a:bodyPr>
            <a:lstStyle/>
            <a:p>
              <a:pPr algn="ctr">
                <a:lnSpc>
                  <a:spcPct val="130000"/>
                </a:lnSpc>
              </a:pPr>
              <a:r>
                <a:rPr lang="en-US" sz="1200" dirty="0"/>
                <a:t>vSAN-HCI-SM</a:t>
              </a:r>
            </a:p>
          </p:txBody>
        </p:sp>
        <p:grpSp>
          <p:nvGrpSpPr>
            <p:cNvPr id="90" name="Group 89">
              <a:extLst>
                <a:ext uri="{FF2B5EF4-FFF2-40B4-BE49-F238E27FC236}">
                  <a16:creationId xmlns:a16="http://schemas.microsoft.com/office/drawing/2014/main" id="{EAEB6065-C47D-C868-D300-20857863A3B5}"/>
                </a:ext>
              </a:extLst>
            </p:cNvPr>
            <p:cNvGrpSpPr>
              <a:grpSpLocks noChangeAspect="1"/>
            </p:cNvGrpSpPr>
            <p:nvPr/>
          </p:nvGrpSpPr>
          <p:grpSpPr>
            <a:xfrm>
              <a:off x="3212384" y="2254475"/>
              <a:ext cx="963434" cy="240044"/>
              <a:chOff x="5060950" y="5251450"/>
              <a:chExt cx="1236133" cy="332317"/>
            </a:xfrm>
          </p:grpSpPr>
          <p:sp>
            <p:nvSpPr>
              <p:cNvPr id="91" name="Line 5">
                <a:extLst>
                  <a:ext uri="{FF2B5EF4-FFF2-40B4-BE49-F238E27FC236}">
                    <a16:creationId xmlns:a16="http://schemas.microsoft.com/office/drawing/2014/main" id="{B3B6DC08-27E6-D083-C6B2-31E51331AFA7}"/>
                  </a:ext>
                </a:extLst>
              </p:cNvPr>
              <p:cNvSpPr>
                <a:spLocks noChangeShapeType="1"/>
              </p:cNvSpPr>
              <p:nvPr/>
            </p:nvSpPr>
            <p:spPr bwMode="auto">
              <a:xfrm>
                <a:off x="601042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92" name="Line 6">
                <a:extLst>
                  <a:ext uri="{FF2B5EF4-FFF2-40B4-BE49-F238E27FC236}">
                    <a16:creationId xmlns:a16="http://schemas.microsoft.com/office/drawing/2014/main" id="{3C77F059-0433-6C0E-AE60-44C9D2071B17}"/>
                  </a:ext>
                </a:extLst>
              </p:cNvPr>
              <p:cNvSpPr>
                <a:spLocks noChangeShapeType="1"/>
              </p:cNvSpPr>
              <p:nvPr/>
            </p:nvSpPr>
            <p:spPr bwMode="auto">
              <a:xfrm>
                <a:off x="609712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93" name="Line 7">
                <a:extLst>
                  <a:ext uri="{FF2B5EF4-FFF2-40B4-BE49-F238E27FC236}">
                    <a16:creationId xmlns:a16="http://schemas.microsoft.com/office/drawing/2014/main" id="{EB819543-AB90-CF4A-5C89-36BAF5FADD3E}"/>
                  </a:ext>
                </a:extLst>
              </p:cNvPr>
              <p:cNvSpPr>
                <a:spLocks noChangeShapeType="1"/>
              </p:cNvSpPr>
              <p:nvPr/>
            </p:nvSpPr>
            <p:spPr bwMode="auto">
              <a:xfrm>
                <a:off x="618381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94" name="Line 8">
                <a:extLst>
                  <a:ext uri="{FF2B5EF4-FFF2-40B4-BE49-F238E27FC236}">
                    <a16:creationId xmlns:a16="http://schemas.microsoft.com/office/drawing/2014/main" id="{B19714E9-8B56-41D2-930C-A4B7FC33FAFE}"/>
                  </a:ext>
                </a:extLst>
              </p:cNvPr>
              <p:cNvSpPr>
                <a:spLocks noChangeShapeType="1"/>
              </p:cNvSpPr>
              <p:nvPr/>
            </p:nvSpPr>
            <p:spPr bwMode="auto">
              <a:xfrm>
                <a:off x="5170587"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95" name="Line 9">
                <a:extLst>
                  <a:ext uri="{FF2B5EF4-FFF2-40B4-BE49-F238E27FC236}">
                    <a16:creationId xmlns:a16="http://schemas.microsoft.com/office/drawing/2014/main" id="{AC14936C-C6BF-A07A-E311-D4AB3D8E8C2D}"/>
                  </a:ext>
                </a:extLst>
              </p:cNvPr>
              <p:cNvSpPr>
                <a:spLocks noChangeShapeType="1"/>
              </p:cNvSpPr>
              <p:nvPr/>
            </p:nvSpPr>
            <p:spPr bwMode="auto">
              <a:xfrm>
                <a:off x="5257280"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96" name="Line 10">
                <a:extLst>
                  <a:ext uri="{FF2B5EF4-FFF2-40B4-BE49-F238E27FC236}">
                    <a16:creationId xmlns:a16="http://schemas.microsoft.com/office/drawing/2014/main" id="{6A05B095-5B98-AF38-85DD-4160F15D766D}"/>
                  </a:ext>
                </a:extLst>
              </p:cNvPr>
              <p:cNvSpPr>
                <a:spLocks noChangeShapeType="1"/>
              </p:cNvSpPr>
              <p:nvPr/>
            </p:nvSpPr>
            <p:spPr bwMode="auto">
              <a:xfrm>
                <a:off x="5346683" y="5324175"/>
                <a:ext cx="0" cy="184223"/>
              </a:xfrm>
              <a:prstGeom prst="line">
                <a:avLst/>
              </a:prstGeom>
              <a:noFill/>
              <a:ln w="254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97" name="Oval 11">
                <a:extLst>
                  <a:ext uri="{FF2B5EF4-FFF2-40B4-BE49-F238E27FC236}">
                    <a16:creationId xmlns:a16="http://schemas.microsoft.com/office/drawing/2014/main" id="{7D165E93-80EC-66FE-1038-1D78D95C1336}"/>
                  </a:ext>
                </a:extLst>
              </p:cNvPr>
              <p:cNvSpPr>
                <a:spLocks noChangeArrowheads="1"/>
              </p:cNvSpPr>
              <p:nvPr/>
            </p:nvSpPr>
            <p:spPr bwMode="auto">
              <a:xfrm>
                <a:off x="5609471" y="5345848"/>
                <a:ext cx="135458" cy="140877"/>
              </a:xfrm>
              <a:prstGeom prst="ellipse">
                <a:avLst/>
              </a:prstGeom>
              <a:noFill/>
              <a:ln w="254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ea typeface="+mn-ea"/>
                  <a:cs typeface="+mn-cs"/>
                </a:endParaRPr>
              </a:p>
            </p:txBody>
          </p:sp>
          <p:sp>
            <p:nvSpPr>
              <p:cNvPr id="98" name="Rectangle 97">
                <a:extLst>
                  <a:ext uri="{FF2B5EF4-FFF2-40B4-BE49-F238E27FC236}">
                    <a16:creationId xmlns:a16="http://schemas.microsoft.com/office/drawing/2014/main" id="{683B2083-DC77-1FD6-2871-0F6D4488C076}"/>
                  </a:ext>
                </a:extLst>
              </p:cNvPr>
              <p:cNvSpPr/>
              <p:nvPr/>
            </p:nvSpPr>
            <p:spPr>
              <a:xfrm>
                <a:off x="5060950" y="5251450"/>
                <a:ext cx="1236133" cy="332317"/>
              </a:xfrm>
              <a:prstGeom prst="rect">
                <a:avLst/>
              </a:prstGeom>
              <a:noFill/>
              <a:ln w="254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ea typeface="+mn-ea"/>
                  <a:cs typeface="+mn-cs"/>
                </a:endParaRPr>
              </a:p>
            </p:txBody>
          </p:sp>
        </p:grpSp>
      </p:grpSp>
      <p:sp>
        <p:nvSpPr>
          <p:cNvPr id="124" name="TextBox 123">
            <a:extLst>
              <a:ext uri="{FF2B5EF4-FFF2-40B4-BE49-F238E27FC236}">
                <a16:creationId xmlns:a16="http://schemas.microsoft.com/office/drawing/2014/main" id="{92C43E1A-EB2C-34A5-1A23-DDE46955B9F5}"/>
              </a:ext>
            </a:extLst>
          </p:cNvPr>
          <p:cNvSpPr txBox="1"/>
          <p:nvPr/>
        </p:nvSpPr>
        <p:spPr>
          <a:xfrm>
            <a:off x="640228" y="1969064"/>
            <a:ext cx="2008368" cy="530979"/>
          </a:xfrm>
          <a:prstGeom prst="rect">
            <a:avLst/>
          </a:prstGeom>
          <a:noFill/>
        </p:spPr>
        <p:txBody>
          <a:bodyPr wrap="square" lIns="0" tIns="0" rIns="0" bIns="0" rtlCol="0">
            <a:spAutoFit/>
          </a:bodyPr>
          <a:lstStyle/>
          <a:p>
            <a:pPr algn="ctr">
              <a:lnSpc>
                <a:spcPct val="130000"/>
              </a:lnSpc>
            </a:pPr>
            <a:r>
              <a:rPr lang="en-US" sz="1400" dirty="0"/>
              <a:t>ReadyNodes for</a:t>
            </a:r>
            <a:br>
              <a:rPr lang="en-US" sz="1400" dirty="0"/>
            </a:br>
            <a:r>
              <a:rPr lang="en-US" sz="1400" dirty="0"/>
              <a:t>vSAN HCI clusters</a:t>
            </a:r>
          </a:p>
        </p:txBody>
      </p:sp>
      <p:sp>
        <p:nvSpPr>
          <p:cNvPr id="125" name="TextBox 124">
            <a:extLst>
              <a:ext uri="{FF2B5EF4-FFF2-40B4-BE49-F238E27FC236}">
                <a16:creationId xmlns:a16="http://schemas.microsoft.com/office/drawing/2014/main" id="{F74FEFA0-8269-05F4-397D-F645149C02D2}"/>
              </a:ext>
            </a:extLst>
          </p:cNvPr>
          <p:cNvSpPr txBox="1"/>
          <p:nvPr/>
        </p:nvSpPr>
        <p:spPr>
          <a:xfrm>
            <a:off x="640228" y="3620711"/>
            <a:ext cx="2008368" cy="530979"/>
          </a:xfrm>
          <a:prstGeom prst="rect">
            <a:avLst/>
          </a:prstGeom>
          <a:noFill/>
        </p:spPr>
        <p:txBody>
          <a:bodyPr wrap="square" lIns="0" tIns="0" rIns="0" bIns="0" rtlCol="0">
            <a:spAutoFit/>
          </a:bodyPr>
          <a:lstStyle/>
          <a:p>
            <a:pPr algn="ctr">
              <a:lnSpc>
                <a:spcPct val="130000"/>
              </a:lnSpc>
            </a:pPr>
            <a:r>
              <a:rPr lang="en-US" sz="1400" dirty="0"/>
              <a:t>ReadyNodes for</a:t>
            </a:r>
            <a:br>
              <a:rPr lang="en-US" sz="1400" dirty="0"/>
            </a:br>
            <a:r>
              <a:rPr lang="en-US" sz="1400" dirty="0"/>
              <a:t>vSAN storage clusters</a:t>
            </a:r>
          </a:p>
        </p:txBody>
      </p:sp>
      <p:sp>
        <p:nvSpPr>
          <p:cNvPr id="126" name="TextBox 125">
            <a:extLst>
              <a:ext uri="{FF2B5EF4-FFF2-40B4-BE49-F238E27FC236}">
                <a16:creationId xmlns:a16="http://schemas.microsoft.com/office/drawing/2014/main" id="{CE087BA0-D928-10B7-7AB1-492AD550BDAB}"/>
              </a:ext>
            </a:extLst>
          </p:cNvPr>
          <p:cNvSpPr txBox="1"/>
          <p:nvPr/>
        </p:nvSpPr>
        <p:spPr>
          <a:xfrm>
            <a:off x="640228" y="5272358"/>
            <a:ext cx="2008368" cy="530979"/>
          </a:xfrm>
          <a:prstGeom prst="rect">
            <a:avLst/>
          </a:prstGeom>
          <a:noFill/>
        </p:spPr>
        <p:txBody>
          <a:bodyPr wrap="square" lIns="0" tIns="0" rIns="0" bIns="0" rtlCol="0">
            <a:spAutoFit/>
          </a:bodyPr>
          <a:lstStyle/>
          <a:p>
            <a:pPr algn="ctr">
              <a:lnSpc>
                <a:spcPct val="130000"/>
              </a:lnSpc>
            </a:pPr>
            <a:r>
              <a:rPr lang="en-US" sz="1400" dirty="0"/>
              <a:t>ReadyNodes for</a:t>
            </a:r>
            <a:br>
              <a:rPr lang="en-US" sz="1400" dirty="0"/>
            </a:br>
            <a:r>
              <a:rPr lang="en-US" sz="1400" dirty="0"/>
              <a:t>Cyber Recovery clusters</a:t>
            </a:r>
          </a:p>
        </p:txBody>
      </p:sp>
      <p:sp>
        <p:nvSpPr>
          <p:cNvPr id="42" name="Arrow: Chevron 41">
            <a:extLst>
              <a:ext uri="{FF2B5EF4-FFF2-40B4-BE49-F238E27FC236}">
                <a16:creationId xmlns:a16="http://schemas.microsoft.com/office/drawing/2014/main" id="{E971778C-30F5-54A5-42C6-EC8892CA6A9A}"/>
              </a:ext>
            </a:extLst>
          </p:cNvPr>
          <p:cNvSpPr/>
          <p:nvPr/>
        </p:nvSpPr>
        <p:spPr bwMode="gray">
          <a:xfrm>
            <a:off x="4175819" y="2952151"/>
            <a:ext cx="2525020" cy="216451"/>
          </a:xfrm>
          <a:prstGeom prst="chevron">
            <a:avLst/>
          </a:prstGeom>
          <a:solidFill>
            <a:schemeClr val="accent2">
              <a:alpha val="80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bg1"/>
                </a:solidFill>
              </a:rPr>
              <a:t>Better Performance</a:t>
            </a:r>
          </a:p>
        </p:txBody>
      </p:sp>
      <p:sp>
        <p:nvSpPr>
          <p:cNvPr id="120" name="Arrow: Chevron 119">
            <a:extLst>
              <a:ext uri="{FF2B5EF4-FFF2-40B4-BE49-F238E27FC236}">
                <a16:creationId xmlns:a16="http://schemas.microsoft.com/office/drawing/2014/main" id="{0F5A12A9-43D5-8168-FE33-EF5B18EA6A15}"/>
              </a:ext>
            </a:extLst>
          </p:cNvPr>
          <p:cNvSpPr/>
          <p:nvPr/>
        </p:nvSpPr>
        <p:spPr bwMode="gray">
          <a:xfrm>
            <a:off x="4175819" y="4603798"/>
            <a:ext cx="2525020" cy="216451"/>
          </a:xfrm>
          <a:prstGeom prst="chevron">
            <a:avLst/>
          </a:prstGeom>
          <a:solidFill>
            <a:schemeClr val="accent2">
              <a:alpha val="80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bg1"/>
                </a:solidFill>
              </a:rPr>
              <a:t>Better Performance</a:t>
            </a:r>
          </a:p>
        </p:txBody>
      </p:sp>
    </p:spTree>
    <p:extLst>
      <p:ext uri="{BB962C8B-B14F-4D97-AF65-F5344CB8AC3E}">
        <p14:creationId xmlns:p14="http://schemas.microsoft.com/office/powerpoint/2010/main" val="3459533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4"/>
                                        </p:tgtEl>
                                        <p:attrNameLst>
                                          <p:attrName>style.visibility</p:attrName>
                                        </p:attrNameLst>
                                      </p:cBhvr>
                                      <p:to>
                                        <p:strVal val="visible"/>
                                      </p:to>
                                    </p:set>
                                    <p:animEffect transition="in" filter="fade">
                                      <p:cBhvr>
                                        <p:cTn id="7" dur="500"/>
                                        <p:tgtEl>
                                          <p:spTgt spid="124"/>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17"/>
                                        </p:tgtEl>
                                        <p:attrNameLst>
                                          <p:attrName>style.visibility</p:attrName>
                                        </p:attrNameLst>
                                      </p:cBhvr>
                                      <p:to>
                                        <p:strVal val="visible"/>
                                      </p:to>
                                    </p:set>
                                    <p:animEffect transition="in" filter="wipe(left)">
                                      <p:cBhvr>
                                        <p:cTn id="10" dur="1000"/>
                                        <p:tgtEl>
                                          <p:spTgt spid="117"/>
                                        </p:tgtEl>
                                      </p:cBhvr>
                                    </p:animEffec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30"/>
                                        </p:tgtEl>
                                        <p:attrNameLst>
                                          <p:attrName>style.visibility</p:attrName>
                                        </p:attrNameLst>
                                      </p:cBhvr>
                                      <p:to>
                                        <p:strVal val="visible"/>
                                      </p:to>
                                    </p:set>
                                    <p:animEffect transition="in" filter="fade">
                                      <p:cBhvr>
                                        <p:cTn id="14" dur="500"/>
                                        <p:tgtEl>
                                          <p:spTgt spid="30"/>
                                        </p:tgtEl>
                                      </p:cBhvr>
                                    </p:animEffect>
                                  </p:childTnLst>
                                </p:cTn>
                              </p:par>
                            </p:childTnLst>
                          </p:cTn>
                        </p:par>
                        <p:par>
                          <p:cTn id="15" fill="hold">
                            <p:stCondLst>
                              <p:cond delay="1500"/>
                            </p:stCondLst>
                            <p:childTnLst>
                              <p:par>
                                <p:cTn id="16" presetID="22" presetClass="entr" presetSubtype="8" fill="hold" grpId="0" nodeType="afterEffect">
                                  <p:stCondLst>
                                    <p:cond delay="1500"/>
                                  </p:stCondLst>
                                  <p:childTnLst>
                                    <p:set>
                                      <p:cBhvr>
                                        <p:cTn id="17" dur="1" fill="hold">
                                          <p:stCondLst>
                                            <p:cond delay="0"/>
                                          </p:stCondLst>
                                        </p:cTn>
                                        <p:tgtEl>
                                          <p:spTgt spid="115"/>
                                        </p:tgtEl>
                                        <p:attrNameLst>
                                          <p:attrName>style.visibility</p:attrName>
                                        </p:attrNameLst>
                                      </p:cBhvr>
                                      <p:to>
                                        <p:strVal val="visible"/>
                                      </p:to>
                                    </p:set>
                                    <p:animEffect transition="in" filter="wipe(left)">
                                      <p:cBhvr>
                                        <p:cTn id="18" dur="1000"/>
                                        <p:tgtEl>
                                          <p:spTgt spid="115"/>
                                        </p:tgtEl>
                                      </p:cBhvr>
                                    </p:animEffect>
                                  </p:childTnLst>
                                </p:cTn>
                              </p:par>
                              <p:par>
                                <p:cTn id="19" presetID="10" presetClass="entr" presetSubtype="0" fill="hold" grpId="0" nodeType="withEffect">
                                  <p:stCondLst>
                                    <p:cond delay="1500"/>
                                  </p:stCondLst>
                                  <p:childTnLst>
                                    <p:set>
                                      <p:cBhvr>
                                        <p:cTn id="20" dur="1" fill="hold">
                                          <p:stCondLst>
                                            <p:cond delay="0"/>
                                          </p:stCondLst>
                                        </p:cTn>
                                        <p:tgtEl>
                                          <p:spTgt spid="125"/>
                                        </p:tgtEl>
                                        <p:attrNameLst>
                                          <p:attrName>style.visibility</p:attrName>
                                        </p:attrNameLst>
                                      </p:cBhvr>
                                      <p:to>
                                        <p:strVal val="visible"/>
                                      </p:to>
                                    </p:set>
                                    <p:animEffect transition="in" filter="fade">
                                      <p:cBhvr>
                                        <p:cTn id="21" dur="500"/>
                                        <p:tgtEl>
                                          <p:spTgt spid="125"/>
                                        </p:tgtEl>
                                      </p:cBhvr>
                                    </p:animEffect>
                                  </p:childTnLst>
                                </p:cTn>
                              </p:par>
                            </p:childTnLst>
                          </p:cTn>
                        </p:par>
                        <p:par>
                          <p:cTn id="22" fill="hold">
                            <p:stCondLst>
                              <p:cond delay="4000"/>
                            </p:stCondLst>
                            <p:childTnLst>
                              <p:par>
                                <p:cTn id="23" presetID="10" presetClass="entr" presetSubtype="0" fill="hold" nodeType="after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fade">
                                      <p:cBhvr>
                                        <p:cTn id="25" dur="500"/>
                                        <p:tgtEl>
                                          <p:spTgt spid="31"/>
                                        </p:tgtEl>
                                      </p:cBhvr>
                                    </p:animEffect>
                                  </p:childTnLst>
                                </p:cTn>
                              </p:par>
                            </p:childTnLst>
                          </p:cTn>
                        </p:par>
                        <p:par>
                          <p:cTn id="26" fill="hold">
                            <p:stCondLst>
                              <p:cond delay="4500"/>
                            </p:stCondLst>
                            <p:childTnLst>
                              <p:par>
                                <p:cTn id="27" presetID="22" presetClass="entr" presetSubtype="8" fill="hold" grpId="0" nodeType="afterEffect">
                                  <p:stCondLst>
                                    <p:cond delay="1500"/>
                                  </p:stCondLst>
                                  <p:childTnLst>
                                    <p:set>
                                      <p:cBhvr>
                                        <p:cTn id="28" dur="1" fill="hold">
                                          <p:stCondLst>
                                            <p:cond delay="0"/>
                                          </p:stCondLst>
                                        </p:cTn>
                                        <p:tgtEl>
                                          <p:spTgt spid="116"/>
                                        </p:tgtEl>
                                        <p:attrNameLst>
                                          <p:attrName>style.visibility</p:attrName>
                                        </p:attrNameLst>
                                      </p:cBhvr>
                                      <p:to>
                                        <p:strVal val="visible"/>
                                      </p:to>
                                    </p:set>
                                    <p:animEffect transition="in" filter="wipe(left)">
                                      <p:cBhvr>
                                        <p:cTn id="29" dur="1000"/>
                                        <p:tgtEl>
                                          <p:spTgt spid="116"/>
                                        </p:tgtEl>
                                      </p:cBhvr>
                                    </p:animEffect>
                                  </p:childTnLst>
                                </p:cTn>
                              </p:par>
                              <p:par>
                                <p:cTn id="30" presetID="10" presetClass="entr" presetSubtype="0" fill="hold" grpId="0" nodeType="withEffect">
                                  <p:stCondLst>
                                    <p:cond delay="1500"/>
                                  </p:stCondLst>
                                  <p:childTnLst>
                                    <p:set>
                                      <p:cBhvr>
                                        <p:cTn id="31" dur="1" fill="hold">
                                          <p:stCondLst>
                                            <p:cond delay="0"/>
                                          </p:stCondLst>
                                        </p:cTn>
                                        <p:tgtEl>
                                          <p:spTgt spid="126"/>
                                        </p:tgtEl>
                                        <p:attrNameLst>
                                          <p:attrName>style.visibility</p:attrName>
                                        </p:attrNameLst>
                                      </p:cBhvr>
                                      <p:to>
                                        <p:strVal val="visible"/>
                                      </p:to>
                                    </p:set>
                                    <p:animEffect transition="in" filter="fade">
                                      <p:cBhvr>
                                        <p:cTn id="32" dur="500"/>
                                        <p:tgtEl>
                                          <p:spTgt spid="126"/>
                                        </p:tgtEl>
                                      </p:cBhvr>
                                    </p:animEffect>
                                  </p:childTnLst>
                                </p:cTn>
                              </p:par>
                            </p:childTnLst>
                          </p:cTn>
                        </p:par>
                        <p:par>
                          <p:cTn id="33" fill="hold">
                            <p:stCondLst>
                              <p:cond delay="7000"/>
                            </p:stCondLst>
                            <p:childTnLst>
                              <p:par>
                                <p:cTn id="34" presetID="10" presetClass="entr" presetSubtype="0" fill="hold" nodeType="afterEffect">
                                  <p:stCondLst>
                                    <p:cond delay="0"/>
                                  </p:stCondLst>
                                  <p:childTnLst>
                                    <p:set>
                                      <p:cBhvr>
                                        <p:cTn id="35" dur="1" fill="hold">
                                          <p:stCondLst>
                                            <p:cond delay="0"/>
                                          </p:stCondLst>
                                        </p:cTn>
                                        <p:tgtEl>
                                          <p:spTgt spid="40"/>
                                        </p:tgtEl>
                                        <p:attrNameLst>
                                          <p:attrName>style.visibility</p:attrName>
                                        </p:attrNameLst>
                                      </p:cBhvr>
                                      <p:to>
                                        <p:strVal val="visible"/>
                                      </p:to>
                                    </p:set>
                                    <p:animEffect transition="in" filter="fade">
                                      <p:cBhvr>
                                        <p:cTn id="36" dur="500"/>
                                        <p:tgtEl>
                                          <p:spTgt spid="40"/>
                                        </p:tgtEl>
                                      </p:cBhvr>
                                    </p:animEffect>
                                  </p:childTnLst>
                                </p:cTn>
                              </p:par>
                            </p:childTnLst>
                          </p:cTn>
                        </p:par>
                        <p:par>
                          <p:cTn id="37" fill="hold">
                            <p:stCondLst>
                              <p:cond delay="7500"/>
                            </p:stCondLst>
                            <p:childTnLst>
                              <p:par>
                                <p:cTn id="38" presetID="22" presetClass="entr" presetSubtype="8" fill="hold" grpId="0" nodeType="afterEffect">
                                  <p:stCondLst>
                                    <p:cond delay="0"/>
                                  </p:stCondLst>
                                  <p:childTnLst>
                                    <p:set>
                                      <p:cBhvr>
                                        <p:cTn id="39" dur="1" fill="hold">
                                          <p:stCondLst>
                                            <p:cond delay="0"/>
                                          </p:stCondLst>
                                        </p:cTn>
                                        <p:tgtEl>
                                          <p:spTgt spid="42"/>
                                        </p:tgtEl>
                                        <p:attrNameLst>
                                          <p:attrName>style.visibility</p:attrName>
                                        </p:attrNameLst>
                                      </p:cBhvr>
                                      <p:to>
                                        <p:strVal val="visible"/>
                                      </p:to>
                                    </p:set>
                                    <p:animEffect transition="in" filter="wipe(left)">
                                      <p:cBhvr>
                                        <p:cTn id="40" dur="500"/>
                                        <p:tgtEl>
                                          <p:spTgt spid="42"/>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120"/>
                                        </p:tgtEl>
                                        <p:attrNameLst>
                                          <p:attrName>style.visibility</p:attrName>
                                        </p:attrNameLst>
                                      </p:cBhvr>
                                      <p:to>
                                        <p:strVal val="visible"/>
                                      </p:to>
                                    </p:set>
                                    <p:animEffect transition="in" filter="wipe(left)">
                                      <p:cBhvr>
                                        <p:cTn id="43"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animBg="1"/>
      <p:bldP spid="116" grpId="0" animBg="1"/>
      <p:bldP spid="115" grpId="0" animBg="1"/>
      <p:bldP spid="124" grpId="0"/>
      <p:bldP spid="125" grpId="0"/>
      <p:bldP spid="126" grpId="0"/>
      <p:bldP spid="42" grpId="0" animBg="1"/>
      <p:bldP spid="120"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A66C82-4B1C-D198-6A65-0130D6F39C7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0026943-3B60-7E75-57BE-54EE15C13F1D}"/>
              </a:ext>
            </a:extLst>
          </p:cNvPr>
          <p:cNvSpPr>
            <a:spLocks noGrp="1"/>
          </p:cNvSpPr>
          <p:nvPr>
            <p:ph type="title"/>
          </p:nvPr>
        </p:nvSpPr>
        <p:spPr/>
        <p:txBody>
          <a:bodyPr/>
          <a:lstStyle/>
          <a:p>
            <a:r>
              <a:rPr lang="en-US" dirty="0"/>
              <a:t>Greater Flexibility with Remote vSAN Datastores</a:t>
            </a:r>
          </a:p>
        </p:txBody>
      </p:sp>
      <p:sp>
        <p:nvSpPr>
          <p:cNvPr id="3" name="Subtitle 2">
            <a:extLst>
              <a:ext uri="{FF2B5EF4-FFF2-40B4-BE49-F238E27FC236}">
                <a16:creationId xmlns:a16="http://schemas.microsoft.com/office/drawing/2014/main" id="{E984C186-2267-6384-8DD5-55C05D979F9D}"/>
              </a:ext>
            </a:extLst>
          </p:cNvPr>
          <p:cNvSpPr>
            <a:spLocks noGrp="1"/>
          </p:cNvSpPr>
          <p:nvPr>
            <p:ph type="subTitle" idx="10"/>
          </p:nvPr>
        </p:nvSpPr>
        <p:spPr/>
        <p:txBody>
          <a:bodyPr/>
          <a:lstStyle/>
          <a:p>
            <a:r>
              <a:rPr lang="en-US" dirty="0"/>
              <a:t>Mixed mode support for remote datastores between vSAN ESA and OSA</a:t>
            </a:r>
          </a:p>
        </p:txBody>
      </p:sp>
      <p:sp>
        <p:nvSpPr>
          <p:cNvPr id="4" name="Text Placeholder 3">
            <a:extLst>
              <a:ext uri="{FF2B5EF4-FFF2-40B4-BE49-F238E27FC236}">
                <a16:creationId xmlns:a16="http://schemas.microsoft.com/office/drawing/2014/main" id="{D76F5465-BCD2-0385-68A3-6DC4545C4F7D}"/>
              </a:ext>
            </a:extLst>
          </p:cNvPr>
          <p:cNvSpPr>
            <a:spLocks noGrp="1"/>
          </p:cNvSpPr>
          <p:nvPr>
            <p:ph type="body" sz="quarter" idx="17"/>
          </p:nvPr>
        </p:nvSpPr>
        <p:spPr/>
        <p:txBody>
          <a:bodyPr/>
          <a:lstStyle/>
          <a:p>
            <a:r>
              <a:rPr lang="en-US" b="1" dirty="0"/>
              <a:t>vSAN and vSphere clusters </a:t>
            </a:r>
            <a:r>
              <a:rPr lang="en-US" dirty="0"/>
              <a:t>can mount remote vSAN datastores </a:t>
            </a:r>
            <a:r>
              <a:rPr lang="en-US" b="1" dirty="0"/>
              <a:t>regardless of architecture</a:t>
            </a:r>
          </a:p>
          <a:p>
            <a:pPr lvl="1"/>
            <a:r>
              <a:rPr lang="en-US" dirty="0"/>
              <a:t>OSA clusters to ESA &amp; OSA clusters concurrently</a:t>
            </a:r>
          </a:p>
          <a:p>
            <a:pPr lvl="1"/>
            <a:r>
              <a:rPr lang="en-US" dirty="0"/>
              <a:t>ESA clusters to OSA &amp; ESA clusters concurrently</a:t>
            </a:r>
          </a:p>
          <a:p>
            <a:pPr lvl="1"/>
            <a:r>
              <a:rPr lang="en-US" dirty="0"/>
              <a:t>Compute clusters to OSA &amp; ESA concurrently</a:t>
            </a:r>
          </a:p>
          <a:p>
            <a:r>
              <a:rPr lang="en-US" dirty="0"/>
              <a:t>Supports mounting </a:t>
            </a:r>
            <a:r>
              <a:rPr lang="en-US" b="1" dirty="0"/>
              <a:t>within and across vCenter Servers</a:t>
            </a:r>
          </a:p>
          <a:p>
            <a:r>
              <a:rPr lang="en-US" b="1" dirty="0"/>
              <a:t>Easier migration of data </a:t>
            </a:r>
            <a:r>
              <a:rPr lang="en-US" dirty="0"/>
              <a:t>between OSA and ESA datastores</a:t>
            </a:r>
          </a:p>
          <a:p>
            <a:endParaRPr lang="en-US" dirty="0"/>
          </a:p>
        </p:txBody>
      </p:sp>
      <p:grpSp>
        <p:nvGrpSpPr>
          <p:cNvPr id="6" name="Group 5">
            <a:extLst>
              <a:ext uri="{FF2B5EF4-FFF2-40B4-BE49-F238E27FC236}">
                <a16:creationId xmlns:a16="http://schemas.microsoft.com/office/drawing/2014/main" id="{20C4EB16-A3CE-0AE4-7409-24D8BAC4F699}"/>
              </a:ext>
            </a:extLst>
          </p:cNvPr>
          <p:cNvGrpSpPr/>
          <p:nvPr/>
        </p:nvGrpSpPr>
        <p:grpSpPr>
          <a:xfrm>
            <a:off x="3343849" y="5720519"/>
            <a:ext cx="2247474" cy="184666"/>
            <a:chOff x="994157" y="5796896"/>
            <a:chExt cx="2247474" cy="184666"/>
          </a:xfrm>
        </p:grpSpPr>
        <p:sp>
          <p:nvSpPr>
            <p:cNvPr id="8" name="TextBox 7">
              <a:extLst>
                <a:ext uri="{FF2B5EF4-FFF2-40B4-BE49-F238E27FC236}">
                  <a16:creationId xmlns:a16="http://schemas.microsoft.com/office/drawing/2014/main" id="{5AD8C119-E655-23B0-CE9B-9901ECBF9FCB}"/>
                </a:ext>
              </a:extLst>
            </p:cNvPr>
            <p:cNvSpPr txBox="1"/>
            <p:nvPr/>
          </p:nvSpPr>
          <p:spPr>
            <a:xfrm>
              <a:off x="1332487" y="5796896"/>
              <a:ext cx="1596741" cy="184666"/>
            </a:xfrm>
            <a:prstGeom prst="rect">
              <a:avLst/>
            </a:prstGeom>
            <a:ln>
              <a:noFill/>
            </a:ln>
          </p:spPr>
          <p:txBody>
            <a:bodyPr wrap="square" lIns="0" tIns="0" rIns="0" bIns="0" rtlCol="0">
              <a:spAutoFit/>
            </a:bodyPr>
            <a:lstStyle/>
            <a:p>
              <a:pPr algn="ctr">
                <a:spcAft>
                  <a:spcPts val="600"/>
                </a:spcAft>
              </a:pPr>
              <a:r>
                <a:rPr lang="en-US" sz="1200" dirty="0">
                  <a:solidFill>
                    <a:schemeClr val="accent2"/>
                  </a:solidFill>
                </a:rPr>
                <a:t>vSAN storage cluster</a:t>
              </a:r>
              <a:endParaRPr lang="en-US" sz="1200" dirty="0">
                <a:solidFill>
                  <a:schemeClr val="accent5"/>
                </a:solidFill>
              </a:endParaRPr>
            </a:p>
          </p:txBody>
        </p:sp>
        <p:cxnSp>
          <p:nvCxnSpPr>
            <p:cNvPr id="9" name="Straight Connector 8">
              <a:extLst>
                <a:ext uri="{FF2B5EF4-FFF2-40B4-BE49-F238E27FC236}">
                  <a16:creationId xmlns:a16="http://schemas.microsoft.com/office/drawing/2014/main" id="{1D631976-1B79-DCB9-0D2C-D2AC04406213}"/>
                </a:ext>
              </a:extLst>
            </p:cNvPr>
            <p:cNvCxnSpPr>
              <a:cxnSpLocks/>
            </p:cNvCxnSpPr>
            <p:nvPr/>
          </p:nvCxnSpPr>
          <p:spPr bwMode="gray">
            <a:xfrm>
              <a:off x="994157" y="5801106"/>
              <a:ext cx="0" cy="8806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3FC4381-8C3F-4517-A803-8730308DD1BD}"/>
                </a:ext>
              </a:extLst>
            </p:cNvPr>
            <p:cNvCxnSpPr>
              <a:cxnSpLocks/>
              <a:stCxn id="8" idx="3"/>
            </p:cNvCxnSpPr>
            <p:nvPr/>
          </p:nvCxnSpPr>
          <p:spPr bwMode="gray">
            <a:xfrm flipV="1">
              <a:off x="2929228" y="5889174"/>
              <a:ext cx="312403" cy="55"/>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0B8B67B-A45A-682B-0C0D-5D0BF810C766}"/>
                </a:ext>
              </a:extLst>
            </p:cNvPr>
            <p:cNvCxnSpPr>
              <a:cxnSpLocks/>
            </p:cNvCxnSpPr>
            <p:nvPr/>
          </p:nvCxnSpPr>
          <p:spPr bwMode="gray">
            <a:xfrm>
              <a:off x="3241631" y="5801106"/>
              <a:ext cx="0" cy="8806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E5483DA-1E33-4CEA-55E7-CCBA4A9FC81F}"/>
                </a:ext>
              </a:extLst>
            </p:cNvPr>
            <p:cNvCxnSpPr>
              <a:cxnSpLocks/>
              <a:endCxn id="8" idx="1"/>
            </p:cNvCxnSpPr>
            <p:nvPr/>
          </p:nvCxnSpPr>
          <p:spPr bwMode="gray">
            <a:xfrm>
              <a:off x="994157" y="5889174"/>
              <a:ext cx="338330" cy="55"/>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grpSp>
      <p:pic>
        <p:nvPicPr>
          <p:cNvPr id="28" name="Graphic 27">
            <a:extLst>
              <a:ext uri="{FF2B5EF4-FFF2-40B4-BE49-F238E27FC236}">
                <a16:creationId xmlns:a16="http://schemas.microsoft.com/office/drawing/2014/main" id="{C7EE689F-6A0E-2C37-F04E-EEDFF01B320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380993" y="5946466"/>
            <a:ext cx="180257" cy="211848"/>
          </a:xfrm>
          <a:prstGeom prst="rect">
            <a:avLst/>
          </a:prstGeom>
        </p:spPr>
      </p:pic>
      <p:pic>
        <p:nvPicPr>
          <p:cNvPr id="45" name="Graphic 44">
            <a:extLst>
              <a:ext uri="{FF2B5EF4-FFF2-40B4-BE49-F238E27FC236}">
                <a16:creationId xmlns:a16="http://schemas.microsoft.com/office/drawing/2014/main" id="{DFCEACE7-F050-EC39-13E4-FAD5838A663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166579" y="4479554"/>
            <a:ext cx="180257" cy="211848"/>
          </a:xfrm>
          <a:prstGeom prst="rect">
            <a:avLst/>
          </a:prstGeom>
        </p:spPr>
      </p:pic>
      <p:pic>
        <p:nvPicPr>
          <p:cNvPr id="46" name="Graphic 45">
            <a:extLst>
              <a:ext uri="{FF2B5EF4-FFF2-40B4-BE49-F238E27FC236}">
                <a16:creationId xmlns:a16="http://schemas.microsoft.com/office/drawing/2014/main" id="{92190D43-D6F1-96CC-3B23-9D466C5D4E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380993" y="4479554"/>
            <a:ext cx="180257" cy="211848"/>
          </a:xfrm>
          <a:prstGeom prst="rect">
            <a:avLst/>
          </a:prstGeom>
        </p:spPr>
      </p:pic>
      <p:grpSp>
        <p:nvGrpSpPr>
          <p:cNvPr id="47" name="Group 46">
            <a:extLst>
              <a:ext uri="{FF2B5EF4-FFF2-40B4-BE49-F238E27FC236}">
                <a16:creationId xmlns:a16="http://schemas.microsoft.com/office/drawing/2014/main" id="{5B45FD1D-3F9C-7DAF-82EA-48A3580777B4}"/>
              </a:ext>
            </a:extLst>
          </p:cNvPr>
          <p:cNvGrpSpPr/>
          <p:nvPr/>
        </p:nvGrpSpPr>
        <p:grpSpPr>
          <a:xfrm>
            <a:off x="3375718" y="4260234"/>
            <a:ext cx="1777142" cy="184666"/>
            <a:chOff x="1010826" y="5796896"/>
            <a:chExt cx="1777142" cy="184666"/>
          </a:xfrm>
        </p:grpSpPr>
        <p:sp>
          <p:nvSpPr>
            <p:cNvPr id="48" name="TextBox 47">
              <a:extLst>
                <a:ext uri="{FF2B5EF4-FFF2-40B4-BE49-F238E27FC236}">
                  <a16:creationId xmlns:a16="http://schemas.microsoft.com/office/drawing/2014/main" id="{3C6AF118-686D-167F-EBD1-D163436CBC3E}"/>
                </a:ext>
              </a:extLst>
            </p:cNvPr>
            <p:cNvSpPr txBox="1"/>
            <p:nvPr/>
          </p:nvSpPr>
          <p:spPr>
            <a:xfrm>
              <a:off x="1235529" y="5796896"/>
              <a:ext cx="1318321" cy="184666"/>
            </a:xfrm>
            <a:prstGeom prst="rect">
              <a:avLst/>
            </a:prstGeom>
            <a:ln>
              <a:noFill/>
            </a:ln>
          </p:spPr>
          <p:txBody>
            <a:bodyPr wrap="square" lIns="0" tIns="0" rIns="0" bIns="0" rtlCol="0">
              <a:spAutoFit/>
            </a:bodyPr>
            <a:lstStyle/>
            <a:p>
              <a:pPr algn="ctr">
                <a:spcAft>
                  <a:spcPts val="600"/>
                </a:spcAft>
              </a:pPr>
              <a:r>
                <a:rPr lang="en-US" sz="1200" dirty="0">
                  <a:solidFill>
                    <a:schemeClr val="bg1">
                      <a:lumMod val="50000"/>
                    </a:schemeClr>
                  </a:solidFill>
                </a:rPr>
                <a:t>vSAN OSA cluster</a:t>
              </a:r>
            </a:p>
          </p:txBody>
        </p:sp>
        <p:cxnSp>
          <p:nvCxnSpPr>
            <p:cNvPr id="49" name="Straight Connector 48">
              <a:extLst>
                <a:ext uri="{FF2B5EF4-FFF2-40B4-BE49-F238E27FC236}">
                  <a16:creationId xmlns:a16="http://schemas.microsoft.com/office/drawing/2014/main" id="{78A4787D-A98B-54E2-4965-FB807FC0F654}"/>
                </a:ext>
              </a:extLst>
            </p:cNvPr>
            <p:cNvCxnSpPr>
              <a:cxnSpLocks/>
            </p:cNvCxnSpPr>
            <p:nvPr/>
          </p:nvCxnSpPr>
          <p:spPr bwMode="gray">
            <a:xfrm>
              <a:off x="1010826" y="5801106"/>
              <a:ext cx="0" cy="88069"/>
            </a:xfrm>
            <a:prstGeom prst="line">
              <a:avLst/>
            </a:prstGeom>
            <a:solidFill>
              <a:schemeClr val="accent1"/>
            </a:solidFill>
            <a:ln w="15875">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E3EAB804-948E-D3DE-2BFF-51458D55798D}"/>
                </a:ext>
              </a:extLst>
            </p:cNvPr>
            <p:cNvCxnSpPr>
              <a:cxnSpLocks/>
            </p:cNvCxnSpPr>
            <p:nvPr/>
          </p:nvCxnSpPr>
          <p:spPr bwMode="gray">
            <a:xfrm>
              <a:off x="2576168" y="5889174"/>
              <a:ext cx="211800" cy="0"/>
            </a:xfrm>
            <a:prstGeom prst="line">
              <a:avLst/>
            </a:prstGeom>
            <a:solidFill>
              <a:schemeClr val="accent1"/>
            </a:solidFill>
            <a:ln w="15875">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C4D016E3-F9C9-20EE-A49A-FC72A9F6B084}"/>
                </a:ext>
              </a:extLst>
            </p:cNvPr>
            <p:cNvCxnSpPr>
              <a:cxnSpLocks/>
            </p:cNvCxnSpPr>
            <p:nvPr/>
          </p:nvCxnSpPr>
          <p:spPr bwMode="gray">
            <a:xfrm>
              <a:off x="2787968" y="5801106"/>
              <a:ext cx="0" cy="88069"/>
            </a:xfrm>
            <a:prstGeom prst="line">
              <a:avLst/>
            </a:prstGeom>
            <a:solidFill>
              <a:schemeClr val="accent1"/>
            </a:solidFill>
            <a:ln w="15875">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52E619CB-C887-385B-8AF1-9B4205108701}"/>
                </a:ext>
              </a:extLst>
            </p:cNvPr>
            <p:cNvCxnSpPr>
              <a:cxnSpLocks/>
            </p:cNvCxnSpPr>
            <p:nvPr/>
          </p:nvCxnSpPr>
          <p:spPr bwMode="gray">
            <a:xfrm>
              <a:off x="1010826" y="5889174"/>
              <a:ext cx="201572" cy="0"/>
            </a:xfrm>
            <a:prstGeom prst="line">
              <a:avLst/>
            </a:prstGeom>
            <a:solidFill>
              <a:schemeClr val="accent1"/>
            </a:solidFill>
            <a:ln w="15875">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pic>
        <p:nvPicPr>
          <p:cNvPr id="69" name="Graphic 68">
            <a:extLst>
              <a:ext uri="{FF2B5EF4-FFF2-40B4-BE49-F238E27FC236}">
                <a16:creationId xmlns:a16="http://schemas.microsoft.com/office/drawing/2014/main" id="{79EDFB08-02BC-2627-648B-A41FA5BDDEDF}"/>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789989" y="4479554"/>
            <a:ext cx="180257" cy="211848"/>
          </a:xfrm>
          <a:prstGeom prst="rect">
            <a:avLst/>
          </a:prstGeom>
        </p:spPr>
      </p:pic>
      <p:pic>
        <p:nvPicPr>
          <p:cNvPr id="70" name="Graphic 69">
            <a:extLst>
              <a:ext uri="{FF2B5EF4-FFF2-40B4-BE49-F238E27FC236}">
                <a16:creationId xmlns:a16="http://schemas.microsoft.com/office/drawing/2014/main" id="{C8A0765E-B78D-A058-F5FF-1BA5D934F065}"/>
              </a:ext>
            </a:extLst>
          </p:cNvPr>
          <p:cNvPicPr>
            <a:picLocks noChangeAspect="1"/>
          </p:cNvPicPr>
          <p:nvPr/>
        </p:nvPicPr>
        <p:blipFill>
          <a:blip r:embed="rId5">
            <a:extLst>
              <a:ext uri="{96DAC541-7B7A-43D3-8B79-37D633B846F1}">
                <asvg:svgBlip xmlns:asvg="http://schemas.microsoft.com/office/drawing/2016/SVG/main" r:embed="rId9"/>
              </a:ext>
            </a:extLst>
          </a:blip>
          <a:stretch>
            <a:fillRect/>
          </a:stretch>
        </p:blipFill>
        <p:spPr>
          <a:xfrm>
            <a:off x="2004403" y="4479554"/>
            <a:ext cx="180257" cy="211848"/>
          </a:xfrm>
          <a:prstGeom prst="rect">
            <a:avLst/>
          </a:prstGeom>
        </p:spPr>
      </p:pic>
      <p:grpSp>
        <p:nvGrpSpPr>
          <p:cNvPr id="71" name="Group 70">
            <a:extLst>
              <a:ext uri="{FF2B5EF4-FFF2-40B4-BE49-F238E27FC236}">
                <a16:creationId xmlns:a16="http://schemas.microsoft.com/office/drawing/2014/main" id="{9311E1CA-C70F-5422-21F6-14D9C8F16727}"/>
              </a:ext>
            </a:extLst>
          </p:cNvPr>
          <p:cNvGrpSpPr/>
          <p:nvPr/>
        </p:nvGrpSpPr>
        <p:grpSpPr>
          <a:xfrm>
            <a:off x="990118" y="4260234"/>
            <a:ext cx="1779524" cy="184666"/>
            <a:chOff x="1008444" y="5796896"/>
            <a:chExt cx="1779524" cy="184666"/>
          </a:xfrm>
        </p:grpSpPr>
        <p:sp>
          <p:nvSpPr>
            <p:cNvPr id="72" name="TextBox 71">
              <a:extLst>
                <a:ext uri="{FF2B5EF4-FFF2-40B4-BE49-F238E27FC236}">
                  <a16:creationId xmlns:a16="http://schemas.microsoft.com/office/drawing/2014/main" id="{08D288A5-F34C-30CB-A5D7-7BBF0D747F89}"/>
                </a:ext>
              </a:extLst>
            </p:cNvPr>
            <p:cNvSpPr txBox="1"/>
            <p:nvPr/>
          </p:nvSpPr>
          <p:spPr>
            <a:xfrm>
              <a:off x="1235662" y="5796896"/>
              <a:ext cx="1326141" cy="184666"/>
            </a:xfrm>
            <a:prstGeom prst="rect">
              <a:avLst/>
            </a:prstGeom>
            <a:ln>
              <a:noFill/>
            </a:ln>
          </p:spPr>
          <p:txBody>
            <a:bodyPr wrap="square" lIns="0" tIns="0" rIns="0" bIns="0" rtlCol="0">
              <a:spAutoFit/>
            </a:bodyPr>
            <a:lstStyle/>
            <a:p>
              <a:pPr algn="ctr">
                <a:spcAft>
                  <a:spcPts val="600"/>
                </a:spcAft>
              </a:pPr>
              <a:r>
                <a:rPr lang="en-US" sz="1200" dirty="0">
                  <a:solidFill>
                    <a:schemeClr val="accent3"/>
                  </a:solidFill>
                </a:rPr>
                <a:t>vSAN ESA cluster</a:t>
              </a:r>
            </a:p>
          </p:txBody>
        </p:sp>
        <p:cxnSp>
          <p:nvCxnSpPr>
            <p:cNvPr id="73" name="Straight Connector 72">
              <a:extLst>
                <a:ext uri="{FF2B5EF4-FFF2-40B4-BE49-F238E27FC236}">
                  <a16:creationId xmlns:a16="http://schemas.microsoft.com/office/drawing/2014/main" id="{8E929022-E089-A9E3-3028-32B82BEA90BF}"/>
                </a:ext>
              </a:extLst>
            </p:cNvPr>
            <p:cNvCxnSpPr>
              <a:cxnSpLocks/>
            </p:cNvCxnSpPr>
            <p:nvPr/>
          </p:nvCxnSpPr>
          <p:spPr bwMode="gray">
            <a:xfrm>
              <a:off x="1008444" y="5801106"/>
              <a:ext cx="0" cy="88069"/>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EFBB0C3A-8127-5F06-27B9-0C333A0A9B60}"/>
                </a:ext>
              </a:extLst>
            </p:cNvPr>
            <p:cNvCxnSpPr>
              <a:cxnSpLocks/>
              <a:stCxn id="72" idx="3"/>
            </p:cNvCxnSpPr>
            <p:nvPr/>
          </p:nvCxnSpPr>
          <p:spPr bwMode="gray">
            <a:xfrm flipV="1">
              <a:off x="2561803" y="5889174"/>
              <a:ext cx="226165" cy="55"/>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7C7C8D44-EBE8-77BB-C97B-9B1A85B3D4A4}"/>
                </a:ext>
              </a:extLst>
            </p:cNvPr>
            <p:cNvCxnSpPr>
              <a:cxnSpLocks/>
            </p:cNvCxnSpPr>
            <p:nvPr/>
          </p:nvCxnSpPr>
          <p:spPr bwMode="gray">
            <a:xfrm>
              <a:off x="2787968" y="5801106"/>
              <a:ext cx="0" cy="88069"/>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0AA14C74-34FB-3F96-62A7-0EF85212106E}"/>
                </a:ext>
              </a:extLst>
            </p:cNvPr>
            <p:cNvCxnSpPr>
              <a:cxnSpLocks/>
            </p:cNvCxnSpPr>
            <p:nvPr/>
          </p:nvCxnSpPr>
          <p:spPr bwMode="gray">
            <a:xfrm>
              <a:off x="1008444" y="5889174"/>
              <a:ext cx="203954" cy="0"/>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77" name="Straight Connector 76">
            <a:extLst>
              <a:ext uri="{FF2B5EF4-FFF2-40B4-BE49-F238E27FC236}">
                <a16:creationId xmlns:a16="http://schemas.microsoft.com/office/drawing/2014/main" id="{439B850C-DC98-B352-610C-1549211D23B4}"/>
              </a:ext>
            </a:extLst>
          </p:cNvPr>
          <p:cNvCxnSpPr>
            <a:cxnSpLocks/>
          </p:cNvCxnSpPr>
          <p:nvPr/>
        </p:nvCxnSpPr>
        <p:spPr bwMode="gray">
          <a:xfrm flipH="1">
            <a:off x="3002870" y="4092963"/>
            <a:ext cx="237986" cy="0"/>
          </a:xfrm>
          <a:prstGeom prst="line">
            <a:avLst/>
          </a:prstGeom>
          <a:ln w="25400">
            <a:solidFill>
              <a:schemeClr val="bg1">
                <a:lumMod val="50000"/>
              </a:schemeClr>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pic>
        <p:nvPicPr>
          <p:cNvPr id="93" name="Graphic 92">
            <a:extLst>
              <a:ext uri="{FF2B5EF4-FFF2-40B4-BE49-F238E27FC236}">
                <a16:creationId xmlns:a16="http://schemas.microsoft.com/office/drawing/2014/main" id="{3510E523-1949-F48C-E6AE-15BDAB06AFD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847519" y="4281484"/>
            <a:ext cx="180257" cy="211848"/>
          </a:xfrm>
          <a:prstGeom prst="rect">
            <a:avLst/>
          </a:prstGeom>
        </p:spPr>
      </p:pic>
      <p:sp>
        <p:nvSpPr>
          <p:cNvPr id="94" name="TextBox 93">
            <a:extLst>
              <a:ext uri="{FF2B5EF4-FFF2-40B4-BE49-F238E27FC236}">
                <a16:creationId xmlns:a16="http://schemas.microsoft.com/office/drawing/2014/main" id="{7F1DF1A0-770F-E267-1EAE-A52E33A7C181}"/>
              </a:ext>
            </a:extLst>
          </p:cNvPr>
          <p:cNvSpPr txBox="1"/>
          <p:nvPr/>
        </p:nvSpPr>
        <p:spPr>
          <a:xfrm>
            <a:off x="5842325" y="3570223"/>
            <a:ext cx="2156898" cy="338554"/>
          </a:xfrm>
          <a:prstGeom prst="rect">
            <a:avLst/>
          </a:prstGeom>
          <a:ln>
            <a:noFill/>
          </a:ln>
        </p:spPr>
        <p:txBody>
          <a:bodyPr wrap="square" lIns="0" tIns="0" rIns="0" bIns="0" rtlCol="0">
            <a:spAutoFit/>
          </a:bodyPr>
          <a:lstStyle/>
          <a:p>
            <a:pPr algn="ctr">
              <a:spcAft>
                <a:spcPts val="600"/>
              </a:spcAft>
            </a:pPr>
            <a:r>
              <a:rPr lang="en-US" sz="1200">
                <a:solidFill>
                  <a:schemeClr val="accent4"/>
                </a:solidFill>
              </a:rPr>
              <a:t>vSAN compute cluster</a:t>
            </a:r>
            <a:br>
              <a:rPr lang="en-US" sz="1200">
                <a:solidFill>
                  <a:schemeClr val="accent4"/>
                </a:solidFill>
              </a:rPr>
            </a:br>
            <a:r>
              <a:rPr lang="en-US" sz="1000">
                <a:solidFill>
                  <a:schemeClr val="accent4"/>
                </a:solidFill>
              </a:rPr>
              <a:t>(vSphere cluster)</a:t>
            </a:r>
          </a:p>
        </p:txBody>
      </p:sp>
      <p:cxnSp>
        <p:nvCxnSpPr>
          <p:cNvPr id="104" name="Straight Connector 103">
            <a:extLst>
              <a:ext uri="{FF2B5EF4-FFF2-40B4-BE49-F238E27FC236}">
                <a16:creationId xmlns:a16="http://schemas.microsoft.com/office/drawing/2014/main" id="{407FB741-ACD6-5A18-2E5B-9703DD665FB3}"/>
              </a:ext>
            </a:extLst>
          </p:cNvPr>
          <p:cNvCxnSpPr>
            <a:cxnSpLocks/>
          </p:cNvCxnSpPr>
          <p:nvPr/>
        </p:nvCxnSpPr>
        <p:spPr bwMode="gray">
          <a:xfrm flipV="1">
            <a:off x="4471121" y="4776814"/>
            <a:ext cx="0" cy="495274"/>
          </a:xfrm>
          <a:prstGeom prst="line">
            <a:avLst/>
          </a:prstGeom>
          <a:ln w="25400">
            <a:solidFill>
              <a:schemeClr val="accent2"/>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965059F0-53EC-01C7-42AF-2FF5AE8BC527}"/>
              </a:ext>
            </a:extLst>
          </p:cNvPr>
          <p:cNvCxnSpPr>
            <a:cxnSpLocks/>
          </p:cNvCxnSpPr>
          <p:nvPr/>
        </p:nvCxnSpPr>
        <p:spPr bwMode="gray">
          <a:xfrm>
            <a:off x="1665703" y="5024498"/>
            <a:ext cx="2805418" cy="0"/>
          </a:xfrm>
          <a:prstGeom prst="line">
            <a:avLst/>
          </a:prstGeom>
          <a:ln w="25400">
            <a:solidFill>
              <a:schemeClr val="accent2"/>
            </a:solidFill>
            <a:prstDash val="sysDot"/>
            <a:miter lim="800000"/>
            <a:tailEnd type="none"/>
          </a:ln>
        </p:spPr>
        <p:style>
          <a:lnRef idx="1">
            <a:schemeClr val="accent1"/>
          </a:lnRef>
          <a:fillRef idx="0">
            <a:schemeClr val="accent1"/>
          </a:fillRef>
          <a:effectRef idx="0">
            <a:schemeClr val="accent1"/>
          </a:effectRef>
          <a:fontRef idx="minor">
            <a:schemeClr val="tx1"/>
          </a:fontRef>
        </p:style>
      </p:cxnSp>
      <p:pic>
        <p:nvPicPr>
          <p:cNvPr id="109" name="Graphic 108">
            <a:extLst>
              <a:ext uri="{FF2B5EF4-FFF2-40B4-BE49-F238E27FC236}">
                <a16:creationId xmlns:a16="http://schemas.microsoft.com/office/drawing/2014/main" id="{E585ED7D-9F45-40EF-9350-58FD149B7A7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575575" y="4479554"/>
            <a:ext cx="180257" cy="211848"/>
          </a:xfrm>
          <a:prstGeom prst="rect">
            <a:avLst/>
          </a:prstGeom>
        </p:spPr>
      </p:pic>
      <p:cxnSp>
        <p:nvCxnSpPr>
          <p:cNvPr id="111" name="Straight Connector 110">
            <a:extLst>
              <a:ext uri="{FF2B5EF4-FFF2-40B4-BE49-F238E27FC236}">
                <a16:creationId xmlns:a16="http://schemas.microsoft.com/office/drawing/2014/main" id="{A73C3AAE-9516-E4E6-5990-027B4E5EF5D9}"/>
              </a:ext>
            </a:extLst>
          </p:cNvPr>
          <p:cNvCxnSpPr>
            <a:cxnSpLocks/>
          </p:cNvCxnSpPr>
          <p:nvPr/>
        </p:nvCxnSpPr>
        <p:spPr bwMode="gray">
          <a:xfrm>
            <a:off x="1665703" y="4776814"/>
            <a:ext cx="0" cy="247684"/>
          </a:xfrm>
          <a:prstGeom prst="line">
            <a:avLst/>
          </a:prstGeom>
          <a:ln w="25400">
            <a:solidFill>
              <a:schemeClr val="accent2"/>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44CD8DD8-93DC-DC2E-4B5C-03579B4C8200}"/>
              </a:ext>
            </a:extLst>
          </p:cNvPr>
          <p:cNvCxnSpPr>
            <a:cxnSpLocks/>
          </p:cNvCxnSpPr>
          <p:nvPr/>
        </p:nvCxnSpPr>
        <p:spPr bwMode="gray">
          <a:xfrm flipV="1">
            <a:off x="3002870" y="4092963"/>
            <a:ext cx="0" cy="492515"/>
          </a:xfrm>
          <a:prstGeom prst="line">
            <a:avLst/>
          </a:prstGeom>
          <a:ln w="25400">
            <a:solidFill>
              <a:schemeClr val="bg1">
                <a:lumMod val="5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8D15BD83-D04E-30F8-76D5-3FB811549CC7}"/>
              </a:ext>
            </a:extLst>
          </p:cNvPr>
          <p:cNvCxnSpPr>
            <a:cxnSpLocks/>
          </p:cNvCxnSpPr>
          <p:nvPr/>
        </p:nvCxnSpPr>
        <p:spPr bwMode="gray">
          <a:xfrm>
            <a:off x="2264935" y="4585478"/>
            <a:ext cx="737935" cy="0"/>
          </a:xfrm>
          <a:prstGeom prst="line">
            <a:avLst/>
          </a:prstGeom>
          <a:ln w="25400">
            <a:solidFill>
              <a:schemeClr val="bg1">
                <a:lumMod val="5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pic>
        <p:nvPicPr>
          <p:cNvPr id="129" name="Graphic 128">
            <a:extLst>
              <a:ext uri="{FF2B5EF4-FFF2-40B4-BE49-F238E27FC236}">
                <a16:creationId xmlns:a16="http://schemas.microsoft.com/office/drawing/2014/main" id="{725CB7CA-E638-41DE-B1B9-AF1535C9EAF6}"/>
              </a:ext>
            </a:extLst>
          </p:cNvPr>
          <p:cNvPicPr>
            <a:picLocks noChangeAspect="1"/>
          </p:cNvPicPr>
          <p:nvPr/>
        </p:nvPicPr>
        <p:blipFill>
          <a:blip r:embed="rId5">
            <a:extLst>
              <a:ext uri="{96DAC541-7B7A-43D3-8B79-37D633B846F1}">
                <asvg:svgBlip xmlns:asvg="http://schemas.microsoft.com/office/drawing/2016/SVG/main" r:embed="rId10"/>
              </a:ext>
            </a:extLst>
          </a:blip>
          <a:stretch>
            <a:fillRect/>
          </a:stretch>
        </p:blipFill>
        <p:spPr>
          <a:xfrm>
            <a:off x="6635046" y="4281484"/>
            <a:ext cx="180257" cy="211848"/>
          </a:xfrm>
          <a:prstGeom prst="rect">
            <a:avLst/>
          </a:prstGeom>
        </p:spPr>
      </p:pic>
      <p:cxnSp>
        <p:nvCxnSpPr>
          <p:cNvPr id="131" name="Straight Connector 130">
            <a:extLst>
              <a:ext uri="{FF2B5EF4-FFF2-40B4-BE49-F238E27FC236}">
                <a16:creationId xmlns:a16="http://schemas.microsoft.com/office/drawing/2014/main" id="{66C865B3-30BD-1DE7-8B90-4D9CFD7482AF}"/>
              </a:ext>
            </a:extLst>
          </p:cNvPr>
          <p:cNvCxnSpPr>
            <a:cxnSpLocks/>
          </p:cNvCxnSpPr>
          <p:nvPr/>
        </p:nvCxnSpPr>
        <p:spPr bwMode="gray">
          <a:xfrm>
            <a:off x="5283547" y="4092963"/>
            <a:ext cx="211511" cy="0"/>
          </a:xfrm>
          <a:prstGeom prst="line">
            <a:avLst/>
          </a:prstGeom>
          <a:ln w="25400">
            <a:solidFill>
              <a:schemeClr val="bg1">
                <a:lumMod val="50000"/>
              </a:schemeClr>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4DAA7449-663C-7284-D7B7-DF4E5DEFF3FF}"/>
              </a:ext>
            </a:extLst>
          </p:cNvPr>
          <p:cNvCxnSpPr>
            <a:cxnSpLocks/>
          </p:cNvCxnSpPr>
          <p:nvPr/>
        </p:nvCxnSpPr>
        <p:spPr bwMode="gray">
          <a:xfrm flipV="1">
            <a:off x="5495058" y="4092963"/>
            <a:ext cx="0" cy="294445"/>
          </a:xfrm>
          <a:prstGeom prst="line">
            <a:avLst/>
          </a:prstGeom>
          <a:ln w="25400">
            <a:solidFill>
              <a:schemeClr val="bg1">
                <a:lumMod val="5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1399E164-7E9C-3482-9E13-533C7EC8B722}"/>
              </a:ext>
            </a:extLst>
          </p:cNvPr>
          <p:cNvCxnSpPr>
            <a:cxnSpLocks/>
          </p:cNvCxnSpPr>
          <p:nvPr/>
        </p:nvCxnSpPr>
        <p:spPr bwMode="gray">
          <a:xfrm>
            <a:off x="5495058" y="4387408"/>
            <a:ext cx="1070244" cy="0"/>
          </a:xfrm>
          <a:prstGeom prst="line">
            <a:avLst/>
          </a:prstGeom>
          <a:ln w="25400">
            <a:solidFill>
              <a:schemeClr val="bg1">
                <a:lumMod val="5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05BBF300-E9FE-6810-CC38-A335F4F6FCA3}"/>
              </a:ext>
            </a:extLst>
          </p:cNvPr>
          <p:cNvCxnSpPr>
            <a:cxnSpLocks/>
          </p:cNvCxnSpPr>
          <p:nvPr/>
        </p:nvCxnSpPr>
        <p:spPr bwMode="gray">
          <a:xfrm>
            <a:off x="6937647" y="4585478"/>
            <a:ext cx="0" cy="439020"/>
          </a:xfrm>
          <a:prstGeom prst="line">
            <a:avLst/>
          </a:prstGeom>
          <a:ln w="25400">
            <a:solidFill>
              <a:schemeClr val="accent2"/>
            </a:solidFill>
            <a:prstDash val="sysDot"/>
            <a:miter lim="800000"/>
            <a:tailEnd type="none"/>
          </a:ln>
        </p:spPr>
        <p:style>
          <a:lnRef idx="1">
            <a:schemeClr val="accent1"/>
          </a:lnRef>
          <a:fillRef idx="0">
            <a:schemeClr val="accent1"/>
          </a:fillRef>
          <a:effectRef idx="0">
            <a:schemeClr val="accent1"/>
          </a:effectRef>
          <a:fontRef idx="minor">
            <a:schemeClr val="tx1"/>
          </a:fontRef>
        </p:style>
      </p:cxnSp>
      <p:sp>
        <p:nvSpPr>
          <p:cNvPr id="214" name="Rectangle 213">
            <a:extLst>
              <a:ext uri="{FF2B5EF4-FFF2-40B4-BE49-F238E27FC236}">
                <a16:creationId xmlns:a16="http://schemas.microsoft.com/office/drawing/2014/main" id="{058A049E-E7F4-51BD-4FA3-E59D7816872A}"/>
              </a:ext>
            </a:extLst>
          </p:cNvPr>
          <p:cNvSpPr/>
          <p:nvPr/>
        </p:nvSpPr>
        <p:spPr>
          <a:xfrm>
            <a:off x="615105" y="1794470"/>
            <a:ext cx="5114183" cy="1932932"/>
          </a:xfrm>
          <a:prstGeom prst="rect">
            <a:avLst/>
          </a:prstGeom>
          <a:solidFill>
            <a:schemeClr val="bg1"/>
          </a:solidFill>
          <a:ln w="25400">
            <a:solidFill>
              <a:schemeClr val="accent2">
                <a:lumMod val="7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algn="ctr">
              <a:spcAft>
                <a:spcPts val="800"/>
              </a:spcAft>
            </a:pPr>
            <a:endParaRPr lang="en-US" sz="1400">
              <a:solidFill>
                <a:schemeClr val="tx1"/>
              </a:solidFill>
            </a:endParaRPr>
          </a:p>
        </p:txBody>
      </p:sp>
      <p:grpSp>
        <p:nvGrpSpPr>
          <p:cNvPr id="217" name="Group 216">
            <a:extLst>
              <a:ext uri="{FF2B5EF4-FFF2-40B4-BE49-F238E27FC236}">
                <a16:creationId xmlns:a16="http://schemas.microsoft.com/office/drawing/2014/main" id="{76F2AD9C-3FC5-C3B5-3BC4-44D53ACBBF8E}"/>
              </a:ext>
            </a:extLst>
          </p:cNvPr>
          <p:cNvGrpSpPr/>
          <p:nvPr/>
        </p:nvGrpSpPr>
        <p:grpSpPr>
          <a:xfrm>
            <a:off x="615107" y="1551620"/>
            <a:ext cx="5114181" cy="204002"/>
            <a:chOff x="592868" y="1822412"/>
            <a:chExt cx="5270033" cy="204002"/>
          </a:xfrm>
        </p:grpSpPr>
        <p:sp>
          <p:nvSpPr>
            <p:cNvPr id="218" name="Rectangle 217">
              <a:extLst>
                <a:ext uri="{FF2B5EF4-FFF2-40B4-BE49-F238E27FC236}">
                  <a16:creationId xmlns:a16="http://schemas.microsoft.com/office/drawing/2014/main" id="{C753E3F9-CEEA-D771-C15D-D18207432904}"/>
                </a:ext>
              </a:extLst>
            </p:cNvPr>
            <p:cNvSpPr/>
            <p:nvPr/>
          </p:nvSpPr>
          <p:spPr>
            <a:xfrm>
              <a:off x="592868" y="1822412"/>
              <a:ext cx="5270033" cy="204002"/>
            </a:xfrm>
            <a:prstGeom prst="rect">
              <a:avLst/>
            </a:prstGeom>
            <a:solidFill>
              <a:schemeClr val="accent2">
                <a:lumMod val="75000"/>
              </a:schemeClr>
            </a:solidFill>
            <a:ln w="25400">
              <a:solidFill>
                <a:schemeClr val="accent2">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Rounded MT Bold" panose="020F0704030504030204" pitchFamily="34" charset="0"/>
              </a:endParaRPr>
            </a:p>
          </p:txBody>
        </p:sp>
        <p:sp>
          <p:nvSpPr>
            <p:cNvPr id="219" name="Oval 218">
              <a:extLst>
                <a:ext uri="{FF2B5EF4-FFF2-40B4-BE49-F238E27FC236}">
                  <a16:creationId xmlns:a16="http://schemas.microsoft.com/office/drawing/2014/main" id="{DC637BA0-2DDD-AF38-BE12-227DA0460A4F}"/>
                </a:ext>
              </a:extLst>
            </p:cNvPr>
            <p:cNvSpPr/>
            <p:nvPr/>
          </p:nvSpPr>
          <p:spPr>
            <a:xfrm>
              <a:off x="661565"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20" name="Oval 219">
              <a:extLst>
                <a:ext uri="{FF2B5EF4-FFF2-40B4-BE49-F238E27FC236}">
                  <a16:creationId xmlns:a16="http://schemas.microsoft.com/office/drawing/2014/main" id="{DA3734CE-EB46-AD9D-3249-7F85417BA0F0}"/>
                </a:ext>
              </a:extLst>
            </p:cNvPr>
            <p:cNvSpPr/>
            <p:nvPr/>
          </p:nvSpPr>
          <p:spPr>
            <a:xfrm>
              <a:off x="814643"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21" name="Oval 220">
              <a:extLst>
                <a:ext uri="{FF2B5EF4-FFF2-40B4-BE49-F238E27FC236}">
                  <a16:creationId xmlns:a16="http://schemas.microsoft.com/office/drawing/2014/main" id="{AD7944DD-4AEF-65A2-F94B-7A54CA1EA82F}"/>
                </a:ext>
              </a:extLst>
            </p:cNvPr>
            <p:cNvSpPr/>
            <p:nvPr/>
          </p:nvSpPr>
          <p:spPr>
            <a:xfrm>
              <a:off x="967721"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22" name="Rectangle 221">
              <a:extLst>
                <a:ext uri="{FF2B5EF4-FFF2-40B4-BE49-F238E27FC236}">
                  <a16:creationId xmlns:a16="http://schemas.microsoft.com/office/drawing/2014/main" id="{A27B400A-D41E-E073-34B6-009AD35EEDE7}"/>
                </a:ext>
              </a:extLst>
            </p:cNvPr>
            <p:cNvSpPr/>
            <p:nvPr/>
          </p:nvSpPr>
          <p:spPr>
            <a:xfrm>
              <a:off x="2712106" y="1831274"/>
              <a:ext cx="1045702" cy="159299"/>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algn="ctr">
                <a:spcAft>
                  <a:spcPts val="800"/>
                </a:spcAft>
              </a:pPr>
              <a:r>
                <a:rPr lang="en-US" sz="1100" dirty="0">
                  <a:solidFill>
                    <a:schemeClr val="bg1"/>
                  </a:solidFill>
                </a:rPr>
                <a:t>vCenter</a:t>
              </a:r>
            </a:p>
          </p:txBody>
        </p:sp>
      </p:grpSp>
      <p:grpSp>
        <p:nvGrpSpPr>
          <p:cNvPr id="223" name="Group 222">
            <a:extLst>
              <a:ext uri="{FF2B5EF4-FFF2-40B4-BE49-F238E27FC236}">
                <a16:creationId xmlns:a16="http://schemas.microsoft.com/office/drawing/2014/main" id="{0DDFC980-04A6-55BB-0868-B9F0512D5843}"/>
              </a:ext>
            </a:extLst>
          </p:cNvPr>
          <p:cNvGrpSpPr/>
          <p:nvPr/>
        </p:nvGrpSpPr>
        <p:grpSpPr>
          <a:xfrm>
            <a:off x="728337" y="1849670"/>
            <a:ext cx="4996188" cy="231456"/>
            <a:chOff x="814649" y="2193669"/>
            <a:chExt cx="4996188" cy="231456"/>
          </a:xfrm>
        </p:grpSpPr>
        <p:cxnSp>
          <p:nvCxnSpPr>
            <p:cNvPr id="224" name="Straight Connector 223">
              <a:extLst>
                <a:ext uri="{FF2B5EF4-FFF2-40B4-BE49-F238E27FC236}">
                  <a16:creationId xmlns:a16="http://schemas.microsoft.com/office/drawing/2014/main" id="{92000C9B-80B5-0785-9624-3299653146B6}"/>
                </a:ext>
              </a:extLst>
            </p:cNvPr>
            <p:cNvCxnSpPr>
              <a:cxnSpLocks/>
            </p:cNvCxnSpPr>
            <p:nvPr/>
          </p:nvCxnSpPr>
          <p:spPr>
            <a:xfrm flipH="1">
              <a:off x="814649" y="2425125"/>
              <a:ext cx="4996188"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5" name="Rectangle 224">
              <a:extLst>
                <a:ext uri="{FF2B5EF4-FFF2-40B4-BE49-F238E27FC236}">
                  <a16:creationId xmlns:a16="http://schemas.microsoft.com/office/drawing/2014/main" id="{E9CED72A-AA40-659A-CDA2-12E19B80CC01}"/>
                </a:ext>
              </a:extLst>
            </p:cNvPr>
            <p:cNvSpPr/>
            <p:nvPr/>
          </p:nvSpPr>
          <p:spPr>
            <a:xfrm>
              <a:off x="843868" y="2193669"/>
              <a:ext cx="72797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a:solidFill>
                    <a:schemeClr val="tx2"/>
                  </a:solidFill>
                </a:rPr>
                <a:t>Summary</a:t>
              </a:r>
            </a:p>
          </p:txBody>
        </p:sp>
        <p:sp>
          <p:nvSpPr>
            <p:cNvPr id="226" name="Rectangle 225">
              <a:extLst>
                <a:ext uri="{FF2B5EF4-FFF2-40B4-BE49-F238E27FC236}">
                  <a16:creationId xmlns:a16="http://schemas.microsoft.com/office/drawing/2014/main" id="{EAF38D2C-0036-D431-3E45-26A0E4B4BF8F}"/>
                </a:ext>
              </a:extLst>
            </p:cNvPr>
            <p:cNvSpPr/>
            <p:nvPr/>
          </p:nvSpPr>
          <p:spPr>
            <a:xfrm>
              <a:off x="1709037" y="2193669"/>
              <a:ext cx="72797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a:solidFill>
                    <a:schemeClr val="tx2"/>
                  </a:solidFill>
                </a:rPr>
                <a:t>Monitor</a:t>
              </a:r>
            </a:p>
          </p:txBody>
        </p:sp>
        <p:sp>
          <p:nvSpPr>
            <p:cNvPr id="227" name="Rectangle 226">
              <a:extLst>
                <a:ext uri="{FF2B5EF4-FFF2-40B4-BE49-F238E27FC236}">
                  <a16:creationId xmlns:a16="http://schemas.microsoft.com/office/drawing/2014/main" id="{DDE22CC3-205D-9C28-316A-D8977E4CEAC8}"/>
                </a:ext>
              </a:extLst>
            </p:cNvPr>
            <p:cNvSpPr/>
            <p:nvPr/>
          </p:nvSpPr>
          <p:spPr>
            <a:xfrm>
              <a:off x="2501392" y="2193669"/>
              <a:ext cx="62893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Configure</a:t>
              </a:r>
            </a:p>
          </p:txBody>
        </p:sp>
        <p:sp>
          <p:nvSpPr>
            <p:cNvPr id="228" name="Rectangle 227">
              <a:extLst>
                <a:ext uri="{FF2B5EF4-FFF2-40B4-BE49-F238E27FC236}">
                  <a16:creationId xmlns:a16="http://schemas.microsoft.com/office/drawing/2014/main" id="{56EE52DF-80D1-A68B-7056-24EF6331ED96}"/>
                </a:ext>
              </a:extLst>
            </p:cNvPr>
            <p:cNvSpPr/>
            <p:nvPr/>
          </p:nvSpPr>
          <p:spPr>
            <a:xfrm>
              <a:off x="3422717" y="2193669"/>
              <a:ext cx="808462"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a:solidFill>
                    <a:schemeClr val="tx2"/>
                  </a:solidFill>
                </a:rPr>
                <a:t>Permissions</a:t>
              </a:r>
            </a:p>
          </p:txBody>
        </p:sp>
        <p:sp>
          <p:nvSpPr>
            <p:cNvPr id="229" name="Rectangle 228">
              <a:extLst>
                <a:ext uri="{FF2B5EF4-FFF2-40B4-BE49-F238E27FC236}">
                  <a16:creationId xmlns:a16="http://schemas.microsoft.com/office/drawing/2014/main" id="{A5AAE5A0-8491-D370-B282-78FFBB9D0926}"/>
                </a:ext>
              </a:extLst>
            </p:cNvPr>
            <p:cNvSpPr/>
            <p:nvPr/>
          </p:nvSpPr>
          <p:spPr>
            <a:xfrm>
              <a:off x="4495803" y="2193669"/>
              <a:ext cx="428095"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a:solidFill>
                    <a:schemeClr val="tx2"/>
                  </a:solidFill>
                </a:rPr>
                <a:t>Hosts</a:t>
              </a:r>
            </a:p>
          </p:txBody>
        </p:sp>
        <p:sp>
          <p:nvSpPr>
            <p:cNvPr id="230" name="Rectangle 229">
              <a:extLst>
                <a:ext uri="{FF2B5EF4-FFF2-40B4-BE49-F238E27FC236}">
                  <a16:creationId xmlns:a16="http://schemas.microsoft.com/office/drawing/2014/main" id="{0E95C73B-C086-BDB8-233B-28FA434ED3A5}"/>
                </a:ext>
              </a:extLst>
            </p:cNvPr>
            <p:cNvSpPr/>
            <p:nvPr/>
          </p:nvSpPr>
          <p:spPr>
            <a:xfrm>
              <a:off x="5188522" y="2193669"/>
              <a:ext cx="428095"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VMs</a:t>
              </a:r>
            </a:p>
          </p:txBody>
        </p:sp>
      </p:grpSp>
      <p:cxnSp>
        <p:nvCxnSpPr>
          <p:cNvPr id="233" name="Straight Connector 232">
            <a:extLst>
              <a:ext uri="{FF2B5EF4-FFF2-40B4-BE49-F238E27FC236}">
                <a16:creationId xmlns:a16="http://schemas.microsoft.com/office/drawing/2014/main" id="{D9727AA1-64CE-0DC7-F6C0-C6B13968C7CF}"/>
              </a:ext>
            </a:extLst>
          </p:cNvPr>
          <p:cNvCxnSpPr>
            <a:cxnSpLocks/>
          </p:cNvCxnSpPr>
          <p:nvPr/>
        </p:nvCxnSpPr>
        <p:spPr bwMode="gray">
          <a:xfrm>
            <a:off x="2397399" y="2048735"/>
            <a:ext cx="574304"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2" name="Rectangle 241">
            <a:extLst>
              <a:ext uri="{FF2B5EF4-FFF2-40B4-BE49-F238E27FC236}">
                <a16:creationId xmlns:a16="http://schemas.microsoft.com/office/drawing/2014/main" id="{31374F0C-2885-6D9A-1121-C5CC6380E8CC}"/>
              </a:ext>
            </a:extLst>
          </p:cNvPr>
          <p:cNvSpPr/>
          <p:nvPr/>
        </p:nvSpPr>
        <p:spPr bwMode="gray">
          <a:xfrm>
            <a:off x="726371" y="2144491"/>
            <a:ext cx="1392999" cy="1480258"/>
          </a:xfrm>
          <a:prstGeom prst="rect">
            <a:avLst/>
          </a:prstGeom>
          <a:solidFill>
            <a:schemeClr val="bg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243" name="Rectangle 242">
            <a:extLst>
              <a:ext uri="{FF2B5EF4-FFF2-40B4-BE49-F238E27FC236}">
                <a16:creationId xmlns:a16="http://schemas.microsoft.com/office/drawing/2014/main" id="{716817BA-F092-C295-9D0A-B009BCD24DDF}"/>
              </a:ext>
            </a:extLst>
          </p:cNvPr>
          <p:cNvSpPr/>
          <p:nvPr/>
        </p:nvSpPr>
        <p:spPr>
          <a:xfrm>
            <a:off x="846284" y="2174301"/>
            <a:ext cx="1172104"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vSAN</a:t>
            </a:r>
          </a:p>
        </p:txBody>
      </p:sp>
      <p:sp>
        <p:nvSpPr>
          <p:cNvPr id="244" name="Freeform 5">
            <a:extLst>
              <a:ext uri="{FF2B5EF4-FFF2-40B4-BE49-F238E27FC236}">
                <a16:creationId xmlns:a16="http://schemas.microsoft.com/office/drawing/2014/main" id="{80CF1CA4-498A-F57A-BAAC-EDAD04E414CC}"/>
              </a:ext>
            </a:extLst>
          </p:cNvPr>
          <p:cNvSpPr>
            <a:spLocks noChangeAspect="1"/>
          </p:cNvSpPr>
          <p:nvPr/>
        </p:nvSpPr>
        <p:spPr bwMode="gray">
          <a:xfrm rot="5400000">
            <a:off x="1954177" y="2256195"/>
            <a:ext cx="116347" cy="57827"/>
          </a:xfrm>
          <a:custGeom>
            <a:avLst/>
            <a:gdLst>
              <a:gd name="T0" fmla="*/ 0 w 78"/>
              <a:gd name="T1" fmla="*/ 40 h 40"/>
              <a:gd name="T2" fmla="*/ 39 w 78"/>
              <a:gd name="T3" fmla="*/ 0 h 40"/>
              <a:gd name="T4" fmla="*/ 78 w 78"/>
              <a:gd name="T5" fmla="*/ 40 h 40"/>
            </a:gdLst>
            <a:ahLst/>
            <a:cxnLst>
              <a:cxn ang="0">
                <a:pos x="T0" y="T1"/>
              </a:cxn>
              <a:cxn ang="0">
                <a:pos x="T2" y="T3"/>
              </a:cxn>
              <a:cxn ang="0">
                <a:pos x="T4" y="T5"/>
              </a:cxn>
            </a:cxnLst>
            <a:rect l="0" t="0" r="r" b="b"/>
            <a:pathLst>
              <a:path w="78" h="40">
                <a:moveTo>
                  <a:pt x="0" y="40"/>
                </a:moveTo>
                <a:lnTo>
                  <a:pt x="39" y="0"/>
                </a:lnTo>
                <a:lnTo>
                  <a:pt x="78" y="40"/>
                </a:lnTo>
              </a:path>
            </a:pathLst>
          </a:custGeom>
          <a:noFill/>
          <a:ln w="25400" cap="flat">
            <a:solidFill>
              <a:schemeClr val="bg1">
                <a:lumMod val="50000"/>
              </a:schemeClr>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717074"/>
              </a:solidFill>
              <a:effectLst/>
              <a:uLnTx/>
              <a:uFillTx/>
            </a:endParaRPr>
          </a:p>
        </p:txBody>
      </p:sp>
      <p:sp>
        <p:nvSpPr>
          <p:cNvPr id="245" name="Rectangle 244">
            <a:extLst>
              <a:ext uri="{FF2B5EF4-FFF2-40B4-BE49-F238E27FC236}">
                <a16:creationId xmlns:a16="http://schemas.microsoft.com/office/drawing/2014/main" id="{F7D8A3FD-E2E0-12F0-27C7-07427667341F}"/>
              </a:ext>
            </a:extLst>
          </p:cNvPr>
          <p:cNvSpPr/>
          <p:nvPr/>
        </p:nvSpPr>
        <p:spPr bwMode="gray">
          <a:xfrm>
            <a:off x="726371" y="2990470"/>
            <a:ext cx="1392999" cy="231254"/>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grpSp>
        <p:nvGrpSpPr>
          <p:cNvPr id="246" name="Group 245">
            <a:extLst>
              <a:ext uri="{FF2B5EF4-FFF2-40B4-BE49-F238E27FC236}">
                <a16:creationId xmlns:a16="http://schemas.microsoft.com/office/drawing/2014/main" id="{518BF1C9-84CF-8028-798F-57795F350640}"/>
              </a:ext>
            </a:extLst>
          </p:cNvPr>
          <p:cNvGrpSpPr/>
          <p:nvPr/>
        </p:nvGrpSpPr>
        <p:grpSpPr>
          <a:xfrm>
            <a:off x="917327" y="2382526"/>
            <a:ext cx="1202043" cy="829104"/>
            <a:chOff x="1003639" y="3343312"/>
            <a:chExt cx="1202043" cy="829104"/>
          </a:xfrm>
        </p:grpSpPr>
        <p:sp>
          <p:nvSpPr>
            <p:cNvPr id="247" name="Rectangle 246">
              <a:extLst>
                <a:ext uri="{FF2B5EF4-FFF2-40B4-BE49-F238E27FC236}">
                  <a16:creationId xmlns:a16="http://schemas.microsoft.com/office/drawing/2014/main" id="{65F98689-CCFD-5680-8720-E532C4AC91BB}"/>
                </a:ext>
              </a:extLst>
            </p:cNvPr>
            <p:cNvSpPr/>
            <p:nvPr/>
          </p:nvSpPr>
          <p:spPr>
            <a:xfrm>
              <a:off x="1003639" y="3343312"/>
              <a:ext cx="962982"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Services</a:t>
              </a:r>
            </a:p>
          </p:txBody>
        </p:sp>
        <p:sp>
          <p:nvSpPr>
            <p:cNvPr id="248" name="Rectangle 247">
              <a:extLst>
                <a:ext uri="{FF2B5EF4-FFF2-40B4-BE49-F238E27FC236}">
                  <a16:creationId xmlns:a16="http://schemas.microsoft.com/office/drawing/2014/main" id="{BAD2797C-4032-44FE-171C-02DC51EA5FFC}"/>
                </a:ext>
              </a:extLst>
            </p:cNvPr>
            <p:cNvSpPr/>
            <p:nvPr/>
          </p:nvSpPr>
          <p:spPr>
            <a:xfrm>
              <a:off x="1003639" y="3545808"/>
              <a:ext cx="962981"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Disk Mgmt.</a:t>
              </a:r>
            </a:p>
          </p:txBody>
        </p:sp>
        <p:sp>
          <p:nvSpPr>
            <p:cNvPr id="249" name="Rectangle 248">
              <a:extLst>
                <a:ext uri="{FF2B5EF4-FFF2-40B4-BE49-F238E27FC236}">
                  <a16:creationId xmlns:a16="http://schemas.microsoft.com/office/drawing/2014/main" id="{EA6FABFB-CBC6-A1DE-5315-6469B8719A2B}"/>
                </a:ext>
              </a:extLst>
            </p:cNvPr>
            <p:cNvSpPr/>
            <p:nvPr/>
          </p:nvSpPr>
          <p:spPr>
            <a:xfrm>
              <a:off x="1003639" y="3748304"/>
              <a:ext cx="1202043"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Fault Domains</a:t>
              </a:r>
            </a:p>
          </p:txBody>
        </p:sp>
        <p:sp>
          <p:nvSpPr>
            <p:cNvPr id="250" name="Rectangle 249">
              <a:extLst>
                <a:ext uri="{FF2B5EF4-FFF2-40B4-BE49-F238E27FC236}">
                  <a16:creationId xmlns:a16="http://schemas.microsoft.com/office/drawing/2014/main" id="{BDEA7614-614B-BAA1-D040-27538069038F}"/>
                </a:ext>
              </a:extLst>
            </p:cNvPr>
            <p:cNvSpPr/>
            <p:nvPr/>
          </p:nvSpPr>
          <p:spPr>
            <a:xfrm>
              <a:off x="1003639" y="3950800"/>
              <a:ext cx="1159658"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Datastore Mgmt.</a:t>
              </a:r>
            </a:p>
          </p:txBody>
        </p:sp>
      </p:grpSp>
      <p:pic>
        <p:nvPicPr>
          <p:cNvPr id="319" name="Graphic 318">
            <a:extLst>
              <a:ext uri="{FF2B5EF4-FFF2-40B4-BE49-F238E27FC236}">
                <a16:creationId xmlns:a16="http://schemas.microsoft.com/office/drawing/2014/main" id="{68BA3B0E-2130-3D25-589F-D51B735F3091}"/>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5655201" y="5413109"/>
            <a:ext cx="327627" cy="327627"/>
          </a:xfrm>
          <a:prstGeom prst="rect">
            <a:avLst/>
          </a:prstGeom>
        </p:spPr>
      </p:pic>
      <p:sp>
        <p:nvSpPr>
          <p:cNvPr id="320" name="TextBox 319">
            <a:extLst>
              <a:ext uri="{FF2B5EF4-FFF2-40B4-BE49-F238E27FC236}">
                <a16:creationId xmlns:a16="http://schemas.microsoft.com/office/drawing/2014/main" id="{03C7DBEC-EDD2-0935-8CDE-4A3595E602A0}"/>
              </a:ext>
            </a:extLst>
          </p:cNvPr>
          <p:cNvSpPr txBox="1"/>
          <p:nvPr/>
        </p:nvSpPr>
        <p:spPr>
          <a:xfrm>
            <a:off x="5539789" y="5143825"/>
            <a:ext cx="1008906" cy="184666"/>
          </a:xfrm>
          <a:prstGeom prst="rect">
            <a:avLst/>
          </a:prstGeom>
        </p:spPr>
        <p:txBody>
          <a:bodyPr wrap="square" lIns="0" tIns="0" rIns="0" bIns="0" rtlCol="0">
            <a:spAutoFit/>
          </a:bodyPr>
          <a:lstStyle/>
          <a:p>
            <a:pPr algn="ctr">
              <a:spcAft>
                <a:spcPts val="600"/>
              </a:spcAft>
            </a:pPr>
            <a:r>
              <a:rPr lang="en-US" sz="1200" dirty="0"/>
              <a:t>Powered by</a:t>
            </a:r>
          </a:p>
        </p:txBody>
      </p:sp>
      <p:sp>
        <p:nvSpPr>
          <p:cNvPr id="321" name="TextBox 320">
            <a:extLst>
              <a:ext uri="{FF2B5EF4-FFF2-40B4-BE49-F238E27FC236}">
                <a16:creationId xmlns:a16="http://schemas.microsoft.com/office/drawing/2014/main" id="{6F76BFE9-2659-2058-CA76-4EA9CAD727FF}"/>
              </a:ext>
            </a:extLst>
          </p:cNvPr>
          <p:cNvSpPr txBox="1"/>
          <p:nvPr/>
        </p:nvSpPr>
        <p:spPr>
          <a:xfrm>
            <a:off x="6018870" y="5506916"/>
            <a:ext cx="811094" cy="461665"/>
          </a:xfrm>
          <a:prstGeom prst="rect">
            <a:avLst/>
          </a:prstGeom>
        </p:spPr>
        <p:txBody>
          <a:bodyPr wrap="square" lIns="0" tIns="0" rIns="0" bIns="0" rtlCol="0">
            <a:spAutoFit/>
          </a:bodyPr>
          <a:lstStyle/>
          <a:p>
            <a:pPr marL="0" marR="0" lvl="0" indent="0" defTabSz="914400" rtl="0" eaLnBrk="1" fontAlgn="auto" latinLnBrk="0" hangingPunct="1">
              <a:lnSpc>
                <a:spcPct val="100000"/>
              </a:lnSpc>
              <a:spcBef>
                <a:spcPts val="0"/>
              </a:spcBef>
              <a:spcAft>
                <a:spcPts val="600"/>
              </a:spcAft>
              <a:buClrTx/>
              <a:buSzTx/>
              <a:buFontTx/>
              <a:buNone/>
              <a:tabLst/>
              <a:defRPr/>
            </a:pPr>
            <a:r>
              <a:rPr kumimoji="0" lang="en-US" sz="1000" b="1" i="0" u="none" strike="noStrike" kern="1200" cap="none" spc="0" normalizeH="0" baseline="0" noProof="0" dirty="0">
                <a:ln>
                  <a:noFill/>
                </a:ln>
                <a:solidFill>
                  <a:schemeClr val="accent4"/>
                </a:solidFill>
                <a:effectLst/>
                <a:uLnTx/>
                <a:uFillTx/>
                <a:latin typeface="Arial" panose="020B0604020202020204" pitchFamily="34" charset="0"/>
                <a:ea typeface="+mn-ea"/>
                <a:cs typeface="+mn-cs"/>
              </a:rPr>
              <a:t>E</a:t>
            </a:r>
            <a:r>
              <a:rPr kumimoji="0" lang="en-US" sz="1000" b="0" i="0" u="none" strike="noStrike" kern="1200" cap="none" spc="0" normalizeH="0" baseline="0" noProof="0" dirty="0">
                <a:ln>
                  <a:noFill/>
                </a:ln>
                <a:effectLst/>
                <a:uLnTx/>
                <a:uFillTx/>
                <a:latin typeface="Arial" panose="020B0604020202020204" pitchFamily="34" charset="0"/>
                <a:ea typeface="+mn-ea"/>
                <a:cs typeface="+mn-cs"/>
              </a:rPr>
              <a:t>xpress</a:t>
            </a:r>
            <a:br>
              <a:rPr kumimoji="0" lang="en-US" sz="1000" b="0" i="0" u="none" strike="noStrike" kern="1200" cap="none" spc="0" normalizeH="0" baseline="0" noProof="0" dirty="0">
                <a:ln>
                  <a:noFill/>
                </a:ln>
                <a:effectLst/>
                <a:uLnTx/>
                <a:uFillTx/>
                <a:latin typeface="Arial" panose="020B0604020202020204" pitchFamily="34" charset="0"/>
                <a:ea typeface="+mn-ea"/>
                <a:cs typeface="+mn-cs"/>
              </a:rPr>
            </a:br>
            <a:r>
              <a:rPr kumimoji="0" lang="en-US" sz="1000" b="1" i="0" u="none" strike="noStrike" kern="1200" cap="none" spc="0" normalizeH="0" baseline="0" noProof="0" dirty="0">
                <a:ln>
                  <a:noFill/>
                </a:ln>
                <a:solidFill>
                  <a:schemeClr val="accent4"/>
                </a:solidFill>
                <a:effectLst/>
                <a:uLnTx/>
                <a:uFillTx/>
                <a:latin typeface="Arial" panose="020B0604020202020204" pitchFamily="34" charset="0"/>
                <a:ea typeface="+mn-ea"/>
                <a:cs typeface="+mn-cs"/>
              </a:rPr>
              <a:t>S</a:t>
            </a:r>
            <a:r>
              <a:rPr kumimoji="0" lang="en-US" sz="1000" b="0" i="0" u="none" strike="noStrike" kern="1200" cap="none" spc="0" normalizeH="0" baseline="0" noProof="0" dirty="0">
                <a:ln>
                  <a:noFill/>
                </a:ln>
                <a:effectLst/>
                <a:uLnTx/>
                <a:uFillTx/>
                <a:latin typeface="Arial" panose="020B0604020202020204" pitchFamily="34" charset="0"/>
                <a:ea typeface="+mn-ea"/>
                <a:cs typeface="+mn-cs"/>
              </a:rPr>
              <a:t>torage</a:t>
            </a:r>
            <a:br>
              <a:rPr kumimoji="0" lang="en-US" sz="1000" b="0" i="0" u="none" strike="noStrike" kern="1200" cap="none" spc="0" normalizeH="0" baseline="0" noProof="0" dirty="0">
                <a:ln>
                  <a:noFill/>
                </a:ln>
                <a:effectLst/>
                <a:uLnTx/>
                <a:uFillTx/>
                <a:latin typeface="Arial" panose="020B0604020202020204" pitchFamily="34" charset="0"/>
                <a:ea typeface="+mn-ea"/>
                <a:cs typeface="+mn-cs"/>
              </a:rPr>
            </a:br>
            <a:r>
              <a:rPr kumimoji="0" lang="en-US" sz="1000" b="1" i="0" u="none" strike="noStrike" kern="1200" cap="none" spc="0" normalizeH="0" baseline="0" noProof="0" dirty="0">
                <a:ln>
                  <a:noFill/>
                </a:ln>
                <a:solidFill>
                  <a:schemeClr val="accent4"/>
                </a:solidFill>
                <a:effectLst/>
                <a:uLnTx/>
                <a:uFillTx/>
                <a:latin typeface="Arial" panose="020B0604020202020204" pitchFamily="34" charset="0"/>
                <a:ea typeface="+mn-ea"/>
                <a:cs typeface="+mn-cs"/>
              </a:rPr>
              <a:t>A</a:t>
            </a:r>
            <a:r>
              <a:rPr kumimoji="0" lang="en-US" sz="1000" b="0" i="0" u="none" strike="noStrike" kern="1200" cap="none" spc="0" normalizeH="0" baseline="0" noProof="0" dirty="0">
                <a:ln>
                  <a:noFill/>
                </a:ln>
                <a:effectLst/>
                <a:uLnTx/>
                <a:uFillTx/>
                <a:latin typeface="Arial" panose="020B0604020202020204" pitchFamily="34" charset="0"/>
                <a:ea typeface="+mn-ea"/>
                <a:cs typeface="+mn-cs"/>
              </a:rPr>
              <a:t>rchitecture</a:t>
            </a:r>
          </a:p>
        </p:txBody>
      </p:sp>
      <p:sp>
        <p:nvSpPr>
          <p:cNvPr id="322" name="TextBox 321">
            <a:extLst>
              <a:ext uri="{FF2B5EF4-FFF2-40B4-BE49-F238E27FC236}">
                <a16:creationId xmlns:a16="http://schemas.microsoft.com/office/drawing/2014/main" id="{D6E3542F-E583-4D91-066A-1C25BB31AF07}"/>
              </a:ext>
            </a:extLst>
          </p:cNvPr>
          <p:cNvSpPr txBox="1"/>
          <p:nvPr/>
        </p:nvSpPr>
        <p:spPr>
          <a:xfrm>
            <a:off x="6021447" y="5334732"/>
            <a:ext cx="553980" cy="184666"/>
          </a:xfrm>
          <a:prstGeom prst="rect">
            <a:avLst/>
          </a:prstGeom>
        </p:spPr>
        <p:txBody>
          <a:bodyPr wrap="square" lIns="0" tIns="0" rIns="0" bIns="0" rtlCol="0">
            <a:spAutoFit/>
          </a:bodyPr>
          <a:lstStyle/>
          <a:p>
            <a:pPr marL="0" marR="0" lvl="0" indent="0" defTabSz="914400" rtl="0" eaLnBrk="1" fontAlgn="auto" latinLnBrk="0" hangingPunct="1">
              <a:lnSpc>
                <a:spcPct val="100000"/>
              </a:lnSpc>
              <a:spcBef>
                <a:spcPts val="0"/>
              </a:spcBef>
              <a:spcAft>
                <a:spcPts val="600"/>
              </a:spcAft>
              <a:buClrTx/>
              <a:buSzTx/>
              <a:buFontTx/>
              <a:buNone/>
              <a:tabLst/>
              <a:defRPr/>
            </a:pPr>
            <a:r>
              <a:rPr kumimoji="0" lang="en-US" sz="1200" i="0" u="none" strike="noStrike" kern="1200" cap="none" spc="0" normalizeH="0" baseline="0" noProof="0" dirty="0">
                <a:ln>
                  <a:noFill/>
                </a:ln>
                <a:effectLst/>
                <a:uLnTx/>
                <a:uFillTx/>
                <a:latin typeface="Arial" panose="020B0604020202020204" pitchFamily="34" charset="0"/>
                <a:ea typeface="+mn-ea"/>
                <a:cs typeface="+mn-cs"/>
              </a:rPr>
              <a:t>vSAN</a:t>
            </a:r>
          </a:p>
        </p:txBody>
      </p:sp>
      <p:sp>
        <p:nvSpPr>
          <p:cNvPr id="382" name="Rectangle 381">
            <a:extLst>
              <a:ext uri="{FF2B5EF4-FFF2-40B4-BE49-F238E27FC236}">
                <a16:creationId xmlns:a16="http://schemas.microsoft.com/office/drawing/2014/main" id="{AF8705B5-D615-5900-4B0F-C70F57B4FEE8}"/>
              </a:ext>
            </a:extLst>
          </p:cNvPr>
          <p:cNvSpPr/>
          <p:nvPr/>
        </p:nvSpPr>
        <p:spPr bwMode="gray">
          <a:xfrm>
            <a:off x="2200658" y="2635736"/>
            <a:ext cx="1999525" cy="223734"/>
          </a:xfrm>
          <a:prstGeom prst="rect">
            <a:avLst/>
          </a:prstGeom>
          <a:noFill/>
          <a:ln w="25400">
            <a:solidFill>
              <a:srgbClr val="E68C28"/>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385" name="Rectangle 384">
            <a:extLst>
              <a:ext uri="{FF2B5EF4-FFF2-40B4-BE49-F238E27FC236}">
                <a16:creationId xmlns:a16="http://schemas.microsoft.com/office/drawing/2014/main" id="{5BE4FD2B-2F5F-3BFF-5A69-68CC2D4F9FD3}"/>
              </a:ext>
            </a:extLst>
          </p:cNvPr>
          <p:cNvSpPr/>
          <p:nvPr/>
        </p:nvSpPr>
        <p:spPr>
          <a:xfrm>
            <a:off x="2255104" y="2632934"/>
            <a:ext cx="2093435"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accent3"/>
                </a:solidFill>
              </a:rPr>
              <a:t>MOUNT REMOTE DATASTORE</a:t>
            </a:r>
          </a:p>
        </p:txBody>
      </p:sp>
      <p:sp>
        <p:nvSpPr>
          <p:cNvPr id="386" name="Rectangle 385">
            <a:extLst>
              <a:ext uri="{FF2B5EF4-FFF2-40B4-BE49-F238E27FC236}">
                <a16:creationId xmlns:a16="http://schemas.microsoft.com/office/drawing/2014/main" id="{B1C5A253-B292-C1F2-4C9C-B50E16AED4D6}"/>
              </a:ext>
            </a:extLst>
          </p:cNvPr>
          <p:cNvSpPr/>
          <p:nvPr/>
        </p:nvSpPr>
        <p:spPr>
          <a:xfrm>
            <a:off x="4816589" y="2632934"/>
            <a:ext cx="720847"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bg1">
                    <a:lumMod val="50000"/>
                  </a:schemeClr>
                </a:solidFill>
              </a:rPr>
              <a:t>UNMOUNT</a:t>
            </a:r>
          </a:p>
        </p:txBody>
      </p:sp>
      <p:grpSp>
        <p:nvGrpSpPr>
          <p:cNvPr id="461" name="Group 460">
            <a:extLst>
              <a:ext uri="{FF2B5EF4-FFF2-40B4-BE49-F238E27FC236}">
                <a16:creationId xmlns:a16="http://schemas.microsoft.com/office/drawing/2014/main" id="{553D3E19-38F4-AB77-AE15-BB871CD80B74}"/>
              </a:ext>
            </a:extLst>
          </p:cNvPr>
          <p:cNvGrpSpPr/>
          <p:nvPr/>
        </p:nvGrpSpPr>
        <p:grpSpPr>
          <a:xfrm>
            <a:off x="2255105" y="2174301"/>
            <a:ext cx="3474184" cy="394214"/>
            <a:chOff x="2255105" y="2174301"/>
            <a:chExt cx="3474184" cy="394214"/>
          </a:xfrm>
        </p:grpSpPr>
        <p:sp>
          <p:nvSpPr>
            <p:cNvPr id="388" name="Rectangle 387">
              <a:extLst>
                <a:ext uri="{FF2B5EF4-FFF2-40B4-BE49-F238E27FC236}">
                  <a16:creationId xmlns:a16="http://schemas.microsoft.com/office/drawing/2014/main" id="{A8898211-87F1-3D34-4942-6495E55005D3}"/>
                </a:ext>
              </a:extLst>
            </p:cNvPr>
            <p:cNvSpPr/>
            <p:nvPr/>
          </p:nvSpPr>
          <p:spPr>
            <a:xfrm>
              <a:off x="2264935" y="2174301"/>
              <a:ext cx="1836827"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Datastore Management</a:t>
              </a:r>
            </a:p>
          </p:txBody>
        </p:sp>
        <p:sp>
          <p:nvSpPr>
            <p:cNvPr id="389" name="Rectangle 388">
              <a:extLst>
                <a:ext uri="{FF2B5EF4-FFF2-40B4-BE49-F238E27FC236}">
                  <a16:creationId xmlns:a16="http://schemas.microsoft.com/office/drawing/2014/main" id="{55BDF170-55BB-F2A2-1A10-7D2AA70DB20F}"/>
                </a:ext>
              </a:extLst>
            </p:cNvPr>
            <p:cNvSpPr/>
            <p:nvPr/>
          </p:nvSpPr>
          <p:spPr>
            <a:xfrm>
              <a:off x="2255105" y="2346899"/>
              <a:ext cx="3474184"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900" dirty="0">
                  <a:solidFill>
                    <a:schemeClr val="tx2"/>
                  </a:solidFill>
                </a:rPr>
                <a:t>View and manage remote vSAN datastores mounted to this cluster</a:t>
              </a:r>
            </a:p>
          </p:txBody>
        </p:sp>
      </p:grpSp>
      <p:grpSp>
        <p:nvGrpSpPr>
          <p:cNvPr id="460" name="Group 459">
            <a:extLst>
              <a:ext uri="{FF2B5EF4-FFF2-40B4-BE49-F238E27FC236}">
                <a16:creationId xmlns:a16="http://schemas.microsoft.com/office/drawing/2014/main" id="{D7D3BE32-8D1C-F65A-7F9F-A40F9F2D191E}"/>
              </a:ext>
            </a:extLst>
          </p:cNvPr>
          <p:cNvGrpSpPr/>
          <p:nvPr/>
        </p:nvGrpSpPr>
        <p:grpSpPr>
          <a:xfrm>
            <a:off x="2190229" y="2912042"/>
            <a:ext cx="3539059" cy="712707"/>
            <a:chOff x="2190229" y="2912042"/>
            <a:chExt cx="3539059" cy="712707"/>
          </a:xfrm>
        </p:grpSpPr>
        <p:cxnSp>
          <p:nvCxnSpPr>
            <p:cNvPr id="391" name="Straight Connector 390">
              <a:extLst>
                <a:ext uri="{FF2B5EF4-FFF2-40B4-BE49-F238E27FC236}">
                  <a16:creationId xmlns:a16="http://schemas.microsoft.com/office/drawing/2014/main" id="{24D4B500-CD0A-C242-B012-D79DB410491F}"/>
                </a:ext>
              </a:extLst>
            </p:cNvPr>
            <p:cNvCxnSpPr>
              <a:cxnSpLocks/>
            </p:cNvCxnSpPr>
            <p:nvPr/>
          </p:nvCxnSpPr>
          <p:spPr>
            <a:xfrm flipH="1">
              <a:off x="2200658" y="3143498"/>
              <a:ext cx="3528630"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109A87C4-DA0B-6361-8C93-22706ECB90BF}"/>
                </a:ext>
              </a:extLst>
            </p:cNvPr>
            <p:cNvCxnSpPr>
              <a:cxnSpLocks/>
            </p:cNvCxnSpPr>
            <p:nvPr/>
          </p:nvCxnSpPr>
          <p:spPr>
            <a:xfrm flipV="1">
              <a:off x="3331423" y="2945224"/>
              <a:ext cx="0" cy="679525"/>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F7BDCE11-F30E-9EBA-9982-86F13A8AB8C7}"/>
                </a:ext>
              </a:extLst>
            </p:cNvPr>
            <p:cNvCxnSpPr>
              <a:cxnSpLocks/>
            </p:cNvCxnSpPr>
            <p:nvPr/>
          </p:nvCxnSpPr>
          <p:spPr>
            <a:xfrm flipV="1">
              <a:off x="4452897" y="2945224"/>
              <a:ext cx="0" cy="679525"/>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70747D63-CEB3-6262-E5EF-05AC607FAB63}"/>
                </a:ext>
              </a:extLst>
            </p:cNvPr>
            <p:cNvCxnSpPr>
              <a:cxnSpLocks/>
            </p:cNvCxnSpPr>
            <p:nvPr/>
          </p:nvCxnSpPr>
          <p:spPr>
            <a:xfrm flipV="1">
              <a:off x="2447405" y="2945224"/>
              <a:ext cx="0" cy="679525"/>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57" name="Group 456">
              <a:extLst>
                <a:ext uri="{FF2B5EF4-FFF2-40B4-BE49-F238E27FC236}">
                  <a16:creationId xmlns:a16="http://schemas.microsoft.com/office/drawing/2014/main" id="{5614516B-7207-4622-D67B-FF135139E77B}"/>
                </a:ext>
              </a:extLst>
            </p:cNvPr>
            <p:cNvGrpSpPr/>
            <p:nvPr/>
          </p:nvGrpSpPr>
          <p:grpSpPr>
            <a:xfrm>
              <a:off x="2518899" y="2912042"/>
              <a:ext cx="3110348" cy="221616"/>
              <a:chOff x="2518899" y="2912042"/>
              <a:chExt cx="3110348" cy="221616"/>
            </a:xfrm>
          </p:grpSpPr>
          <p:sp>
            <p:nvSpPr>
              <p:cNvPr id="392" name="Rectangle 391">
                <a:extLst>
                  <a:ext uri="{FF2B5EF4-FFF2-40B4-BE49-F238E27FC236}">
                    <a16:creationId xmlns:a16="http://schemas.microsoft.com/office/drawing/2014/main" id="{4B8998B3-1054-BA7D-3869-4C9311758DBC}"/>
                  </a:ext>
                </a:extLst>
              </p:cNvPr>
              <p:cNvSpPr/>
              <p:nvPr/>
            </p:nvSpPr>
            <p:spPr>
              <a:xfrm>
                <a:off x="3411816" y="2912042"/>
                <a:ext cx="1152735"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Cluster</a:t>
                </a:r>
              </a:p>
            </p:txBody>
          </p:sp>
          <p:sp>
            <p:nvSpPr>
              <p:cNvPr id="395" name="Rectangle 394">
                <a:extLst>
                  <a:ext uri="{FF2B5EF4-FFF2-40B4-BE49-F238E27FC236}">
                    <a16:creationId xmlns:a16="http://schemas.microsoft.com/office/drawing/2014/main" id="{C06A2091-31FB-C20E-A42B-CAE7844E5397}"/>
                  </a:ext>
                </a:extLst>
              </p:cNvPr>
              <p:cNvSpPr/>
              <p:nvPr/>
            </p:nvSpPr>
            <p:spPr>
              <a:xfrm>
                <a:off x="4541530" y="2912042"/>
                <a:ext cx="1087717"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vCenter Instance</a:t>
                </a:r>
              </a:p>
            </p:txBody>
          </p:sp>
          <p:sp>
            <p:nvSpPr>
              <p:cNvPr id="411" name="Rectangle 410">
                <a:extLst>
                  <a:ext uri="{FF2B5EF4-FFF2-40B4-BE49-F238E27FC236}">
                    <a16:creationId xmlns:a16="http://schemas.microsoft.com/office/drawing/2014/main" id="{FC7138FF-8543-6196-1AB4-F16FDBD7624A}"/>
                  </a:ext>
                </a:extLst>
              </p:cNvPr>
              <p:cNvSpPr/>
              <p:nvPr/>
            </p:nvSpPr>
            <p:spPr>
              <a:xfrm>
                <a:off x="2518899" y="2912042"/>
                <a:ext cx="958871"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Datastore</a:t>
                </a:r>
              </a:p>
            </p:txBody>
          </p:sp>
        </p:grpSp>
        <p:grpSp>
          <p:nvGrpSpPr>
            <p:cNvPr id="458" name="Group 457">
              <a:extLst>
                <a:ext uri="{FF2B5EF4-FFF2-40B4-BE49-F238E27FC236}">
                  <a16:creationId xmlns:a16="http://schemas.microsoft.com/office/drawing/2014/main" id="{967FA748-404B-43D0-E8C0-45D1B2495921}"/>
                </a:ext>
              </a:extLst>
            </p:cNvPr>
            <p:cNvGrpSpPr/>
            <p:nvPr/>
          </p:nvGrpSpPr>
          <p:grpSpPr>
            <a:xfrm>
              <a:off x="2190229" y="3170910"/>
              <a:ext cx="3000802" cy="221616"/>
              <a:chOff x="2190229" y="3170910"/>
              <a:chExt cx="3000802" cy="221616"/>
            </a:xfrm>
          </p:grpSpPr>
          <p:sp>
            <p:nvSpPr>
              <p:cNvPr id="399" name="Rectangle 398">
                <a:extLst>
                  <a:ext uri="{FF2B5EF4-FFF2-40B4-BE49-F238E27FC236}">
                    <a16:creationId xmlns:a16="http://schemas.microsoft.com/office/drawing/2014/main" id="{232F7774-7FE4-F023-F9AA-BAEF6B8C32F8}"/>
                  </a:ext>
                </a:extLst>
              </p:cNvPr>
              <p:cNvSpPr/>
              <p:nvPr/>
            </p:nvSpPr>
            <p:spPr>
              <a:xfrm>
                <a:off x="3475674" y="3170910"/>
                <a:ext cx="984734"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vSphere</a:t>
                </a:r>
              </a:p>
            </p:txBody>
          </p:sp>
          <p:sp>
            <p:nvSpPr>
              <p:cNvPr id="400" name="Rectangle 399">
                <a:extLst>
                  <a:ext uri="{FF2B5EF4-FFF2-40B4-BE49-F238E27FC236}">
                    <a16:creationId xmlns:a16="http://schemas.microsoft.com/office/drawing/2014/main" id="{CE504536-B8BA-657C-64B5-31A6E323D23C}"/>
                  </a:ext>
                </a:extLst>
              </p:cNvPr>
              <p:cNvSpPr/>
              <p:nvPr/>
            </p:nvSpPr>
            <p:spPr>
              <a:xfrm>
                <a:off x="4541530" y="3170910"/>
                <a:ext cx="649501"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10.10.0.99</a:t>
                </a:r>
              </a:p>
            </p:txBody>
          </p:sp>
          <p:sp>
            <p:nvSpPr>
              <p:cNvPr id="402" name="Rectangle 401">
                <a:extLst>
                  <a:ext uri="{FF2B5EF4-FFF2-40B4-BE49-F238E27FC236}">
                    <a16:creationId xmlns:a16="http://schemas.microsoft.com/office/drawing/2014/main" id="{E4A621E4-BA7C-C7AC-C8CE-79B0CB9C80A3}"/>
                  </a:ext>
                </a:extLst>
              </p:cNvPr>
              <p:cNvSpPr/>
              <p:nvPr/>
            </p:nvSpPr>
            <p:spPr>
              <a:xfrm>
                <a:off x="2190229" y="3217182"/>
                <a:ext cx="129073" cy="129073"/>
              </a:xfrm>
              <a:prstGeom prst="rect">
                <a:avLst/>
              </a:prstGeom>
              <a:no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12" name="Rectangle 411">
                <a:extLst>
                  <a:ext uri="{FF2B5EF4-FFF2-40B4-BE49-F238E27FC236}">
                    <a16:creationId xmlns:a16="http://schemas.microsoft.com/office/drawing/2014/main" id="{A29BEDCE-9269-0CFB-8D61-C0B3239B8D7D}"/>
                  </a:ext>
                </a:extLst>
              </p:cNvPr>
              <p:cNvSpPr/>
              <p:nvPr/>
            </p:nvSpPr>
            <p:spPr>
              <a:xfrm>
                <a:off x="2708451" y="3170910"/>
                <a:ext cx="720958"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(Local)</a:t>
                </a:r>
              </a:p>
            </p:txBody>
          </p:sp>
          <p:pic>
            <p:nvPicPr>
              <p:cNvPr id="415" name="Graphic 414">
                <a:extLst>
                  <a:ext uri="{FF2B5EF4-FFF2-40B4-BE49-F238E27FC236}">
                    <a16:creationId xmlns:a16="http://schemas.microsoft.com/office/drawing/2014/main" id="{9ACEAC99-A255-0236-14FF-FDC1E64B621B}"/>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2530207" y="3213042"/>
                <a:ext cx="108954" cy="128049"/>
              </a:xfrm>
              <a:prstGeom prst="rect">
                <a:avLst/>
              </a:prstGeom>
            </p:spPr>
          </p:pic>
        </p:grpSp>
      </p:grpSp>
      <p:grpSp>
        <p:nvGrpSpPr>
          <p:cNvPr id="459" name="Group 458">
            <a:extLst>
              <a:ext uri="{FF2B5EF4-FFF2-40B4-BE49-F238E27FC236}">
                <a16:creationId xmlns:a16="http://schemas.microsoft.com/office/drawing/2014/main" id="{A3151381-4F58-0501-4364-22CC79CE9743}"/>
              </a:ext>
            </a:extLst>
          </p:cNvPr>
          <p:cNvGrpSpPr/>
          <p:nvPr/>
        </p:nvGrpSpPr>
        <p:grpSpPr>
          <a:xfrm>
            <a:off x="2190229" y="3386349"/>
            <a:ext cx="3080248" cy="221616"/>
            <a:chOff x="2190229" y="3386349"/>
            <a:chExt cx="3080248" cy="221616"/>
          </a:xfrm>
        </p:grpSpPr>
        <p:sp>
          <p:nvSpPr>
            <p:cNvPr id="403" name="Rectangle 402">
              <a:extLst>
                <a:ext uri="{FF2B5EF4-FFF2-40B4-BE49-F238E27FC236}">
                  <a16:creationId xmlns:a16="http://schemas.microsoft.com/office/drawing/2014/main" id="{929FF2F1-37DA-D35A-9E76-09AF21092D89}"/>
                </a:ext>
              </a:extLst>
            </p:cNvPr>
            <p:cNvSpPr/>
            <p:nvPr/>
          </p:nvSpPr>
          <p:spPr>
            <a:xfrm>
              <a:off x="3475674" y="3386349"/>
              <a:ext cx="974635"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vSAN SC-01</a:t>
              </a:r>
            </a:p>
          </p:txBody>
        </p:sp>
        <p:sp>
          <p:nvSpPr>
            <p:cNvPr id="404" name="Rectangle 403">
              <a:extLst>
                <a:ext uri="{FF2B5EF4-FFF2-40B4-BE49-F238E27FC236}">
                  <a16:creationId xmlns:a16="http://schemas.microsoft.com/office/drawing/2014/main" id="{F6F9E619-7EA0-B2F7-E668-C42F1B329428}"/>
                </a:ext>
              </a:extLst>
            </p:cNvPr>
            <p:cNvSpPr/>
            <p:nvPr/>
          </p:nvSpPr>
          <p:spPr>
            <a:xfrm>
              <a:off x="4541530" y="3386349"/>
              <a:ext cx="728947"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10.10.0.99</a:t>
              </a:r>
            </a:p>
          </p:txBody>
        </p:sp>
        <p:sp>
          <p:nvSpPr>
            <p:cNvPr id="406" name="Rectangle 405">
              <a:extLst>
                <a:ext uri="{FF2B5EF4-FFF2-40B4-BE49-F238E27FC236}">
                  <a16:creationId xmlns:a16="http://schemas.microsoft.com/office/drawing/2014/main" id="{3DD49FE6-7A3D-FCEE-DD83-1EA9B6AEDE69}"/>
                </a:ext>
              </a:extLst>
            </p:cNvPr>
            <p:cNvSpPr/>
            <p:nvPr/>
          </p:nvSpPr>
          <p:spPr>
            <a:xfrm>
              <a:off x="2190229" y="3432621"/>
              <a:ext cx="129073" cy="129073"/>
            </a:xfrm>
            <a:prstGeom prst="rect">
              <a:avLst/>
            </a:prstGeom>
            <a:no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13" name="Rectangle 412">
              <a:extLst>
                <a:ext uri="{FF2B5EF4-FFF2-40B4-BE49-F238E27FC236}">
                  <a16:creationId xmlns:a16="http://schemas.microsoft.com/office/drawing/2014/main" id="{2C52EB01-7D82-8BC4-7127-BC0328FA0F62}"/>
                </a:ext>
              </a:extLst>
            </p:cNvPr>
            <p:cNvSpPr/>
            <p:nvPr/>
          </p:nvSpPr>
          <p:spPr>
            <a:xfrm>
              <a:off x="2708451" y="3386349"/>
              <a:ext cx="720952"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(Remote)</a:t>
              </a:r>
            </a:p>
          </p:txBody>
        </p:sp>
        <p:pic>
          <p:nvPicPr>
            <p:cNvPr id="416" name="Graphic 415">
              <a:extLst>
                <a:ext uri="{FF2B5EF4-FFF2-40B4-BE49-F238E27FC236}">
                  <a16:creationId xmlns:a16="http://schemas.microsoft.com/office/drawing/2014/main" id="{EFAC09D6-56EE-2DC0-6A35-0CD00014ACE1}"/>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2530207" y="3433645"/>
              <a:ext cx="108954" cy="128049"/>
            </a:xfrm>
            <a:prstGeom prst="rect">
              <a:avLst/>
            </a:prstGeom>
          </p:spPr>
        </p:pic>
      </p:grpSp>
      <p:sp>
        <p:nvSpPr>
          <p:cNvPr id="428" name="Rectangle 427">
            <a:extLst>
              <a:ext uri="{FF2B5EF4-FFF2-40B4-BE49-F238E27FC236}">
                <a16:creationId xmlns:a16="http://schemas.microsoft.com/office/drawing/2014/main" id="{3B36768E-F278-879D-86ED-BED4C299094F}"/>
              </a:ext>
            </a:extLst>
          </p:cNvPr>
          <p:cNvSpPr/>
          <p:nvPr/>
        </p:nvSpPr>
        <p:spPr>
          <a:xfrm>
            <a:off x="4356188" y="2632934"/>
            <a:ext cx="436184"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bg1">
                    <a:lumMod val="50000"/>
                  </a:schemeClr>
                </a:solidFill>
              </a:rPr>
              <a:t>EDIT</a:t>
            </a:r>
          </a:p>
        </p:txBody>
      </p:sp>
      <p:cxnSp>
        <p:nvCxnSpPr>
          <p:cNvPr id="448" name="Straight Connector 447">
            <a:extLst>
              <a:ext uri="{FF2B5EF4-FFF2-40B4-BE49-F238E27FC236}">
                <a16:creationId xmlns:a16="http://schemas.microsoft.com/office/drawing/2014/main" id="{D717B69C-C825-725C-581E-58C22872F06D}"/>
              </a:ext>
            </a:extLst>
          </p:cNvPr>
          <p:cNvCxnSpPr>
            <a:cxnSpLocks/>
          </p:cNvCxnSpPr>
          <p:nvPr/>
        </p:nvCxnSpPr>
        <p:spPr bwMode="gray">
          <a:xfrm>
            <a:off x="4471121" y="5024498"/>
            <a:ext cx="2466526" cy="0"/>
          </a:xfrm>
          <a:prstGeom prst="line">
            <a:avLst/>
          </a:prstGeom>
          <a:ln w="25400">
            <a:solidFill>
              <a:schemeClr val="accent2"/>
            </a:solidFill>
            <a:prstDash val="sysDot"/>
            <a:miter lim="800000"/>
            <a:tailEnd type="none"/>
          </a:ln>
        </p:spPr>
        <p:style>
          <a:lnRef idx="1">
            <a:schemeClr val="accent1"/>
          </a:lnRef>
          <a:fillRef idx="0">
            <a:schemeClr val="accent1"/>
          </a:fillRef>
          <a:effectRef idx="0">
            <a:schemeClr val="accent1"/>
          </a:effectRef>
          <a:fontRef idx="minor">
            <a:schemeClr val="tx1"/>
          </a:fontRef>
        </p:style>
      </p:cxnSp>
      <p:grpSp>
        <p:nvGrpSpPr>
          <p:cNvPr id="456" name="Group 455">
            <a:extLst>
              <a:ext uri="{FF2B5EF4-FFF2-40B4-BE49-F238E27FC236}">
                <a16:creationId xmlns:a16="http://schemas.microsoft.com/office/drawing/2014/main" id="{C4EE871E-7C9A-CEAF-3607-67541C60D528}"/>
              </a:ext>
            </a:extLst>
          </p:cNvPr>
          <p:cNvGrpSpPr/>
          <p:nvPr/>
        </p:nvGrpSpPr>
        <p:grpSpPr>
          <a:xfrm>
            <a:off x="3343849" y="5450548"/>
            <a:ext cx="2254544" cy="232334"/>
            <a:chOff x="3343849" y="6274399"/>
            <a:chExt cx="2254544" cy="232334"/>
          </a:xfrm>
        </p:grpSpPr>
        <p:grpSp>
          <p:nvGrpSpPr>
            <p:cNvPr id="449" name="Group 448">
              <a:extLst>
                <a:ext uri="{FF2B5EF4-FFF2-40B4-BE49-F238E27FC236}">
                  <a16:creationId xmlns:a16="http://schemas.microsoft.com/office/drawing/2014/main" id="{28239743-DBAA-8D9A-F60D-4DCF82ED4C8E}"/>
                </a:ext>
              </a:extLst>
            </p:cNvPr>
            <p:cNvGrpSpPr/>
            <p:nvPr/>
          </p:nvGrpSpPr>
          <p:grpSpPr>
            <a:xfrm>
              <a:off x="3343849" y="6274399"/>
              <a:ext cx="2254544" cy="94392"/>
              <a:chOff x="3343849" y="6274399"/>
              <a:chExt cx="2254544" cy="94392"/>
            </a:xfrm>
          </p:grpSpPr>
          <p:sp>
            <p:nvSpPr>
              <p:cNvPr id="7" name="Rectangle 6">
                <a:extLst>
                  <a:ext uri="{FF2B5EF4-FFF2-40B4-BE49-F238E27FC236}">
                    <a16:creationId xmlns:a16="http://schemas.microsoft.com/office/drawing/2014/main" id="{718D06FC-238B-4B37-6F7F-F3F41EE5CB33}"/>
                  </a:ext>
                </a:extLst>
              </p:cNvPr>
              <p:cNvSpPr/>
              <p:nvPr/>
            </p:nvSpPr>
            <p:spPr>
              <a:xfrm>
                <a:off x="3343849"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9" name="Rectangle 18">
                <a:extLst>
                  <a:ext uri="{FF2B5EF4-FFF2-40B4-BE49-F238E27FC236}">
                    <a16:creationId xmlns:a16="http://schemas.microsoft.com/office/drawing/2014/main" id="{FCD4FE31-8E53-D2A5-6104-BE66C92EB206}"/>
                  </a:ext>
                </a:extLst>
              </p:cNvPr>
              <p:cNvSpPr/>
              <p:nvPr/>
            </p:nvSpPr>
            <p:spPr>
              <a:xfrm>
                <a:off x="3803564"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4" name="Rectangle 23">
                <a:extLst>
                  <a:ext uri="{FF2B5EF4-FFF2-40B4-BE49-F238E27FC236}">
                    <a16:creationId xmlns:a16="http://schemas.microsoft.com/office/drawing/2014/main" id="{4ED9F81A-5EB2-1302-7076-4DB6A0F751BC}"/>
                  </a:ext>
                </a:extLst>
              </p:cNvPr>
              <p:cNvSpPr/>
              <p:nvPr/>
            </p:nvSpPr>
            <p:spPr>
              <a:xfrm>
                <a:off x="4263279"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9" name="Rectangle 38">
                <a:extLst>
                  <a:ext uri="{FF2B5EF4-FFF2-40B4-BE49-F238E27FC236}">
                    <a16:creationId xmlns:a16="http://schemas.microsoft.com/office/drawing/2014/main" id="{90370567-CF9A-DA9E-AB8D-0C27CD4BD210}"/>
                  </a:ext>
                </a:extLst>
              </p:cNvPr>
              <p:cNvSpPr/>
              <p:nvPr/>
            </p:nvSpPr>
            <p:spPr>
              <a:xfrm>
                <a:off x="4722994"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3" name="Rectangle 52">
                <a:extLst>
                  <a:ext uri="{FF2B5EF4-FFF2-40B4-BE49-F238E27FC236}">
                    <a16:creationId xmlns:a16="http://schemas.microsoft.com/office/drawing/2014/main" id="{952CA20C-9E48-4708-FD0D-A3D015F03DE0}"/>
                  </a:ext>
                </a:extLst>
              </p:cNvPr>
              <p:cNvSpPr/>
              <p:nvPr/>
            </p:nvSpPr>
            <p:spPr>
              <a:xfrm>
                <a:off x="5182709"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450" name="Group 449">
              <a:extLst>
                <a:ext uri="{FF2B5EF4-FFF2-40B4-BE49-F238E27FC236}">
                  <a16:creationId xmlns:a16="http://schemas.microsoft.com/office/drawing/2014/main" id="{B779EEAB-2A33-F634-8B41-860197FAD441}"/>
                </a:ext>
              </a:extLst>
            </p:cNvPr>
            <p:cNvGrpSpPr/>
            <p:nvPr/>
          </p:nvGrpSpPr>
          <p:grpSpPr>
            <a:xfrm>
              <a:off x="3343849" y="6412341"/>
              <a:ext cx="2254544" cy="94392"/>
              <a:chOff x="3343849" y="6274399"/>
              <a:chExt cx="2254544" cy="94392"/>
            </a:xfrm>
          </p:grpSpPr>
          <p:sp>
            <p:nvSpPr>
              <p:cNvPr id="451" name="Rectangle 450">
                <a:extLst>
                  <a:ext uri="{FF2B5EF4-FFF2-40B4-BE49-F238E27FC236}">
                    <a16:creationId xmlns:a16="http://schemas.microsoft.com/office/drawing/2014/main" id="{E3FD5E76-44FA-F069-B632-2B1DA8A82BF2}"/>
                  </a:ext>
                </a:extLst>
              </p:cNvPr>
              <p:cNvSpPr/>
              <p:nvPr/>
            </p:nvSpPr>
            <p:spPr>
              <a:xfrm>
                <a:off x="3343849"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52" name="Rectangle 451">
                <a:extLst>
                  <a:ext uri="{FF2B5EF4-FFF2-40B4-BE49-F238E27FC236}">
                    <a16:creationId xmlns:a16="http://schemas.microsoft.com/office/drawing/2014/main" id="{DB0F630A-2986-9AB7-F671-A64C06948580}"/>
                  </a:ext>
                </a:extLst>
              </p:cNvPr>
              <p:cNvSpPr/>
              <p:nvPr/>
            </p:nvSpPr>
            <p:spPr>
              <a:xfrm>
                <a:off x="3803564"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53" name="Rectangle 452">
                <a:extLst>
                  <a:ext uri="{FF2B5EF4-FFF2-40B4-BE49-F238E27FC236}">
                    <a16:creationId xmlns:a16="http://schemas.microsoft.com/office/drawing/2014/main" id="{5ECB3A70-8AFD-A1A4-83C2-334C89DAB39C}"/>
                  </a:ext>
                </a:extLst>
              </p:cNvPr>
              <p:cNvSpPr/>
              <p:nvPr/>
            </p:nvSpPr>
            <p:spPr>
              <a:xfrm>
                <a:off x="4263279"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54" name="Rectangle 453">
                <a:extLst>
                  <a:ext uri="{FF2B5EF4-FFF2-40B4-BE49-F238E27FC236}">
                    <a16:creationId xmlns:a16="http://schemas.microsoft.com/office/drawing/2014/main" id="{5B9FD8CF-E33B-CA3F-F080-827B3B56D17C}"/>
                  </a:ext>
                </a:extLst>
              </p:cNvPr>
              <p:cNvSpPr/>
              <p:nvPr/>
            </p:nvSpPr>
            <p:spPr>
              <a:xfrm>
                <a:off x="4722994"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55" name="Rectangle 454">
                <a:extLst>
                  <a:ext uri="{FF2B5EF4-FFF2-40B4-BE49-F238E27FC236}">
                    <a16:creationId xmlns:a16="http://schemas.microsoft.com/office/drawing/2014/main" id="{74D0A93F-BCAC-8EB1-5F77-367EAFE24E66}"/>
                  </a:ext>
                </a:extLst>
              </p:cNvPr>
              <p:cNvSpPr/>
              <p:nvPr/>
            </p:nvSpPr>
            <p:spPr>
              <a:xfrm>
                <a:off x="5182709"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grpSp>
        <p:nvGrpSpPr>
          <p:cNvPr id="475" name="Group 474">
            <a:extLst>
              <a:ext uri="{FF2B5EF4-FFF2-40B4-BE49-F238E27FC236}">
                <a16:creationId xmlns:a16="http://schemas.microsoft.com/office/drawing/2014/main" id="{4FE9E3FC-39CE-EA31-7710-DE059B16E86F}"/>
              </a:ext>
            </a:extLst>
          </p:cNvPr>
          <p:cNvGrpSpPr/>
          <p:nvPr/>
        </p:nvGrpSpPr>
        <p:grpSpPr>
          <a:xfrm>
            <a:off x="982110" y="3991137"/>
            <a:ext cx="1794829" cy="232334"/>
            <a:chOff x="662717" y="5549478"/>
            <a:chExt cx="1794829" cy="232334"/>
          </a:xfrm>
        </p:grpSpPr>
        <p:grpSp>
          <p:nvGrpSpPr>
            <p:cNvPr id="463" name="Group 462">
              <a:extLst>
                <a:ext uri="{FF2B5EF4-FFF2-40B4-BE49-F238E27FC236}">
                  <a16:creationId xmlns:a16="http://schemas.microsoft.com/office/drawing/2014/main" id="{E878C773-A213-3D41-4D36-49FAA0FBFFDC}"/>
                </a:ext>
              </a:extLst>
            </p:cNvPr>
            <p:cNvGrpSpPr/>
            <p:nvPr/>
          </p:nvGrpSpPr>
          <p:grpSpPr>
            <a:xfrm>
              <a:off x="662717" y="5549478"/>
              <a:ext cx="1794829" cy="94392"/>
              <a:chOff x="3343849" y="6274399"/>
              <a:chExt cx="1794829" cy="94392"/>
            </a:xfrm>
          </p:grpSpPr>
          <p:sp>
            <p:nvSpPr>
              <p:cNvPr id="470" name="Rectangle 469">
                <a:extLst>
                  <a:ext uri="{FF2B5EF4-FFF2-40B4-BE49-F238E27FC236}">
                    <a16:creationId xmlns:a16="http://schemas.microsoft.com/office/drawing/2014/main" id="{0BDBCA0B-C0A8-9E11-81DE-FE4CD2D44393}"/>
                  </a:ext>
                </a:extLst>
              </p:cNvPr>
              <p:cNvSpPr/>
              <p:nvPr/>
            </p:nvSpPr>
            <p:spPr>
              <a:xfrm>
                <a:off x="3343849" y="6274399"/>
                <a:ext cx="415684" cy="94392"/>
              </a:xfrm>
              <a:prstGeom prst="rect">
                <a:avLst/>
              </a:prstGeom>
              <a:solidFill>
                <a:schemeClr val="accent3">
                  <a:lumMod val="20000"/>
                  <a:lumOff val="80000"/>
                </a:schemeClr>
              </a:solidFill>
              <a:ln w="127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71" name="Rectangle 470">
                <a:extLst>
                  <a:ext uri="{FF2B5EF4-FFF2-40B4-BE49-F238E27FC236}">
                    <a16:creationId xmlns:a16="http://schemas.microsoft.com/office/drawing/2014/main" id="{AD274EF3-882C-329A-DB57-9366F54DBC22}"/>
                  </a:ext>
                </a:extLst>
              </p:cNvPr>
              <p:cNvSpPr/>
              <p:nvPr/>
            </p:nvSpPr>
            <p:spPr>
              <a:xfrm>
                <a:off x="3803564" y="6274399"/>
                <a:ext cx="415684" cy="94392"/>
              </a:xfrm>
              <a:prstGeom prst="rect">
                <a:avLst/>
              </a:prstGeom>
              <a:solidFill>
                <a:schemeClr val="accent3">
                  <a:lumMod val="20000"/>
                  <a:lumOff val="80000"/>
                </a:schemeClr>
              </a:solidFill>
              <a:ln w="127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72" name="Rectangle 471">
                <a:extLst>
                  <a:ext uri="{FF2B5EF4-FFF2-40B4-BE49-F238E27FC236}">
                    <a16:creationId xmlns:a16="http://schemas.microsoft.com/office/drawing/2014/main" id="{03B1B439-B475-8C6D-0390-2609BE5C38C9}"/>
                  </a:ext>
                </a:extLst>
              </p:cNvPr>
              <p:cNvSpPr/>
              <p:nvPr/>
            </p:nvSpPr>
            <p:spPr>
              <a:xfrm>
                <a:off x="4263279" y="6274399"/>
                <a:ext cx="415684" cy="94392"/>
              </a:xfrm>
              <a:prstGeom prst="rect">
                <a:avLst/>
              </a:prstGeom>
              <a:solidFill>
                <a:schemeClr val="accent3">
                  <a:lumMod val="20000"/>
                  <a:lumOff val="80000"/>
                </a:schemeClr>
              </a:solidFill>
              <a:ln w="127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73" name="Rectangle 472">
                <a:extLst>
                  <a:ext uri="{FF2B5EF4-FFF2-40B4-BE49-F238E27FC236}">
                    <a16:creationId xmlns:a16="http://schemas.microsoft.com/office/drawing/2014/main" id="{33A02200-3392-BAC0-BB42-A28360CE4C4C}"/>
                  </a:ext>
                </a:extLst>
              </p:cNvPr>
              <p:cNvSpPr/>
              <p:nvPr/>
            </p:nvSpPr>
            <p:spPr>
              <a:xfrm>
                <a:off x="4722994" y="6274399"/>
                <a:ext cx="415684" cy="94392"/>
              </a:xfrm>
              <a:prstGeom prst="rect">
                <a:avLst/>
              </a:prstGeom>
              <a:solidFill>
                <a:schemeClr val="accent3">
                  <a:lumMod val="20000"/>
                  <a:lumOff val="80000"/>
                </a:schemeClr>
              </a:solidFill>
              <a:ln w="127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464" name="Group 463">
              <a:extLst>
                <a:ext uri="{FF2B5EF4-FFF2-40B4-BE49-F238E27FC236}">
                  <a16:creationId xmlns:a16="http://schemas.microsoft.com/office/drawing/2014/main" id="{BE007841-2D58-F24A-4B34-5122E498BDBA}"/>
                </a:ext>
              </a:extLst>
            </p:cNvPr>
            <p:cNvGrpSpPr/>
            <p:nvPr/>
          </p:nvGrpSpPr>
          <p:grpSpPr>
            <a:xfrm>
              <a:off x="662717" y="5687420"/>
              <a:ext cx="1794829" cy="94392"/>
              <a:chOff x="3343849" y="6274399"/>
              <a:chExt cx="1794829" cy="94392"/>
            </a:xfrm>
          </p:grpSpPr>
          <p:sp>
            <p:nvSpPr>
              <p:cNvPr id="465" name="Rectangle 464">
                <a:extLst>
                  <a:ext uri="{FF2B5EF4-FFF2-40B4-BE49-F238E27FC236}">
                    <a16:creationId xmlns:a16="http://schemas.microsoft.com/office/drawing/2014/main" id="{7BF5C7C1-26E2-2D50-01CE-6FA629C7ECF8}"/>
                  </a:ext>
                </a:extLst>
              </p:cNvPr>
              <p:cNvSpPr/>
              <p:nvPr/>
            </p:nvSpPr>
            <p:spPr>
              <a:xfrm>
                <a:off x="3343849" y="6274399"/>
                <a:ext cx="415684" cy="94392"/>
              </a:xfrm>
              <a:prstGeom prst="rect">
                <a:avLst/>
              </a:prstGeom>
              <a:solidFill>
                <a:schemeClr val="accent3">
                  <a:lumMod val="20000"/>
                  <a:lumOff val="80000"/>
                </a:schemeClr>
              </a:solidFill>
              <a:ln w="127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66" name="Rectangle 465">
                <a:extLst>
                  <a:ext uri="{FF2B5EF4-FFF2-40B4-BE49-F238E27FC236}">
                    <a16:creationId xmlns:a16="http://schemas.microsoft.com/office/drawing/2014/main" id="{C8CE3AE4-E38A-1B22-64E1-A22EDC6631B7}"/>
                  </a:ext>
                </a:extLst>
              </p:cNvPr>
              <p:cNvSpPr/>
              <p:nvPr/>
            </p:nvSpPr>
            <p:spPr>
              <a:xfrm>
                <a:off x="3803564" y="6274399"/>
                <a:ext cx="415684" cy="94392"/>
              </a:xfrm>
              <a:prstGeom prst="rect">
                <a:avLst/>
              </a:prstGeom>
              <a:solidFill>
                <a:schemeClr val="accent3">
                  <a:lumMod val="20000"/>
                  <a:lumOff val="80000"/>
                </a:schemeClr>
              </a:solidFill>
              <a:ln w="127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67" name="Rectangle 466">
                <a:extLst>
                  <a:ext uri="{FF2B5EF4-FFF2-40B4-BE49-F238E27FC236}">
                    <a16:creationId xmlns:a16="http://schemas.microsoft.com/office/drawing/2014/main" id="{874A505A-E4C9-E44D-7A4B-153F640C75B4}"/>
                  </a:ext>
                </a:extLst>
              </p:cNvPr>
              <p:cNvSpPr/>
              <p:nvPr/>
            </p:nvSpPr>
            <p:spPr>
              <a:xfrm>
                <a:off x="4263279" y="6274399"/>
                <a:ext cx="415684" cy="94392"/>
              </a:xfrm>
              <a:prstGeom prst="rect">
                <a:avLst/>
              </a:prstGeom>
              <a:solidFill>
                <a:schemeClr val="accent3">
                  <a:lumMod val="20000"/>
                  <a:lumOff val="80000"/>
                </a:schemeClr>
              </a:solidFill>
              <a:ln w="127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68" name="Rectangle 467">
                <a:extLst>
                  <a:ext uri="{FF2B5EF4-FFF2-40B4-BE49-F238E27FC236}">
                    <a16:creationId xmlns:a16="http://schemas.microsoft.com/office/drawing/2014/main" id="{1A52B311-BA22-B386-B683-B8F209894018}"/>
                  </a:ext>
                </a:extLst>
              </p:cNvPr>
              <p:cNvSpPr/>
              <p:nvPr/>
            </p:nvSpPr>
            <p:spPr>
              <a:xfrm>
                <a:off x="4722994" y="6274399"/>
                <a:ext cx="415684" cy="94392"/>
              </a:xfrm>
              <a:prstGeom prst="rect">
                <a:avLst/>
              </a:prstGeom>
              <a:solidFill>
                <a:schemeClr val="accent3">
                  <a:lumMod val="20000"/>
                  <a:lumOff val="80000"/>
                </a:schemeClr>
              </a:solidFill>
              <a:ln w="127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grpSp>
        <p:nvGrpSpPr>
          <p:cNvPr id="480" name="Group 479">
            <a:extLst>
              <a:ext uri="{FF2B5EF4-FFF2-40B4-BE49-F238E27FC236}">
                <a16:creationId xmlns:a16="http://schemas.microsoft.com/office/drawing/2014/main" id="{EF72E684-047B-BF2A-6C6A-04D478E2ECB0}"/>
              </a:ext>
            </a:extLst>
          </p:cNvPr>
          <p:cNvGrpSpPr/>
          <p:nvPr/>
        </p:nvGrpSpPr>
        <p:grpSpPr>
          <a:xfrm>
            <a:off x="3365328" y="3991137"/>
            <a:ext cx="1794829" cy="232334"/>
            <a:chOff x="662717" y="5549478"/>
            <a:chExt cx="1794829" cy="232334"/>
          </a:xfrm>
          <a:solidFill>
            <a:schemeClr val="bg1">
              <a:lumMod val="95000"/>
            </a:schemeClr>
          </a:solidFill>
        </p:grpSpPr>
        <p:grpSp>
          <p:nvGrpSpPr>
            <p:cNvPr id="481" name="Group 480">
              <a:extLst>
                <a:ext uri="{FF2B5EF4-FFF2-40B4-BE49-F238E27FC236}">
                  <a16:creationId xmlns:a16="http://schemas.microsoft.com/office/drawing/2014/main" id="{3CDBE751-DAC2-885A-253B-EFC57FBE4C0B}"/>
                </a:ext>
              </a:extLst>
            </p:cNvPr>
            <p:cNvGrpSpPr/>
            <p:nvPr/>
          </p:nvGrpSpPr>
          <p:grpSpPr>
            <a:xfrm>
              <a:off x="662717" y="5549478"/>
              <a:ext cx="1794829" cy="94392"/>
              <a:chOff x="3343849" y="6274399"/>
              <a:chExt cx="1794829" cy="94392"/>
            </a:xfrm>
            <a:grpFill/>
          </p:grpSpPr>
          <p:sp>
            <p:nvSpPr>
              <p:cNvPr id="487" name="Rectangle 486">
                <a:extLst>
                  <a:ext uri="{FF2B5EF4-FFF2-40B4-BE49-F238E27FC236}">
                    <a16:creationId xmlns:a16="http://schemas.microsoft.com/office/drawing/2014/main" id="{DB05F91F-D01F-A1FF-F091-3A509CC7F10A}"/>
                  </a:ext>
                </a:extLst>
              </p:cNvPr>
              <p:cNvSpPr/>
              <p:nvPr/>
            </p:nvSpPr>
            <p:spPr>
              <a:xfrm>
                <a:off x="3343849" y="6274399"/>
                <a:ext cx="415684" cy="94392"/>
              </a:xfrm>
              <a:prstGeom prst="rect">
                <a:avLst/>
              </a:prstGeom>
              <a:grp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88" name="Rectangle 487">
                <a:extLst>
                  <a:ext uri="{FF2B5EF4-FFF2-40B4-BE49-F238E27FC236}">
                    <a16:creationId xmlns:a16="http://schemas.microsoft.com/office/drawing/2014/main" id="{9DD60322-C6D5-3206-88EF-6B1F6D0FF627}"/>
                  </a:ext>
                </a:extLst>
              </p:cNvPr>
              <p:cNvSpPr/>
              <p:nvPr/>
            </p:nvSpPr>
            <p:spPr>
              <a:xfrm>
                <a:off x="3803564" y="6274399"/>
                <a:ext cx="415684" cy="94392"/>
              </a:xfrm>
              <a:prstGeom prst="rect">
                <a:avLst/>
              </a:prstGeom>
              <a:grp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89" name="Rectangle 488">
                <a:extLst>
                  <a:ext uri="{FF2B5EF4-FFF2-40B4-BE49-F238E27FC236}">
                    <a16:creationId xmlns:a16="http://schemas.microsoft.com/office/drawing/2014/main" id="{F877406B-6396-2999-0994-AE50BAB6445B}"/>
                  </a:ext>
                </a:extLst>
              </p:cNvPr>
              <p:cNvSpPr/>
              <p:nvPr/>
            </p:nvSpPr>
            <p:spPr>
              <a:xfrm>
                <a:off x="4263279" y="6274399"/>
                <a:ext cx="415684" cy="94392"/>
              </a:xfrm>
              <a:prstGeom prst="rect">
                <a:avLst/>
              </a:prstGeom>
              <a:grp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90" name="Rectangle 489">
                <a:extLst>
                  <a:ext uri="{FF2B5EF4-FFF2-40B4-BE49-F238E27FC236}">
                    <a16:creationId xmlns:a16="http://schemas.microsoft.com/office/drawing/2014/main" id="{7A21034B-9FD2-3BE7-8945-20F62E7824BF}"/>
                  </a:ext>
                </a:extLst>
              </p:cNvPr>
              <p:cNvSpPr/>
              <p:nvPr/>
            </p:nvSpPr>
            <p:spPr>
              <a:xfrm>
                <a:off x="4722994" y="6274399"/>
                <a:ext cx="415684" cy="94392"/>
              </a:xfrm>
              <a:prstGeom prst="rect">
                <a:avLst/>
              </a:prstGeom>
              <a:grp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482" name="Group 481">
              <a:extLst>
                <a:ext uri="{FF2B5EF4-FFF2-40B4-BE49-F238E27FC236}">
                  <a16:creationId xmlns:a16="http://schemas.microsoft.com/office/drawing/2014/main" id="{71B3ED10-96CC-3D3C-DD4B-2C9A142E0D61}"/>
                </a:ext>
              </a:extLst>
            </p:cNvPr>
            <p:cNvGrpSpPr/>
            <p:nvPr/>
          </p:nvGrpSpPr>
          <p:grpSpPr>
            <a:xfrm>
              <a:off x="662717" y="5687420"/>
              <a:ext cx="1794829" cy="94392"/>
              <a:chOff x="3343849" y="6274399"/>
              <a:chExt cx="1794829" cy="94392"/>
            </a:xfrm>
            <a:grpFill/>
          </p:grpSpPr>
          <p:sp>
            <p:nvSpPr>
              <p:cNvPr id="483" name="Rectangle 482">
                <a:extLst>
                  <a:ext uri="{FF2B5EF4-FFF2-40B4-BE49-F238E27FC236}">
                    <a16:creationId xmlns:a16="http://schemas.microsoft.com/office/drawing/2014/main" id="{B8412F1B-65E2-2EB7-EDC4-4606E677EEC7}"/>
                  </a:ext>
                </a:extLst>
              </p:cNvPr>
              <p:cNvSpPr/>
              <p:nvPr/>
            </p:nvSpPr>
            <p:spPr>
              <a:xfrm>
                <a:off x="3343849" y="6274399"/>
                <a:ext cx="415684" cy="94392"/>
              </a:xfrm>
              <a:prstGeom prst="rect">
                <a:avLst/>
              </a:prstGeom>
              <a:grp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84" name="Rectangle 483">
                <a:extLst>
                  <a:ext uri="{FF2B5EF4-FFF2-40B4-BE49-F238E27FC236}">
                    <a16:creationId xmlns:a16="http://schemas.microsoft.com/office/drawing/2014/main" id="{EC972437-C1C7-3BAE-D7BA-39CB46C4637D}"/>
                  </a:ext>
                </a:extLst>
              </p:cNvPr>
              <p:cNvSpPr/>
              <p:nvPr/>
            </p:nvSpPr>
            <p:spPr>
              <a:xfrm>
                <a:off x="3803564" y="6274399"/>
                <a:ext cx="415684" cy="94392"/>
              </a:xfrm>
              <a:prstGeom prst="rect">
                <a:avLst/>
              </a:prstGeom>
              <a:grp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85" name="Rectangle 484">
                <a:extLst>
                  <a:ext uri="{FF2B5EF4-FFF2-40B4-BE49-F238E27FC236}">
                    <a16:creationId xmlns:a16="http://schemas.microsoft.com/office/drawing/2014/main" id="{DEA7303F-0B68-E964-AFBF-4B9A3D0C3A46}"/>
                  </a:ext>
                </a:extLst>
              </p:cNvPr>
              <p:cNvSpPr/>
              <p:nvPr/>
            </p:nvSpPr>
            <p:spPr>
              <a:xfrm>
                <a:off x="4263279" y="6274399"/>
                <a:ext cx="415684" cy="94392"/>
              </a:xfrm>
              <a:prstGeom prst="rect">
                <a:avLst/>
              </a:prstGeom>
              <a:grp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86" name="Rectangle 485">
                <a:extLst>
                  <a:ext uri="{FF2B5EF4-FFF2-40B4-BE49-F238E27FC236}">
                    <a16:creationId xmlns:a16="http://schemas.microsoft.com/office/drawing/2014/main" id="{C71212A4-57A0-8839-359D-99AA9C651EEA}"/>
                  </a:ext>
                </a:extLst>
              </p:cNvPr>
              <p:cNvSpPr/>
              <p:nvPr/>
            </p:nvSpPr>
            <p:spPr>
              <a:xfrm>
                <a:off x="4722994" y="6274399"/>
                <a:ext cx="415684" cy="94392"/>
              </a:xfrm>
              <a:prstGeom prst="rect">
                <a:avLst/>
              </a:prstGeom>
              <a:grp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grpSp>
        <p:nvGrpSpPr>
          <p:cNvPr id="491" name="Group 490">
            <a:extLst>
              <a:ext uri="{FF2B5EF4-FFF2-40B4-BE49-F238E27FC236}">
                <a16:creationId xmlns:a16="http://schemas.microsoft.com/office/drawing/2014/main" id="{70D69A12-A64E-8A92-CD16-71BA53BA0618}"/>
              </a:ext>
            </a:extLst>
          </p:cNvPr>
          <p:cNvGrpSpPr/>
          <p:nvPr/>
        </p:nvGrpSpPr>
        <p:grpSpPr>
          <a:xfrm>
            <a:off x="6043800" y="3991137"/>
            <a:ext cx="1794829" cy="232334"/>
            <a:chOff x="662717" y="5549478"/>
            <a:chExt cx="1794829" cy="232334"/>
          </a:xfrm>
          <a:solidFill>
            <a:schemeClr val="accent4">
              <a:lumMod val="20000"/>
              <a:lumOff val="80000"/>
            </a:schemeClr>
          </a:solidFill>
        </p:grpSpPr>
        <p:grpSp>
          <p:nvGrpSpPr>
            <p:cNvPr id="492" name="Group 491">
              <a:extLst>
                <a:ext uri="{FF2B5EF4-FFF2-40B4-BE49-F238E27FC236}">
                  <a16:creationId xmlns:a16="http://schemas.microsoft.com/office/drawing/2014/main" id="{5F8EEDBA-D21F-600A-8498-CAA74F86F8DA}"/>
                </a:ext>
              </a:extLst>
            </p:cNvPr>
            <p:cNvGrpSpPr/>
            <p:nvPr/>
          </p:nvGrpSpPr>
          <p:grpSpPr>
            <a:xfrm>
              <a:off x="662717" y="5549478"/>
              <a:ext cx="1794829" cy="94392"/>
              <a:chOff x="3343849" y="6274399"/>
              <a:chExt cx="1794829" cy="94392"/>
            </a:xfrm>
            <a:grpFill/>
          </p:grpSpPr>
          <p:sp>
            <p:nvSpPr>
              <p:cNvPr id="498" name="Rectangle 497">
                <a:extLst>
                  <a:ext uri="{FF2B5EF4-FFF2-40B4-BE49-F238E27FC236}">
                    <a16:creationId xmlns:a16="http://schemas.microsoft.com/office/drawing/2014/main" id="{FF06F579-4B23-A945-B960-BE28C0C5F47D}"/>
                  </a:ext>
                </a:extLst>
              </p:cNvPr>
              <p:cNvSpPr/>
              <p:nvPr/>
            </p:nvSpPr>
            <p:spPr>
              <a:xfrm>
                <a:off x="3343849"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99" name="Rectangle 498">
                <a:extLst>
                  <a:ext uri="{FF2B5EF4-FFF2-40B4-BE49-F238E27FC236}">
                    <a16:creationId xmlns:a16="http://schemas.microsoft.com/office/drawing/2014/main" id="{C82806DF-07A9-70D0-E108-CDA944EFFC36}"/>
                  </a:ext>
                </a:extLst>
              </p:cNvPr>
              <p:cNvSpPr/>
              <p:nvPr/>
            </p:nvSpPr>
            <p:spPr>
              <a:xfrm>
                <a:off x="3803564"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00" name="Rectangle 499">
                <a:extLst>
                  <a:ext uri="{FF2B5EF4-FFF2-40B4-BE49-F238E27FC236}">
                    <a16:creationId xmlns:a16="http://schemas.microsoft.com/office/drawing/2014/main" id="{030A4DAE-9B75-D947-BD51-A5271FFE0B61}"/>
                  </a:ext>
                </a:extLst>
              </p:cNvPr>
              <p:cNvSpPr/>
              <p:nvPr/>
            </p:nvSpPr>
            <p:spPr>
              <a:xfrm>
                <a:off x="4263279"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01" name="Rectangle 500">
                <a:extLst>
                  <a:ext uri="{FF2B5EF4-FFF2-40B4-BE49-F238E27FC236}">
                    <a16:creationId xmlns:a16="http://schemas.microsoft.com/office/drawing/2014/main" id="{D1EF3146-D3DC-7219-B06C-A506C438159D}"/>
                  </a:ext>
                </a:extLst>
              </p:cNvPr>
              <p:cNvSpPr/>
              <p:nvPr/>
            </p:nvSpPr>
            <p:spPr>
              <a:xfrm>
                <a:off x="4722994"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493" name="Group 492">
              <a:extLst>
                <a:ext uri="{FF2B5EF4-FFF2-40B4-BE49-F238E27FC236}">
                  <a16:creationId xmlns:a16="http://schemas.microsoft.com/office/drawing/2014/main" id="{D072EA57-FA52-9C81-7F26-39B9CC5245B0}"/>
                </a:ext>
              </a:extLst>
            </p:cNvPr>
            <p:cNvGrpSpPr/>
            <p:nvPr/>
          </p:nvGrpSpPr>
          <p:grpSpPr>
            <a:xfrm>
              <a:off x="662717" y="5687420"/>
              <a:ext cx="1794829" cy="94392"/>
              <a:chOff x="3343849" y="6274399"/>
              <a:chExt cx="1794829" cy="94392"/>
            </a:xfrm>
            <a:grpFill/>
          </p:grpSpPr>
          <p:sp>
            <p:nvSpPr>
              <p:cNvPr id="494" name="Rectangle 493">
                <a:extLst>
                  <a:ext uri="{FF2B5EF4-FFF2-40B4-BE49-F238E27FC236}">
                    <a16:creationId xmlns:a16="http://schemas.microsoft.com/office/drawing/2014/main" id="{4A214891-E81C-41F3-3B99-559E208C0048}"/>
                  </a:ext>
                </a:extLst>
              </p:cNvPr>
              <p:cNvSpPr/>
              <p:nvPr/>
            </p:nvSpPr>
            <p:spPr>
              <a:xfrm>
                <a:off x="3343849"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95" name="Rectangle 494">
                <a:extLst>
                  <a:ext uri="{FF2B5EF4-FFF2-40B4-BE49-F238E27FC236}">
                    <a16:creationId xmlns:a16="http://schemas.microsoft.com/office/drawing/2014/main" id="{71E71E91-81C4-DFD9-4BBE-35C329D14CE7}"/>
                  </a:ext>
                </a:extLst>
              </p:cNvPr>
              <p:cNvSpPr/>
              <p:nvPr/>
            </p:nvSpPr>
            <p:spPr>
              <a:xfrm>
                <a:off x="3803564"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96" name="Rectangle 495">
                <a:extLst>
                  <a:ext uri="{FF2B5EF4-FFF2-40B4-BE49-F238E27FC236}">
                    <a16:creationId xmlns:a16="http://schemas.microsoft.com/office/drawing/2014/main" id="{8C62C0CD-1C2B-8C2A-D8CE-BA4089B7664D}"/>
                  </a:ext>
                </a:extLst>
              </p:cNvPr>
              <p:cNvSpPr/>
              <p:nvPr/>
            </p:nvSpPr>
            <p:spPr>
              <a:xfrm>
                <a:off x="4263279"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97" name="Rectangle 496">
                <a:extLst>
                  <a:ext uri="{FF2B5EF4-FFF2-40B4-BE49-F238E27FC236}">
                    <a16:creationId xmlns:a16="http://schemas.microsoft.com/office/drawing/2014/main" id="{00D5E491-B642-7EDF-587D-BB2843A048A8}"/>
                  </a:ext>
                </a:extLst>
              </p:cNvPr>
              <p:cNvSpPr/>
              <p:nvPr/>
            </p:nvSpPr>
            <p:spPr>
              <a:xfrm>
                <a:off x="4722994"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spTree>
    <p:extLst>
      <p:ext uri="{BB962C8B-B14F-4D97-AF65-F5344CB8AC3E}">
        <p14:creationId xmlns:p14="http://schemas.microsoft.com/office/powerpoint/2010/main" val="13818796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56"/>
                                        </p:tgtEl>
                                        <p:attrNameLst>
                                          <p:attrName>style.visibility</p:attrName>
                                        </p:attrNameLst>
                                      </p:cBhvr>
                                      <p:to>
                                        <p:strVal val="visible"/>
                                      </p:to>
                                    </p:set>
                                    <p:animEffect transition="in" filter="fade">
                                      <p:cBhvr>
                                        <p:cTn id="7" dur="500"/>
                                        <p:tgtEl>
                                          <p:spTgt spid="456"/>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320"/>
                                        </p:tgtEl>
                                        <p:attrNameLst>
                                          <p:attrName>style.visibility</p:attrName>
                                        </p:attrNameLst>
                                      </p:cBhvr>
                                      <p:to>
                                        <p:strVal val="visible"/>
                                      </p:to>
                                    </p:set>
                                    <p:animEffect transition="in" filter="fade">
                                      <p:cBhvr>
                                        <p:cTn id="17" dur="500"/>
                                        <p:tgtEl>
                                          <p:spTgt spid="320"/>
                                        </p:tgtEl>
                                      </p:cBhvr>
                                    </p:animEffect>
                                  </p:childTnLst>
                                </p:cTn>
                              </p:par>
                              <p:par>
                                <p:cTn id="18" presetID="10" presetClass="entr" presetSubtype="0" fill="hold" nodeType="withEffect">
                                  <p:stCondLst>
                                    <p:cond delay="0"/>
                                  </p:stCondLst>
                                  <p:childTnLst>
                                    <p:set>
                                      <p:cBhvr>
                                        <p:cTn id="19" dur="1" fill="hold">
                                          <p:stCondLst>
                                            <p:cond delay="0"/>
                                          </p:stCondLst>
                                        </p:cTn>
                                        <p:tgtEl>
                                          <p:spTgt spid="319"/>
                                        </p:tgtEl>
                                        <p:attrNameLst>
                                          <p:attrName>style.visibility</p:attrName>
                                        </p:attrNameLst>
                                      </p:cBhvr>
                                      <p:to>
                                        <p:strVal val="visible"/>
                                      </p:to>
                                    </p:set>
                                    <p:animEffect transition="in" filter="fade">
                                      <p:cBhvr>
                                        <p:cTn id="20" dur="500"/>
                                        <p:tgtEl>
                                          <p:spTgt spid="319"/>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22"/>
                                        </p:tgtEl>
                                        <p:attrNameLst>
                                          <p:attrName>style.visibility</p:attrName>
                                        </p:attrNameLst>
                                      </p:cBhvr>
                                      <p:to>
                                        <p:strVal val="visible"/>
                                      </p:to>
                                    </p:set>
                                    <p:animEffect transition="in" filter="fade">
                                      <p:cBhvr>
                                        <p:cTn id="23" dur="500"/>
                                        <p:tgtEl>
                                          <p:spTgt spid="322"/>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21"/>
                                        </p:tgtEl>
                                        <p:attrNameLst>
                                          <p:attrName>style.visibility</p:attrName>
                                        </p:attrNameLst>
                                      </p:cBhvr>
                                      <p:to>
                                        <p:strVal val="visible"/>
                                      </p:to>
                                    </p:set>
                                    <p:animEffect transition="in" filter="fade">
                                      <p:cBhvr>
                                        <p:cTn id="26" dur="500"/>
                                        <p:tgtEl>
                                          <p:spTgt spid="321"/>
                                        </p:tgtEl>
                                      </p:cBhvr>
                                    </p:animEffect>
                                  </p:childTnLst>
                                </p:cTn>
                              </p:par>
                            </p:childTnLst>
                          </p:cTn>
                        </p:par>
                        <p:par>
                          <p:cTn id="27" fill="hold">
                            <p:stCondLst>
                              <p:cond delay="1000"/>
                            </p:stCondLst>
                            <p:childTnLst>
                              <p:par>
                                <p:cTn id="28" presetID="10" presetClass="entr" presetSubtype="0" fill="hold" nodeType="afterEffect">
                                  <p:stCondLst>
                                    <p:cond delay="0"/>
                                  </p:stCondLst>
                                  <p:childTnLst>
                                    <p:set>
                                      <p:cBhvr>
                                        <p:cTn id="29" dur="1" fill="hold">
                                          <p:stCondLst>
                                            <p:cond delay="0"/>
                                          </p:stCondLst>
                                        </p:cTn>
                                        <p:tgtEl>
                                          <p:spTgt spid="480"/>
                                        </p:tgtEl>
                                        <p:attrNameLst>
                                          <p:attrName>style.visibility</p:attrName>
                                        </p:attrNameLst>
                                      </p:cBhvr>
                                      <p:to>
                                        <p:strVal val="visible"/>
                                      </p:to>
                                    </p:set>
                                    <p:animEffect transition="in" filter="fade">
                                      <p:cBhvr>
                                        <p:cTn id="30" dur="500"/>
                                        <p:tgtEl>
                                          <p:spTgt spid="480"/>
                                        </p:tgtEl>
                                      </p:cBhvr>
                                    </p:animEffect>
                                  </p:childTnLst>
                                </p:cTn>
                              </p:par>
                              <p:par>
                                <p:cTn id="31" presetID="10" presetClass="entr" presetSubtype="0" fill="hold" nodeType="withEffect">
                                  <p:stCondLst>
                                    <p:cond delay="0"/>
                                  </p:stCondLst>
                                  <p:childTnLst>
                                    <p:set>
                                      <p:cBhvr>
                                        <p:cTn id="32" dur="1" fill="hold">
                                          <p:stCondLst>
                                            <p:cond delay="0"/>
                                          </p:stCondLst>
                                        </p:cTn>
                                        <p:tgtEl>
                                          <p:spTgt spid="47"/>
                                        </p:tgtEl>
                                        <p:attrNameLst>
                                          <p:attrName>style.visibility</p:attrName>
                                        </p:attrNameLst>
                                      </p:cBhvr>
                                      <p:to>
                                        <p:strVal val="visible"/>
                                      </p:to>
                                    </p:set>
                                    <p:animEffect transition="in" filter="fade">
                                      <p:cBhvr>
                                        <p:cTn id="33" dur="500"/>
                                        <p:tgtEl>
                                          <p:spTgt spid="47"/>
                                        </p:tgtEl>
                                      </p:cBhvr>
                                    </p:animEffect>
                                  </p:childTnLst>
                                </p:cTn>
                              </p:par>
                            </p:childTnLst>
                          </p:cTn>
                        </p:par>
                        <p:par>
                          <p:cTn id="34" fill="hold">
                            <p:stCondLst>
                              <p:cond delay="1500"/>
                            </p:stCondLst>
                            <p:childTnLst>
                              <p:par>
                                <p:cTn id="35" presetID="10" presetClass="entr" presetSubtype="0" fill="hold" nodeType="afterEffect">
                                  <p:stCondLst>
                                    <p:cond delay="0"/>
                                  </p:stCondLst>
                                  <p:childTnLst>
                                    <p:set>
                                      <p:cBhvr>
                                        <p:cTn id="36" dur="1" fill="hold">
                                          <p:stCondLst>
                                            <p:cond delay="0"/>
                                          </p:stCondLst>
                                        </p:cTn>
                                        <p:tgtEl>
                                          <p:spTgt spid="45"/>
                                        </p:tgtEl>
                                        <p:attrNameLst>
                                          <p:attrName>style.visibility</p:attrName>
                                        </p:attrNameLst>
                                      </p:cBhvr>
                                      <p:to>
                                        <p:strVal val="visible"/>
                                      </p:to>
                                    </p:set>
                                    <p:animEffect transition="in" filter="fade">
                                      <p:cBhvr>
                                        <p:cTn id="37" dur="500"/>
                                        <p:tgtEl>
                                          <p:spTgt spid="45"/>
                                        </p:tgtEl>
                                      </p:cBhvr>
                                    </p:animEffect>
                                  </p:childTnLst>
                                </p:cTn>
                              </p:par>
                            </p:childTnLst>
                          </p:cTn>
                        </p:par>
                        <p:par>
                          <p:cTn id="38" fill="hold">
                            <p:stCondLst>
                              <p:cond delay="2000"/>
                            </p:stCondLst>
                            <p:childTnLst>
                              <p:par>
                                <p:cTn id="39" presetID="10" presetClass="entr" presetSubtype="0" fill="hold" grpId="0" nodeType="afterEffect">
                                  <p:stCondLst>
                                    <p:cond delay="1000"/>
                                  </p:stCondLst>
                                  <p:childTnLst>
                                    <p:set>
                                      <p:cBhvr>
                                        <p:cTn id="40" dur="1" fill="hold">
                                          <p:stCondLst>
                                            <p:cond delay="0"/>
                                          </p:stCondLst>
                                        </p:cTn>
                                        <p:tgtEl>
                                          <p:spTgt spid="214"/>
                                        </p:tgtEl>
                                        <p:attrNameLst>
                                          <p:attrName>style.visibility</p:attrName>
                                        </p:attrNameLst>
                                      </p:cBhvr>
                                      <p:to>
                                        <p:strVal val="visible"/>
                                      </p:to>
                                    </p:set>
                                    <p:animEffect transition="in" filter="fade">
                                      <p:cBhvr>
                                        <p:cTn id="41" dur="500"/>
                                        <p:tgtEl>
                                          <p:spTgt spid="214"/>
                                        </p:tgtEl>
                                      </p:cBhvr>
                                    </p:animEffect>
                                  </p:childTnLst>
                                </p:cTn>
                              </p:par>
                              <p:par>
                                <p:cTn id="42" presetID="10" presetClass="entr" presetSubtype="0" fill="hold" nodeType="withEffect">
                                  <p:stCondLst>
                                    <p:cond delay="1000"/>
                                  </p:stCondLst>
                                  <p:childTnLst>
                                    <p:set>
                                      <p:cBhvr>
                                        <p:cTn id="43" dur="1" fill="hold">
                                          <p:stCondLst>
                                            <p:cond delay="0"/>
                                          </p:stCondLst>
                                        </p:cTn>
                                        <p:tgtEl>
                                          <p:spTgt spid="223"/>
                                        </p:tgtEl>
                                        <p:attrNameLst>
                                          <p:attrName>style.visibility</p:attrName>
                                        </p:attrNameLst>
                                      </p:cBhvr>
                                      <p:to>
                                        <p:strVal val="visible"/>
                                      </p:to>
                                    </p:set>
                                    <p:animEffect transition="in" filter="fade">
                                      <p:cBhvr>
                                        <p:cTn id="44" dur="500"/>
                                        <p:tgtEl>
                                          <p:spTgt spid="223"/>
                                        </p:tgtEl>
                                      </p:cBhvr>
                                    </p:animEffect>
                                  </p:childTnLst>
                                </p:cTn>
                              </p:par>
                              <p:par>
                                <p:cTn id="45" presetID="10" presetClass="entr" presetSubtype="0" fill="hold" nodeType="withEffect">
                                  <p:stCondLst>
                                    <p:cond delay="1000"/>
                                  </p:stCondLst>
                                  <p:childTnLst>
                                    <p:set>
                                      <p:cBhvr>
                                        <p:cTn id="46" dur="1" fill="hold">
                                          <p:stCondLst>
                                            <p:cond delay="0"/>
                                          </p:stCondLst>
                                        </p:cTn>
                                        <p:tgtEl>
                                          <p:spTgt spid="217"/>
                                        </p:tgtEl>
                                        <p:attrNameLst>
                                          <p:attrName>style.visibility</p:attrName>
                                        </p:attrNameLst>
                                      </p:cBhvr>
                                      <p:to>
                                        <p:strVal val="visible"/>
                                      </p:to>
                                    </p:set>
                                    <p:animEffect transition="in" filter="fade">
                                      <p:cBhvr>
                                        <p:cTn id="47" dur="500"/>
                                        <p:tgtEl>
                                          <p:spTgt spid="217"/>
                                        </p:tgtEl>
                                      </p:cBhvr>
                                    </p:animEffect>
                                  </p:childTnLst>
                                </p:cTn>
                              </p:par>
                              <p:par>
                                <p:cTn id="48" presetID="10" presetClass="entr" presetSubtype="0" fill="hold" grpId="0" nodeType="withEffect">
                                  <p:stCondLst>
                                    <p:cond delay="1000"/>
                                  </p:stCondLst>
                                  <p:childTnLst>
                                    <p:set>
                                      <p:cBhvr>
                                        <p:cTn id="49" dur="1" fill="hold">
                                          <p:stCondLst>
                                            <p:cond delay="0"/>
                                          </p:stCondLst>
                                        </p:cTn>
                                        <p:tgtEl>
                                          <p:spTgt spid="243"/>
                                        </p:tgtEl>
                                        <p:attrNameLst>
                                          <p:attrName>style.visibility</p:attrName>
                                        </p:attrNameLst>
                                      </p:cBhvr>
                                      <p:to>
                                        <p:strVal val="visible"/>
                                      </p:to>
                                    </p:set>
                                    <p:animEffect transition="in" filter="fade">
                                      <p:cBhvr>
                                        <p:cTn id="50" dur="500"/>
                                        <p:tgtEl>
                                          <p:spTgt spid="243"/>
                                        </p:tgtEl>
                                      </p:cBhvr>
                                    </p:animEffect>
                                  </p:childTnLst>
                                </p:cTn>
                              </p:par>
                              <p:par>
                                <p:cTn id="51" presetID="10" presetClass="entr" presetSubtype="0" fill="hold" grpId="0" nodeType="withEffect">
                                  <p:stCondLst>
                                    <p:cond delay="1000"/>
                                  </p:stCondLst>
                                  <p:childTnLst>
                                    <p:set>
                                      <p:cBhvr>
                                        <p:cTn id="52" dur="1" fill="hold">
                                          <p:stCondLst>
                                            <p:cond delay="0"/>
                                          </p:stCondLst>
                                        </p:cTn>
                                        <p:tgtEl>
                                          <p:spTgt spid="242"/>
                                        </p:tgtEl>
                                        <p:attrNameLst>
                                          <p:attrName>style.visibility</p:attrName>
                                        </p:attrNameLst>
                                      </p:cBhvr>
                                      <p:to>
                                        <p:strVal val="visible"/>
                                      </p:to>
                                    </p:set>
                                    <p:animEffect transition="in" filter="fade">
                                      <p:cBhvr>
                                        <p:cTn id="53" dur="500"/>
                                        <p:tgtEl>
                                          <p:spTgt spid="242"/>
                                        </p:tgtEl>
                                      </p:cBhvr>
                                    </p:animEffect>
                                  </p:childTnLst>
                                </p:cTn>
                              </p:par>
                            </p:childTnLst>
                          </p:cTn>
                        </p:par>
                        <p:par>
                          <p:cTn id="54" fill="hold">
                            <p:stCondLst>
                              <p:cond delay="3500"/>
                            </p:stCondLst>
                            <p:childTnLst>
                              <p:par>
                                <p:cTn id="55" presetID="10" presetClass="entr" presetSubtype="0" fill="hold" nodeType="afterEffect">
                                  <p:stCondLst>
                                    <p:cond delay="0"/>
                                  </p:stCondLst>
                                  <p:childTnLst>
                                    <p:set>
                                      <p:cBhvr>
                                        <p:cTn id="56" dur="1" fill="hold">
                                          <p:stCondLst>
                                            <p:cond delay="0"/>
                                          </p:stCondLst>
                                        </p:cTn>
                                        <p:tgtEl>
                                          <p:spTgt spid="461"/>
                                        </p:tgtEl>
                                        <p:attrNameLst>
                                          <p:attrName>style.visibility</p:attrName>
                                        </p:attrNameLst>
                                      </p:cBhvr>
                                      <p:to>
                                        <p:strVal val="visible"/>
                                      </p:to>
                                    </p:set>
                                    <p:animEffect transition="in" filter="fade">
                                      <p:cBhvr>
                                        <p:cTn id="57" dur="500"/>
                                        <p:tgtEl>
                                          <p:spTgt spid="461"/>
                                        </p:tgtEl>
                                      </p:cBhvr>
                                    </p:animEffect>
                                  </p:childTnLst>
                                </p:cTn>
                              </p:par>
                              <p:par>
                                <p:cTn id="58" presetID="10" presetClass="entr" presetSubtype="0" fill="hold" nodeType="withEffect">
                                  <p:stCondLst>
                                    <p:cond delay="0"/>
                                  </p:stCondLst>
                                  <p:childTnLst>
                                    <p:set>
                                      <p:cBhvr>
                                        <p:cTn id="59" dur="1" fill="hold">
                                          <p:stCondLst>
                                            <p:cond delay="0"/>
                                          </p:stCondLst>
                                        </p:cTn>
                                        <p:tgtEl>
                                          <p:spTgt spid="460"/>
                                        </p:tgtEl>
                                        <p:attrNameLst>
                                          <p:attrName>style.visibility</p:attrName>
                                        </p:attrNameLst>
                                      </p:cBhvr>
                                      <p:to>
                                        <p:strVal val="visible"/>
                                      </p:to>
                                    </p:set>
                                    <p:animEffect transition="in" filter="fade">
                                      <p:cBhvr>
                                        <p:cTn id="60" dur="500"/>
                                        <p:tgtEl>
                                          <p:spTgt spid="460"/>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85"/>
                                        </p:tgtEl>
                                        <p:attrNameLst>
                                          <p:attrName>style.visibility</p:attrName>
                                        </p:attrNameLst>
                                      </p:cBhvr>
                                      <p:to>
                                        <p:strVal val="visible"/>
                                      </p:to>
                                    </p:set>
                                    <p:animEffect transition="in" filter="fade">
                                      <p:cBhvr>
                                        <p:cTn id="63" dur="500"/>
                                        <p:tgtEl>
                                          <p:spTgt spid="385"/>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428"/>
                                        </p:tgtEl>
                                        <p:attrNameLst>
                                          <p:attrName>style.visibility</p:attrName>
                                        </p:attrNameLst>
                                      </p:cBhvr>
                                      <p:to>
                                        <p:strVal val="visible"/>
                                      </p:to>
                                    </p:set>
                                    <p:animEffect transition="in" filter="fade">
                                      <p:cBhvr>
                                        <p:cTn id="66" dur="500"/>
                                        <p:tgtEl>
                                          <p:spTgt spid="428"/>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386"/>
                                        </p:tgtEl>
                                        <p:attrNameLst>
                                          <p:attrName>style.visibility</p:attrName>
                                        </p:attrNameLst>
                                      </p:cBhvr>
                                      <p:to>
                                        <p:strVal val="visible"/>
                                      </p:to>
                                    </p:set>
                                    <p:animEffect transition="in" filter="fade">
                                      <p:cBhvr>
                                        <p:cTn id="69" dur="500"/>
                                        <p:tgtEl>
                                          <p:spTgt spid="386"/>
                                        </p:tgtEl>
                                      </p:cBhvr>
                                    </p:animEffect>
                                  </p:childTnLst>
                                </p:cTn>
                              </p:par>
                            </p:childTnLst>
                          </p:cTn>
                        </p:par>
                        <p:par>
                          <p:cTn id="70" fill="hold">
                            <p:stCondLst>
                              <p:cond delay="4000"/>
                            </p:stCondLst>
                            <p:childTnLst>
                              <p:par>
                                <p:cTn id="71" presetID="10" presetClass="entr" presetSubtype="0" fill="hold" nodeType="afterEffect">
                                  <p:stCondLst>
                                    <p:cond delay="0"/>
                                  </p:stCondLst>
                                  <p:childTnLst>
                                    <p:set>
                                      <p:cBhvr>
                                        <p:cTn id="72" dur="1" fill="hold">
                                          <p:stCondLst>
                                            <p:cond delay="0"/>
                                          </p:stCondLst>
                                        </p:cTn>
                                        <p:tgtEl>
                                          <p:spTgt spid="233"/>
                                        </p:tgtEl>
                                        <p:attrNameLst>
                                          <p:attrName>style.visibility</p:attrName>
                                        </p:attrNameLst>
                                      </p:cBhvr>
                                      <p:to>
                                        <p:strVal val="visible"/>
                                      </p:to>
                                    </p:set>
                                    <p:animEffect transition="in" filter="fade">
                                      <p:cBhvr>
                                        <p:cTn id="73" dur="500"/>
                                        <p:tgtEl>
                                          <p:spTgt spid="233"/>
                                        </p:tgtEl>
                                      </p:cBhvr>
                                    </p:animEffect>
                                  </p:childTnLst>
                                </p:cTn>
                              </p:par>
                            </p:childTnLst>
                          </p:cTn>
                        </p:par>
                        <p:par>
                          <p:cTn id="74" fill="hold">
                            <p:stCondLst>
                              <p:cond delay="4500"/>
                            </p:stCondLst>
                            <p:childTnLst>
                              <p:par>
                                <p:cTn id="75" presetID="10" presetClass="entr" presetSubtype="0" fill="hold" grpId="0" nodeType="afterEffect">
                                  <p:stCondLst>
                                    <p:cond delay="0"/>
                                  </p:stCondLst>
                                  <p:childTnLst>
                                    <p:set>
                                      <p:cBhvr>
                                        <p:cTn id="76" dur="1" fill="hold">
                                          <p:stCondLst>
                                            <p:cond delay="0"/>
                                          </p:stCondLst>
                                        </p:cTn>
                                        <p:tgtEl>
                                          <p:spTgt spid="244"/>
                                        </p:tgtEl>
                                        <p:attrNameLst>
                                          <p:attrName>style.visibility</p:attrName>
                                        </p:attrNameLst>
                                      </p:cBhvr>
                                      <p:to>
                                        <p:strVal val="visible"/>
                                      </p:to>
                                    </p:set>
                                    <p:animEffect transition="in" filter="fade">
                                      <p:cBhvr>
                                        <p:cTn id="77" dur="500"/>
                                        <p:tgtEl>
                                          <p:spTgt spid="244"/>
                                        </p:tgtEl>
                                      </p:cBhvr>
                                    </p:animEffect>
                                  </p:childTnLst>
                                </p:cTn>
                              </p:par>
                            </p:childTnLst>
                          </p:cTn>
                        </p:par>
                        <p:par>
                          <p:cTn id="78" fill="hold">
                            <p:stCondLst>
                              <p:cond delay="5000"/>
                            </p:stCondLst>
                            <p:childTnLst>
                              <p:par>
                                <p:cTn id="79" presetID="8" presetClass="emph" presetSubtype="0" fill="hold" grpId="1" nodeType="afterEffect">
                                  <p:stCondLst>
                                    <p:cond delay="0"/>
                                  </p:stCondLst>
                                  <p:childTnLst>
                                    <p:animRot by="5400000">
                                      <p:cBhvr>
                                        <p:cTn id="80" dur="500" fill="hold"/>
                                        <p:tgtEl>
                                          <p:spTgt spid="244"/>
                                        </p:tgtEl>
                                        <p:attrNameLst>
                                          <p:attrName>r</p:attrName>
                                        </p:attrNameLst>
                                      </p:cBhvr>
                                    </p:animRot>
                                  </p:childTnLst>
                                </p:cTn>
                              </p:par>
                            </p:childTnLst>
                          </p:cTn>
                        </p:par>
                        <p:par>
                          <p:cTn id="81" fill="hold">
                            <p:stCondLst>
                              <p:cond delay="5500"/>
                            </p:stCondLst>
                            <p:childTnLst>
                              <p:par>
                                <p:cTn id="82" presetID="10" presetClass="entr" presetSubtype="0" fill="hold" nodeType="afterEffect">
                                  <p:stCondLst>
                                    <p:cond delay="0"/>
                                  </p:stCondLst>
                                  <p:childTnLst>
                                    <p:set>
                                      <p:cBhvr>
                                        <p:cTn id="83" dur="1" fill="hold">
                                          <p:stCondLst>
                                            <p:cond delay="0"/>
                                          </p:stCondLst>
                                        </p:cTn>
                                        <p:tgtEl>
                                          <p:spTgt spid="246"/>
                                        </p:tgtEl>
                                        <p:attrNameLst>
                                          <p:attrName>style.visibility</p:attrName>
                                        </p:attrNameLst>
                                      </p:cBhvr>
                                      <p:to>
                                        <p:strVal val="visible"/>
                                      </p:to>
                                    </p:set>
                                    <p:animEffect transition="in" filter="fade">
                                      <p:cBhvr>
                                        <p:cTn id="84" dur="500"/>
                                        <p:tgtEl>
                                          <p:spTgt spid="246"/>
                                        </p:tgtEl>
                                      </p:cBhvr>
                                    </p:animEffect>
                                  </p:childTnLst>
                                </p:cTn>
                              </p:par>
                            </p:childTnLst>
                          </p:cTn>
                        </p:par>
                        <p:par>
                          <p:cTn id="85" fill="hold">
                            <p:stCondLst>
                              <p:cond delay="6000"/>
                            </p:stCondLst>
                            <p:childTnLst>
                              <p:par>
                                <p:cTn id="86" presetID="10" presetClass="entr" presetSubtype="0" fill="hold" grpId="0" nodeType="afterEffect">
                                  <p:stCondLst>
                                    <p:cond delay="0"/>
                                  </p:stCondLst>
                                  <p:childTnLst>
                                    <p:set>
                                      <p:cBhvr>
                                        <p:cTn id="87" dur="1" fill="hold">
                                          <p:stCondLst>
                                            <p:cond delay="0"/>
                                          </p:stCondLst>
                                        </p:cTn>
                                        <p:tgtEl>
                                          <p:spTgt spid="245"/>
                                        </p:tgtEl>
                                        <p:attrNameLst>
                                          <p:attrName>style.visibility</p:attrName>
                                        </p:attrNameLst>
                                      </p:cBhvr>
                                      <p:to>
                                        <p:strVal val="visible"/>
                                      </p:to>
                                    </p:set>
                                    <p:animEffect transition="in" filter="fade">
                                      <p:cBhvr>
                                        <p:cTn id="88" dur="500"/>
                                        <p:tgtEl>
                                          <p:spTgt spid="245"/>
                                        </p:tgtEl>
                                      </p:cBhvr>
                                    </p:animEffect>
                                  </p:childTnLst>
                                </p:cTn>
                              </p:par>
                            </p:childTnLst>
                          </p:cTn>
                        </p:par>
                        <p:par>
                          <p:cTn id="89" fill="hold">
                            <p:stCondLst>
                              <p:cond delay="6500"/>
                            </p:stCondLst>
                            <p:childTnLst>
                              <p:par>
                                <p:cTn id="90" presetID="10" presetClass="entr" presetSubtype="0" fill="hold" grpId="0" nodeType="afterEffect">
                                  <p:stCondLst>
                                    <p:cond delay="0"/>
                                  </p:stCondLst>
                                  <p:childTnLst>
                                    <p:set>
                                      <p:cBhvr>
                                        <p:cTn id="91" dur="1" fill="hold">
                                          <p:stCondLst>
                                            <p:cond delay="0"/>
                                          </p:stCondLst>
                                        </p:cTn>
                                        <p:tgtEl>
                                          <p:spTgt spid="382"/>
                                        </p:tgtEl>
                                        <p:attrNameLst>
                                          <p:attrName>style.visibility</p:attrName>
                                        </p:attrNameLst>
                                      </p:cBhvr>
                                      <p:to>
                                        <p:strVal val="visible"/>
                                      </p:to>
                                    </p:set>
                                    <p:animEffect transition="in" filter="fade">
                                      <p:cBhvr>
                                        <p:cTn id="92" dur="500"/>
                                        <p:tgtEl>
                                          <p:spTgt spid="382"/>
                                        </p:tgtEl>
                                      </p:cBhvr>
                                    </p:animEffect>
                                  </p:childTnLst>
                                </p:cTn>
                              </p:par>
                            </p:childTnLst>
                          </p:cTn>
                        </p:par>
                        <p:par>
                          <p:cTn id="93" fill="hold">
                            <p:stCondLst>
                              <p:cond delay="7000"/>
                            </p:stCondLst>
                            <p:childTnLst>
                              <p:par>
                                <p:cTn id="94" presetID="26" presetClass="emph" presetSubtype="0" fill="hold" grpId="1" nodeType="afterEffect">
                                  <p:stCondLst>
                                    <p:cond delay="500"/>
                                  </p:stCondLst>
                                  <p:childTnLst>
                                    <p:animEffect transition="out" filter="fade">
                                      <p:cBhvr>
                                        <p:cTn id="95" dur="500" tmFilter="0, 0; .2, .5; .8, .5; 1, 0"/>
                                        <p:tgtEl>
                                          <p:spTgt spid="382"/>
                                        </p:tgtEl>
                                      </p:cBhvr>
                                    </p:animEffect>
                                    <p:animScale>
                                      <p:cBhvr>
                                        <p:cTn id="96" dur="250" autoRev="1" fill="hold"/>
                                        <p:tgtEl>
                                          <p:spTgt spid="382"/>
                                        </p:tgtEl>
                                      </p:cBhvr>
                                      <p:by x="105000" y="105000"/>
                                    </p:animScale>
                                  </p:childTnLst>
                                </p:cTn>
                              </p:par>
                            </p:childTnLst>
                          </p:cTn>
                        </p:par>
                        <p:par>
                          <p:cTn id="97" fill="hold">
                            <p:stCondLst>
                              <p:cond delay="8000"/>
                            </p:stCondLst>
                            <p:childTnLst>
                              <p:par>
                                <p:cTn id="98" presetID="22" presetClass="entr" presetSubtype="4" fill="hold" nodeType="afterEffect">
                                  <p:stCondLst>
                                    <p:cond delay="1000"/>
                                  </p:stCondLst>
                                  <p:childTnLst>
                                    <p:set>
                                      <p:cBhvr>
                                        <p:cTn id="99" dur="1" fill="hold">
                                          <p:stCondLst>
                                            <p:cond delay="0"/>
                                          </p:stCondLst>
                                        </p:cTn>
                                        <p:tgtEl>
                                          <p:spTgt spid="104"/>
                                        </p:tgtEl>
                                        <p:attrNameLst>
                                          <p:attrName>style.visibility</p:attrName>
                                        </p:attrNameLst>
                                      </p:cBhvr>
                                      <p:to>
                                        <p:strVal val="visible"/>
                                      </p:to>
                                    </p:set>
                                    <p:animEffect transition="in" filter="wipe(down)">
                                      <p:cBhvr>
                                        <p:cTn id="100" dur="500"/>
                                        <p:tgtEl>
                                          <p:spTgt spid="104"/>
                                        </p:tgtEl>
                                      </p:cBhvr>
                                    </p:animEffect>
                                  </p:childTnLst>
                                </p:cTn>
                              </p:par>
                            </p:childTnLst>
                          </p:cTn>
                        </p:par>
                        <p:par>
                          <p:cTn id="101" fill="hold">
                            <p:stCondLst>
                              <p:cond delay="9500"/>
                            </p:stCondLst>
                            <p:childTnLst>
                              <p:par>
                                <p:cTn id="102" presetID="10" presetClass="entr" presetSubtype="0" fill="hold" nodeType="afterEffect">
                                  <p:stCondLst>
                                    <p:cond delay="0"/>
                                  </p:stCondLst>
                                  <p:childTnLst>
                                    <p:set>
                                      <p:cBhvr>
                                        <p:cTn id="103" dur="1" fill="hold">
                                          <p:stCondLst>
                                            <p:cond delay="0"/>
                                          </p:stCondLst>
                                        </p:cTn>
                                        <p:tgtEl>
                                          <p:spTgt spid="46"/>
                                        </p:tgtEl>
                                        <p:attrNameLst>
                                          <p:attrName>style.visibility</p:attrName>
                                        </p:attrNameLst>
                                      </p:cBhvr>
                                      <p:to>
                                        <p:strVal val="visible"/>
                                      </p:to>
                                    </p:set>
                                    <p:animEffect transition="in" filter="fade">
                                      <p:cBhvr>
                                        <p:cTn id="104" dur="500"/>
                                        <p:tgtEl>
                                          <p:spTgt spid="46"/>
                                        </p:tgtEl>
                                      </p:cBhvr>
                                    </p:animEffect>
                                  </p:childTnLst>
                                </p:cTn>
                              </p:par>
                            </p:childTnLst>
                          </p:cTn>
                        </p:par>
                        <p:par>
                          <p:cTn id="105" fill="hold">
                            <p:stCondLst>
                              <p:cond delay="10000"/>
                            </p:stCondLst>
                            <p:childTnLst>
                              <p:par>
                                <p:cTn id="106" presetID="10" presetClass="entr" presetSubtype="0" fill="hold" nodeType="afterEffect">
                                  <p:stCondLst>
                                    <p:cond delay="1000"/>
                                  </p:stCondLst>
                                  <p:childTnLst>
                                    <p:set>
                                      <p:cBhvr>
                                        <p:cTn id="107" dur="1" fill="hold">
                                          <p:stCondLst>
                                            <p:cond delay="0"/>
                                          </p:stCondLst>
                                        </p:cTn>
                                        <p:tgtEl>
                                          <p:spTgt spid="459"/>
                                        </p:tgtEl>
                                        <p:attrNameLst>
                                          <p:attrName>style.visibility</p:attrName>
                                        </p:attrNameLst>
                                      </p:cBhvr>
                                      <p:to>
                                        <p:strVal val="visible"/>
                                      </p:to>
                                    </p:set>
                                    <p:animEffect transition="in" filter="fade">
                                      <p:cBhvr>
                                        <p:cTn id="108" dur="500"/>
                                        <p:tgtEl>
                                          <p:spTgt spid="459"/>
                                        </p:tgtEl>
                                      </p:cBhvr>
                                    </p:animEffect>
                                  </p:childTnLst>
                                </p:cTn>
                              </p:par>
                            </p:childTnLst>
                          </p:cTn>
                        </p:par>
                        <p:par>
                          <p:cTn id="109" fill="hold">
                            <p:stCondLst>
                              <p:cond delay="11500"/>
                            </p:stCondLst>
                            <p:childTnLst>
                              <p:par>
                                <p:cTn id="110" presetID="10" presetClass="entr" presetSubtype="0" fill="hold" nodeType="afterEffect">
                                  <p:stCondLst>
                                    <p:cond delay="0"/>
                                  </p:stCondLst>
                                  <p:childTnLst>
                                    <p:set>
                                      <p:cBhvr>
                                        <p:cTn id="111" dur="1" fill="hold">
                                          <p:stCondLst>
                                            <p:cond delay="0"/>
                                          </p:stCondLst>
                                        </p:cTn>
                                        <p:tgtEl>
                                          <p:spTgt spid="475"/>
                                        </p:tgtEl>
                                        <p:attrNameLst>
                                          <p:attrName>style.visibility</p:attrName>
                                        </p:attrNameLst>
                                      </p:cBhvr>
                                      <p:to>
                                        <p:strVal val="visible"/>
                                      </p:to>
                                    </p:set>
                                    <p:animEffect transition="in" filter="fade">
                                      <p:cBhvr>
                                        <p:cTn id="112" dur="500"/>
                                        <p:tgtEl>
                                          <p:spTgt spid="475"/>
                                        </p:tgtEl>
                                      </p:cBhvr>
                                    </p:animEffect>
                                  </p:childTnLst>
                                </p:cTn>
                              </p:par>
                              <p:par>
                                <p:cTn id="113" presetID="10" presetClass="entr" presetSubtype="0" fill="hold" nodeType="withEffect">
                                  <p:stCondLst>
                                    <p:cond delay="1000"/>
                                  </p:stCondLst>
                                  <p:childTnLst>
                                    <p:set>
                                      <p:cBhvr>
                                        <p:cTn id="114" dur="1" fill="hold">
                                          <p:stCondLst>
                                            <p:cond delay="0"/>
                                          </p:stCondLst>
                                        </p:cTn>
                                        <p:tgtEl>
                                          <p:spTgt spid="71"/>
                                        </p:tgtEl>
                                        <p:attrNameLst>
                                          <p:attrName>style.visibility</p:attrName>
                                        </p:attrNameLst>
                                      </p:cBhvr>
                                      <p:to>
                                        <p:strVal val="visible"/>
                                      </p:to>
                                    </p:set>
                                    <p:animEffect transition="in" filter="fade">
                                      <p:cBhvr>
                                        <p:cTn id="115" dur="500"/>
                                        <p:tgtEl>
                                          <p:spTgt spid="71"/>
                                        </p:tgtEl>
                                      </p:cBhvr>
                                    </p:animEffect>
                                  </p:childTnLst>
                                </p:cTn>
                              </p:par>
                              <p:par>
                                <p:cTn id="116" presetID="10" presetClass="entr" presetSubtype="0" fill="hold" nodeType="withEffect">
                                  <p:stCondLst>
                                    <p:cond delay="1000"/>
                                  </p:stCondLst>
                                  <p:childTnLst>
                                    <p:set>
                                      <p:cBhvr>
                                        <p:cTn id="117" dur="1" fill="hold">
                                          <p:stCondLst>
                                            <p:cond delay="0"/>
                                          </p:stCondLst>
                                        </p:cTn>
                                        <p:tgtEl>
                                          <p:spTgt spid="69"/>
                                        </p:tgtEl>
                                        <p:attrNameLst>
                                          <p:attrName>style.visibility</p:attrName>
                                        </p:attrNameLst>
                                      </p:cBhvr>
                                      <p:to>
                                        <p:strVal val="visible"/>
                                      </p:to>
                                    </p:set>
                                    <p:animEffect transition="in" filter="fade">
                                      <p:cBhvr>
                                        <p:cTn id="118" dur="500"/>
                                        <p:tgtEl>
                                          <p:spTgt spid="69"/>
                                        </p:tgtEl>
                                      </p:cBhvr>
                                    </p:animEffect>
                                  </p:childTnLst>
                                </p:cTn>
                              </p:par>
                            </p:childTnLst>
                          </p:cTn>
                        </p:par>
                        <p:par>
                          <p:cTn id="119" fill="hold">
                            <p:stCondLst>
                              <p:cond delay="13000"/>
                            </p:stCondLst>
                            <p:childTnLst>
                              <p:par>
                                <p:cTn id="120" presetID="22" presetClass="entr" presetSubtype="2" fill="hold" nodeType="afterEffect">
                                  <p:stCondLst>
                                    <p:cond delay="0"/>
                                  </p:stCondLst>
                                  <p:childTnLst>
                                    <p:set>
                                      <p:cBhvr>
                                        <p:cTn id="121" dur="1" fill="hold">
                                          <p:stCondLst>
                                            <p:cond delay="0"/>
                                          </p:stCondLst>
                                        </p:cTn>
                                        <p:tgtEl>
                                          <p:spTgt spid="108"/>
                                        </p:tgtEl>
                                        <p:attrNameLst>
                                          <p:attrName>style.visibility</p:attrName>
                                        </p:attrNameLst>
                                      </p:cBhvr>
                                      <p:to>
                                        <p:strVal val="visible"/>
                                      </p:to>
                                    </p:set>
                                    <p:animEffect transition="in" filter="wipe(right)">
                                      <p:cBhvr>
                                        <p:cTn id="122" dur="500"/>
                                        <p:tgtEl>
                                          <p:spTgt spid="108"/>
                                        </p:tgtEl>
                                      </p:cBhvr>
                                    </p:animEffect>
                                  </p:childTnLst>
                                </p:cTn>
                              </p:par>
                            </p:childTnLst>
                          </p:cTn>
                        </p:par>
                        <p:par>
                          <p:cTn id="123" fill="hold">
                            <p:stCondLst>
                              <p:cond delay="13500"/>
                            </p:stCondLst>
                            <p:childTnLst>
                              <p:par>
                                <p:cTn id="124" presetID="22" presetClass="entr" presetSubtype="4" fill="hold" nodeType="afterEffect">
                                  <p:stCondLst>
                                    <p:cond delay="0"/>
                                  </p:stCondLst>
                                  <p:childTnLst>
                                    <p:set>
                                      <p:cBhvr>
                                        <p:cTn id="125" dur="1" fill="hold">
                                          <p:stCondLst>
                                            <p:cond delay="0"/>
                                          </p:stCondLst>
                                        </p:cTn>
                                        <p:tgtEl>
                                          <p:spTgt spid="111"/>
                                        </p:tgtEl>
                                        <p:attrNameLst>
                                          <p:attrName>style.visibility</p:attrName>
                                        </p:attrNameLst>
                                      </p:cBhvr>
                                      <p:to>
                                        <p:strVal val="visible"/>
                                      </p:to>
                                    </p:set>
                                    <p:animEffect transition="in" filter="wipe(down)">
                                      <p:cBhvr>
                                        <p:cTn id="126" dur="500"/>
                                        <p:tgtEl>
                                          <p:spTgt spid="111"/>
                                        </p:tgtEl>
                                      </p:cBhvr>
                                    </p:animEffect>
                                  </p:childTnLst>
                                </p:cTn>
                              </p:par>
                            </p:childTnLst>
                          </p:cTn>
                        </p:par>
                        <p:par>
                          <p:cTn id="127" fill="hold">
                            <p:stCondLst>
                              <p:cond delay="14000"/>
                            </p:stCondLst>
                            <p:childTnLst>
                              <p:par>
                                <p:cTn id="128" presetID="10" presetClass="entr" presetSubtype="0" fill="hold" nodeType="afterEffect">
                                  <p:stCondLst>
                                    <p:cond delay="0"/>
                                  </p:stCondLst>
                                  <p:childTnLst>
                                    <p:set>
                                      <p:cBhvr>
                                        <p:cTn id="129" dur="1" fill="hold">
                                          <p:stCondLst>
                                            <p:cond delay="0"/>
                                          </p:stCondLst>
                                        </p:cTn>
                                        <p:tgtEl>
                                          <p:spTgt spid="109"/>
                                        </p:tgtEl>
                                        <p:attrNameLst>
                                          <p:attrName>style.visibility</p:attrName>
                                        </p:attrNameLst>
                                      </p:cBhvr>
                                      <p:to>
                                        <p:strVal val="visible"/>
                                      </p:to>
                                    </p:set>
                                    <p:animEffect transition="in" filter="fade">
                                      <p:cBhvr>
                                        <p:cTn id="130" dur="500"/>
                                        <p:tgtEl>
                                          <p:spTgt spid="109"/>
                                        </p:tgtEl>
                                      </p:cBhvr>
                                    </p:animEffect>
                                  </p:childTnLst>
                                </p:cTn>
                              </p:par>
                            </p:childTnLst>
                          </p:cTn>
                        </p:par>
                        <p:par>
                          <p:cTn id="131" fill="hold">
                            <p:stCondLst>
                              <p:cond delay="14500"/>
                            </p:stCondLst>
                            <p:childTnLst>
                              <p:par>
                                <p:cTn id="132" presetID="22" presetClass="entr" presetSubtype="2" fill="hold" nodeType="afterEffect">
                                  <p:stCondLst>
                                    <p:cond delay="0"/>
                                  </p:stCondLst>
                                  <p:childTnLst>
                                    <p:set>
                                      <p:cBhvr>
                                        <p:cTn id="133" dur="1" fill="hold">
                                          <p:stCondLst>
                                            <p:cond delay="0"/>
                                          </p:stCondLst>
                                        </p:cTn>
                                        <p:tgtEl>
                                          <p:spTgt spid="77"/>
                                        </p:tgtEl>
                                        <p:attrNameLst>
                                          <p:attrName>style.visibility</p:attrName>
                                        </p:attrNameLst>
                                      </p:cBhvr>
                                      <p:to>
                                        <p:strVal val="visible"/>
                                      </p:to>
                                    </p:set>
                                    <p:animEffect transition="in" filter="wipe(right)">
                                      <p:cBhvr>
                                        <p:cTn id="134" dur="500"/>
                                        <p:tgtEl>
                                          <p:spTgt spid="77"/>
                                        </p:tgtEl>
                                      </p:cBhvr>
                                    </p:animEffect>
                                  </p:childTnLst>
                                </p:cTn>
                              </p:par>
                            </p:childTnLst>
                          </p:cTn>
                        </p:par>
                        <p:par>
                          <p:cTn id="135" fill="hold">
                            <p:stCondLst>
                              <p:cond delay="15000"/>
                            </p:stCondLst>
                            <p:childTnLst>
                              <p:par>
                                <p:cTn id="136" presetID="22" presetClass="entr" presetSubtype="1" fill="hold" nodeType="afterEffect">
                                  <p:stCondLst>
                                    <p:cond delay="0"/>
                                  </p:stCondLst>
                                  <p:childTnLst>
                                    <p:set>
                                      <p:cBhvr>
                                        <p:cTn id="137" dur="1" fill="hold">
                                          <p:stCondLst>
                                            <p:cond delay="0"/>
                                          </p:stCondLst>
                                        </p:cTn>
                                        <p:tgtEl>
                                          <p:spTgt spid="117"/>
                                        </p:tgtEl>
                                        <p:attrNameLst>
                                          <p:attrName>style.visibility</p:attrName>
                                        </p:attrNameLst>
                                      </p:cBhvr>
                                      <p:to>
                                        <p:strVal val="visible"/>
                                      </p:to>
                                    </p:set>
                                    <p:animEffect transition="in" filter="wipe(up)">
                                      <p:cBhvr>
                                        <p:cTn id="138" dur="500"/>
                                        <p:tgtEl>
                                          <p:spTgt spid="117"/>
                                        </p:tgtEl>
                                      </p:cBhvr>
                                    </p:animEffect>
                                  </p:childTnLst>
                                </p:cTn>
                              </p:par>
                            </p:childTnLst>
                          </p:cTn>
                        </p:par>
                        <p:par>
                          <p:cTn id="139" fill="hold">
                            <p:stCondLst>
                              <p:cond delay="15500"/>
                            </p:stCondLst>
                            <p:childTnLst>
                              <p:par>
                                <p:cTn id="140" presetID="22" presetClass="entr" presetSubtype="2" fill="hold" nodeType="afterEffect">
                                  <p:stCondLst>
                                    <p:cond delay="0"/>
                                  </p:stCondLst>
                                  <p:childTnLst>
                                    <p:set>
                                      <p:cBhvr>
                                        <p:cTn id="141" dur="1" fill="hold">
                                          <p:stCondLst>
                                            <p:cond delay="0"/>
                                          </p:stCondLst>
                                        </p:cTn>
                                        <p:tgtEl>
                                          <p:spTgt spid="124"/>
                                        </p:tgtEl>
                                        <p:attrNameLst>
                                          <p:attrName>style.visibility</p:attrName>
                                        </p:attrNameLst>
                                      </p:cBhvr>
                                      <p:to>
                                        <p:strVal val="visible"/>
                                      </p:to>
                                    </p:set>
                                    <p:animEffect transition="in" filter="wipe(right)">
                                      <p:cBhvr>
                                        <p:cTn id="142" dur="500"/>
                                        <p:tgtEl>
                                          <p:spTgt spid="124"/>
                                        </p:tgtEl>
                                      </p:cBhvr>
                                    </p:animEffect>
                                  </p:childTnLst>
                                </p:cTn>
                              </p:par>
                            </p:childTnLst>
                          </p:cTn>
                        </p:par>
                        <p:par>
                          <p:cTn id="143" fill="hold">
                            <p:stCondLst>
                              <p:cond delay="16000"/>
                            </p:stCondLst>
                            <p:childTnLst>
                              <p:par>
                                <p:cTn id="144" presetID="10" presetClass="entr" presetSubtype="0" fill="hold" nodeType="afterEffect">
                                  <p:stCondLst>
                                    <p:cond delay="0"/>
                                  </p:stCondLst>
                                  <p:childTnLst>
                                    <p:set>
                                      <p:cBhvr>
                                        <p:cTn id="145" dur="1" fill="hold">
                                          <p:stCondLst>
                                            <p:cond delay="0"/>
                                          </p:stCondLst>
                                        </p:cTn>
                                        <p:tgtEl>
                                          <p:spTgt spid="70"/>
                                        </p:tgtEl>
                                        <p:attrNameLst>
                                          <p:attrName>style.visibility</p:attrName>
                                        </p:attrNameLst>
                                      </p:cBhvr>
                                      <p:to>
                                        <p:strVal val="visible"/>
                                      </p:to>
                                    </p:set>
                                    <p:animEffect transition="in" filter="fade">
                                      <p:cBhvr>
                                        <p:cTn id="146" dur="500"/>
                                        <p:tgtEl>
                                          <p:spTgt spid="70"/>
                                        </p:tgtEl>
                                      </p:cBhvr>
                                    </p:animEffect>
                                  </p:childTnLst>
                                </p:cTn>
                              </p:par>
                            </p:childTnLst>
                          </p:cTn>
                        </p:par>
                        <p:par>
                          <p:cTn id="147" fill="hold">
                            <p:stCondLst>
                              <p:cond delay="16500"/>
                            </p:stCondLst>
                            <p:childTnLst>
                              <p:par>
                                <p:cTn id="148" presetID="10" presetClass="entr" presetSubtype="0" fill="hold" nodeType="afterEffect">
                                  <p:stCondLst>
                                    <p:cond delay="0"/>
                                  </p:stCondLst>
                                  <p:childTnLst>
                                    <p:set>
                                      <p:cBhvr>
                                        <p:cTn id="149" dur="1" fill="hold">
                                          <p:stCondLst>
                                            <p:cond delay="0"/>
                                          </p:stCondLst>
                                        </p:cTn>
                                        <p:tgtEl>
                                          <p:spTgt spid="491"/>
                                        </p:tgtEl>
                                        <p:attrNameLst>
                                          <p:attrName>style.visibility</p:attrName>
                                        </p:attrNameLst>
                                      </p:cBhvr>
                                      <p:to>
                                        <p:strVal val="visible"/>
                                      </p:to>
                                    </p:set>
                                    <p:animEffect transition="in" filter="fade">
                                      <p:cBhvr>
                                        <p:cTn id="150" dur="500"/>
                                        <p:tgtEl>
                                          <p:spTgt spid="491"/>
                                        </p:tgtEl>
                                      </p:cBhvr>
                                    </p:animEffect>
                                  </p:childTnLst>
                                </p:cTn>
                              </p:par>
                              <p:par>
                                <p:cTn id="151" presetID="10" presetClass="entr" presetSubtype="0" fill="hold" grpId="0" nodeType="withEffect">
                                  <p:stCondLst>
                                    <p:cond delay="0"/>
                                  </p:stCondLst>
                                  <p:childTnLst>
                                    <p:set>
                                      <p:cBhvr>
                                        <p:cTn id="152" dur="1" fill="hold">
                                          <p:stCondLst>
                                            <p:cond delay="0"/>
                                          </p:stCondLst>
                                        </p:cTn>
                                        <p:tgtEl>
                                          <p:spTgt spid="94"/>
                                        </p:tgtEl>
                                        <p:attrNameLst>
                                          <p:attrName>style.visibility</p:attrName>
                                        </p:attrNameLst>
                                      </p:cBhvr>
                                      <p:to>
                                        <p:strVal val="visible"/>
                                      </p:to>
                                    </p:set>
                                    <p:animEffect transition="in" filter="fade">
                                      <p:cBhvr>
                                        <p:cTn id="153" dur="500"/>
                                        <p:tgtEl>
                                          <p:spTgt spid="94"/>
                                        </p:tgtEl>
                                      </p:cBhvr>
                                    </p:animEffect>
                                  </p:childTnLst>
                                </p:cTn>
                              </p:par>
                            </p:childTnLst>
                          </p:cTn>
                        </p:par>
                        <p:par>
                          <p:cTn id="154" fill="hold">
                            <p:stCondLst>
                              <p:cond delay="17000"/>
                            </p:stCondLst>
                            <p:childTnLst>
                              <p:par>
                                <p:cTn id="155" presetID="22" presetClass="entr" presetSubtype="8" fill="hold" nodeType="afterEffect">
                                  <p:stCondLst>
                                    <p:cond delay="0"/>
                                  </p:stCondLst>
                                  <p:childTnLst>
                                    <p:set>
                                      <p:cBhvr>
                                        <p:cTn id="156" dur="1" fill="hold">
                                          <p:stCondLst>
                                            <p:cond delay="0"/>
                                          </p:stCondLst>
                                        </p:cTn>
                                        <p:tgtEl>
                                          <p:spTgt spid="448"/>
                                        </p:tgtEl>
                                        <p:attrNameLst>
                                          <p:attrName>style.visibility</p:attrName>
                                        </p:attrNameLst>
                                      </p:cBhvr>
                                      <p:to>
                                        <p:strVal val="visible"/>
                                      </p:to>
                                    </p:set>
                                    <p:animEffect transition="in" filter="wipe(left)">
                                      <p:cBhvr>
                                        <p:cTn id="157" dur="500"/>
                                        <p:tgtEl>
                                          <p:spTgt spid="448"/>
                                        </p:tgtEl>
                                      </p:cBhvr>
                                    </p:animEffect>
                                  </p:childTnLst>
                                </p:cTn>
                              </p:par>
                            </p:childTnLst>
                          </p:cTn>
                        </p:par>
                        <p:par>
                          <p:cTn id="158" fill="hold">
                            <p:stCondLst>
                              <p:cond delay="17500"/>
                            </p:stCondLst>
                            <p:childTnLst>
                              <p:par>
                                <p:cTn id="159" presetID="22" presetClass="entr" presetSubtype="4" fill="hold" nodeType="afterEffect">
                                  <p:stCondLst>
                                    <p:cond delay="0"/>
                                  </p:stCondLst>
                                  <p:childTnLst>
                                    <p:set>
                                      <p:cBhvr>
                                        <p:cTn id="160" dur="1" fill="hold">
                                          <p:stCondLst>
                                            <p:cond delay="0"/>
                                          </p:stCondLst>
                                        </p:cTn>
                                        <p:tgtEl>
                                          <p:spTgt spid="137"/>
                                        </p:tgtEl>
                                        <p:attrNameLst>
                                          <p:attrName>style.visibility</p:attrName>
                                        </p:attrNameLst>
                                      </p:cBhvr>
                                      <p:to>
                                        <p:strVal val="visible"/>
                                      </p:to>
                                    </p:set>
                                    <p:animEffect transition="in" filter="wipe(down)">
                                      <p:cBhvr>
                                        <p:cTn id="161" dur="500"/>
                                        <p:tgtEl>
                                          <p:spTgt spid="137"/>
                                        </p:tgtEl>
                                      </p:cBhvr>
                                    </p:animEffect>
                                  </p:childTnLst>
                                </p:cTn>
                              </p:par>
                            </p:childTnLst>
                          </p:cTn>
                        </p:par>
                        <p:par>
                          <p:cTn id="162" fill="hold">
                            <p:stCondLst>
                              <p:cond delay="18000"/>
                            </p:stCondLst>
                            <p:childTnLst>
                              <p:par>
                                <p:cTn id="163" presetID="10" presetClass="entr" presetSubtype="0" fill="hold" nodeType="afterEffect">
                                  <p:stCondLst>
                                    <p:cond delay="0"/>
                                  </p:stCondLst>
                                  <p:childTnLst>
                                    <p:set>
                                      <p:cBhvr>
                                        <p:cTn id="164" dur="1" fill="hold">
                                          <p:stCondLst>
                                            <p:cond delay="0"/>
                                          </p:stCondLst>
                                        </p:cTn>
                                        <p:tgtEl>
                                          <p:spTgt spid="93"/>
                                        </p:tgtEl>
                                        <p:attrNameLst>
                                          <p:attrName>style.visibility</p:attrName>
                                        </p:attrNameLst>
                                      </p:cBhvr>
                                      <p:to>
                                        <p:strVal val="visible"/>
                                      </p:to>
                                    </p:set>
                                    <p:animEffect transition="in" filter="fade">
                                      <p:cBhvr>
                                        <p:cTn id="165" dur="500"/>
                                        <p:tgtEl>
                                          <p:spTgt spid="93"/>
                                        </p:tgtEl>
                                      </p:cBhvr>
                                    </p:animEffect>
                                  </p:childTnLst>
                                </p:cTn>
                              </p:par>
                            </p:childTnLst>
                          </p:cTn>
                        </p:par>
                        <p:par>
                          <p:cTn id="166" fill="hold">
                            <p:stCondLst>
                              <p:cond delay="18500"/>
                            </p:stCondLst>
                            <p:childTnLst>
                              <p:par>
                                <p:cTn id="167" presetID="22" presetClass="entr" presetSubtype="8" fill="hold" nodeType="afterEffect">
                                  <p:stCondLst>
                                    <p:cond delay="0"/>
                                  </p:stCondLst>
                                  <p:childTnLst>
                                    <p:set>
                                      <p:cBhvr>
                                        <p:cTn id="168" dur="1" fill="hold">
                                          <p:stCondLst>
                                            <p:cond delay="0"/>
                                          </p:stCondLst>
                                        </p:cTn>
                                        <p:tgtEl>
                                          <p:spTgt spid="131"/>
                                        </p:tgtEl>
                                        <p:attrNameLst>
                                          <p:attrName>style.visibility</p:attrName>
                                        </p:attrNameLst>
                                      </p:cBhvr>
                                      <p:to>
                                        <p:strVal val="visible"/>
                                      </p:to>
                                    </p:set>
                                    <p:animEffect transition="in" filter="wipe(left)">
                                      <p:cBhvr>
                                        <p:cTn id="169" dur="500"/>
                                        <p:tgtEl>
                                          <p:spTgt spid="131"/>
                                        </p:tgtEl>
                                      </p:cBhvr>
                                    </p:animEffect>
                                  </p:childTnLst>
                                </p:cTn>
                              </p:par>
                            </p:childTnLst>
                          </p:cTn>
                        </p:par>
                        <p:par>
                          <p:cTn id="170" fill="hold">
                            <p:stCondLst>
                              <p:cond delay="19000"/>
                            </p:stCondLst>
                            <p:childTnLst>
                              <p:par>
                                <p:cTn id="171" presetID="22" presetClass="entr" presetSubtype="1" fill="hold" nodeType="afterEffect">
                                  <p:stCondLst>
                                    <p:cond delay="0"/>
                                  </p:stCondLst>
                                  <p:childTnLst>
                                    <p:set>
                                      <p:cBhvr>
                                        <p:cTn id="172" dur="1" fill="hold">
                                          <p:stCondLst>
                                            <p:cond delay="0"/>
                                          </p:stCondLst>
                                        </p:cTn>
                                        <p:tgtEl>
                                          <p:spTgt spid="133"/>
                                        </p:tgtEl>
                                        <p:attrNameLst>
                                          <p:attrName>style.visibility</p:attrName>
                                        </p:attrNameLst>
                                      </p:cBhvr>
                                      <p:to>
                                        <p:strVal val="visible"/>
                                      </p:to>
                                    </p:set>
                                    <p:animEffect transition="in" filter="wipe(up)">
                                      <p:cBhvr>
                                        <p:cTn id="173" dur="500"/>
                                        <p:tgtEl>
                                          <p:spTgt spid="133"/>
                                        </p:tgtEl>
                                      </p:cBhvr>
                                    </p:animEffect>
                                  </p:childTnLst>
                                </p:cTn>
                              </p:par>
                            </p:childTnLst>
                          </p:cTn>
                        </p:par>
                        <p:par>
                          <p:cTn id="174" fill="hold">
                            <p:stCondLst>
                              <p:cond delay="19500"/>
                            </p:stCondLst>
                            <p:childTnLst>
                              <p:par>
                                <p:cTn id="175" presetID="22" presetClass="entr" presetSubtype="8" fill="hold" nodeType="afterEffect">
                                  <p:stCondLst>
                                    <p:cond delay="0"/>
                                  </p:stCondLst>
                                  <p:childTnLst>
                                    <p:set>
                                      <p:cBhvr>
                                        <p:cTn id="176" dur="1" fill="hold">
                                          <p:stCondLst>
                                            <p:cond delay="0"/>
                                          </p:stCondLst>
                                        </p:cTn>
                                        <p:tgtEl>
                                          <p:spTgt spid="134"/>
                                        </p:tgtEl>
                                        <p:attrNameLst>
                                          <p:attrName>style.visibility</p:attrName>
                                        </p:attrNameLst>
                                      </p:cBhvr>
                                      <p:to>
                                        <p:strVal val="visible"/>
                                      </p:to>
                                    </p:set>
                                    <p:animEffect transition="in" filter="wipe(left)">
                                      <p:cBhvr>
                                        <p:cTn id="177" dur="500"/>
                                        <p:tgtEl>
                                          <p:spTgt spid="134"/>
                                        </p:tgtEl>
                                      </p:cBhvr>
                                    </p:animEffect>
                                  </p:childTnLst>
                                </p:cTn>
                              </p:par>
                            </p:childTnLst>
                          </p:cTn>
                        </p:par>
                        <p:par>
                          <p:cTn id="178" fill="hold">
                            <p:stCondLst>
                              <p:cond delay="20000"/>
                            </p:stCondLst>
                            <p:childTnLst>
                              <p:par>
                                <p:cTn id="179" presetID="10" presetClass="entr" presetSubtype="0" fill="hold" nodeType="afterEffect">
                                  <p:stCondLst>
                                    <p:cond delay="0"/>
                                  </p:stCondLst>
                                  <p:childTnLst>
                                    <p:set>
                                      <p:cBhvr>
                                        <p:cTn id="180" dur="1" fill="hold">
                                          <p:stCondLst>
                                            <p:cond delay="0"/>
                                          </p:stCondLst>
                                        </p:cTn>
                                        <p:tgtEl>
                                          <p:spTgt spid="129"/>
                                        </p:tgtEl>
                                        <p:attrNameLst>
                                          <p:attrName>style.visibility</p:attrName>
                                        </p:attrNameLst>
                                      </p:cBhvr>
                                      <p:to>
                                        <p:strVal val="visible"/>
                                      </p:to>
                                    </p:set>
                                    <p:animEffect transition="in" filter="fade">
                                      <p:cBhvr>
                                        <p:cTn id="181"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P spid="214" grpId="0" animBg="1"/>
      <p:bldP spid="242" grpId="0" animBg="1"/>
      <p:bldP spid="243" grpId="0"/>
      <p:bldP spid="244" grpId="0" animBg="1"/>
      <p:bldP spid="244" grpId="1" animBg="1"/>
      <p:bldP spid="245" grpId="0" animBg="1"/>
      <p:bldP spid="320" grpId="0"/>
      <p:bldP spid="321" grpId="0"/>
      <p:bldP spid="322" grpId="0"/>
      <p:bldP spid="382" grpId="0" animBg="1"/>
      <p:bldP spid="382" grpId="1" animBg="1"/>
      <p:bldP spid="385" grpId="0"/>
      <p:bldP spid="386" grpId="0"/>
      <p:bldP spid="428"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E6054D-92FE-D1EE-0059-2F29D81EC4C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018CC17-1030-B9E5-FBC1-F546EC83283C}"/>
              </a:ext>
            </a:extLst>
          </p:cNvPr>
          <p:cNvSpPr>
            <a:spLocks noGrp="1"/>
          </p:cNvSpPr>
          <p:nvPr>
            <p:ph type="title"/>
          </p:nvPr>
        </p:nvSpPr>
        <p:spPr/>
        <p:txBody>
          <a:bodyPr/>
          <a:lstStyle/>
          <a:p>
            <a:r>
              <a:rPr lang="en-US" dirty="0"/>
              <a:t>Minimize Operational Downtime for Clustered Applications on vSAN</a:t>
            </a:r>
          </a:p>
        </p:txBody>
      </p:sp>
      <p:sp>
        <p:nvSpPr>
          <p:cNvPr id="3" name="Subtitle 2">
            <a:extLst>
              <a:ext uri="{FF2B5EF4-FFF2-40B4-BE49-F238E27FC236}">
                <a16:creationId xmlns:a16="http://schemas.microsoft.com/office/drawing/2014/main" id="{47DB2ACD-650F-74E5-AF91-B4E8B61E6621}"/>
              </a:ext>
            </a:extLst>
          </p:cNvPr>
          <p:cNvSpPr>
            <a:spLocks noGrp="1"/>
          </p:cNvSpPr>
          <p:nvPr>
            <p:ph type="subTitle" idx="10"/>
          </p:nvPr>
        </p:nvSpPr>
        <p:spPr/>
        <p:txBody>
          <a:bodyPr/>
          <a:lstStyle/>
          <a:p>
            <a:r>
              <a:rPr lang="en-US" dirty="0"/>
              <a:t>Dynamically expand shared VMDKs used for clustered applications</a:t>
            </a:r>
          </a:p>
        </p:txBody>
      </p:sp>
      <p:sp>
        <p:nvSpPr>
          <p:cNvPr id="4" name="Text Placeholder 3">
            <a:extLst>
              <a:ext uri="{FF2B5EF4-FFF2-40B4-BE49-F238E27FC236}">
                <a16:creationId xmlns:a16="http://schemas.microsoft.com/office/drawing/2014/main" id="{D2819F32-FB1C-D17A-E483-0E16D942A854}"/>
              </a:ext>
            </a:extLst>
          </p:cNvPr>
          <p:cNvSpPr>
            <a:spLocks noGrp="1"/>
          </p:cNvSpPr>
          <p:nvPr>
            <p:ph type="body" sz="quarter" idx="17"/>
          </p:nvPr>
        </p:nvSpPr>
        <p:spPr/>
        <p:txBody>
          <a:bodyPr/>
          <a:lstStyle/>
          <a:p>
            <a:r>
              <a:rPr lang="en-US" dirty="0"/>
              <a:t>Easy “hot-extend” </a:t>
            </a:r>
            <a:r>
              <a:rPr lang="en-US" b="1" dirty="0"/>
              <a:t>expansion of shared virtual disks</a:t>
            </a:r>
            <a:r>
              <a:rPr lang="en-US" dirty="0"/>
              <a:t> used with clustered applications</a:t>
            </a:r>
          </a:p>
          <a:p>
            <a:r>
              <a:rPr lang="en-US" dirty="0"/>
              <a:t>Expand shared virtual disks with </a:t>
            </a:r>
            <a:r>
              <a:rPr lang="en-US" b="1" dirty="0"/>
              <a:t>no application downtime</a:t>
            </a:r>
          </a:p>
          <a:p>
            <a:r>
              <a:rPr lang="en-US" dirty="0"/>
              <a:t>Supports shared disks using</a:t>
            </a:r>
          </a:p>
          <a:p>
            <a:pPr lvl="1"/>
            <a:r>
              <a:rPr lang="en-US" dirty="0"/>
              <a:t>Multiwriter flag – for applications like Oracle RAC</a:t>
            </a:r>
          </a:p>
          <a:p>
            <a:pPr lvl="1"/>
            <a:r>
              <a:rPr lang="en-US" dirty="0"/>
              <a:t>SCSI3-PR – for Windows Server Failover Clusters (WSFC)</a:t>
            </a:r>
          </a:p>
          <a:p>
            <a:r>
              <a:rPr lang="en-US" b="1" dirty="0"/>
              <a:t>Deploy clustered applications using VCF Automation</a:t>
            </a:r>
            <a:r>
              <a:rPr lang="en-US" dirty="0"/>
              <a:t>, including Oracle RAC and WSFC</a:t>
            </a:r>
          </a:p>
        </p:txBody>
      </p:sp>
      <p:sp>
        <p:nvSpPr>
          <p:cNvPr id="9" name="TextBox 8">
            <a:extLst>
              <a:ext uri="{FF2B5EF4-FFF2-40B4-BE49-F238E27FC236}">
                <a16:creationId xmlns:a16="http://schemas.microsoft.com/office/drawing/2014/main" id="{9DEEADA9-A120-A098-714A-3F6EEF77A7CB}"/>
              </a:ext>
            </a:extLst>
          </p:cNvPr>
          <p:cNvSpPr txBox="1"/>
          <p:nvPr/>
        </p:nvSpPr>
        <p:spPr>
          <a:xfrm>
            <a:off x="1874462" y="3735799"/>
            <a:ext cx="719949" cy="184666"/>
          </a:xfrm>
          <a:prstGeom prst="rect">
            <a:avLst/>
          </a:prstGeom>
        </p:spPr>
        <p:txBody>
          <a:bodyPr wrap="square" lIns="0" tIns="0" rIns="0" bIns="0" rtlCol="0">
            <a:spAutoFit/>
          </a:bodyPr>
          <a:lstStyle/>
          <a:p>
            <a:pPr algn="ctr">
              <a:spcAft>
                <a:spcPts val="600"/>
              </a:spcAft>
            </a:pPr>
            <a:r>
              <a:rPr lang="en-US" sz="1200" dirty="0">
                <a:solidFill>
                  <a:schemeClr val="tx2"/>
                </a:solidFill>
              </a:rPr>
              <a:t>Extend</a:t>
            </a:r>
          </a:p>
        </p:txBody>
      </p:sp>
      <p:sp>
        <p:nvSpPr>
          <p:cNvPr id="18" name="Rectangle 17">
            <a:extLst>
              <a:ext uri="{FF2B5EF4-FFF2-40B4-BE49-F238E27FC236}">
                <a16:creationId xmlns:a16="http://schemas.microsoft.com/office/drawing/2014/main" id="{04474785-4276-DE98-3568-5167C60E19FE}"/>
              </a:ext>
            </a:extLst>
          </p:cNvPr>
          <p:cNvSpPr/>
          <p:nvPr/>
        </p:nvSpPr>
        <p:spPr>
          <a:xfrm>
            <a:off x="1784974" y="2602060"/>
            <a:ext cx="2232515" cy="1684082"/>
          </a:xfrm>
          <a:prstGeom prst="rect">
            <a:avLst/>
          </a:prstGeom>
          <a:noFill/>
          <a:ln w="25400">
            <a:solidFill>
              <a:schemeClr val="bg1">
                <a:lumMod val="50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0" name="TextBox 19">
            <a:extLst>
              <a:ext uri="{FF2B5EF4-FFF2-40B4-BE49-F238E27FC236}">
                <a16:creationId xmlns:a16="http://schemas.microsoft.com/office/drawing/2014/main" id="{51086504-66FE-9E4E-6213-F5391F062914}"/>
              </a:ext>
            </a:extLst>
          </p:cNvPr>
          <p:cNvSpPr txBox="1"/>
          <p:nvPr/>
        </p:nvSpPr>
        <p:spPr>
          <a:xfrm>
            <a:off x="1886395" y="2663446"/>
            <a:ext cx="1678769" cy="166199"/>
          </a:xfrm>
          <a:prstGeom prst="rect">
            <a:avLst/>
          </a:prstGeom>
          <a:noFill/>
        </p:spPr>
        <p:txBody>
          <a:bodyPr wrap="square" lIns="0" tIns="0" rIns="0" bIns="0" rtlCol="0">
            <a:spAutoFit/>
          </a:bodyPr>
          <a:lstStyle/>
          <a:p>
            <a:pPr>
              <a:lnSpc>
                <a:spcPct val="90000"/>
              </a:lnSpc>
            </a:pPr>
            <a:r>
              <a:rPr lang="en-US" sz="1200" dirty="0">
                <a:solidFill>
                  <a:schemeClr val="bg1">
                    <a:lumMod val="50000"/>
                  </a:schemeClr>
                </a:solidFill>
              </a:rPr>
              <a:t>Microsoft WSFC</a:t>
            </a:r>
          </a:p>
        </p:txBody>
      </p:sp>
      <p:sp>
        <p:nvSpPr>
          <p:cNvPr id="27" name="TextBox 26">
            <a:extLst>
              <a:ext uri="{FF2B5EF4-FFF2-40B4-BE49-F238E27FC236}">
                <a16:creationId xmlns:a16="http://schemas.microsoft.com/office/drawing/2014/main" id="{99B2FB60-EA7E-1C52-9D1B-A4C6DFD9F435}"/>
              </a:ext>
            </a:extLst>
          </p:cNvPr>
          <p:cNvSpPr txBox="1"/>
          <p:nvPr/>
        </p:nvSpPr>
        <p:spPr>
          <a:xfrm>
            <a:off x="1886395" y="2834558"/>
            <a:ext cx="951640" cy="166199"/>
          </a:xfrm>
          <a:prstGeom prst="rect">
            <a:avLst/>
          </a:prstGeom>
          <a:noFill/>
        </p:spPr>
        <p:txBody>
          <a:bodyPr wrap="square" lIns="0" tIns="0" rIns="0" bIns="0" rtlCol="0">
            <a:spAutoFit/>
          </a:bodyPr>
          <a:lstStyle/>
          <a:p>
            <a:pPr>
              <a:lnSpc>
                <a:spcPct val="90000"/>
              </a:lnSpc>
            </a:pPr>
            <a:r>
              <a:rPr lang="en-US" sz="1200" dirty="0">
                <a:solidFill>
                  <a:schemeClr val="accent3"/>
                </a:solidFill>
              </a:rPr>
              <a:t>SCSI3-PR</a:t>
            </a:r>
          </a:p>
        </p:txBody>
      </p:sp>
      <p:pic>
        <p:nvPicPr>
          <p:cNvPr id="28" name="Graphic 27">
            <a:extLst>
              <a:ext uri="{FF2B5EF4-FFF2-40B4-BE49-F238E27FC236}">
                <a16:creationId xmlns:a16="http://schemas.microsoft.com/office/drawing/2014/main" id="{BF066796-02F3-6A6E-6D91-F25A29B1368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32677" y="3870285"/>
            <a:ext cx="277473" cy="322775"/>
          </a:xfrm>
          <a:prstGeom prst="rect">
            <a:avLst/>
          </a:prstGeom>
        </p:spPr>
      </p:pic>
      <p:cxnSp>
        <p:nvCxnSpPr>
          <p:cNvPr id="30" name="Straight Connector 29">
            <a:extLst>
              <a:ext uri="{FF2B5EF4-FFF2-40B4-BE49-F238E27FC236}">
                <a16:creationId xmlns:a16="http://schemas.microsoft.com/office/drawing/2014/main" id="{3CE24226-45C9-4263-F43B-4984EAF4E5D8}"/>
              </a:ext>
            </a:extLst>
          </p:cNvPr>
          <p:cNvCxnSpPr>
            <a:cxnSpLocks/>
          </p:cNvCxnSpPr>
          <p:nvPr/>
        </p:nvCxnSpPr>
        <p:spPr bwMode="gray">
          <a:xfrm flipH="1">
            <a:off x="1418378" y="4032474"/>
            <a:ext cx="366595"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74D1A54A-69DC-2B73-6A35-18EB657C2AE6}"/>
              </a:ext>
            </a:extLst>
          </p:cNvPr>
          <p:cNvGrpSpPr/>
          <p:nvPr/>
        </p:nvGrpSpPr>
        <p:grpSpPr>
          <a:xfrm>
            <a:off x="1784973" y="4365441"/>
            <a:ext cx="5044376" cy="337184"/>
            <a:chOff x="1410325" y="3527309"/>
            <a:chExt cx="5044376" cy="337184"/>
          </a:xfrm>
        </p:grpSpPr>
        <p:sp>
          <p:nvSpPr>
            <p:cNvPr id="35" name="Rectangle 34">
              <a:extLst>
                <a:ext uri="{FF2B5EF4-FFF2-40B4-BE49-F238E27FC236}">
                  <a16:creationId xmlns:a16="http://schemas.microsoft.com/office/drawing/2014/main" id="{A3B6D934-29AA-CA94-081A-38BFE3F16301}"/>
                </a:ext>
              </a:extLst>
            </p:cNvPr>
            <p:cNvSpPr/>
            <p:nvPr/>
          </p:nvSpPr>
          <p:spPr>
            <a:xfrm>
              <a:off x="1410325" y="3527309"/>
              <a:ext cx="5044376" cy="337184"/>
            </a:xfrm>
            <a:prstGeom prst="rect">
              <a:avLst/>
            </a:prstGeom>
            <a:noFill/>
            <a:ln w="9525">
              <a:solidFill>
                <a:schemeClr val="accent2"/>
              </a:solidFill>
            </a:ln>
          </p:spPr>
          <p:txBody>
            <a:bodyPr wrap="square" anchor="ctr">
              <a:noAutofit/>
            </a:bodyPr>
            <a:lstStyle/>
            <a:p>
              <a:pPr algn="ctr"/>
              <a:endParaRPr lang="en-US" sz="1200">
                <a:solidFill>
                  <a:prstClr val="white"/>
                </a:solidFill>
              </a:endParaRPr>
            </a:p>
          </p:txBody>
        </p:sp>
        <p:sp>
          <p:nvSpPr>
            <p:cNvPr id="36" name="Rectangle 35">
              <a:extLst>
                <a:ext uri="{FF2B5EF4-FFF2-40B4-BE49-F238E27FC236}">
                  <a16:creationId xmlns:a16="http://schemas.microsoft.com/office/drawing/2014/main" id="{7DD8D2A7-8EA8-8E69-E545-83FFD3E520B2}"/>
                </a:ext>
              </a:extLst>
            </p:cNvPr>
            <p:cNvSpPr/>
            <p:nvPr/>
          </p:nvSpPr>
          <p:spPr>
            <a:xfrm>
              <a:off x="1459107" y="3567421"/>
              <a:ext cx="815040" cy="261610"/>
            </a:xfrm>
            <a:prstGeom prst="rect">
              <a:avLst/>
            </a:prstGeom>
          </p:spPr>
          <p:txBody>
            <a:bodyPr wrap="square" anchor="ctr">
              <a:spAutoFit/>
            </a:bodyPr>
            <a:lstStyle/>
            <a:p>
              <a:pPr algn="ctr" defTabSz="914126">
                <a:defRPr/>
              </a:pPr>
              <a:r>
                <a:rPr lang="en-US" sz="1100" dirty="0">
                  <a:solidFill>
                    <a:schemeClr val="tx2"/>
                  </a:solidFill>
                  <a:latin typeface="Arial" panose="020B0604020202020204" pitchFamily="34" charset="0"/>
                </a:rPr>
                <a:t>vSphere</a:t>
              </a:r>
            </a:p>
          </p:txBody>
        </p:sp>
        <p:sp>
          <p:nvSpPr>
            <p:cNvPr id="37" name="Rectangle 36">
              <a:extLst>
                <a:ext uri="{FF2B5EF4-FFF2-40B4-BE49-F238E27FC236}">
                  <a16:creationId xmlns:a16="http://schemas.microsoft.com/office/drawing/2014/main" id="{0CE1CACD-1A79-6396-57AB-61CE50B107C4}"/>
                </a:ext>
              </a:extLst>
            </p:cNvPr>
            <p:cNvSpPr/>
            <p:nvPr/>
          </p:nvSpPr>
          <p:spPr>
            <a:xfrm>
              <a:off x="5757816" y="3567421"/>
              <a:ext cx="671210" cy="261610"/>
            </a:xfrm>
            <a:prstGeom prst="rect">
              <a:avLst/>
            </a:prstGeom>
          </p:spPr>
          <p:txBody>
            <a:bodyPr wrap="square" anchor="ctr">
              <a:spAutoFit/>
            </a:bodyPr>
            <a:lstStyle/>
            <a:p>
              <a:pPr algn="ctr" defTabSz="914126">
                <a:defRPr/>
              </a:pPr>
              <a:r>
                <a:rPr lang="en-US" sz="1100" dirty="0">
                  <a:solidFill>
                    <a:schemeClr val="tx2"/>
                  </a:solidFill>
                  <a:latin typeface="Arial" panose="020B0604020202020204" pitchFamily="34" charset="0"/>
                </a:rPr>
                <a:t>vSAN</a:t>
              </a:r>
            </a:p>
          </p:txBody>
        </p:sp>
        <p:cxnSp>
          <p:nvCxnSpPr>
            <p:cNvPr id="38" name="Straight Connector 37">
              <a:extLst>
                <a:ext uri="{FF2B5EF4-FFF2-40B4-BE49-F238E27FC236}">
                  <a16:creationId xmlns:a16="http://schemas.microsoft.com/office/drawing/2014/main" id="{7A93D86D-8104-DD04-405D-0CF65F3825CC}"/>
                </a:ext>
              </a:extLst>
            </p:cNvPr>
            <p:cNvCxnSpPr>
              <a:cxnSpLocks/>
            </p:cNvCxnSpPr>
            <p:nvPr/>
          </p:nvCxnSpPr>
          <p:spPr bwMode="gray">
            <a:xfrm flipH="1">
              <a:off x="2271066" y="3698226"/>
              <a:ext cx="1661447"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22001384-76C2-3C28-0FA2-A7F0A10F5DB4}"/>
                </a:ext>
              </a:extLst>
            </p:cNvPr>
            <p:cNvCxnSpPr>
              <a:cxnSpLocks/>
              <a:endCxn id="37" idx="1"/>
            </p:cNvCxnSpPr>
            <p:nvPr/>
          </p:nvCxnSpPr>
          <p:spPr bwMode="gray">
            <a:xfrm>
              <a:off x="3932513" y="3698226"/>
              <a:ext cx="1825303"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4203C1D8-4A90-F43C-D2D5-E85457BF6030}"/>
              </a:ext>
            </a:extLst>
          </p:cNvPr>
          <p:cNvGrpSpPr/>
          <p:nvPr/>
        </p:nvGrpSpPr>
        <p:grpSpPr>
          <a:xfrm>
            <a:off x="1784973" y="4779380"/>
            <a:ext cx="5044376" cy="337184"/>
            <a:chOff x="2481059" y="4339882"/>
            <a:chExt cx="5044376" cy="337184"/>
          </a:xfrm>
        </p:grpSpPr>
        <p:sp>
          <p:nvSpPr>
            <p:cNvPr id="42" name="Freeform 16">
              <a:extLst>
                <a:ext uri="{FF2B5EF4-FFF2-40B4-BE49-F238E27FC236}">
                  <a16:creationId xmlns:a16="http://schemas.microsoft.com/office/drawing/2014/main" id="{C7E4047F-13CC-1072-0193-B71D27CB3995}"/>
                </a:ext>
              </a:extLst>
            </p:cNvPr>
            <p:cNvSpPr/>
            <p:nvPr/>
          </p:nvSpPr>
          <p:spPr>
            <a:xfrm>
              <a:off x="5576353" y="4492896"/>
              <a:ext cx="401436" cy="52386"/>
            </a:xfrm>
            <a:custGeom>
              <a:avLst/>
              <a:gdLst/>
              <a:ahLst/>
              <a:cxnLst/>
              <a:rect l="l" t="t" r="r" b="b"/>
              <a:pathLst>
                <a:path w="233809" h="30510">
                  <a:moveTo>
                    <a:pt x="203151" y="0"/>
                  </a:moveTo>
                  <a:lnTo>
                    <a:pt x="233809" y="0"/>
                  </a:lnTo>
                  <a:lnTo>
                    <a:pt x="233809" y="30510"/>
                  </a:lnTo>
                  <a:lnTo>
                    <a:pt x="203151" y="30510"/>
                  </a:lnTo>
                  <a:close/>
                  <a:moveTo>
                    <a:pt x="101650" y="0"/>
                  </a:moveTo>
                  <a:lnTo>
                    <a:pt x="132160" y="0"/>
                  </a:lnTo>
                  <a:lnTo>
                    <a:pt x="132160" y="30510"/>
                  </a:lnTo>
                  <a:lnTo>
                    <a:pt x="101650" y="30510"/>
                  </a:lnTo>
                  <a:close/>
                  <a:moveTo>
                    <a:pt x="0" y="0"/>
                  </a:moveTo>
                  <a:lnTo>
                    <a:pt x="30510" y="0"/>
                  </a:lnTo>
                  <a:lnTo>
                    <a:pt x="30510" y="30510"/>
                  </a:lnTo>
                  <a:lnTo>
                    <a:pt x="0" y="30510"/>
                  </a:lnTo>
                  <a:close/>
                </a:path>
              </a:pathLst>
            </a:cu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99"/>
            </a:p>
          </p:txBody>
        </p:sp>
        <p:grpSp>
          <p:nvGrpSpPr>
            <p:cNvPr id="43" name="Group 42">
              <a:extLst>
                <a:ext uri="{FF2B5EF4-FFF2-40B4-BE49-F238E27FC236}">
                  <a16:creationId xmlns:a16="http://schemas.microsoft.com/office/drawing/2014/main" id="{D1EE9EB2-F73B-5D63-BE87-9CA28E52CDE9}"/>
                </a:ext>
              </a:extLst>
            </p:cNvPr>
            <p:cNvGrpSpPr>
              <a:grpSpLocks noChangeAspect="1"/>
            </p:cNvGrpSpPr>
            <p:nvPr/>
          </p:nvGrpSpPr>
          <p:grpSpPr>
            <a:xfrm>
              <a:off x="6172123" y="4339882"/>
              <a:ext cx="1353312" cy="337184"/>
              <a:chOff x="5060950" y="5251450"/>
              <a:chExt cx="1236133" cy="332317"/>
            </a:xfrm>
          </p:grpSpPr>
          <p:sp>
            <p:nvSpPr>
              <p:cNvPr id="62" name="Line 5">
                <a:extLst>
                  <a:ext uri="{FF2B5EF4-FFF2-40B4-BE49-F238E27FC236}">
                    <a16:creationId xmlns:a16="http://schemas.microsoft.com/office/drawing/2014/main" id="{6E93FFCF-CF84-A4BE-19D7-93862238295A}"/>
                  </a:ext>
                </a:extLst>
              </p:cNvPr>
              <p:cNvSpPr>
                <a:spLocks noChangeShapeType="1"/>
              </p:cNvSpPr>
              <p:nvPr/>
            </p:nvSpPr>
            <p:spPr bwMode="auto">
              <a:xfrm>
                <a:off x="601042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3" name="Line 6">
                <a:extLst>
                  <a:ext uri="{FF2B5EF4-FFF2-40B4-BE49-F238E27FC236}">
                    <a16:creationId xmlns:a16="http://schemas.microsoft.com/office/drawing/2014/main" id="{9A27DF99-47F8-1BF7-6413-D9F9D2DBD6FD}"/>
                  </a:ext>
                </a:extLst>
              </p:cNvPr>
              <p:cNvSpPr>
                <a:spLocks noChangeShapeType="1"/>
              </p:cNvSpPr>
              <p:nvPr/>
            </p:nvSpPr>
            <p:spPr bwMode="auto">
              <a:xfrm>
                <a:off x="609712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4" name="Line 7">
                <a:extLst>
                  <a:ext uri="{FF2B5EF4-FFF2-40B4-BE49-F238E27FC236}">
                    <a16:creationId xmlns:a16="http://schemas.microsoft.com/office/drawing/2014/main" id="{00B00373-E22D-275D-43C4-894D230612A9}"/>
                  </a:ext>
                </a:extLst>
              </p:cNvPr>
              <p:cNvSpPr>
                <a:spLocks noChangeShapeType="1"/>
              </p:cNvSpPr>
              <p:nvPr/>
            </p:nvSpPr>
            <p:spPr bwMode="auto">
              <a:xfrm>
                <a:off x="618381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5" name="Line 8">
                <a:extLst>
                  <a:ext uri="{FF2B5EF4-FFF2-40B4-BE49-F238E27FC236}">
                    <a16:creationId xmlns:a16="http://schemas.microsoft.com/office/drawing/2014/main" id="{94FAB80B-2B7C-40A5-FBD3-D8C0781DCAE5}"/>
                  </a:ext>
                </a:extLst>
              </p:cNvPr>
              <p:cNvSpPr>
                <a:spLocks noChangeShapeType="1"/>
              </p:cNvSpPr>
              <p:nvPr/>
            </p:nvSpPr>
            <p:spPr bwMode="auto">
              <a:xfrm>
                <a:off x="517058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6" name="Line 9">
                <a:extLst>
                  <a:ext uri="{FF2B5EF4-FFF2-40B4-BE49-F238E27FC236}">
                    <a16:creationId xmlns:a16="http://schemas.microsoft.com/office/drawing/2014/main" id="{CF928939-7D48-A0A9-DFF6-8EE1A5A978C5}"/>
                  </a:ext>
                </a:extLst>
              </p:cNvPr>
              <p:cNvSpPr>
                <a:spLocks noChangeShapeType="1"/>
              </p:cNvSpPr>
              <p:nvPr/>
            </p:nvSpPr>
            <p:spPr bwMode="auto">
              <a:xfrm>
                <a:off x="525728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7" name="Line 10">
                <a:extLst>
                  <a:ext uri="{FF2B5EF4-FFF2-40B4-BE49-F238E27FC236}">
                    <a16:creationId xmlns:a16="http://schemas.microsoft.com/office/drawing/2014/main" id="{5540F95D-D36D-3FBD-933A-DF86D1A91725}"/>
                  </a:ext>
                </a:extLst>
              </p:cNvPr>
              <p:cNvSpPr>
                <a:spLocks noChangeShapeType="1"/>
              </p:cNvSpPr>
              <p:nvPr/>
            </p:nvSpPr>
            <p:spPr bwMode="auto">
              <a:xfrm>
                <a:off x="534668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8" name="Oval 11">
                <a:extLst>
                  <a:ext uri="{FF2B5EF4-FFF2-40B4-BE49-F238E27FC236}">
                    <a16:creationId xmlns:a16="http://schemas.microsoft.com/office/drawing/2014/main" id="{9ABC7D5C-2868-02BD-B635-728B291E3EF0}"/>
                  </a:ext>
                </a:extLst>
              </p:cNvPr>
              <p:cNvSpPr>
                <a:spLocks noChangeArrowheads="1"/>
              </p:cNvSpPr>
              <p:nvPr/>
            </p:nvSpPr>
            <p:spPr bwMode="auto">
              <a:xfrm>
                <a:off x="5609471" y="5345848"/>
                <a:ext cx="135458" cy="140877"/>
              </a:xfrm>
              <a:prstGeom prst="ellipse">
                <a:avLst/>
              </a:prstGeom>
              <a:noFill/>
              <a:ln w="2540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9" name="Rectangle 68">
                <a:extLst>
                  <a:ext uri="{FF2B5EF4-FFF2-40B4-BE49-F238E27FC236}">
                    <a16:creationId xmlns:a16="http://schemas.microsoft.com/office/drawing/2014/main" id="{A7E426C0-8272-AEF0-2B76-245CB43B6E94}"/>
                  </a:ext>
                </a:extLst>
              </p:cNvPr>
              <p:cNvSpPr/>
              <p:nvPr/>
            </p:nvSpPr>
            <p:spPr>
              <a:xfrm>
                <a:off x="5060950" y="5251450"/>
                <a:ext cx="1236133" cy="332317"/>
              </a:xfrm>
              <a:prstGeom prst="rect">
                <a:avLst/>
              </a:prstGeom>
              <a:no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nvGrpSpPr>
            <p:cNvPr id="44" name="Group 43">
              <a:extLst>
                <a:ext uri="{FF2B5EF4-FFF2-40B4-BE49-F238E27FC236}">
                  <a16:creationId xmlns:a16="http://schemas.microsoft.com/office/drawing/2014/main" id="{197CA4B3-BD33-19BB-F8F3-B24D4C82F45D}"/>
                </a:ext>
              </a:extLst>
            </p:cNvPr>
            <p:cNvGrpSpPr>
              <a:grpSpLocks noChangeAspect="1"/>
            </p:cNvGrpSpPr>
            <p:nvPr/>
          </p:nvGrpSpPr>
          <p:grpSpPr>
            <a:xfrm>
              <a:off x="2481059" y="4339882"/>
              <a:ext cx="1353312" cy="337184"/>
              <a:chOff x="5060950" y="5251450"/>
              <a:chExt cx="1236133" cy="332317"/>
            </a:xfrm>
          </p:grpSpPr>
          <p:sp>
            <p:nvSpPr>
              <p:cNvPr id="54" name="Line 5">
                <a:extLst>
                  <a:ext uri="{FF2B5EF4-FFF2-40B4-BE49-F238E27FC236}">
                    <a16:creationId xmlns:a16="http://schemas.microsoft.com/office/drawing/2014/main" id="{E82A2343-4CAC-98CA-A8AE-723FCF221813}"/>
                  </a:ext>
                </a:extLst>
              </p:cNvPr>
              <p:cNvSpPr>
                <a:spLocks noChangeShapeType="1"/>
              </p:cNvSpPr>
              <p:nvPr/>
            </p:nvSpPr>
            <p:spPr bwMode="auto">
              <a:xfrm>
                <a:off x="601042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5" name="Line 6">
                <a:extLst>
                  <a:ext uri="{FF2B5EF4-FFF2-40B4-BE49-F238E27FC236}">
                    <a16:creationId xmlns:a16="http://schemas.microsoft.com/office/drawing/2014/main" id="{AC4B2A5A-D6E6-980B-B1A0-1CBB4B401DBC}"/>
                  </a:ext>
                </a:extLst>
              </p:cNvPr>
              <p:cNvSpPr>
                <a:spLocks noChangeShapeType="1"/>
              </p:cNvSpPr>
              <p:nvPr/>
            </p:nvSpPr>
            <p:spPr bwMode="auto">
              <a:xfrm>
                <a:off x="609712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6" name="Line 7">
                <a:extLst>
                  <a:ext uri="{FF2B5EF4-FFF2-40B4-BE49-F238E27FC236}">
                    <a16:creationId xmlns:a16="http://schemas.microsoft.com/office/drawing/2014/main" id="{F70E3F18-E320-51AB-829D-435FAE63CC4E}"/>
                  </a:ext>
                </a:extLst>
              </p:cNvPr>
              <p:cNvSpPr>
                <a:spLocks noChangeShapeType="1"/>
              </p:cNvSpPr>
              <p:nvPr/>
            </p:nvSpPr>
            <p:spPr bwMode="auto">
              <a:xfrm>
                <a:off x="618381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7" name="Line 8">
                <a:extLst>
                  <a:ext uri="{FF2B5EF4-FFF2-40B4-BE49-F238E27FC236}">
                    <a16:creationId xmlns:a16="http://schemas.microsoft.com/office/drawing/2014/main" id="{8E4ECF93-E258-619C-5744-00B4AE5FB503}"/>
                  </a:ext>
                </a:extLst>
              </p:cNvPr>
              <p:cNvSpPr>
                <a:spLocks noChangeShapeType="1"/>
              </p:cNvSpPr>
              <p:nvPr/>
            </p:nvSpPr>
            <p:spPr bwMode="auto">
              <a:xfrm>
                <a:off x="517058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8" name="Line 9">
                <a:extLst>
                  <a:ext uri="{FF2B5EF4-FFF2-40B4-BE49-F238E27FC236}">
                    <a16:creationId xmlns:a16="http://schemas.microsoft.com/office/drawing/2014/main" id="{59B59D1C-349F-0DD0-D736-13D62EB619B2}"/>
                  </a:ext>
                </a:extLst>
              </p:cNvPr>
              <p:cNvSpPr>
                <a:spLocks noChangeShapeType="1"/>
              </p:cNvSpPr>
              <p:nvPr/>
            </p:nvSpPr>
            <p:spPr bwMode="auto">
              <a:xfrm>
                <a:off x="525728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9" name="Line 10">
                <a:extLst>
                  <a:ext uri="{FF2B5EF4-FFF2-40B4-BE49-F238E27FC236}">
                    <a16:creationId xmlns:a16="http://schemas.microsoft.com/office/drawing/2014/main" id="{F10273A0-66DD-5F98-65EA-7A87BF743367}"/>
                  </a:ext>
                </a:extLst>
              </p:cNvPr>
              <p:cNvSpPr>
                <a:spLocks noChangeShapeType="1"/>
              </p:cNvSpPr>
              <p:nvPr/>
            </p:nvSpPr>
            <p:spPr bwMode="auto">
              <a:xfrm>
                <a:off x="534668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0" name="Oval 11">
                <a:extLst>
                  <a:ext uri="{FF2B5EF4-FFF2-40B4-BE49-F238E27FC236}">
                    <a16:creationId xmlns:a16="http://schemas.microsoft.com/office/drawing/2014/main" id="{070B36DA-378D-49DD-C114-30F42F23C695}"/>
                  </a:ext>
                </a:extLst>
              </p:cNvPr>
              <p:cNvSpPr>
                <a:spLocks noChangeArrowheads="1"/>
              </p:cNvSpPr>
              <p:nvPr/>
            </p:nvSpPr>
            <p:spPr bwMode="auto">
              <a:xfrm>
                <a:off x="5609471" y="5345848"/>
                <a:ext cx="135458" cy="140877"/>
              </a:xfrm>
              <a:prstGeom prst="ellipse">
                <a:avLst/>
              </a:prstGeom>
              <a:noFill/>
              <a:ln w="2540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61" name="Rectangle 60">
                <a:extLst>
                  <a:ext uri="{FF2B5EF4-FFF2-40B4-BE49-F238E27FC236}">
                    <a16:creationId xmlns:a16="http://schemas.microsoft.com/office/drawing/2014/main" id="{EDC5FBCB-B745-BF3B-50C4-B342FB5305F1}"/>
                  </a:ext>
                </a:extLst>
              </p:cNvPr>
              <p:cNvSpPr/>
              <p:nvPr/>
            </p:nvSpPr>
            <p:spPr>
              <a:xfrm>
                <a:off x="5060950" y="5251450"/>
                <a:ext cx="1236133" cy="332317"/>
              </a:xfrm>
              <a:prstGeom prst="rect">
                <a:avLst/>
              </a:prstGeom>
              <a:no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nvGrpSpPr>
            <p:cNvPr id="45" name="Group 44">
              <a:extLst>
                <a:ext uri="{FF2B5EF4-FFF2-40B4-BE49-F238E27FC236}">
                  <a16:creationId xmlns:a16="http://schemas.microsoft.com/office/drawing/2014/main" id="{2B42AD36-9FE0-808C-0AE0-758796275438}"/>
                </a:ext>
              </a:extLst>
            </p:cNvPr>
            <p:cNvGrpSpPr>
              <a:grpSpLocks noChangeAspect="1"/>
            </p:cNvGrpSpPr>
            <p:nvPr/>
          </p:nvGrpSpPr>
          <p:grpSpPr>
            <a:xfrm>
              <a:off x="4028706" y="4339882"/>
              <a:ext cx="1353312" cy="337184"/>
              <a:chOff x="5060950" y="5251450"/>
              <a:chExt cx="1236133" cy="332317"/>
            </a:xfrm>
          </p:grpSpPr>
          <p:sp>
            <p:nvSpPr>
              <p:cNvPr id="46" name="Line 5">
                <a:extLst>
                  <a:ext uri="{FF2B5EF4-FFF2-40B4-BE49-F238E27FC236}">
                    <a16:creationId xmlns:a16="http://schemas.microsoft.com/office/drawing/2014/main" id="{BD47325D-2955-C767-1F50-8807AAC3E4ED}"/>
                  </a:ext>
                </a:extLst>
              </p:cNvPr>
              <p:cNvSpPr>
                <a:spLocks noChangeShapeType="1"/>
              </p:cNvSpPr>
              <p:nvPr/>
            </p:nvSpPr>
            <p:spPr bwMode="auto">
              <a:xfrm>
                <a:off x="601042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7" name="Line 6">
                <a:extLst>
                  <a:ext uri="{FF2B5EF4-FFF2-40B4-BE49-F238E27FC236}">
                    <a16:creationId xmlns:a16="http://schemas.microsoft.com/office/drawing/2014/main" id="{A6283B02-0230-FD1F-2827-058551D0150D}"/>
                  </a:ext>
                </a:extLst>
              </p:cNvPr>
              <p:cNvSpPr>
                <a:spLocks noChangeShapeType="1"/>
              </p:cNvSpPr>
              <p:nvPr/>
            </p:nvSpPr>
            <p:spPr bwMode="auto">
              <a:xfrm>
                <a:off x="609712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8" name="Line 7">
                <a:extLst>
                  <a:ext uri="{FF2B5EF4-FFF2-40B4-BE49-F238E27FC236}">
                    <a16:creationId xmlns:a16="http://schemas.microsoft.com/office/drawing/2014/main" id="{DFB460A8-2E19-524E-7FF9-6D20FD57C3AD}"/>
                  </a:ext>
                </a:extLst>
              </p:cNvPr>
              <p:cNvSpPr>
                <a:spLocks noChangeShapeType="1"/>
              </p:cNvSpPr>
              <p:nvPr/>
            </p:nvSpPr>
            <p:spPr bwMode="auto">
              <a:xfrm>
                <a:off x="618381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9" name="Line 8">
                <a:extLst>
                  <a:ext uri="{FF2B5EF4-FFF2-40B4-BE49-F238E27FC236}">
                    <a16:creationId xmlns:a16="http://schemas.microsoft.com/office/drawing/2014/main" id="{6E5577B8-E945-271B-0199-A535156785DA}"/>
                  </a:ext>
                </a:extLst>
              </p:cNvPr>
              <p:cNvSpPr>
                <a:spLocks noChangeShapeType="1"/>
              </p:cNvSpPr>
              <p:nvPr/>
            </p:nvSpPr>
            <p:spPr bwMode="auto">
              <a:xfrm>
                <a:off x="517058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0" name="Line 9">
                <a:extLst>
                  <a:ext uri="{FF2B5EF4-FFF2-40B4-BE49-F238E27FC236}">
                    <a16:creationId xmlns:a16="http://schemas.microsoft.com/office/drawing/2014/main" id="{FA61C53F-559B-46AE-71F6-DE3EA623C65E}"/>
                  </a:ext>
                </a:extLst>
              </p:cNvPr>
              <p:cNvSpPr>
                <a:spLocks noChangeShapeType="1"/>
              </p:cNvSpPr>
              <p:nvPr/>
            </p:nvSpPr>
            <p:spPr bwMode="auto">
              <a:xfrm>
                <a:off x="525728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1" name="Line 10">
                <a:extLst>
                  <a:ext uri="{FF2B5EF4-FFF2-40B4-BE49-F238E27FC236}">
                    <a16:creationId xmlns:a16="http://schemas.microsoft.com/office/drawing/2014/main" id="{CD53C1FF-88FD-58C3-E901-C0DEF7349E7D}"/>
                  </a:ext>
                </a:extLst>
              </p:cNvPr>
              <p:cNvSpPr>
                <a:spLocks noChangeShapeType="1"/>
              </p:cNvSpPr>
              <p:nvPr/>
            </p:nvSpPr>
            <p:spPr bwMode="auto">
              <a:xfrm>
                <a:off x="534668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2" name="Oval 11">
                <a:extLst>
                  <a:ext uri="{FF2B5EF4-FFF2-40B4-BE49-F238E27FC236}">
                    <a16:creationId xmlns:a16="http://schemas.microsoft.com/office/drawing/2014/main" id="{6FAD60CB-10DA-78DF-E730-A290CA4C63D0}"/>
                  </a:ext>
                </a:extLst>
              </p:cNvPr>
              <p:cNvSpPr>
                <a:spLocks noChangeArrowheads="1"/>
              </p:cNvSpPr>
              <p:nvPr/>
            </p:nvSpPr>
            <p:spPr bwMode="auto">
              <a:xfrm>
                <a:off x="5609471" y="5345848"/>
                <a:ext cx="135458" cy="140877"/>
              </a:xfrm>
              <a:prstGeom prst="ellipse">
                <a:avLst/>
              </a:prstGeom>
              <a:noFill/>
              <a:ln w="2540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3" name="Rectangle 52">
                <a:extLst>
                  <a:ext uri="{FF2B5EF4-FFF2-40B4-BE49-F238E27FC236}">
                    <a16:creationId xmlns:a16="http://schemas.microsoft.com/office/drawing/2014/main" id="{19169756-3394-0591-AEE1-77BDFDF718ED}"/>
                  </a:ext>
                </a:extLst>
              </p:cNvPr>
              <p:cNvSpPr/>
              <p:nvPr/>
            </p:nvSpPr>
            <p:spPr>
              <a:xfrm>
                <a:off x="5060950" y="5251450"/>
                <a:ext cx="1236133" cy="332317"/>
              </a:xfrm>
              <a:prstGeom prst="rect">
                <a:avLst/>
              </a:prstGeom>
              <a:no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grpSp>
        <p:nvGrpSpPr>
          <p:cNvPr id="70" name="Group 69">
            <a:extLst>
              <a:ext uri="{FF2B5EF4-FFF2-40B4-BE49-F238E27FC236}">
                <a16:creationId xmlns:a16="http://schemas.microsoft.com/office/drawing/2014/main" id="{FB89645E-8446-14F2-5515-A6CD8A714777}"/>
              </a:ext>
            </a:extLst>
          </p:cNvPr>
          <p:cNvGrpSpPr/>
          <p:nvPr/>
        </p:nvGrpSpPr>
        <p:grpSpPr>
          <a:xfrm>
            <a:off x="1784974" y="5192527"/>
            <a:ext cx="5047487" cy="979673"/>
            <a:chOff x="1660323" y="4355282"/>
            <a:chExt cx="5047487" cy="979673"/>
          </a:xfrm>
        </p:grpSpPr>
        <p:sp>
          <p:nvSpPr>
            <p:cNvPr id="71" name="Rounded Rectangle 205">
              <a:extLst>
                <a:ext uri="{FF2B5EF4-FFF2-40B4-BE49-F238E27FC236}">
                  <a16:creationId xmlns:a16="http://schemas.microsoft.com/office/drawing/2014/main" id="{86DBD65E-0892-2905-A95F-862BBF92BDFD}"/>
                </a:ext>
              </a:extLst>
            </p:cNvPr>
            <p:cNvSpPr/>
            <p:nvPr/>
          </p:nvSpPr>
          <p:spPr>
            <a:xfrm>
              <a:off x="1660323" y="4355282"/>
              <a:ext cx="5047487" cy="979673"/>
            </a:xfrm>
            <a:prstGeom prst="rect">
              <a:avLst/>
            </a:prstGeom>
            <a:solidFill>
              <a:schemeClr val="accent2"/>
            </a:solidFill>
            <a:ln w="6350">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60325" algn="ctr">
                <a:spcAft>
                  <a:spcPts val="800"/>
                </a:spcAft>
              </a:pPr>
              <a:endParaRPr lang="en-US" sz="1200" dirty="0">
                <a:solidFill>
                  <a:schemeClr val="bg1"/>
                </a:solidFill>
              </a:endParaRPr>
            </a:p>
          </p:txBody>
        </p:sp>
        <p:grpSp>
          <p:nvGrpSpPr>
            <p:cNvPr id="72" name="Group 71">
              <a:extLst>
                <a:ext uri="{FF2B5EF4-FFF2-40B4-BE49-F238E27FC236}">
                  <a16:creationId xmlns:a16="http://schemas.microsoft.com/office/drawing/2014/main" id="{76B82CC2-FDDC-75DB-2389-1E0D14BA19D0}"/>
                </a:ext>
              </a:extLst>
            </p:cNvPr>
            <p:cNvGrpSpPr/>
            <p:nvPr/>
          </p:nvGrpSpPr>
          <p:grpSpPr>
            <a:xfrm>
              <a:off x="1860694" y="4586130"/>
              <a:ext cx="952569" cy="283683"/>
              <a:chOff x="-4527765" y="4471602"/>
              <a:chExt cx="864299" cy="257395"/>
            </a:xfrm>
          </p:grpSpPr>
          <p:pic>
            <p:nvPicPr>
              <p:cNvPr id="81" name="Graphic 80">
                <a:extLst>
                  <a:ext uri="{FF2B5EF4-FFF2-40B4-BE49-F238E27FC236}">
                    <a16:creationId xmlns:a16="http://schemas.microsoft.com/office/drawing/2014/main" id="{2511A7C6-1A87-E055-6574-3896E9A75F35}"/>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527765" y="4471602"/>
                <a:ext cx="350734" cy="257395"/>
              </a:xfrm>
              <a:prstGeom prst="rect">
                <a:avLst/>
              </a:prstGeom>
            </p:spPr>
          </p:pic>
          <p:pic>
            <p:nvPicPr>
              <p:cNvPr id="82" name="Graphic 81">
                <a:extLst>
                  <a:ext uri="{FF2B5EF4-FFF2-40B4-BE49-F238E27FC236}">
                    <a16:creationId xmlns:a16="http://schemas.microsoft.com/office/drawing/2014/main" id="{B78AAC34-A55A-67F6-A5F7-876CA35B89D1}"/>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014200" y="4471602"/>
                <a:ext cx="350734" cy="257395"/>
              </a:xfrm>
              <a:prstGeom prst="rect">
                <a:avLst/>
              </a:prstGeom>
            </p:spPr>
          </p:pic>
        </p:grpSp>
        <p:sp>
          <p:nvSpPr>
            <p:cNvPr id="73" name="Rectangle 72">
              <a:extLst>
                <a:ext uri="{FF2B5EF4-FFF2-40B4-BE49-F238E27FC236}">
                  <a16:creationId xmlns:a16="http://schemas.microsoft.com/office/drawing/2014/main" id="{A30B7D85-6A20-356B-49E4-8277D09EAF99}"/>
                </a:ext>
              </a:extLst>
            </p:cNvPr>
            <p:cNvSpPr/>
            <p:nvPr/>
          </p:nvSpPr>
          <p:spPr>
            <a:xfrm>
              <a:off x="3304448" y="5079328"/>
              <a:ext cx="1759236" cy="193899"/>
            </a:xfrm>
            <a:prstGeom prst="rect">
              <a:avLst/>
            </a:prstGeom>
            <a:noFill/>
          </p:spPr>
          <p:txBody>
            <a:bodyPr wrap="square" lIns="0" tIns="0" rIns="0" bIns="0">
              <a:spAutoFit/>
            </a:bodyPr>
            <a:lstStyle/>
            <a:p>
              <a:pPr lvl="0" algn="ctr">
                <a:lnSpc>
                  <a:spcPct val="90000"/>
                </a:lnSpc>
                <a:defRPr/>
              </a:pPr>
              <a:r>
                <a:rPr lang="en-US" sz="1400" kern="0" dirty="0">
                  <a:solidFill>
                    <a:schemeClr val="bg1"/>
                  </a:solidFill>
                </a:rPr>
                <a:t>vSAN Datastore</a:t>
              </a:r>
            </a:p>
          </p:txBody>
        </p:sp>
        <p:sp>
          <p:nvSpPr>
            <p:cNvPr id="74" name="Freeform 16">
              <a:extLst>
                <a:ext uri="{FF2B5EF4-FFF2-40B4-BE49-F238E27FC236}">
                  <a16:creationId xmlns:a16="http://schemas.microsoft.com/office/drawing/2014/main" id="{B9FF9935-EE28-290A-9AB7-B3D93919FA49}"/>
                </a:ext>
              </a:extLst>
            </p:cNvPr>
            <p:cNvSpPr/>
            <p:nvPr/>
          </p:nvSpPr>
          <p:spPr>
            <a:xfrm>
              <a:off x="4755616" y="4685814"/>
              <a:ext cx="401436" cy="52386"/>
            </a:xfrm>
            <a:custGeom>
              <a:avLst/>
              <a:gdLst/>
              <a:ahLst/>
              <a:cxnLst/>
              <a:rect l="l" t="t" r="r" b="b"/>
              <a:pathLst>
                <a:path w="233809" h="30510">
                  <a:moveTo>
                    <a:pt x="203151" y="0"/>
                  </a:moveTo>
                  <a:lnTo>
                    <a:pt x="233809" y="0"/>
                  </a:lnTo>
                  <a:lnTo>
                    <a:pt x="233809" y="30510"/>
                  </a:lnTo>
                  <a:lnTo>
                    <a:pt x="203151" y="30510"/>
                  </a:lnTo>
                  <a:close/>
                  <a:moveTo>
                    <a:pt x="101650" y="0"/>
                  </a:moveTo>
                  <a:lnTo>
                    <a:pt x="132160" y="0"/>
                  </a:lnTo>
                  <a:lnTo>
                    <a:pt x="132160" y="30510"/>
                  </a:lnTo>
                  <a:lnTo>
                    <a:pt x="101650" y="30510"/>
                  </a:lnTo>
                  <a:close/>
                  <a:moveTo>
                    <a:pt x="0" y="0"/>
                  </a:moveTo>
                  <a:lnTo>
                    <a:pt x="30510" y="0"/>
                  </a:lnTo>
                  <a:lnTo>
                    <a:pt x="30510" y="30510"/>
                  </a:lnTo>
                  <a:lnTo>
                    <a:pt x="0" y="30510"/>
                  </a:ln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99" dirty="0"/>
            </a:p>
          </p:txBody>
        </p:sp>
        <p:grpSp>
          <p:nvGrpSpPr>
            <p:cNvPr id="75" name="Group 74">
              <a:extLst>
                <a:ext uri="{FF2B5EF4-FFF2-40B4-BE49-F238E27FC236}">
                  <a16:creationId xmlns:a16="http://schemas.microsoft.com/office/drawing/2014/main" id="{60D52337-CB54-1223-A0F5-D57A0EB17D9E}"/>
                </a:ext>
              </a:extLst>
            </p:cNvPr>
            <p:cNvGrpSpPr/>
            <p:nvPr/>
          </p:nvGrpSpPr>
          <p:grpSpPr>
            <a:xfrm>
              <a:off x="3408341" y="4586130"/>
              <a:ext cx="952569" cy="283683"/>
              <a:chOff x="-4527765" y="4471602"/>
              <a:chExt cx="864299" cy="257395"/>
            </a:xfrm>
          </p:grpSpPr>
          <p:pic>
            <p:nvPicPr>
              <p:cNvPr id="79" name="Graphic 78">
                <a:extLst>
                  <a:ext uri="{FF2B5EF4-FFF2-40B4-BE49-F238E27FC236}">
                    <a16:creationId xmlns:a16="http://schemas.microsoft.com/office/drawing/2014/main" id="{CB304C25-CA64-24DF-ACAA-66A0DDF80AB0}"/>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527765" y="4471602"/>
                <a:ext cx="350734" cy="257395"/>
              </a:xfrm>
              <a:prstGeom prst="rect">
                <a:avLst/>
              </a:prstGeom>
            </p:spPr>
          </p:pic>
          <p:pic>
            <p:nvPicPr>
              <p:cNvPr id="80" name="Graphic 79">
                <a:extLst>
                  <a:ext uri="{FF2B5EF4-FFF2-40B4-BE49-F238E27FC236}">
                    <a16:creationId xmlns:a16="http://schemas.microsoft.com/office/drawing/2014/main" id="{312E7E84-14B0-2C51-7E54-62D96F82D3D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014200" y="4471602"/>
                <a:ext cx="350734" cy="257395"/>
              </a:xfrm>
              <a:prstGeom prst="rect">
                <a:avLst/>
              </a:prstGeom>
            </p:spPr>
          </p:pic>
        </p:grpSp>
        <p:grpSp>
          <p:nvGrpSpPr>
            <p:cNvPr id="76" name="Group 75">
              <a:extLst>
                <a:ext uri="{FF2B5EF4-FFF2-40B4-BE49-F238E27FC236}">
                  <a16:creationId xmlns:a16="http://schemas.microsoft.com/office/drawing/2014/main" id="{007BF9EE-C908-1595-B233-AB52109C0DCB}"/>
                </a:ext>
              </a:extLst>
            </p:cNvPr>
            <p:cNvGrpSpPr/>
            <p:nvPr/>
          </p:nvGrpSpPr>
          <p:grpSpPr>
            <a:xfrm>
              <a:off x="5551758" y="4586130"/>
              <a:ext cx="952569" cy="283683"/>
              <a:chOff x="-4527765" y="4471602"/>
              <a:chExt cx="864299" cy="257395"/>
            </a:xfrm>
          </p:grpSpPr>
          <p:pic>
            <p:nvPicPr>
              <p:cNvPr id="77" name="Graphic 76">
                <a:extLst>
                  <a:ext uri="{FF2B5EF4-FFF2-40B4-BE49-F238E27FC236}">
                    <a16:creationId xmlns:a16="http://schemas.microsoft.com/office/drawing/2014/main" id="{E3FAC53E-5BBD-AC07-B059-D88F55A4377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527765" y="4471602"/>
                <a:ext cx="350734" cy="257395"/>
              </a:xfrm>
              <a:prstGeom prst="rect">
                <a:avLst/>
              </a:prstGeom>
            </p:spPr>
          </p:pic>
          <p:pic>
            <p:nvPicPr>
              <p:cNvPr id="78" name="Graphic 77">
                <a:extLst>
                  <a:ext uri="{FF2B5EF4-FFF2-40B4-BE49-F238E27FC236}">
                    <a16:creationId xmlns:a16="http://schemas.microsoft.com/office/drawing/2014/main" id="{6F70CF8A-7E6B-A6B3-FD6C-C22A5B57B39E}"/>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014200" y="4471602"/>
                <a:ext cx="350734" cy="257395"/>
              </a:xfrm>
              <a:prstGeom prst="rect">
                <a:avLst/>
              </a:prstGeom>
            </p:spPr>
          </p:pic>
        </p:grpSp>
      </p:grpSp>
      <p:pic>
        <p:nvPicPr>
          <p:cNvPr id="21" name="Graphic 20">
            <a:extLst>
              <a:ext uri="{FF2B5EF4-FFF2-40B4-BE49-F238E27FC236}">
                <a16:creationId xmlns:a16="http://schemas.microsoft.com/office/drawing/2014/main" id="{9258D7AD-3019-FBDC-77DB-1E8DB66D33C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2702639" y="3833495"/>
            <a:ext cx="396357" cy="396357"/>
          </a:xfrm>
          <a:prstGeom prst="rect">
            <a:avLst/>
          </a:prstGeom>
        </p:spPr>
      </p:pic>
      <p:cxnSp>
        <p:nvCxnSpPr>
          <p:cNvPr id="22" name="Straight Connector 21">
            <a:extLst>
              <a:ext uri="{FF2B5EF4-FFF2-40B4-BE49-F238E27FC236}">
                <a16:creationId xmlns:a16="http://schemas.microsoft.com/office/drawing/2014/main" id="{2403236D-7488-6B75-626D-84223C7FDE6D}"/>
              </a:ext>
            </a:extLst>
          </p:cNvPr>
          <p:cNvCxnSpPr>
            <a:cxnSpLocks/>
          </p:cNvCxnSpPr>
          <p:nvPr/>
        </p:nvCxnSpPr>
        <p:spPr bwMode="gray">
          <a:xfrm>
            <a:off x="2330579" y="3633517"/>
            <a:ext cx="1141304"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A07AB829-4942-9555-C35D-B8212CD11DC8}"/>
              </a:ext>
            </a:extLst>
          </p:cNvPr>
          <p:cNvCxnSpPr>
            <a:cxnSpLocks/>
          </p:cNvCxnSpPr>
          <p:nvPr/>
        </p:nvCxnSpPr>
        <p:spPr bwMode="gray">
          <a:xfrm>
            <a:off x="2330579" y="3484326"/>
            <a:ext cx="0" cy="149191"/>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0FED2DBC-CCDD-7D6D-91C3-97B74E4A287A}"/>
              </a:ext>
            </a:extLst>
          </p:cNvPr>
          <p:cNvCxnSpPr>
            <a:cxnSpLocks/>
          </p:cNvCxnSpPr>
          <p:nvPr/>
        </p:nvCxnSpPr>
        <p:spPr bwMode="gray">
          <a:xfrm>
            <a:off x="3471883" y="3484326"/>
            <a:ext cx="0" cy="149191"/>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B5E12B07-AC8B-22EE-A4FE-B60A939D6978}"/>
              </a:ext>
            </a:extLst>
          </p:cNvPr>
          <p:cNvCxnSpPr>
            <a:cxnSpLocks/>
          </p:cNvCxnSpPr>
          <p:nvPr/>
        </p:nvCxnSpPr>
        <p:spPr bwMode="gray">
          <a:xfrm>
            <a:off x="2901231" y="3633517"/>
            <a:ext cx="0" cy="144126"/>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E7287C8-E8D4-0551-6CB5-D78AFFFD9278}"/>
              </a:ext>
            </a:extLst>
          </p:cNvPr>
          <p:cNvCxnSpPr>
            <a:cxnSpLocks/>
          </p:cNvCxnSpPr>
          <p:nvPr/>
        </p:nvCxnSpPr>
        <p:spPr bwMode="gray">
          <a:xfrm>
            <a:off x="2901231" y="3484326"/>
            <a:ext cx="0" cy="149191"/>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41" name="Group 140">
            <a:extLst>
              <a:ext uri="{FF2B5EF4-FFF2-40B4-BE49-F238E27FC236}">
                <a16:creationId xmlns:a16="http://schemas.microsoft.com/office/drawing/2014/main" id="{C31BB4E7-EF58-57A8-04DE-6C786A3FBD26}"/>
              </a:ext>
            </a:extLst>
          </p:cNvPr>
          <p:cNvGrpSpPr/>
          <p:nvPr/>
        </p:nvGrpSpPr>
        <p:grpSpPr>
          <a:xfrm>
            <a:off x="2131987" y="3038534"/>
            <a:ext cx="1538489" cy="397185"/>
            <a:chOff x="2131987" y="3038534"/>
            <a:chExt cx="1538489" cy="397185"/>
          </a:xfrm>
        </p:grpSpPr>
        <p:pic>
          <p:nvPicPr>
            <p:cNvPr id="17" name="Graphic 16">
              <a:extLst>
                <a:ext uri="{FF2B5EF4-FFF2-40B4-BE49-F238E27FC236}">
                  <a16:creationId xmlns:a16="http://schemas.microsoft.com/office/drawing/2014/main" id="{ADAE46EB-41B9-8937-DFAF-BE5E6477274F}"/>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2131987" y="3038534"/>
              <a:ext cx="397185" cy="397185"/>
            </a:xfrm>
            <a:prstGeom prst="rect">
              <a:avLst/>
            </a:prstGeom>
          </p:spPr>
        </p:pic>
        <p:pic>
          <p:nvPicPr>
            <p:cNvPr id="83" name="Graphic 82">
              <a:extLst>
                <a:ext uri="{FF2B5EF4-FFF2-40B4-BE49-F238E27FC236}">
                  <a16:creationId xmlns:a16="http://schemas.microsoft.com/office/drawing/2014/main" id="{D498C31F-D815-E53D-65EF-409A5ED9950C}"/>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2702639" y="3038534"/>
              <a:ext cx="397185" cy="397185"/>
            </a:xfrm>
            <a:prstGeom prst="rect">
              <a:avLst/>
            </a:prstGeom>
          </p:spPr>
        </p:pic>
        <p:pic>
          <p:nvPicPr>
            <p:cNvPr id="84" name="Graphic 83">
              <a:extLst>
                <a:ext uri="{FF2B5EF4-FFF2-40B4-BE49-F238E27FC236}">
                  <a16:creationId xmlns:a16="http://schemas.microsoft.com/office/drawing/2014/main" id="{821A96E1-01CB-795B-547E-E2E2C06BE193}"/>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273291" y="3038534"/>
              <a:ext cx="397185" cy="397185"/>
            </a:xfrm>
            <a:prstGeom prst="rect">
              <a:avLst/>
            </a:prstGeom>
          </p:spPr>
        </p:pic>
      </p:grpSp>
      <p:pic>
        <p:nvPicPr>
          <p:cNvPr id="90" name="Graphic 89">
            <a:extLst>
              <a:ext uri="{FF2B5EF4-FFF2-40B4-BE49-F238E27FC236}">
                <a16:creationId xmlns:a16="http://schemas.microsoft.com/office/drawing/2014/main" id="{9FC88A31-DF3A-45B0-03F6-23624A1AAEA0}"/>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3101807" y="1608021"/>
            <a:ext cx="428996" cy="428996"/>
          </a:xfrm>
          <a:prstGeom prst="rect">
            <a:avLst/>
          </a:prstGeom>
        </p:spPr>
      </p:pic>
      <p:sp>
        <p:nvSpPr>
          <p:cNvPr id="95" name="Rectangle 94">
            <a:extLst>
              <a:ext uri="{FF2B5EF4-FFF2-40B4-BE49-F238E27FC236}">
                <a16:creationId xmlns:a16="http://schemas.microsoft.com/office/drawing/2014/main" id="{602D6A36-89E0-955F-1D6C-889A795D1541}"/>
              </a:ext>
            </a:extLst>
          </p:cNvPr>
          <p:cNvSpPr/>
          <p:nvPr/>
        </p:nvSpPr>
        <p:spPr>
          <a:xfrm>
            <a:off x="1874462" y="3949727"/>
            <a:ext cx="515050" cy="16389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r>
              <a:rPr lang="en-US" sz="1000" dirty="0">
                <a:solidFill>
                  <a:schemeClr val="bg1"/>
                </a:solidFill>
              </a:rPr>
              <a:t>VMDK</a:t>
            </a:r>
          </a:p>
        </p:txBody>
      </p:sp>
      <p:sp>
        <p:nvSpPr>
          <p:cNvPr id="97" name="Rectangle 96">
            <a:extLst>
              <a:ext uri="{FF2B5EF4-FFF2-40B4-BE49-F238E27FC236}">
                <a16:creationId xmlns:a16="http://schemas.microsoft.com/office/drawing/2014/main" id="{43F975EC-5BCE-1CE5-7127-DA20EB4D9DD2}"/>
              </a:ext>
            </a:extLst>
          </p:cNvPr>
          <p:cNvSpPr/>
          <p:nvPr/>
        </p:nvSpPr>
        <p:spPr>
          <a:xfrm>
            <a:off x="2389512" y="3949727"/>
            <a:ext cx="204899" cy="163893"/>
          </a:xfrm>
          <a:prstGeom prst="rect">
            <a:avLst/>
          </a:prstGeom>
          <a:pattFill prst="wdUpDiag">
            <a:fgClr>
              <a:schemeClr val="accent3"/>
            </a:fgClr>
            <a:bgClr>
              <a:schemeClr val="bg1"/>
            </a:bgClr>
          </a:patt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93" name="TextBox 92">
            <a:extLst>
              <a:ext uri="{FF2B5EF4-FFF2-40B4-BE49-F238E27FC236}">
                <a16:creationId xmlns:a16="http://schemas.microsoft.com/office/drawing/2014/main" id="{0A2B03CA-D83F-1D7E-9774-78160AEDCF46}"/>
              </a:ext>
            </a:extLst>
          </p:cNvPr>
          <p:cNvSpPr txBox="1"/>
          <p:nvPr/>
        </p:nvSpPr>
        <p:spPr>
          <a:xfrm>
            <a:off x="4698255" y="2663446"/>
            <a:ext cx="1678769" cy="166199"/>
          </a:xfrm>
          <a:prstGeom prst="rect">
            <a:avLst/>
          </a:prstGeom>
          <a:noFill/>
        </p:spPr>
        <p:txBody>
          <a:bodyPr wrap="square" lIns="0" tIns="0" rIns="0" bIns="0" rtlCol="0">
            <a:spAutoFit/>
          </a:bodyPr>
          <a:lstStyle/>
          <a:p>
            <a:pPr>
              <a:lnSpc>
                <a:spcPct val="90000"/>
              </a:lnSpc>
            </a:pPr>
            <a:r>
              <a:rPr lang="en-US" sz="1200" dirty="0">
                <a:solidFill>
                  <a:schemeClr val="bg1">
                    <a:lumMod val="50000"/>
                  </a:schemeClr>
                </a:solidFill>
              </a:rPr>
              <a:t>Oracle RAC</a:t>
            </a:r>
          </a:p>
        </p:txBody>
      </p:sp>
      <p:sp>
        <p:nvSpPr>
          <p:cNvPr id="104" name="TextBox 103">
            <a:extLst>
              <a:ext uri="{FF2B5EF4-FFF2-40B4-BE49-F238E27FC236}">
                <a16:creationId xmlns:a16="http://schemas.microsoft.com/office/drawing/2014/main" id="{F050210A-CF0C-1C70-9AC9-419E3AA15A43}"/>
              </a:ext>
            </a:extLst>
          </p:cNvPr>
          <p:cNvSpPr txBox="1"/>
          <p:nvPr/>
        </p:nvSpPr>
        <p:spPr>
          <a:xfrm>
            <a:off x="4698255" y="2834558"/>
            <a:ext cx="1212601" cy="166199"/>
          </a:xfrm>
          <a:prstGeom prst="rect">
            <a:avLst/>
          </a:prstGeom>
          <a:noFill/>
        </p:spPr>
        <p:txBody>
          <a:bodyPr wrap="square" lIns="0" tIns="0" rIns="0" bIns="0" rtlCol="0">
            <a:spAutoFit/>
          </a:bodyPr>
          <a:lstStyle/>
          <a:p>
            <a:pPr>
              <a:lnSpc>
                <a:spcPct val="90000"/>
              </a:lnSpc>
            </a:pPr>
            <a:r>
              <a:rPr lang="en-US" sz="1200" dirty="0">
                <a:solidFill>
                  <a:schemeClr val="accent5"/>
                </a:solidFill>
              </a:rPr>
              <a:t>Multiwriter flag</a:t>
            </a:r>
          </a:p>
        </p:txBody>
      </p:sp>
      <p:sp>
        <p:nvSpPr>
          <p:cNvPr id="106" name="Rectangle 105">
            <a:extLst>
              <a:ext uri="{FF2B5EF4-FFF2-40B4-BE49-F238E27FC236}">
                <a16:creationId xmlns:a16="http://schemas.microsoft.com/office/drawing/2014/main" id="{1C5EAE12-026A-D307-55B4-AD2BB4293BB8}"/>
              </a:ext>
            </a:extLst>
          </p:cNvPr>
          <p:cNvSpPr/>
          <p:nvPr/>
        </p:nvSpPr>
        <p:spPr>
          <a:xfrm>
            <a:off x="4596834" y="2602060"/>
            <a:ext cx="2232515" cy="1684082"/>
          </a:xfrm>
          <a:prstGeom prst="rect">
            <a:avLst/>
          </a:prstGeom>
          <a:noFill/>
          <a:ln w="25400">
            <a:solidFill>
              <a:schemeClr val="bg1">
                <a:lumMod val="50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pic>
        <p:nvPicPr>
          <p:cNvPr id="110" name="Graphic 109">
            <a:extLst>
              <a:ext uri="{FF2B5EF4-FFF2-40B4-BE49-F238E27FC236}">
                <a16:creationId xmlns:a16="http://schemas.microsoft.com/office/drawing/2014/main" id="{606C41CA-A5E4-C497-0762-245BC861E5E0}"/>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5514499" y="3833495"/>
            <a:ext cx="396357" cy="396357"/>
          </a:xfrm>
          <a:prstGeom prst="rect">
            <a:avLst/>
          </a:prstGeom>
        </p:spPr>
      </p:pic>
      <p:cxnSp>
        <p:nvCxnSpPr>
          <p:cNvPr id="111" name="Straight Connector 110">
            <a:extLst>
              <a:ext uri="{FF2B5EF4-FFF2-40B4-BE49-F238E27FC236}">
                <a16:creationId xmlns:a16="http://schemas.microsoft.com/office/drawing/2014/main" id="{BE45317D-EE9F-8830-A0C6-E965352037B3}"/>
              </a:ext>
            </a:extLst>
          </p:cNvPr>
          <p:cNvCxnSpPr>
            <a:cxnSpLocks/>
          </p:cNvCxnSpPr>
          <p:nvPr/>
        </p:nvCxnSpPr>
        <p:spPr bwMode="gray">
          <a:xfrm>
            <a:off x="5142439" y="3633517"/>
            <a:ext cx="1141304"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6E735408-1894-694D-1D8B-5C8A0FF5E26C}"/>
              </a:ext>
            </a:extLst>
          </p:cNvPr>
          <p:cNvCxnSpPr>
            <a:cxnSpLocks/>
          </p:cNvCxnSpPr>
          <p:nvPr/>
        </p:nvCxnSpPr>
        <p:spPr bwMode="gray">
          <a:xfrm>
            <a:off x="5142439" y="3484326"/>
            <a:ext cx="0" cy="149191"/>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5678798D-E4E7-9F32-8F4E-95DC319E9EE7}"/>
              </a:ext>
            </a:extLst>
          </p:cNvPr>
          <p:cNvCxnSpPr>
            <a:cxnSpLocks/>
          </p:cNvCxnSpPr>
          <p:nvPr/>
        </p:nvCxnSpPr>
        <p:spPr bwMode="gray">
          <a:xfrm>
            <a:off x="6283743" y="3484326"/>
            <a:ext cx="0" cy="149191"/>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D8A9210C-B2BC-49F4-E584-E21AC3A1C422}"/>
              </a:ext>
            </a:extLst>
          </p:cNvPr>
          <p:cNvCxnSpPr>
            <a:cxnSpLocks/>
          </p:cNvCxnSpPr>
          <p:nvPr/>
        </p:nvCxnSpPr>
        <p:spPr bwMode="gray">
          <a:xfrm>
            <a:off x="5713091" y="3633517"/>
            <a:ext cx="0" cy="144126"/>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946D8D01-765B-7792-AFC0-41FD2E8A5E83}"/>
              </a:ext>
            </a:extLst>
          </p:cNvPr>
          <p:cNvCxnSpPr>
            <a:cxnSpLocks/>
          </p:cNvCxnSpPr>
          <p:nvPr/>
        </p:nvCxnSpPr>
        <p:spPr bwMode="gray">
          <a:xfrm>
            <a:off x="5713091" y="3484326"/>
            <a:ext cx="0" cy="149191"/>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40" name="Group 139">
            <a:extLst>
              <a:ext uri="{FF2B5EF4-FFF2-40B4-BE49-F238E27FC236}">
                <a16:creationId xmlns:a16="http://schemas.microsoft.com/office/drawing/2014/main" id="{528579CA-7CCA-D648-67E8-045605F5F64D}"/>
              </a:ext>
            </a:extLst>
          </p:cNvPr>
          <p:cNvGrpSpPr/>
          <p:nvPr/>
        </p:nvGrpSpPr>
        <p:grpSpPr>
          <a:xfrm>
            <a:off x="4943847" y="3038534"/>
            <a:ext cx="1538489" cy="397185"/>
            <a:chOff x="4943847" y="3038534"/>
            <a:chExt cx="1538489" cy="397185"/>
          </a:xfrm>
        </p:grpSpPr>
        <p:pic>
          <p:nvPicPr>
            <p:cNvPr id="109" name="Graphic 108">
              <a:extLst>
                <a:ext uri="{FF2B5EF4-FFF2-40B4-BE49-F238E27FC236}">
                  <a16:creationId xmlns:a16="http://schemas.microsoft.com/office/drawing/2014/main" id="{3FCDEE4F-C965-4A3E-2D8F-ADAE8C21678F}"/>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4943847" y="3038534"/>
              <a:ext cx="397185" cy="397185"/>
            </a:xfrm>
            <a:prstGeom prst="rect">
              <a:avLst/>
            </a:prstGeom>
          </p:spPr>
        </p:pic>
        <p:pic>
          <p:nvPicPr>
            <p:cNvPr id="116" name="Graphic 115">
              <a:extLst>
                <a:ext uri="{FF2B5EF4-FFF2-40B4-BE49-F238E27FC236}">
                  <a16:creationId xmlns:a16="http://schemas.microsoft.com/office/drawing/2014/main" id="{6B090E10-B946-D9C8-9338-07D74345D656}"/>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5514499" y="3038534"/>
              <a:ext cx="397185" cy="397185"/>
            </a:xfrm>
            <a:prstGeom prst="rect">
              <a:avLst/>
            </a:prstGeom>
          </p:spPr>
        </p:pic>
        <p:pic>
          <p:nvPicPr>
            <p:cNvPr id="117" name="Graphic 116">
              <a:extLst>
                <a:ext uri="{FF2B5EF4-FFF2-40B4-BE49-F238E27FC236}">
                  <a16:creationId xmlns:a16="http://schemas.microsoft.com/office/drawing/2014/main" id="{FDAF0978-EBBA-C984-4FB3-5A83E8BA928F}"/>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6085151" y="3038534"/>
              <a:ext cx="397185" cy="397185"/>
            </a:xfrm>
            <a:prstGeom prst="rect">
              <a:avLst/>
            </a:prstGeom>
          </p:spPr>
        </p:pic>
      </p:grpSp>
      <p:sp>
        <p:nvSpPr>
          <p:cNvPr id="118" name="Rectangle 117">
            <a:extLst>
              <a:ext uri="{FF2B5EF4-FFF2-40B4-BE49-F238E27FC236}">
                <a16:creationId xmlns:a16="http://schemas.microsoft.com/office/drawing/2014/main" id="{2194500C-0240-6770-67AD-F9AC80E9B868}"/>
              </a:ext>
            </a:extLst>
          </p:cNvPr>
          <p:cNvSpPr/>
          <p:nvPr/>
        </p:nvSpPr>
        <p:spPr>
          <a:xfrm>
            <a:off x="6016802" y="3949727"/>
            <a:ext cx="515050" cy="163893"/>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r>
              <a:rPr lang="en-US" sz="1000" dirty="0">
                <a:solidFill>
                  <a:schemeClr val="bg1"/>
                </a:solidFill>
              </a:rPr>
              <a:t>VMDK</a:t>
            </a:r>
          </a:p>
        </p:txBody>
      </p:sp>
      <p:sp>
        <p:nvSpPr>
          <p:cNvPr id="119" name="Rectangle 118">
            <a:extLst>
              <a:ext uri="{FF2B5EF4-FFF2-40B4-BE49-F238E27FC236}">
                <a16:creationId xmlns:a16="http://schemas.microsoft.com/office/drawing/2014/main" id="{75BFB549-892D-D910-28A8-AAE743DA2767}"/>
              </a:ext>
            </a:extLst>
          </p:cNvPr>
          <p:cNvSpPr/>
          <p:nvPr/>
        </p:nvSpPr>
        <p:spPr>
          <a:xfrm>
            <a:off x="6531852" y="3949727"/>
            <a:ext cx="204899" cy="163893"/>
          </a:xfrm>
          <a:prstGeom prst="rect">
            <a:avLst/>
          </a:prstGeom>
          <a:pattFill prst="wdUpDiag">
            <a:fgClr>
              <a:schemeClr val="accent5"/>
            </a:fgClr>
            <a:bgClr>
              <a:schemeClr val="bg1"/>
            </a:bgClr>
          </a:patt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6" name="Rectangle 5">
            <a:extLst>
              <a:ext uri="{FF2B5EF4-FFF2-40B4-BE49-F238E27FC236}">
                <a16:creationId xmlns:a16="http://schemas.microsoft.com/office/drawing/2014/main" id="{B582F222-0B65-FA93-3D27-068761946185}"/>
              </a:ext>
            </a:extLst>
          </p:cNvPr>
          <p:cNvSpPr/>
          <p:nvPr/>
        </p:nvSpPr>
        <p:spPr bwMode="gray">
          <a:xfrm>
            <a:off x="608012" y="1604424"/>
            <a:ext cx="7398303" cy="693632"/>
          </a:xfrm>
          <a:prstGeom prst="rect">
            <a:avLst/>
          </a:prstGeom>
          <a:solidFill>
            <a:schemeClr val="accent2">
              <a:alpha val="30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8" name="TextBox 7">
            <a:extLst>
              <a:ext uri="{FF2B5EF4-FFF2-40B4-BE49-F238E27FC236}">
                <a16:creationId xmlns:a16="http://schemas.microsoft.com/office/drawing/2014/main" id="{6CFF67E0-48FB-3897-694E-AA0EB425D7CB}"/>
              </a:ext>
            </a:extLst>
          </p:cNvPr>
          <p:cNvSpPr txBox="1"/>
          <p:nvPr/>
        </p:nvSpPr>
        <p:spPr>
          <a:xfrm>
            <a:off x="3706186" y="2040614"/>
            <a:ext cx="1201951" cy="184666"/>
          </a:xfrm>
          <a:prstGeom prst="rect">
            <a:avLst/>
          </a:prstGeom>
          <a:noFill/>
        </p:spPr>
        <p:txBody>
          <a:bodyPr wrap="square" lIns="0" tIns="0" rIns="0" bIns="0" rtlCol="0">
            <a:spAutoFit/>
          </a:bodyPr>
          <a:lstStyle/>
          <a:p>
            <a:pPr algn="ctr"/>
            <a:r>
              <a:rPr lang="en-US" sz="1200" dirty="0">
                <a:solidFill>
                  <a:schemeClr val="tx2"/>
                </a:solidFill>
              </a:rPr>
              <a:t>VM service</a:t>
            </a:r>
          </a:p>
        </p:txBody>
      </p:sp>
      <p:sp>
        <p:nvSpPr>
          <p:cNvPr id="10" name="TextBox 9">
            <a:extLst>
              <a:ext uri="{FF2B5EF4-FFF2-40B4-BE49-F238E27FC236}">
                <a16:creationId xmlns:a16="http://schemas.microsoft.com/office/drawing/2014/main" id="{95BB4A30-63A3-3117-7A08-40E9AFC51240}"/>
              </a:ext>
            </a:extLst>
          </p:cNvPr>
          <p:cNvSpPr txBox="1"/>
          <p:nvPr/>
        </p:nvSpPr>
        <p:spPr>
          <a:xfrm>
            <a:off x="3573735" y="1620974"/>
            <a:ext cx="1466852" cy="400110"/>
          </a:xfrm>
          <a:prstGeom prst="rect">
            <a:avLst/>
          </a:prstGeom>
          <a:noFill/>
        </p:spPr>
        <p:txBody>
          <a:bodyPr wrap="square" lIns="0" tIns="0" rIns="0" bIns="0" rtlCol="0">
            <a:spAutoFit/>
          </a:bodyPr>
          <a:lstStyle/>
          <a:p>
            <a:pPr algn="ctr"/>
            <a:r>
              <a:rPr lang="en-US" sz="1400" dirty="0">
                <a:solidFill>
                  <a:schemeClr val="accent2"/>
                </a:solidFill>
              </a:rPr>
              <a:t>VCF Automation</a:t>
            </a:r>
            <a:br>
              <a:rPr lang="en-US" sz="1400" dirty="0">
                <a:solidFill>
                  <a:schemeClr val="accent2"/>
                </a:solidFill>
              </a:rPr>
            </a:br>
            <a:r>
              <a:rPr lang="en-US" sz="1200" dirty="0">
                <a:solidFill>
                  <a:schemeClr val="accent2"/>
                </a:solidFill>
              </a:rPr>
              <a:t>Tenant Services</a:t>
            </a:r>
          </a:p>
        </p:txBody>
      </p:sp>
      <p:grpSp>
        <p:nvGrpSpPr>
          <p:cNvPr id="11" name="Group 10" descr="Group&#10;">
            <a:extLst>
              <a:ext uri="{FF2B5EF4-FFF2-40B4-BE49-F238E27FC236}">
                <a16:creationId xmlns:a16="http://schemas.microsoft.com/office/drawing/2014/main" id="{A4D75C0A-7D8A-92B3-A4FE-C7CC1B8D3731}"/>
              </a:ext>
            </a:extLst>
          </p:cNvPr>
          <p:cNvGrpSpPr>
            <a:grpSpLocks noChangeAspect="1"/>
          </p:cNvGrpSpPr>
          <p:nvPr/>
        </p:nvGrpSpPr>
        <p:grpSpPr>
          <a:xfrm>
            <a:off x="5125321" y="1653821"/>
            <a:ext cx="356560" cy="328059"/>
            <a:chOff x="5804976" y="731148"/>
            <a:chExt cx="599635" cy="551704"/>
          </a:xfrm>
          <a:solidFill>
            <a:schemeClr val="tx1"/>
          </a:solidFill>
        </p:grpSpPr>
        <p:sp>
          <p:nvSpPr>
            <p:cNvPr id="12" name="Picture Placeholder 175">
              <a:extLst>
                <a:ext uri="{FF2B5EF4-FFF2-40B4-BE49-F238E27FC236}">
                  <a16:creationId xmlns:a16="http://schemas.microsoft.com/office/drawing/2014/main" id="{99DDAFBA-5F1B-497F-345F-F0EED9B16A0E}"/>
                </a:ext>
              </a:extLst>
            </p:cNvPr>
            <p:cNvSpPr/>
            <p:nvPr/>
          </p:nvSpPr>
          <p:spPr>
            <a:xfrm>
              <a:off x="6176294" y="731148"/>
              <a:ext cx="175007" cy="181918"/>
            </a:xfrm>
            <a:custGeom>
              <a:avLst/>
              <a:gdLst>
                <a:gd name="connsiteX0" fmla="*/ 84686 w 175007"/>
                <a:gd name="connsiteY0" fmla="*/ 127 h 181918"/>
                <a:gd name="connsiteX1" fmla="*/ 0 w 175007"/>
                <a:gd name="connsiteY1" fmla="*/ 58624 h 181918"/>
                <a:gd name="connsiteX2" fmla="*/ 13092 w 175007"/>
                <a:gd name="connsiteY2" fmla="*/ 68955 h 181918"/>
                <a:gd name="connsiteX3" fmla="*/ 106841 w 175007"/>
                <a:gd name="connsiteY3" fmla="*/ 19021 h 181918"/>
                <a:gd name="connsiteX4" fmla="*/ 156671 w 175007"/>
                <a:gd name="connsiteY4" fmla="*/ 112965 h 181918"/>
                <a:gd name="connsiteX5" fmla="*/ 62922 w 175007"/>
                <a:gd name="connsiteY5" fmla="*/ 162899 h 181918"/>
                <a:gd name="connsiteX6" fmla="*/ 56795 w 175007"/>
                <a:gd name="connsiteY6" fmla="*/ 160726 h 181918"/>
                <a:gd name="connsiteX7" fmla="*/ 56795 w 175007"/>
                <a:gd name="connsiteY7" fmla="*/ 166177 h 181918"/>
                <a:gd name="connsiteX8" fmla="*/ 56226 w 175007"/>
                <a:gd name="connsiteY8" fmla="*/ 177458 h 181918"/>
                <a:gd name="connsiteX9" fmla="*/ 170556 w 175007"/>
                <a:gd name="connsiteY9" fmla="*/ 119005 h 181918"/>
                <a:gd name="connsiteX10" fmla="*/ 112224 w 175007"/>
                <a:gd name="connsiteY10" fmla="*/ 4436 h 181918"/>
                <a:gd name="connsiteX11" fmla="*/ 84433 w 175007"/>
                <a:gd name="connsiteY11" fmla="*/ 0 h 181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007" h="181918">
                  <a:moveTo>
                    <a:pt x="84686" y="127"/>
                  </a:moveTo>
                  <a:cubicBezTo>
                    <a:pt x="47075" y="113"/>
                    <a:pt x="13369" y="23396"/>
                    <a:pt x="0" y="58624"/>
                  </a:cubicBezTo>
                  <a:cubicBezTo>
                    <a:pt x="4597" y="61760"/>
                    <a:pt x="8971" y="65212"/>
                    <a:pt x="13092" y="68955"/>
                  </a:cubicBezTo>
                  <a:cubicBezTo>
                    <a:pt x="25219" y="29224"/>
                    <a:pt x="67193" y="6868"/>
                    <a:pt x="106841" y="19021"/>
                  </a:cubicBezTo>
                  <a:cubicBezTo>
                    <a:pt x="146489" y="31174"/>
                    <a:pt x="168799" y="73234"/>
                    <a:pt x="156671" y="112965"/>
                  </a:cubicBezTo>
                  <a:cubicBezTo>
                    <a:pt x="144544" y="152696"/>
                    <a:pt x="102570" y="175052"/>
                    <a:pt x="62922" y="162899"/>
                  </a:cubicBezTo>
                  <a:cubicBezTo>
                    <a:pt x="60850" y="162264"/>
                    <a:pt x="58805" y="161539"/>
                    <a:pt x="56795" y="160726"/>
                  </a:cubicBezTo>
                  <a:cubicBezTo>
                    <a:pt x="56795" y="162501"/>
                    <a:pt x="56795" y="164339"/>
                    <a:pt x="56795" y="166177"/>
                  </a:cubicBezTo>
                  <a:cubicBezTo>
                    <a:pt x="56795" y="169979"/>
                    <a:pt x="56795" y="173719"/>
                    <a:pt x="56226" y="177458"/>
                  </a:cubicBezTo>
                  <a:cubicBezTo>
                    <a:pt x="103905" y="192954"/>
                    <a:pt x="155092" y="166783"/>
                    <a:pt x="170556" y="119005"/>
                  </a:cubicBezTo>
                  <a:cubicBezTo>
                    <a:pt x="186019" y="71226"/>
                    <a:pt x="159904" y="19932"/>
                    <a:pt x="112224" y="4436"/>
                  </a:cubicBezTo>
                  <a:cubicBezTo>
                    <a:pt x="103247" y="1519"/>
                    <a:pt x="93871" y="22"/>
                    <a:pt x="84433" y="0"/>
                  </a:cubicBezTo>
                  <a:close/>
                </a:path>
              </a:pathLst>
            </a:custGeom>
            <a:grpFill/>
            <a:ln w="6271" cap="flat">
              <a:noFill/>
              <a:prstDash val="solid"/>
              <a:miter/>
            </a:ln>
          </p:spPr>
          <p:txBody>
            <a:bodyPr rtlCol="0" anchor="ctr"/>
            <a:lstStyle/>
            <a:p>
              <a:endParaRPr lang="en-US"/>
            </a:p>
          </p:txBody>
        </p:sp>
        <p:sp>
          <p:nvSpPr>
            <p:cNvPr id="13" name="Picture Placeholder 175">
              <a:extLst>
                <a:ext uri="{FF2B5EF4-FFF2-40B4-BE49-F238E27FC236}">
                  <a16:creationId xmlns:a16="http://schemas.microsoft.com/office/drawing/2014/main" id="{95491958-BFC7-7D07-D209-354260EA79E1}"/>
                </a:ext>
              </a:extLst>
            </p:cNvPr>
            <p:cNvSpPr/>
            <p:nvPr/>
          </p:nvSpPr>
          <p:spPr>
            <a:xfrm>
              <a:off x="5860736" y="731188"/>
              <a:ext cx="174582" cy="181918"/>
            </a:xfrm>
            <a:custGeom>
              <a:avLst/>
              <a:gdLst>
                <a:gd name="connsiteX0" fmla="*/ 113424 w 174582"/>
                <a:gd name="connsiteY0" fmla="*/ 166137 h 181918"/>
                <a:gd name="connsiteX1" fmla="*/ 113424 w 174582"/>
                <a:gd name="connsiteY1" fmla="*/ 162525 h 181918"/>
                <a:gd name="connsiteX2" fmla="*/ 90592 w 174582"/>
                <a:gd name="connsiteY2" fmla="*/ 166137 h 181918"/>
                <a:gd name="connsiteX3" fmla="*/ 15749 w 174582"/>
                <a:gd name="connsiteY3" fmla="*/ 90931 h 181918"/>
                <a:gd name="connsiteX4" fmla="*/ 90798 w 174582"/>
                <a:gd name="connsiteY4" fmla="*/ 15932 h 181918"/>
                <a:gd name="connsiteX5" fmla="*/ 161175 w 174582"/>
                <a:gd name="connsiteY5" fmla="*/ 65493 h 181918"/>
                <a:gd name="connsiteX6" fmla="*/ 174583 w 174582"/>
                <a:gd name="connsiteY6" fmla="*/ 56050 h 181918"/>
                <a:gd name="connsiteX7" fmla="*/ 55933 w 174582"/>
                <a:gd name="connsiteY7" fmla="*/ 6995 h 181918"/>
                <a:gd name="connsiteX8" fmla="*/ 6981 w 174582"/>
                <a:gd name="connsiteY8" fmla="*/ 125892 h 181918"/>
                <a:gd name="connsiteX9" fmla="*/ 90782 w 174582"/>
                <a:gd name="connsiteY9" fmla="*/ 181918 h 181918"/>
                <a:gd name="connsiteX10" fmla="*/ 114056 w 174582"/>
                <a:gd name="connsiteY10" fmla="*/ 178749 h 181918"/>
                <a:gd name="connsiteX11" fmla="*/ 113424 w 174582"/>
                <a:gd name="connsiteY11" fmla="*/ 166137 h 181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4582" h="181918">
                  <a:moveTo>
                    <a:pt x="113424" y="166137"/>
                  </a:moveTo>
                  <a:cubicBezTo>
                    <a:pt x="113424" y="164933"/>
                    <a:pt x="113424" y="163729"/>
                    <a:pt x="113424" y="162525"/>
                  </a:cubicBezTo>
                  <a:cubicBezTo>
                    <a:pt x="106050" y="164924"/>
                    <a:pt x="98345" y="166143"/>
                    <a:pt x="90592" y="166137"/>
                  </a:cubicBezTo>
                  <a:cubicBezTo>
                    <a:pt x="49200" y="166080"/>
                    <a:pt x="15692" y="132409"/>
                    <a:pt x="15749" y="90931"/>
                  </a:cubicBezTo>
                  <a:cubicBezTo>
                    <a:pt x="15806" y="49453"/>
                    <a:pt x="49407" y="15875"/>
                    <a:pt x="90798" y="15932"/>
                  </a:cubicBezTo>
                  <a:cubicBezTo>
                    <a:pt x="122324" y="15975"/>
                    <a:pt x="150453" y="35784"/>
                    <a:pt x="161175" y="65493"/>
                  </a:cubicBezTo>
                  <a:cubicBezTo>
                    <a:pt x="165448" y="62074"/>
                    <a:pt x="169925" y="58921"/>
                    <a:pt x="174583" y="56050"/>
                  </a:cubicBezTo>
                  <a:cubicBezTo>
                    <a:pt x="155336" y="9671"/>
                    <a:pt x="102215" y="-12291"/>
                    <a:pt x="55933" y="6995"/>
                  </a:cubicBezTo>
                  <a:cubicBezTo>
                    <a:pt x="9651" y="26282"/>
                    <a:pt x="-12266" y="79514"/>
                    <a:pt x="6981" y="125892"/>
                  </a:cubicBezTo>
                  <a:cubicBezTo>
                    <a:pt x="21058" y="159815"/>
                    <a:pt x="54120" y="181918"/>
                    <a:pt x="90782" y="181918"/>
                  </a:cubicBezTo>
                  <a:cubicBezTo>
                    <a:pt x="98646" y="181909"/>
                    <a:pt x="106474" y="180843"/>
                    <a:pt x="114056" y="178749"/>
                  </a:cubicBezTo>
                  <a:cubicBezTo>
                    <a:pt x="113677" y="174630"/>
                    <a:pt x="113424" y="170383"/>
                    <a:pt x="113424" y="166137"/>
                  </a:cubicBezTo>
                  <a:close/>
                </a:path>
              </a:pathLst>
            </a:custGeom>
            <a:grpFill/>
            <a:ln w="6271" cap="flat">
              <a:noFill/>
              <a:prstDash val="solid"/>
              <a:miter/>
            </a:ln>
          </p:spPr>
          <p:txBody>
            <a:bodyPr rtlCol="0" anchor="ctr"/>
            <a:lstStyle/>
            <a:p>
              <a:endParaRPr lang="en-US"/>
            </a:p>
          </p:txBody>
        </p:sp>
        <p:sp>
          <p:nvSpPr>
            <p:cNvPr id="14" name="Picture Placeholder 175">
              <a:extLst>
                <a:ext uri="{FF2B5EF4-FFF2-40B4-BE49-F238E27FC236}">
                  <a16:creationId xmlns:a16="http://schemas.microsoft.com/office/drawing/2014/main" id="{D80C35F1-9E29-7794-204C-71A9A50EA95B}"/>
                </a:ext>
              </a:extLst>
            </p:cNvPr>
            <p:cNvSpPr/>
            <p:nvPr/>
          </p:nvSpPr>
          <p:spPr>
            <a:xfrm>
              <a:off x="6218921" y="934781"/>
              <a:ext cx="185690" cy="225941"/>
            </a:xfrm>
            <a:custGeom>
              <a:avLst/>
              <a:gdLst>
                <a:gd name="connsiteX0" fmla="*/ 183477 w 185690"/>
                <a:gd name="connsiteY0" fmla="*/ 60716 h 225941"/>
                <a:gd name="connsiteX1" fmla="*/ 40288 w 185690"/>
                <a:gd name="connsiteY1" fmla="*/ 0 h 225941"/>
                <a:gd name="connsiteX2" fmla="*/ 40288 w 185690"/>
                <a:gd name="connsiteY2" fmla="*/ 0 h 225941"/>
                <a:gd name="connsiteX3" fmla="*/ 7020 w 185690"/>
                <a:gd name="connsiteY3" fmla="*/ 2408 h 225941"/>
                <a:gd name="connsiteX4" fmla="*/ 0 w 185690"/>
                <a:gd name="connsiteY4" fmla="*/ 19647 h 225941"/>
                <a:gd name="connsiteX5" fmla="*/ 40288 w 185690"/>
                <a:gd name="connsiteY5" fmla="*/ 15844 h 225941"/>
                <a:gd name="connsiteX6" fmla="*/ 40288 w 185690"/>
                <a:gd name="connsiteY6" fmla="*/ 15844 h 225941"/>
                <a:gd name="connsiteX7" fmla="*/ 169879 w 185690"/>
                <a:gd name="connsiteY7" fmla="*/ 69525 h 225941"/>
                <a:gd name="connsiteX8" fmla="*/ 169879 w 185690"/>
                <a:gd name="connsiteY8" fmla="*/ 225942 h 225941"/>
                <a:gd name="connsiteX9" fmla="*/ 185690 w 185690"/>
                <a:gd name="connsiteY9" fmla="*/ 225942 h 225941"/>
                <a:gd name="connsiteX10" fmla="*/ 185690 w 185690"/>
                <a:gd name="connsiteY10" fmla="*/ 62744 h 22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690" h="225941">
                  <a:moveTo>
                    <a:pt x="183477" y="60716"/>
                  </a:moveTo>
                  <a:cubicBezTo>
                    <a:pt x="141355" y="17619"/>
                    <a:pt x="99865" y="0"/>
                    <a:pt x="40288" y="0"/>
                  </a:cubicBezTo>
                  <a:lnTo>
                    <a:pt x="40288" y="0"/>
                  </a:lnTo>
                  <a:cubicBezTo>
                    <a:pt x="29156" y="32"/>
                    <a:pt x="18040" y="837"/>
                    <a:pt x="7020" y="2408"/>
                  </a:cubicBezTo>
                  <a:cubicBezTo>
                    <a:pt x="5113" y="8322"/>
                    <a:pt x="2767" y="14084"/>
                    <a:pt x="0" y="19647"/>
                  </a:cubicBezTo>
                  <a:cubicBezTo>
                    <a:pt x="13281" y="17122"/>
                    <a:pt x="26770" y="15849"/>
                    <a:pt x="40288" y="15844"/>
                  </a:cubicBezTo>
                  <a:lnTo>
                    <a:pt x="40288" y="15844"/>
                  </a:lnTo>
                  <a:cubicBezTo>
                    <a:pt x="85888" y="15844"/>
                    <a:pt x="125480" y="25098"/>
                    <a:pt x="169879" y="69525"/>
                  </a:cubicBezTo>
                  <a:lnTo>
                    <a:pt x="169879" y="225942"/>
                  </a:lnTo>
                  <a:lnTo>
                    <a:pt x="185690" y="225942"/>
                  </a:lnTo>
                  <a:lnTo>
                    <a:pt x="185690" y="62744"/>
                  </a:lnTo>
                  <a:close/>
                </a:path>
              </a:pathLst>
            </a:custGeom>
            <a:grpFill/>
            <a:ln w="6271" cap="flat">
              <a:noFill/>
              <a:prstDash val="solid"/>
              <a:miter/>
            </a:ln>
          </p:spPr>
          <p:txBody>
            <a:bodyPr rtlCol="0" anchor="ctr"/>
            <a:lstStyle/>
            <a:p>
              <a:endParaRPr lang="en-US"/>
            </a:p>
          </p:txBody>
        </p:sp>
        <p:sp>
          <p:nvSpPr>
            <p:cNvPr id="15" name="Picture Placeholder 175">
              <a:extLst>
                <a:ext uri="{FF2B5EF4-FFF2-40B4-BE49-F238E27FC236}">
                  <a16:creationId xmlns:a16="http://schemas.microsoft.com/office/drawing/2014/main" id="{23F6629C-CFAC-58A0-A361-CCAA0F2D83E5}"/>
                </a:ext>
              </a:extLst>
            </p:cNvPr>
            <p:cNvSpPr/>
            <p:nvPr/>
          </p:nvSpPr>
          <p:spPr>
            <a:xfrm>
              <a:off x="5804976" y="934528"/>
              <a:ext cx="180251" cy="226195"/>
            </a:xfrm>
            <a:custGeom>
              <a:avLst/>
              <a:gdLst>
                <a:gd name="connsiteX0" fmla="*/ 173674 w 180251"/>
                <a:gd name="connsiteY0" fmla="*/ 1394 h 226195"/>
                <a:gd name="connsiteX1" fmla="*/ 148375 w 180251"/>
                <a:gd name="connsiteY1" fmla="*/ 0 h 226195"/>
                <a:gd name="connsiteX2" fmla="*/ 148375 w 180251"/>
                <a:gd name="connsiteY2" fmla="*/ 0 h 226195"/>
                <a:gd name="connsiteX3" fmla="*/ 2277 w 180251"/>
                <a:gd name="connsiteY3" fmla="*/ 60716 h 226195"/>
                <a:gd name="connsiteX4" fmla="*/ 0 w 180251"/>
                <a:gd name="connsiteY4" fmla="*/ 62998 h 226195"/>
                <a:gd name="connsiteX5" fmla="*/ 0 w 180251"/>
                <a:gd name="connsiteY5" fmla="*/ 226195 h 226195"/>
                <a:gd name="connsiteX6" fmla="*/ 15812 w 180251"/>
                <a:gd name="connsiteY6" fmla="*/ 226195 h 226195"/>
                <a:gd name="connsiteX7" fmla="*/ 15812 w 180251"/>
                <a:gd name="connsiteY7" fmla="*/ 69525 h 226195"/>
                <a:gd name="connsiteX8" fmla="*/ 148628 w 180251"/>
                <a:gd name="connsiteY8" fmla="*/ 15844 h 226195"/>
                <a:gd name="connsiteX9" fmla="*/ 148628 w 180251"/>
                <a:gd name="connsiteY9" fmla="*/ 15844 h 226195"/>
                <a:gd name="connsiteX10" fmla="*/ 180251 w 180251"/>
                <a:gd name="connsiteY10" fmla="*/ 18189 h 226195"/>
                <a:gd name="connsiteX11" fmla="*/ 173674 w 180251"/>
                <a:gd name="connsiteY11" fmla="*/ 1394 h 226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251" h="226195">
                  <a:moveTo>
                    <a:pt x="173674" y="1394"/>
                  </a:moveTo>
                  <a:cubicBezTo>
                    <a:pt x="165272" y="475"/>
                    <a:pt x="156827" y="10"/>
                    <a:pt x="148375" y="0"/>
                  </a:cubicBezTo>
                  <a:lnTo>
                    <a:pt x="148375" y="0"/>
                  </a:lnTo>
                  <a:cubicBezTo>
                    <a:pt x="87532" y="0"/>
                    <a:pt x="43829" y="18189"/>
                    <a:pt x="2277" y="60716"/>
                  </a:cubicBezTo>
                  <a:lnTo>
                    <a:pt x="0" y="62998"/>
                  </a:lnTo>
                  <a:lnTo>
                    <a:pt x="0" y="226195"/>
                  </a:lnTo>
                  <a:lnTo>
                    <a:pt x="15812" y="226195"/>
                  </a:lnTo>
                  <a:lnTo>
                    <a:pt x="15812" y="69525"/>
                  </a:lnTo>
                  <a:cubicBezTo>
                    <a:pt x="53759" y="31499"/>
                    <a:pt x="92529" y="15844"/>
                    <a:pt x="148628" y="15844"/>
                  </a:cubicBezTo>
                  <a:lnTo>
                    <a:pt x="148628" y="15844"/>
                  </a:lnTo>
                  <a:cubicBezTo>
                    <a:pt x="159212" y="15862"/>
                    <a:pt x="169780" y="16646"/>
                    <a:pt x="180251" y="18189"/>
                  </a:cubicBezTo>
                  <a:cubicBezTo>
                    <a:pt x="177643" y="12764"/>
                    <a:pt x="175444" y="7150"/>
                    <a:pt x="173674" y="1394"/>
                  </a:cubicBezTo>
                  <a:close/>
                </a:path>
              </a:pathLst>
            </a:custGeom>
            <a:grpFill/>
            <a:ln w="6271" cap="flat">
              <a:noFill/>
              <a:prstDash val="solid"/>
              <a:miter/>
            </a:ln>
          </p:spPr>
          <p:txBody>
            <a:bodyPr rtlCol="0" anchor="ctr"/>
            <a:lstStyle/>
            <a:p>
              <a:endParaRPr lang="en-US"/>
            </a:p>
          </p:txBody>
        </p:sp>
        <p:sp>
          <p:nvSpPr>
            <p:cNvPr id="16" name="Picture Placeholder 175">
              <a:extLst>
                <a:ext uri="{FF2B5EF4-FFF2-40B4-BE49-F238E27FC236}">
                  <a16:creationId xmlns:a16="http://schemas.microsoft.com/office/drawing/2014/main" id="{73ACE9A1-5459-2986-A0D2-8D9D53F90EE1}"/>
                </a:ext>
              </a:extLst>
            </p:cNvPr>
            <p:cNvSpPr/>
            <p:nvPr/>
          </p:nvSpPr>
          <p:spPr>
            <a:xfrm>
              <a:off x="6005909" y="799026"/>
              <a:ext cx="195683" cy="196344"/>
            </a:xfrm>
            <a:custGeom>
              <a:avLst/>
              <a:gdLst>
                <a:gd name="connsiteX0" fmla="*/ 97842 w 195683"/>
                <a:gd name="connsiteY0" fmla="*/ 16098 h 196344"/>
                <a:gd name="connsiteX1" fmla="*/ 180061 w 195683"/>
                <a:gd name="connsiteY1" fmla="*/ 98489 h 196344"/>
                <a:gd name="connsiteX2" fmla="*/ 97842 w 195683"/>
                <a:gd name="connsiteY2" fmla="*/ 180880 h 196344"/>
                <a:gd name="connsiteX3" fmla="*/ 15622 w 195683"/>
                <a:gd name="connsiteY3" fmla="*/ 98489 h 196344"/>
                <a:gd name="connsiteX4" fmla="*/ 97842 w 195683"/>
                <a:gd name="connsiteY4" fmla="*/ 16098 h 196344"/>
                <a:gd name="connsiteX5" fmla="*/ 97842 w 195683"/>
                <a:gd name="connsiteY5" fmla="*/ 254 h 196344"/>
                <a:gd name="connsiteX6" fmla="*/ 0 w 195683"/>
                <a:gd name="connsiteY6" fmla="*/ 98299 h 196344"/>
                <a:gd name="connsiteX7" fmla="*/ 97842 w 195683"/>
                <a:gd name="connsiteY7" fmla="*/ 196345 h 196344"/>
                <a:gd name="connsiteX8" fmla="*/ 195683 w 195683"/>
                <a:gd name="connsiteY8" fmla="*/ 98299 h 196344"/>
                <a:gd name="connsiteX9" fmla="*/ 98095 w 195683"/>
                <a:gd name="connsiteY9" fmla="*/ 1 h 196344"/>
                <a:gd name="connsiteX10" fmla="*/ 97842 w 195683"/>
                <a:gd name="connsiteY10" fmla="*/ 0 h 19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83" h="196344">
                  <a:moveTo>
                    <a:pt x="97842" y="16098"/>
                  </a:moveTo>
                  <a:cubicBezTo>
                    <a:pt x="143250" y="16098"/>
                    <a:pt x="180061" y="52986"/>
                    <a:pt x="180061" y="98489"/>
                  </a:cubicBezTo>
                  <a:cubicBezTo>
                    <a:pt x="180061" y="143993"/>
                    <a:pt x="143250" y="180880"/>
                    <a:pt x="97842" y="180880"/>
                  </a:cubicBezTo>
                  <a:cubicBezTo>
                    <a:pt x="52433" y="180880"/>
                    <a:pt x="15622" y="143993"/>
                    <a:pt x="15622" y="98489"/>
                  </a:cubicBezTo>
                  <a:cubicBezTo>
                    <a:pt x="15622" y="52986"/>
                    <a:pt x="52433" y="16098"/>
                    <a:pt x="97842" y="16098"/>
                  </a:cubicBezTo>
                  <a:moveTo>
                    <a:pt x="97842" y="254"/>
                  </a:moveTo>
                  <a:cubicBezTo>
                    <a:pt x="43805" y="254"/>
                    <a:pt x="0" y="44150"/>
                    <a:pt x="0" y="98299"/>
                  </a:cubicBezTo>
                  <a:cubicBezTo>
                    <a:pt x="0" y="152448"/>
                    <a:pt x="43805" y="196345"/>
                    <a:pt x="97842" y="196345"/>
                  </a:cubicBezTo>
                  <a:cubicBezTo>
                    <a:pt x="151878" y="196345"/>
                    <a:pt x="195683" y="152448"/>
                    <a:pt x="195683" y="98299"/>
                  </a:cubicBezTo>
                  <a:cubicBezTo>
                    <a:pt x="195823" y="44150"/>
                    <a:pt x="152131" y="140"/>
                    <a:pt x="98095" y="1"/>
                  </a:cubicBezTo>
                  <a:cubicBezTo>
                    <a:pt x="98010" y="0"/>
                    <a:pt x="97926" y="0"/>
                    <a:pt x="97842" y="0"/>
                  </a:cubicBezTo>
                  <a:close/>
                </a:path>
              </a:pathLst>
            </a:custGeom>
            <a:grpFill/>
            <a:ln w="6271" cap="flat">
              <a:noFill/>
              <a:prstDash val="solid"/>
              <a:miter/>
            </a:ln>
          </p:spPr>
          <p:txBody>
            <a:bodyPr rtlCol="0" anchor="ctr"/>
            <a:lstStyle/>
            <a:p>
              <a:endParaRPr lang="en-US"/>
            </a:p>
          </p:txBody>
        </p:sp>
        <p:sp>
          <p:nvSpPr>
            <p:cNvPr id="29" name="Picture Placeholder 175">
              <a:extLst>
                <a:ext uri="{FF2B5EF4-FFF2-40B4-BE49-F238E27FC236}">
                  <a16:creationId xmlns:a16="http://schemas.microsoft.com/office/drawing/2014/main" id="{C483481E-5B38-556C-0981-4FBC53CE02CD}"/>
                </a:ext>
              </a:extLst>
            </p:cNvPr>
            <p:cNvSpPr/>
            <p:nvPr/>
          </p:nvSpPr>
          <p:spPr>
            <a:xfrm>
              <a:off x="5944497" y="1019771"/>
              <a:ext cx="326159" cy="263081"/>
            </a:xfrm>
            <a:custGeom>
              <a:avLst/>
              <a:gdLst>
                <a:gd name="connsiteX0" fmla="*/ 164756 w 326159"/>
                <a:gd name="connsiteY0" fmla="*/ 0 h 263081"/>
                <a:gd name="connsiteX1" fmla="*/ 326160 w 326159"/>
                <a:gd name="connsiteY1" fmla="*/ 76053 h 263081"/>
                <a:gd name="connsiteX2" fmla="*/ 326160 w 326159"/>
                <a:gd name="connsiteY2" fmla="*/ 228414 h 263081"/>
                <a:gd name="connsiteX3" fmla="*/ 293019 w 326159"/>
                <a:gd name="connsiteY3" fmla="*/ 263081 h 263081"/>
                <a:gd name="connsiteX4" fmla="*/ 33141 w 326159"/>
                <a:gd name="connsiteY4" fmla="*/ 263081 h 263081"/>
                <a:gd name="connsiteX5" fmla="*/ 0 w 326159"/>
                <a:gd name="connsiteY5" fmla="*/ 228414 h 263081"/>
                <a:gd name="connsiteX6" fmla="*/ 0 w 326159"/>
                <a:gd name="connsiteY6" fmla="*/ 75673 h 263081"/>
                <a:gd name="connsiteX7" fmla="*/ 164440 w 326159"/>
                <a:gd name="connsiteY7" fmla="*/ 0 h 263081"/>
                <a:gd name="connsiteX8" fmla="*/ 164440 w 326159"/>
                <a:gd name="connsiteY8" fmla="*/ 0 h 263081"/>
                <a:gd name="connsiteX9" fmla="*/ 164440 w 326159"/>
                <a:gd name="connsiteY9" fmla="*/ 15844 h 263081"/>
                <a:gd name="connsiteX10" fmla="*/ 15748 w 326159"/>
                <a:gd name="connsiteY10" fmla="*/ 81187 h 263081"/>
                <a:gd name="connsiteX11" fmla="*/ 15748 w 326159"/>
                <a:gd name="connsiteY11" fmla="*/ 228414 h 263081"/>
                <a:gd name="connsiteX12" fmla="*/ 33331 w 326159"/>
                <a:gd name="connsiteY12" fmla="*/ 247427 h 263081"/>
                <a:gd name="connsiteX13" fmla="*/ 293019 w 326159"/>
                <a:gd name="connsiteY13" fmla="*/ 247427 h 263081"/>
                <a:gd name="connsiteX14" fmla="*/ 310348 w 326159"/>
                <a:gd name="connsiteY14" fmla="*/ 228414 h 263081"/>
                <a:gd name="connsiteX15" fmla="*/ 310348 w 326159"/>
                <a:gd name="connsiteY15" fmla="*/ 81821 h 263081"/>
                <a:gd name="connsiteX16" fmla="*/ 164882 w 326159"/>
                <a:gd name="connsiteY16" fmla="*/ 15844 h 26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6159" h="263081">
                  <a:moveTo>
                    <a:pt x="164756" y="0"/>
                  </a:moveTo>
                  <a:cubicBezTo>
                    <a:pt x="219970" y="0"/>
                    <a:pt x="278599" y="21105"/>
                    <a:pt x="326160" y="76053"/>
                  </a:cubicBezTo>
                  <a:lnTo>
                    <a:pt x="326160" y="228414"/>
                  </a:lnTo>
                  <a:cubicBezTo>
                    <a:pt x="325711" y="246815"/>
                    <a:pt x="311346" y="261839"/>
                    <a:pt x="293019" y="263081"/>
                  </a:cubicBezTo>
                  <a:lnTo>
                    <a:pt x="33141" y="263081"/>
                  </a:lnTo>
                  <a:cubicBezTo>
                    <a:pt x="14648" y="262207"/>
                    <a:pt x="80" y="246966"/>
                    <a:pt x="0" y="228414"/>
                  </a:cubicBezTo>
                  <a:lnTo>
                    <a:pt x="0" y="75673"/>
                  </a:lnTo>
                  <a:cubicBezTo>
                    <a:pt x="40857" y="21929"/>
                    <a:pt x="108087" y="63"/>
                    <a:pt x="164440" y="0"/>
                  </a:cubicBezTo>
                  <a:lnTo>
                    <a:pt x="164440" y="0"/>
                  </a:lnTo>
                  <a:moveTo>
                    <a:pt x="164440" y="15844"/>
                  </a:moveTo>
                  <a:cubicBezTo>
                    <a:pt x="104293" y="15844"/>
                    <a:pt x="49142" y="40245"/>
                    <a:pt x="15748" y="81187"/>
                  </a:cubicBezTo>
                  <a:lnTo>
                    <a:pt x="15748" y="228414"/>
                  </a:lnTo>
                  <a:cubicBezTo>
                    <a:pt x="15722" y="238393"/>
                    <a:pt x="23398" y="246695"/>
                    <a:pt x="33331" y="247427"/>
                  </a:cubicBezTo>
                  <a:lnTo>
                    <a:pt x="293019" y="247427"/>
                  </a:lnTo>
                  <a:cubicBezTo>
                    <a:pt x="302647" y="246168"/>
                    <a:pt x="309967" y="238136"/>
                    <a:pt x="310348" y="228414"/>
                  </a:cubicBezTo>
                  <a:lnTo>
                    <a:pt x="310348" y="81821"/>
                  </a:lnTo>
                  <a:cubicBezTo>
                    <a:pt x="273614" y="39848"/>
                    <a:pt x="220594" y="15800"/>
                    <a:pt x="164882" y="15844"/>
                  </a:cubicBezTo>
                </a:path>
              </a:pathLst>
            </a:custGeom>
            <a:grpFill/>
            <a:ln w="6271" cap="flat">
              <a:noFill/>
              <a:prstDash val="solid"/>
              <a:miter/>
            </a:ln>
          </p:spPr>
          <p:txBody>
            <a:bodyPr rtlCol="0" anchor="ctr"/>
            <a:lstStyle/>
            <a:p>
              <a:endParaRPr lang="en-US"/>
            </a:p>
          </p:txBody>
        </p:sp>
      </p:grpSp>
      <p:sp>
        <p:nvSpPr>
          <p:cNvPr id="33" name="TextBox 32">
            <a:extLst>
              <a:ext uri="{FF2B5EF4-FFF2-40B4-BE49-F238E27FC236}">
                <a16:creationId xmlns:a16="http://schemas.microsoft.com/office/drawing/2014/main" id="{72719D88-0A20-37CB-BBBB-2D5AEBC3EFD4}"/>
              </a:ext>
            </a:extLst>
          </p:cNvPr>
          <p:cNvSpPr txBox="1"/>
          <p:nvPr/>
        </p:nvSpPr>
        <p:spPr>
          <a:xfrm>
            <a:off x="2372760" y="2040614"/>
            <a:ext cx="1056943" cy="184666"/>
          </a:xfrm>
          <a:prstGeom prst="rect">
            <a:avLst/>
          </a:prstGeom>
          <a:noFill/>
        </p:spPr>
        <p:txBody>
          <a:bodyPr wrap="square" lIns="0" tIns="0" rIns="0" bIns="0" rtlCol="0">
            <a:spAutoFit/>
          </a:bodyPr>
          <a:lstStyle/>
          <a:p>
            <a:pPr algn="ctr"/>
            <a:r>
              <a:rPr lang="en-US" sz="1200" dirty="0">
                <a:solidFill>
                  <a:schemeClr val="bg1">
                    <a:lumMod val="50000"/>
                  </a:schemeClr>
                </a:solidFill>
              </a:rPr>
              <a:t>VKS service</a:t>
            </a:r>
          </a:p>
        </p:txBody>
      </p:sp>
      <p:sp>
        <p:nvSpPr>
          <p:cNvPr id="89" name="TextBox 88">
            <a:extLst>
              <a:ext uri="{FF2B5EF4-FFF2-40B4-BE49-F238E27FC236}">
                <a16:creationId xmlns:a16="http://schemas.microsoft.com/office/drawing/2014/main" id="{B4D7033B-4FA2-4CE6-8FB3-6C47E2C7CFE2}"/>
              </a:ext>
            </a:extLst>
          </p:cNvPr>
          <p:cNvSpPr txBox="1"/>
          <p:nvPr/>
        </p:nvSpPr>
        <p:spPr>
          <a:xfrm>
            <a:off x="5268693" y="2040614"/>
            <a:ext cx="888797" cy="184666"/>
          </a:xfrm>
          <a:prstGeom prst="rect">
            <a:avLst/>
          </a:prstGeom>
          <a:noFill/>
        </p:spPr>
        <p:txBody>
          <a:bodyPr wrap="square" lIns="0" tIns="0" rIns="0" bIns="0" rtlCol="0">
            <a:spAutoFit/>
          </a:bodyPr>
          <a:lstStyle/>
          <a:p>
            <a:pPr algn="ctr"/>
            <a:r>
              <a:rPr lang="en-US" sz="1200" dirty="0">
                <a:solidFill>
                  <a:schemeClr val="bg1">
                    <a:lumMod val="50000"/>
                  </a:schemeClr>
                </a:solidFill>
              </a:rPr>
              <a:t>Databases</a:t>
            </a:r>
          </a:p>
        </p:txBody>
      </p:sp>
      <p:cxnSp>
        <p:nvCxnSpPr>
          <p:cNvPr id="99" name="Straight Connector 98">
            <a:extLst>
              <a:ext uri="{FF2B5EF4-FFF2-40B4-BE49-F238E27FC236}">
                <a16:creationId xmlns:a16="http://schemas.microsoft.com/office/drawing/2014/main" id="{92738059-902B-52C4-59AD-D1E51044CAD5}"/>
              </a:ext>
            </a:extLst>
          </p:cNvPr>
          <p:cNvCxnSpPr>
            <a:cxnSpLocks/>
          </p:cNvCxnSpPr>
          <p:nvPr/>
        </p:nvCxnSpPr>
        <p:spPr bwMode="gray">
          <a:xfrm>
            <a:off x="3838575" y="3237126"/>
            <a:ext cx="468586" cy="0"/>
          </a:xfrm>
          <a:prstGeom prst="line">
            <a:avLst/>
          </a:prstGeom>
          <a:ln w="25400">
            <a:solidFill>
              <a:schemeClr val="accent2"/>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6C71D842-A45F-0CF7-F6C7-A2366688A698}"/>
              </a:ext>
            </a:extLst>
          </p:cNvPr>
          <p:cNvCxnSpPr>
            <a:cxnSpLocks/>
          </p:cNvCxnSpPr>
          <p:nvPr/>
        </p:nvCxnSpPr>
        <p:spPr bwMode="gray">
          <a:xfrm flipH="1" flipV="1">
            <a:off x="4307162" y="2250085"/>
            <a:ext cx="1" cy="987041"/>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7B8E8ECF-635F-384F-9BF4-8657B45023CD}"/>
              </a:ext>
            </a:extLst>
          </p:cNvPr>
          <p:cNvCxnSpPr>
            <a:cxnSpLocks/>
          </p:cNvCxnSpPr>
          <p:nvPr/>
        </p:nvCxnSpPr>
        <p:spPr bwMode="gray">
          <a:xfrm flipH="1">
            <a:off x="4307163" y="3237126"/>
            <a:ext cx="468586" cy="0"/>
          </a:xfrm>
          <a:prstGeom prst="line">
            <a:avLst/>
          </a:prstGeom>
          <a:ln w="25400">
            <a:solidFill>
              <a:schemeClr val="accent2"/>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127" name="TextBox 126">
            <a:extLst>
              <a:ext uri="{FF2B5EF4-FFF2-40B4-BE49-F238E27FC236}">
                <a16:creationId xmlns:a16="http://schemas.microsoft.com/office/drawing/2014/main" id="{F464A2BF-735A-F227-FF64-8E13F992C561}"/>
              </a:ext>
            </a:extLst>
          </p:cNvPr>
          <p:cNvSpPr txBox="1"/>
          <p:nvPr/>
        </p:nvSpPr>
        <p:spPr>
          <a:xfrm>
            <a:off x="3353090" y="2372466"/>
            <a:ext cx="1908146" cy="184666"/>
          </a:xfrm>
          <a:prstGeom prst="rect">
            <a:avLst/>
          </a:prstGeom>
          <a:solidFill>
            <a:schemeClr val="bg1"/>
          </a:solidFill>
        </p:spPr>
        <p:txBody>
          <a:bodyPr wrap="square" lIns="0" tIns="0" rIns="0" bIns="0" rtlCol="0">
            <a:spAutoFit/>
          </a:bodyPr>
          <a:lstStyle/>
          <a:p>
            <a:pPr algn="ctr">
              <a:spcAft>
                <a:spcPts val="600"/>
              </a:spcAft>
            </a:pPr>
            <a:r>
              <a:rPr lang="en-US" sz="1200" dirty="0">
                <a:solidFill>
                  <a:schemeClr val="accent2"/>
                </a:solidFill>
              </a:rPr>
              <a:t>Provision clustered apps</a:t>
            </a:r>
          </a:p>
        </p:txBody>
      </p:sp>
      <p:sp>
        <p:nvSpPr>
          <p:cNvPr id="129" name="TextBox 128">
            <a:extLst>
              <a:ext uri="{FF2B5EF4-FFF2-40B4-BE49-F238E27FC236}">
                <a16:creationId xmlns:a16="http://schemas.microsoft.com/office/drawing/2014/main" id="{7ED169DA-07E6-4E83-D736-40D94445EA23}"/>
              </a:ext>
            </a:extLst>
          </p:cNvPr>
          <p:cNvSpPr txBox="1"/>
          <p:nvPr/>
        </p:nvSpPr>
        <p:spPr>
          <a:xfrm>
            <a:off x="6016803" y="3735799"/>
            <a:ext cx="719948" cy="184666"/>
          </a:xfrm>
          <a:prstGeom prst="rect">
            <a:avLst/>
          </a:prstGeom>
        </p:spPr>
        <p:txBody>
          <a:bodyPr wrap="square" lIns="0" tIns="0" rIns="0" bIns="0" rtlCol="0">
            <a:spAutoFit/>
          </a:bodyPr>
          <a:lstStyle/>
          <a:p>
            <a:pPr algn="ctr">
              <a:spcAft>
                <a:spcPts val="600"/>
              </a:spcAft>
            </a:pPr>
            <a:r>
              <a:rPr lang="en-US" sz="1200" dirty="0">
                <a:solidFill>
                  <a:schemeClr val="tx2"/>
                </a:solidFill>
              </a:rPr>
              <a:t>Extend</a:t>
            </a:r>
          </a:p>
        </p:txBody>
      </p:sp>
      <p:cxnSp>
        <p:nvCxnSpPr>
          <p:cNvPr id="130" name="Straight Connector 129">
            <a:extLst>
              <a:ext uri="{FF2B5EF4-FFF2-40B4-BE49-F238E27FC236}">
                <a16:creationId xmlns:a16="http://schemas.microsoft.com/office/drawing/2014/main" id="{DDCB7AED-7744-9747-136C-6C1F8D78A01F}"/>
              </a:ext>
            </a:extLst>
          </p:cNvPr>
          <p:cNvCxnSpPr>
            <a:cxnSpLocks/>
          </p:cNvCxnSpPr>
          <p:nvPr/>
        </p:nvCxnSpPr>
        <p:spPr bwMode="gray">
          <a:xfrm>
            <a:off x="6829349" y="4032474"/>
            <a:ext cx="353249"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pic>
        <p:nvPicPr>
          <p:cNvPr id="139" name="Graphic 138">
            <a:extLst>
              <a:ext uri="{FF2B5EF4-FFF2-40B4-BE49-F238E27FC236}">
                <a16:creationId xmlns:a16="http://schemas.microsoft.com/office/drawing/2014/main" id="{4A328B66-7FD3-977E-75C3-DEECE99296E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289520" y="3870285"/>
            <a:ext cx="277473" cy="322775"/>
          </a:xfrm>
          <a:prstGeom prst="rect">
            <a:avLst/>
          </a:prstGeom>
        </p:spPr>
      </p:pic>
    </p:spTree>
    <p:extLst>
      <p:ext uri="{BB962C8B-B14F-4D97-AF65-F5344CB8AC3E}">
        <p14:creationId xmlns:p14="http://schemas.microsoft.com/office/powerpoint/2010/main" val="14247067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500"/>
                                        <p:tgtEl>
                                          <p:spTgt spid="34"/>
                                        </p:tgtEl>
                                      </p:cBhvr>
                                    </p:animEffect>
                                  </p:childTnLst>
                                </p:cTn>
                              </p:par>
                              <p:par>
                                <p:cTn id="8" presetID="10" presetClass="entr" presetSubtype="0" fill="hold" nodeType="withEffect">
                                  <p:stCondLst>
                                    <p:cond delay="0"/>
                                  </p:stCondLst>
                                  <p:childTnLst>
                                    <p:set>
                                      <p:cBhvr>
                                        <p:cTn id="9" dur="1" fill="hold">
                                          <p:stCondLst>
                                            <p:cond delay="0"/>
                                          </p:stCondLst>
                                        </p:cTn>
                                        <p:tgtEl>
                                          <p:spTgt spid="70"/>
                                        </p:tgtEl>
                                        <p:attrNameLst>
                                          <p:attrName>style.visibility</p:attrName>
                                        </p:attrNameLst>
                                      </p:cBhvr>
                                      <p:to>
                                        <p:strVal val="visible"/>
                                      </p:to>
                                    </p:set>
                                    <p:animEffect transition="in" filter="fade">
                                      <p:cBhvr>
                                        <p:cTn id="10" dur="500"/>
                                        <p:tgtEl>
                                          <p:spTgt spid="70"/>
                                        </p:tgtEl>
                                      </p:cBhvr>
                                    </p:animEffect>
                                  </p:childTnLst>
                                </p:cTn>
                              </p:par>
                              <p:par>
                                <p:cTn id="11" presetID="10" presetClass="entr" presetSubtype="0" fill="hold" nodeType="withEffect">
                                  <p:stCondLst>
                                    <p:cond delay="0"/>
                                  </p:stCondLst>
                                  <p:childTnLst>
                                    <p:set>
                                      <p:cBhvr>
                                        <p:cTn id="12" dur="1" fill="hold">
                                          <p:stCondLst>
                                            <p:cond delay="0"/>
                                          </p:stCondLst>
                                        </p:cTn>
                                        <p:tgtEl>
                                          <p:spTgt spid="41"/>
                                        </p:tgtEl>
                                        <p:attrNameLst>
                                          <p:attrName>style.visibility</p:attrName>
                                        </p:attrNameLst>
                                      </p:cBhvr>
                                      <p:to>
                                        <p:strVal val="visible"/>
                                      </p:to>
                                    </p:set>
                                    <p:animEffect transition="in" filter="fade">
                                      <p:cBhvr>
                                        <p:cTn id="13" dur="500"/>
                                        <p:tgtEl>
                                          <p:spTgt spid="41"/>
                                        </p:tgtEl>
                                      </p:cBhvr>
                                    </p:animEffect>
                                  </p:childTnLst>
                                </p:cTn>
                              </p:par>
                            </p:childTnLst>
                          </p:cTn>
                        </p:par>
                        <p:par>
                          <p:cTn id="14" fill="hold">
                            <p:stCondLst>
                              <p:cond delay="500"/>
                            </p:stCondLst>
                            <p:childTnLst>
                              <p:par>
                                <p:cTn id="15" presetID="10" presetClass="entr" presetSubtype="0" fill="hold" grpId="0" nodeType="afterEffect">
                                  <p:stCondLst>
                                    <p:cond delay="50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par>
                                <p:cTn id="21" presetID="10" presetClass="entr" presetSubtype="0" fill="hold" grpId="0" nodeType="withEffect">
                                  <p:stCondLst>
                                    <p:cond delay="500"/>
                                  </p:stCondLst>
                                  <p:childTnLst>
                                    <p:set>
                                      <p:cBhvr>
                                        <p:cTn id="22" dur="1" fill="hold">
                                          <p:stCondLst>
                                            <p:cond delay="0"/>
                                          </p:stCondLst>
                                        </p:cTn>
                                        <p:tgtEl>
                                          <p:spTgt spid="93"/>
                                        </p:tgtEl>
                                        <p:attrNameLst>
                                          <p:attrName>style.visibility</p:attrName>
                                        </p:attrNameLst>
                                      </p:cBhvr>
                                      <p:to>
                                        <p:strVal val="visible"/>
                                      </p:to>
                                    </p:set>
                                    <p:animEffect transition="in" filter="fade">
                                      <p:cBhvr>
                                        <p:cTn id="23" dur="500"/>
                                        <p:tgtEl>
                                          <p:spTgt spid="93"/>
                                        </p:tgtEl>
                                      </p:cBhvr>
                                    </p:animEffect>
                                  </p:childTnLst>
                                </p:cTn>
                              </p:par>
                              <p:par>
                                <p:cTn id="24" presetID="10" presetClass="entr" presetSubtype="0" fill="hold" grpId="0" nodeType="withEffect">
                                  <p:stCondLst>
                                    <p:cond delay="500"/>
                                  </p:stCondLst>
                                  <p:childTnLst>
                                    <p:set>
                                      <p:cBhvr>
                                        <p:cTn id="25" dur="1" fill="hold">
                                          <p:stCondLst>
                                            <p:cond delay="0"/>
                                          </p:stCondLst>
                                        </p:cTn>
                                        <p:tgtEl>
                                          <p:spTgt spid="106"/>
                                        </p:tgtEl>
                                        <p:attrNameLst>
                                          <p:attrName>style.visibility</p:attrName>
                                        </p:attrNameLst>
                                      </p:cBhvr>
                                      <p:to>
                                        <p:strVal val="visible"/>
                                      </p:to>
                                    </p:set>
                                    <p:animEffect transition="in" filter="fade">
                                      <p:cBhvr>
                                        <p:cTn id="26" dur="500"/>
                                        <p:tgtEl>
                                          <p:spTgt spid="106"/>
                                        </p:tgtEl>
                                      </p:cBhvr>
                                    </p:animEffect>
                                  </p:childTnLst>
                                </p:cTn>
                              </p:par>
                            </p:childTnLst>
                          </p:cTn>
                        </p:par>
                        <p:par>
                          <p:cTn id="27" fill="hold">
                            <p:stCondLst>
                              <p:cond delay="1500"/>
                            </p:stCondLst>
                            <p:childTnLst>
                              <p:par>
                                <p:cTn id="28" presetID="10" presetClass="entr" presetSubtype="0" fill="hold" nodeType="afterEffect">
                                  <p:stCondLst>
                                    <p:cond delay="0"/>
                                  </p:stCondLst>
                                  <p:childTnLst>
                                    <p:set>
                                      <p:cBhvr>
                                        <p:cTn id="29" dur="1" fill="hold">
                                          <p:stCondLst>
                                            <p:cond delay="0"/>
                                          </p:stCondLst>
                                        </p:cTn>
                                        <p:tgtEl>
                                          <p:spTgt spid="141"/>
                                        </p:tgtEl>
                                        <p:attrNameLst>
                                          <p:attrName>style.visibility</p:attrName>
                                        </p:attrNameLst>
                                      </p:cBhvr>
                                      <p:to>
                                        <p:strVal val="visible"/>
                                      </p:to>
                                    </p:set>
                                    <p:animEffect transition="in" filter="fade">
                                      <p:cBhvr>
                                        <p:cTn id="30" dur="500"/>
                                        <p:tgtEl>
                                          <p:spTgt spid="141"/>
                                        </p:tgtEl>
                                      </p:cBhvr>
                                    </p:animEffect>
                                  </p:childTnLst>
                                </p:cTn>
                              </p:par>
                              <p:par>
                                <p:cTn id="31" presetID="10" presetClass="entr" presetSubtype="0" fill="hold" nodeType="withEffect">
                                  <p:stCondLst>
                                    <p:cond delay="0"/>
                                  </p:stCondLst>
                                  <p:childTnLst>
                                    <p:set>
                                      <p:cBhvr>
                                        <p:cTn id="32" dur="1" fill="hold">
                                          <p:stCondLst>
                                            <p:cond delay="0"/>
                                          </p:stCondLst>
                                        </p:cTn>
                                        <p:tgtEl>
                                          <p:spTgt spid="140"/>
                                        </p:tgtEl>
                                        <p:attrNameLst>
                                          <p:attrName>style.visibility</p:attrName>
                                        </p:attrNameLst>
                                      </p:cBhvr>
                                      <p:to>
                                        <p:strVal val="visible"/>
                                      </p:to>
                                    </p:set>
                                    <p:animEffect transition="in" filter="fade">
                                      <p:cBhvr>
                                        <p:cTn id="33" dur="500"/>
                                        <p:tgtEl>
                                          <p:spTgt spid="140"/>
                                        </p:tgtEl>
                                      </p:cBhvr>
                                    </p:animEffect>
                                  </p:childTnLst>
                                </p:cTn>
                              </p:par>
                            </p:childTnLst>
                          </p:cTn>
                        </p:par>
                        <p:par>
                          <p:cTn id="34" fill="hold">
                            <p:stCondLst>
                              <p:cond delay="2000"/>
                            </p:stCondLst>
                            <p:childTnLst>
                              <p:par>
                                <p:cTn id="35" presetID="22" presetClass="entr" presetSubtype="1" fill="hold" nodeType="afterEffect">
                                  <p:stCondLst>
                                    <p:cond delay="250"/>
                                  </p:stCondLst>
                                  <p:childTnLst>
                                    <p:set>
                                      <p:cBhvr>
                                        <p:cTn id="36" dur="1" fill="hold">
                                          <p:stCondLst>
                                            <p:cond delay="0"/>
                                          </p:stCondLst>
                                        </p:cTn>
                                        <p:tgtEl>
                                          <p:spTgt spid="23"/>
                                        </p:tgtEl>
                                        <p:attrNameLst>
                                          <p:attrName>style.visibility</p:attrName>
                                        </p:attrNameLst>
                                      </p:cBhvr>
                                      <p:to>
                                        <p:strVal val="visible"/>
                                      </p:to>
                                    </p:set>
                                    <p:animEffect transition="in" filter="wipe(up)">
                                      <p:cBhvr>
                                        <p:cTn id="37" dur="250"/>
                                        <p:tgtEl>
                                          <p:spTgt spid="23"/>
                                        </p:tgtEl>
                                      </p:cBhvr>
                                    </p:animEffect>
                                  </p:childTnLst>
                                </p:cTn>
                              </p:par>
                              <p:par>
                                <p:cTn id="38" presetID="22" presetClass="entr" presetSubtype="1" fill="hold" nodeType="withEffect">
                                  <p:stCondLst>
                                    <p:cond delay="250"/>
                                  </p:stCondLst>
                                  <p:childTnLst>
                                    <p:set>
                                      <p:cBhvr>
                                        <p:cTn id="39" dur="1" fill="hold">
                                          <p:stCondLst>
                                            <p:cond delay="0"/>
                                          </p:stCondLst>
                                        </p:cTn>
                                        <p:tgtEl>
                                          <p:spTgt spid="32"/>
                                        </p:tgtEl>
                                        <p:attrNameLst>
                                          <p:attrName>style.visibility</p:attrName>
                                        </p:attrNameLst>
                                      </p:cBhvr>
                                      <p:to>
                                        <p:strVal val="visible"/>
                                      </p:to>
                                    </p:set>
                                    <p:animEffect transition="in" filter="wipe(up)">
                                      <p:cBhvr>
                                        <p:cTn id="40" dur="250"/>
                                        <p:tgtEl>
                                          <p:spTgt spid="32"/>
                                        </p:tgtEl>
                                      </p:cBhvr>
                                    </p:animEffect>
                                  </p:childTnLst>
                                </p:cTn>
                              </p:par>
                              <p:par>
                                <p:cTn id="41" presetID="22" presetClass="entr" presetSubtype="1" fill="hold" nodeType="withEffect">
                                  <p:stCondLst>
                                    <p:cond delay="250"/>
                                  </p:stCondLst>
                                  <p:childTnLst>
                                    <p:set>
                                      <p:cBhvr>
                                        <p:cTn id="42" dur="1" fill="hold">
                                          <p:stCondLst>
                                            <p:cond delay="0"/>
                                          </p:stCondLst>
                                        </p:cTn>
                                        <p:tgtEl>
                                          <p:spTgt spid="25"/>
                                        </p:tgtEl>
                                        <p:attrNameLst>
                                          <p:attrName>style.visibility</p:attrName>
                                        </p:attrNameLst>
                                      </p:cBhvr>
                                      <p:to>
                                        <p:strVal val="visible"/>
                                      </p:to>
                                    </p:set>
                                    <p:animEffect transition="in" filter="wipe(up)">
                                      <p:cBhvr>
                                        <p:cTn id="43" dur="250"/>
                                        <p:tgtEl>
                                          <p:spTgt spid="25"/>
                                        </p:tgtEl>
                                      </p:cBhvr>
                                    </p:animEffect>
                                  </p:childTnLst>
                                </p:cTn>
                              </p:par>
                              <p:par>
                                <p:cTn id="44" presetID="22" presetClass="entr" presetSubtype="1" fill="hold" nodeType="withEffect">
                                  <p:stCondLst>
                                    <p:cond delay="250"/>
                                  </p:stCondLst>
                                  <p:childTnLst>
                                    <p:set>
                                      <p:cBhvr>
                                        <p:cTn id="45" dur="1" fill="hold">
                                          <p:stCondLst>
                                            <p:cond delay="0"/>
                                          </p:stCondLst>
                                        </p:cTn>
                                        <p:tgtEl>
                                          <p:spTgt spid="112"/>
                                        </p:tgtEl>
                                        <p:attrNameLst>
                                          <p:attrName>style.visibility</p:attrName>
                                        </p:attrNameLst>
                                      </p:cBhvr>
                                      <p:to>
                                        <p:strVal val="visible"/>
                                      </p:to>
                                    </p:set>
                                    <p:animEffect transition="in" filter="wipe(up)">
                                      <p:cBhvr>
                                        <p:cTn id="46" dur="250"/>
                                        <p:tgtEl>
                                          <p:spTgt spid="112"/>
                                        </p:tgtEl>
                                      </p:cBhvr>
                                    </p:animEffect>
                                  </p:childTnLst>
                                </p:cTn>
                              </p:par>
                              <p:par>
                                <p:cTn id="47" presetID="22" presetClass="entr" presetSubtype="1" fill="hold" nodeType="withEffect">
                                  <p:stCondLst>
                                    <p:cond delay="250"/>
                                  </p:stCondLst>
                                  <p:childTnLst>
                                    <p:set>
                                      <p:cBhvr>
                                        <p:cTn id="48" dur="1" fill="hold">
                                          <p:stCondLst>
                                            <p:cond delay="0"/>
                                          </p:stCondLst>
                                        </p:cTn>
                                        <p:tgtEl>
                                          <p:spTgt spid="115"/>
                                        </p:tgtEl>
                                        <p:attrNameLst>
                                          <p:attrName>style.visibility</p:attrName>
                                        </p:attrNameLst>
                                      </p:cBhvr>
                                      <p:to>
                                        <p:strVal val="visible"/>
                                      </p:to>
                                    </p:set>
                                    <p:animEffect transition="in" filter="wipe(up)">
                                      <p:cBhvr>
                                        <p:cTn id="49" dur="250"/>
                                        <p:tgtEl>
                                          <p:spTgt spid="115"/>
                                        </p:tgtEl>
                                      </p:cBhvr>
                                    </p:animEffect>
                                  </p:childTnLst>
                                </p:cTn>
                              </p:par>
                              <p:par>
                                <p:cTn id="50" presetID="22" presetClass="entr" presetSubtype="1" fill="hold" nodeType="withEffect">
                                  <p:stCondLst>
                                    <p:cond delay="250"/>
                                  </p:stCondLst>
                                  <p:childTnLst>
                                    <p:set>
                                      <p:cBhvr>
                                        <p:cTn id="51" dur="1" fill="hold">
                                          <p:stCondLst>
                                            <p:cond delay="0"/>
                                          </p:stCondLst>
                                        </p:cTn>
                                        <p:tgtEl>
                                          <p:spTgt spid="113"/>
                                        </p:tgtEl>
                                        <p:attrNameLst>
                                          <p:attrName>style.visibility</p:attrName>
                                        </p:attrNameLst>
                                      </p:cBhvr>
                                      <p:to>
                                        <p:strVal val="visible"/>
                                      </p:to>
                                    </p:set>
                                    <p:animEffect transition="in" filter="wipe(up)">
                                      <p:cBhvr>
                                        <p:cTn id="52" dur="250"/>
                                        <p:tgtEl>
                                          <p:spTgt spid="113"/>
                                        </p:tgtEl>
                                      </p:cBhvr>
                                    </p:animEffect>
                                  </p:childTnLst>
                                </p:cTn>
                              </p:par>
                            </p:childTnLst>
                          </p:cTn>
                        </p:par>
                        <p:par>
                          <p:cTn id="53" fill="hold">
                            <p:stCondLst>
                              <p:cond delay="2500"/>
                            </p:stCondLst>
                            <p:childTnLst>
                              <p:par>
                                <p:cTn id="54" presetID="16" presetClass="entr" presetSubtype="21" fill="hold" nodeType="after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barn(inVertical)">
                                      <p:cBhvr>
                                        <p:cTn id="56" dur="250"/>
                                        <p:tgtEl>
                                          <p:spTgt spid="22"/>
                                        </p:tgtEl>
                                      </p:cBhvr>
                                    </p:animEffect>
                                  </p:childTnLst>
                                </p:cTn>
                              </p:par>
                              <p:par>
                                <p:cTn id="57" presetID="16" presetClass="entr" presetSubtype="21" fill="hold" nodeType="withEffect">
                                  <p:stCondLst>
                                    <p:cond delay="0"/>
                                  </p:stCondLst>
                                  <p:childTnLst>
                                    <p:set>
                                      <p:cBhvr>
                                        <p:cTn id="58" dur="1" fill="hold">
                                          <p:stCondLst>
                                            <p:cond delay="0"/>
                                          </p:stCondLst>
                                        </p:cTn>
                                        <p:tgtEl>
                                          <p:spTgt spid="111"/>
                                        </p:tgtEl>
                                        <p:attrNameLst>
                                          <p:attrName>style.visibility</p:attrName>
                                        </p:attrNameLst>
                                      </p:cBhvr>
                                      <p:to>
                                        <p:strVal val="visible"/>
                                      </p:to>
                                    </p:set>
                                    <p:animEffect transition="in" filter="barn(inVertical)">
                                      <p:cBhvr>
                                        <p:cTn id="59" dur="250"/>
                                        <p:tgtEl>
                                          <p:spTgt spid="111"/>
                                        </p:tgtEl>
                                      </p:cBhvr>
                                    </p:animEffect>
                                  </p:childTnLst>
                                </p:cTn>
                              </p:par>
                            </p:childTnLst>
                          </p:cTn>
                        </p:par>
                        <p:par>
                          <p:cTn id="60" fill="hold">
                            <p:stCondLst>
                              <p:cond delay="2750"/>
                            </p:stCondLst>
                            <p:childTnLst>
                              <p:par>
                                <p:cTn id="61" presetID="22" presetClass="entr" presetSubtype="1" fill="hold" nodeType="afterEffect">
                                  <p:stCondLst>
                                    <p:cond delay="0"/>
                                  </p:stCondLst>
                                  <p:childTnLst>
                                    <p:set>
                                      <p:cBhvr>
                                        <p:cTn id="62" dur="1" fill="hold">
                                          <p:stCondLst>
                                            <p:cond delay="0"/>
                                          </p:stCondLst>
                                        </p:cTn>
                                        <p:tgtEl>
                                          <p:spTgt spid="114"/>
                                        </p:tgtEl>
                                        <p:attrNameLst>
                                          <p:attrName>style.visibility</p:attrName>
                                        </p:attrNameLst>
                                      </p:cBhvr>
                                      <p:to>
                                        <p:strVal val="visible"/>
                                      </p:to>
                                    </p:set>
                                    <p:animEffect transition="in" filter="wipe(up)">
                                      <p:cBhvr>
                                        <p:cTn id="63" dur="250"/>
                                        <p:tgtEl>
                                          <p:spTgt spid="114"/>
                                        </p:tgtEl>
                                      </p:cBhvr>
                                    </p:animEffect>
                                  </p:childTnLst>
                                </p:cTn>
                              </p:par>
                              <p:par>
                                <p:cTn id="64" presetID="22" presetClass="entr" presetSubtype="1" fill="hold" nodeType="withEffect">
                                  <p:stCondLst>
                                    <p:cond delay="0"/>
                                  </p:stCondLst>
                                  <p:childTnLst>
                                    <p:set>
                                      <p:cBhvr>
                                        <p:cTn id="65" dur="1" fill="hold">
                                          <p:stCondLst>
                                            <p:cond delay="0"/>
                                          </p:stCondLst>
                                        </p:cTn>
                                        <p:tgtEl>
                                          <p:spTgt spid="26"/>
                                        </p:tgtEl>
                                        <p:attrNameLst>
                                          <p:attrName>style.visibility</p:attrName>
                                        </p:attrNameLst>
                                      </p:cBhvr>
                                      <p:to>
                                        <p:strVal val="visible"/>
                                      </p:to>
                                    </p:set>
                                    <p:animEffect transition="in" filter="wipe(up)">
                                      <p:cBhvr>
                                        <p:cTn id="66" dur="250"/>
                                        <p:tgtEl>
                                          <p:spTgt spid="26"/>
                                        </p:tgtEl>
                                      </p:cBhvr>
                                    </p:animEffect>
                                  </p:childTnLst>
                                </p:cTn>
                              </p:par>
                            </p:childTnLst>
                          </p:cTn>
                        </p:par>
                        <p:par>
                          <p:cTn id="67" fill="hold">
                            <p:stCondLst>
                              <p:cond delay="3000"/>
                            </p:stCondLst>
                            <p:childTnLst>
                              <p:par>
                                <p:cTn id="68" presetID="10" presetClass="entr" presetSubtype="0" fill="hold" nodeType="afterEffect">
                                  <p:stCondLst>
                                    <p:cond delay="0"/>
                                  </p:stCondLst>
                                  <p:childTnLst>
                                    <p:set>
                                      <p:cBhvr>
                                        <p:cTn id="69" dur="1" fill="hold">
                                          <p:stCondLst>
                                            <p:cond delay="0"/>
                                          </p:stCondLst>
                                        </p:cTn>
                                        <p:tgtEl>
                                          <p:spTgt spid="110"/>
                                        </p:tgtEl>
                                        <p:attrNameLst>
                                          <p:attrName>style.visibility</p:attrName>
                                        </p:attrNameLst>
                                      </p:cBhvr>
                                      <p:to>
                                        <p:strVal val="visible"/>
                                      </p:to>
                                    </p:set>
                                    <p:animEffect transition="in" filter="fade">
                                      <p:cBhvr>
                                        <p:cTn id="70" dur="500"/>
                                        <p:tgtEl>
                                          <p:spTgt spid="110"/>
                                        </p:tgtEl>
                                      </p:cBhvr>
                                    </p:animEffect>
                                  </p:childTnLst>
                                </p:cTn>
                              </p:par>
                              <p:par>
                                <p:cTn id="71" presetID="10" presetClass="entr" presetSubtype="0" fill="hold" nodeType="with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fade">
                                      <p:cBhvr>
                                        <p:cTn id="73" dur="500"/>
                                        <p:tgtEl>
                                          <p:spTgt spid="21"/>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95"/>
                                        </p:tgtEl>
                                        <p:attrNameLst>
                                          <p:attrName>style.visibility</p:attrName>
                                        </p:attrNameLst>
                                      </p:cBhvr>
                                      <p:to>
                                        <p:strVal val="visible"/>
                                      </p:to>
                                    </p:set>
                                    <p:animEffect transition="in" filter="fade">
                                      <p:cBhvr>
                                        <p:cTn id="76" dur="500"/>
                                        <p:tgtEl>
                                          <p:spTgt spid="95"/>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118"/>
                                        </p:tgtEl>
                                        <p:attrNameLst>
                                          <p:attrName>style.visibility</p:attrName>
                                        </p:attrNameLst>
                                      </p:cBhvr>
                                      <p:to>
                                        <p:strVal val="visible"/>
                                      </p:to>
                                    </p:set>
                                    <p:animEffect transition="in" filter="fade">
                                      <p:cBhvr>
                                        <p:cTn id="79" dur="500"/>
                                        <p:tgtEl>
                                          <p:spTgt spid="118"/>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27"/>
                                        </p:tgtEl>
                                        <p:attrNameLst>
                                          <p:attrName>style.visibility</p:attrName>
                                        </p:attrNameLst>
                                      </p:cBhvr>
                                      <p:to>
                                        <p:strVal val="visible"/>
                                      </p:to>
                                    </p:set>
                                    <p:animEffect transition="in" filter="fade">
                                      <p:cBhvr>
                                        <p:cTn id="82" dur="500"/>
                                        <p:tgtEl>
                                          <p:spTgt spid="27"/>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104"/>
                                        </p:tgtEl>
                                        <p:attrNameLst>
                                          <p:attrName>style.visibility</p:attrName>
                                        </p:attrNameLst>
                                      </p:cBhvr>
                                      <p:to>
                                        <p:strVal val="visible"/>
                                      </p:to>
                                    </p:set>
                                    <p:animEffect transition="in" filter="fade">
                                      <p:cBhvr>
                                        <p:cTn id="85" dur="500"/>
                                        <p:tgtEl>
                                          <p:spTgt spid="104"/>
                                        </p:tgtEl>
                                      </p:cBhvr>
                                    </p:animEffect>
                                  </p:childTnLst>
                                </p:cTn>
                              </p:par>
                            </p:childTnLst>
                          </p:cTn>
                        </p:par>
                        <p:par>
                          <p:cTn id="86" fill="hold">
                            <p:stCondLst>
                              <p:cond delay="3500"/>
                            </p:stCondLst>
                            <p:childTnLst>
                              <p:par>
                                <p:cTn id="87" presetID="26" presetClass="emph" presetSubtype="0" repeatCount="2000" fill="hold" grpId="1" nodeType="afterEffect">
                                  <p:stCondLst>
                                    <p:cond delay="500"/>
                                  </p:stCondLst>
                                  <p:childTnLst>
                                    <p:animEffect transition="out" filter="fade">
                                      <p:cBhvr>
                                        <p:cTn id="88" dur="500" tmFilter="0, 0; .2, .5; .8, .5; 1, 0"/>
                                        <p:tgtEl>
                                          <p:spTgt spid="27"/>
                                        </p:tgtEl>
                                      </p:cBhvr>
                                    </p:animEffect>
                                    <p:animScale>
                                      <p:cBhvr>
                                        <p:cTn id="89" dur="250" autoRev="1" fill="hold"/>
                                        <p:tgtEl>
                                          <p:spTgt spid="27"/>
                                        </p:tgtEl>
                                      </p:cBhvr>
                                      <p:by x="105000" y="105000"/>
                                    </p:animScale>
                                  </p:childTnLst>
                                </p:cTn>
                              </p:par>
                              <p:par>
                                <p:cTn id="90" presetID="26" presetClass="emph" presetSubtype="0" repeatCount="2000" fill="hold" grpId="1" nodeType="withEffect">
                                  <p:stCondLst>
                                    <p:cond delay="500"/>
                                  </p:stCondLst>
                                  <p:childTnLst>
                                    <p:animEffect transition="out" filter="fade">
                                      <p:cBhvr>
                                        <p:cTn id="91" dur="500" tmFilter="0, 0; .2, .5; .8, .5; 1, 0"/>
                                        <p:tgtEl>
                                          <p:spTgt spid="104"/>
                                        </p:tgtEl>
                                      </p:cBhvr>
                                    </p:animEffect>
                                    <p:animScale>
                                      <p:cBhvr>
                                        <p:cTn id="92" dur="250" autoRev="1" fill="hold"/>
                                        <p:tgtEl>
                                          <p:spTgt spid="104"/>
                                        </p:tgtEl>
                                      </p:cBhvr>
                                      <p:by x="105000" y="105000"/>
                                    </p:animScale>
                                  </p:childTnLst>
                                </p:cTn>
                              </p:par>
                              <p:par>
                                <p:cTn id="93" presetID="26" presetClass="emph" presetSubtype="0" repeatCount="2000" fill="hold" nodeType="withEffect">
                                  <p:stCondLst>
                                    <p:cond delay="500"/>
                                  </p:stCondLst>
                                  <p:childTnLst>
                                    <p:animEffect transition="out" filter="fade">
                                      <p:cBhvr>
                                        <p:cTn id="94" dur="500" tmFilter="0, 0; .2, .5; .8, .5; 1, 0"/>
                                        <p:tgtEl>
                                          <p:spTgt spid="110"/>
                                        </p:tgtEl>
                                      </p:cBhvr>
                                    </p:animEffect>
                                    <p:animScale>
                                      <p:cBhvr>
                                        <p:cTn id="95" dur="250" autoRev="1" fill="hold"/>
                                        <p:tgtEl>
                                          <p:spTgt spid="110"/>
                                        </p:tgtEl>
                                      </p:cBhvr>
                                      <p:by x="105000" y="105000"/>
                                    </p:animScale>
                                  </p:childTnLst>
                                </p:cTn>
                              </p:par>
                              <p:par>
                                <p:cTn id="96" presetID="26" presetClass="emph" presetSubtype="0" repeatCount="2000" fill="hold" nodeType="withEffect">
                                  <p:stCondLst>
                                    <p:cond delay="500"/>
                                  </p:stCondLst>
                                  <p:childTnLst>
                                    <p:animEffect transition="out" filter="fade">
                                      <p:cBhvr>
                                        <p:cTn id="97" dur="500" tmFilter="0, 0; .2, .5; .8, .5; 1, 0"/>
                                        <p:tgtEl>
                                          <p:spTgt spid="21"/>
                                        </p:tgtEl>
                                      </p:cBhvr>
                                    </p:animEffect>
                                    <p:animScale>
                                      <p:cBhvr>
                                        <p:cTn id="98" dur="250" autoRev="1" fill="hold"/>
                                        <p:tgtEl>
                                          <p:spTgt spid="21"/>
                                        </p:tgtEl>
                                      </p:cBhvr>
                                      <p:by x="105000" y="105000"/>
                                    </p:animScale>
                                  </p:childTnLst>
                                </p:cTn>
                              </p:par>
                            </p:childTnLst>
                          </p:cTn>
                        </p:par>
                        <p:par>
                          <p:cTn id="99" fill="hold">
                            <p:stCondLst>
                              <p:cond delay="5000"/>
                            </p:stCondLst>
                            <p:childTnLst>
                              <p:par>
                                <p:cTn id="100" presetID="10" presetClass="entr" presetSubtype="0" fill="hold" nodeType="afterEffect">
                                  <p:stCondLst>
                                    <p:cond delay="1500"/>
                                  </p:stCondLst>
                                  <p:childTnLst>
                                    <p:set>
                                      <p:cBhvr>
                                        <p:cTn id="101" dur="1" fill="hold">
                                          <p:stCondLst>
                                            <p:cond delay="0"/>
                                          </p:stCondLst>
                                        </p:cTn>
                                        <p:tgtEl>
                                          <p:spTgt spid="28"/>
                                        </p:tgtEl>
                                        <p:attrNameLst>
                                          <p:attrName>style.visibility</p:attrName>
                                        </p:attrNameLst>
                                      </p:cBhvr>
                                      <p:to>
                                        <p:strVal val="visible"/>
                                      </p:to>
                                    </p:set>
                                    <p:animEffect transition="in" filter="fade">
                                      <p:cBhvr>
                                        <p:cTn id="102" dur="500"/>
                                        <p:tgtEl>
                                          <p:spTgt spid="28"/>
                                        </p:tgtEl>
                                      </p:cBhvr>
                                    </p:animEffect>
                                  </p:childTnLst>
                                </p:cTn>
                              </p:par>
                              <p:par>
                                <p:cTn id="103" presetID="10" presetClass="entr" presetSubtype="0" fill="hold" nodeType="withEffect">
                                  <p:stCondLst>
                                    <p:cond delay="1500"/>
                                  </p:stCondLst>
                                  <p:childTnLst>
                                    <p:set>
                                      <p:cBhvr>
                                        <p:cTn id="104" dur="1" fill="hold">
                                          <p:stCondLst>
                                            <p:cond delay="0"/>
                                          </p:stCondLst>
                                        </p:cTn>
                                        <p:tgtEl>
                                          <p:spTgt spid="139"/>
                                        </p:tgtEl>
                                        <p:attrNameLst>
                                          <p:attrName>style.visibility</p:attrName>
                                        </p:attrNameLst>
                                      </p:cBhvr>
                                      <p:to>
                                        <p:strVal val="visible"/>
                                      </p:to>
                                    </p:set>
                                    <p:animEffect transition="in" filter="fade">
                                      <p:cBhvr>
                                        <p:cTn id="105" dur="500"/>
                                        <p:tgtEl>
                                          <p:spTgt spid="139"/>
                                        </p:tgtEl>
                                      </p:cBhvr>
                                    </p:animEffect>
                                  </p:childTnLst>
                                </p:cTn>
                              </p:par>
                            </p:childTnLst>
                          </p:cTn>
                        </p:par>
                        <p:par>
                          <p:cTn id="106" fill="hold">
                            <p:stCondLst>
                              <p:cond delay="7000"/>
                            </p:stCondLst>
                            <p:childTnLst>
                              <p:par>
                                <p:cTn id="107" presetID="22" presetClass="entr" presetSubtype="2" fill="hold" nodeType="afterEffect">
                                  <p:stCondLst>
                                    <p:cond delay="0"/>
                                  </p:stCondLst>
                                  <p:childTnLst>
                                    <p:set>
                                      <p:cBhvr>
                                        <p:cTn id="108" dur="1" fill="hold">
                                          <p:stCondLst>
                                            <p:cond delay="0"/>
                                          </p:stCondLst>
                                        </p:cTn>
                                        <p:tgtEl>
                                          <p:spTgt spid="130"/>
                                        </p:tgtEl>
                                        <p:attrNameLst>
                                          <p:attrName>style.visibility</p:attrName>
                                        </p:attrNameLst>
                                      </p:cBhvr>
                                      <p:to>
                                        <p:strVal val="visible"/>
                                      </p:to>
                                    </p:set>
                                    <p:animEffect transition="in" filter="wipe(right)">
                                      <p:cBhvr>
                                        <p:cTn id="109" dur="500"/>
                                        <p:tgtEl>
                                          <p:spTgt spid="130"/>
                                        </p:tgtEl>
                                      </p:cBhvr>
                                    </p:animEffect>
                                  </p:childTnLst>
                                </p:cTn>
                              </p:par>
                              <p:par>
                                <p:cTn id="110" presetID="22" presetClass="entr" presetSubtype="8" fill="hold" nodeType="withEffect">
                                  <p:stCondLst>
                                    <p:cond delay="0"/>
                                  </p:stCondLst>
                                  <p:childTnLst>
                                    <p:set>
                                      <p:cBhvr>
                                        <p:cTn id="111" dur="1" fill="hold">
                                          <p:stCondLst>
                                            <p:cond delay="0"/>
                                          </p:stCondLst>
                                        </p:cTn>
                                        <p:tgtEl>
                                          <p:spTgt spid="30"/>
                                        </p:tgtEl>
                                        <p:attrNameLst>
                                          <p:attrName>style.visibility</p:attrName>
                                        </p:attrNameLst>
                                      </p:cBhvr>
                                      <p:to>
                                        <p:strVal val="visible"/>
                                      </p:to>
                                    </p:set>
                                    <p:animEffect transition="in" filter="wipe(left)">
                                      <p:cBhvr>
                                        <p:cTn id="112" dur="500"/>
                                        <p:tgtEl>
                                          <p:spTgt spid="30"/>
                                        </p:tgtEl>
                                      </p:cBhvr>
                                    </p:animEffect>
                                  </p:childTnLst>
                                </p:cTn>
                              </p:par>
                            </p:childTnLst>
                          </p:cTn>
                        </p:par>
                        <p:par>
                          <p:cTn id="113" fill="hold">
                            <p:stCondLst>
                              <p:cond delay="7500"/>
                            </p:stCondLst>
                            <p:childTnLst>
                              <p:par>
                                <p:cTn id="114" presetID="10" presetClass="entr" presetSubtype="0" fill="hold" grpId="0" nodeType="afterEffect">
                                  <p:stCondLst>
                                    <p:cond delay="0"/>
                                  </p:stCondLst>
                                  <p:childTnLst>
                                    <p:set>
                                      <p:cBhvr>
                                        <p:cTn id="115" dur="1" fill="hold">
                                          <p:stCondLst>
                                            <p:cond delay="0"/>
                                          </p:stCondLst>
                                        </p:cTn>
                                        <p:tgtEl>
                                          <p:spTgt spid="129"/>
                                        </p:tgtEl>
                                        <p:attrNameLst>
                                          <p:attrName>style.visibility</p:attrName>
                                        </p:attrNameLst>
                                      </p:cBhvr>
                                      <p:to>
                                        <p:strVal val="visible"/>
                                      </p:to>
                                    </p:set>
                                    <p:animEffect transition="in" filter="fade">
                                      <p:cBhvr>
                                        <p:cTn id="116" dur="500"/>
                                        <p:tgtEl>
                                          <p:spTgt spid="129"/>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9"/>
                                        </p:tgtEl>
                                        <p:attrNameLst>
                                          <p:attrName>style.visibility</p:attrName>
                                        </p:attrNameLst>
                                      </p:cBhvr>
                                      <p:to>
                                        <p:strVal val="visible"/>
                                      </p:to>
                                    </p:set>
                                    <p:animEffect transition="in" filter="fade">
                                      <p:cBhvr>
                                        <p:cTn id="119" dur="500"/>
                                        <p:tgtEl>
                                          <p:spTgt spid="9"/>
                                        </p:tgtEl>
                                      </p:cBhvr>
                                    </p:animEffect>
                                  </p:childTnLst>
                                </p:cTn>
                              </p:par>
                            </p:childTnLst>
                          </p:cTn>
                        </p:par>
                        <p:par>
                          <p:cTn id="120" fill="hold">
                            <p:stCondLst>
                              <p:cond delay="8000"/>
                            </p:stCondLst>
                            <p:childTnLst>
                              <p:par>
                                <p:cTn id="121" presetID="22" presetClass="entr" presetSubtype="8" fill="hold" grpId="0" nodeType="afterEffect">
                                  <p:stCondLst>
                                    <p:cond delay="0"/>
                                  </p:stCondLst>
                                  <p:childTnLst>
                                    <p:set>
                                      <p:cBhvr>
                                        <p:cTn id="122" dur="1" fill="hold">
                                          <p:stCondLst>
                                            <p:cond delay="0"/>
                                          </p:stCondLst>
                                        </p:cTn>
                                        <p:tgtEl>
                                          <p:spTgt spid="97"/>
                                        </p:tgtEl>
                                        <p:attrNameLst>
                                          <p:attrName>style.visibility</p:attrName>
                                        </p:attrNameLst>
                                      </p:cBhvr>
                                      <p:to>
                                        <p:strVal val="visible"/>
                                      </p:to>
                                    </p:set>
                                    <p:animEffect transition="in" filter="wipe(left)">
                                      <p:cBhvr>
                                        <p:cTn id="123" dur="1000"/>
                                        <p:tgtEl>
                                          <p:spTgt spid="97"/>
                                        </p:tgtEl>
                                      </p:cBhvr>
                                    </p:animEffect>
                                  </p:childTnLst>
                                </p:cTn>
                              </p:par>
                              <p:par>
                                <p:cTn id="124" presetID="22" presetClass="entr" presetSubtype="8" fill="hold" grpId="0" nodeType="withEffect">
                                  <p:stCondLst>
                                    <p:cond delay="0"/>
                                  </p:stCondLst>
                                  <p:childTnLst>
                                    <p:set>
                                      <p:cBhvr>
                                        <p:cTn id="125" dur="1" fill="hold">
                                          <p:stCondLst>
                                            <p:cond delay="0"/>
                                          </p:stCondLst>
                                        </p:cTn>
                                        <p:tgtEl>
                                          <p:spTgt spid="119"/>
                                        </p:tgtEl>
                                        <p:attrNameLst>
                                          <p:attrName>style.visibility</p:attrName>
                                        </p:attrNameLst>
                                      </p:cBhvr>
                                      <p:to>
                                        <p:strVal val="visible"/>
                                      </p:to>
                                    </p:set>
                                    <p:animEffect transition="in" filter="wipe(left)">
                                      <p:cBhvr>
                                        <p:cTn id="126" dur="1000"/>
                                        <p:tgtEl>
                                          <p:spTgt spid="119"/>
                                        </p:tgtEl>
                                      </p:cBhvr>
                                    </p:animEffect>
                                  </p:childTnLst>
                                </p:cTn>
                              </p:par>
                              <p:par>
                                <p:cTn id="127" presetID="26" presetClass="emph" presetSubtype="0" repeatCount="2000" fill="hold" grpId="1" nodeType="withEffect">
                                  <p:stCondLst>
                                    <p:cond delay="0"/>
                                  </p:stCondLst>
                                  <p:childTnLst>
                                    <p:animEffect transition="out" filter="fade">
                                      <p:cBhvr>
                                        <p:cTn id="128" dur="500" tmFilter="0, 0; .2, .5; .8, .5; 1, 0"/>
                                        <p:tgtEl>
                                          <p:spTgt spid="129"/>
                                        </p:tgtEl>
                                      </p:cBhvr>
                                    </p:animEffect>
                                    <p:animScale>
                                      <p:cBhvr>
                                        <p:cTn id="129" dur="250" autoRev="1" fill="hold"/>
                                        <p:tgtEl>
                                          <p:spTgt spid="129"/>
                                        </p:tgtEl>
                                      </p:cBhvr>
                                      <p:by x="105000" y="105000"/>
                                    </p:animScale>
                                  </p:childTnLst>
                                </p:cTn>
                              </p:par>
                              <p:par>
                                <p:cTn id="130" presetID="26" presetClass="emph" presetSubtype="0" repeatCount="2000" fill="hold" grpId="1" nodeType="withEffect">
                                  <p:stCondLst>
                                    <p:cond delay="0"/>
                                  </p:stCondLst>
                                  <p:childTnLst>
                                    <p:animEffect transition="out" filter="fade">
                                      <p:cBhvr>
                                        <p:cTn id="131" dur="500" tmFilter="0, 0; .2, .5; .8, .5; 1, 0"/>
                                        <p:tgtEl>
                                          <p:spTgt spid="9"/>
                                        </p:tgtEl>
                                      </p:cBhvr>
                                    </p:animEffect>
                                    <p:animScale>
                                      <p:cBhvr>
                                        <p:cTn id="132" dur="250" autoRev="1" fill="hold"/>
                                        <p:tgtEl>
                                          <p:spTgt spid="9"/>
                                        </p:tgtEl>
                                      </p:cBhvr>
                                      <p:by x="105000" y="105000"/>
                                    </p:animScale>
                                  </p:childTnLst>
                                </p:cTn>
                              </p:par>
                            </p:childTnLst>
                          </p:cTn>
                        </p:par>
                        <p:par>
                          <p:cTn id="133" fill="hold">
                            <p:stCondLst>
                              <p:cond delay="9000"/>
                            </p:stCondLst>
                            <p:childTnLst>
                              <p:par>
                                <p:cTn id="134" presetID="10" presetClass="entr" presetSubtype="0" fill="hold" grpId="0" nodeType="afterEffect">
                                  <p:stCondLst>
                                    <p:cond delay="2000"/>
                                  </p:stCondLst>
                                  <p:childTnLst>
                                    <p:set>
                                      <p:cBhvr>
                                        <p:cTn id="135" dur="1" fill="hold">
                                          <p:stCondLst>
                                            <p:cond delay="0"/>
                                          </p:stCondLst>
                                        </p:cTn>
                                        <p:tgtEl>
                                          <p:spTgt spid="10"/>
                                        </p:tgtEl>
                                        <p:attrNameLst>
                                          <p:attrName>style.visibility</p:attrName>
                                        </p:attrNameLst>
                                      </p:cBhvr>
                                      <p:to>
                                        <p:strVal val="visible"/>
                                      </p:to>
                                    </p:set>
                                    <p:animEffect transition="in" filter="fade">
                                      <p:cBhvr>
                                        <p:cTn id="136" dur="500"/>
                                        <p:tgtEl>
                                          <p:spTgt spid="10"/>
                                        </p:tgtEl>
                                      </p:cBhvr>
                                    </p:animEffect>
                                  </p:childTnLst>
                                </p:cTn>
                              </p:par>
                              <p:par>
                                <p:cTn id="137" presetID="10" presetClass="entr" presetSubtype="0" fill="hold" nodeType="withEffect">
                                  <p:stCondLst>
                                    <p:cond delay="2000"/>
                                  </p:stCondLst>
                                  <p:childTnLst>
                                    <p:set>
                                      <p:cBhvr>
                                        <p:cTn id="138" dur="1" fill="hold">
                                          <p:stCondLst>
                                            <p:cond delay="0"/>
                                          </p:stCondLst>
                                        </p:cTn>
                                        <p:tgtEl>
                                          <p:spTgt spid="11"/>
                                        </p:tgtEl>
                                        <p:attrNameLst>
                                          <p:attrName>style.visibility</p:attrName>
                                        </p:attrNameLst>
                                      </p:cBhvr>
                                      <p:to>
                                        <p:strVal val="visible"/>
                                      </p:to>
                                    </p:set>
                                    <p:animEffect transition="in" filter="fade">
                                      <p:cBhvr>
                                        <p:cTn id="139" dur="500"/>
                                        <p:tgtEl>
                                          <p:spTgt spid="11"/>
                                        </p:tgtEl>
                                      </p:cBhvr>
                                    </p:animEffect>
                                  </p:childTnLst>
                                </p:cTn>
                              </p:par>
                              <p:par>
                                <p:cTn id="140" presetID="10" presetClass="entr" presetSubtype="0" fill="hold" nodeType="withEffect">
                                  <p:stCondLst>
                                    <p:cond delay="2000"/>
                                  </p:stCondLst>
                                  <p:childTnLst>
                                    <p:set>
                                      <p:cBhvr>
                                        <p:cTn id="141" dur="1" fill="hold">
                                          <p:stCondLst>
                                            <p:cond delay="0"/>
                                          </p:stCondLst>
                                        </p:cTn>
                                        <p:tgtEl>
                                          <p:spTgt spid="90"/>
                                        </p:tgtEl>
                                        <p:attrNameLst>
                                          <p:attrName>style.visibility</p:attrName>
                                        </p:attrNameLst>
                                      </p:cBhvr>
                                      <p:to>
                                        <p:strVal val="visible"/>
                                      </p:to>
                                    </p:set>
                                    <p:animEffect transition="in" filter="fade">
                                      <p:cBhvr>
                                        <p:cTn id="142" dur="500"/>
                                        <p:tgtEl>
                                          <p:spTgt spid="90"/>
                                        </p:tgtEl>
                                      </p:cBhvr>
                                    </p:animEffect>
                                  </p:childTnLst>
                                </p:cTn>
                              </p:par>
                              <p:par>
                                <p:cTn id="143" presetID="10" presetClass="entr" presetSubtype="0" fill="hold" grpId="0" nodeType="withEffect">
                                  <p:stCondLst>
                                    <p:cond delay="2000"/>
                                  </p:stCondLst>
                                  <p:childTnLst>
                                    <p:set>
                                      <p:cBhvr>
                                        <p:cTn id="144" dur="1" fill="hold">
                                          <p:stCondLst>
                                            <p:cond delay="0"/>
                                          </p:stCondLst>
                                        </p:cTn>
                                        <p:tgtEl>
                                          <p:spTgt spid="6"/>
                                        </p:tgtEl>
                                        <p:attrNameLst>
                                          <p:attrName>style.visibility</p:attrName>
                                        </p:attrNameLst>
                                      </p:cBhvr>
                                      <p:to>
                                        <p:strVal val="visible"/>
                                      </p:to>
                                    </p:set>
                                    <p:animEffect transition="in" filter="fade">
                                      <p:cBhvr>
                                        <p:cTn id="145" dur="500"/>
                                        <p:tgtEl>
                                          <p:spTgt spid="6"/>
                                        </p:tgtEl>
                                      </p:cBhvr>
                                    </p:animEffect>
                                  </p:childTnLst>
                                </p:cTn>
                              </p:par>
                            </p:childTnLst>
                          </p:cTn>
                        </p:par>
                        <p:par>
                          <p:cTn id="146" fill="hold">
                            <p:stCondLst>
                              <p:cond delay="11500"/>
                            </p:stCondLst>
                            <p:childTnLst>
                              <p:par>
                                <p:cTn id="147" presetID="10" presetClass="entr" presetSubtype="0" fill="hold" grpId="0" nodeType="afterEffect">
                                  <p:stCondLst>
                                    <p:cond delay="0"/>
                                  </p:stCondLst>
                                  <p:childTnLst>
                                    <p:set>
                                      <p:cBhvr>
                                        <p:cTn id="148" dur="1" fill="hold">
                                          <p:stCondLst>
                                            <p:cond delay="0"/>
                                          </p:stCondLst>
                                        </p:cTn>
                                        <p:tgtEl>
                                          <p:spTgt spid="8"/>
                                        </p:tgtEl>
                                        <p:attrNameLst>
                                          <p:attrName>style.visibility</p:attrName>
                                        </p:attrNameLst>
                                      </p:cBhvr>
                                      <p:to>
                                        <p:strVal val="visible"/>
                                      </p:to>
                                    </p:set>
                                    <p:animEffect transition="in" filter="fade">
                                      <p:cBhvr>
                                        <p:cTn id="149" dur="500"/>
                                        <p:tgtEl>
                                          <p:spTgt spid="8"/>
                                        </p:tgtEl>
                                      </p:cBhvr>
                                    </p:animEffect>
                                  </p:childTnLst>
                                </p:cTn>
                              </p:par>
                              <p:par>
                                <p:cTn id="150" presetID="10" presetClass="entr" presetSubtype="0" fill="hold" grpId="0" nodeType="withEffect">
                                  <p:stCondLst>
                                    <p:cond delay="0"/>
                                  </p:stCondLst>
                                  <p:childTnLst>
                                    <p:set>
                                      <p:cBhvr>
                                        <p:cTn id="151" dur="1" fill="hold">
                                          <p:stCondLst>
                                            <p:cond delay="0"/>
                                          </p:stCondLst>
                                        </p:cTn>
                                        <p:tgtEl>
                                          <p:spTgt spid="33"/>
                                        </p:tgtEl>
                                        <p:attrNameLst>
                                          <p:attrName>style.visibility</p:attrName>
                                        </p:attrNameLst>
                                      </p:cBhvr>
                                      <p:to>
                                        <p:strVal val="visible"/>
                                      </p:to>
                                    </p:set>
                                    <p:animEffect transition="in" filter="fade">
                                      <p:cBhvr>
                                        <p:cTn id="152" dur="500"/>
                                        <p:tgtEl>
                                          <p:spTgt spid="33"/>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89"/>
                                        </p:tgtEl>
                                        <p:attrNameLst>
                                          <p:attrName>style.visibility</p:attrName>
                                        </p:attrNameLst>
                                      </p:cBhvr>
                                      <p:to>
                                        <p:strVal val="visible"/>
                                      </p:to>
                                    </p:set>
                                    <p:animEffect transition="in" filter="fade">
                                      <p:cBhvr>
                                        <p:cTn id="155" dur="500"/>
                                        <p:tgtEl>
                                          <p:spTgt spid="89"/>
                                        </p:tgtEl>
                                      </p:cBhvr>
                                    </p:animEffect>
                                  </p:childTnLst>
                                </p:cTn>
                              </p:par>
                            </p:childTnLst>
                          </p:cTn>
                        </p:par>
                        <p:par>
                          <p:cTn id="156" fill="hold">
                            <p:stCondLst>
                              <p:cond delay="12000"/>
                            </p:stCondLst>
                            <p:childTnLst>
                              <p:par>
                                <p:cTn id="157" presetID="22" presetClass="entr" presetSubtype="1" fill="hold" nodeType="afterEffect">
                                  <p:stCondLst>
                                    <p:cond delay="0"/>
                                  </p:stCondLst>
                                  <p:childTnLst>
                                    <p:set>
                                      <p:cBhvr>
                                        <p:cTn id="158" dur="1" fill="hold">
                                          <p:stCondLst>
                                            <p:cond delay="0"/>
                                          </p:stCondLst>
                                        </p:cTn>
                                        <p:tgtEl>
                                          <p:spTgt spid="103"/>
                                        </p:tgtEl>
                                        <p:attrNameLst>
                                          <p:attrName>style.visibility</p:attrName>
                                        </p:attrNameLst>
                                      </p:cBhvr>
                                      <p:to>
                                        <p:strVal val="visible"/>
                                      </p:to>
                                    </p:set>
                                    <p:animEffect transition="in" filter="wipe(up)">
                                      <p:cBhvr>
                                        <p:cTn id="159" dur="500"/>
                                        <p:tgtEl>
                                          <p:spTgt spid="103"/>
                                        </p:tgtEl>
                                      </p:cBhvr>
                                    </p:animEffect>
                                  </p:childTnLst>
                                </p:cTn>
                              </p:par>
                              <p:par>
                                <p:cTn id="160" presetID="10" presetClass="entr" presetSubtype="0" fill="hold" grpId="0" nodeType="withEffect">
                                  <p:stCondLst>
                                    <p:cond delay="0"/>
                                  </p:stCondLst>
                                  <p:childTnLst>
                                    <p:set>
                                      <p:cBhvr>
                                        <p:cTn id="161" dur="1" fill="hold">
                                          <p:stCondLst>
                                            <p:cond delay="0"/>
                                          </p:stCondLst>
                                        </p:cTn>
                                        <p:tgtEl>
                                          <p:spTgt spid="127"/>
                                        </p:tgtEl>
                                        <p:attrNameLst>
                                          <p:attrName>style.visibility</p:attrName>
                                        </p:attrNameLst>
                                      </p:cBhvr>
                                      <p:to>
                                        <p:strVal val="visible"/>
                                      </p:to>
                                    </p:set>
                                    <p:animEffect transition="in" filter="fade">
                                      <p:cBhvr>
                                        <p:cTn id="162" dur="500"/>
                                        <p:tgtEl>
                                          <p:spTgt spid="127"/>
                                        </p:tgtEl>
                                      </p:cBhvr>
                                    </p:animEffect>
                                  </p:childTnLst>
                                </p:cTn>
                              </p:par>
                            </p:childTnLst>
                          </p:cTn>
                        </p:par>
                        <p:par>
                          <p:cTn id="163" fill="hold">
                            <p:stCondLst>
                              <p:cond delay="12500"/>
                            </p:stCondLst>
                            <p:childTnLst>
                              <p:par>
                                <p:cTn id="164" presetID="22" presetClass="entr" presetSubtype="2" fill="hold" nodeType="afterEffect">
                                  <p:stCondLst>
                                    <p:cond delay="0"/>
                                  </p:stCondLst>
                                  <p:childTnLst>
                                    <p:set>
                                      <p:cBhvr>
                                        <p:cTn id="165" dur="1" fill="hold">
                                          <p:stCondLst>
                                            <p:cond delay="0"/>
                                          </p:stCondLst>
                                        </p:cTn>
                                        <p:tgtEl>
                                          <p:spTgt spid="99"/>
                                        </p:tgtEl>
                                        <p:attrNameLst>
                                          <p:attrName>style.visibility</p:attrName>
                                        </p:attrNameLst>
                                      </p:cBhvr>
                                      <p:to>
                                        <p:strVal val="visible"/>
                                      </p:to>
                                    </p:set>
                                    <p:animEffect transition="in" filter="wipe(right)">
                                      <p:cBhvr>
                                        <p:cTn id="166" dur="500"/>
                                        <p:tgtEl>
                                          <p:spTgt spid="99"/>
                                        </p:tgtEl>
                                      </p:cBhvr>
                                    </p:animEffect>
                                  </p:childTnLst>
                                </p:cTn>
                              </p:par>
                              <p:par>
                                <p:cTn id="167" presetID="22" presetClass="entr" presetSubtype="8" fill="hold" nodeType="withEffect">
                                  <p:stCondLst>
                                    <p:cond delay="0"/>
                                  </p:stCondLst>
                                  <p:childTnLst>
                                    <p:set>
                                      <p:cBhvr>
                                        <p:cTn id="168" dur="1" fill="hold">
                                          <p:stCondLst>
                                            <p:cond delay="0"/>
                                          </p:stCondLst>
                                        </p:cTn>
                                        <p:tgtEl>
                                          <p:spTgt spid="108"/>
                                        </p:tgtEl>
                                        <p:attrNameLst>
                                          <p:attrName>style.visibility</p:attrName>
                                        </p:attrNameLst>
                                      </p:cBhvr>
                                      <p:to>
                                        <p:strVal val="visible"/>
                                      </p:to>
                                    </p:set>
                                    <p:animEffect transition="in" filter="wipe(left)">
                                      <p:cBhvr>
                                        <p:cTn id="169" dur="500"/>
                                        <p:tgtEl>
                                          <p:spTgt spid="108"/>
                                        </p:tgtEl>
                                      </p:cBhvr>
                                    </p:animEffect>
                                  </p:childTnLst>
                                </p:cTn>
                              </p:par>
                            </p:childTnLst>
                          </p:cTn>
                        </p:par>
                        <p:par>
                          <p:cTn id="170" fill="hold">
                            <p:stCondLst>
                              <p:cond delay="13000"/>
                            </p:stCondLst>
                            <p:childTnLst>
                              <p:par>
                                <p:cTn id="171" presetID="26" presetClass="emph" presetSubtype="0" fill="hold" grpId="1" nodeType="afterEffect">
                                  <p:stCondLst>
                                    <p:cond delay="500"/>
                                  </p:stCondLst>
                                  <p:childTnLst>
                                    <p:animEffect transition="out" filter="fade">
                                      <p:cBhvr>
                                        <p:cTn id="172" dur="500" tmFilter="0, 0; .2, .5; .8, .5; 1, 0"/>
                                        <p:tgtEl>
                                          <p:spTgt spid="127"/>
                                        </p:tgtEl>
                                      </p:cBhvr>
                                    </p:animEffect>
                                    <p:animScale>
                                      <p:cBhvr>
                                        <p:cTn id="173" dur="250" autoRev="1" fill="hold"/>
                                        <p:tgtEl>
                                          <p:spTgt spid="127"/>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 grpId="1"/>
      <p:bldP spid="18" grpId="0" animBg="1"/>
      <p:bldP spid="20" grpId="0"/>
      <p:bldP spid="27" grpId="0"/>
      <p:bldP spid="27" grpId="1"/>
      <p:bldP spid="95" grpId="0" animBg="1"/>
      <p:bldP spid="97" grpId="0" animBg="1"/>
      <p:bldP spid="93" grpId="0"/>
      <p:bldP spid="104" grpId="0"/>
      <p:bldP spid="104" grpId="1"/>
      <p:bldP spid="106" grpId="0" animBg="1"/>
      <p:bldP spid="118" grpId="0" animBg="1"/>
      <p:bldP spid="119" grpId="0" animBg="1"/>
      <p:bldP spid="6" grpId="0" animBg="1"/>
      <p:bldP spid="8" grpId="0"/>
      <p:bldP spid="10" grpId="0"/>
      <p:bldP spid="33" grpId="0"/>
      <p:bldP spid="89" grpId="0"/>
      <p:bldP spid="127" grpId="0" animBg="1"/>
      <p:bldP spid="127" grpId="1" animBg="1"/>
      <p:bldP spid="129" grpId="0"/>
      <p:bldP spid="129" grpId="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490CFF-25AD-1393-1A8C-3EA9478DF4E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73FC9DA-4DD7-3659-DC3D-DBE559C82637}"/>
              </a:ext>
            </a:extLst>
          </p:cNvPr>
          <p:cNvSpPr>
            <a:spLocks noGrp="1"/>
          </p:cNvSpPr>
          <p:nvPr>
            <p:ph type="title"/>
          </p:nvPr>
        </p:nvSpPr>
        <p:spPr/>
        <p:txBody>
          <a:bodyPr/>
          <a:lstStyle/>
          <a:p>
            <a:r>
              <a:rPr lang="en-US" dirty="0"/>
              <a:t>Accelerated Modern</a:t>
            </a:r>
            <a:br>
              <a:rPr lang="en-US" dirty="0"/>
            </a:br>
            <a:r>
              <a:rPr lang="en-US" dirty="0"/>
              <a:t>Application Development</a:t>
            </a:r>
          </a:p>
        </p:txBody>
      </p:sp>
      <p:sp>
        <p:nvSpPr>
          <p:cNvPr id="3" name="Subtitle 2">
            <a:extLst>
              <a:ext uri="{FF2B5EF4-FFF2-40B4-BE49-F238E27FC236}">
                <a16:creationId xmlns:a16="http://schemas.microsoft.com/office/drawing/2014/main" id="{066F58F1-76A8-87E5-BD1A-653230CE71E5}"/>
              </a:ext>
            </a:extLst>
          </p:cNvPr>
          <p:cNvSpPr>
            <a:spLocks noGrp="1"/>
          </p:cNvSpPr>
          <p:nvPr>
            <p:ph type="subTitle" idx="10"/>
          </p:nvPr>
        </p:nvSpPr>
        <p:spPr/>
        <p:txBody>
          <a:bodyPr/>
          <a:lstStyle/>
          <a:p>
            <a:r>
              <a:rPr lang="en-US" dirty="0"/>
              <a:t>Delivering new capabilities and outcomes</a:t>
            </a:r>
          </a:p>
        </p:txBody>
      </p:sp>
    </p:spTree>
    <p:extLst>
      <p:ext uri="{BB962C8B-B14F-4D97-AF65-F5344CB8AC3E}">
        <p14:creationId xmlns:p14="http://schemas.microsoft.com/office/powerpoint/2010/main" val="28124794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AAB345-EDB7-7754-1F5D-1FBCE5A1ED7D}"/>
            </a:ext>
          </a:extLst>
        </p:cNvPr>
        <p:cNvGrpSpPr/>
        <p:nvPr/>
      </p:nvGrpSpPr>
      <p:grpSpPr>
        <a:xfrm>
          <a:off x="0" y="0"/>
          <a:ext cx="0" cy="0"/>
          <a:chOff x="0" y="0"/>
          <a:chExt cx="0" cy="0"/>
        </a:xfrm>
      </p:grpSpPr>
      <p:grpSp>
        <p:nvGrpSpPr>
          <p:cNvPr id="445" name="Group 444">
            <a:extLst>
              <a:ext uri="{FF2B5EF4-FFF2-40B4-BE49-F238E27FC236}">
                <a16:creationId xmlns:a16="http://schemas.microsoft.com/office/drawing/2014/main" id="{A25792A6-6E1E-7595-D963-9BA96C449CDB}"/>
              </a:ext>
            </a:extLst>
          </p:cNvPr>
          <p:cNvGrpSpPr/>
          <p:nvPr/>
        </p:nvGrpSpPr>
        <p:grpSpPr>
          <a:xfrm>
            <a:off x="2471495" y="4952800"/>
            <a:ext cx="5018540" cy="883205"/>
            <a:chOff x="2471495" y="4952800"/>
            <a:chExt cx="5018540" cy="883205"/>
          </a:xfrm>
        </p:grpSpPr>
        <p:sp>
          <p:nvSpPr>
            <p:cNvPr id="15" name="Rectangle 14">
              <a:extLst>
                <a:ext uri="{FF2B5EF4-FFF2-40B4-BE49-F238E27FC236}">
                  <a16:creationId xmlns:a16="http://schemas.microsoft.com/office/drawing/2014/main" id="{8ECFAFFB-94C5-49EB-0905-C936E9239BD4}"/>
                </a:ext>
              </a:extLst>
            </p:cNvPr>
            <p:cNvSpPr>
              <a:spLocks/>
            </p:cNvSpPr>
            <p:nvPr/>
          </p:nvSpPr>
          <p:spPr>
            <a:xfrm>
              <a:off x="2471495" y="4952800"/>
              <a:ext cx="5018540" cy="883205"/>
            </a:xfrm>
            <a:prstGeom prst="rect">
              <a:avLst/>
            </a:prstGeom>
            <a:solidFill>
              <a:schemeClr val="bg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86" name="Rectangle 85">
              <a:extLst>
                <a:ext uri="{FF2B5EF4-FFF2-40B4-BE49-F238E27FC236}">
                  <a16:creationId xmlns:a16="http://schemas.microsoft.com/office/drawing/2014/main" id="{13356E0D-3391-F25E-7D2D-CFDC1C1A3729}"/>
                </a:ext>
              </a:extLst>
            </p:cNvPr>
            <p:cNvSpPr/>
            <p:nvPr/>
          </p:nvSpPr>
          <p:spPr bwMode="gray">
            <a:xfrm>
              <a:off x="2550632" y="5016506"/>
              <a:ext cx="4860266" cy="755793"/>
            </a:xfrm>
            <a:prstGeom prst="rect">
              <a:avLst/>
            </a:prstGeom>
            <a:solidFill>
              <a:schemeClr val="bg1"/>
            </a:solidFill>
            <a:ln w="9525">
              <a:solidFill>
                <a:schemeClr val="accent4"/>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88" name="TextBox 87">
              <a:extLst>
                <a:ext uri="{FF2B5EF4-FFF2-40B4-BE49-F238E27FC236}">
                  <a16:creationId xmlns:a16="http://schemas.microsoft.com/office/drawing/2014/main" id="{04F7C6FD-E838-E31E-1143-216BC24271CF}"/>
                </a:ext>
              </a:extLst>
            </p:cNvPr>
            <p:cNvSpPr txBox="1"/>
            <p:nvPr/>
          </p:nvSpPr>
          <p:spPr>
            <a:xfrm>
              <a:off x="4081846" y="5105916"/>
              <a:ext cx="1797838" cy="184666"/>
            </a:xfrm>
            <a:prstGeom prst="rect">
              <a:avLst/>
            </a:prstGeom>
            <a:noFill/>
          </p:spPr>
          <p:txBody>
            <a:bodyPr wrap="square" lIns="0" tIns="0" rIns="0" bIns="0" rtlCol="0">
              <a:spAutoFit/>
            </a:bodyPr>
            <a:lstStyle/>
            <a:p>
              <a:pPr algn="ctr"/>
              <a:r>
                <a:rPr lang="en-US" sz="1200" dirty="0">
                  <a:solidFill>
                    <a:schemeClr val="accent4"/>
                  </a:solidFill>
                </a:rPr>
                <a:t>Supervisor-enabled VCF</a:t>
              </a:r>
            </a:p>
          </p:txBody>
        </p:sp>
        <p:grpSp>
          <p:nvGrpSpPr>
            <p:cNvPr id="89" name="Group 88">
              <a:extLst>
                <a:ext uri="{FF2B5EF4-FFF2-40B4-BE49-F238E27FC236}">
                  <a16:creationId xmlns:a16="http://schemas.microsoft.com/office/drawing/2014/main" id="{0E3793F5-8DBC-6873-81DD-0683D2360BBC}"/>
                </a:ext>
              </a:extLst>
            </p:cNvPr>
            <p:cNvGrpSpPr/>
            <p:nvPr/>
          </p:nvGrpSpPr>
          <p:grpSpPr>
            <a:xfrm>
              <a:off x="6518588" y="5059410"/>
              <a:ext cx="810671" cy="246900"/>
              <a:chOff x="6852727" y="6286952"/>
              <a:chExt cx="810671" cy="246900"/>
            </a:xfrm>
          </p:grpSpPr>
          <p:sp>
            <p:nvSpPr>
              <p:cNvPr id="235" name="Google Shape;4368;g340a3569d01_0_0">
                <a:extLst>
                  <a:ext uri="{FF2B5EF4-FFF2-40B4-BE49-F238E27FC236}">
                    <a16:creationId xmlns:a16="http://schemas.microsoft.com/office/drawing/2014/main" id="{81636D86-828B-DD6E-10D7-71A3B91CA51C}"/>
                  </a:ext>
                </a:extLst>
              </p:cNvPr>
              <p:cNvSpPr/>
              <p:nvPr/>
            </p:nvSpPr>
            <p:spPr>
              <a:xfrm>
                <a:off x="6852727" y="6286952"/>
                <a:ext cx="243000" cy="246900"/>
              </a:xfrm>
              <a:prstGeom prst="ellipse">
                <a:avLst/>
              </a:prstGeom>
              <a:solidFill>
                <a:srgbClr val="FFFFFF"/>
              </a:solidFill>
              <a:ln w="6350"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grpSp>
            <p:nvGrpSpPr>
              <p:cNvPr id="236" name="Google Shape;4369;g340a3569d01_0_0">
                <a:extLst>
                  <a:ext uri="{FF2B5EF4-FFF2-40B4-BE49-F238E27FC236}">
                    <a16:creationId xmlns:a16="http://schemas.microsoft.com/office/drawing/2014/main" id="{B28CE500-CA9A-C73B-334A-47EF708C8A1D}"/>
                  </a:ext>
                </a:extLst>
              </p:cNvPr>
              <p:cNvGrpSpPr/>
              <p:nvPr/>
            </p:nvGrpSpPr>
            <p:grpSpPr>
              <a:xfrm>
                <a:off x="6905945" y="6341059"/>
                <a:ext cx="136032" cy="138246"/>
                <a:chOff x="979296" y="1541155"/>
                <a:chExt cx="1054510" cy="1054510"/>
              </a:xfrm>
              <a:solidFill>
                <a:schemeClr val="accent4"/>
              </a:solidFill>
            </p:grpSpPr>
            <p:sp>
              <p:nvSpPr>
                <p:cNvPr id="300" name="Google Shape;4370;g340a3569d01_0_0">
                  <a:extLst>
                    <a:ext uri="{FF2B5EF4-FFF2-40B4-BE49-F238E27FC236}">
                      <a16:creationId xmlns:a16="http://schemas.microsoft.com/office/drawing/2014/main" id="{D59FB2B8-B251-33EB-0EC9-9E3E8F83795B}"/>
                    </a:ext>
                  </a:extLst>
                </p:cNvPr>
                <p:cNvSpPr/>
                <p:nvPr/>
              </p:nvSpPr>
              <p:spPr>
                <a:xfrm>
                  <a:off x="979296" y="1541155"/>
                  <a:ext cx="1054510" cy="1054510"/>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grpFill/>
                <a:ln>
                  <a:noFill/>
                </a:ln>
              </p:spPr>
              <p:txBody>
                <a:bodyPr spcFirstLastPara="1" wrap="square" lIns="87700" tIns="43850" rIns="87700" bIns="43850" anchor="ctr" anchorCtr="0">
                  <a:noAutofit/>
                </a:bodyPr>
                <a:lstStyle/>
                <a:p>
                  <a:pPr marL="0" marR="0" lvl="0" indent="0" algn="l" rtl="0">
                    <a:lnSpc>
                      <a:spcPct val="100000"/>
                    </a:lnSpc>
                    <a:spcBef>
                      <a:spcPts val="0"/>
                    </a:spcBef>
                    <a:spcAft>
                      <a:spcPts val="0"/>
                    </a:spcAft>
                    <a:buClr>
                      <a:srgbClr val="000000"/>
                    </a:buClr>
                    <a:buSzPts val="1050"/>
                    <a:buFont typeface="Arial"/>
                    <a:buNone/>
                  </a:pPr>
                  <a:endParaRPr sz="1050" b="0" i="0" u="none" strike="noStrike" cap="none">
                    <a:solidFill>
                      <a:srgbClr val="717074"/>
                    </a:solidFill>
                    <a:latin typeface="Arial"/>
                    <a:ea typeface="Arial"/>
                    <a:cs typeface="Arial"/>
                    <a:sym typeface="Arial"/>
                  </a:endParaRPr>
                </a:p>
              </p:txBody>
            </p:sp>
            <p:grpSp>
              <p:nvGrpSpPr>
                <p:cNvPr id="301" name="Google Shape;4371;g340a3569d01_0_0">
                  <a:extLst>
                    <a:ext uri="{FF2B5EF4-FFF2-40B4-BE49-F238E27FC236}">
                      <a16:creationId xmlns:a16="http://schemas.microsoft.com/office/drawing/2014/main" id="{DE65085B-E14D-6FCE-DB95-FA8639AED770}"/>
                    </a:ext>
                  </a:extLst>
                </p:cNvPr>
                <p:cNvGrpSpPr/>
                <p:nvPr/>
              </p:nvGrpSpPr>
              <p:grpSpPr>
                <a:xfrm>
                  <a:off x="1296246" y="2002748"/>
                  <a:ext cx="390297" cy="146863"/>
                  <a:chOff x="1296246" y="2002748"/>
                  <a:chExt cx="390297" cy="146863"/>
                </a:xfrm>
                <a:grpFill/>
              </p:grpSpPr>
              <p:sp>
                <p:nvSpPr>
                  <p:cNvPr id="302" name="Google Shape;4372;g340a3569d01_0_0">
                    <a:extLst>
                      <a:ext uri="{FF2B5EF4-FFF2-40B4-BE49-F238E27FC236}">
                        <a16:creationId xmlns:a16="http://schemas.microsoft.com/office/drawing/2014/main" id="{077D9BF3-2A2D-2F6C-DECD-BC38782EE422}"/>
                      </a:ext>
                    </a:extLst>
                  </p:cNvPr>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grpFill/>
                  <a:ln>
                    <a:noFill/>
                  </a:ln>
                </p:spPr>
                <p:txBody>
                  <a:bodyPr spcFirstLastPara="1" wrap="square" lIns="87700" tIns="43850" rIns="87700" bIns="43850" anchor="ctr" anchorCtr="0">
                    <a:noAutofit/>
                  </a:bodyPr>
                  <a:lstStyle/>
                  <a:p>
                    <a:pPr marL="0" marR="0" lvl="0" indent="0" algn="l" rtl="0">
                      <a:lnSpc>
                        <a:spcPct val="100000"/>
                      </a:lnSpc>
                      <a:spcBef>
                        <a:spcPts val="0"/>
                      </a:spcBef>
                      <a:spcAft>
                        <a:spcPts val="0"/>
                      </a:spcAft>
                      <a:buClr>
                        <a:srgbClr val="000000"/>
                      </a:buClr>
                      <a:buSzPts val="1050"/>
                      <a:buFont typeface="Arial"/>
                      <a:buNone/>
                    </a:pPr>
                    <a:endParaRPr sz="1050" b="0" i="0" u="none" strike="noStrike" cap="none">
                      <a:solidFill>
                        <a:srgbClr val="717074"/>
                      </a:solidFill>
                      <a:latin typeface="Arial"/>
                      <a:ea typeface="Arial"/>
                      <a:cs typeface="Arial"/>
                      <a:sym typeface="Arial"/>
                    </a:endParaRPr>
                  </a:p>
                </p:txBody>
              </p:sp>
              <p:sp>
                <p:nvSpPr>
                  <p:cNvPr id="303" name="Google Shape;4373;g340a3569d01_0_0">
                    <a:extLst>
                      <a:ext uri="{FF2B5EF4-FFF2-40B4-BE49-F238E27FC236}">
                        <a16:creationId xmlns:a16="http://schemas.microsoft.com/office/drawing/2014/main" id="{63AED607-9E50-98AD-2890-768E08351CA3}"/>
                      </a:ext>
                    </a:extLst>
                  </p:cNvPr>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grpFill/>
                  <a:ln>
                    <a:noFill/>
                  </a:ln>
                </p:spPr>
                <p:txBody>
                  <a:bodyPr spcFirstLastPara="1" wrap="square" lIns="87700" tIns="43850" rIns="87700" bIns="43850" anchor="ctr" anchorCtr="0">
                    <a:noAutofit/>
                  </a:bodyPr>
                  <a:lstStyle/>
                  <a:p>
                    <a:pPr marL="0" marR="0" lvl="0" indent="0" algn="l" rtl="0">
                      <a:lnSpc>
                        <a:spcPct val="100000"/>
                      </a:lnSpc>
                      <a:spcBef>
                        <a:spcPts val="0"/>
                      </a:spcBef>
                      <a:spcAft>
                        <a:spcPts val="0"/>
                      </a:spcAft>
                      <a:buClr>
                        <a:srgbClr val="000000"/>
                      </a:buClr>
                      <a:buSzPts val="1050"/>
                      <a:buFont typeface="Arial"/>
                      <a:buNone/>
                    </a:pPr>
                    <a:endParaRPr sz="1050" b="0" i="0" u="none" strike="noStrike" cap="none">
                      <a:solidFill>
                        <a:srgbClr val="717074"/>
                      </a:solidFill>
                      <a:latin typeface="Arial"/>
                      <a:ea typeface="Arial"/>
                      <a:cs typeface="Arial"/>
                      <a:sym typeface="Arial"/>
                    </a:endParaRPr>
                  </a:p>
                </p:txBody>
              </p:sp>
            </p:grpSp>
          </p:grpSp>
          <p:sp>
            <p:nvSpPr>
              <p:cNvPr id="277" name="Google Shape;4374;g340a3569d01_0_0">
                <a:extLst>
                  <a:ext uri="{FF2B5EF4-FFF2-40B4-BE49-F238E27FC236}">
                    <a16:creationId xmlns:a16="http://schemas.microsoft.com/office/drawing/2014/main" id="{D89C3D62-4E06-0454-9F15-B889A16DF3FF}"/>
                  </a:ext>
                </a:extLst>
              </p:cNvPr>
              <p:cNvSpPr/>
              <p:nvPr/>
            </p:nvSpPr>
            <p:spPr>
              <a:xfrm>
                <a:off x="7136562" y="6286952"/>
                <a:ext cx="243000" cy="246900"/>
              </a:xfrm>
              <a:prstGeom prst="ellipse">
                <a:avLst/>
              </a:prstGeom>
              <a:solidFill>
                <a:srgbClr val="FFFFFF"/>
              </a:solidFill>
              <a:ln w="6350"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grpSp>
            <p:nvGrpSpPr>
              <p:cNvPr id="279" name="Google Shape;4375;g340a3569d01_0_0">
                <a:extLst>
                  <a:ext uri="{FF2B5EF4-FFF2-40B4-BE49-F238E27FC236}">
                    <a16:creationId xmlns:a16="http://schemas.microsoft.com/office/drawing/2014/main" id="{4C7A6CB5-C9FE-DDBA-ABC4-50D59036017F}"/>
                  </a:ext>
                </a:extLst>
              </p:cNvPr>
              <p:cNvGrpSpPr/>
              <p:nvPr/>
            </p:nvGrpSpPr>
            <p:grpSpPr>
              <a:xfrm>
                <a:off x="7189780" y="6341059"/>
                <a:ext cx="136032" cy="138246"/>
                <a:chOff x="979296" y="1541155"/>
                <a:chExt cx="1054510" cy="1054510"/>
              </a:xfrm>
              <a:solidFill>
                <a:schemeClr val="accent4"/>
              </a:solidFill>
            </p:grpSpPr>
            <p:sp>
              <p:nvSpPr>
                <p:cNvPr id="296" name="Google Shape;4376;g340a3569d01_0_0">
                  <a:extLst>
                    <a:ext uri="{FF2B5EF4-FFF2-40B4-BE49-F238E27FC236}">
                      <a16:creationId xmlns:a16="http://schemas.microsoft.com/office/drawing/2014/main" id="{83FCF6E7-928C-F440-B321-20F8A1A1DCB5}"/>
                    </a:ext>
                  </a:extLst>
                </p:cNvPr>
                <p:cNvSpPr/>
                <p:nvPr/>
              </p:nvSpPr>
              <p:spPr>
                <a:xfrm>
                  <a:off x="979296" y="1541155"/>
                  <a:ext cx="1054510" cy="1054510"/>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grpFill/>
                <a:ln>
                  <a:noFill/>
                </a:ln>
              </p:spPr>
              <p:txBody>
                <a:bodyPr spcFirstLastPara="1" wrap="square" lIns="87700" tIns="43850" rIns="87700" bIns="43850" anchor="ctr" anchorCtr="0">
                  <a:noAutofit/>
                </a:bodyPr>
                <a:lstStyle/>
                <a:p>
                  <a:pPr marL="0" marR="0" lvl="0" indent="0" algn="l" rtl="0">
                    <a:lnSpc>
                      <a:spcPct val="100000"/>
                    </a:lnSpc>
                    <a:spcBef>
                      <a:spcPts val="0"/>
                    </a:spcBef>
                    <a:spcAft>
                      <a:spcPts val="0"/>
                    </a:spcAft>
                    <a:buClr>
                      <a:srgbClr val="000000"/>
                    </a:buClr>
                    <a:buSzPts val="1050"/>
                    <a:buFont typeface="Arial"/>
                    <a:buNone/>
                  </a:pPr>
                  <a:endParaRPr sz="1050" b="0" i="0" u="none" strike="noStrike" cap="none">
                    <a:solidFill>
                      <a:srgbClr val="717074"/>
                    </a:solidFill>
                    <a:latin typeface="Arial"/>
                    <a:ea typeface="Arial"/>
                    <a:cs typeface="Arial"/>
                    <a:sym typeface="Arial"/>
                  </a:endParaRPr>
                </a:p>
              </p:txBody>
            </p:sp>
            <p:grpSp>
              <p:nvGrpSpPr>
                <p:cNvPr id="297" name="Google Shape;4377;g340a3569d01_0_0">
                  <a:extLst>
                    <a:ext uri="{FF2B5EF4-FFF2-40B4-BE49-F238E27FC236}">
                      <a16:creationId xmlns:a16="http://schemas.microsoft.com/office/drawing/2014/main" id="{21B7B9C5-FFFF-FA43-92D6-F1BAC829B6D0}"/>
                    </a:ext>
                  </a:extLst>
                </p:cNvPr>
                <p:cNvGrpSpPr/>
                <p:nvPr/>
              </p:nvGrpSpPr>
              <p:grpSpPr>
                <a:xfrm>
                  <a:off x="1296246" y="2002748"/>
                  <a:ext cx="390297" cy="146863"/>
                  <a:chOff x="1296246" y="2002748"/>
                  <a:chExt cx="390297" cy="146863"/>
                </a:xfrm>
                <a:grpFill/>
              </p:grpSpPr>
              <p:sp>
                <p:nvSpPr>
                  <p:cNvPr id="298" name="Google Shape;4378;g340a3569d01_0_0">
                    <a:extLst>
                      <a:ext uri="{FF2B5EF4-FFF2-40B4-BE49-F238E27FC236}">
                        <a16:creationId xmlns:a16="http://schemas.microsoft.com/office/drawing/2014/main" id="{C963D812-A175-8198-18A7-E6E9C3010C2B}"/>
                      </a:ext>
                    </a:extLst>
                  </p:cNvPr>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grpFill/>
                  <a:ln>
                    <a:noFill/>
                  </a:ln>
                </p:spPr>
                <p:txBody>
                  <a:bodyPr spcFirstLastPara="1" wrap="square" lIns="87700" tIns="43850" rIns="87700" bIns="43850" anchor="ctr" anchorCtr="0">
                    <a:noAutofit/>
                  </a:bodyPr>
                  <a:lstStyle/>
                  <a:p>
                    <a:pPr marL="0" marR="0" lvl="0" indent="0" algn="l" rtl="0">
                      <a:lnSpc>
                        <a:spcPct val="100000"/>
                      </a:lnSpc>
                      <a:spcBef>
                        <a:spcPts val="0"/>
                      </a:spcBef>
                      <a:spcAft>
                        <a:spcPts val="0"/>
                      </a:spcAft>
                      <a:buClr>
                        <a:srgbClr val="000000"/>
                      </a:buClr>
                      <a:buSzPts val="1050"/>
                      <a:buFont typeface="Arial"/>
                      <a:buNone/>
                    </a:pPr>
                    <a:endParaRPr sz="1050" b="0" i="0" u="none" strike="noStrike" cap="none">
                      <a:solidFill>
                        <a:srgbClr val="717074"/>
                      </a:solidFill>
                      <a:latin typeface="Arial"/>
                      <a:ea typeface="Arial"/>
                      <a:cs typeface="Arial"/>
                      <a:sym typeface="Arial"/>
                    </a:endParaRPr>
                  </a:p>
                </p:txBody>
              </p:sp>
              <p:sp>
                <p:nvSpPr>
                  <p:cNvPr id="299" name="Google Shape;4379;g340a3569d01_0_0">
                    <a:extLst>
                      <a:ext uri="{FF2B5EF4-FFF2-40B4-BE49-F238E27FC236}">
                        <a16:creationId xmlns:a16="http://schemas.microsoft.com/office/drawing/2014/main" id="{52065FB4-5C13-00DB-97E8-6C40A27919BA}"/>
                      </a:ext>
                    </a:extLst>
                  </p:cNvPr>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grpFill/>
                  <a:ln>
                    <a:noFill/>
                  </a:ln>
                </p:spPr>
                <p:txBody>
                  <a:bodyPr spcFirstLastPara="1" wrap="square" lIns="87700" tIns="43850" rIns="87700" bIns="43850" anchor="ctr" anchorCtr="0">
                    <a:noAutofit/>
                  </a:bodyPr>
                  <a:lstStyle/>
                  <a:p>
                    <a:pPr marL="0" marR="0" lvl="0" indent="0" algn="l" rtl="0">
                      <a:lnSpc>
                        <a:spcPct val="100000"/>
                      </a:lnSpc>
                      <a:spcBef>
                        <a:spcPts val="0"/>
                      </a:spcBef>
                      <a:spcAft>
                        <a:spcPts val="0"/>
                      </a:spcAft>
                      <a:buClr>
                        <a:srgbClr val="000000"/>
                      </a:buClr>
                      <a:buSzPts val="1050"/>
                      <a:buFont typeface="Arial"/>
                      <a:buNone/>
                    </a:pPr>
                    <a:endParaRPr sz="1050" b="0" i="0" u="none" strike="noStrike" cap="none">
                      <a:solidFill>
                        <a:srgbClr val="717074"/>
                      </a:solidFill>
                      <a:latin typeface="Arial"/>
                      <a:ea typeface="Arial"/>
                      <a:cs typeface="Arial"/>
                      <a:sym typeface="Arial"/>
                    </a:endParaRPr>
                  </a:p>
                </p:txBody>
              </p:sp>
            </p:grpSp>
          </p:grpSp>
          <p:sp>
            <p:nvSpPr>
              <p:cNvPr id="280" name="Google Shape;4380;g340a3569d01_0_0">
                <a:extLst>
                  <a:ext uri="{FF2B5EF4-FFF2-40B4-BE49-F238E27FC236}">
                    <a16:creationId xmlns:a16="http://schemas.microsoft.com/office/drawing/2014/main" id="{A55410DE-BE40-AF94-70EA-4481E2AF7F9B}"/>
                  </a:ext>
                </a:extLst>
              </p:cNvPr>
              <p:cNvSpPr/>
              <p:nvPr/>
            </p:nvSpPr>
            <p:spPr>
              <a:xfrm>
                <a:off x="7420398" y="6286952"/>
                <a:ext cx="243000" cy="246900"/>
              </a:xfrm>
              <a:prstGeom prst="ellipse">
                <a:avLst/>
              </a:prstGeom>
              <a:solidFill>
                <a:srgbClr val="FFFFFF"/>
              </a:solidFill>
              <a:ln w="6350"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grpSp>
            <p:nvGrpSpPr>
              <p:cNvPr id="281" name="Google Shape;4381;g340a3569d01_0_0">
                <a:extLst>
                  <a:ext uri="{FF2B5EF4-FFF2-40B4-BE49-F238E27FC236}">
                    <a16:creationId xmlns:a16="http://schemas.microsoft.com/office/drawing/2014/main" id="{20FBB4D8-E5B4-3AC3-36E4-62928325C891}"/>
                  </a:ext>
                </a:extLst>
              </p:cNvPr>
              <p:cNvGrpSpPr/>
              <p:nvPr/>
            </p:nvGrpSpPr>
            <p:grpSpPr>
              <a:xfrm>
                <a:off x="7473616" y="6341059"/>
                <a:ext cx="136032" cy="138246"/>
                <a:chOff x="979296" y="1541155"/>
                <a:chExt cx="1054510" cy="1054510"/>
              </a:xfrm>
              <a:solidFill>
                <a:schemeClr val="accent4"/>
              </a:solidFill>
            </p:grpSpPr>
            <p:sp>
              <p:nvSpPr>
                <p:cNvPr id="283" name="Google Shape;4382;g340a3569d01_0_0">
                  <a:extLst>
                    <a:ext uri="{FF2B5EF4-FFF2-40B4-BE49-F238E27FC236}">
                      <a16:creationId xmlns:a16="http://schemas.microsoft.com/office/drawing/2014/main" id="{2812D1D3-7560-048F-37BE-C0DBA725971A}"/>
                    </a:ext>
                  </a:extLst>
                </p:cNvPr>
                <p:cNvSpPr/>
                <p:nvPr/>
              </p:nvSpPr>
              <p:spPr>
                <a:xfrm>
                  <a:off x="979296" y="1541155"/>
                  <a:ext cx="1054510" cy="1054510"/>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grpFill/>
                <a:ln>
                  <a:noFill/>
                </a:ln>
              </p:spPr>
              <p:txBody>
                <a:bodyPr spcFirstLastPara="1" wrap="square" lIns="87700" tIns="43850" rIns="87700" bIns="43850" anchor="ctr" anchorCtr="0">
                  <a:noAutofit/>
                </a:bodyPr>
                <a:lstStyle/>
                <a:p>
                  <a:pPr marL="0" marR="0" lvl="0" indent="0" algn="l" rtl="0">
                    <a:lnSpc>
                      <a:spcPct val="100000"/>
                    </a:lnSpc>
                    <a:spcBef>
                      <a:spcPts val="0"/>
                    </a:spcBef>
                    <a:spcAft>
                      <a:spcPts val="0"/>
                    </a:spcAft>
                    <a:buClr>
                      <a:srgbClr val="000000"/>
                    </a:buClr>
                    <a:buSzPts val="1050"/>
                    <a:buFont typeface="Arial"/>
                    <a:buNone/>
                  </a:pPr>
                  <a:endParaRPr sz="1050" b="0" i="0" u="none" strike="noStrike" cap="none">
                    <a:solidFill>
                      <a:srgbClr val="717074"/>
                    </a:solidFill>
                    <a:latin typeface="Arial"/>
                    <a:ea typeface="Arial"/>
                    <a:cs typeface="Arial"/>
                    <a:sym typeface="Arial"/>
                  </a:endParaRPr>
                </a:p>
              </p:txBody>
            </p:sp>
            <p:grpSp>
              <p:nvGrpSpPr>
                <p:cNvPr id="286" name="Google Shape;4383;g340a3569d01_0_0">
                  <a:extLst>
                    <a:ext uri="{FF2B5EF4-FFF2-40B4-BE49-F238E27FC236}">
                      <a16:creationId xmlns:a16="http://schemas.microsoft.com/office/drawing/2014/main" id="{431A3447-397E-9098-7D8C-24F2697EA1AA}"/>
                    </a:ext>
                  </a:extLst>
                </p:cNvPr>
                <p:cNvGrpSpPr/>
                <p:nvPr/>
              </p:nvGrpSpPr>
              <p:grpSpPr>
                <a:xfrm>
                  <a:off x="1296246" y="2002748"/>
                  <a:ext cx="390297" cy="146863"/>
                  <a:chOff x="1296246" y="2002748"/>
                  <a:chExt cx="390297" cy="146863"/>
                </a:xfrm>
                <a:grpFill/>
              </p:grpSpPr>
              <p:sp>
                <p:nvSpPr>
                  <p:cNvPr id="294" name="Google Shape;4384;g340a3569d01_0_0">
                    <a:extLst>
                      <a:ext uri="{FF2B5EF4-FFF2-40B4-BE49-F238E27FC236}">
                        <a16:creationId xmlns:a16="http://schemas.microsoft.com/office/drawing/2014/main" id="{7F7780B5-5E17-628E-C1F7-6721BA214021}"/>
                      </a:ext>
                    </a:extLst>
                  </p:cNvPr>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grpFill/>
                  <a:ln>
                    <a:noFill/>
                  </a:ln>
                </p:spPr>
                <p:txBody>
                  <a:bodyPr spcFirstLastPara="1" wrap="square" lIns="87700" tIns="43850" rIns="87700" bIns="43850" anchor="ctr" anchorCtr="0">
                    <a:noAutofit/>
                  </a:bodyPr>
                  <a:lstStyle/>
                  <a:p>
                    <a:pPr marL="0" marR="0" lvl="0" indent="0" algn="l" rtl="0">
                      <a:lnSpc>
                        <a:spcPct val="100000"/>
                      </a:lnSpc>
                      <a:spcBef>
                        <a:spcPts val="0"/>
                      </a:spcBef>
                      <a:spcAft>
                        <a:spcPts val="0"/>
                      </a:spcAft>
                      <a:buClr>
                        <a:srgbClr val="000000"/>
                      </a:buClr>
                      <a:buSzPts val="1050"/>
                      <a:buFont typeface="Arial"/>
                      <a:buNone/>
                    </a:pPr>
                    <a:endParaRPr sz="1050" b="0" i="0" u="none" strike="noStrike" cap="none">
                      <a:solidFill>
                        <a:srgbClr val="717074"/>
                      </a:solidFill>
                      <a:latin typeface="Arial"/>
                      <a:ea typeface="Arial"/>
                      <a:cs typeface="Arial"/>
                      <a:sym typeface="Arial"/>
                    </a:endParaRPr>
                  </a:p>
                </p:txBody>
              </p:sp>
              <p:sp>
                <p:nvSpPr>
                  <p:cNvPr id="295" name="Google Shape;4385;g340a3569d01_0_0">
                    <a:extLst>
                      <a:ext uri="{FF2B5EF4-FFF2-40B4-BE49-F238E27FC236}">
                        <a16:creationId xmlns:a16="http://schemas.microsoft.com/office/drawing/2014/main" id="{F25124FC-4545-9F41-582E-DCD5D1020938}"/>
                      </a:ext>
                    </a:extLst>
                  </p:cNvPr>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grpFill/>
                  <a:ln>
                    <a:noFill/>
                  </a:ln>
                </p:spPr>
                <p:txBody>
                  <a:bodyPr spcFirstLastPara="1" wrap="square" lIns="87700" tIns="43850" rIns="87700" bIns="43850" anchor="ctr" anchorCtr="0">
                    <a:noAutofit/>
                  </a:bodyPr>
                  <a:lstStyle/>
                  <a:p>
                    <a:pPr marL="0" marR="0" lvl="0" indent="0" algn="l" rtl="0">
                      <a:lnSpc>
                        <a:spcPct val="100000"/>
                      </a:lnSpc>
                      <a:spcBef>
                        <a:spcPts val="0"/>
                      </a:spcBef>
                      <a:spcAft>
                        <a:spcPts val="0"/>
                      </a:spcAft>
                      <a:buClr>
                        <a:srgbClr val="000000"/>
                      </a:buClr>
                      <a:buSzPts val="1050"/>
                      <a:buFont typeface="Arial"/>
                      <a:buNone/>
                    </a:pPr>
                    <a:endParaRPr sz="1050" b="0" i="0" u="none" strike="noStrike" cap="none">
                      <a:solidFill>
                        <a:srgbClr val="717074"/>
                      </a:solidFill>
                      <a:latin typeface="Arial"/>
                      <a:ea typeface="Arial"/>
                      <a:cs typeface="Arial"/>
                      <a:sym typeface="Arial"/>
                    </a:endParaRPr>
                  </a:p>
                </p:txBody>
              </p:sp>
            </p:grpSp>
          </p:grpSp>
        </p:grpSp>
        <p:pic>
          <p:nvPicPr>
            <p:cNvPr id="304" name="Graphic 303">
              <a:extLst>
                <a:ext uri="{FF2B5EF4-FFF2-40B4-BE49-F238E27FC236}">
                  <a16:creationId xmlns:a16="http://schemas.microsoft.com/office/drawing/2014/main" id="{D551EC1F-F498-09F4-495A-479B0BCB86B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72128" y="5076534"/>
              <a:ext cx="228600" cy="228600"/>
            </a:xfrm>
            <a:prstGeom prst="rect">
              <a:avLst/>
            </a:prstGeom>
          </p:spPr>
        </p:pic>
        <p:pic>
          <p:nvPicPr>
            <p:cNvPr id="305" name="Graphic 304">
              <a:extLst>
                <a:ext uri="{FF2B5EF4-FFF2-40B4-BE49-F238E27FC236}">
                  <a16:creationId xmlns:a16="http://schemas.microsoft.com/office/drawing/2014/main" id="{180042C2-D9BC-65D1-68BC-221F4FC7E7E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850328" y="5076534"/>
              <a:ext cx="228600" cy="228600"/>
            </a:xfrm>
            <a:prstGeom prst="rect">
              <a:avLst/>
            </a:prstGeom>
          </p:spPr>
        </p:pic>
      </p:grpSp>
      <p:cxnSp>
        <p:nvCxnSpPr>
          <p:cNvPr id="420" name="Straight Connector 419">
            <a:extLst>
              <a:ext uri="{FF2B5EF4-FFF2-40B4-BE49-F238E27FC236}">
                <a16:creationId xmlns:a16="http://schemas.microsoft.com/office/drawing/2014/main" id="{471BC272-B5C2-C7FC-9B1D-E7053FD0A102}"/>
              </a:ext>
            </a:extLst>
          </p:cNvPr>
          <p:cNvCxnSpPr>
            <a:cxnSpLocks/>
          </p:cNvCxnSpPr>
          <p:nvPr/>
        </p:nvCxnSpPr>
        <p:spPr bwMode="gray">
          <a:xfrm flipV="1">
            <a:off x="2261478" y="4386826"/>
            <a:ext cx="0" cy="1449179"/>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8DF861D-97F0-A2D6-04D1-C58E6C3BAFA1}"/>
              </a:ext>
            </a:extLst>
          </p:cNvPr>
          <p:cNvSpPr>
            <a:spLocks noGrp="1"/>
          </p:cNvSpPr>
          <p:nvPr>
            <p:ph type="title"/>
          </p:nvPr>
        </p:nvSpPr>
        <p:spPr/>
        <p:txBody>
          <a:bodyPr/>
          <a:lstStyle/>
          <a:p>
            <a:r>
              <a:rPr lang="en-US" dirty="0"/>
              <a:t>Integrated Object Storage for vSAN Powered VCF Environments</a:t>
            </a:r>
          </a:p>
        </p:txBody>
      </p:sp>
      <p:sp>
        <p:nvSpPr>
          <p:cNvPr id="3" name="Subtitle 2">
            <a:extLst>
              <a:ext uri="{FF2B5EF4-FFF2-40B4-BE49-F238E27FC236}">
                <a16:creationId xmlns:a16="http://schemas.microsoft.com/office/drawing/2014/main" id="{8D379C66-9869-060D-4993-215FD3381735}"/>
              </a:ext>
            </a:extLst>
          </p:cNvPr>
          <p:cNvSpPr>
            <a:spLocks noGrp="1"/>
          </p:cNvSpPr>
          <p:nvPr>
            <p:ph type="subTitle" idx="10"/>
          </p:nvPr>
        </p:nvSpPr>
        <p:spPr/>
        <p:txBody>
          <a:bodyPr/>
          <a:lstStyle/>
          <a:p>
            <a:r>
              <a:rPr lang="en-US" dirty="0"/>
              <a:t>Native S3 compatible object storage using vSAN (Technology Preview) </a:t>
            </a:r>
          </a:p>
        </p:txBody>
      </p:sp>
      <p:sp>
        <p:nvSpPr>
          <p:cNvPr id="4" name="Text Placeholder 3">
            <a:extLst>
              <a:ext uri="{FF2B5EF4-FFF2-40B4-BE49-F238E27FC236}">
                <a16:creationId xmlns:a16="http://schemas.microsoft.com/office/drawing/2014/main" id="{59BBB650-CCE6-99CF-2F18-FAFD5AD4F80E}"/>
              </a:ext>
            </a:extLst>
          </p:cNvPr>
          <p:cNvSpPr>
            <a:spLocks noGrp="1"/>
          </p:cNvSpPr>
          <p:nvPr>
            <p:ph type="body" sz="quarter" idx="17"/>
          </p:nvPr>
        </p:nvSpPr>
        <p:spPr/>
        <p:txBody>
          <a:bodyPr/>
          <a:lstStyle/>
          <a:p>
            <a:r>
              <a:rPr lang="en-US" dirty="0"/>
              <a:t>Run block, file, and </a:t>
            </a:r>
            <a:r>
              <a:rPr lang="en-US" b="1" dirty="0"/>
              <a:t>S3 compatible object storage </a:t>
            </a:r>
            <a:r>
              <a:rPr lang="en-US" dirty="0"/>
              <a:t>all on the same vSAN cluster</a:t>
            </a:r>
          </a:p>
          <a:p>
            <a:r>
              <a:rPr lang="en-US" b="1" dirty="0"/>
              <a:t>Provision and manage multi-tenant object storage </a:t>
            </a:r>
            <a:r>
              <a:rPr lang="en-US" dirty="0"/>
              <a:t>using VCF Automation or vSphere Supervisor</a:t>
            </a:r>
          </a:p>
          <a:p>
            <a:r>
              <a:rPr lang="en-US" b="1" dirty="0"/>
              <a:t>Fast delivery </a:t>
            </a:r>
            <a:r>
              <a:rPr lang="en-US" dirty="0"/>
              <a:t>of object storage to developers</a:t>
            </a:r>
          </a:p>
          <a:p>
            <a:r>
              <a:rPr lang="en-US" b="1" dirty="0"/>
              <a:t>Scalable, resilient </a:t>
            </a:r>
            <a:r>
              <a:rPr lang="en-US" dirty="0"/>
              <a:t>and </a:t>
            </a:r>
            <a:r>
              <a:rPr lang="en-US" b="1" dirty="0"/>
              <a:t>flexible</a:t>
            </a:r>
            <a:r>
              <a:rPr lang="en-US" dirty="0"/>
              <a:t> architecture courtesy of vSAN</a:t>
            </a:r>
          </a:p>
          <a:p>
            <a:r>
              <a:rPr lang="en-US" dirty="0"/>
              <a:t>Available as a Technology Preview in Patch 01 of VCF 9.1</a:t>
            </a:r>
          </a:p>
          <a:p>
            <a:endParaRPr lang="en-US" dirty="0"/>
          </a:p>
        </p:txBody>
      </p:sp>
      <p:sp>
        <p:nvSpPr>
          <p:cNvPr id="90" name="Rectangle 89">
            <a:extLst>
              <a:ext uri="{FF2B5EF4-FFF2-40B4-BE49-F238E27FC236}">
                <a16:creationId xmlns:a16="http://schemas.microsoft.com/office/drawing/2014/main" id="{6E7BE1B7-D169-D134-6A99-BAC9A3E5A88A}"/>
              </a:ext>
            </a:extLst>
          </p:cNvPr>
          <p:cNvSpPr/>
          <p:nvPr/>
        </p:nvSpPr>
        <p:spPr>
          <a:xfrm>
            <a:off x="2471497" y="4567121"/>
            <a:ext cx="5044366" cy="434239"/>
          </a:xfrm>
          <a:prstGeom prst="rect">
            <a:avLst/>
          </a:prstGeom>
          <a:solidFill>
            <a:schemeClr val="accent2">
              <a:alpha val="18000"/>
            </a:schemeClr>
          </a:solidFill>
          <a:ln>
            <a:noFill/>
          </a:ln>
          <a:effectLst>
            <a:softEdge rad="127000"/>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cxnSp>
        <p:nvCxnSpPr>
          <p:cNvPr id="206" name="Straight Connector 205">
            <a:extLst>
              <a:ext uri="{FF2B5EF4-FFF2-40B4-BE49-F238E27FC236}">
                <a16:creationId xmlns:a16="http://schemas.microsoft.com/office/drawing/2014/main" id="{4FA94275-ADE3-B06F-5D03-FEFEE89DA362}"/>
              </a:ext>
            </a:extLst>
          </p:cNvPr>
          <p:cNvCxnSpPr>
            <a:cxnSpLocks/>
          </p:cNvCxnSpPr>
          <p:nvPr/>
        </p:nvCxnSpPr>
        <p:spPr bwMode="gray">
          <a:xfrm flipV="1">
            <a:off x="2261478" y="2325877"/>
            <a:ext cx="0" cy="1925411"/>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pic>
        <p:nvPicPr>
          <p:cNvPr id="9" name="Graphic 8">
            <a:extLst>
              <a:ext uri="{FF2B5EF4-FFF2-40B4-BE49-F238E27FC236}">
                <a16:creationId xmlns:a16="http://schemas.microsoft.com/office/drawing/2014/main" id="{BEEB51BB-8B25-0631-DDB3-6DFE94961AB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381557" y="4906327"/>
            <a:ext cx="342834" cy="398807"/>
          </a:xfrm>
          <a:prstGeom prst="rect">
            <a:avLst/>
          </a:prstGeom>
        </p:spPr>
      </p:pic>
      <p:sp>
        <p:nvSpPr>
          <p:cNvPr id="10" name="TextBox 9">
            <a:extLst>
              <a:ext uri="{FF2B5EF4-FFF2-40B4-BE49-F238E27FC236}">
                <a16:creationId xmlns:a16="http://schemas.microsoft.com/office/drawing/2014/main" id="{5E94D9BB-F4E1-1CAF-231B-5F07C00E38F5}"/>
              </a:ext>
            </a:extLst>
          </p:cNvPr>
          <p:cNvSpPr txBox="1"/>
          <p:nvPr/>
        </p:nvSpPr>
        <p:spPr>
          <a:xfrm>
            <a:off x="982111" y="5335872"/>
            <a:ext cx="1141726" cy="338554"/>
          </a:xfrm>
          <a:prstGeom prst="rect">
            <a:avLst/>
          </a:prstGeom>
          <a:noFill/>
        </p:spPr>
        <p:txBody>
          <a:bodyPr wrap="square" lIns="0" tIns="0" rIns="0" bIns="0" rtlCol="0">
            <a:spAutoFit/>
          </a:bodyPr>
          <a:lstStyle/>
          <a:p>
            <a:pPr algn="ctr"/>
            <a:r>
              <a:rPr lang="en-US" sz="1200" dirty="0"/>
              <a:t>Provider Admin</a:t>
            </a:r>
            <a:br>
              <a:rPr lang="en-US" sz="1200" dirty="0"/>
            </a:br>
            <a:r>
              <a:rPr lang="en-US" sz="1000" dirty="0">
                <a:solidFill>
                  <a:schemeClr val="accent2"/>
                </a:solidFill>
              </a:rPr>
              <a:t>VCF Automation</a:t>
            </a:r>
          </a:p>
        </p:txBody>
      </p:sp>
      <p:sp>
        <p:nvSpPr>
          <p:cNvPr id="14" name="Rectangle 13">
            <a:extLst>
              <a:ext uri="{FF2B5EF4-FFF2-40B4-BE49-F238E27FC236}">
                <a16:creationId xmlns:a16="http://schemas.microsoft.com/office/drawing/2014/main" id="{5DF0B2DA-B065-C51B-1020-77AFA6718C9D}"/>
              </a:ext>
            </a:extLst>
          </p:cNvPr>
          <p:cNvSpPr/>
          <p:nvPr/>
        </p:nvSpPr>
        <p:spPr bwMode="gray">
          <a:xfrm>
            <a:off x="5057674" y="4050540"/>
            <a:ext cx="2458189" cy="200748"/>
          </a:xfrm>
          <a:prstGeom prst="rect">
            <a:avLst/>
          </a:prstGeom>
          <a:solidFill>
            <a:schemeClr val="bg1">
              <a:lumMod val="65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200" dirty="0">
                <a:solidFill>
                  <a:schemeClr val="bg1"/>
                </a:solidFill>
              </a:rPr>
              <a:t>Tenant #2 object store</a:t>
            </a:r>
          </a:p>
        </p:txBody>
      </p:sp>
      <p:sp>
        <p:nvSpPr>
          <p:cNvPr id="20" name="Rectangle 19">
            <a:extLst>
              <a:ext uri="{FF2B5EF4-FFF2-40B4-BE49-F238E27FC236}">
                <a16:creationId xmlns:a16="http://schemas.microsoft.com/office/drawing/2014/main" id="{A38B5A4E-C44A-7826-BD2C-9819C978913F}"/>
              </a:ext>
            </a:extLst>
          </p:cNvPr>
          <p:cNvSpPr/>
          <p:nvPr/>
        </p:nvSpPr>
        <p:spPr bwMode="gray">
          <a:xfrm>
            <a:off x="2471496" y="4050540"/>
            <a:ext cx="2458189" cy="200748"/>
          </a:xfrm>
          <a:prstGeom prst="rect">
            <a:avLst/>
          </a:prstGeom>
          <a:solidFill>
            <a:schemeClr val="bg1">
              <a:lumMod val="65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200" dirty="0">
                <a:solidFill>
                  <a:schemeClr val="bg1"/>
                </a:solidFill>
              </a:rPr>
              <a:t>Tenant #1 object store</a:t>
            </a:r>
          </a:p>
        </p:txBody>
      </p:sp>
      <p:grpSp>
        <p:nvGrpSpPr>
          <p:cNvPr id="207" name="Picture Placeholder 75" descr="vSAN Object Storage&#10;">
            <a:extLst>
              <a:ext uri="{FF2B5EF4-FFF2-40B4-BE49-F238E27FC236}">
                <a16:creationId xmlns:a16="http://schemas.microsoft.com/office/drawing/2014/main" id="{9AC62C5F-CF44-042C-0983-22F460BFDCE6}"/>
              </a:ext>
            </a:extLst>
          </p:cNvPr>
          <p:cNvGrpSpPr>
            <a:grpSpLocks noChangeAspect="1"/>
          </p:cNvGrpSpPr>
          <p:nvPr/>
        </p:nvGrpSpPr>
        <p:grpSpPr>
          <a:xfrm>
            <a:off x="6969955" y="3125860"/>
            <a:ext cx="415009" cy="416036"/>
            <a:chOff x="4409948" y="5085582"/>
            <a:chExt cx="666228" cy="667877"/>
          </a:xfrm>
          <a:solidFill>
            <a:schemeClr val="accent2"/>
          </a:solidFill>
        </p:grpSpPr>
        <p:sp>
          <p:nvSpPr>
            <p:cNvPr id="208" name="Picture Placeholder 75">
              <a:extLst>
                <a:ext uri="{FF2B5EF4-FFF2-40B4-BE49-F238E27FC236}">
                  <a16:creationId xmlns:a16="http://schemas.microsoft.com/office/drawing/2014/main" id="{4308B436-D780-35F1-AE87-61BC0EE59677}"/>
                </a:ext>
              </a:extLst>
            </p:cNvPr>
            <p:cNvSpPr/>
            <p:nvPr/>
          </p:nvSpPr>
          <p:spPr>
            <a:xfrm>
              <a:off x="4609172" y="5442289"/>
              <a:ext cx="146739" cy="153055"/>
            </a:xfrm>
            <a:custGeom>
              <a:avLst/>
              <a:gdLst>
                <a:gd name="connsiteX0" fmla="*/ 73365 w 146739"/>
                <a:gd name="connsiteY0" fmla="*/ 15812 h 153055"/>
                <a:gd name="connsiteX1" fmla="*/ 130919 w 146739"/>
                <a:gd name="connsiteY1" fmla="*/ 76528 h 153055"/>
                <a:gd name="connsiteX2" fmla="*/ 73365 w 146739"/>
                <a:gd name="connsiteY2" fmla="*/ 137244 h 153055"/>
                <a:gd name="connsiteX3" fmla="*/ 15812 w 146739"/>
                <a:gd name="connsiteY3" fmla="*/ 76528 h 153055"/>
                <a:gd name="connsiteX4" fmla="*/ 73365 w 146739"/>
                <a:gd name="connsiteY4" fmla="*/ 15812 h 153055"/>
                <a:gd name="connsiteX5" fmla="*/ 73365 w 146739"/>
                <a:gd name="connsiteY5" fmla="*/ 0 h 153055"/>
                <a:gd name="connsiteX6" fmla="*/ 0 w 146739"/>
                <a:gd name="connsiteY6" fmla="*/ 76528 h 153055"/>
                <a:gd name="connsiteX7" fmla="*/ 73365 w 146739"/>
                <a:gd name="connsiteY7" fmla="*/ 153055 h 153055"/>
                <a:gd name="connsiteX8" fmla="*/ 146731 w 146739"/>
                <a:gd name="connsiteY8" fmla="*/ 76528 h 153055"/>
                <a:gd name="connsiteX9" fmla="*/ 73365 w 146739"/>
                <a:gd name="connsiteY9" fmla="*/ 0 h 153055"/>
                <a:gd name="connsiteX10" fmla="*/ 73365 w 146739"/>
                <a:gd name="connsiteY10" fmla="*/ 0 h 15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739" h="153055">
                  <a:moveTo>
                    <a:pt x="73365" y="15812"/>
                  </a:moveTo>
                  <a:cubicBezTo>
                    <a:pt x="104988" y="15812"/>
                    <a:pt x="130919" y="43007"/>
                    <a:pt x="130919" y="76528"/>
                  </a:cubicBezTo>
                  <a:cubicBezTo>
                    <a:pt x="130919" y="110048"/>
                    <a:pt x="104988" y="137244"/>
                    <a:pt x="73365" y="137244"/>
                  </a:cubicBezTo>
                  <a:cubicBezTo>
                    <a:pt x="41742" y="137244"/>
                    <a:pt x="15812" y="110048"/>
                    <a:pt x="15812" y="76528"/>
                  </a:cubicBezTo>
                  <a:cubicBezTo>
                    <a:pt x="15812" y="43007"/>
                    <a:pt x="41742" y="15812"/>
                    <a:pt x="73365" y="15812"/>
                  </a:cubicBezTo>
                  <a:moveTo>
                    <a:pt x="73365" y="0"/>
                  </a:moveTo>
                  <a:cubicBezTo>
                    <a:pt x="32888" y="0"/>
                    <a:pt x="0" y="34153"/>
                    <a:pt x="0" y="76528"/>
                  </a:cubicBezTo>
                  <a:cubicBezTo>
                    <a:pt x="0" y="118902"/>
                    <a:pt x="32888" y="153055"/>
                    <a:pt x="73365" y="153055"/>
                  </a:cubicBezTo>
                  <a:cubicBezTo>
                    <a:pt x="113843" y="153055"/>
                    <a:pt x="146731" y="118902"/>
                    <a:pt x="146731" y="76528"/>
                  </a:cubicBezTo>
                  <a:cubicBezTo>
                    <a:pt x="147363" y="34153"/>
                    <a:pt x="113843" y="0"/>
                    <a:pt x="73365" y="0"/>
                  </a:cubicBezTo>
                  <a:lnTo>
                    <a:pt x="73365" y="0"/>
                  </a:lnTo>
                  <a:close/>
                </a:path>
              </a:pathLst>
            </a:custGeom>
            <a:solidFill>
              <a:schemeClr val="accent2"/>
            </a:solidFill>
            <a:ln w="6271" cap="flat">
              <a:noFill/>
              <a:prstDash val="solid"/>
              <a:miter/>
            </a:ln>
          </p:spPr>
          <p:txBody>
            <a:bodyPr rtlCol="0" anchor="ctr"/>
            <a:lstStyle/>
            <a:p>
              <a:endParaRPr lang="en-US"/>
            </a:p>
          </p:txBody>
        </p:sp>
        <p:sp>
          <p:nvSpPr>
            <p:cNvPr id="209" name="Picture Placeholder 75">
              <a:extLst>
                <a:ext uri="{FF2B5EF4-FFF2-40B4-BE49-F238E27FC236}">
                  <a16:creationId xmlns:a16="http://schemas.microsoft.com/office/drawing/2014/main" id="{206F2AAA-D319-27E5-3E5E-C3AB5BD405BE}"/>
                </a:ext>
              </a:extLst>
            </p:cNvPr>
            <p:cNvSpPr/>
            <p:nvPr/>
          </p:nvSpPr>
          <p:spPr>
            <a:xfrm>
              <a:off x="4776774" y="5554234"/>
              <a:ext cx="144833" cy="150525"/>
            </a:xfrm>
            <a:custGeom>
              <a:avLst/>
              <a:gdLst>
                <a:gd name="connsiteX0" fmla="*/ 129022 w 144833"/>
                <a:gd name="connsiteY0" fmla="*/ 15812 h 150525"/>
                <a:gd name="connsiteX1" fmla="*/ 129022 w 144833"/>
                <a:gd name="connsiteY1" fmla="*/ 134714 h 150525"/>
                <a:gd name="connsiteX2" fmla="*/ 15812 w 144833"/>
                <a:gd name="connsiteY2" fmla="*/ 134714 h 150525"/>
                <a:gd name="connsiteX3" fmla="*/ 15812 w 144833"/>
                <a:gd name="connsiteY3" fmla="*/ 15812 h 150525"/>
                <a:gd name="connsiteX4" fmla="*/ 129022 w 144833"/>
                <a:gd name="connsiteY4" fmla="*/ 15812 h 150525"/>
                <a:gd name="connsiteX5" fmla="*/ 144833 w 144833"/>
                <a:gd name="connsiteY5" fmla="*/ 0 h 150525"/>
                <a:gd name="connsiteX6" fmla="*/ 0 w 144833"/>
                <a:gd name="connsiteY6" fmla="*/ 0 h 150525"/>
                <a:gd name="connsiteX7" fmla="*/ 0 w 144833"/>
                <a:gd name="connsiteY7" fmla="*/ 150526 h 150525"/>
                <a:gd name="connsiteX8" fmla="*/ 144833 w 144833"/>
                <a:gd name="connsiteY8" fmla="*/ 150526 h 150525"/>
                <a:gd name="connsiteX9" fmla="*/ 144833 w 144833"/>
                <a:gd name="connsiteY9" fmla="*/ 0 h 150525"/>
                <a:gd name="connsiteX10" fmla="*/ 144833 w 144833"/>
                <a:gd name="connsiteY10" fmla="*/ 0 h 1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833" h="150525">
                  <a:moveTo>
                    <a:pt x="129022" y="15812"/>
                  </a:moveTo>
                  <a:lnTo>
                    <a:pt x="129022" y="134714"/>
                  </a:lnTo>
                  <a:lnTo>
                    <a:pt x="15812" y="134714"/>
                  </a:lnTo>
                  <a:lnTo>
                    <a:pt x="15812" y="15812"/>
                  </a:lnTo>
                  <a:lnTo>
                    <a:pt x="129022" y="15812"/>
                  </a:lnTo>
                  <a:moveTo>
                    <a:pt x="144833" y="0"/>
                  </a:moveTo>
                  <a:lnTo>
                    <a:pt x="0" y="0"/>
                  </a:lnTo>
                  <a:lnTo>
                    <a:pt x="0" y="150526"/>
                  </a:lnTo>
                  <a:lnTo>
                    <a:pt x="144833" y="150526"/>
                  </a:lnTo>
                  <a:lnTo>
                    <a:pt x="144833" y="0"/>
                  </a:lnTo>
                  <a:lnTo>
                    <a:pt x="144833" y="0"/>
                  </a:lnTo>
                  <a:close/>
                </a:path>
              </a:pathLst>
            </a:custGeom>
            <a:solidFill>
              <a:schemeClr val="accent2"/>
            </a:solidFill>
            <a:ln w="6271" cap="flat">
              <a:noFill/>
              <a:prstDash val="solid"/>
              <a:miter/>
            </a:ln>
          </p:spPr>
          <p:txBody>
            <a:bodyPr rtlCol="0" anchor="ctr"/>
            <a:lstStyle/>
            <a:p>
              <a:endParaRPr lang="en-US"/>
            </a:p>
          </p:txBody>
        </p:sp>
        <p:sp>
          <p:nvSpPr>
            <p:cNvPr id="210" name="Picture Placeholder 75">
              <a:extLst>
                <a:ext uri="{FF2B5EF4-FFF2-40B4-BE49-F238E27FC236}">
                  <a16:creationId xmlns:a16="http://schemas.microsoft.com/office/drawing/2014/main" id="{4BD79CCE-81F0-35A2-8D65-FD94E487C958}"/>
                </a:ext>
              </a:extLst>
            </p:cNvPr>
            <p:cNvSpPr/>
            <p:nvPr/>
          </p:nvSpPr>
          <p:spPr>
            <a:xfrm>
              <a:off x="4776774" y="5191202"/>
              <a:ext cx="201122" cy="208711"/>
            </a:xfrm>
            <a:custGeom>
              <a:avLst/>
              <a:gdLst>
                <a:gd name="connsiteX0" fmla="*/ 99929 w 201122"/>
                <a:gd name="connsiteY0" fmla="*/ 22769 h 208711"/>
                <a:gd name="connsiteX1" fmla="*/ 178354 w 201122"/>
                <a:gd name="connsiteY1" fmla="*/ 104356 h 208711"/>
                <a:gd name="connsiteX2" fmla="*/ 99929 w 201122"/>
                <a:gd name="connsiteY2" fmla="*/ 185943 h 208711"/>
                <a:gd name="connsiteX3" fmla="*/ 21504 w 201122"/>
                <a:gd name="connsiteY3" fmla="*/ 104356 h 208711"/>
                <a:gd name="connsiteX4" fmla="*/ 99929 w 201122"/>
                <a:gd name="connsiteY4" fmla="*/ 22769 h 208711"/>
                <a:gd name="connsiteX5" fmla="*/ 99929 w 201122"/>
                <a:gd name="connsiteY5" fmla="*/ 0 h 208711"/>
                <a:gd name="connsiteX6" fmla="*/ 0 w 201122"/>
                <a:gd name="connsiteY6" fmla="*/ 104356 h 208711"/>
                <a:gd name="connsiteX7" fmla="*/ 100561 w 201122"/>
                <a:gd name="connsiteY7" fmla="*/ 208712 h 208711"/>
                <a:gd name="connsiteX8" fmla="*/ 201122 w 201122"/>
                <a:gd name="connsiteY8" fmla="*/ 104356 h 208711"/>
                <a:gd name="connsiteX9" fmla="*/ 99929 w 201122"/>
                <a:gd name="connsiteY9" fmla="*/ 0 h 208711"/>
                <a:gd name="connsiteX10" fmla="*/ 99929 w 201122"/>
                <a:gd name="connsiteY10" fmla="*/ 0 h 20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1122" h="208711">
                  <a:moveTo>
                    <a:pt x="99929" y="22769"/>
                  </a:moveTo>
                  <a:lnTo>
                    <a:pt x="178354" y="104356"/>
                  </a:lnTo>
                  <a:lnTo>
                    <a:pt x="99929" y="185943"/>
                  </a:lnTo>
                  <a:lnTo>
                    <a:pt x="21504" y="104356"/>
                  </a:lnTo>
                  <a:lnTo>
                    <a:pt x="99929" y="22769"/>
                  </a:lnTo>
                  <a:moveTo>
                    <a:pt x="99929" y="0"/>
                  </a:moveTo>
                  <a:lnTo>
                    <a:pt x="0" y="104356"/>
                  </a:lnTo>
                  <a:lnTo>
                    <a:pt x="100561" y="208712"/>
                  </a:lnTo>
                  <a:lnTo>
                    <a:pt x="201122" y="104356"/>
                  </a:lnTo>
                  <a:lnTo>
                    <a:pt x="99929" y="0"/>
                  </a:lnTo>
                  <a:lnTo>
                    <a:pt x="99929" y="0"/>
                  </a:lnTo>
                  <a:close/>
                </a:path>
              </a:pathLst>
            </a:custGeom>
            <a:solidFill>
              <a:schemeClr val="accent2"/>
            </a:solidFill>
            <a:ln w="6271" cap="flat">
              <a:noFill/>
              <a:prstDash val="solid"/>
              <a:miter/>
            </a:ln>
          </p:spPr>
          <p:txBody>
            <a:bodyPr rtlCol="0" anchor="ctr"/>
            <a:lstStyle/>
            <a:p>
              <a:endParaRPr lang="en-US"/>
            </a:p>
          </p:txBody>
        </p:sp>
        <p:sp>
          <p:nvSpPr>
            <p:cNvPr id="211" name="Picture Placeholder 75">
              <a:extLst>
                <a:ext uri="{FF2B5EF4-FFF2-40B4-BE49-F238E27FC236}">
                  <a16:creationId xmlns:a16="http://schemas.microsoft.com/office/drawing/2014/main" id="{5B0D2411-3335-1EAA-B8F4-6B18040D3D94}"/>
                </a:ext>
              </a:extLst>
            </p:cNvPr>
            <p:cNvSpPr/>
            <p:nvPr/>
          </p:nvSpPr>
          <p:spPr>
            <a:xfrm>
              <a:off x="4409948" y="5085582"/>
              <a:ext cx="6324" cy="6324"/>
            </a:xfrm>
            <a:custGeom>
              <a:avLst/>
              <a:gdLst/>
              <a:ahLst/>
              <a:cxnLst/>
              <a:rect l="l" t="t" r="r" b="b"/>
              <a:pathLst>
                <a:path w="6324" h="6324"/>
              </a:pathLst>
            </a:custGeom>
            <a:solidFill>
              <a:schemeClr val="accent2"/>
            </a:solidFill>
            <a:ln w="6271" cap="flat">
              <a:noFill/>
              <a:prstDash val="solid"/>
              <a:miter/>
            </a:ln>
          </p:spPr>
          <p:txBody>
            <a:bodyPr rtlCol="0" anchor="ctr"/>
            <a:lstStyle/>
            <a:p>
              <a:endParaRPr lang="en-US"/>
            </a:p>
          </p:txBody>
        </p:sp>
        <p:sp>
          <p:nvSpPr>
            <p:cNvPr id="212" name="Picture Placeholder 75">
              <a:extLst>
                <a:ext uri="{FF2B5EF4-FFF2-40B4-BE49-F238E27FC236}">
                  <a16:creationId xmlns:a16="http://schemas.microsoft.com/office/drawing/2014/main" id="{F55BF1F1-0087-BE9C-4D29-E7A9C654DC75}"/>
                </a:ext>
              </a:extLst>
            </p:cNvPr>
            <p:cNvSpPr/>
            <p:nvPr/>
          </p:nvSpPr>
          <p:spPr>
            <a:xfrm>
              <a:off x="4503303" y="5247491"/>
              <a:ext cx="572872" cy="505967"/>
            </a:xfrm>
            <a:custGeom>
              <a:avLst/>
              <a:gdLst>
                <a:gd name="connsiteX0" fmla="*/ 453722 w 572872"/>
                <a:gd name="connsiteY0" fmla="*/ 505968 h 505967"/>
                <a:gd name="connsiteX1" fmla="*/ 119151 w 572872"/>
                <a:gd name="connsiteY1" fmla="*/ 505968 h 505967"/>
                <a:gd name="connsiteX2" fmla="*/ 111561 w 572872"/>
                <a:gd name="connsiteY2" fmla="*/ 499643 h 505967"/>
                <a:gd name="connsiteX3" fmla="*/ 248 w 572872"/>
                <a:gd name="connsiteY3" fmla="*/ 10119 h 505967"/>
                <a:gd name="connsiteX4" fmla="*/ 1513 w 572872"/>
                <a:gd name="connsiteY4" fmla="*/ 3162 h 505967"/>
                <a:gd name="connsiteX5" fmla="*/ 7838 w 572872"/>
                <a:gd name="connsiteY5" fmla="*/ 0 h 505967"/>
                <a:gd name="connsiteX6" fmla="*/ 272838 w 572872"/>
                <a:gd name="connsiteY6" fmla="*/ 0 h 505967"/>
                <a:gd name="connsiteX7" fmla="*/ 280428 w 572872"/>
                <a:gd name="connsiteY7" fmla="*/ 7590 h 505967"/>
                <a:gd name="connsiteX8" fmla="*/ 272838 w 572872"/>
                <a:gd name="connsiteY8" fmla="*/ 15179 h 505967"/>
                <a:gd name="connsiteX9" fmla="*/ 17957 w 572872"/>
                <a:gd name="connsiteY9" fmla="*/ 15179 h 505967"/>
                <a:gd name="connsiteX10" fmla="*/ 126108 w 572872"/>
                <a:gd name="connsiteY10" fmla="*/ 489524 h 505967"/>
                <a:gd name="connsiteX11" fmla="*/ 448030 w 572872"/>
                <a:gd name="connsiteY11" fmla="*/ 489524 h 505967"/>
                <a:gd name="connsiteX12" fmla="*/ 556180 w 572872"/>
                <a:gd name="connsiteY12" fmla="*/ 15179 h 505967"/>
                <a:gd name="connsiteX13" fmla="*/ 474593 w 572872"/>
                <a:gd name="connsiteY13" fmla="*/ 15179 h 505967"/>
                <a:gd name="connsiteX14" fmla="*/ 467004 w 572872"/>
                <a:gd name="connsiteY14" fmla="*/ 7590 h 505967"/>
                <a:gd name="connsiteX15" fmla="*/ 474593 w 572872"/>
                <a:gd name="connsiteY15" fmla="*/ 0 h 505967"/>
                <a:gd name="connsiteX16" fmla="*/ 565035 w 572872"/>
                <a:gd name="connsiteY16" fmla="*/ 0 h 505967"/>
                <a:gd name="connsiteX17" fmla="*/ 571360 w 572872"/>
                <a:gd name="connsiteY17" fmla="*/ 3162 h 505967"/>
                <a:gd name="connsiteX18" fmla="*/ 572624 w 572872"/>
                <a:gd name="connsiteY18" fmla="*/ 10119 h 505967"/>
                <a:gd name="connsiteX19" fmla="*/ 461311 w 572872"/>
                <a:gd name="connsiteY19" fmla="*/ 500276 h 505967"/>
                <a:gd name="connsiteX20" fmla="*/ 453722 w 572872"/>
                <a:gd name="connsiteY20" fmla="*/ 505968 h 50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2872" h="505967">
                  <a:moveTo>
                    <a:pt x="453722" y="505968"/>
                  </a:moveTo>
                  <a:lnTo>
                    <a:pt x="119151" y="505968"/>
                  </a:lnTo>
                  <a:cubicBezTo>
                    <a:pt x="115356" y="505968"/>
                    <a:pt x="112194" y="503438"/>
                    <a:pt x="111561" y="499643"/>
                  </a:cubicBezTo>
                  <a:lnTo>
                    <a:pt x="248" y="10119"/>
                  </a:lnTo>
                  <a:cubicBezTo>
                    <a:pt x="-384" y="7590"/>
                    <a:pt x="248" y="5060"/>
                    <a:pt x="1513" y="3162"/>
                  </a:cubicBezTo>
                  <a:cubicBezTo>
                    <a:pt x="2778" y="1265"/>
                    <a:pt x="5308" y="0"/>
                    <a:pt x="7838" y="0"/>
                  </a:cubicBezTo>
                  <a:lnTo>
                    <a:pt x="272838" y="0"/>
                  </a:lnTo>
                  <a:cubicBezTo>
                    <a:pt x="277266" y="0"/>
                    <a:pt x="280428" y="3795"/>
                    <a:pt x="280428" y="7590"/>
                  </a:cubicBezTo>
                  <a:cubicBezTo>
                    <a:pt x="280428" y="11384"/>
                    <a:pt x="276633" y="15179"/>
                    <a:pt x="272838" y="15179"/>
                  </a:cubicBezTo>
                  <a:lnTo>
                    <a:pt x="17957" y="15179"/>
                  </a:lnTo>
                  <a:lnTo>
                    <a:pt x="126108" y="489524"/>
                  </a:lnTo>
                  <a:lnTo>
                    <a:pt x="448030" y="489524"/>
                  </a:lnTo>
                  <a:lnTo>
                    <a:pt x="556180" y="15179"/>
                  </a:lnTo>
                  <a:lnTo>
                    <a:pt x="474593" y="15179"/>
                  </a:lnTo>
                  <a:cubicBezTo>
                    <a:pt x="470166" y="15179"/>
                    <a:pt x="467004" y="11384"/>
                    <a:pt x="467004" y="7590"/>
                  </a:cubicBezTo>
                  <a:cubicBezTo>
                    <a:pt x="467004" y="3795"/>
                    <a:pt x="470798" y="0"/>
                    <a:pt x="474593" y="0"/>
                  </a:cubicBezTo>
                  <a:lnTo>
                    <a:pt x="565035" y="0"/>
                  </a:lnTo>
                  <a:cubicBezTo>
                    <a:pt x="567565" y="0"/>
                    <a:pt x="569462" y="1265"/>
                    <a:pt x="571360" y="3162"/>
                  </a:cubicBezTo>
                  <a:cubicBezTo>
                    <a:pt x="572624" y="5060"/>
                    <a:pt x="573257" y="7590"/>
                    <a:pt x="572624" y="10119"/>
                  </a:cubicBezTo>
                  <a:lnTo>
                    <a:pt x="461311" y="500276"/>
                  </a:lnTo>
                  <a:cubicBezTo>
                    <a:pt x="460679" y="503438"/>
                    <a:pt x="457517" y="505968"/>
                    <a:pt x="453722" y="505968"/>
                  </a:cubicBezTo>
                  <a:close/>
                </a:path>
              </a:pathLst>
            </a:custGeom>
            <a:solidFill>
              <a:schemeClr val="accent2"/>
            </a:solidFill>
            <a:ln w="6271" cap="flat">
              <a:noFill/>
              <a:prstDash val="solid"/>
              <a:miter/>
            </a:ln>
          </p:spPr>
          <p:txBody>
            <a:bodyPr rtlCol="0" anchor="ctr"/>
            <a:lstStyle/>
            <a:p>
              <a:endParaRPr lang="en-US"/>
            </a:p>
          </p:txBody>
        </p:sp>
      </p:grpSp>
      <p:sp>
        <p:nvSpPr>
          <p:cNvPr id="21" name="Rectangle 20">
            <a:extLst>
              <a:ext uri="{FF2B5EF4-FFF2-40B4-BE49-F238E27FC236}">
                <a16:creationId xmlns:a16="http://schemas.microsoft.com/office/drawing/2014/main" id="{A037B1A1-28D9-F573-1CEC-C3667F54B975}"/>
              </a:ext>
            </a:extLst>
          </p:cNvPr>
          <p:cNvSpPr/>
          <p:nvPr/>
        </p:nvSpPr>
        <p:spPr bwMode="gray">
          <a:xfrm>
            <a:off x="6361348" y="3798828"/>
            <a:ext cx="1154515" cy="200748"/>
          </a:xfrm>
          <a:prstGeom prst="rect">
            <a:avLst/>
          </a:prstGeom>
          <a:solidFill>
            <a:schemeClr val="bg1">
              <a:lumMod val="65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200" dirty="0">
                <a:solidFill>
                  <a:schemeClr val="bg1"/>
                </a:solidFill>
              </a:rPr>
              <a:t>Project</a:t>
            </a:r>
          </a:p>
        </p:txBody>
      </p:sp>
      <p:sp>
        <p:nvSpPr>
          <p:cNvPr id="73" name="Rectangle 72">
            <a:extLst>
              <a:ext uri="{FF2B5EF4-FFF2-40B4-BE49-F238E27FC236}">
                <a16:creationId xmlns:a16="http://schemas.microsoft.com/office/drawing/2014/main" id="{D16CF39F-D100-DDDF-0D5F-58440E46BE1A}"/>
              </a:ext>
            </a:extLst>
          </p:cNvPr>
          <p:cNvSpPr/>
          <p:nvPr/>
        </p:nvSpPr>
        <p:spPr bwMode="gray">
          <a:xfrm>
            <a:off x="5057674" y="3798828"/>
            <a:ext cx="1154515" cy="200748"/>
          </a:xfrm>
          <a:prstGeom prst="rect">
            <a:avLst/>
          </a:prstGeom>
          <a:solidFill>
            <a:schemeClr val="bg1">
              <a:lumMod val="65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200" dirty="0">
                <a:solidFill>
                  <a:schemeClr val="bg1"/>
                </a:solidFill>
              </a:rPr>
              <a:t>Project</a:t>
            </a:r>
          </a:p>
        </p:txBody>
      </p:sp>
      <p:grpSp>
        <p:nvGrpSpPr>
          <p:cNvPr id="74" name="Picture Placeholder 75" descr="vSAN Object Storage&#10;">
            <a:extLst>
              <a:ext uri="{FF2B5EF4-FFF2-40B4-BE49-F238E27FC236}">
                <a16:creationId xmlns:a16="http://schemas.microsoft.com/office/drawing/2014/main" id="{C8878357-595C-B229-4F26-1603002C1BA0}"/>
              </a:ext>
            </a:extLst>
          </p:cNvPr>
          <p:cNvGrpSpPr>
            <a:grpSpLocks noChangeAspect="1"/>
          </p:cNvGrpSpPr>
          <p:nvPr/>
        </p:nvGrpSpPr>
        <p:grpSpPr>
          <a:xfrm>
            <a:off x="6449575" y="3125860"/>
            <a:ext cx="415009" cy="416036"/>
            <a:chOff x="4409948" y="5085582"/>
            <a:chExt cx="666228" cy="667877"/>
          </a:xfrm>
          <a:solidFill>
            <a:schemeClr val="accent2"/>
          </a:solidFill>
        </p:grpSpPr>
        <p:sp>
          <p:nvSpPr>
            <p:cNvPr id="75" name="Picture Placeholder 75">
              <a:extLst>
                <a:ext uri="{FF2B5EF4-FFF2-40B4-BE49-F238E27FC236}">
                  <a16:creationId xmlns:a16="http://schemas.microsoft.com/office/drawing/2014/main" id="{5FD349C5-04D8-FE28-F54F-E1C7516108B6}"/>
                </a:ext>
              </a:extLst>
            </p:cNvPr>
            <p:cNvSpPr/>
            <p:nvPr/>
          </p:nvSpPr>
          <p:spPr>
            <a:xfrm>
              <a:off x="4609172" y="5442289"/>
              <a:ext cx="146739" cy="153055"/>
            </a:xfrm>
            <a:custGeom>
              <a:avLst/>
              <a:gdLst>
                <a:gd name="connsiteX0" fmla="*/ 73365 w 146739"/>
                <a:gd name="connsiteY0" fmla="*/ 15812 h 153055"/>
                <a:gd name="connsiteX1" fmla="*/ 130919 w 146739"/>
                <a:gd name="connsiteY1" fmla="*/ 76528 h 153055"/>
                <a:gd name="connsiteX2" fmla="*/ 73365 w 146739"/>
                <a:gd name="connsiteY2" fmla="*/ 137244 h 153055"/>
                <a:gd name="connsiteX3" fmla="*/ 15812 w 146739"/>
                <a:gd name="connsiteY3" fmla="*/ 76528 h 153055"/>
                <a:gd name="connsiteX4" fmla="*/ 73365 w 146739"/>
                <a:gd name="connsiteY4" fmla="*/ 15812 h 153055"/>
                <a:gd name="connsiteX5" fmla="*/ 73365 w 146739"/>
                <a:gd name="connsiteY5" fmla="*/ 0 h 153055"/>
                <a:gd name="connsiteX6" fmla="*/ 0 w 146739"/>
                <a:gd name="connsiteY6" fmla="*/ 76528 h 153055"/>
                <a:gd name="connsiteX7" fmla="*/ 73365 w 146739"/>
                <a:gd name="connsiteY7" fmla="*/ 153055 h 153055"/>
                <a:gd name="connsiteX8" fmla="*/ 146731 w 146739"/>
                <a:gd name="connsiteY8" fmla="*/ 76528 h 153055"/>
                <a:gd name="connsiteX9" fmla="*/ 73365 w 146739"/>
                <a:gd name="connsiteY9" fmla="*/ 0 h 153055"/>
                <a:gd name="connsiteX10" fmla="*/ 73365 w 146739"/>
                <a:gd name="connsiteY10" fmla="*/ 0 h 15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739" h="153055">
                  <a:moveTo>
                    <a:pt x="73365" y="15812"/>
                  </a:moveTo>
                  <a:cubicBezTo>
                    <a:pt x="104988" y="15812"/>
                    <a:pt x="130919" y="43007"/>
                    <a:pt x="130919" y="76528"/>
                  </a:cubicBezTo>
                  <a:cubicBezTo>
                    <a:pt x="130919" y="110048"/>
                    <a:pt x="104988" y="137244"/>
                    <a:pt x="73365" y="137244"/>
                  </a:cubicBezTo>
                  <a:cubicBezTo>
                    <a:pt x="41742" y="137244"/>
                    <a:pt x="15812" y="110048"/>
                    <a:pt x="15812" y="76528"/>
                  </a:cubicBezTo>
                  <a:cubicBezTo>
                    <a:pt x="15812" y="43007"/>
                    <a:pt x="41742" y="15812"/>
                    <a:pt x="73365" y="15812"/>
                  </a:cubicBezTo>
                  <a:moveTo>
                    <a:pt x="73365" y="0"/>
                  </a:moveTo>
                  <a:cubicBezTo>
                    <a:pt x="32888" y="0"/>
                    <a:pt x="0" y="34153"/>
                    <a:pt x="0" y="76528"/>
                  </a:cubicBezTo>
                  <a:cubicBezTo>
                    <a:pt x="0" y="118902"/>
                    <a:pt x="32888" y="153055"/>
                    <a:pt x="73365" y="153055"/>
                  </a:cubicBezTo>
                  <a:cubicBezTo>
                    <a:pt x="113843" y="153055"/>
                    <a:pt x="146731" y="118902"/>
                    <a:pt x="146731" y="76528"/>
                  </a:cubicBezTo>
                  <a:cubicBezTo>
                    <a:pt x="147363" y="34153"/>
                    <a:pt x="113843" y="0"/>
                    <a:pt x="73365" y="0"/>
                  </a:cubicBezTo>
                  <a:lnTo>
                    <a:pt x="73365" y="0"/>
                  </a:lnTo>
                  <a:close/>
                </a:path>
              </a:pathLst>
            </a:custGeom>
            <a:solidFill>
              <a:schemeClr val="accent2"/>
            </a:solidFill>
            <a:ln w="6271" cap="flat">
              <a:noFill/>
              <a:prstDash val="solid"/>
              <a:miter/>
            </a:ln>
          </p:spPr>
          <p:txBody>
            <a:bodyPr rtlCol="0" anchor="ctr"/>
            <a:lstStyle/>
            <a:p>
              <a:endParaRPr lang="en-US"/>
            </a:p>
          </p:txBody>
        </p:sp>
        <p:sp>
          <p:nvSpPr>
            <p:cNvPr id="76" name="Picture Placeholder 75">
              <a:extLst>
                <a:ext uri="{FF2B5EF4-FFF2-40B4-BE49-F238E27FC236}">
                  <a16:creationId xmlns:a16="http://schemas.microsoft.com/office/drawing/2014/main" id="{DA958053-D820-E481-0BB7-91A4999FB58F}"/>
                </a:ext>
              </a:extLst>
            </p:cNvPr>
            <p:cNvSpPr/>
            <p:nvPr/>
          </p:nvSpPr>
          <p:spPr>
            <a:xfrm>
              <a:off x="4776774" y="5554234"/>
              <a:ext cx="144833" cy="150525"/>
            </a:xfrm>
            <a:custGeom>
              <a:avLst/>
              <a:gdLst>
                <a:gd name="connsiteX0" fmla="*/ 129022 w 144833"/>
                <a:gd name="connsiteY0" fmla="*/ 15812 h 150525"/>
                <a:gd name="connsiteX1" fmla="*/ 129022 w 144833"/>
                <a:gd name="connsiteY1" fmla="*/ 134714 h 150525"/>
                <a:gd name="connsiteX2" fmla="*/ 15812 w 144833"/>
                <a:gd name="connsiteY2" fmla="*/ 134714 h 150525"/>
                <a:gd name="connsiteX3" fmla="*/ 15812 w 144833"/>
                <a:gd name="connsiteY3" fmla="*/ 15812 h 150525"/>
                <a:gd name="connsiteX4" fmla="*/ 129022 w 144833"/>
                <a:gd name="connsiteY4" fmla="*/ 15812 h 150525"/>
                <a:gd name="connsiteX5" fmla="*/ 144833 w 144833"/>
                <a:gd name="connsiteY5" fmla="*/ 0 h 150525"/>
                <a:gd name="connsiteX6" fmla="*/ 0 w 144833"/>
                <a:gd name="connsiteY6" fmla="*/ 0 h 150525"/>
                <a:gd name="connsiteX7" fmla="*/ 0 w 144833"/>
                <a:gd name="connsiteY7" fmla="*/ 150526 h 150525"/>
                <a:gd name="connsiteX8" fmla="*/ 144833 w 144833"/>
                <a:gd name="connsiteY8" fmla="*/ 150526 h 150525"/>
                <a:gd name="connsiteX9" fmla="*/ 144833 w 144833"/>
                <a:gd name="connsiteY9" fmla="*/ 0 h 150525"/>
                <a:gd name="connsiteX10" fmla="*/ 144833 w 144833"/>
                <a:gd name="connsiteY10" fmla="*/ 0 h 1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833" h="150525">
                  <a:moveTo>
                    <a:pt x="129022" y="15812"/>
                  </a:moveTo>
                  <a:lnTo>
                    <a:pt x="129022" y="134714"/>
                  </a:lnTo>
                  <a:lnTo>
                    <a:pt x="15812" y="134714"/>
                  </a:lnTo>
                  <a:lnTo>
                    <a:pt x="15812" y="15812"/>
                  </a:lnTo>
                  <a:lnTo>
                    <a:pt x="129022" y="15812"/>
                  </a:lnTo>
                  <a:moveTo>
                    <a:pt x="144833" y="0"/>
                  </a:moveTo>
                  <a:lnTo>
                    <a:pt x="0" y="0"/>
                  </a:lnTo>
                  <a:lnTo>
                    <a:pt x="0" y="150526"/>
                  </a:lnTo>
                  <a:lnTo>
                    <a:pt x="144833" y="150526"/>
                  </a:lnTo>
                  <a:lnTo>
                    <a:pt x="144833" y="0"/>
                  </a:lnTo>
                  <a:lnTo>
                    <a:pt x="144833" y="0"/>
                  </a:lnTo>
                  <a:close/>
                </a:path>
              </a:pathLst>
            </a:custGeom>
            <a:solidFill>
              <a:schemeClr val="accent2"/>
            </a:solidFill>
            <a:ln w="6271" cap="flat">
              <a:noFill/>
              <a:prstDash val="solid"/>
              <a:miter/>
            </a:ln>
          </p:spPr>
          <p:txBody>
            <a:bodyPr rtlCol="0" anchor="ctr"/>
            <a:lstStyle/>
            <a:p>
              <a:endParaRPr lang="en-US"/>
            </a:p>
          </p:txBody>
        </p:sp>
        <p:sp>
          <p:nvSpPr>
            <p:cNvPr id="77" name="Picture Placeholder 75">
              <a:extLst>
                <a:ext uri="{FF2B5EF4-FFF2-40B4-BE49-F238E27FC236}">
                  <a16:creationId xmlns:a16="http://schemas.microsoft.com/office/drawing/2014/main" id="{10261DAD-C9D2-DFDB-E5A3-765483CC3DED}"/>
                </a:ext>
              </a:extLst>
            </p:cNvPr>
            <p:cNvSpPr/>
            <p:nvPr/>
          </p:nvSpPr>
          <p:spPr>
            <a:xfrm>
              <a:off x="4776774" y="5191202"/>
              <a:ext cx="201122" cy="208711"/>
            </a:xfrm>
            <a:custGeom>
              <a:avLst/>
              <a:gdLst>
                <a:gd name="connsiteX0" fmla="*/ 99929 w 201122"/>
                <a:gd name="connsiteY0" fmla="*/ 22769 h 208711"/>
                <a:gd name="connsiteX1" fmla="*/ 178354 w 201122"/>
                <a:gd name="connsiteY1" fmla="*/ 104356 h 208711"/>
                <a:gd name="connsiteX2" fmla="*/ 99929 w 201122"/>
                <a:gd name="connsiteY2" fmla="*/ 185943 h 208711"/>
                <a:gd name="connsiteX3" fmla="*/ 21504 w 201122"/>
                <a:gd name="connsiteY3" fmla="*/ 104356 h 208711"/>
                <a:gd name="connsiteX4" fmla="*/ 99929 w 201122"/>
                <a:gd name="connsiteY4" fmla="*/ 22769 h 208711"/>
                <a:gd name="connsiteX5" fmla="*/ 99929 w 201122"/>
                <a:gd name="connsiteY5" fmla="*/ 0 h 208711"/>
                <a:gd name="connsiteX6" fmla="*/ 0 w 201122"/>
                <a:gd name="connsiteY6" fmla="*/ 104356 h 208711"/>
                <a:gd name="connsiteX7" fmla="*/ 100561 w 201122"/>
                <a:gd name="connsiteY7" fmla="*/ 208712 h 208711"/>
                <a:gd name="connsiteX8" fmla="*/ 201122 w 201122"/>
                <a:gd name="connsiteY8" fmla="*/ 104356 h 208711"/>
                <a:gd name="connsiteX9" fmla="*/ 99929 w 201122"/>
                <a:gd name="connsiteY9" fmla="*/ 0 h 208711"/>
                <a:gd name="connsiteX10" fmla="*/ 99929 w 201122"/>
                <a:gd name="connsiteY10" fmla="*/ 0 h 20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1122" h="208711">
                  <a:moveTo>
                    <a:pt x="99929" y="22769"/>
                  </a:moveTo>
                  <a:lnTo>
                    <a:pt x="178354" y="104356"/>
                  </a:lnTo>
                  <a:lnTo>
                    <a:pt x="99929" y="185943"/>
                  </a:lnTo>
                  <a:lnTo>
                    <a:pt x="21504" y="104356"/>
                  </a:lnTo>
                  <a:lnTo>
                    <a:pt x="99929" y="22769"/>
                  </a:lnTo>
                  <a:moveTo>
                    <a:pt x="99929" y="0"/>
                  </a:moveTo>
                  <a:lnTo>
                    <a:pt x="0" y="104356"/>
                  </a:lnTo>
                  <a:lnTo>
                    <a:pt x="100561" y="208712"/>
                  </a:lnTo>
                  <a:lnTo>
                    <a:pt x="201122" y="104356"/>
                  </a:lnTo>
                  <a:lnTo>
                    <a:pt x="99929" y="0"/>
                  </a:lnTo>
                  <a:lnTo>
                    <a:pt x="99929" y="0"/>
                  </a:lnTo>
                  <a:close/>
                </a:path>
              </a:pathLst>
            </a:custGeom>
            <a:solidFill>
              <a:schemeClr val="accent2"/>
            </a:solidFill>
            <a:ln w="6271" cap="flat">
              <a:noFill/>
              <a:prstDash val="solid"/>
              <a:miter/>
            </a:ln>
          </p:spPr>
          <p:txBody>
            <a:bodyPr rtlCol="0" anchor="ctr"/>
            <a:lstStyle/>
            <a:p>
              <a:endParaRPr lang="en-US"/>
            </a:p>
          </p:txBody>
        </p:sp>
        <p:sp>
          <p:nvSpPr>
            <p:cNvPr id="78" name="Picture Placeholder 75">
              <a:extLst>
                <a:ext uri="{FF2B5EF4-FFF2-40B4-BE49-F238E27FC236}">
                  <a16:creationId xmlns:a16="http://schemas.microsoft.com/office/drawing/2014/main" id="{4AB5DD97-DEE2-9CE9-E1D0-74B5FECDED6F}"/>
                </a:ext>
              </a:extLst>
            </p:cNvPr>
            <p:cNvSpPr/>
            <p:nvPr/>
          </p:nvSpPr>
          <p:spPr>
            <a:xfrm>
              <a:off x="4409948" y="5085582"/>
              <a:ext cx="6324" cy="6324"/>
            </a:xfrm>
            <a:custGeom>
              <a:avLst/>
              <a:gdLst/>
              <a:ahLst/>
              <a:cxnLst/>
              <a:rect l="l" t="t" r="r" b="b"/>
              <a:pathLst>
                <a:path w="6324" h="6324"/>
              </a:pathLst>
            </a:custGeom>
            <a:solidFill>
              <a:schemeClr val="accent2"/>
            </a:solidFill>
            <a:ln w="6271" cap="flat">
              <a:noFill/>
              <a:prstDash val="solid"/>
              <a:miter/>
            </a:ln>
          </p:spPr>
          <p:txBody>
            <a:bodyPr rtlCol="0" anchor="ctr"/>
            <a:lstStyle/>
            <a:p>
              <a:endParaRPr lang="en-US"/>
            </a:p>
          </p:txBody>
        </p:sp>
        <p:sp>
          <p:nvSpPr>
            <p:cNvPr id="79" name="Picture Placeholder 75">
              <a:extLst>
                <a:ext uri="{FF2B5EF4-FFF2-40B4-BE49-F238E27FC236}">
                  <a16:creationId xmlns:a16="http://schemas.microsoft.com/office/drawing/2014/main" id="{66ACBCBE-56F0-C69F-7A75-B86FC07D3767}"/>
                </a:ext>
              </a:extLst>
            </p:cNvPr>
            <p:cNvSpPr/>
            <p:nvPr/>
          </p:nvSpPr>
          <p:spPr>
            <a:xfrm>
              <a:off x="4503303" y="5247491"/>
              <a:ext cx="572872" cy="505967"/>
            </a:xfrm>
            <a:custGeom>
              <a:avLst/>
              <a:gdLst>
                <a:gd name="connsiteX0" fmla="*/ 453722 w 572872"/>
                <a:gd name="connsiteY0" fmla="*/ 505968 h 505967"/>
                <a:gd name="connsiteX1" fmla="*/ 119151 w 572872"/>
                <a:gd name="connsiteY1" fmla="*/ 505968 h 505967"/>
                <a:gd name="connsiteX2" fmla="*/ 111561 w 572872"/>
                <a:gd name="connsiteY2" fmla="*/ 499643 h 505967"/>
                <a:gd name="connsiteX3" fmla="*/ 248 w 572872"/>
                <a:gd name="connsiteY3" fmla="*/ 10119 h 505967"/>
                <a:gd name="connsiteX4" fmla="*/ 1513 w 572872"/>
                <a:gd name="connsiteY4" fmla="*/ 3162 h 505967"/>
                <a:gd name="connsiteX5" fmla="*/ 7838 w 572872"/>
                <a:gd name="connsiteY5" fmla="*/ 0 h 505967"/>
                <a:gd name="connsiteX6" fmla="*/ 272838 w 572872"/>
                <a:gd name="connsiteY6" fmla="*/ 0 h 505967"/>
                <a:gd name="connsiteX7" fmla="*/ 280428 w 572872"/>
                <a:gd name="connsiteY7" fmla="*/ 7590 h 505967"/>
                <a:gd name="connsiteX8" fmla="*/ 272838 w 572872"/>
                <a:gd name="connsiteY8" fmla="*/ 15179 h 505967"/>
                <a:gd name="connsiteX9" fmla="*/ 17957 w 572872"/>
                <a:gd name="connsiteY9" fmla="*/ 15179 h 505967"/>
                <a:gd name="connsiteX10" fmla="*/ 126108 w 572872"/>
                <a:gd name="connsiteY10" fmla="*/ 489524 h 505967"/>
                <a:gd name="connsiteX11" fmla="*/ 448030 w 572872"/>
                <a:gd name="connsiteY11" fmla="*/ 489524 h 505967"/>
                <a:gd name="connsiteX12" fmla="*/ 556180 w 572872"/>
                <a:gd name="connsiteY12" fmla="*/ 15179 h 505967"/>
                <a:gd name="connsiteX13" fmla="*/ 474593 w 572872"/>
                <a:gd name="connsiteY13" fmla="*/ 15179 h 505967"/>
                <a:gd name="connsiteX14" fmla="*/ 467004 w 572872"/>
                <a:gd name="connsiteY14" fmla="*/ 7590 h 505967"/>
                <a:gd name="connsiteX15" fmla="*/ 474593 w 572872"/>
                <a:gd name="connsiteY15" fmla="*/ 0 h 505967"/>
                <a:gd name="connsiteX16" fmla="*/ 565035 w 572872"/>
                <a:gd name="connsiteY16" fmla="*/ 0 h 505967"/>
                <a:gd name="connsiteX17" fmla="*/ 571360 w 572872"/>
                <a:gd name="connsiteY17" fmla="*/ 3162 h 505967"/>
                <a:gd name="connsiteX18" fmla="*/ 572624 w 572872"/>
                <a:gd name="connsiteY18" fmla="*/ 10119 h 505967"/>
                <a:gd name="connsiteX19" fmla="*/ 461311 w 572872"/>
                <a:gd name="connsiteY19" fmla="*/ 500276 h 505967"/>
                <a:gd name="connsiteX20" fmla="*/ 453722 w 572872"/>
                <a:gd name="connsiteY20" fmla="*/ 505968 h 50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2872" h="505967">
                  <a:moveTo>
                    <a:pt x="453722" y="505968"/>
                  </a:moveTo>
                  <a:lnTo>
                    <a:pt x="119151" y="505968"/>
                  </a:lnTo>
                  <a:cubicBezTo>
                    <a:pt x="115356" y="505968"/>
                    <a:pt x="112194" y="503438"/>
                    <a:pt x="111561" y="499643"/>
                  </a:cubicBezTo>
                  <a:lnTo>
                    <a:pt x="248" y="10119"/>
                  </a:lnTo>
                  <a:cubicBezTo>
                    <a:pt x="-384" y="7590"/>
                    <a:pt x="248" y="5060"/>
                    <a:pt x="1513" y="3162"/>
                  </a:cubicBezTo>
                  <a:cubicBezTo>
                    <a:pt x="2778" y="1265"/>
                    <a:pt x="5308" y="0"/>
                    <a:pt x="7838" y="0"/>
                  </a:cubicBezTo>
                  <a:lnTo>
                    <a:pt x="272838" y="0"/>
                  </a:lnTo>
                  <a:cubicBezTo>
                    <a:pt x="277266" y="0"/>
                    <a:pt x="280428" y="3795"/>
                    <a:pt x="280428" y="7590"/>
                  </a:cubicBezTo>
                  <a:cubicBezTo>
                    <a:pt x="280428" y="11384"/>
                    <a:pt x="276633" y="15179"/>
                    <a:pt x="272838" y="15179"/>
                  </a:cubicBezTo>
                  <a:lnTo>
                    <a:pt x="17957" y="15179"/>
                  </a:lnTo>
                  <a:lnTo>
                    <a:pt x="126108" y="489524"/>
                  </a:lnTo>
                  <a:lnTo>
                    <a:pt x="448030" y="489524"/>
                  </a:lnTo>
                  <a:lnTo>
                    <a:pt x="556180" y="15179"/>
                  </a:lnTo>
                  <a:lnTo>
                    <a:pt x="474593" y="15179"/>
                  </a:lnTo>
                  <a:cubicBezTo>
                    <a:pt x="470166" y="15179"/>
                    <a:pt x="467004" y="11384"/>
                    <a:pt x="467004" y="7590"/>
                  </a:cubicBezTo>
                  <a:cubicBezTo>
                    <a:pt x="467004" y="3795"/>
                    <a:pt x="470798" y="0"/>
                    <a:pt x="474593" y="0"/>
                  </a:cubicBezTo>
                  <a:lnTo>
                    <a:pt x="565035" y="0"/>
                  </a:lnTo>
                  <a:cubicBezTo>
                    <a:pt x="567565" y="0"/>
                    <a:pt x="569462" y="1265"/>
                    <a:pt x="571360" y="3162"/>
                  </a:cubicBezTo>
                  <a:cubicBezTo>
                    <a:pt x="572624" y="5060"/>
                    <a:pt x="573257" y="7590"/>
                    <a:pt x="572624" y="10119"/>
                  </a:cubicBezTo>
                  <a:lnTo>
                    <a:pt x="461311" y="500276"/>
                  </a:lnTo>
                  <a:cubicBezTo>
                    <a:pt x="460679" y="503438"/>
                    <a:pt x="457517" y="505968"/>
                    <a:pt x="453722" y="505968"/>
                  </a:cubicBezTo>
                  <a:close/>
                </a:path>
              </a:pathLst>
            </a:custGeom>
            <a:solidFill>
              <a:schemeClr val="accent2"/>
            </a:solidFill>
            <a:ln w="6271" cap="flat">
              <a:noFill/>
              <a:prstDash val="solid"/>
              <a:miter/>
            </a:ln>
          </p:spPr>
          <p:txBody>
            <a:bodyPr rtlCol="0" anchor="ctr"/>
            <a:lstStyle/>
            <a:p>
              <a:endParaRPr lang="en-US"/>
            </a:p>
          </p:txBody>
        </p:sp>
      </p:grpSp>
      <p:grpSp>
        <p:nvGrpSpPr>
          <p:cNvPr id="80" name="Picture Placeholder 75" descr="vSAN Object Storage&#10;">
            <a:extLst>
              <a:ext uri="{FF2B5EF4-FFF2-40B4-BE49-F238E27FC236}">
                <a16:creationId xmlns:a16="http://schemas.microsoft.com/office/drawing/2014/main" id="{A346C478-164D-A1A0-AF6C-FB9C9ACFCD59}"/>
              </a:ext>
            </a:extLst>
          </p:cNvPr>
          <p:cNvGrpSpPr>
            <a:grpSpLocks noChangeAspect="1"/>
          </p:cNvGrpSpPr>
          <p:nvPr/>
        </p:nvGrpSpPr>
        <p:grpSpPr>
          <a:xfrm>
            <a:off x="5390550" y="3125860"/>
            <a:ext cx="415009" cy="416036"/>
            <a:chOff x="4409948" y="5085582"/>
            <a:chExt cx="666228" cy="667877"/>
          </a:xfrm>
          <a:solidFill>
            <a:schemeClr val="accent2"/>
          </a:solidFill>
        </p:grpSpPr>
        <p:sp>
          <p:nvSpPr>
            <p:cNvPr id="81" name="Picture Placeholder 75">
              <a:extLst>
                <a:ext uri="{FF2B5EF4-FFF2-40B4-BE49-F238E27FC236}">
                  <a16:creationId xmlns:a16="http://schemas.microsoft.com/office/drawing/2014/main" id="{376DE413-4640-8FCE-B1C6-F51F0EEE72D3}"/>
                </a:ext>
              </a:extLst>
            </p:cNvPr>
            <p:cNvSpPr/>
            <p:nvPr/>
          </p:nvSpPr>
          <p:spPr>
            <a:xfrm>
              <a:off x="4609172" y="5442289"/>
              <a:ext cx="146739" cy="153055"/>
            </a:xfrm>
            <a:custGeom>
              <a:avLst/>
              <a:gdLst>
                <a:gd name="connsiteX0" fmla="*/ 73365 w 146739"/>
                <a:gd name="connsiteY0" fmla="*/ 15812 h 153055"/>
                <a:gd name="connsiteX1" fmla="*/ 130919 w 146739"/>
                <a:gd name="connsiteY1" fmla="*/ 76528 h 153055"/>
                <a:gd name="connsiteX2" fmla="*/ 73365 w 146739"/>
                <a:gd name="connsiteY2" fmla="*/ 137244 h 153055"/>
                <a:gd name="connsiteX3" fmla="*/ 15812 w 146739"/>
                <a:gd name="connsiteY3" fmla="*/ 76528 h 153055"/>
                <a:gd name="connsiteX4" fmla="*/ 73365 w 146739"/>
                <a:gd name="connsiteY4" fmla="*/ 15812 h 153055"/>
                <a:gd name="connsiteX5" fmla="*/ 73365 w 146739"/>
                <a:gd name="connsiteY5" fmla="*/ 0 h 153055"/>
                <a:gd name="connsiteX6" fmla="*/ 0 w 146739"/>
                <a:gd name="connsiteY6" fmla="*/ 76528 h 153055"/>
                <a:gd name="connsiteX7" fmla="*/ 73365 w 146739"/>
                <a:gd name="connsiteY7" fmla="*/ 153055 h 153055"/>
                <a:gd name="connsiteX8" fmla="*/ 146731 w 146739"/>
                <a:gd name="connsiteY8" fmla="*/ 76528 h 153055"/>
                <a:gd name="connsiteX9" fmla="*/ 73365 w 146739"/>
                <a:gd name="connsiteY9" fmla="*/ 0 h 153055"/>
                <a:gd name="connsiteX10" fmla="*/ 73365 w 146739"/>
                <a:gd name="connsiteY10" fmla="*/ 0 h 15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739" h="153055">
                  <a:moveTo>
                    <a:pt x="73365" y="15812"/>
                  </a:moveTo>
                  <a:cubicBezTo>
                    <a:pt x="104988" y="15812"/>
                    <a:pt x="130919" y="43007"/>
                    <a:pt x="130919" y="76528"/>
                  </a:cubicBezTo>
                  <a:cubicBezTo>
                    <a:pt x="130919" y="110048"/>
                    <a:pt x="104988" y="137244"/>
                    <a:pt x="73365" y="137244"/>
                  </a:cubicBezTo>
                  <a:cubicBezTo>
                    <a:pt x="41742" y="137244"/>
                    <a:pt x="15812" y="110048"/>
                    <a:pt x="15812" y="76528"/>
                  </a:cubicBezTo>
                  <a:cubicBezTo>
                    <a:pt x="15812" y="43007"/>
                    <a:pt x="41742" y="15812"/>
                    <a:pt x="73365" y="15812"/>
                  </a:cubicBezTo>
                  <a:moveTo>
                    <a:pt x="73365" y="0"/>
                  </a:moveTo>
                  <a:cubicBezTo>
                    <a:pt x="32888" y="0"/>
                    <a:pt x="0" y="34153"/>
                    <a:pt x="0" y="76528"/>
                  </a:cubicBezTo>
                  <a:cubicBezTo>
                    <a:pt x="0" y="118902"/>
                    <a:pt x="32888" y="153055"/>
                    <a:pt x="73365" y="153055"/>
                  </a:cubicBezTo>
                  <a:cubicBezTo>
                    <a:pt x="113843" y="153055"/>
                    <a:pt x="146731" y="118902"/>
                    <a:pt x="146731" y="76528"/>
                  </a:cubicBezTo>
                  <a:cubicBezTo>
                    <a:pt x="147363" y="34153"/>
                    <a:pt x="113843" y="0"/>
                    <a:pt x="73365" y="0"/>
                  </a:cubicBezTo>
                  <a:lnTo>
                    <a:pt x="73365" y="0"/>
                  </a:lnTo>
                  <a:close/>
                </a:path>
              </a:pathLst>
            </a:custGeom>
            <a:solidFill>
              <a:schemeClr val="accent2"/>
            </a:solidFill>
            <a:ln w="6271" cap="flat">
              <a:noFill/>
              <a:prstDash val="solid"/>
              <a:miter/>
            </a:ln>
          </p:spPr>
          <p:txBody>
            <a:bodyPr rtlCol="0" anchor="ctr"/>
            <a:lstStyle/>
            <a:p>
              <a:endParaRPr lang="en-US"/>
            </a:p>
          </p:txBody>
        </p:sp>
        <p:sp>
          <p:nvSpPr>
            <p:cNvPr id="82" name="Picture Placeholder 75">
              <a:extLst>
                <a:ext uri="{FF2B5EF4-FFF2-40B4-BE49-F238E27FC236}">
                  <a16:creationId xmlns:a16="http://schemas.microsoft.com/office/drawing/2014/main" id="{D0555F8D-EDEB-9551-8955-C63CF872A3F1}"/>
                </a:ext>
              </a:extLst>
            </p:cNvPr>
            <p:cNvSpPr/>
            <p:nvPr/>
          </p:nvSpPr>
          <p:spPr>
            <a:xfrm>
              <a:off x="4776774" y="5554234"/>
              <a:ext cx="144833" cy="150525"/>
            </a:xfrm>
            <a:custGeom>
              <a:avLst/>
              <a:gdLst>
                <a:gd name="connsiteX0" fmla="*/ 129022 w 144833"/>
                <a:gd name="connsiteY0" fmla="*/ 15812 h 150525"/>
                <a:gd name="connsiteX1" fmla="*/ 129022 w 144833"/>
                <a:gd name="connsiteY1" fmla="*/ 134714 h 150525"/>
                <a:gd name="connsiteX2" fmla="*/ 15812 w 144833"/>
                <a:gd name="connsiteY2" fmla="*/ 134714 h 150525"/>
                <a:gd name="connsiteX3" fmla="*/ 15812 w 144833"/>
                <a:gd name="connsiteY3" fmla="*/ 15812 h 150525"/>
                <a:gd name="connsiteX4" fmla="*/ 129022 w 144833"/>
                <a:gd name="connsiteY4" fmla="*/ 15812 h 150525"/>
                <a:gd name="connsiteX5" fmla="*/ 144833 w 144833"/>
                <a:gd name="connsiteY5" fmla="*/ 0 h 150525"/>
                <a:gd name="connsiteX6" fmla="*/ 0 w 144833"/>
                <a:gd name="connsiteY6" fmla="*/ 0 h 150525"/>
                <a:gd name="connsiteX7" fmla="*/ 0 w 144833"/>
                <a:gd name="connsiteY7" fmla="*/ 150526 h 150525"/>
                <a:gd name="connsiteX8" fmla="*/ 144833 w 144833"/>
                <a:gd name="connsiteY8" fmla="*/ 150526 h 150525"/>
                <a:gd name="connsiteX9" fmla="*/ 144833 w 144833"/>
                <a:gd name="connsiteY9" fmla="*/ 0 h 150525"/>
                <a:gd name="connsiteX10" fmla="*/ 144833 w 144833"/>
                <a:gd name="connsiteY10" fmla="*/ 0 h 1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833" h="150525">
                  <a:moveTo>
                    <a:pt x="129022" y="15812"/>
                  </a:moveTo>
                  <a:lnTo>
                    <a:pt x="129022" y="134714"/>
                  </a:lnTo>
                  <a:lnTo>
                    <a:pt x="15812" y="134714"/>
                  </a:lnTo>
                  <a:lnTo>
                    <a:pt x="15812" y="15812"/>
                  </a:lnTo>
                  <a:lnTo>
                    <a:pt x="129022" y="15812"/>
                  </a:lnTo>
                  <a:moveTo>
                    <a:pt x="144833" y="0"/>
                  </a:moveTo>
                  <a:lnTo>
                    <a:pt x="0" y="0"/>
                  </a:lnTo>
                  <a:lnTo>
                    <a:pt x="0" y="150526"/>
                  </a:lnTo>
                  <a:lnTo>
                    <a:pt x="144833" y="150526"/>
                  </a:lnTo>
                  <a:lnTo>
                    <a:pt x="144833" y="0"/>
                  </a:lnTo>
                  <a:lnTo>
                    <a:pt x="144833" y="0"/>
                  </a:lnTo>
                  <a:close/>
                </a:path>
              </a:pathLst>
            </a:custGeom>
            <a:solidFill>
              <a:schemeClr val="accent2"/>
            </a:solidFill>
            <a:ln w="6271" cap="flat">
              <a:noFill/>
              <a:prstDash val="solid"/>
              <a:miter/>
            </a:ln>
          </p:spPr>
          <p:txBody>
            <a:bodyPr rtlCol="0" anchor="ctr"/>
            <a:lstStyle/>
            <a:p>
              <a:endParaRPr lang="en-US"/>
            </a:p>
          </p:txBody>
        </p:sp>
        <p:sp>
          <p:nvSpPr>
            <p:cNvPr id="83" name="Picture Placeholder 75">
              <a:extLst>
                <a:ext uri="{FF2B5EF4-FFF2-40B4-BE49-F238E27FC236}">
                  <a16:creationId xmlns:a16="http://schemas.microsoft.com/office/drawing/2014/main" id="{A7C0C8D9-0571-1D4A-8D45-E0DA2D737586}"/>
                </a:ext>
              </a:extLst>
            </p:cNvPr>
            <p:cNvSpPr/>
            <p:nvPr/>
          </p:nvSpPr>
          <p:spPr>
            <a:xfrm>
              <a:off x="4776774" y="5191202"/>
              <a:ext cx="201122" cy="208711"/>
            </a:xfrm>
            <a:custGeom>
              <a:avLst/>
              <a:gdLst>
                <a:gd name="connsiteX0" fmla="*/ 99929 w 201122"/>
                <a:gd name="connsiteY0" fmla="*/ 22769 h 208711"/>
                <a:gd name="connsiteX1" fmla="*/ 178354 w 201122"/>
                <a:gd name="connsiteY1" fmla="*/ 104356 h 208711"/>
                <a:gd name="connsiteX2" fmla="*/ 99929 w 201122"/>
                <a:gd name="connsiteY2" fmla="*/ 185943 h 208711"/>
                <a:gd name="connsiteX3" fmla="*/ 21504 w 201122"/>
                <a:gd name="connsiteY3" fmla="*/ 104356 h 208711"/>
                <a:gd name="connsiteX4" fmla="*/ 99929 w 201122"/>
                <a:gd name="connsiteY4" fmla="*/ 22769 h 208711"/>
                <a:gd name="connsiteX5" fmla="*/ 99929 w 201122"/>
                <a:gd name="connsiteY5" fmla="*/ 0 h 208711"/>
                <a:gd name="connsiteX6" fmla="*/ 0 w 201122"/>
                <a:gd name="connsiteY6" fmla="*/ 104356 h 208711"/>
                <a:gd name="connsiteX7" fmla="*/ 100561 w 201122"/>
                <a:gd name="connsiteY7" fmla="*/ 208712 h 208711"/>
                <a:gd name="connsiteX8" fmla="*/ 201122 w 201122"/>
                <a:gd name="connsiteY8" fmla="*/ 104356 h 208711"/>
                <a:gd name="connsiteX9" fmla="*/ 99929 w 201122"/>
                <a:gd name="connsiteY9" fmla="*/ 0 h 208711"/>
                <a:gd name="connsiteX10" fmla="*/ 99929 w 201122"/>
                <a:gd name="connsiteY10" fmla="*/ 0 h 20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1122" h="208711">
                  <a:moveTo>
                    <a:pt x="99929" y="22769"/>
                  </a:moveTo>
                  <a:lnTo>
                    <a:pt x="178354" y="104356"/>
                  </a:lnTo>
                  <a:lnTo>
                    <a:pt x="99929" y="185943"/>
                  </a:lnTo>
                  <a:lnTo>
                    <a:pt x="21504" y="104356"/>
                  </a:lnTo>
                  <a:lnTo>
                    <a:pt x="99929" y="22769"/>
                  </a:lnTo>
                  <a:moveTo>
                    <a:pt x="99929" y="0"/>
                  </a:moveTo>
                  <a:lnTo>
                    <a:pt x="0" y="104356"/>
                  </a:lnTo>
                  <a:lnTo>
                    <a:pt x="100561" y="208712"/>
                  </a:lnTo>
                  <a:lnTo>
                    <a:pt x="201122" y="104356"/>
                  </a:lnTo>
                  <a:lnTo>
                    <a:pt x="99929" y="0"/>
                  </a:lnTo>
                  <a:lnTo>
                    <a:pt x="99929" y="0"/>
                  </a:lnTo>
                  <a:close/>
                </a:path>
              </a:pathLst>
            </a:custGeom>
            <a:solidFill>
              <a:schemeClr val="accent2"/>
            </a:solidFill>
            <a:ln w="6271" cap="flat">
              <a:noFill/>
              <a:prstDash val="solid"/>
              <a:miter/>
            </a:ln>
          </p:spPr>
          <p:txBody>
            <a:bodyPr rtlCol="0" anchor="ctr"/>
            <a:lstStyle/>
            <a:p>
              <a:endParaRPr lang="en-US"/>
            </a:p>
          </p:txBody>
        </p:sp>
        <p:sp>
          <p:nvSpPr>
            <p:cNvPr id="84" name="Picture Placeholder 75">
              <a:extLst>
                <a:ext uri="{FF2B5EF4-FFF2-40B4-BE49-F238E27FC236}">
                  <a16:creationId xmlns:a16="http://schemas.microsoft.com/office/drawing/2014/main" id="{C7C5AD8D-FC7B-07EA-88AF-A3F902F6E319}"/>
                </a:ext>
              </a:extLst>
            </p:cNvPr>
            <p:cNvSpPr/>
            <p:nvPr/>
          </p:nvSpPr>
          <p:spPr>
            <a:xfrm>
              <a:off x="4409948" y="5085582"/>
              <a:ext cx="6324" cy="6324"/>
            </a:xfrm>
            <a:custGeom>
              <a:avLst/>
              <a:gdLst/>
              <a:ahLst/>
              <a:cxnLst/>
              <a:rect l="l" t="t" r="r" b="b"/>
              <a:pathLst>
                <a:path w="6324" h="6324"/>
              </a:pathLst>
            </a:custGeom>
            <a:solidFill>
              <a:schemeClr val="accent2"/>
            </a:solidFill>
            <a:ln w="6271" cap="flat">
              <a:noFill/>
              <a:prstDash val="solid"/>
              <a:miter/>
            </a:ln>
          </p:spPr>
          <p:txBody>
            <a:bodyPr rtlCol="0" anchor="ctr"/>
            <a:lstStyle/>
            <a:p>
              <a:endParaRPr lang="en-US"/>
            </a:p>
          </p:txBody>
        </p:sp>
        <p:sp>
          <p:nvSpPr>
            <p:cNvPr id="85" name="Picture Placeholder 75">
              <a:extLst>
                <a:ext uri="{FF2B5EF4-FFF2-40B4-BE49-F238E27FC236}">
                  <a16:creationId xmlns:a16="http://schemas.microsoft.com/office/drawing/2014/main" id="{B93824A7-6DDD-D65B-0BB3-296E7A01EFA4}"/>
                </a:ext>
              </a:extLst>
            </p:cNvPr>
            <p:cNvSpPr/>
            <p:nvPr/>
          </p:nvSpPr>
          <p:spPr>
            <a:xfrm>
              <a:off x="4503303" y="5247491"/>
              <a:ext cx="572872" cy="505967"/>
            </a:xfrm>
            <a:custGeom>
              <a:avLst/>
              <a:gdLst>
                <a:gd name="connsiteX0" fmla="*/ 453722 w 572872"/>
                <a:gd name="connsiteY0" fmla="*/ 505968 h 505967"/>
                <a:gd name="connsiteX1" fmla="*/ 119151 w 572872"/>
                <a:gd name="connsiteY1" fmla="*/ 505968 h 505967"/>
                <a:gd name="connsiteX2" fmla="*/ 111561 w 572872"/>
                <a:gd name="connsiteY2" fmla="*/ 499643 h 505967"/>
                <a:gd name="connsiteX3" fmla="*/ 248 w 572872"/>
                <a:gd name="connsiteY3" fmla="*/ 10119 h 505967"/>
                <a:gd name="connsiteX4" fmla="*/ 1513 w 572872"/>
                <a:gd name="connsiteY4" fmla="*/ 3162 h 505967"/>
                <a:gd name="connsiteX5" fmla="*/ 7838 w 572872"/>
                <a:gd name="connsiteY5" fmla="*/ 0 h 505967"/>
                <a:gd name="connsiteX6" fmla="*/ 272838 w 572872"/>
                <a:gd name="connsiteY6" fmla="*/ 0 h 505967"/>
                <a:gd name="connsiteX7" fmla="*/ 280428 w 572872"/>
                <a:gd name="connsiteY7" fmla="*/ 7590 h 505967"/>
                <a:gd name="connsiteX8" fmla="*/ 272838 w 572872"/>
                <a:gd name="connsiteY8" fmla="*/ 15179 h 505967"/>
                <a:gd name="connsiteX9" fmla="*/ 17957 w 572872"/>
                <a:gd name="connsiteY9" fmla="*/ 15179 h 505967"/>
                <a:gd name="connsiteX10" fmla="*/ 126108 w 572872"/>
                <a:gd name="connsiteY10" fmla="*/ 489524 h 505967"/>
                <a:gd name="connsiteX11" fmla="*/ 448030 w 572872"/>
                <a:gd name="connsiteY11" fmla="*/ 489524 h 505967"/>
                <a:gd name="connsiteX12" fmla="*/ 556180 w 572872"/>
                <a:gd name="connsiteY12" fmla="*/ 15179 h 505967"/>
                <a:gd name="connsiteX13" fmla="*/ 474593 w 572872"/>
                <a:gd name="connsiteY13" fmla="*/ 15179 h 505967"/>
                <a:gd name="connsiteX14" fmla="*/ 467004 w 572872"/>
                <a:gd name="connsiteY14" fmla="*/ 7590 h 505967"/>
                <a:gd name="connsiteX15" fmla="*/ 474593 w 572872"/>
                <a:gd name="connsiteY15" fmla="*/ 0 h 505967"/>
                <a:gd name="connsiteX16" fmla="*/ 565035 w 572872"/>
                <a:gd name="connsiteY16" fmla="*/ 0 h 505967"/>
                <a:gd name="connsiteX17" fmla="*/ 571360 w 572872"/>
                <a:gd name="connsiteY17" fmla="*/ 3162 h 505967"/>
                <a:gd name="connsiteX18" fmla="*/ 572624 w 572872"/>
                <a:gd name="connsiteY18" fmla="*/ 10119 h 505967"/>
                <a:gd name="connsiteX19" fmla="*/ 461311 w 572872"/>
                <a:gd name="connsiteY19" fmla="*/ 500276 h 505967"/>
                <a:gd name="connsiteX20" fmla="*/ 453722 w 572872"/>
                <a:gd name="connsiteY20" fmla="*/ 505968 h 50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2872" h="505967">
                  <a:moveTo>
                    <a:pt x="453722" y="505968"/>
                  </a:moveTo>
                  <a:lnTo>
                    <a:pt x="119151" y="505968"/>
                  </a:lnTo>
                  <a:cubicBezTo>
                    <a:pt x="115356" y="505968"/>
                    <a:pt x="112194" y="503438"/>
                    <a:pt x="111561" y="499643"/>
                  </a:cubicBezTo>
                  <a:lnTo>
                    <a:pt x="248" y="10119"/>
                  </a:lnTo>
                  <a:cubicBezTo>
                    <a:pt x="-384" y="7590"/>
                    <a:pt x="248" y="5060"/>
                    <a:pt x="1513" y="3162"/>
                  </a:cubicBezTo>
                  <a:cubicBezTo>
                    <a:pt x="2778" y="1265"/>
                    <a:pt x="5308" y="0"/>
                    <a:pt x="7838" y="0"/>
                  </a:cubicBezTo>
                  <a:lnTo>
                    <a:pt x="272838" y="0"/>
                  </a:lnTo>
                  <a:cubicBezTo>
                    <a:pt x="277266" y="0"/>
                    <a:pt x="280428" y="3795"/>
                    <a:pt x="280428" y="7590"/>
                  </a:cubicBezTo>
                  <a:cubicBezTo>
                    <a:pt x="280428" y="11384"/>
                    <a:pt x="276633" y="15179"/>
                    <a:pt x="272838" y="15179"/>
                  </a:cubicBezTo>
                  <a:lnTo>
                    <a:pt x="17957" y="15179"/>
                  </a:lnTo>
                  <a:lnTo>
                    <a:pt x="126108" y="489524"/>
                  </a:lnTo>
                  <a:lnTo>
                    <a:pt x="448030" y="489524"/>
                  </a:lnTo>
                  <a:lnTo>
                    <a:pt x="556180" y="15179"/>
                  </a:lnTo>
                  <a:lnTo>
                    <a:pt x="474593" y="15179"/>
                  </a:lnTo>
                  <a:cubicBezTo>
                    <a:pt x="470166" y="15179"/>
                    <a:pt x="467004" y="11384"/>
                    <a:pt x="467004" y="7590"/>
                  </a:cubicBezTo>
                  <a:cubicBezTo>
                    <a:pt x="467004" y="3795"/>
                    <a:pt x="470798" y="0"/>
                    <a:pt x="474593" y="0"/>
                  </a:cubicBezTo>
                  <a:lnTo>
                    <a:pt x="565035" y="0"/>
                  </a:lnTo>
                  <a:cubicBezTo>
                    <a:pt x="567565" y="0"/>
                    <a:pt x="569462" y="1265"/>
                    <a:pt x="571360" y="3162"/>
                  </a:cubicBezTo>
                  <a:cubicBezTo>
                    <a:pt x="572624" y="5060"/>
                    <a:pt x="573257" y="7590"/>
                    <a:pt x="572624" y="10119"/>
                  </a:cubicBezTo>
                  <a:lnTo>
                    <a:pt x="461311" y="500276"/>
                  </a:lnTo>
                  <a:cubicBezTo>
                    <a:pt x="460679" y="503438"/>
                    <a:pt x="457517" y="505968"/>
                    <a:pt x="453722" y="505968"/>
                  </a:cubicBezTo>
                  <a:close/>
                </a:path>
              </a:pathLst>
            </a:custGeom>
            <a:solidFill>
              <a:schemeClr val="accent2"/>
            </a:solidFill>
            <a:ln w="6271" cap="flat">
              <a:noFill/>
              <a:prstDash val="solid"/>
              <a:miter/>
            </a:ln>
          </p:spPr>
          <p:txBody>
            <a:bodyPr rtlCol="0" anchor="ctr"/>
            <a:lstStyle/>
            <a:p>
              <a:endParaRPr lang="en-US"/>
            </a:p>
          </p:txBody>
        </p:sp>
      </p:grpSp>
      <p:grpSp>
        <p:nvGrpSpPr>
          <p:cNvPr id="92" name="Picture Placeholder 75" descr="vSAN Object Storage&#10;">
            <a:extLst>
              <a:ext uri="{FF2B5EF4-FFF2-40B4-BE49-F238E27FC236}">
                <a16:creationId xmlns:a16="http://schemas.microsoft.com/office/drawing/2014/main" id="{D7CA5050-CEF2-6E25-A3C1-A8670F3B8945}"/>
              </a:ext>
            </a:extLst>
          </p:cNvPr>
          <p:cNvGrpSpPr>
            <a:grpSpLocks noChangeAspect="1"/>
          </p:cNvGrpSpPr>
          <p:nvPr/>
        </p:nvGrpSpPr>
        <p:grpSpPr>
          <a:xfrm>
            <a:off x="4383777" y="3125860"/>
            <a:ext cx="415009" cy="416036"/>
            <a:chOff x="4409948" y="5085582"/>
            <a:chExt cx="666228" cy="667877"/>
          </a:xfrm>
          <a:solidFill>
            <a:schemeClr val="accent2"/>
          </a:solidFill>
        </p:grpSpPr>
        <p:sp>
          <p:nvSpPr>
            <p:cNvPr id="107" name="Picture Placeholder 75">
              <a:extLst>
                <a:ext uri="{FF2B5EF4-FFF2-40B4-BE49-F238E27FC236}">
                  <a16:creationId xmlns:a16="http://schemas.microsoft.com/office/drawing/2014/main" id="{B75456B7-80B6-F180-8F49-6F2952D1962F}"/>
                </a:ext>
              </a:extLst>
            </p:cNvPr>
            <p:cNvSpPr/>
            <p:nvPr/>
          </p:nvSpPr>
          <p:spPr>
            <a:xfrm>
              <a:off x="4609172" y="5442289"/>
              <a:ext cx="146739" cy="153055"/>
            </a:xfrm>
            <a:custGeom>
              <a:avLst/>
              <a:gdLst>
                <a:gd name="connsiteX0" fmla="*/ 73365 w 146739"/>
                <a:gd name="connsiteY0" fmla="*/ 15812 h 153055"/>
                <a:gd name="connsiteX1" fmla="*/ 130919 w 146739"/>
                <a:gd name="connsiteY1" fmla="*/ 76528 h 153055"/>
                <a:gd name="connsiteX2" fmla="*/ 73365 w 146739"/>
                <a:gd name="connsiteY2" fmla="*/ 137244 h 153055"/>
                <a:gd name="connsiteX3" fmla="*/ 15812 w 146739"/>
                <a:gd name="connsiteY3" fmla="*/ 76528 h 153055"/>
                <a:gd name="connsiteX4" fmla="*/ 73365 w 146739"/>
                <a:gd name="connsiteY4" fmla="*/ 15812 h 153055"/>
                <a:gd name="connsiteX5" fmla="*/ 73365 w 146739"/>
                <a:gd name="connsiteY5" fmla="*/ 0 h 153055"/>
                <a:gd name="connsiteX6" fmla="*/ 0 w 146739"/>
                <a:gd name="connsiteY6" fmla="*/ 76528 h 153055"/>
                <a:gd name="connsiteX7" fmla="*/ 73365 w 146739"/>
                <a:gd name="connsiteY7" fmla="*/ 153055 h 153055"/>
                <a:gd name="connsiteX8" fmla="*/ 146731 w 146739"/>
                <a:gd name="connsiteY8" fmla="*/ 76528 h 153055"/>
                <a:gd name="connsiteX9" fmla="*/ 73365 w 146739"/>
                <a:gd name="connsiteY9" fmla="*/ 0 h 153055"/>
                <a:gd name="connsiteX10" fmla="*/ 73365 w 146739"/>
                <a:gd name="connsiteY10" fmla="*/ 0 h 15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739" h="153055">
                  <a:moveTo>
                    <a:pt x="73365" y="15812"/>
                  </a:moveTo>
                  <a:cubicBezTo>
                    <a:pt x="104988" y="15812"/>
                    <a:pt x="130919" y="43007"/>
                    <a:pt x="130919" y="76528"/>
                  </a:cubicBezTo>
                  <a:cubicBezTo>
                    <a:pt x="130919" y="110048"/>
                    <a:pt x="104988" y="137244"/>
                    <a:pt x="73365" y="137244"/>
                  </a:cubicBezTo>
                  <a:cubicBezTo>
                    <a:pt x="41742" y="137244"/>
                    <a:pt x="15812" y="110048"/>
                    <a:pt x="15812" y="76528"/>
                  </a:cubicBezTo>
                  <a:cubicBezTo>
                    <a:pt x="15812" y="43007"/>
                    <a:pt x="41742" y="15812"/>
                    <a:pt x="73365" y="15812"/>
                  </a:cubicBezTo>
                  <a:moveTo>
                    <a:pt x="73365" y="0"/>
                  </a:moveTo>
                  <a:cubicBezTo>
                    <a:pt x="32888" y="0"/>
                    <a:pt x="0" y="34153"/>
                    <a:pt x="0" y="76528"/>
                  </a:cubicBezTo>
                  <a:cubicBezTo>
                    <a:pt x="0" y="118902"/>
                    <a:pt x="32888" y="153055"/>
                    <a:pt x="73365" y="153055"/>
                  </a:cubicBezTo>
                  <a:cubicBezTo>
                    <a:pt x="113843" y="153055"/>
                    <a:pt x="146731" y="118902"/>
                    <a:pt x="146731" y="76528"/>
                  </a:cubicBezTo>
                  <a:cubicBezTo>
                    <a:pt x="147363" y="34153"/>
                    <a:pt x="113843" y="0"/>
                    <a:pt x="73365" y="0"/>
                  </a:cubicBezTo>
                  <a:lnTo>
                    <a:pt x="73365" y="0"/>
                  </a:lnTo>
                  <a:close/>
                </a:path>
              </a:pathLst>
            </a:custGeom>
            <a:solidFill>
              <a:schemeClr val="accent2"/>
            </a:solidFill>
            <a:ln w="6271" cap="flat">
              <a:noFill/>
              <a:prstDash val="solid"/>
              <a:miter/>
            </a:ln>
          </p:spPr>
          <p:txBody>
            <a:bodyPr rtlCol="0" anchor="ctr"/>
            <a:lstStyle/>
            <a:p>
              <a:endParaRPr lang="en-US"/>
            </a:p>
          </p:txBody>
        </p:sp>
        <p:sp>
          <p:nvSpPr>
            <p:cNvPr id="108" name="Picture Placeholder 75">
              <a:extLst>
                <a:ext uri="{FF2B5EF4-FFF2-40B4-BE49-F238E27FC236}">
                  <a16:creationId xmlns:a16="http://schemas.microsoft.com/office/drawing/2014/main" id="{BD1E8972-76E8-B466-392F-01E98860B6AE}"/>
                </a:ext>
              </a:extLst>
            </p:cNvPr>
            <p:cNvSpPr/>
            <p:nvPr/>
          </p:nvSpPr>
          <p:spPr>
            <a:xfrm>
              <a:off x="4776774" y="5554234"/>
              <a:ext cx="144833" cy="150525"/>
            </a:xfrm>
            <a:custGeom>
              <a:avLst/>
              <a:gdLst>
                <a:gd name="connsiteX0" fmla="*/ 129022 w 144833"/>
                <a:gd name="connsiteY0" fmla="*/ 15812 h 150525"/>
                <a:gd name="connsiteX1" fmla="*/ 129022 w 144833"/>
                <a:gd name="connsiteY1" fmla="*/ 134714 h 150525"/>
                <a:gd name="connsiteX2" fmla="*/ 15812 w 144833"/>
                <a:gd name="connsiteY2" fmla="*/ 134714 h 150525"/>
                <a:gd name="connsiteX3" fmla="*/ 15812 w 144833"/>
                <a:gd name="connsiteY3" fmla="*/ 15812 h 150525"/>
                <a:gd name="connsiteX4" fmla="*/ 129022 w 144833"/>
                <a:gd name="connsiteY4" fmla="*/ 15812 h 150525"/>
                <a:gd name="connsiteX5" fmla="*/ 144833 w 144833"/>
                <a:gd name="connsiteY5" fmla="*/ 0 h 150525"/>
                <a:gd name="connsiteX6" fmla="*/ 0 w 144833"/>
                <a:gd name="connsiteY6" fmla="*/ 0 h 150525"/>
                <a:gd name="connsiteX7" fmla="*/ 0 w 144833"/>
                <a:gd name="connsiteY7" fmla="*/ 150526 h 150525"/>
                <a:gd name="connsiteX8" fmla="*/ 144833 w 144833"/>
                <a:gd name="connsiteY8" fmla="*/ 150526 h 150525"/>
                <a:gd name="connsiteX9" fmla="*/ 144833 w 144833"/>
                <a:gd name="connsiteY9" fmla="*/ 0 h 150525"/>
                <a:gd name="connsiteX10" fmla="*/ 144833 w 144833"/>
                <a:gd name="connsiteY10" fmla="*/ 0 h 1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833" h="150525">
                  <a:moveTo>
                    <a:pt x="129022" y="15812"/>
                  </a:moveTo>
                  <a:lnTo>
                    <a:pt x="129022" y="134714"/>
                  </a:lnTo>
                  <a:lnTo>
                    <a:pt x="15812" y="134714"/>
                  </a:lnTo>
                  <a:lnTo>
                    <a:pt x="15812" y="15812"/>
                  </a:lnTo>
                  <a:lnTo>
                    <a:pt x="129022" y="15812"/>
                  </a:lnTo>
                  <a:moveTo>
                    <a:pt x="144833" y="0"/>
                  </a:moveTo>
                  <a:lnTo>
                    <a:pt x="0" y="0"/>
                  </a:lnTo>
                  <a:lnTo>
                    <a:pt x="0" y="150526"/>
                  </a:lnTo>
                  <a:lnTo>
                    <a:pt x="144833" y="150526"/>
                  </a:lnTo>
                  <a:lnTo>
                    <a:pt x="144833" y="0"/>
                  </a:lnTo>
                  <a:lnTo>
                    <a:pt x="144833" y="0"/>
                  </a:lnTo>
                  <a:close/>
                </a:path>
              </a:pathLst>
            </a:custGeom>
            <a:solidFill>
              <a:schemeClr val="accent2"/>
            </a:solidFill>
            <a:ln w="6271" cap="flat">
              <a:noFill/>
              <a:prstDash val="solid"/>
              <a:miter/>
            </a:ln>
          </p:spPr>
          <p:txBody>
            <a:bodyPr rtlCol="0" anchor="ctr"/>
            <a:lstStyle/>
            <a:p>
              <a:endParaRPr lang="en-US"/>
            </a:p>
          </p:txBody>
        </p:sp>
        <p:sp>
          <p:nvSpPr>
            <p:cNvPr id="109" name="Picture Placeholder 75">
              <a:extLst>
                <a:ext uri="{FF2B5EF4-FFF2-40B4-BE49-F238E27FC236}">
                  <a16:creationId xmlns:a16="http://schemas.microsoft.com/office/drawing/2014/main" id="{8F020A69-8426-0EC7-28B1-A712FD20154B}"/>
                </a:ext>
              </a:extLst>
            </p:cNvPr>
            <p:cNvSpPr/>
            <p:nvPr/>
          </p:nvSpPr>
          <p:spPr>
            <a:xfrm>
              <a:off x="4776774" y="5191202"/>
              <a:ext cx="201122" cy="208711"/>
            </a:xfrm>
            <a:custGeom>
              <a:avLst/>
              <a:gdLst>
                <a:gd name="connsiteX0" fmla="*/ 99929 w 201122"/>
                <a:gd name="connsiteY0" fmla="*/ 22769 h 208711"/>
                <a:gd name="connsiteX1" fmla="*/ 178354 w 201122"/>
                <a:gd name="connsiteY1" fmla="*/ 104356 h 208711"/>
                <a:gd name="connsiteX2" fmla="*/ 99929 w 201122"/>
                <a:gd name="connsiteY2" fmla="*/ 185943 h 208711"/>
                <a:gd name="connsiteX3" fmla="*/ 21504 w 201122"/>
                <a:gd name="connsiteY3" fmla="*/ 104356 h 208711"/>
                <a:gd name="connsiteX4" fmla="*/ 99929 w 201122"/>
                <a:gd name="connsiteY4" fmla="*/ 22769 h 208711"/>
                <a:gd name="connsiteX5" fmla="*/ 99929 w 201122"/>
                <a:gd name="connsiteY5" fmla="*/ 0 h 208711"/>
                <a:gd name="connsiteX6" fmla="*/ 0 w 201122"/>
                <a:gd name="connsiteY6" fmla="*/ 104356 h 208711"/>
                <a:gd name="connsiteX7" fmla="*/ 100561 w 201122"/>
                <a:gd name="connsiteY7" fmla="*/ 208712 h 208711"/>
                <a:gd name="connsiteX8" fmla="*/ 201122 w 201122"/>
                <a:gd name="connsiteY8" fmla="*/ 104356 h 208711"/>
                <a:gd name="connsiteX9" fmla="*/ 99929 w 201122"/>
                <a:gd name="connsiteY9" fmla="*/ 0 h 208711"/>
                <a:gd name="connsiteX10" fmla="*/ 99929 w 201122"/>
                <a:gd name="connsiteY10" fmla="*/ 0 h 20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1122" h="208711">
                  <a:moveTo>
                    <a:pt x="99929" y="22769"/>
                  </a:moveTo>
                  <a:lnTo>
                    <a:pt x="178354" y="104356"/>
                  </a:lnTo>
                  <a:lnTo>
                    <a:pt x="99929" y="185943"/>
                  </a:lnTo>
                  <a:lnTo>
                    <a:pt x="21504" y="104356"/>
                  </a:lnTo>
                  <a:lnTo>
                    <a:pt x="99929" y="22769"/>
                  </a:lnTo>
                  <a:moveTo>
                    <a:pt x="99929" y="0"/>
                  </a:moveTo>
                  <a:lnTo>
                    <a:pt x="0" y="104356"/>
                  </a:lnTo>
                  <a:lnTo>
                    <a:pt x="100561" y="208712"/>
                  </a:lnTo>
                  <a:lnTo>
                    <a:pt x="201122" y="104356"/>
                  </a:lnTo>
                  <a:lnTo>
                    <a:pt x="99929" y="0"/>
                  </a:lnTo>
                  <a:lnTo>
                    <a:pt x="99929" y="0"/>
                  </a:lnTo>
                  <a:close/>
                </a:path>
              </a:pathLst>
            </a:custGeom>
            <a:solidFill>
              <a:schemeClr val="accent2"/>
            </a:solidFill>
            <a:ln w="6271" cap="flat">
              <a:noFill/>
              <a:prstDash val="solid"/>
              <a:miter/>
            </a:ln>
          </p:spPr>
          <p:txBody>
            <a:bodyPr rtlCol="0" anchor="ctr"/>
            <a:lstStyle/>
            <a:p>
              <a:endParaRPr lang="en-US"/>
            </a:p>
          </p:txBody>
        </p:sp>
        <p:sp>
          <p:nvSpPr>
            <p:cNvPr id="110" name="Picture Placeholder 75">
              <a:extLst>
                <a:ext uri="{FF2B5EF4-FFF2-40B4-BE49-F238E27FC236}">
                  <a16:creationId xmlns:a16="http://schemas.microsoft.com/office/drawing/2014/main" id="{77EC3656-1192-998E-895B-48D757DEFD53}"/>
                </a:ext>
              </a:extLst>
            </p:cNvPr>
            <p:cNvSpPr/>
            <p:nvPr/>
          </p:nvSpPr>
          <p:spPr>
            <a:xfrm>
              <a:off x="4409948" y="5085582"/>
              <a:ext cx="6324" cy="6324"/>
            </a:xfrm>
            <a:custGeom>
              <a:avLst/>
              <a:gdLst/>
              <a:ahLst/>
              <a:cxnLst/>
              <a:rect l="l" t="t" r="r" b="b"/>
              <a:pathLst>
                <a:path w="6324" h="6324"/>
              </a:pathLst>
            </a:custGeom>
            <a:solidFill>
              <a:schemeClr val="accent2"/>
            </a:solidFill>
            <a:ln w="6271" cap="flat">
              <a:noFill/>
              <a:prstDash val="solid"/>
              <a:miter/>
            </a:ln>
          </p:spPr>
          <p:txBody>
            <a:bodyPr rtlCol="0" anchor="ctr"/>
            <a:lstStyle/>
            <a:p>
              <a:endParaRPr lang="en-US"/>
            </a:p>
          </p:txBody>
        </p:sp>
        <p:sp>
          <p:nvSpPr>
            <p:cNvPr id="111" name="Picture Placeholder 75">
              <a:extLst>
                <a:ext uri="{FF2B5EF4-FFF2-40B4-BE49-F238E27FC236}">
                  <a16:creationId xmlns:a16="http://schemas.microsoft.com/office/drawing/2014/main" id="{B72B4B1D-F507-F457-B9F2-0B48171C9739}"/>
                </a:ext>
              </a:extLst>
            </p:cNvPr>
            <p:cNvSpPr/>
            <p:nvPr/>
          </p:nvSpPr>
          <p:spPr>
            <a:xfrm>
              <a:off x="4503303" y="5247491"/>
              <a:ext cx="572872" cy="505967"/>
            </a:xfrm>
            <a:custGeom>
              <a:avLst/>
              <a:gdLst>
                <a:gd name="connsiteX0" fmla="*/ 453722 w 572872"/>
                <a:gd name="connsiteY0" fmla="*/ 505968 h 505967"/>
                <a:gd name="connsiteX1" fmla="*/ 119151 w 572872"/>
                <a:gd name="connsiteY1" fmla="*/ 505968 h 505967"/>
                <a:gd name="connsiteX2" fmla="*/ 111561 w 572872"/>
                <a:gd name="connsiteY2" fmla="*/ 499643 h 505967"/>
                <a:gd name="connsiteX3" fmla="*/ 248 w 572872"/>
                <a:gd name="connsiteY3" fmla="*/ 10119 h 505967"/>
                <a:gd name="connsiteX4" fmla="*/ 1513 w 572872"/>
                <a:gd name="connsiteY4" fmla="*/ 3162 h 505967"/>
                <a:gd name="connsiteX5" fmla="*/ 7838 w 572872"/>
                <a:gd name="connsiteY5" fmla="*/ 0 h 505967"/>
                <a:gd name="connsiteX6" fmla="*/ 272838 w 572872"/>
                <a:gd name="connsiteY6" fmla="*/ 0 h 505967"/>
                <a:gd name="connsiteX7" fmla="*/ 280428 w 572872"/>
                <a:gd name="connsiteY7" fmla="*/ 7590 h 505967"/>
                <a:gd name="connsiteX8" fmla="*/ 272838 w 572872"/>
                <a:gd name="connsiteY8" fmla="*/ 15179 h 505967"/>
                <a:gd name="connsiteX9" fmla="*/ 17957 w 572872"/>
                <a:gd name="connsiteY9" fmla="*/ 15179 h 505967"/>
                <a:gd name="connsiteX10" fmla="*/ 126108 w 572872"/>
                <a:gd name="connsiteY10" fmla="*/ 489524 h 505967"/>
                <a:gd name="connsiteX11" fmla="*/ 448030 w 572872"/>
                <a:gd name="connsiteY11" fmla="*/ 489524 h 505967"/>
                <a:gd name="connsiteX12" fmla="*/ 556180 w 572872"/>
                <a:gd name="connsiteY12" fmla="*/ 15179 h 505967"/>
                <a:gd name="connsiteX13" fmla="*/ 474593 w 572872"/>
                <a:gd name="connsiteY13" fmla="*/ 15179 h 505967"/>
                <a:gd name="connsiteX14" fmla="*/ 467004 w 572872"/>
                <a:gd name="connsiteY14" fmla="*/ 7590 h 505967"/>
                <a:gd name="connsiteX15" fmla="*/ 474593 w 572872"/>
                <a:gd name="connsiteY15" fmla="*/ 0 h 505967"/>
                <a:gd name="connsiteX16" fmla="*/ 565035 w 572872"/>
                <a:gd name="connsiteY16" fmla="*/ 0 h 505967"/>
                <a:gd name="connsiteX17" fmla="*/ 571360 w 572872"/>
                <a:gd name="connsiteY17" fmla="*/ 3162 h 505967"/>
                <a:gd name="connsiteX18" fmla="*/ 572624 w 572872"/>
                <a:gd name="connsiteY18" fmla="*/ 10119 h 505967"/>
                <a:gd name="connsiteX19" fmla="*/ 461311 w 572872"/>
                <a:gd name="connsiteY19" fmla="*/ 500276 h 505967"/>
                <a:gd name="connsiteX20" fmla="*/ 453722 w 572872"/>
                <a:gd name="connsiteY20" fmla="*/ 505968 h 50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2872" h="505967">
                  <a:moveTo>
                    <a:pt x="453722" y="505968"/>
                  </a:moveTo>
                  <a:lnTo>
                    <a:pt x="119151" y="505968"/>
                  </a:lnTo>
                  <a:cubicBezTo>
                    <a:pt x="115356" y="505968"/>
                    <a:pt x="112194" y="503438"/>
                    <a:pt x="111561" y="499643"/>
                  </a:cubicBezTo>
                  <a:lnTo>
                    <a:pt x="248" y="10119"/>
                  </a:lnTo>
                  <a:cubicBezTo>
                    <a:pt x="-384" y="7590"/>
                    <a:pt x="248" y="5060"/>
                    <a:pt x="1513" y="3162"/>
                  </a:cubicBezTo>
                  <a:cubicBezTo>
                    <a:pt x="2778" y="1265"/>
                    <a:pt x="5308" y="0"/>
                    <a:pt x="7838" y="0"/>
                  </a:cubicBezTo>
                  <a:lnTo>
                    <a:pt x="272838" y="0"/>
                  </a:lnTo>
                  <a:cubicBezTo>
                    <a:pt x="277266" y="0"/>
                    <a:pt x="280428" y="3795"/>
                    <a:pt x="280428" y="7590"/>
                  </a:cubicBezTo>
                  <a:cubicBezTo>
                    <a:pt x="280428" y="11384"/>
                    <a:pt x="276633" y="15179"/>
                    <a:pt x="272838" y="15179"/>
                  </a:cubicBezTo>
                  <a:lnTo>
                    <a:pt x="17957" y="15179"/>
                  </a:lnTo>
                  <a:lnTo>
                    <a:pt x="126108" y="489524"/>
                  </a:lnTo>
                  <a:lnTo>
                    <a:pt x="448030" y="489524"/>
                  </a:lnTo>
                  <a:lnTo>
                    <a:pt x="556180" y="15179"/>
                  </a:lnTo>
                  <a:lnTo>
                    <a:pt x="474593" y="15179"/>
                  </a:lnTo>
                  <a:cubicBezTo>
                    <a:pt x="470166" y="15179"/>
                    <a:pt x="467004" y="11384"/>
                    <a:pt x="467004" y="7590"/>
                  </a:cubicBezTo>
                  <a:cubicBezTo>
                    <a:pt x="467004" y="3795"/>
                    <a:pt x="470798" y="0"/>
                    <a:pt x="474593" y="0"/>
                  </a:cubicBezTo>
                  <a:lnTo>
                    <a:pt x="565035" y="0"/>
                  </a:lnTo>
                  <a:cubicBezTo>
                    <a:pt x="567565" y="0"/>
                    <a:pt x="569462" y="1265"/>
                    <a:pt x="571360" y="3162"/>
                  </a:cubicBezTo>
                  <a:cubicBezTo>
                    <a:pt x="572624" y="5060"/>
                    <a:pt x="573257" y="7590"/>
                    <a:pt x="572624" y="10119"/>
                  </a:cubicBezTo>
                  <a:lnTo>
                    <a:pt x="461311" y="500276"/>
                  </a:lnTo>
                  <a:cubicBezTo>
                    <a:pt x="460679" y="503438"/>
                    <a:pt x="457517" y="505968"/>
                    <a:pt x="453722" y="505968"/>
                  </a:cubicBezTo>
                  <a:close/>
                </a:path>
              </a:pathLst>
            </a:custGeom>
            <a:solidFill>
              <a:schemeClr val="accent2"/>
            </a:solidFill>
            <a:ln w="6271" cap="flat">
              <a:noFill/>
              <a:prstDash val="solid"/>
              <a:miter/>
            </a:ln>
          </p:spPr>
          <p:txBody>
            <a:bodyPr rtlCol="0" anchor="ctr"/>
            <a:lstStyle/>
            <a:p>
              <a:endParaRPr lang="en-US"/>
            </a:p>
          </p:txBody>
        </p:sp>
      </p:grpSp>
      <p:sp>
        <p:nvSpPr>
          <p:cNvPr id="93" name="Rectangle 92">
            <a:extLst>
              <a:ext uri="{FF2B5EF4-FFF2-40B4-BE49-F238E27FC236}">
                <a16:creationId xmlns:a16="http://schemas.microsoft.com/office/drawing/2014/main" id="{283342B6-2EED-CD6B-4426-2F90E697F59D}"/>
              </a:ext>
            </a:extLst>
          </p:cNvPr>
          <p:cNvSpPr/>
          <p:nvPr/>
        </p:nvSpPr>
        <p:spPr bwMode="gray">
          <a:xfrm>
            <a:off x="3775170" y="3798828"/>
            <a:ext cx="1154515" cy="200748"/>
          </a:xfrm>
          <a:prstGeom prst="rect">
            <a:avLst/>
          </a:prstGeom>
          <a:solidFill>
            <a:schemeClr val="bg1">
              <a:lumMod val="65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200" dirty="0">
                <a:solidFill>
                  <a:schemeClr val="bg1"/>
                </a:solidFill>
              </a:rPr>
              <a:t>Project</a:t>
            </a:r>
          </a:p>
        </p:txBody>
      </p:sp>
      <p:sp>
        <p:nvSpPr>
          <p:cNvPr id="94" name="Rectangle 93">
            <a:extLst>
              <a:ext uri="{FF2B5EF4-FFF2-40B4-BE49-F238E27FC236}">
                <a16:creationId xmlns:a16="http://schemas.microsoft.com/office/drawing/2014/main" id="{C3527E46-6836-DF5A-D3A5-E074F91614A8}"/>
              </a:ext>
            </a:extLst>
          </p:cNvPr>
          <p:cNvSpPr/>
          <p:nvPr/>
        </p:nvSpPr>
        <p:spPr bwMode="gray">
          <a:xfrm>
            <a:off x="2471496" y="3798828"/>
            <a:ext cx="1154515" cy="200748"/>
          </a:xfrm>
          <a:prstGeom prst="rect">
            <a:avLst/>
          </a:prstGeom>
          <a:solidFill>
            <a:schemeClr val="bg1">
              <a:lumMod val="65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200" dirty="0">
                <a:solidFill>
                  <a:schemeClr val="bg1"/>
                </a:solidFill>
              </a:rPr>
              <a:t>Project</a:t>
            </a:r>
          </a:p>
        </p:txBody>
      </p:sp>
      <p:grpSp>
        <p:nvGrpSpPr>
          <p:cNvPr id="95" name="Picture Placeholder 75" descr="vSAN Object Storage&#10;">
            <a:extLst>
              <a:ext uri="{FF2B5EF4-FFF2-40B4-BE49-F238E27FC236}">
                <a16:creationId xmlns:a16="http://schemas.microsoft.com/office/drawing/2014/main" id="{266330EC-C846-3E72-FDF8-ACC9A4FEEAC9}"/>
              </a:ext>
            </a:extLst>
          </p:cNvPr>
          <p:cNvGrpSpPr>
            <a:grpSpLocks noChangeAspect="1"/>
          </p:cNvGrpSpPr>
          <p:nvPr/>
        </p:nvGrpSpPr>
        <p:grpSpPr>
          <a:xfrm>
            <a:off x="3863397" y="3125860"/>
            <a:ext cx="415009" cy="416036"/>
            <a:chOff x="4409948" y="5085582"/>
            <a:chExt cx="666228" cy="667877"/>
          </a:xfrm>
          <a:solidFill>
            <a:schemeClr val="accent2"/>
          </a:solidFill>
        </p:grpSpPr>
        <p:sp>
          <p:nvSpPr>
            <p:cNvPr id="102" name="Picture Placeholder 75">
              <a:extLst>
                <a:ext uri="{FF2B5EF4-FFF2-40B4-BE49-F238E27FC236}">
                  <a16:creationId xmlns:a16="http://schemas.microsoft.com/office/drawing/2014/main" id="{723FAA21-5794-E425-64CB-5C13CA8CA21E}"/>
                </a:ext>
              </a:extLst>
            </p:cNvPr>
            <p:cNvSpPr/>
            <p:nvPr/>
          </p:nvSpPr>
          <p:spPr>
            <a:xfrm>
              <a:off x="4609172" y="5442289"/>
              <a:ext cx="146739" cy="153055"/>
            </a:xfrm>
            <a:custGeom>
              <a:avLst/>
              <a:gdLst>
                <a:gd name="connsiteX0" fmla="*/ 73365 w 146739"/>
                <a:gd name="connsiteY0" fmla="*/ 15812 h 153055"/>
                <a:gd name="connsiteX1" fmla="*/ 130919 w 146739"/>
                <a:gd name="connsiteY1" fmla="*/ 76528 h 153055"/>
                <a:gd name="connsiteX2" fmla="*/ 73365 w 146739"/>
                <a:gd name="connsiteY2" fmla="*/ 137244 h 153055"/>
                <a:gd name="connsiteX3" fmla="*/ 15812 w 146739"/>
                <a:gd name="connsiteY3" fmla="*/ 76528 h 153055"/>
                <a:gd name="connsiteX4" fmla="*/ 73365 w 146739"/>
                <a:gd name="connsiteY4" fmla="*/ 15812 h 153055"/>
                <a:gd name="connsiteX5" fmla="*/ 73365 w 146739"/>
                <a:gd name="connsiteY5" fmla="*/ 0 h 153055"/>
                <a:gd name="connsiteX6" fmla="*/ 0 w 146739"/>
                <a:gd name="connsiteY6" fmla="*/ 76528 h 153055"/>
                <a:gd name="connsiteX7" fmla="*/ 73365 w 146739"/>
                <a:gd name="connsiteY7" fmla="*/ 153055 h 153055"/>
                <a:gd name="connsiteX8" fmla="*/ 146731 w 146739"/>
                <a:gd name="connsiteY8" fmla="*/ 76528 h 153055"/>
                <a:gd name="connsiteX9" fmla="*/ 73365 w 146739"/>
                <a:gd name="connsiteY9" fmla="*/ 0 h 153055"/>
                <a:gd name="connsiteX10" fmla="*/ 73365 w 146739"/>
                <a:gd name="connsiteY10" fmla="*/ 0 h 15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739" h="153055">
                  <a:moveTo>
                    <a:pt x="73365" y="15812"/>
                  </a:moveTo>
                  <a:cubicBezTo>
                    <a:pt x="104988" y="15812"/>
                    <a:pt x="130919" y="43007"/>
                    <a:pt x="130919" y="76528"/>
                  </a:cubicBezTo>
                  <a:cubicBezTo>
                    <a:pt x="130919" y="110048"/>
                    <a:pt x="104988" y="137244"/>
                    <a:pt x="73365" y="137244"/>
                  </a:cubicBezTo>
                  <a:cubicBezTo>
                    <a:pt x="41742" y="137244"/>
                    <a:pt x="15812" y="110048"/>
                    <a:pt x="15812" y="76528"/>
                  </a:cubicBezTo>
                  <a:cubicBezTo>
                    <a:pt x="15812" y="43007"/>
                    <a:pt x="41742" y="15812"/>
                    <a:pt x="73365" y="15812"/>
                  </a:cubicBezTo>
                  <a:moveTo>
                    <a:pt x="73365" y="0"/>
                  </a:moveTo>
                  <a:cubicBezTo>
                    <a:pt x="32888" y="0"/>
                    <a:pt x="0" y="34153"/>
                    <a:pt x="0" y="76528"/>
                  </a:cubicBezTo>
                  <a:cubicBezTo>
                    <a:pt x="0" y="118902"/>
                    <a:pt x="32888" y="153055"/>
                    <a:pt x="73365" y="153055"/>
                  </a:cubicBezTo>
                  <a:cubicBezTo>
                    <a:pt x="113843" y="153055"/>
                    <a:pt x="146731" y="118902"/>
                    <a:pt x="146731" y="76528"/>
                  </a:cubicBezTo>
                  <a:cubicBezTo>
                    <a:pt x="147363" y="34153"/>
                    <a:pt x="113843" y="0"/>
                    <a:pt x="73365" y="0"/>
                  </a:cubicBezTo>
                  <a:lnTo>
                    <a:pt x="73365" y="0"/>
                  </a:lnTo>
                  <a:close/>
                </a:path>
              </a:pathLst>
            </a:custGeom>
            <a:solidFill>
              <a:schemeClr val="accent2"/>
            </a:solidFill>
            <a:ln w="6271" cap="flat">
              <a:noFill/>
              <a:prstDash val="solid"/>
              <a:miter/>
            </a:ln>
          </p:spPr>
          <p:txBody>
            <a:bodyPr rtlCol="0" anchor="ctr"/>
            <a:lstStyle/>
            <a:p>
              <a:endParaRPr lang="en-US"/>
            </a:p>
          </p:txBody>
        </p:sp>
        <p:sp>
          <p:nvSpPr>
            <p:cNvPr id="103" name="Picture Placeholder 75">
              <a:extLst>
                <a:ext uri="{FF2B5EF4-FFF2-40B4-BE49-F238E27FC236}">
                  <a16:creationId xmlns:a16="http://schemas.microsoft.com/office/drawing/2014/main" id="{256771F3-C4C3-414E-376F-55036B206D6E}"/>
                </a:ext>
              </a:extLst>
            </p:cNvPr>
            <p:cNvSpPr/>
            <p:nvPr/>
          </p:nvSpPr>
          <p:spPr>
            <a:xfrm>
              <a:off x="4776774" y="5554234"/>
              <a:ext cx="144833" cy="150525"/>
            </a:xfrm>
            <a:custGeom>
              <a:avLst/>
              <a:gdLst>
                <a:gd name="connsiteX0" fmla="*/ 129022 w 144833"/>
                <a:gd name="connsiteY0" fmla="*/ 15812 h 150525"/>
                <a:gd name="connsiteX1" fmla="*/ 129022 w 144833"/>
                <a:gd name="connsiteY1" fmla="*/ 134714 h 150525"/>
                <a:gd name="connsiteX2" fmla="*/ 15812 w 144833"/>
                <a:gd name="connsiteY2" fmla="*/ 134714 h 150525"/>
                <a:gd name="connsiteX3" fmla="*/ 15812 w 144833"/>
                <a:gd name="connsiteY3" fmla="*/ 15812 h 150525"/>
                <a:gd name="connsiteX4" fmla="*/ 129022 w 144833"/>
                <a:gd name="connsiteY4" fmla="*/ 15812 h 150525"/>
                <a:gd name="connsiteX5" fmla="*/ 144833 w 144833"/>
                <a:gd name="connsiteY5" fmla="*/ 0 h 150525"/>
                <a:gd name="connsiteX6" fmla="*/ 0 w 144833"/>
                <a:gd name="connsiteY6" fmla="*/ 0 h 150525"/>
                <a:gd name="connsiteX7" fmla="*/ 0 w 144833"/>
                <a:gd name="connsiteY7" fmla="*/ 150526 h 150525"/>
                <a:gd name="connsiteX8" fmla="*/ 144833 w 144833"/>
                <a:gd name="connsiteY8" fmla="*/ 150526 h 150525"/>
                <a:gd name="connsiteX9" fmla="*/ 144833 w 144833"/>
                <a:gd name="connsiteY9" fmla="*/ 0 h 150525"/>
                <a:gd name="connsiteX10" fmla="*/ 144833 w 144833"/>
                <a:gd name="connsiteY10" fmla="*/ 0 h 1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833" h="150525">
                  <a:moveTo>
                    <a:pt x="129022" y="15812"/>
                  </a:moveTo>
                  <a:lnTo>
                    <a:pt x="129022" y="134714"/>
                  </a:lnTo>
                  <a:lnTo>
                    <a:pt x="15812" y="134714"/>
                  </a:lnTo>
                  <a:lnTo>
                    <a:pt x="15812" y="15812"/>
                  </a:lnTo>
                  <a:lnTo>
                    <a:pt x="129022" y="15812"/>
                  </a:lnTo>
                  <a:moveTo>
                    <a:pt x="144833" y="0"/>
                  </a:moveTo>
                  <a:lnTo>
                    <a:pt x="0" y="0"/>
                  </a:lnTo>
                  <a:lnTo>
                    <a:pt x="0" y="150526"/>
                  </a:lnTo>
                  <a:lnTo>
                    <a:pt x="144833" y="150526"/>
                  </a:lnTo>
                  <a:lnTo>
                    <a:pt x="144833" y="0"/>
                  </a:lnTo>
                  <a:lnTo>
                    <a:pt x="144833" y="0"/>
                  </a:lnTo>
                  <a:close/>
                </a:path>
              </a:pathLst>
            </a:custGeom>
            <a:solidFill>
              <a:schemeClr val="accent2"/>
            </a:solidFill>
            <a:ln w="6271" cap="flat">
              <a:noFill/>
              <a:prstDash val="solid"/>
              <a:miter/>
            </a:ln>
          </p:spPr>
          <p:txBody>
            <a:bodyPr rtlCol="0" anchor="ctr"/>
            <a:lstStyle/>
            <a:p>
              <a:endParaRPr lang="en-US"/>
            </a:p>
          </p:txBody>
        </p:sp>
        <p:sp>
          <p:nvSpPr>
            <p:cNvPr id="104" name="Picture Placeholder 75">
              <a:extLst>
                <a:ext uri="{FF2B5EF4-FFF2-40B4-BE49-F238E27FC236}">
                  <a16:creationId xmlns:a16="http://schemas.microsoft.com/office/drawing/2014/main" id="{018C5170-F7BE-5D97-0134-EF7F899FE595}"/>
                </a:ext>
              </a:extLst>
            </p:cNvPr>
            <p:cNvSpPr/>
            <p:nvPr/>
          </p:nvSpPr>
          <p:spPr>
            <a:xfrm>
              <a:off x="4776774" y="5191202"/>
              <a:ext cx="201122" cy="208711"/>
            </a:xfrm>
            <a:custGeom>
              <a:avLst/>
              <a:gdLst>
                <a:gd name="connsiteX0" fmla="*/ 99929 w 201122"/>
                <a:gd name="connsiteY0" fmla="*/ 22769 h 208711"/>
                <a:gd name="connsiteX1" fmla="*/ 178354 w 201122"/>
                <a:gd name="connsiteY1" fmla="*/ 104356 h 208711"/>
                <a:gd name="connsiteX2" fmla="*/ 99929 w 201122"/>
                <a:gd name="connsiteY2" fmla="*/ 185943 h 208711"/>
                <a:gd name="connsiteX3" fmla="*/ 21504 w 201122"/>
                <a:gd name="connsiteY3" fmla="*/ 104356 h 208711"/>
                <a:gd name="connsiteX4" fmla="*/ 99929 w 201122"/>
                <a:gd name="connsiteY4" fmla="*/ 22769 h 208711"/>
                <a:gd name="connsiteX5" fmla="*/ 99929 w 201122"/>
                <a:gd name="connsiteY5" fmla="*/ 0 h 208711"/>
                <a:gd name="connsiteX6" fmla="*/ 0 w 201122"/>
                <a:gd name="connsiteY6" fmla="*/ 104356 h 208711"/>
                <a:gd name="connsiteX7" fmla="*/ 100561 w 201122"/>
                <a:gd name="connsiteY7" fmla="*/ 208712 h 208711"/>
                <a:gd name="connsiteX8" fmla="*/ 201122 w 201122"/>
                <a:gd name="connsiteY8" fmla="*/ 104356 h 208711"/>
                <a:gd name="connsiteX9" fmla="*/ 99929 w 201122"/>
                <a:gd name="connsiteY9" fmla="*/ 0 h 208711"/>
                <a:gd name="connsiteX10" fmla="*/ 99929 w 201122"/>
                <a:gd name="connsiteY10" fmla="*/ 0 h 20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1122" h="208711">
                  <a:moveTo>
                    <a:pt x="99929" y="22769"/>
                  </a:moveTo>
                  <a:lnTo>
                    <a:pt x="178354" y="104356"/>
                  </a:lnTo>
                  <a:lnTo>
                    <a:pt x="99929" y="185943"/>
                  </a:lnTo>
                  <a:lnTo>
                    <a:pt x="21504" y="104356"/>
                  </a:lnTo>
                  <a:lnTo>
                    <a:pt x="99929" y="22769"/>
                  </a:lnTo>
                  <a:moveTo>
                    <a:pt x="99929" y="0"/>
                  </a:moveTo>
                  <a:lnTo>
                    <a:pt x="0" y="104356"/>
                  </a:lnTo>
                  <a:lnTo>
                    <a:pt x="100561" y="208712"/>
                  </a:lnTo>
                  <a:lnTo>
                    <a:pt x="201122" y="104356"/>
                  </a:lnTo>
                  <a:lnTo>
                    <a:pt x="99929" y="0"/>
                  </a:lnTo>
                  <a:lnTo>
                    <a:pt x="99929" y="0"/>
                  </a:lnTo>
                  <a:close/>
                </a:path>
              </a:pathLst>
            </a:custGeom>
            <a:solidFill>
              <a:schemeClr val="accent2"/>
            </a:solidFill>
            <a:ln w="6271" cap="flat">
              <a:noFill/>
              <a:prstDash val="solid"/>
              <a:miter/>
            </a:ln>
          </p:spPr>
          <p:txBody>
            <a:bodyPr rtlCol="0" anchor="ctr"/>
            <a:lstStyle/>
            <a:p>
              <a:endParaRPr lang="en-US"/>
            </a:p>
          </p:txBody>
        </p:sp>
        <p:sp>
          <p:nvSpPr>
            <p:cNvPr id="105" name="Picture Placeholder 75">
              <a:extLst>
                <a:ext uri="{FF2B5EF4-FFF2-40B4-BE49-F238E27FC236}">
                  <a16:creationId xmlns:a16="http://schemas.microsoft.com/office/drawing/2014/main" id="{4AD6134B-F4B4-9CD7-90FA-4DFFB57DE25D}"/>
                </a:ext>
              </a:extLst>
            </p:cNvPr>
            <p:cNvSpPr/>
            <p:nvPr/>
          </p:nvSpPr>
          <p:spPr>
            <a:xfrm>
              <a:off x="4409948" y="5085582"/>
              <a:ext cx="6324" cy="6324"/>
            </a:xfrm>
            <a:custGeom>
              <a:avLst/>
              <a:gdLst/>
              <a:ahLst/>
              <a:cxnLst/>
              <a:rect l="l" t="t" r="r" b="b"/>
              <a:pathLst>
                <a:path w="6324" h="6324"/>
              </a:pathLst>
            </a:custGeom>
            <a:solidFill>
              <a:schemeClr val="accent2"/>
            </a:solidFill>
            <a:ln w="6271" cap="flat">
              <a:noFill/>
              <a:prstDash val="solid"/>
              <a:miter/>
            </a:ln>
          </p:spPr>
          <p:txBody>
            <a:bodyPr rtlCol="0" anchor="ctr"/>
            <a:lstStyle/>
            <a:p>
              <a:endParaRPr lang="en-US"/>
            </a:p>
          </p:txBody>
        </p:sp>
        <p:sp>
          <p:nvSpPr>
            <p:cNvPr id="106" name="Picture Placeholder 75">
              <a:extLst>
                <a:ext uri="{FF2B5EF4-FFF2-40B4-BE49-F238E27FC236}">
                  <a16:creationId xmlns:a16="http://schemas.microsoft.com/office/drawing/2014/main" id="{1E1BA673-E509-46DA-3892-716B4ED3B324}"/>
                </a:ext>
              </a:extLst>
            </p:cNvPr>
            <p:cNvSpPr/>
            <p:nvPr/>
          </p:nvSpPr>
          <p:spPr>
            <a:xfrm>
              <a:off x="4503303" y="5247491"/>
              <a:ext cx="572872" cy="505967"/>
            </a:xfrm>
            <a:custGeom>
              <a:avLst/>
              <a:gdLst>
                <a:gd name="connsiteX0" fmla="*/ 453722 w 572872"/>
                <a:gd name="connsiteY0" fmla="*/ 505968 h 505967"/>
                <a:gd name="connsiteX1" fmla="*/ 119151 w 572872"/>
                <a:gd name="connsiteY1" fmla="*/ 505968 h 505967"/>
                <a:gd name="connsiteX2" fmla="*/ 111561 w 572872"/>
                <a:gd name="connsiteY2" fmla="*/ 499643 h 505967"/>
                <a:gd name="connsiteX3" fmla="*/ 248 w 572872"/>
                <a:gd name="connsiteY3" fmla="*/ 10119 h 505967"/>
                <a:gd name="connsiteX4" fmla="*/ 1513 w 572872"/>
                <a:gd name="connsiteY4" fmla="*/ 3162 h 505967"/>
                <a:gd name="connsiteX5" fmla="*/ 7838 w 572872"/>
                <a:gd name="connsiteY5" fmla="*/ 0 h 505967"/>
                <a:gd name="connsiteX6" fmla="*/ 272838 w 572872"/>
                <a:gd name="connsiteY6" fmla="*/ 0 h 505967"/>
                <a:gd name="connsiteX7" fmla="*/ 280428 w 572872"/>
                <a:gd name="connsiteY7" fmla="*/ 7590 h 505967"/>
                <a:gd name="connsiteX8" fmla="*/ 272838 w 572872"/>
                <a:gd name="connsiteY8" fmla="*/ 15179 h 505967"/>
                <a:gd name="connsiteX9" fmla="*/ 17957 w 572872"/>
                <a:gd name="connsiteY9" fmla="*/ 15179 h 505967"/>
                <a:gd name="connsiteX10" fmla="*/ 126108 w 572872"/>
                <a:gd name="connsiteY10" fmla="*/ 489524 h 505967"/>
                <a:gd name="connsiteX11" fmla="*/ 448030 w 572872"/>
                <a:gd name="connsiteY11" fmla="*/ 489524 h 505967"/>
                <a:gd name="connsiteX12" fmla="*/ 556180 w 572872"/>
                <a:gd name="connsiteY12" fmla="*/ 15179 h 505967"/>
                <a:gd name="connsiteX13" fmla="*/ 474593 w 572872"/>
                <a:gd name="connsiteY13" fmla="*/ 15179 h 505967"/>
                <a:gd name="connsiteX14" fmla="*/ 467004 w 572872"/>
                <a:gd name="connsiteY14" fmla="*/ 7590 h 505967"/>
                <a:gd name="connsiteX15" fmla="*/ 474593 w 572872"/>
                <a:gd name="connsiteY15" fmla="*/ 0 h 505967"/>
                <a:gd name="connsiteX16" fmla="*/ 565035 w 572872"/>
                <a:gd name="connsiteY16" fmla="*/ 0 h 505967"/>
                <a:gd name="connsiteX17" fmla="*/ 571360 w 572872"/>
                <a:gd name="connsiteY17" fmla="*/ 3162 h 505967"/>
                <a:gd name="connsiteX18" fmla="*/ 572624 w 572872"/>
                <a:gd name="connsiteY18" fmla="*/ 10119 h 505967"/>
                <a:gd name="connsiteX19" fmla="*/ 461311 w 572872"/>
                <a:gd name="connsiteY19" fmla="*/ 500276 h 505967"/>
                <a:gd name="connsiteX20" fmla="*/ 453722 w 572872"/>
                <a:gd name="connsiteY20" fmla="*/ 505968 h 50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2872" h="505967">
                  <a:moveTo>
                    <a:pt x="453722" y="505968"/>
                  </a:moveTo>
                  <a:lnTo>
                    <a:pt x="119151" y="505968"/>
                  </a:lnTo>
                  <a:cubicBezTo>
                    <a:pt x="115356" y="505968"/>
                    <a:pt x="112194" y="503438"/>
                    <a:pt x="111561" y="499643"/>
                  </a:cubicBezTo>
                  <a:lnTo>
                    <a:pt x="248" y="10119"/>
                  </a:lnTo>
                  <a:cubicBezTo>
                    <a:pt x="-384" y="7590"/>
                    <a:pt x="248" y="5060"/>
                    <a:pt x="1513" y="3162"/>
                  </a:cubicBezTo>
                  <a:cubicBezTo>
                    <a:pt x="2778" y="1265"/>
                    <a:pt x="5308" y="0"/>
                    <a:pt x="7838" y="0"/>
                  </a:cubicBezTo>
                  <a:lnTo>
                    <a:pt x="272838" y="0"/>
                  </a:lnTo>
                  <a:cubicBezTo>
                    <a:pt x="277266" y="0"/>
                    <a:pt x="280428" y="3795"/>
                    <a:pt x="280428" y="7590"/>
                  </a:cubicBezTo>
                  <a:cubicBezTo>
                    <a:pt x="280428" y="11384"/>
                    <a:pt x="276633" y="15179"/>
                    <a:pt x="272838" y="15179"/>
                  </a:cubicBezTo>
                  <a:lnTo>
                    <a:pt x="17957" y="15179"/>
                  </a:lnTo>
                  <a:lnTo>
                    <a:pt x="126108" y="489524"/>
                  </a:lnTo>
                  <a:lnTo>
                    <a:pt x="448030" y="489524"/>
                  </a:lnTo>
                  <a:lnTo>
                    <a:pt x="556180" y="15179"/>
                  </a:lnTo>
                  <a:lnTo>
                    <a:pt x="474593" y="15179"/>
                  </a:lnTo>
                  <a:cubicBezTo>
                    <a:pt x="470166" y="15179"/>
                    <a:pt x="467004" y="11384"/>
                    <a:pt x="467004" y="7590"/>
                  </a:cubicBezTo>
                  <a:cubicBezTo>
                    <a:pt x="467004" y="3795"/>
                    <a:pt x="470798" y="0"/>
                    <a:pt x="474593" y="0"/>
                  </a:cubicBezTo>
                  <a:lnTo>
                    <a:pt x="565035" y="0"/>
                  </a:lnTo>
                  <a:cubicBezTo>
                    <a:pt x="567565" y="0"/>
                    <a:pt x="569462" y="1265"/>
                    <a:pt x="571360" y="3162"/>
                  </a:cubicBezTo>
                  <a:cubicBezTo>
                    <a:pt x="572624" y="5060"/>
                    <a:pt x="573257" y="7590"/>
                    <a:pt x="572624" y="10119"/>
                  </a:cubicBezTo>
                  <a:lnTo>
                    <a:pt x="461311" y="500276"/>
                  </a:lnTo>
                  <a:cubicBezTo>
                    <a:pt x="460679" y="503438"/>
                    <a:pt x="457517" y="505968"/>
                    <a:pt x="453722" y="505968"/>
                  </a:cubicBezTo>
                  <a:close/>
                </a:path>
              </a:pathLst>
            </a:custGeom>
            <a:solidFill>
              <a:schemeClr val="accent2"/>
            </a:solidFill>
            <a:ln w="6271" cap="flat">
              <a:noFill/>
              <a:prstDash val="solid"/>
              <a:miter/>
            </a:ln>
          </p:spPr>
          <p:txBody>
            <a:bodyPr rtlCol="0" anchor="ctr"/>
            <a:lstStyle/>
            <a:p>
              <a:endParaRPr lang="en-US"/>
            </a:p>
          </p:txBody>
        </p:sp>
      </p:grpSp>
      <p:grpSp>
        <p:nvGrpSpPr>
          <p:cNvPr id="96" name="Picture Placeholder 75" descr="vSAN Object Storage&#10;">
            <a:extLst>
              <a:ext uri="{FF2B5EF4-FFF2-40B4-BE49-F238E27FC236}">
                <a16:creationId xmlns:a16="http://schemas.microsoft.com/office/drawing/2014/main" id="{F919BAB6-826E-372A-8882-0A65FE65F5C3}"/>
              </a:ext>
            </a:extLst>
          </p:cNvPr>
          <p:cNvGrpSpPr>
            <a:grpSpLocks noChangeAspect="1"/>
          </p:cNvGrpSpPr>
          <p:nvPr/>
        </p:nvGrpSpPr>
        <p:grpSpPr>
          <a:xfrm>
            <a:off x="2822617" y="3125860"/>
            <a:ext cx="415009" cy="416036"/>
            <a:chOff x="4409948" y="5085582"/>
            <a:chExt cx="666228" cy="667877"/>
          </a:xfrm>
          <a:solidFill>
            <a:schemeClr val="accent2"/>
          </a:solidFill>
        </p:grpSpPr>
        <p:sp>
          <p:nvSpPr>
            <p:cNvPr id="97" name="Picture Placeholder 75">
              <a:extLst>
                <a:ext uri="{FF2B5EF4-FFF2-40B4-BE49-F238E27FC236}">
                  <a16:creationId xmlns:a16="http://schemas.microsoft.com/office/drawing/2014/main" id="{A625ECF5-1BC7-AC93-ABF0-0492EA74CA95}"/>
                </a:ext>
              </a:extLst>
            </p:cNvPr>
            <p:cNvSpPr/>
            <p:nvPr/>
          </p:nvSpPr>
          <p:spPr>
            <a:xfrm>
              <a:off x="4609172" y="5442289"/>
              <a:ext cx="146739" cy="153055"/>
            </a:xfrm>
            <a:custGeom>
              <a:avLst/>
              <a:gdLst>
                <a:gd name="connsiteX0" fmla="*/ 73365 w 146739"/>
                <a:gd name="connsiteY0" fmla="*/ 15812 h 153055"/>
                <a:gd name="connsiteX1" fmla="*/ 130919 w 146739"/>
                <a:gd name="connsiteY1" fmla="*/ 76528 h 153055"/>
                <a:gd name="connsiteX2" fmla="*/ 73365 w 146739"/>
                <a:gd name="connsiteY2" fmla="*/ 137244 h 153055"/>
                <a:gd name="connsiteX3" fmla="*/ 15812 w 146739"/>
                <a:gd name="connsiteY3" fmla="*/ 76528 h 153055"/>
                <a:gd name="connsiteX4" fmla="*/ 73365 w 146739"/>
                <a:gd name="connsiteY4" fmla="*/ 15812 h 153055"/>
                <a:gd name="connsiteX5" fmla="*/ 73365 w 146739"/>
                <a:gd name="connsiteY5" fmla="*/ 0 h 153055"/>
                <a:gd name="connsiteX6" fmla="*/ 0 w 146739"/>
                <a:gd name="connsiteY6" fmla="*/ 76528 h 153055"/>
                <a:gd name="connsiteX7" fmla="*/ 73365 w 146739"/>
                <a:gd name="connsiteY7" fmla="*/ 153055 h 153055"/>
                <a:gd name="connsiteX8" fmla="*/ 146731 w 146739"/>
                <a:gd name="connsiteY8" fmla="*/ 76528 h 153055"/>
                <a:gd name="connsiteX9" fmla="*/ 73365 w 146739"/>
                <a:gd name="connsiteY9" fmla="*/ 0 h 153055"/>
                <a:gd name="connsiteX10" fmla="*/ 73365 w 146739"/>
                <a:gd name="connsiteY10" fmla="*/ 0 h 15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739" h="153055">
                  <a:moveTo>
                    <a:pt x="73365" y="15812"/>
                  </a:moveTo>
                  <a:cubicBezTo>
                    <a:pt x="104988" y="15812"/>
                    <a:pt x="130919" y="43007"/>
                    <a:pt x="130919" y="76528"/>
                  </a:cubicBezTo>
                  <a:cubicBezTo>
                    <a:pt x="130919" y="110048"/>
                    <a:pt x="104988" y="137244"/>
                    <a:pt x="73365" y="137244"/>
                  </a:cubicBezTo>
                  <a:cubicBezTo>
                    <a:pt x="41742" y="137244"/>
                    <a:pt x="15812" y="110048"/>
                    <a:pt x="15812" y="76528"/>
                  </a:cubicBezTo>
                  <a:cubicBezTo>
                    <a:pt x="15812" y="43007"/>
                    <a:pt x="41742" y="15812"/>
                    <a:pt x="73365" y="15812"/>
                  </a:cubicBezTo>
                  <a:moveTo>
                    <a:pt x="73365" y="0"/>
                  </a:moveTo>
                  <a:cubicBezTo>
                    <a:pt x="32888" y="0"/>
                    <a:pt x="0" y="34153"/>
                    <a:pt x="0" y="76528"/>
                  </a:cubicBezTo>
                  <a:cubicBezTo>
                    <a:pt x="0" y="118902"/>
                    <a:pt x="32888" y="153055"/>
                    <a:pt x="73365" y="153055"/>
                  </a:cubicBezTo>
                  <a:cubicBezTo>
                    <a:pt x="113843" y="153055"/>
                    <a:pt x="146731" y="118902"/>
                    <a:pt x="146731" y="76528"/>
                  </a:cubicBezTo>
                  <a:cubicBezTo>
                    <a:pt x="147363" y="34153"/>
                    <a:pt x="113843" y="0"/>
                    <a:pt x="73365" y="0"/>
                  </a:cubicBezTo>
                  <a:lnTo>
                    <a:pt x="73365" y="0"/>
                  </a:lnTo>
                  <a:close/>
                </a:path>
              </a:pathLst>
            </a:custGeom>
            <a:solidFill>
              <a:schemeClr val="accent2"/>
            </a:solidFill>
            <a:ln w="6271" cap="flat">
              <a:noFill/>
              <a:prstDash val="solid"/>
              <a:miter/>
            </a:ln>
          </p:spPr>
          <p:txBody>
            <a:bodyPr rtlCol="0" anchor="ctr"/>
            <a:lstStyle/>
            <a:p>
              <a:endParaRPr lang="en-US"/>
            </a:p>
          </p:txBody>
        </p:sp>
        <p:sp>
          <p:nvSpPr>
            <p:cNvPr id="98" name="Picture Placeholder 75">
              <a:extLst>
                <a:ext uri="{FF2B5EF4-FFF2-40B4-BE49-F238E27FC236}">
                  <a16:creationId xmlns:a16="http://schemas.microsoft.com/office/drawing/2014/main" id="{9BEF3D31-DBE2-CE23-4CBA-863CB5FBC0A9}"/>
                </a:ext>
              </a:extLst>
            </p:cNvPr>
            <p:cNvSpPr/>
            <p:nvPr/>
          </p:nvSpPr>
          <p:spPr>
            <a:xfrm>
              <a:off x="4776774" y="5554234"/>
              <a:ext cx="144833" cy="150525"/>
            </a:xfrm>
            <a:custGeom>
              <a:avLst/>
              <a:gdLst>
                <a:gd name="connsiteX0" fmla="*/ 129022 w 144833"/>
                <a:gd name="connsiteY0" fmla="*/ 15812 h 150525"/>
                <a:gd name="connsiteX1" fmla="*/ 129022 w 144833"/>
                <a:gd name="connsiteY1" fmla="*/ 134714 h 150525"/>
                <a:gd name="connsiteX2" fmla="*/ 15812 w 144833"/>
                <a:gd name="connsiteY2" fmla="*/ 134714 h 150525"/>
                <a:gd name="connsiteX3" fmla="*/ 15812 w 144833"/>
                <a:gd name="connsiteY3" fmla="*/ 15812 h 150525"/>
                <a:gd name="connsiteX4" fmla="*/ 129022 w 144833"/>
                <a:gd name="connsiteY4" fmla="*/ 15812 h 150525"/>
                <a:gd name="connsiteX5" fmla="*/ 144833 w 144833"/>
                <a:gd name="connsiteY5" fmla="*/ 0 h 150525"/>
                <a:gd name="connsiteX6" fmla="*/ 0 w 144833"/>
                <a:gd name="connsiteY6" fmla="*/ 0 h 150525"/>
                <a:gd name="connsiteX7" fmla="*/ 0 w 144833"/>
                <a:gd name="connsiteY7" fmla="*/ 150526 h 150525"/>
                <a:gd name="connsiteX8" fmla="*/ 144833 w 144833"/>
                <a:gd name="connsiteY8" fmla="*/ 150526 h 150525"/>
                <a:gd name="connsiteX9" fmla="*/ 144833 w 144833"/>
                <a:gd name="connsiteY9" fmla="*/ 0 h 150525"/>
                <a:gd name="connsiteX10" fmla="*/ 144833 w 144833"/>
                <a:gd name="connsiteY10" fmla="*/ 0 h 1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833" h="150525">
                  <a:moveTo>
                    <a:pt x="129022" y="15812"/>
                  </a:moveTo>
                  <a:lnTo>
                    <a:pt x="129022" y="134714"/>
                  </a:lnTo>
                  <a:lnTo>
                    <a:pt x="15812" y="134714"/>
                  </a:lnTo>
                  <a:lnTo>
                    <a:pt x="15812" y="15812"/>
                  </a:lnTo>
                  <a:lnTo>
                    <a:pt x="129022" y="15812"/>
                  </a:lnTo>
                  <a:moveTo>
                    <a:pt x="144833" y="0"/>
                  </a:moveTo>
                  <a:lnTo>
                    <a:pt x="0" y="0"/>
                  </a:lnTo>
                  <a:lnTo>
                    <a:pt x="0" y="150526"/>
                  </a:lnTo>
                  <a:lnTo>
                    <a:pt x="144833" y="150526"/>
                  </a:lnTo>
                  <a:lnTo>
                    <a:pt x="144833" y="0"/>
                  </a:lnTo>
                  <a:lnTo>
                    <a:pt x="144833" y="0"/>
                  </a:lnTo>
                  <a:close/>
                </a:path>
              </a:pathLst>
            </a:custGeom>
            <a:solidFill>
              <a:schemeClr val="accent2"/>
            </a:solidFill>
            <a:ln w="6271" cap="flat">
              <a:noFill/>
              <a:prstDash val="solid"/>
              <a:miter/>
            </a:ln>
          </p:spPr>
          <p:txBody>
            <a:bodyPr rtlCol="0" anchor="ctr"/>
            <a:lstStyle/>
            <a:p>
              <a:endParaRPr lang="en-US"/>
            </a:p>
          </p:txBody>
        </p:sp>
        <p:sp>
          <p:nvSpPr>
            <p:cNvPr id="99" name="Picture Placeholder 75">
              <a:extLst>
                <a:ext uri="{FF2B5EF4-FFF2-40B4-BE49-F238E27FC236}">
                  <a16:creationId xmlns:a16="http://schemas.microsoft.com/office/drawing/2014/main" id="{2C3198C0-D865-C213-A19A-5DDD99BDB944}"/>
                </a:ext>
              </a:extLst>
            </p:cNvPr>
            <p:cNvSpPr/>
            <p:nvPr/>
          </p:nvSpPr>
          <p:spPr>
            <a:xfrm>
              <a:off x="4776774" y="5191202"/>
              <a:ext cx="201122" cy="208711"/>
            </a:xfrm>
            <a:custGeom>
              <a:avLst/>
              <a:gdLst>
                <a:gd name="connsiteX0" fmla="*/ 99929 w 201122"/>
                <a:gd name="connsiteY0" fmla="*/ 22769 h 208711"/>
                <a:gd name="connsiteX1" fmla="*/ 178354 w 201122"/>
                <a:gd name="connsiteY1" fmla="*/ 104356 h 208711"/>
                <a:gd name="connsiteX2" fmla="*/ 99929 w 201122"/>
                <a:gd name="connsiteY2" fmla="*/ 185943 h 208711"/>
                <a:gd name="connsiteX3" fmla="*/ 21504 w 201122"/>
                <a:gd name="connsiteY3" fmla="*/ 104356 h 208711"/>
                <a:gd name="connsiteX4" fmla="*/ 99929 w 201122"/>
                <a:gd name="connsiteY4" fmla="*/ 22769 h 208711"/>
                <a:gd name="connsiteX5" fmla="*/ 99929 w 201122"/>
                <a:gd name="connsiteY5" fmla="*/ 0 h 208711"/>
                <a:gd name="connsiteX6" fmla="*/ 0 w 201122"/>
                <a:gd name="connsiteY6" fmla="*/ 104356 h 208711"/>
                <a:gd name="connsiteX7" fmla="*/ 100561 w 201122"/>
                <a:gd name="connsiteY7" fmla="*/ 208712 h 208711"/>
                <a:gd name="connsiteX8" fmla="*/ 201122 w 201122"/>
                <a:gd name="connsiteY8" fmla="*/ 104356 h 208711"/>
                <a:gd name="connsiteX9" fmla="*/ 99929 w 201122"/>
                <a:gd name="connsiteY9" fmla="*/ 0 h 208711"/>
                <a:gd name="connsiteX10" fmla="*/ 99929 w 201122"/>
                <a:gd name="connsiteY10" fmla="*/ 0 h 20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1122" h="208711">
                  <a:moveTo>
                    <a:pt x="99929" y="22769"/>
                  </a:moveTo>
                  <a:lnTo>
                    <a:pt x="178354" y="104356"/>
                  </a:lnTo>
                  <a:lnTo>
                    <a:pt x="99929" y="185943"/>
                  </a:lnTo>
                  <a:lnTo>
                    <a:pt x="21504" y="104356"/>
                  </a:lnTo>
                  <a:lnTo>
                    <a:pt x="99929" y="22769"/>
                  </a:lnTo>
                  <a:moveTo>
                    <a:pt x="99929" y="0"/>
                  </a:moveTo>
                  <a:lnTo>
                    <a:pt x="0" y="104356"/>
                  </a:lnTo>
                  <a:lnTo>
                    <a:pt x="100561" y="208712"/>
                  </a:lnTo>
                  <a:lnTo>
                    <a:pt x="201122" y="104356"/>
                  </a:lnTo>
                  <a:lnTo>
                    <a:pt x="99929" y="0"/>
                  </a:lnTo>
                  <a:lnTo>
                    <a:pt x="99929" y="0"/>
                  </a:lnTo>
                  <a:close/>
                </a:path>
              </a:pathLst>
            </a:custGeom>
            <a:solidFill>
              <a:schemeClr val="accent2"/>
            </a:solidFill>
            <a:ln w="6271" cap="flat">
              <a:noFill/>
              <a:prstDash val="solid"/>
              <a:miter/>
            </a:ln>
          </p:spPr>
          <p:txBody>
            <a:bodyPr rtlCol="0" anchor="ctr"/>
            <a:lstStyle/>
            <a:p>
              <a:endParaRPr lang="en-US"/>
            </a:p>
          </p:txBody>
        </p:sp>
        <p:sp>
          <p:nvSpPr>
            <p:cNvPr id="100" name="Picture Placeholder 75">
              <a:extLst>
                <a:ext uri="{FF2B5EF4-FFF2-40B4-BE49-F238E27FC236}">
                  <a16:creationId xmlns:a16="http://schemas.microsoft.com/office/drawing/2014/main" id="{FA252378-2AB8-F41C-6731-931D1D84F85E}"/>
                </a:ext>
              </a:extLst>
            </p:cNvPr>
            <p:cNvSpPr/>
            <p:nvPr/>
          </p:nvSpPr>
          <p:spPr>
            <a:xfrm>
              <a:off x="4409948" y="5085582"/>
              <a:ext cx="6324" cy="6324"/>
            </a:xfrm>
            <a:custGeom>
              <a:avLst/>
              <a:gdLst/>
              <a:ahLst/>
              <a:cxnLst/>
              <a:rect l="l" t="t" r="r" b="b"/>
              <a:pathLst>
                <a:path w="6324" h="6324"/>
              </a:pathLst>
            </a:custGeom>
            <a:solidFill>
              <a:schemeClr val="accent2"/>
            </a:solidFill>
            <a:ln w="6271" cap="flat">
              <a:noFill/>
              <a:prstDash val="solid"/>
              <a:miter/>
            </a:ln>
          </p:spPr>
          <p:txBody>
            <a:bodyPr rtlCol="0" anchor="ctr"/>
            <a:lstStyle/>
            <a:p>
              <a:endParaRPr lang="en-US"/>
            </a:p>
          </p:txBody>
        </p:sp>
        <p:sp>
          <p:nvSpPr>
            <p:cNvPr id="101" name="Picture Placeholder 75">
              <a:extLst>
                <a:ext uri="{FF2B5EF4-FFF2-40B4-BE49-F238E27FC236}">
                  <a16:creationId xmlns:a16="http://schemas.microsoft.com/office/drawing/2014/main" id="{4EED44CC-31F7-141C-DE71-80228980F9CC}"/>
                </a:ext>
              </a:extLst>
            </p:cNvPr>
            <p:cNvSpPr/>
            <p:nvPr/>
          </p:nvSpPr>
          <p:spPr>
            <a:xfrm>
              <a:off x="4503303" y="5247491"/>
              <a:ext cx="572872" cy="505967"/>
            </a:xfrm>
            <a:custGeom>
              <a:avLst/>
              <a:gdLst>
                <a:gd name="connsiteX0" fmla="*/ 453722 w 572872"/>
                <a:gd name="connsiteY0" fmla="*/ 505968 h 505967"/>
                <a:gd name="connsiteX1" fmla="*/ 119151 w 572872"/>
                <a:gd name="connsiteY1" fmla="*/ 505968 h 505967"/>
                <a:gd name="connsiteX2" fmla="*/ 111561 w 572872"/>
                <a:gd name="connsiteY2" fmla="*/ 499643 h 505967"/>
                <a:gd name="connsiteX3" fmla="*/ 248 w 572872"/>
                <a:gd name="connsiteY3" fmla="*/ 10119 h 505967"/>
                <a:gd name="connsiteX4" fmla="*/ 1513 w 572872"/>
                <a:gd name="connsiteY4" fmla="*/ 3162 h 505967"/>
                <a:gd name="connsiteX5" fmla="*/ 7838 w 572872"/>
                <a:gd name="connsiteY5" fmla="*/ 0 h 505967"/>
                <a:gd name="connsiteX6" fmla="*/ 272838 w 572872"/>
                <a:gd name="connsiteY6" fmla="*/ 0 h 505967"/>
                <a:gd name="connsiteX7" fmla="*/ 280428 w 572872"/>
                <a:gd name="connsiteY7" fmla="*/ 7590 h 505967"/>
                <a:gd name="connsiteX8" fmla="*/ 272838 w 572872"/>
                <a:gd name="connsiteY8" fmla="*/ 15179 h 505967"/>
                <a:gd name="connsiteX9" fmla="*/ 17957 w 572872"/>
                <a:gd name="connsiteY9" fmla="*/ 15179 h 505967"/>
                <a:gd name="connsiteX10" fmla="*/ 126108 w 572872"/>
                <a:gd name="connsiteY10" fmla="*/ 489524 h 505967"/>
                <a:gd name="connsiteX11" fmla="*/ 448030 w 572872"/>
                <a:gd name="connsiteY11" fmla="*/ 489524 h 505967"/>
                <a:gd name="connsiteX12" fmla="*/ 556180 w 572872"/>
                <a:gd name="connsiteY12" fmla="*/ 15179 h 505967"/>
                <a:gd name="connsiteX13" fmla="*/ 474593 w 572872"/>
                <a:gd name="connsiteY13" fmla="*/ 15179 h 505967"/>
                <a:gd name="connsiteX14" fmla="*/ 467004 w 572872"/>
                <a:gd name="connsiteY14" fmla="*/ 7590 h 505967"/>
                <a:gd name="connsiteX15" fmla="*/ 474593 w 572872"/>
                <a:gd name="connsiteY15" fmla="*/ 0 h 505967"/>
                <a:gd name="connsiteX16" fmla="*/ 565035 w 572872"/>
                <a:gd name="connsiteY16" fmla="*/ 0 h 505967"/>
                <a:gd name="connsiteX17" fmla="*/ 571360 w 572872"/>
                <a:gd name="connsiteY17" fmla="*/ 3162 h 505967"/>
                <a:gd name="connsiteX18" fmla="*/ 572624 w 572872"/>
                <a:gd name="connsiteY18" fmla="*/ 10119 h 505967"/>
                <a:gd name="connsiteX19" fmla="*/ 461311 w 572872"/>
                <a:gd name="connsiteY19" fmla="*/ 500276 h 505967"/>
                <a:gd name="connsiteX20" fmla="*/ 453722 w 572872"/>
                <a:gd name="connsiteY20" fmla="*/ 505968 h 50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2872" h="505967">
                  <a:moveTo>
                    <a:pt x="453722" y="505968"/>
                  </a:moveTo>
                  <a:lnTo>
                    <a:pt x="119151" y="505968"/>
                  </a:lnTo>
                  <a:cubicBezTo>
                    <a:pt x="115356" y="505968"/>
                    <a:pt x="112194" y="503438"/>
                    <a:pt x="111561" y="499643"/>
                  </a:cubicBezTo>
                  <a:lnTo>
                    <a:pt x="248" y="10119"/>
                  </a:lnTo>
                  <a:cubicBezTo>
                    <a:pt x="-384" y="7590"/>
                    <a:pt x="248" y="5060"/>
                    <a:pt x="1513" y="3162"/>
                  </a:cubicBezTo>
                  <a:cubicBezTo>
                    <a:pt x="2778" y="1265"/>
                    <a:pt x="5308" y="0"/>
                    <a:pt x="7838" y="0"/>
                  </a:cubicBezTo>
                  <a:lnTo>
                    <a:pt x="272838" y="0"/>
                  </a:lnTo>
                  <a:cubicBezTo>
                    <a:pt x="277266" y="0"/>
                    <a:pt x="280428" y="3795"/>
                    <a:pt x="280428" y="7590"/>
                  </a:cubicBezTo>
                  <a:cubicBezTo>
                    <a:pt x="280428" y="11384"/>
                    <a:pt x="276633" y="15179"/>
                    <a:pt x="272838" y="15179"/>
                  </a:cubicBezTo>
                  <a:lnTo>
                    <a:pt x="17957" y="15179"/>
                  </a:lnTo>
                  <a:lnTo>
                    <a:pt x="126108" y="489524"/>
                  </a:lnTo>
                  <a:lnTo>
                    <a:pt x="448030" y="489524"/>
                  </a:lnTo>
                  <a:lnTo>
                    <a:pt x="556180" y="15179"/>
                  </a:lnTo>
                  <a:lnTo>
                    <a:pt x="474593" y="15179"/>
                  </a:lnTo>
                  <a:cubicBezTo>
                    <a:pt x="470166" y="15179"/>
                    <a:pt x="467004" y="11384"/>
                    <a:pt x="467004" y="7590"/>
                  </a:cubicBezTo>
                  <a:cubicBezTo>
                    <a:pt x="467004" y="3795"/>
                    <a:pt x="470798" y="0"/>
                    <a:pt x="474593" y="0"/>
                  </a:cubicBezTo>
                  <a:lnTo>
                    <a:pt x="565035" y="0"/>
                  </a:lnTo>
                  <a:cubicBezTo>
                    <a:pt x="567565" y="0"/>
                    <a:pt x="569462" y="1265"/>
                    <a:pt x="571360" y="3162"/>
                  </a:cubicBezTo>
                  <a:cubicBezTo>
                    <a:pt x="572624" y="5060"/>
                    <a:pt x="573257" y="7590"/>
                    <a:pt x="572624" y="10119"/>
                  </a:cubicBezTo>
                  <a:lnTo>
                    <a:pt x="461311" y="500276"/>
                  </a:lnTo>
                  <a:cubicBezTo>
                    <a:pt x="460679" y="503438"/>
                    <a:pt x="457517" y="505968"/>
                    <a:pt x="453722" y="505968"/>
                  </a:cubicBezTo>
                  <a:close/>
                </a:path>
              </a:pathLst>
            </a:custGeom>
            <a:solidFill>
              <a:schemeClr val="accent2"/>
            </a:solidFill>
            <a:ln w="6271" cap="flat">
              <a:noFill/>
              <a:prstDash val="solid"/>
              <a:miter/>
            </a:ln>
          </p:spPr>
          <p:txBody>
            <a:bodyPr rtlCol="0" anchor="ctr"/>
            <a:lstStyle/>
            <a:p>
              <a:endParaRPr lang="en-US"/>
            </a:p>
          </p:txBody>
        </p:sp>
      </p:grpSp>
      <p:grpSp>
        <p:nvGrpSpPr>
          <p:cNvPr id="113" name="Picture Placeholder 112" descr="Container 3&#10;">
            <a:extLst>
              <a:ext uri="{FF2B5EF4-FFF2-40B4-BE49-F238E27FC236}">
                <a16:creationId xmlns:a16="http://schemas.microsoft.com/office/drawing/2014/main" id="{91B9EA01-8683-75E1-B58C-52251156A7EE}"/>
              </a:ext>
            </a:extLst>
          </p:cNvPr>
          <p:cNvGrpSpPr>
            <a:grpSpLocks noChangeAspect="1"/>
          </p:cNvGrpSpPr>
          <p:nvPr/>
        </p:nvGrpSpPr>
        <p:grpSpPr>
          <a:xfrm>
            <a:off x="3903493" y="2301343"/>
            <a:ext cx="334817" cy="334817"/>
            <a:chOff x="1852129" y="4420190"/>
            <a:chExt cx="601469" cy="601469"/>
          </a:xfrm>
          <a:solidFill>
            <a:schemeClr val="accent2"/>
          </a:solidFill>
        </p:grpSpPr>
        <p:sp>
          <p:nvSpPr>
            <p:cNvPr id="114" name="Picture Placeholder 112">
              <a:extLst>
                <a:ext uri="{FF2B5EF4-FFF2-40B4-BE49-F238E27FC236}">
                  <a16:creationId xmlns:a16="http://schemas.microsoft.com/office/drawing/2014/main" id="{1130B513-6AAA-06E8-4320-6FC14CF0729F}"/>
                </a:ext>
              </a:extLst>
            </p:cNvPr>
            <p:cNvSpPr/>
            <p:nvPr/>
          </p:nvSpPr>
          <p:spPr>
            <a:xfrm>
              <a:off x="1852129" y="4420190"/>
              <a:ext cx="601469" cy="601469"/>
            </a:xfrm>
            <a:custGeom>
              <a:avLst/>
              <a:gdLst>
                <a:gd name="connsiteX0" fmla="*/ 554667 w 601469"/>
                <a:gd name="connsiteY0" fmla="*/ 15812 h 601469"/>
                <a:gd name="connsiteX1" fmla="*/ 585026 w 601469"/>
                <a:gd name="connsiteY1" fmla="*/ 46170 h 601469"/>
                <a:gd name="connsiteX2" fmla="*/ 585026 w 601469"/>
                <a:gd name="connsiteY2" fmla="*/ 555300 h 601469"/>
                <a:gd name="connsiteX3" fmla="*/ 554667 w 601469"/>
                <a:gd name="connsiteY3" fmla="*/ 585658 h 601469"/>
                <a:gd name="connsiteX4" fmla="*/ 46170 w 601469"/>
                <a:gd name="connsiteY4" fmla="*/ 585658 h 601469"/>
                <a:gd name="connsiteX5" fmla="*/ 15812 w 601469"/>
                <a:gd name="connsiteY5" fmla="*/ 555300 h 601469"/>
                <a:gd name="connsiteX6" fmla="*/ 15812 w 601469"/>
                <a:gd name="connsiteY6" fmla="*/ 46170 h 601469"/>
                <a:gd name="connsiteX7" fmla="*/ 46170 w 601469"/>
                <a:gd name="connsiteY7" fmla="*/ 15812 h 601469"/>
                <a:gd name="connsiteX8" fmla="*/ 554667 w 601469"/>
                <a:gd name="connsiteY8" fmla="*/ 15812 h 601469"/>
                <a:gd name="connsiteX9" fmla="*/ 554667 w 601469"/>
                <a:gd name="connsiteY9" fmla="*/ 0 h 601469"/>
                <a:gd name="connsiteX10" fmla="*/ 46170 w 601469"/>
                <a:gd name="connsiteY10" fmla="*/ 0 h 601469"/>
                <a:gd name="connsiteX11" fmla="*/ 0 w 601469"/>
                <a:gd name="connsiteY11" fmla="*/ 46170 h 601469"/>
                <a:gd name="connsiteX12" fmla="*/ 0 w 601469"/>
                <a:gd name="connsiteY12" fmla="*/ 555300 h 601469"/>
                <a:gd name="connsiteX13" fmla="*/ 46170 w 601469"/>
                <a:gd name="connsiteY13" fmla="*/ 601469 h 601469"/>
                <a:gd name="connsiteX14" fmla="*/ 555300 w 601469"/>
                <a:gd name="connsiteY14" fmla="*/ 601469 h 601469"/>
                <a:gd name="connsiteX15" fmla="*/ 601469 w 601469"/>
                <a:gd name="connsiteY15" fmla="*/ 555300 h 601469"/>
                <a:gd name="connsiteX16" fmla="*/ 601469 w 601469"/>
                <a:gd name="connsiteY16" fmla="*/ 46170 h 601469"/>
                <a:gd name="connsiteX17" fmla="*/ 554667 w 601469"/>
                <a:gd name="connsiteY17" fmla="*/ 0 h 601469"/>
                <a:gd name="connsiteX18" fmla="*/ 554667 w 601469"/>
                <a:gd name="connsiteY18" fmla="*/ 0 h 60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1469" h="601469">
                  <a:moveTo>
                    <a:pt x="554667" y="15812"/>
                  </a:moveTo>
                  <a:cubicBezTo>
                    <a:pt x="571111" y="15812"/>
                    <a:pt x="585026" y="29093"/>
                    <a:pt x="585026" y="46170"/>
                  </a:cubicBezTo>
                  <a:lnTo>
                    <a:pt x="585026" y="555300"/>
                  </a:lnTo>
                  <a:cubicBezTo>
                    <a:pt x="585026" y="571744"/>
                    <a:pt x="571744" y="585658"/>
                    <a:pt x="554667" y="585658"/>
                  </a:cubicBezTo>
                  <a:lnTo>
                    <a:pt x="46170" y="585658"/>
                  </a:lnTo>
                  <a:cubicBezTo>
                    <a:pt x="29726" y="585658"/>
                    <a:pt x="15812" y="572376"/>
                    <a:pt x="15812" y="555300"/>
                  </a:cubicBezTo>
                  <a:lnTo>
                    <a:pt x="15812" y="46170"/>
                  </a:lnTo>
                  <a:cubicBezTo>
                    <a:pt x="15812" y="29726"/>
                    <a:pt x="29093" y="15812"/>
                    <a:pt x="46170" y="15812"/>
                  </a:cubicBezTo>
                  <a:lnTo>
                    <a:pt x="554667" y="15812"/>
                  </a:lnTo>
                  <a:moveTo>
                    <a:pt x="554667" y="0"/>
                  </a:moveTo>
                  <a:lnTo>
                    <a:pt x="46170" y="0"/>
                  </a:lnTo>
                  <a:cubicBezTo>
                    <a:pt x="20871" y="0"/>
                    <a:pt x="0" y="20239"/>
                    <a:pt x="0" y="46170"/>
                  </a:cubicBezTo>
                  <a:lnTo>
                    <a:pt x="0" y="555300"/>
                  </a:lnTo>
                  <a:cubicBezTo>
                    <a:pt x="0" y="580598"/>
                    <a:pt x="20239" y="601469"/>
                    <a:pt x="46170" y="601469"/>
                  </a:cubicBezTo>
                  <a:lnTo>
                    <a:pt x="555300" y="601469"/>
                  </a:lnTo>
                  <a:cubicBezTo>
                    <a:pt x="580598" y="601469"/>
                    <a:pt x="601469" y="581231"/>
                    <a:pt x="601469" y="555300"/>
                  </a:cubicBezTo>
                  <a:lnTo>
                    <a:pt x="601469" y="46170"/>
                  </a:lnTo>
                  <a:cubicBezTo>
                    <a:pt x="600837" y="20239"/>
                    <a:pt x="580598" y="0"/>
                    <a:pt x="554667" y="0"/>
                  </a:cubicBezTo>
                  <a:lnTo>
                    <a:pt x="554667" y="0"/>
                  </a:lnTo>
                  <a:close/>
                </a:path>
              </a:pathLst>
            </a:custGeom>
            <a:solidFill>
              <a:schemeClr val="accent2"/>
            </a:solidFill>
            <a:ln w="6271" cap="flat">
              <a:noFill/>
              <a:prstDash val="solid"/>
              <a:miter/>
            </a:ln>
          </p:spPr>
          <p:txBody>
            <a:bodyPr rtlCol="0" anchor="ctr"/>
            <a:lstStyle/>
            <a:p>
              <a:endParaRPr lang="en-US"/>
            </a:p>
          </p:txBody>
        </p:sp>
        <p:grpSp>
          <p:nvGrpSpPr>
            <p:cNvPr id="115" name="Picture Placeholder 112">
              <a:extLst>
                <a:ext uri="{FF2B5EF4-FFF2-40B4-BE49-F238E27FC236}">
                  <a16:creationId xmlns:a16="http://schemas.microsoft.com/office/drawing/2014/main" id="{7185F40D-6251-88AF-AE56-8ED300172F2A}"/>
                </a:ext>
              </a:extLst>
            </p:cNvPr>
            <p:cNvGrpSpPr/>
            <p:nvPr/>
          </p:nvGrpSpPr>
          <p:grpSpPr>
            <a:xfrm>
              <a:off x="1946998" y="4528341"/>
              <a:ext cx="157482" cy="156850"/>
              <a:chOff x="1946998" y="4528341"/>
              <a:chExt cx="157482" cy="156850"/>
            </a:xfrm>
            <a:solidFill>
              <a:schemeClr val="accent2"/>
            </a:solidFill>
          </p:grpSpPr>
          <p:grpSp>
            <p:nvGrpSpPr>
              <p:cNvPr id="218" name="Picture Placeholder 112">
                <a:extLst>
                  <a:ext uri="{FF2B5EF4-FFF2-40B4-BE49-F238E27FC236}">
                    <a16:creationId xmlns:a16="http://schemas.microsoft.com/office/drawing/2014/main" id="{DA93C0C5-58ED-F4BC-60F3-451A8B87FFAF}"/>
                  </a:ext>
                </a:extLst>
              </p:cNvPr>
              <p:cNvGrpSpPr/>
              <p:nvPr/>
            </p:nvGrpSpPr>
            <p:grpSpPr>
              <a:xfrm>
                <a:off x="1986843" y="4567553"/>
                <a:ext cx="78425" cy="78425"/>
                <a:chOff x="1986843" y="4567553"/>
                <a:chExt cx="78425" cy="78425"/>
              </a:xfrm>
              <a:solidFill>
                <a:schemeClr val="accent2"/>
              </a:solidFill>
            </p:grpSpPr>
            <p:sp>
              <p:nvSpPr>
                <p:cNvPr id="220" name="Picture Placeholder 112">
                  <a:extLst>
                    <a:ext uri="{FF2B5EF4-FFF2-40B4-BE49-F238E27FC236}">
                      <a16:creationId xmlns:a16="http://schemas.microsoft.com/office/drawing/2014/main" id="{0FE0DD9B-3445-5692-C1A8-EE63F3F66080}"/>
                    </a:ext>
                  </a:extLst>
                </p:cNvPr>
                <p:cNvSpPr/>
                <p:nvPr/>
              </p:nvSpPr>
              <p:spPr>
                <a:xfrm>
                  <a:off x="1986843" y="4567553"/>
                  <a:ext cx="15811" cy="78425"/>
                </a:xfrm>
                <a:custGeom>
                  <a:avLst/>
                  <a:gdLst>
                    <a:gd name="connsiteX0" fmla="*/ 0 w 15811"/>
                    <a:gd name="connsiteY0" fmla="*/ 0 h 78425"/>
                    <a:gd name="connsiteX1" fmla="*/ 15811 w 15811"/>
                    <a:gd name="connsiteY1" fmla="*/ 0 h 78425"/>
                    <a:gd name="connsiteX2" fmla="*/ 15811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1" y="0"/>
                      </a:lnTo>
                      <a:lnTo>
                        <a:pt x="15811"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221" name="Picture Placeholder 112">
                  <a:extLst>
                    <a:ext uri="{FF2B5EF4-FFF2-40B4-BE49-F238E27FC236}">
                      <a16:creationId xmlns:a16="http://schemas.microsoft.com/office/drawing/2014/main" id="{FA5D9F25-7E88-806B-5EF2-15E9DC17770B}"/>
                    </a:ext>
                  </a:extLst>
                </p:cNvPr>
                <p:cNvSpPr/>
                <p:nvPr/>
              </p:nvSpPr>
              <p:spPr>
                <a:xfrm>
                  <a:off x="2017834" y="4567553"/>
                  <a:ext cx="15811" cy="78425"/>
                </a:xfrm>
                <a:custGeom>
                  <a:avLst/>
                  <a:gdLst>
                    <a:gd name="connsiteX0" fmla="*/ 0 w 15811"/>
                    <a:gd name="connsiteY0" fmla="*/ 0 h 78425"/>
                    <a:gd name="connsiteX1" fmla="*/ 15812 w 15811"/>
                    <a:gd name="connsiteY1" fmla="*/ 0 h 78425"/>
                    <a:gd name="connsiteX2" fmla="*/ 15812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2" y="0"/>
                      </a:lnTo>
                      <a:lnTo>
                        <a:pt x="15812"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222" name="Picture Placeholder 112">
                  <a:extLst>
                    <a:ext uri="{FF2B5EF4-FFF2-40B4-BE49-F238E27FC236}">
                      <a16:creationId xmlns:a16="http://schemas.microsoft.com/office/drawing/2014/main" id="{F10DB6F1-07B1-71FE-ED56-1F5FD52EEE65}"/>
                    </a:ext>
                  </a:extLst>
                </p:cNvPr>
                <p:cNvSpPr/>
                <p:nvPr/>
              </p:nvSpPr>
              <p:spPr>
                <a:xfrm>
                  <a:off x="2049457" y="4567553"/>
                  <a:ext cx="15811" cy="78425"/>
                </a:xfrm>
                <a:custGeom>
                  <a:avLst/>
                  <a:gdLst>
                    <a:gd name="connsiteX0" fmla="*/ 0 w 15811"/>
                    <a:gd name="connsiteY0" fmla="*/ 0 h 78425"/>
                    <a:gd name="connsiteX1" fmla="*/ 15812 w 15811"/>
                    <a:gd name="connsiteY1" fmla="*/ 0 h 78425"/>
                    <a:gd name="connsiteX2" fmla="*/ 15812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2" y="0"/>
                      </a:lnTo>
                      <a:lnTo>
                        <a:pt x="15812" y="78425"/>
                      </a:lnTo>
                      <a:lnTo>
                        <a:pt x="0" y="78425"/>
                      </a:lnTo>
                      <a:close/>
                    </a:path>
                  </a:pathLst>
                </a:custGeom>
                <a:solidFill>
                  <a:schemeClr val="accent2"/>
                </a:solidFill>
                <a:ln w="6271" cap="flat">
                  <a:noFill/>
                  <a:prstDash val="solid"/>
                  <a:miter/>
                </a:ln>
              </p:spPr>
              <p:txBody>
                <a:bodyPr rtlCol="0" anchor="ctr"/>
                <a:lstStyle/>
                <a:p>
                  <a:endParaRPr lang="en-US"/>
                </a:p>
              </p:txBody>
            </p:sp>
          </p:grpSp>
          <p:sp>
            <p:nvSpPr>
              <p:cNvPr id="219" name="Picture Placeholder 112">
                <a:extLst>
                  <a:ext uri="{FF2B5EF4-FFF2-40B4-BE49-F238E27FC236}">
                    <a16:creationId xmlns:a16="http://schemas.microsoft.com/office/drawing/2014/main" id="{6052A166-3455-C058-F001-CA8D5B4A5E7E}"/>
                  </a:ext>
                </a:extLst>
              </p:cNvPr>
              <p:cNvSpPr/>
              <p:nvPr/>
            </p:nvSpPr>
            <p:spPr>
              <a:xfrm>
                <a:off x="1946998" y="4528341"/>
                <a:ext cx="157482" cy="156850"/>
              </a:xfrm>
              <a:custGeom>
                <a:avLst/>
                <a:gdLst>
                  <a:gd name="connsiteX0" fmla="*/ 157483 w 157482"/>
                  <a:gd name="connsiteY0" fmla="*/ 156850 h 156850"/>
                  <a:gd name="connsiteX1" fmla="*/ 0 w 157482"/>
                  <a:gd name="connsiteY1" fmla="*/ 156850 h 156850"/>
                  <a:gd name="connsiteX2" fmla="*/ 0 w 157482"/>
                  <a:gd name="connsiteY2" fmla="*/ 0 h 156850"/>
                  <a:gd name="connsiteX3" fmla="*/ 157483 w 157482"/>
                  <a:gd name="connsiteY3" fmla="*/ 0 h 156850"/>
                  <a:gd name="connsiteX4" fmla="*/ 157483 w 157482"/>
                  <a:gd name="connsiteY4" fmla="*/ 156850 h 156850"/>
                  <a:gd name="connsiteX5" fmla="*/ 15812 w 157482"/>
                  <a:gd name="connsiteY5" fmla="*/ 141039 h 156850"/>
                  <a:gd name="connsiteX6" fmla="*/ 141671 w 157482"/>
                  <a:gd name="connsiteY6" fmla="*/ 141039 h 156850"/>
                  <a:gd name="connsiteX7" fmla="*/ 141671 w 157482"/>
                  <a:gd name="connsiteY7" fmla="*/ 15811 h 156850"/>
                  <a:gd name="connsiteX8" fmla="*/ 15812 w 157482"/>
                  <a:gd name="connsiteY8" fmla="*/ 15811 h 156850"/>
                  <a:gd name="connsiteX9" fmla="*/ 15812 w 157482"/>
                  <a:gd name="connsiteY9" fmla="*/ 141039 h 15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82" h="156850">
                    <a:moveTo>
                      <a:pt x="157483" y="156850"/>
                    </a:moveTo>
                    <a:lnTo>
                      <a:pt x="0" y="156850"/>
                    </a:lnTo>
                    <a:lnTo>
                      <a:pt x="0" y="0"/>
                    </a:lnTo>
                    <a:lnTo>
                      <a:pt x="157483" y="0"/>
                    </a:lnTo>
                    <a:lnTo>
                      <a:pt x="157483" y="156850"/>
                    </a:lnTo>
                    <a:close/>
                    <a:moveTo>
                      <a:pt x="15812" y="141039"/>
                    </a:moveTo>
                    <a:lnTo>
                      <a:pt x="141671" y="141039"/>
                    </a:lnTo>
                    <a:lnTo>
                      <a:pt x="141671" y="15811"/>
                    </a:lnTo>
                    <a:lnTo>
                      <a:pt x="15812" y="15811"/>
                    </a:lnTo>
                    <a:lnTo>
                      <a:pt x="15812" y="141039"/>
                    </a:lnTo>
                    <a:close/>
                  </a:path>
                </a:pathLst>
              </a:custGeom>
              <a:solidFill>
                <a:schemeClr val="accent2"/>
              </a:solidFill>
              <a:ln w="6271" cap="flat">
                <a:noFill/>
                <a:prstDash val="solid"/>
                <a:miter/>
              </a:ln>
            </p:spPr>
            <p:txBody>
              <a:bodyPr rtlCol="0" anchor="ctr"/>
              <a:lstStyle/>
              <a:p>
                <a:endParaRPr lang="en-US"/>
              </a:p>
            </p:txBody>
          </p:sp>
        </p:grpSp>
        <p:grpSp>
          <p:nvGrpSpPr>
            <p:cNvPr id="116" name="Picture Placeholder 112">
              <a:extLst>
                <a:ext uri="{FF2B5EF4-FFF2-40B4-BE49-F238E27FC236}">
                  <a16:creationId xmlns:a16="http://schemas.microsoft.com/office/drawing/2014/main" id="{14A38736-5962-8097-2CC2-2FA806D329B6}"/>
                </a:ext>
              </a:extLst>
            </p:cNvPr>
            <p:cNvGrpSpPr/>
            <p:nvPr/>
          </p:nvGrpSpPr>
          <p:grpSpPr>
            <a:xfrm>
              <a:off x="2199982" y="4528341"/>
              <a:ext cx="157482" cy="156850"/>
              <a:chOff x="2199982" y="4528341"/>
              <a:chExt cx="157482" cy="156850"/>
            </a:xfrm>
            <a:solidFill>
              <a:schemeClr val="accent2"/>
            </a:solidFill>
          </p:grpSpPr>
          <p:grpSp>
            <p:nvGrpSpPr>
              <p:cNvPr id="213" name="Picture Placeholder 112">
                <a:extLst>
                  <a:ext uri="{FF2B5EF4-FFF2-40B4-BE49-F238E27FC236}">
                    <a16:creationId xmlns:a16="http://schemas.microsoft.com/office/drawing/2014/main" id="{2CA7FA36-74DD-4A83-49B2-7AF8E2DF9CE0}"/>
                  </a:ext>
                </a:extLst>
              </p:cNvPr>
              <p:cNvGrpSpPr/>
              <p:nvPr/>
            </p:nvGrpSpPr>
            <p:grpSpPr>
              <a:xfrm>
                <a:off x="2239827" y="4567553"/>
                <a:ext cx="78425" cy="78425"/>
                <a:chOff x="2239827" y="4567553"/>
                <a:chExt cx="78425" cy="78425"/>
              </a:xfrm>
              <a:solidFill>
                <a:schemeClr val="accent2"/>
              </a:solidFill>
            </p:grpSpPr>
            <p:sp>
              <p:nvSpPr>
                <p:cNvPr id="215" name="Picture Placeholder 112">
                  <a:extLst>
                    <a:ext uri="{FF2B5EF4-FFF2-40B4-BE49-F238E27FC236}">
                      <a16:creationId xmlns:a16="http://schemas.microsoft.com/office/drawing/2014/main" id="{951FB54B-834F-9B5A-5781-627583AF3F7B}"/>
                    </a:ext>
                  </a:extLst>
                </p:cNvPr>
                <p:cNvSpPr/>
                <p:nvPr/>
              </p:nvSpPr>
              <p:spPr>
                <a:xfrm>
                  <a:off x="2239827" y="4567553"/>
                  <a:ext cx="15811" cy="78425"/>
                </a:xfrm>
                <a:custGeom>
                  <a:avLst/>
                  <a:gdLst>
                    <a:gd name="connsiteX0" fmla="*/ 0 w 15811"/>
                    <a:gd name="connsiteY0" fmla="*/ 0 h 78425"/>
                    <a:gd name="connsiteX1" fmla="*/ 15812 w 15811"/>
                    <a:gd name="connsiteY1" fmla="*/ 0 h 78425"/>
                    <a:gd name="connsiteX2" fmla="*/ 15812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2" y="0"/>
                      </a:lnTo>
                      <a:lnTo>
                        <a:pt x="15812"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216" name="Picture Placeholder 112">
                  <a:extLst>
                    <a:ext uri="{FF2B5EF4-FFF2-40B4-BE49-F238E27FC236}">
                      <a16:creationId xmlns:a16="http://schemas.microsoft.com/office/drawing/2014/main" id="{56F23CD7-0EEF-3583-8417-1F7644C6EE93}"/>
                    </a:ext>
                  </a:extLst>
                </p:cNvPr>
                <p:cNvSpPr/>
                <p:nvPr/>
              </p:nvSpPr>
              <p:spPr>
                <a:xfrm>
                  <a:off x="2270818" y="4567553"/>
                  <a:ext cx="15811" cy="78425"/>
                </a:xfrm>
                <a:custGeom>
                  <a:avLst/>
                  <a:gdLst>
                    <a:gd name="connsiteX0" fmla="*/ 0 w 15811"/>
                    <a:gd name="connsiteY0" fmla="*/ 0 h 78425"/>
                    <a:gd name="connsiteX1" fmla="*/ 15811 w 15811"/>
                    <a:gd name="connsiteY1" fmla="*/ 0 h 78425"/>
                    <a:gd name="connsiteX2" fmla="*/ 15811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1" y="0"/>
                      </a:lnTo>
                      <a:lnTo>
                        <a:pt x="15811"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217" name="Picture Placeholder 112">
                  <a:extLst>
                    <a:ext uri="{FF2B5EF4-FFF2-40B4-BE49-F238E27FC236}">
                      <a16:creationId xmlns:a16="http://schemas.microsoft.com/office/drawing/2014/main" id="{DE20850F-A060-12DB-0A81-BBBDEB2F549E}"/>
                    </a:ext>
                  </a:extLst>
                </p:cNvPr>
                <p:cNvSpPr/>
                <p:nvPr/>
              </p:nvSpPr>
              <p:spPr>
                <a:xfrm>
                  <a:off x="2302441" y="4567553"/>
                  <a:ext cx="15811" cy="78425"/>
                </a:xfrm>
                <a:custGeom>
                  <a:avLst/>
                  <a:gdLst>
                    <a:gd name="connsiteX0" fmla="*/ 0 w 15811"/>
                    <a:gd name="connsiteY0" fmla="*/ 0 h 78425"/>
                    <a:gd name="connsiteX1" fmla="*/ 15811 w 15811"/>
                    <a:gd name="connsiteY1" fmla="*/ 0 h 78425"/>
                    <a:gd name="connsiteX2" fmla="*/ 15811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1" y="0"/>
                      </a:lnTo>
                      <a:lnTo>
                        <a:pt x="15811" y="78425"/>
                      </a:lnTo>
                      <a:lnTo>
                        <a:pt x="0" y="78425"/>
                      </a:lnTo>
                      <a:close/>
                    </a:path>
                  </a:pathLst>
                </a:custGeom>
                <a:solidFill>
                  <a:schemeClr val="accent2"/>
                </a:solidFill>
                <a:ln w="6271" cap="flat">
                  <a:noFill/>
                  <a:prstDash val="solid"/>
                  <a:miter/>
                </a:ln>
              </p:spPr>
              <p:txBody>
                <a:bodyPr rtlCol="0" anchor="ctr"/>
                <a:lstStyle/>
                <a:p>
                  <a:endParaRPr lang="en-US"/>
                </a:p>
              </p:txBody>
            </p:sp>
          </p:grpSp>
          <p:sp>
            <p:nvSpPr>
              <p:cNvPr id="214" name="Picture Placeholder 112">
                <a:extLst>
                  <a:ext uri="{FF2B5EF4-FFF2-40B4-BE49-F238E27FC236}">
                    <a16:creationId xmlns:a16="http://schemas.microsoft.com/office/drawing/2014/main" id="{3C6383D7-E3D8-A66B-E1DF-8D695B8767F7}"/>
                  </a:ext>
                </a:extLst>
              </p:cNvPr>
              <p:cNvSpPr/>
              <p:nvPr/>
            </p:nvSpPr>
            <p:spPr>
              <a:xfrm>
                <a:off x="2199982" y="4528341"/>
                <a:ext cx="157482" cy="156850"/>
              </a:xfrm>
              <a:custGeom>
                <a:avLst/>
                <a:gdLst>
                  <a:gd name="connsiteX0" fmla="*/ 157483 w 157482"/>
                  <a:gd name="connsiteY0" fmla="*/ 156850 h 156850"/>
                  <a:gd name="connsiteX1" fmla="*/ 0 w 157482"/>
                  <a:gd name="connsiteY1" fmla="*/ 156850 h 156850"/>
                  <a:gd name="connsiteX2" fmla="*/ 0 w 157482"/>
                  <a:gd name="connsiteY2" fmla="*/ 0 h 156850"/>
                  <a:gd name="connsiteX3" fmla="*/ 157483 w 157482"/>
                  <a:gd name="connsiteY3" fmla="*/ 0 h 156850"/>
                  <a:gd name="connsiteX4" fmla="*/ 157483 w 157482"/>
                  <a:gd name="connsiteY4" fmla="*/ 156850 h 156850"/>
                  <a:gd name="connsiteX5" fmla="*/ 15812 w 157482"/>
                  <a:gd name="connsiteY5" fmla="*/ 141039 h 156850"/>
                  <a:gd name="connsiteX6" fmla="*/ 141671 w 157482"/>
                  <a:gd name="connsiteY6" fmla="*/ 141039 h 156850"/>
                  <a:gd name="connsiteX7" fmla="*/ 141671 w 157482"/>
                  <a:gd name="connsiteY7" fmla="*/ 15811 h 156850"/>
                  <a:gd name="connsiteX8" fmla="*/ 15812 w 157482"/>
                  <a:gd name="connsiteY8" fmla="*/ 15811 h 156850"/>
                  <a:gd name="connsiteX9" fmla="*/ 15812 w 157482"/>
                  <a:gd name="connsiteY9" fmla="*/ 141039 h 15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82" h="156850">
                    <a:moveTo>
                      <a:pt x="157483" y="156850"/>
                    </a:moveTo>
                    <a:lnTo>
                      <a:pt x="0" y="156850"/>
                    </a:lnTo>
                    <a:lnTo>
                      <a:pt x="0" y="0"/>
                    </a:lnTo>
                    <a:lnTo>
                      <a:pt x="157483" y="0"/>
                    </a:lnTo>
                    <a:lnTo>
                      <a:pt x="157483" y="156850"/>
                    </a:lnTo>
                    <a:close/>
                    <a:moveTo>
                      <a:pt x="15812" y="141039"/>
                    </a:moveTo>
                    <a:lnTo>
                      <a:pt x="141671" y="141039"/>
                    </a:lnTo>
                    <a:lnTo>
                      <a:pt x="141671" y="15811"/>
                    </a:lnTo>
                    <a:lnTo>
                      <a:pt x="15812" y="15811"/>
                    </a:lnTo>
                    <a:lnTo>
                      <a:pt x="15812" y="141039"/>
                    </a:lnTo>
                    <a:close/>
                  </a:path>
                </a:pathLst>
              </a:custGeom>
              <a:solidFill>
                <a:schemeClr val="accent2"/>
              </a:solidFill>
              <a:ln w="6271" cap="flat">
                <a:noFill/>
                <a:prstDash val="solid"/>
                <a:miter/>
              </a:ln>
            </p:spPr>
            <p:txBody>
              <a:bodyPr rtlCol="0" anchor="ctr"/>
              <a:lstStyle/>
              <a:p>
                <a:endParaRPr lang="en-US"/>
              </a:p>
            </p:txBody>
          </p:sp>
        </p:grpSp>
        <p:grpSp>
          <p:nvGrpSpPr>
            <p:cNvPr id="117" name="Picture Placeholder 112">
              <a:extLst>
                <a:ext uri="{FF2B5EF4-FFF2-40B4-BE49-F238E27FC236}">
                  <a16:creationId xmlns:a16="http://schemas.microsoft.com/office/drawing/2014/main" id="{50A86A73-8947-E52B-40EF-86F4D383E68E}"/>
                </a:ext>
              </a:extLst>
            </p:cNvPr>
            <p:cNvGrpSpPr/>
            <p:nvPr/>
          </p:nvGrpSpPr>
          <p:grpSpPr>
            <a:xfrm>
              <a:off x="1946998" y="4768675"/>
              <a:ext cx="157482" cy="156850"/>
              <a:chOff x="1946998" y="4768675"/>
              <a:chExt cx="157482" cy="156850"/>
            </a:xfrm>
            <a:solidFill>
              <a:schemeClr val="accent2"/>
            </a:solidFill>
          </p:grpSpPr>
          <p:grpSp>
            <p:nvGrpSpPr>
              <p:cNvPr id="124" name="Picture Placeholder 112">
                <a:extLst>
                  <a:ext uri="{FF2B5EF4-FFF2-40B4-BE49-F238E27FC236}">
                    <a16:creationId xmlns:a16="http://schemas.microsoft.com/office/drawing/2014/main" id="{B309AE6A-A3EA-8825-B63F-A2F0BA128DBE}"/>
                  </a:ext>
                </a:extLst>
              </p:cNvPr>
              <p:cNvGrpSpPr/>
              <p:nvPr/>
            </p:nvGrpSpPr>
            <p:grpSpPr>
              <a:xfrm>
                <a:off x="1986843" y="4807888"/>
                <a:ext cx="78425" cy="78425"/>
                <a:chOff x="1986843" y="4807888"/>
                <a:chExt cx="78425" cy="78425"/>
              </a:xfrm>
              <a:solidFill>
                <a:schemeClr val="accent2"/>
              </a:solidFill>
            </p:grpSpPr>
            <p:sp>
              <p:nvSpPr>
                <p:cNvPr id="126" name="Picture Placeholder 112">
                  <a:extLst>
                    <a:ext uri="{FF2B5EF4-FFF2-40B4-BE49-F238E27FC236}">
                      <a16:creationId xmlns:a16="http://schemas.microsoft.com/office/drawing/2014/main" id="{7062766A-06DF-E7DB-AB34-45C7F90F5A31}"/>
                    </a:ext>
                  </a:extLst>
                </p:cNvPr>
                <p:cNvSpPr/>
                <p:nvPr/>
              </p:nvSpPr>
              <p:spPr>
                <a:xfrm>
                  <a:off x="1986843" y="4807888"/>
                  <a:ext cx="15811" cy="78425"/>
                </a:xfrm>
                <a:custGeom>
                  <a:avLst/>
                  <a:gdLst>
                    <a:gd name="connsiteX0" fmla="*/ 0 w 15811"/>
                    <a:gd name="connsiteY0" fmla="*/ 0 h 78425"/>
                    <a:gd name="connsiteX1" fmla="*/ 15811 w 15811"/>
                    <a:gd name="connsiteY1" fmla="*/ 0 h 78425"/>
                    <a:gd name="connsiteX2" fmla="*/ 15811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1" y="0"/>
                      </a:lnTo>
                      <a:lnTo>
                        <a:pt x="15811"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127" name="Picture Placeholder 112">
                  <a:extLst>
                    <a:ext uri="{FF2B5EF4-FFF2-40B4-BE49-F238E27FC236}">
                      <a16:creationId xmlns:a16="http://schemas.microsoft.com/office/drawing/2014/main" id="{B520FE8D-54F4-0075-5309-1CA68E3D0991}"/>
                    </a:ext>
                  </a:extLst>
                </p:cNvPr>
                <p:cNvSpPr/>
                <p:nvPr/>
              </p:nvSpPr>
              <p:spPr>
                <a:xfrm>
                  <a:off x="2017834" y="4807888"/>
                  <a:ext cx="15811" cy="78425"/>
                </a:xfrm>
                <a:custGeom>
                  <a:avLst/>
                  <a:gdLst>
                    <a:gd name="connsiteX0" fmla="*/ 0 w 15811"/>
                    <a:gd name="connsiteY0" fmla="*/ 0 h 78425"/>
                    <a:gd name="connsiteX1" fmla="*/ 15812 w 15811"/>
                    <a:gd name="connsiteY1" fmla="*/ 0 h 78425"/>
                    <a:gd name="connsiteX2" fmla="*/ 15812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2" y="0"/>
                      </a:lnTo>
                      <a:lnTo>
                        <a:pt x="15812"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192" name="Picture Placeholder 112">
                  <a:extLst>
                    <a:ext uri="{FF2B5EF4-FFF2-40B4-BE49-F238E27FC236}">
                      <a16:creationId xmlns:a16="http://schemas.microsoft.com/office/drawing/2014/main" id="{8FBD8656-C459-FFF4-1083-BFF261866529}"/>
                    </a:ext>
                  </a:extLst>
                </p:cNvPr>
                <p:cNvSpPr/>
                <p:nvPr/>
              </p:nvSpPr>
              <p:spPr>
                <a:xfrm>
                  <a:off x="2049457" y="4807888"/>
                  <a:ext cx="15811" cy="78425"/>
                </a:xfrm>
                <a:custGeom>
                  <a:avLst/>
                  <a:gdLst>
                    <a:gd name="connsiteX0" fmla="*/ 0 w 15811"/>
                    <a:gd name="connsiteY0" fmla="*/ 0 h 78425"/>
                    <a:gd name="connsiteX1" fmla="*/ 15812 w 15811"/>
                    <a:gd name="connsiteY1" fmla="*/ 0 h 78425"/>
                    <a:gd name="connsiteX2" fmla="*/ 15812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2" y="0"/>
                      </a:lnTo>
                      <a:lnTo>
                        <a:pt x="15812" y="78425"/>
                      </a:lnTo>
                      <a:lnTo>
                        <a:pt x="0" y="78425"/>
                      </a:lnTo>
                      <a:close/>
                    </a:path>
                  </a:pathLst>
                </a:custGeom>
                <a:solidFill>
                  <a:schemeClr val="accent2"/>
                </a:solidFill>
                <a:ln w="6271" cap="flat">
                  <a:noFill/>
                  <a:prstDash val="solid"/>
                  <a:miter/>
                </a:ln>
              </p:spPr>
              <p:txBody>
                <a:bodyPr rtlCol="0" anchor="ctr"/>
                <a:lstStyle/>
                <a:p>
                  <a:endParaRPr lang="en-US"/>
                </a:p>
              </p:txBody>
            </p:sp>
          </p:grpSp>
          <p:sp>
            <p:nvSpPr>
              <p:cNvPr id="125" name="Picture Placeholder 112">
                <a:extLst>
                  <a:ext uri="{FF2B5EF4-FFF2-40B4-BE49-F238E27FC236}">
                    <a16:creationId xmlns:a16="http://schemas.microsoft.com/office/drawing/2014/main" id="{6C308650-92D5-BCA0-C30B-95C619AC5AE0}"/>
                  </a:ext>
                </a:extLst>
              </p:cNvPr>
              <p:cNvSpPr/>
              <p:nvPr/>
            </p:nvSpPr>
            <p:spPr>
              <a:xfrm>
                <a:off x="1946998" y="4768675"/>
                <a:ext cx="157482" cy="156850"/>
              </a:xfrm>
              <a:custGeom>
                <a:avLst/>
                <a:gdLst>
                  <a:gd name="connsiteX0" fmla="*/ 157483 w 157482"/>
                  <a:gd name="connsiteY0" fmla="*/ 156850 h 156850"/>
                  <a:gd name="connsiteX1" fmla="*/ 0 w 157482"/>
                  <a:gd name="connsiteY1" fmla="*/ 156850 h 156850"/>
                  <a:gd name="connsiteX2" fmla="*/ 0 w 157482"/>
                  <a:gd name="connsiteY2" fmla="*/ 0 h 156850"/>
                  <a:gd name="connsiteX3" fmla="*/ 157483 w 157482"/>
                  <a:gd name="connsiteY3" fmla="*/ 0 h 156850"/>
                  <a:gd name="connsiteX4" fmla="*/ 157483 w 157482"/>
                  <a:gd name="connsiteY4" fmla="*/ 156850 h 156850"/>
                  <a:gd name="connsiteX5" fmla="*/ 15812 w 157482"/>
                  <a:gd name="connsiteY5" fmla="*/ 141039 h 156850"/>
                  <a:gd name="connsiteX6" fmla="*/ 141671 w 157482"/>
                  <a:gd name="connsiteY6" fmla="*/ 141039 h 156850"/>
                  <a:gd name="connsiteX7" fmla="*/ 141671 w 157482"/>
                  <a:gd name="connsiteY7" fmla="*/ 15812 h 156850"/>
                  <a:gd name="connsiteX8" fmla="*/ 15812 w 157482"/>
                  <a:gd name="connsiteY8" fmla="*/ 15812 h 156850"/>
                  <a:gd name="connsiteX9" fmla="*/ 15812 w 157482"/>
                  <a:gd name="connsiteY9" fmla="*/ 141039 h 15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82" h="156850">
                    <a:moveTo>
                      <a:pt x="157483" y="156850"/>
                    </a:moveTo>
                    <a:lnTo>
                      <a:pt x="0" y="156850"/>
                    </a:lnTo>
                    <a:lnTo>
                      <a:pt x="0" y="0"/>
                    </a:lnTo>
                    <a:lnTo>
                      <a:pt x="157483" y="0"/>
                    </a:lnTo>
                    <a:lnTo>
                      <a:pt x="157483" y="156850"/>
                    </a:lnTo>
                    <a:close/>
                    <a:moveTo>
                      <a:pt x="15812" y="141039"/>
                    </a:moveTo>
                    <a:lnTo>
                      <a:pt x="141671" y="141039"/>
                    </a:lnTo>
                    <a:lnTo>
                      <a:pt x="141671" y="15812"/>
                    </a:lnTo>
                    <a:lnTo>
                      <a:pt x="15812" y="15812"/>
                    </a:lnTo>
                    <a:lnTo>
                      <a:pt x="15812" y="141039"/>
                    </a:lnTo>
                    <a:close/>
                  </a:path>
                </a:pathLst>
              </a:custGeom>
              <a:solidFill>
                <a:schemeClr val="accent2"/>
              </a:solidFill>
              <a:ln w="6271" cap="flat">
                <a:noFill/>
                <a:prstDash val="solid"/>
                <a:miter/>
              </a:ln>
            </p:spPr>
            <p:txBody>
              <a:bodyPr rtlCol="0" anchor="ctr"/>
              <a:lstStyle/>
              <a:p>
                <a:endParaRPr lang="en-US"/>
              </a:p>
            </p:txBody>
          </p:sp>
        </p:grpSp>
        <p:grpSp>
          <p:nvGrpSpPr>
            <p:cNvPr id="118" name="Picture Placeholder 112">
              <a:extLst>
                <a:ext uri="{FF2B5EF4-FFF2-40B4-BE49-F238E27FC236}">
                  <a16:creationId xmlns:a16="http://schemas.microsoft.com/office/drawing/2014/main" id="{CB20FBB9-B8CF-17A2-691F-79EDDCB51FF8}"/>
                </a:ext>
              </a:extLst>
            </p:cNvPr>
            <p:cNvGrpSpPr/>
            <p:nvPr/>
          </p:nvGrpSpPr>
          <p:grpSpPr>
            <a:xfrm>
              <a:off x="2199982" y="4768675"/>
              <a:ext cx="157482" cy="156850"/>
              <a:chOff x="2199982" y="4768675"/>
              <a:chExt cx="157482" cy="156850"/>
            </a:xfrm>
            <a:solidFill>
              <a:schemeClr val="accent2"/>
            </a:solidFill>
          </p:grpSpPr>
          <p:grpSp>
            <p:nvGrpSpPr>
              <p:cNvPr id="119" name="Picture Placeholder 112">
                <a:extLst>
                  <a:ext uri="{FF2B5EF4-FFF2-40B4-BE49-F238E27FC236}">
                    <a16:creationId xmlns:a16="http://schemas.microsoft.com/office/drawing/2014/main" id="{0B73AD8E-DE5F-9DA2-4DE2-59AC9B1D87EC}"/>
                  </a:ext>
                </a:extLst>
              </p:cNvPr>
              <p:cNvGrpSpPr/>
              <p:nvPr/>
            </p:nvGrpSpPr>
            <p:grpSpPr>
              <a:xfrm>
                <a:off x="2239827" y="4807888"/>
                <a:ext cx="78425" cy="78425"/>
                <a:chOff x="2239827" y="4807888"/>
                <a:chExt cx="78425" cy="78425"/>
              </a:xfrm>
              <a:solidFill>
                <a:schemeClr val="accent2"/>
              </a:solidFill>
            </p:grpSpPr>
            <p:sp>
              <p:nvSpPr>
                <p:cNvPr id="121" name="Picture Placeholder 112">
                  <a:extLst>
                    <a:ext uri="{FF2B5EF4-FFF2-40B4-BE49-F238E27FC236}">
                      <a16:creationId xmlns:a16="http://schemas.microsoft.com/office/drawing/2014/main" id="{7803D130-C676-06A5-D8B8-CC35C068380B}"/>
                    </a:ext>
                  </a:extLst>
                </p:cNvPr>
                <p:cNvSpPr/>
                <p:nvPr/>
              </p:nvSpPr>
              <p:spPr>
                <a:xfrm>
                  <a:off x="2239827" y="4807888"/>
                  <a:ext cx="15811" cy="78425"/>
                </a:xfrm>
                <a:custGeom>
                  <a:avLst/>
                  <a:gdLst>
                    <a:gd name="connsiteX0" fmla="*/ 0 w 15811"/>
                    <a:gd name="connsiteY0" fmla="*/ 0 h 78425"/>
                    <a:gd name="connsiteX1" fmla="*/ 15812 w 15811"/>
                    <a:gd name="connsiteY1" fmla="*/ 0 h 78425"/>
                    <a:gd name="connsiteX2" fmla="*/ 15812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2" y="0"/>
                      </a:lnTo>
                      <a:lnTo>
                        <a:pt x="15812"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122" name="Picture Placeholder 112">
                  <a:extLst>
                    <a:ext uri="{FF2B5EF4-FFF2-40B4-BE49-F238E27FC236}">
                      <a16:creationId xmlns:a16="http://schemas.microsoft.com/office/drawing/2014/main" id="{896C1371-0856-A716-1097-094A95E4F93B}"/>
                    </a:ext>
                  </a:extLst>
                </p:cNvPr>
                <p:cNvSpPr/>
                <p:nvPr/>
              </p:nvSpPr>
              <p:spPr>
                <a:xfrm>
                  <a:off x="2270818" y="4807888"/>
                  <a:ext cx="15811" cy="78425"/>
                </a:xfrm>
                <a:custGeom>
                  <a:avLst/>
                  <a:gdLst>
                    <a:gd name="connsiteX0" fmla="*/ 0 w 15811"/>
                    <a:gd name="connsiteY0" fmla="*/ 0 h 78425"/>
                    <a:gd name="connsiteX1" fmla="*/ 15811 w 15811"/>
                    <a:gd name="connsiteY1" fmla="*/ 0 h 78425"/>
                    <a:gd name="connsiteX2" fmla="*/ 15811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1" y="0"/>
                      </a:lnTo>
                      <a:lnTo>
                        <a:pt x="15811"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123" name="Picture Placeholder 112">
                  <a:extLst>
                    <a:ext uri="{FF2B5EF4-FFF2-40B4-BE49-F238E27FC236}">
                      <a16:creationId xmlns:a16="http://schemas.microsoft.com/office/drawing/2014/main" id="{DDFFEEF4-AD43-4053-A111-8DEA76CB13B7}"/>
                    </a:ext>
                  </a:extLst>
                </p:cNvPr>
                <p:cNvSpPr/>
                <p:nvPr/>
              </p:nvSpPr>
              <p:spPr>
                <a:xfrm>
                  <a:off x="2302441" y="4807888"/>
                  <a:ext cx="15811" cy="78425"/>
                </a:xfrm>
                <a:custGeom>
                  <a:avLst/>
                  <a:gdLst>
                    <a:gd name="connsiteX0" fmla="*/ 0 w 15811"/>
                    <a:gd name="connsiteY0" fmla="*/ 0 h 78425"/>
                    <a:gd name="connsiteX1" fmla="*/ 15811 w 15811"/>
                    <a:gd name="connsiteY1" fmla="*/ 0 h 78425"/>
                    <a:gd name="connsiteX2" fmla="*/ 15811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1" y="0"/>
                      </a:lnTo>
                      <a:lnTo>
                        <a:pt x="15811" y="78425"/>
                      </a:lnTo>
                      <a:lnTo>
                        <a:pt x="0" y="78425"/>
                      </a:lnTo>
                      <a:close/>
                    </a:path>
                  </a:pathLst>
                </a:custGeom>
                <a:solidFill>
                  <a:schemeClr val="accent2"/>
                </a:solidFill>
                <a:ln w="6271" cap="flat">
                  <a:noFill/>
                  <a:prstDash val="solid"/>
                  <a:miter/>
                </a:ln>
              </p:spPr>
              <p:txBody>
                <a:bodyPr rtlCol="0" anchor="ctr"/>
                <a:lstStyle/>
                <a:p>
                  <a:endParaRPr lang="en-US"/>
                </a:p>
              </p:txBody>
            </p:sp>
          </p:grpSp>
          <p:sp>
            <p:nvSpPr>
              <p:cNvPr id="120" name="Picture Placeholder 112">
                <a:extLst>
                  <a:ext uri="{FF2B5EF4-FFF2-40B4-BE49-F238E27FC236}">
                    <a16:creationId xmlns:a16="http://schemas.microsoft.com/office/drawing/2014/main" id="{1B1268AC-6620-45E8-B8F4-2DE1C8BFAC38}"/>
                  </a:ext>
                </a:extLst>
              </p:cNvPr>
              <p:cNvSpPr/>
              <p:nvPr/>
            </p:nvSpPr>
            <p:spPr>
              <a:xfrm>
                <a:off x="2199982" y="4768675"/>
                <a:ext cx="157482" cy="156850"/>
              </a:xfrm>
              <a:custGeom>
                <a:avLst/>
                <a:gdLst>
                  <a:gd name="connsiteX0" fmla="*/ 157483 w 157482"/>
                  <a:gd name="connsiteY0" fmla="*/ 156850 h 156850"/>
                  <a:gd name="connsiteX1" fmla="*/ 0 w 157482"/>
                  <a:gd name="connsiteY1" fmla="*/ 156850 h 156850"/>
                  <a:gd name="connsiteX2" fmla="*/ 0 w 157482"/>
                  <a:gd name="connsiteY2" fmla="*/ 0 h 156850"/>
                  <a:gd name="connsiteX3" fmla="*/ 157483 w 157482"/>
                  <a:gd name="connsiteY3" fmla="*/ 0 h 156850"/>
                  <a:gd name="connsiteX4" fmla="*/ 157483 w 157482"/>
                  <a:gd name="connsiteY4" fmla="*/ 156850 h 156850"/>
                  <a:gd name="connsiteX5" fmla="*/ 15812 w 157482"/>
                  <a:gd name="connsiteY5" fmla="*/ 141039 h 156850"/>
                  <a:gd name="connsiteX6" fmla="*/ 141671 w 157482"/>
                  <a:gd name="connsiteY6" fmla="*/ 141039 h 156850"/>
                  <a:gd name="connsiteX7" fmla="*/ 141671 w 157482"/>
                  <a:gd name="connsiteY7" fmla="*/ 15812 h 156850"/>
                  <a:gd name="connsiteX8" fmla="*/ 15812 w 157482"/>
                  <a:gd name="connsiteY8" fmla="*/ 15812 h 156850"/>
                  <a:gd name="connsiteX9" fmla="*/ 15812 w 157482"/>
                  <a:gd name="connsiteY9" fmla="*/ 141039 h 15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82" h="156850">
                    <a:moveTo>
                      <a:pt x="157483" y="156850"/>
                    </a:moveTo>
                    <a:lnTo>
                      <a:pt x="0" y="156850"/>
                    </a:lnTo>
                    <a:lnTo>
                      <a:pt x="0" y="0"/>
                    </a:lnTo>
                    <a:lnTo>
                      <a:pt x="157483" y="0"/>
                    </a:lnTo>
                    <a:lnTo>
                      <a:pt x="157483" y="156850"/>
                    </a:lnTo>
                    <a:close/>
                    <a:moveTo>
                      <a:pt x="15812" y="141039"/>
                    </a:moveTo>
                    <a:lnTo>
                      <a:pt x="141671" y="141039"/>
                    </a:lnTo>
                    <a:lnTo>
                      <a:pt x="141671" y="15812"/>
                    </a:lnTo>
                    <a:lnTo>
                      <a:pt x="15812" y="15812"/>
                    </a:lnTo>
                    <a:lnTo>
                      <a:pt x="15812" y="141039"/>
                    </a:lnTo>
                    <a:close/>
                  </a:path>
                </a:pathLst>
              </a:custGeom>
              <a:solidFill>
                <a:schemeClr val="accent2"/>
              </a:solidFill>
              <a:ln w="6271" cap="flat">
                <a:noFill/>
                <a:prstDash val="solid"/>
                <a:miter/>
              </a:ln>
            </p:spPr>
            <p:txBody>
              <a:bodyPr rtlCol="0" anchor="ctr"/>
              <a:lstStyle/>
              <a:p>
                <a:endParaRPr lang="en-US"/>
              </a:p>
            </p:txBody>
          </p:sp>
        </p:grpSp>
      </p:grpSp>
      <p:grpSp>
        <p:nvGrpSpPr>
          <p:cNvPr id="223" name="Picture Placeholder 104" descr="Virtual Machine&#10;">
            <a:extLst>
              <a:ext uri="{FF2B5EF4-FFF2-40B4-BE49-F238E27FC236}">
                <a16:creationId xmlns:a16="http://schemas.microsoft.com/office/drawing/2014/main" id="{A07BB3F6-445B-6458-7751-0B4E27217FD9}"/>
              </a:ext>
            </a:extLst>
          </p:cNvPr>
          <p:cNvGrpSpPr>
            <a:grpSpLocks noChangeAspect="1"/>
          </p:cNvGrpSpPr>
          <p:nvPr/>
        </p:nvGrpSpPr>
        <p:grpSpPr>
          <a:xfrm>
            <a:off x="2881521" y="2301063"/>
            <a:ext cx="334464" cy="334465"/>
            <a:chOff x="5798589" y="1951740"/>
            <a:chExt cx="600836" cy="600837"/>
          </a:xfrm>
          <a:solidFill>
            <a:schemeClr val="accent2"/>
          </a:solidFill>
        </p:grpSpPr>
        <p:sp>
          <p:nvSpPr>
            <p:cNvPr id="224" name="Picture Placeholder 104">
              <a:extLst>
                <a:ext uri="{FF2B5EF4-FFF2-40B4-BE49-F238E27FC236}">
                  <a16:creationId xmlns:a16="http://schemas.microsoft.com/office/drawing/2014/main" id="{75878364-3ED4-CE7B-6CA5-BF434D2A3726}"/>
                </a:ext>
              </a:extLst>
            </p:cNvPr>
            <p:cNvSpPr/>
            <p:nvPr/>
          </p:nvSpPr>
          <p:spPr>
            <a:xfrm>
              <a:off x="5798589" y="1951740"/>
              <a:ext cx="600836" cy="600837"/>
            </a:xfrm>
            <a:custGeom>
              <a:avLst/>
              <a:gdLst>
                <a:gd name="connsiteX0" fmla="*/ 514822 w 600836"/>
                <a:gd name="connsiteY0" fmla="*/ 600837 h 600837"/>
                <a:gd name="connsiteX1" fmla="*/ 0 w 600836"/>
                <a:gd name="connsiteY1" fmla="*/ 600837 h 600837"/>
                <a:gd name="connsiteX2" fmla="*/ 0 w 600836"/>
                <a:gd name="connsiteY2" fmla="*/ 0 h 600837"/>
                <a:gd name="connsiteX3" fmla="*/ 600837 w 600836"/>
                <a:gd name="connsiteY3" fmla="*/ 0 h 600837"/>
                <a:gd name="connsiteX4" fmla="*/ 600837 w 600836"/>
                <a:gd name="connsiteY4" fmla="*/ 595777 h 600837"/>
                <a:gd name="connsiteX5" fmla="*/ 585026 w 600836"/>
                <a:gd name="connsiteY5" fmla="*/ 595777 h 600837"/>
                <a:gd name="connsiteX6" fmla="*/ 585026 w 600836"/>
                <a:gd name="connsiteY6" fmla="*/ 15812 h 600837"/>
                <a:gd name="connsiteX7" fmla="*/ 15812 w 600836"/>
                <a:gd name="connsiteY7" fmla="*/ 15812 h 600837"/>
                <a:gd name="connsiteX8" fmla="*/ 15812 w 600836"/>
                <a:gd name="connsiteY8" fmla="*/ 585026 h 600837"/>
                <a:gd name="connsiteX9" fmla="*/ 514822 w 600836"/>
                <a:gd name="connsiteY9" fmla="*/ 585026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0836" h="600837">
                  <a:moveTo>
                    <a:pt x="514822" y="600837"/>
                  </a:moveTo>
                  <a:lnTo>
                    <a:pt x="0" y="600837"/>
                  </a:lnTo>
                  <a:lnTo>
                    <a:pt x="0" y="0"/>
                  </a:lnTo>
                  <a:lnTo>
                    <a:pt x="600837" y="0"/>
                  </a:lnTo>
                  <a:lnTo>
                    <a:pt x="600837" y="595777"/>
                  </a:lnTo>
                  <a:lnTo>
                    <a:pt x="585026" y="595777"/>
                  </a:lnTo>
                  <a:lnTo>
                    <a:pt x="585026" y="15812"/>
                  </a:lnTo>
                  <a:lnTo>
                    <a:pt x="15812" y="15812"/>
                  </a:lnTo>
                  <a:lnTo>
                    <a:pt x="15812" y="585026"/>
                  </a:lnTo>
                  <a:lnTo>
                    <a:pt x="514822" y="585026"/>
                  </a:lnTo>
                  <a:close/>
                </a:path>
              </a:pathLst>
            </a:custGeom>
            <a:solidFill>
              <a:schemeClr val="accent2"/>
            </a:solidFill>
            <a:ln w="6271" cap="flat">
              <a:noFill/>
              <a:prstDash val="solid"/>
              <a:miter/>
            </a:ln>
          </p:spPr>
          <p:txBody>
            <a:bodyPr rtlCol="0" anchor="ctr"/>
            <a:lstStyle/>
            <a:p>
              <a:endParaRPr lang="en-US"/>
            </a:p>
          </p:txBody>
        </p:sp>
        <p:grpSp>
          <p:nvGrpSpPr>
            <p:cNvPr id="225" name="Picture Placeholder 104">
              <a:extLst>
                <a:ext uri="{FF2B5EF4-FFF2-40B4-BE49-F238E27FC236}">
                  <a16:creationId xmlns:a16="http://schemas.microsoft.com/office/drawing/2014/main" id="{DFABCCC2-5A12-0AE2-1C54-5E9F23BCA5A2}"/>
                </a:ext>
              </a:extLst>
            </p:cNvPr>
            <p:cNvGrpSpPr/>
            <p:nvPr/>
          </p:nvGrpSpPr>
          <p:grpSpPr>
            <a:xfrm>
              <a:off x="5978207" y="2214844"/>
              <a:ext cx="220728" cy="84117"/>
              <a:chOff x="5978207" y="2214844"/>
              <a:chExt cx="220728" cy="84117"/>
            </a:xfrm>
            <a:solidFill>
              <a:schemeClr val="accent2"/>
            </a:solidFill>
          </p:grpSpPr>
          <p:sp>
            <p:nvSpPr>
              <p:cNvPr id="226" name="Picture Placeholder 104">
                <a:extLst>
                  <a:ext uri="{FF2B5EF4-FFF2-40B4-BE49-F238E27FC236}">
                    <a16:creationId xmlns:a16="http://schemas.microsoft.com/office/drawing/2014/main" id="{63FA08D0-7C63-21F6-4C0E-B93073EE1A9E}"/>
                  </a:ext>
                </a:extLst>
              </p:cNvPr>
              <p:cNvSpPr/>
              <p:nvPr/>
            </p:nvSpPr>
            <p:spPr>
              <a:xfrm>
                <a:off x="5978207" y="2216741"/>
                <a:ext cx="80322" cy="81587"/>
              </a:xfrm>
              <a:custGeom>
                <a:avLst/>
                <a:gdLst>
                  <a:gd name="connsiteX0" fmla="*/ 0 w 80322"/>
                  <a:gd name="connsiteY0" fmla="*/ 0 h 81587"/>
                  <a:gd name="connsiteX1" fmla="*/ 13282 w 80322"/>
                  <a:gd name="connsiteY1" fmla="*/ 0 h 81587"/>
                  <a:gd name="connsiteX2" fmla="*/ 40477 w 80322"/>
                  <a:gd name="connsiteY2" fmla="*/ 67673 h 81587"/>
                  <a:gd name="connsiteX3" fmla="*/ 67041 w 80322"/>
                  <a:gd name="connsiteY3" fmla="*/ 0 h 81587"/>
                  <a:gd name="connsiteX4" fmla="*/ 80322 w 80322"/>
                  <a:gd name="connsiteY4" fmla="*/ 0 h 81587"/>
                  <a:gd name="connsiteX5" fmla="*/ 46170 w 80322"/>
                  <a:gd name="connsiteY5" fmla="*/ 81587 h 81587"/>
                  <a:gd name="connsiteX6" fmla="*/ 34785 w 80322"/>
                  <a:gd name="connsiteY6" fmla="*/ 81587 h 81587"/>
                  <a:gd name="connsiteX7" fmla="*/ 0 w 80322"/>
                  <a:gd name="connsiteY7" fmla="*/ 0 h 8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322" h="81587">
                    <a:moveTo>
                      <a:pt x="0" y="0"/>
                    </a:moveTo>
                    <a:lnTo>
                      <a:pt x="13282" y="0"/>
                    </a:lnTo>
                    <a:lnTo>
                      <a:pt x="40477" y="67673"/>
                    </a:lnTo>
                    <a:lnTo>
                      <a:pt x="67041" y="0"/>
                    </a:lnTo>
                    <a:lnTo>
                      <a:pt x="80322" y="0"/>
                    </a:lnTo>
                    <a:lnTo>
                      <a:pt x="46170" y="81587"/>
                    </a:lnTo>
                    <a:lnTo>
                      <a:pt x="34785" y="81587"/>
                    </a:lnTo>
                    <a:lnTo>
                      <a:pt x="0" y="0"/>
                    </a:lnTo>
                    <a:close/>
                  </a:path>
                </a:pathLst>
              </a:custGeom>
              <a:solidFill>
                <a:schemeClr val="accent2"/>
              </a:solidFill>
              <a:ln w="6271" cap="flat">
                <a:noFill/>
                <a:prstDash val="solid"/>
                <a:miter/>
              </a:ln>
            </p:spPr>
            <p:txBody>
              <a:bodyPr rtlCol="0" anchor="ctr"/>
              <a:lstStyle/>
              <a:p>
                <a:endParaRPr lang="en-US"/>
              </a:p>
            </p:txBody>
          </p:sp>
          <p:sp>
            <p:nvSpPr>
              <p:cNvPr id="227" name="Picture Placeholder 104">
                <a:extLst>
                  <a:ext uri="{FF2B5EF4-FFF2-40B4-BE49-F238E27FC236}">
                    <a16:creationId xmlns:a16="http://schemas.microsoft.com/office/drawing/2014/main" id="{D287F03A-09C2-2DF7-45A2-CBE11D347203}"/>
                  </a:ext>
                </a:extLst>
              </p:cNvPr>
              <p:cNvSpPr/>
              <p:nvPr/>
            </p:nvSpPr>
            <p:spPr>
              <a:xfrm>
                <a:off x="6081931" y="2214844"/>
                <a:ext cx="117005" cy="84117"/>
              </a:xfrm>
              <a:custGeom>
                <a:avLst/>
                <a:gdLst>
                  <a:gd name="connsiteX0" fmla="*/ 103091 w 117005"/>
                  <a:gd name="connsiteY0" fmla="*/ 4427 h 84117"/>
                  <a:gd name="connsiteX1" fmla="*/ 113210 w 117005"/>
                  <a:gd name="connsiteY1" fmla="*/ 15812 h 84117"/>
                  <a:gd name="connsiteX2" fmla="*/ 117005 w 117005"/>
                  <a:gd name="connsiteY2" fmla="*/ 32255 h 84117"/>
                  <a:gd name="connsiteX3" fmla="*/ 117005 w 117005"/>
                  <a:gd name="connsiteY3" fmla="*/ 84117 h 84117"/>
                  <a:gd name="connsiteX4" fmla="*/ 104988 w 117005"/>
                  <a:gd name="connsiteY4" fmla="*/ 84117 h 84117"/>
                  <a:gd name="connsiteX5" fmla="*/ 104988 w 117005"/>
                  <a:gd name="connsiteY5" fmla="*/ 33520 h 84117"/>
                  <a:gd name="connsiteX6" fmla="*/ 99929 w 117005"/>
                  <a:gd name="connsiteY6" fmla="*/ 17076 h 84117"/>
                  <a:gd name="connsiteX7" fmla="*/ 86647 w 117005"/>
                  <a:gd name="connsiteY7" fmla="*/ 10752 h 84117"/>
                  <a:gd name="connsiteX8" fmla="*/ 70836 w 117005"/>
                  <a:gd name="connsiteY8" fmla="*/ 16444 h 84117"/>
                  <a:gd name="connsiteX9" fmla="*/ 64511 w 117005"/>
                  <a:gd name="connsiteY9" fmla="*/ 31623 h 84117"/>
                  <a:gd name="connsiteX10" fmla="*/ 64511 w 117005"/>
                  <a:gd name="connsiteY10" fmla="*/ 83485 h 84117"/>
                  <a:gd name="connsiteX11" fmla="*/ 52494 w 117005"/>
                  <a:gd name="connsiteY11" fmla="*/ 83485 h 84117"/>
                  <a:gd name="connsiteX12" fmla="*/ 52494 w 117005"/>
                  <a:gd name="connsiteY12" fmla="*/ 32888 h 84117"/>
                  <a:gd name="connsiteX13" fmla="*/ 47435 w 117005"/>
                  <a:gd name="connsiteY13" fmla="*/ 16444 h 84117"/>
                  <a:gd name="connsiteX14" fmla="*/ 34153 w 117005"/>
                  <a:gd name="connsiteY14" fmla="*/ 10119 h 84117"/>
                  <a:gd name="connsiteX15" fmla="*/ 18341 w 117005"/>
                  <a:gd name="connsiteY15" fmla="*/ 15812 h 84117"/>
                  <a:gd name="connsiteX16" fmla="*/ 12017 w 117005"/>
                  <a:gd name="connsiteY16" fmla="*/ 30991 h 84117"/>
                  <a:gd name="connsiteX17" fmla="*/ 12017 w 117005"/>
                  <a:gd name="connsiteY17" fmla="*/ 82852 h 84117"/>
                  <a:gd name="connsiteX18" fmla="*/ 0 w 117005"/>
                  <a:gd name="connsiteY18" fmla="*/ 82852 h 84117"/>
                  <a:gd name="connsiteX19" fmla="*/ 0 w 117005"/>
                  <a:gd name="connsiteY19" fmla="*/ 1897 h 84117"/>
                  <a:gd name="connsiteX20" fmla="*/ 12017 w 117005"/>
                  <a:gd name="connsiteY20" fmla="*/ 1897 h 84117"/>
                  <a:gd name="connsiteX21" fmla="*/ 12017 w 117005"/>
                  <a:gd name="connsiteY21" fmla="*/ 13914 h 84117"/>
                  <a:gd name="connsiteX22" fmla="*/ 21504 w 117005"/>
                  <a:gd name="connsiteY22" fmla="*/ 3795 h 84117"/>
                  <a:gd name="connsiteX23" fmla="*/ 36050 w 117005"/>
                  <a:gd name="connsiteY23" fmla="*/ 0 h 84117"/>
                  <a:gd name="connsiteX24" fmla="*/ 53127 w 117005"/>
                  <a:gd name="connsiteY24" fmla="*/ 5060 h 84117"/>
                  <a:gd name="connsiteX25" fmla="*/ 63246 w 117005"/>
                  <a:gd name="connsiteY25" fmla="*/ 18974 h 84117"/>
                  <a:gd name="connsiteX26" fmla="*/ 72100 w 117005"/>
                  <a:gd name="connsiteY26" fmla="*/ 5060 h 84117"/>
                  <a:gd name="connsiteX27" fmla="*/ 88544 w 117005"/>
                  <a:gd name="connsiteY27" fmla="*/ 0 h 84117"/>
                  <a:gd name="connsiteX28" fmla="*/ 103091 w 117005"/>
                  <a:gd name="connsiteY28" fmla="*/ 4427 h 8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7005" h="84117">
                    <a:moveTo>
                      <a:pt x="103091" y="4427"/>
                    </a:moveTo>
                    <a:cubicBezTo>
                      <a:pt x="107518" y="6957"/>
                      <a:pt x="110681" y="10752"/>
                      <a:pt x="113210" y="15812"/>
                    </a:cubicBezTo>
                    <a:cubicBezTo>
                      <a:pt x="115740" y="20871"/>
                      <a:pt x="117005" y="25931"/>
                      <a:pt x="117005" y="32255"/>
                    </a:cubicBezTo>
                    <a:lnTo>
                      <a:pt x="117005" y="84117"/>
                    </a:lnTo>
                    <a:lnTo>
                      <a:pt x="104988" y="84117"/>
                    </a:lnTo>
                    <a:lnTo>
                      <a:pt x="104988" y="33520"/>
                    </a:lnTo>
                    <a:cubicBezTo>
                      <a:pt x="104988" y="26563"/>
                      <a:pt x="103091" y="21504"/>
                      <a:pt x="99929" y="17076"/>
                    </a:cubicBezTo>
                    <a:cubicBezTo>
                      <a:pt x="96134" y="12649"/>
                      <a:pt x="91707" y="10752"/>
                      <a:pt x="86647" y="10752"/>
                    </a:cubicBezTo>
                    <a:cubicBezTo>
                      <a:pt x="80322" y="10752"/>
                      <a:pt x="74630" y="12649"/>
                      <a:pt x="70836" y="16444"/>
                    </a:cubicBezTo>
                    <a:cubicBezTo>
                      <a:pt x="67041" y="20239"/>
                      <a:pt x="64511" y="25298"/>
                      <a:pt x="64511" y="31623"/>
                    </a:cubicBezTo>
                    <a:lnTo>
                      <a:pt x="64511" y="83485"/>
                    </a:lnTo>
                    <a:lnTo>
                      <a:pt x="52494" y="83485"/>
                    </a:lnTo>
                    <a:lnTo>
                      <a:pt x="52494" y="32888"/>
                    </a:lnTo>
                    <a:cubicBezTo>
                      <a:pt x="52494" y="25931"/>
                      <a:pt x="50597" y="20871"/>
                      <a:pt x="47435" y="16444"/>
                    </a:cubicBezTo>
                    <a:cubicBezTo>
                      <a:pt x="43640" y="12017"/>
                      <a:pt x="39213" y="10119"/>
                      <a:pt x="34153" y="10119"/>
                    </a:cubicBezTo>
                    <a:cubicBezTo>
                      <a:pt x="27828" y="10119"/>
                      <a:pt x="22136" y="12017"/>
                      <a:pt x="18341" y="15812"/>
                    </a:cubicBezTo>
                    <a:cubicBezTo>
                      <a:pt x="14547" y="19606"/>
                      <a:pt x="12017" y="24666"/>
                      <a:pt x="12017" y="30991"/>
                    </a:cubicBezTo>
                    <a:lnTo>
                      <a:pt x="12017" y="82852"/>
                    </a:lnTo>
                    <a:lnTo>
                      <a:pt x="0" y="82852"/>
                    </a:lnTo>
                    <a:lnTo>
                      <a:pt x="0" y="1897"/>
                    </a:lnTo>
                    <a:lnTo>
                      <a:pt x="12017" y="1897"/>
                    </a:lnTo>
                    <a:lnTo>
                      <a:pt x="12017" y="13914"/>
                    </a:lnTo>
                    <a:cubicBezTo>
                      <a:pt x="13914" y="9487"/>
                      <a:pt x="17076" y="6325"/>
                      <a:pt x="21504" y="3795"/>
                    </a:cubicBezTo>
                    <a:cubicBezTo>
                      <a:pt x="25931" y="1265"/>
                      <a:pt x="30358" y="0"/>
                      <a:pt x="36050" y="0"/>
                    </a:cubicBezTo>
                    <a:cubicBezTo>
                      <a:pt x="42375" y="0"/>
                      <a:pt x="48067" y="1897"/>
                      <a:pt x="53127" y="5060"/>
                    </a:cubicBezTo>
                    <a:cubicBezTo>
                      <a:pt x="58186" y="8854"/>
                      <a:pt x="61349" y="13282"/>
                      <a:pt x="63246" y="18974"/>
                    </a:cubicBezTo>
                    <a:cubicBezTo>
                      <a:pt x="64511" y="13282"/>
                      <a:pt x="67673" y="8222"/>
                      <a:pt x="72100" y="5060"/>
                    </a:cubicBezTo>
                    <a:cubicBezTo>
                      <a:pt x="76528" y="1265"/>
                      <a:pt x="82220" y="0"/>
                      <a:pt x="88544" y="0"/>
                    </a:cubicBezTo>
                    <a:cubicBezTo>
                      <a:pt x="93604" y="0"/>
                      <a:pt x="98664" y="1265"/>
                      <a:pt x="103091" y="4427"/>
                    </a:cubicBezTo>
                    <a:close/>
                  </a:path>
                </a:pathLst>
              </a:custGeom>
              <a:solidFill>
                <a:schemeClr val="accent2"/>
              </a:solidFill>
              <a:ln w="6271" cap="flat">
                <a:noFill/>
                <a:prstDash val="solid"/>
                <a:miter/>
              </a:ln>
            </p:spPr>
            <p:txBody>
              <a:bodyPr rtlCol="0" anchor="ctr"/>
              <a:lstStyle/>
              <a:p>
                <a:endParaRPr lang="en-US"/>
              </a:p>
            </p:txBody>
          </p:sp>
        </p:grpSp>
      </p:grpSp>
      <p:grpSp>
        <p:nvGrpSpPr>
          <p:cNvPr id="228" name="Group 227" descr="Application">
            <a:extLst>
              <a:ext uri="{FF2B5EF4-FFF2-40B4-BE49-F238E27FC236}">
                <a16:creationId xmlns:a16="http://schemas.microsoft.com/office/drawing/2014/main" id="{7DCCEF46-B469-8707-E7D2-E489BB67506C}"/>
              </a:ext>
            </a:extLst>
          </p:cNvPr>
          <p:cNvGrpSpPr>
            <a:grpSpLocks noChangeAspect="1"/>
          </p:cNvGrpSpPr>
          <p:nvPr/>
        </p:nvGrpSpPr>
        <p:grpSpPr>
          <a:xfrm>
            <a:off x="4424049" y="2301063"/>
            <a:ext cx="334464" cy="334465"/>
            <a:chOff x="530908" y="707686"/>
            <a:chExt cx="600836" cy="600837"/>
          </a:xfrm>
        </p:grpSpPr>
        <p:sp>
          <p:nvSpPr>
            <p:cNvPr id="229" name="Picture Placeholder 74">
              <a:extLst>
                <a:ext uri="{FF2B5EF4-FFF2-40B4-BE49-F238E27FC236}">
                  <a16:creationId xmlns:a16="http://schemas.microsoft.com/office/drawing/2014/main" id="{9A98EECE-034D-39F3-BA7A-1D125D665655}"/>
                </a:ext>
              </a:extLst>
            </p:cNvPr>
            <p:cNvSpPr/>
            <p:nvPr/>
          </p:nvSpPr>
          <p:spPr>
            <a:xfrm>
              <a:off x="634568" y="934169"/>
              <a:ext cx="126808" cy="126049"/>
            </a:xfrm>
            <a:custGeom>
              <a:avLst/>
              <a:gdLst>
                <a:gd name="connsiteX0" fmla="*/ 98348 w 126808"/>
                <a:gd name="connsiteY0" fmla="*/ 97462 h 126049"/>
                <a:gd name="connsiteX1" fmla="*/ 28271 w 126808"/>
                <a:gd name="connsiteY1" fmla="*/ 97462 h 126049"/>
                <a:gd name="connsiteX2" fmla="*/ 15622 w 126808"/>
                <a:gd name="connsiteY2" fmla="*/ 126049 h 126049"/>
                <a:gd name="connsiteX3" fmla="*/ 0 w 126808"/>
                <a:gd name="connsiteY3" fmla="*/ 126049 h 126049"/>
                <a:gd name="connsiteX4" fmla="*/ 55593 w 126808"/>
                <a:gd name="connsiteY4" fmla="*/ 0 h 126049"/>
                <a:gd name="connsiteX5" fmla="*/ 71215 w 126808"/>
                <a:gd name="connsiteY5" fmla="*/ 0 h 126049"/>
                <a:gd name="connsiteX6" fmla="*/ 126808 w 126808"/>
                <a:gd name="connsiteY6" fmla="*/ 126049 h 126049"/>
                <a:gd name="connsiteX7" fmla="*/ 110997 w 126808"/>
                <a:gd name="connsiteY7" fmla="*/ 126049 h 126049"/>
                <a:gd name="connsiteX8" fmla="*/ 92466 w 126808"/>
                <a:gd name="connsiteY8" fmla="*/ 83864 h 126049"/>
                <a:gd name="connsiteX9" fmla="*/ 63499 w 126808"/>
                <a:gd name="connsiteY9" fmla="*/ 17646 h 126049"/>
                <a:gd name="connsiteX10" fmla="*/ 34153 w 126808"/>
                <a:gd name="connsiteY10" fmla="*/ 83864 h 12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808" h="126049">
                  <a:moveTo>
                    <a:pt x="98348" y="97462"/>
                  </a:moveTo>
                  <a:lnTo>
                    <a:pt x="28271" y="97462"/>
                  </a:lnTo>
                  <a:lnTo>
                    <a:pt x="15622" y="126049"/>
                  </a:lnTo>
                  <a:lnTo>
                    <a:pt x="0" y="126049"/>
                  </a:lnTo>
                  <a:lnTo>
                    <a:pt x="55593" y="0"/>
                  </a:lnTo>
                  <a:lnTo>
                    <a:pt x="71215" y="0"/>
                  </a:lnTo>
                  <a:lnTo>
                    <a:pt x="126808" y="126049"/>
                  </a:lnTo>
                  <a:lnTo>
                    <a:pt x="110997" y="126049"/>
                  </a:lnTo>
                  <a:close/>
                  <a:moveTo>
                    <a:pt x="92466" y="83864"/>
                  </a:moveTo>
                  <a:lnTo>
                    <a:pt x="63499" y="17646"/>
                  </a:lnTo>
                  <a:lnTo>
                    <a:pt x="34153" y="83864"/>
                  </a:lnTo>
                  <a:close/>
                </a:path>
              </a:pathLst>
            </a:custGeom>
            <a:solidFill>
              <a:schemeClr val="accent2"/>
            </a:solidFill>
            <a:ln w="6271" cap="flat">
              <a:noFill/>
              <a:prstDash val="solid"/>
              <a:miter/>
            </a:ln>
          </p:spPr>
          <p:txBody>
            <a:bodyPr rtlCol="0" anchor="ctr"/>
            <a:lstStyle/>
            <a:p>
              <a:endParaRPr lang="en-US"/>
            </a:p>
          </p:txBody>
        </p:sp>
        <p:sp>
          <p:nvSpPr>
            <p:cNvPr id="230" name="Picture Placeholder 74">
              <a:extLst>
                <a:ext uri="{FF2B5EF4-FFF2-40B4-BE49-F238E27FC236}">
                  <a16:creationId xmlns:a16="http://schemas.microsoft.com/office/drawing/2014/main" id="{5B138DB2-CD91-A55D-1DAF-6CDDEA7AD065}"/>
                </a:ext>
              </a:extLst>
            </p:cNvPr>
            <p:cNvSpPr/>
            <p:nvPr/>
          </p:nvSpPr>
          <p:spPr>
            <a:xfrm>
              <a:off x="790976" y="934169"/>
              <a:ext cx="97588" cy="126049"/>
            </a:xfrm>
            <a:custGeom>
              <a:avLst/>
              <a:gdLst>
                <a:gd name="connsiteX0" fmla="*/ 0 w 97588"/>
                <a:gd name="connsiteY0" fmla="*/ 0 h 126049"/>
                <a:gd name="connsiteX1" fmla="*/ 51166 w 97588"/>
                <a:gd name="connsiteY1" fmla="*/ 0 h 126049"/>
                <a:gd name="connsiteX2" fmla="*/ 97589 w 97588"/>
                <a:gd name="connsiteY2" fmla="*/ 40414 h 126049"/>
                <a:gd name="connsiteX3" fmla="*/ 51166 w 97588"/>
                <a:gd name="connsiteY3" fmla="*/ 80765 h 126049"/>
                <a:gd name="connsiteX4" fmla="*/ 14294 w 97588"/>
                <a:gd name="connsiteY4" fmla="*/ 80765 h 126049"/>
                <a:gd name="connsiteX5" fmla="*/ 14294 w 97588"/>
                <a:gd name="connsiteY5" fmla="*/ 126049 h 126049"/>
                <a:gd name="connsiteX6" fmla="*/ 0 w 97588"/>
                <a:gd name="connsiteY6" fmla="*/ 126049 h 126049"/>
                <a:gd name="connsiteX7" fmla="*/ 48636 w 97588"/>
                <a:gd name="connsiteY7" fmla="*/ 66914 h 126049"/>
                <a:gd name="connsiteX8" fmla="*/ 83105 w 97588"/>
                <a:gd name="connsiteY8" fmla="*/ 40161 h 126049"/>
                <a:gd name="connsiteX9" fmla="*/ 48636 w 97588"/>
                <a:gd name="connsiteY9" fmla="*/ 13345 h 126049"/>
                <a:gd name="connsiteX10" fmla="*/ 14294 w 97588"/>
                <a:gd name="connsiteY10" fmla="*/ 13345 h 126049"/>
                <a:gd name="connsiteX11" fmla="*/ 14294 w 97588"/>
                <a:gd name="connsiteY11" fmla="*/ 66914 h 12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588" h="126049">
                  <a:moveTo>
                    <a:pt x="0" y="0"/>
                  </a:moveTo>
                  <a:lnTo>
                    <a:pt x="51166" y="0"/>
                  </a:lnTo>
                  <a:cubicBezTo>
                    <a:pt x="77223" y="0"/>
                    <a:pt x="97589" y="16697"/>
                    <a:pt x="97589" y="40414"/>
                  </a:cubicBezTo>
                  <a:cubicBezTo>
                    <a:pt x="97589" y="64131"/>
                    <a:pt x="77223" y="80765"/>
                    <a:pt x="51166" y="80765"/>
                  </a:cubicBezTo>
                  <a:lnTo>
                    <a:pt x="14294" y="80765"/>
                  </a:lnTo>
                  <a:lnTo>
                    <a:pt x="14294" y="126049"/>
                  </a:lnTo>
                  <a:lnTo>
                    <a:pt x="0" y="126049"/>
                  </a:lnTo>
                  <a:close/>
                  <a:moveTo>
                    <a:pt x="48636" y="66914"/>
                  </a:moveTo>
                  <a:cubicBezTo>
                    <a:pt x="69128" y="66914"/>
                    <a:pt x="83105" y="56985"/>
                    <a:pt x="83105" y="40161"/>
                  </a:cubicBezTo>
                  <a:cubicBezTo>
                    <a:pt x="83105" y="23338"/>
                    <a:pt x="69128" y="13345"/>
                    <a:pt x="48636" y="13345"/>
                  </a:cubicBezTo>
                  <a:lnTo>
                    <a:pt x="14294" y="13345"/>
                  </a:lnTo>
                  <a:lnTo>
                    <a:pt x="14294" y="66914"/>
                  </a:lnTo>
                  <a:close/>
                </a:path>
              </a:pathLst>
            </a:custGeom>
            <a:solidFill>
              <a:schemeClr val="accent2"/>
            </a:solidFill>
            <a:ln w="6271" cap="flat">
              <a:noFill/>
              <a:prstDash val="solid"/>
              <a:miter/>
            </a:ln>
          </p:spPr>
          <p:txBody>
            <a:bodyPr rtlCol="0" anchor="ctr"/>
            <a:lstStyle/>
            <a:p>
              <a:endParaRPr lang="en-US"/>
            </a:p>
          </p:txBody>
        </p:sp>
        <p:sp>
          <p:nvSpPr>
            <p:cNvPr id="231" name="Picture Placeholder 74">
              <a:extLst>
                <a:ext uri="{FF2B5EF4-FFF2-40B4-BE49-F238E27FC236}">
                  <a16:creationId xmlns:a16="http://schemas.microsoft.com/office/drawing/2014/main" id="{DC49429D-4540-A628-91BB-26B5E5D99F0A}"/>
                </a:ext>
              </a:extLst>
            </p:cNvPr>
            <p:cNvSpPr/>
            <p:nvPr/>
          </p:nvSpPr>
          <p:spPr>
            <a:xfrm>
              <a:off x="919302" y="934169"/>
              <a:ext cx="97588" cy="126049"/>
            </a:xfrm>
            <a:custGeom>
              <a:avLst/>
              <a:gdLst>
                <a:gd name="connsiteX0" fmla="*/ 0 w 97588"/>
                <a:gd name="connsiteY0" fmla="*/ 0 h 126049"/>
                <a:gd name="connsiteX1" fmla="*/ 51166 w 97588"/>
                <a:gd name="connsiteY1" fmla="*/ 0 h 126049"/>
                <a:gd name="connsiteX2" fmla="*/ 97589 w 97588"/>
                <a:gd name="connsiteY2" fmla="*/ 40414 h 126049"/>
                <a:gd name="connsiteX3" fmla="*/ 51166 w 97588"/>
                <a:gd name="connsiteY3" fmla="*/ 80765 h 126049"/>
                <a:gd name="connsiteX4" fmla="*/ 14294 w 97588"/>
                <a:gd name="connsiteY4" fmla="*/ 80765 h 126049"/>
                <a:gd name="connsiteX5" fmla="*/ 14294 w 97588"/>
                <a:gd name="connsiteY5" fmla="*/ 126049 h 126049"/>
                <a:gd name="connsiteX6" fmla="*/ 0 w 97588"/>
                <a:gd name="connsiteY6" fmla="*/ 126049 h 126049"/>
                <a:gd name="connsiteX7" fmla="*/ 48573 w 97588"/>
                <a:gd name="connsiteY7" fmla="*/ 66914 h 126049"/>
                <a:gd name="connsiteX8" fmla="*/ 83105 w 97588"/>
                <a:gd name="connsiteY8" fmla="*/ 40161 h 126049"/>
                <a:gd name="connsiteX9" fmla="*/ 48573 w 97588"/>
                <a:gd name="connsiteY9" fmla="*/ 13345 h 126049"/>
                <a:gd name="connsiteX10" fmla="*/ 14294 w 97588"/>
                <a:gd name="connsiteY10" fmla="*/ 13345 h 126049"/>
                <a:gd name="connsiteX11" fmla="*/ 14294 w 97588"/>
                <a:gd name="connsiteY11" fmla="*/ 66914 h 12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588" h="126049">
                  <a:moveTo>
                    <a:pt x="0" y="0"/>
                  </a:moveTo>
                  <a:lnTo>
                    <a:pt x="51166" y="0"/>
                  </a:lnTo>
                  <a:cubicBezTo>
                    <a:pt x="77223" y="0"/>
                    <a:pt x="97589" y="16697"/>
                    <a:pt x="97589" y="40414"/>
                  </a:cubicBezTo>
                  <a:cubicBezTo>
                    <a:pt x="97589" y="64131"/>
                    <a:pt x="77223" y="80765"/>
                    <a:pt x="51166" y="80765"/>
                  </a:cubicBezTo>
                  <a:lnTo>
                    <a:pt x="14294" y="80765"/>
                  </a:lnTo>
                  <a:lnTo>
                    <a:pt x="14294" y="126049"/>
                  </a:lnTo>
                  <a:lnTo>
                    <a:pt x="0" y="126049"/>
                  </a:lnTo>
                  <a:close/>
                  <a:moveTo>
                    <a:pt x="48573" y="66914"/>
                  </a:moveTo>
                  <a:cubicBezTo>
                    <a:pt x="69128" y="66914"/>
                    <a:pt x="83105" y="56985"/>
                    <a:pt x="83105" y="40161"/>
                  </a:cubicBezTo>
                  <a:cubicBezTo>
                    <a:pt x="83105" y="23338"/>
                    <a:pt x="69128" y="13345"/>
                    <a:pt x="48573" y="13345"/>
                  </a:cubicBezTo>
                  <a:lnTo>
                    <a:pt x="14294" y="13345"/>
                  </a:lnTo>
                  <a:lnTo>
                    <a:pt x="14294" y="66914"/>
                  </a:lnTo>
                  <a:close/>
                </a:path>
              </a:pathLst>
            </a:custGeom>
            <a:solidFill>
              <a:schemeClr val="accent2"/>
            </a:solidFill>
            <a:ln w="6271" cap="flat">
              <a:noFill/>
              <a:prstDash val="solid"/>
              <a:miter/>
            </a:ln>
          </p:spPr>
          <p:txBody>
            <a:bodyPr rtlCol="0" anchor="ctr"/>
            <a:lstStyle/>
            <a:p>
              <a:endParaRPr lang="en-US"/>
            </a:p>
          </p:txBody>
        </p:sp>
        <p:sp>
          <p:nvSpPr>
            <p:cNvPr id="232" name="Picture Placeholder 74">
              <a:extLst>
                <a:ext uri="{FF2B5EF4-FFF2-40B4-BE49-F238E27FC236}">
                  <a16:creationId xmlns:a16="http://schemas.microsoft.com/office/drawing/2014/main" id="{8B668DBD-C438-47BD-0564-D5CC083A73EF}"/>
                </a:ext>
              </a:extLst>
            </p:cNvPr>
            <p:cNvSpPr/>
            <p:nvPr/>
          </p:nvSpPr>
          <p:spPr>
            <a:xfrm>
              <a:off x="530908" y="707686"/>
              <a:ext cx="600836" cy="600837"/>
            </a:xfrm>
            <a:custGeom>
              <a:avLst/>
              <a:gdLst>
                <a:gd name="connsiteX0" fmla="*/ 554920 w 600836"/>
                <a:gd name="connsiteY0" fmla="*/ 15812 h 600837"/>
                <a:gd name="connsiteX1" fmla="*/ 585026 w 600836"/>
                <a:gd name="connsiteY1" fmla="*/ 45853 h 600837"/>
                <a:gd name="connsiteX2" fmla="*/ 585026 w 600836"/>
                <a:gd name="connsiteY2" fmla="*/ 554920 h 600837"/>
                <a:gd name="connsiteX3" fmla="*/ 554920 w 600836"/>
                <a:gd name="connsiteY3" fmla="*/ 585026 h 600837"/>
                <a:gd name="connsiteX4" fmla="*/ 45853 w 600836"/>
                <a:gd name="connsiteY4" fmla="*/ 585026 h 600837"/>
                <a:gd name="connsiteX5" fmla="*/ 15812 w 600836"/>
                <a:gd name="connsiteY5" fmla="*/ 554920 h 600837"/>
                <a:gd name="connsiteX6" fmla="*/ 15812 w 600836"/>
                <a:gd name="connsiteY6" fmla="*/ 45853 h 600837"/>
                <a:gd name="connsiteX7" fmla="*/ 45853 w 600836"/>
                <a:gd name="connsiteY7" fmla="*/ 15812 h 600837"/>
                <a:gd name="connsiteX8" fmla="*/ 554920 w 600836"/>
                <a:gd name="connsiteY8" fmla="*/ 15812 h 600837"/>
                <a:gd name="connsiteX9" fmla="*/ 554920 w 600836"/>
                <a:gd name="connsiteY9" fmla="*/ 0 h 600837"/>
                <a:gd name="connsiteX10" fmla="*/ 45853 w 600836"/>
                <a:gd name="connsiteY10" fmla="*/ 0 h 600837"/>
                <a:gd name="connsiteX11" fmla="*/ 0 w 600836"/>
                <a:gd name="connsiteY11" fmla="*/ 45853 h 600837"/>
                <a:gd name="connsiteX12" fmla="*/ 0 w 600836"/>
                <a:gd name="connsiteY12" fmla="*/ 554920 h 600837"/>
                <a:gd name="connsiteX13" fmla="*/ 45853 w 600836"/>
                <a:gd name="connsiteY13" fmla="*/ 600837 h 600837"/>
                <a:gd name="connsiteX14" fmla="*/ 554920 w 600836"/>
                <a:gd name="connsiteY14" fmla="*/ 600837 h 600837"/>
                <a:gd name="connsiteX15" fmla="*/ 600837 w 600836"/>
                <a:gd name="connsiteY15" fmla="*/ 554920 h 600837"/>
                <a:gd name="connsiteX16" fmla="*/ 600837 w 600836"/>
                <a:gd name="connsiteY16" fmla="*/ 45853 h 600837"/>
                <a:gd name="connsiteX17" fmla="*/ 554920 w 600836"/>
                <a:gd name="connsiteY17" fmla="*/ 0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0836" h="600837">
                  <a:moveTo>
                    <a:pt x="554920" y="15812"/>
                  </a:moveTo>
                  <a:cubicBezTo>
                    <a:pt x="571523" y="15812"/>
                    <a:pt x="584988" y="29251"/>
                    <a:pt x="585026" y="45853"/>
                  </a:cubicBezTo>
                  <a:lnTo>
                    <a:pt x="585026" y="554920"/>
                  </a:lnTo>
                  <a:cubicBezTo>
                    <a:pt x="585026" y="571548"/>
                    <a:pt x="571548" y="585026"/>
                    <a:pt x="554920" y="585026"/>
                  </a:cubicBezTo>
                  <a:lnTo>
                    <a:pt x="45853" y="585026"/>
                  </a:lnTo>
                  <a:cubicBezTo>
                    <a:pt x="29251" y="584988"/>
                    <a:pt x="15812" y="571523"/>
                    <a:pt x="15812" y="554920"/>
                  </a:cubicBezTo>
                  <a:lnTo>
                    <a:pt x="15812" y="45853"/>
                  </a:lnTo>
                  <a:cubicBezTo>
                    <a:pt x="15812" y="29261"/>
                    <a:pt x="29261" y="15812"/>
                    <a:pt x="45853" y="15812"/>
                  </a:cubicBezTo>
                  <a:lnTo>
                    <a:pt x="554920" y="15812"/>
                  </a:lnTo>
                  <a:moveTo>
                    <a:pt x="554920" y="0"/>
                  </a:moveTo>
                  <a:lnTo>
                    <a:pt x="45853" y="0"/>
                  </a:lnTo>
                  <a:cubicBezTo>
                    <a:pt x="20544" y="35"/>
                    <a:pt x="35" y="20544"/>
                    <a:pt x="0" y="45853"/>
                  </a:cubicBezTo>
                  <a:lnTo>
                    <a:pt x="0" y="554920"/>
                  </a:lnTo>
                  <a:cubicBezTo>
                    <a:pt x="0" y="580257"/>
                    <a:pt x="20519" y="600799"/>
                    <a:pt x="45853" y="600837"/>
                  </a:cubicBezTo>
                  <a:lnTo>
                    <a:pt x="554920" y="600837"/>
                  </a:lnTo>
                  <a:cubicBezTo>
                    <a:pt x="580282" y="600837"/>
                    <a:pt x="600837" y="580282"/>
                    <a:pt x="600837" y="554920"/>
                  </a:cubicBezTo>
                  <a:lnTo>
                    <a:pt x="600837" y="45853"/>
                  </a:lnTo>
                  <a:cubicBezTo>
                    <a:pt x="600799" y="20519"/>
                    <a:pt x="580257" y="0"/>
                    <a:pt x="554920" y="0"/>
                  </a:cubicBezTo>
                  <a:close/>
                </a:path>
              </a:pathLst>
            </a:custGeom>
            <a:solidFill>
              <a:schemeClr val="accent2"/>
            </a:solidFill>
            <a:ln w="6271" cap="flat">
              <a:noFill/>
              <a:prstDash val="solid"/>
              <a:miter/>
            </a:ln>
          </p:spPr>
          <p:txBody>
            <a:bodyPr rtlCol="0" anchor="ctr"/>
            <a:lstStyle/>
            <a:p>
              <a:endParaRPr lang="en-US"/>
            </a:p>
          </p:txBody>
        </p:sp>
      </p:grpSp>
      <p:cxnSp>
        <p:nvCxnSpPr>
          <p:cNvPr id="234" name="Straight Connector 233">
            <a:extLst>
              <a:ext uri="{FF2B5EF4-FFF2-40B4-BE49-F238E27FC236}">
                <a16:creationId xmlns:a16="http://schemas.microsoft.com/office/drawing/2014/main" id="{786A7FF3-C1B0-70DA-6F83-D56E4F57BE26}"/>
              </a:ext>
            </a:extLst>
          </p:cNvPr>
          <p:cNvCxnSpPr>
            <a:cxnSpLocks/>
          </p:cNvCxnSpPr>
          <p:nvPr/>
        </p:nvCxnSpPr>
        <p:spPr bwMode="gray">
          <a:xfrm flipV="1">
            <a:off x="3048753" y="2735484"/>
            <a:ext cx="0" cy="352534"/>
          </a:xfrm>
          <a:prstGeom prst="line">
            <a:avLst/>
          </a:prstGeom>
          <a:ln w="25400">
            <a:solidFill>
              <a:schemeClr val="accent2"/>
            </a:solidFill>
            <a:miter lim="800000"/>
            <a:headEnd type="diamond" w="lg" len="lg"/>
          </a:ln>
        </p:spPr>
        <p:style>
          <a:lnRef idx="1">
            <a:schemeClr val="accent1"/>
          </a:lnRef>
          <a:fillRef idx="0">
            <a:schemeClr val="accent1"/>
          </a:fillRef>
          <a:effectRef idx="0">
            <a:schemeClr val="accent1"/>
          </a:effectRef>
          <a:fontRef idx="minor">
            <a:schemeClr val="tx1"/>
          </a:fontRef>
        </p:style>
      </p:cxnSp>
      <p:grpSp>
        <p:nvGrpSpPr>
          <p:cNvPr id="237" name="Picture Placeholder 112" descr="Container 3&#10;">
            <a:extLst>
              <a:ext uri="{FF2B5EF4-FFF2-40B4-BE49-F238E27FC236}">
                <a16:creationId xmlns:a16="http://schemas.microsoft.com/office/drawing/2014/main" id="{AB336D00-1EF3-37B1-613A-EDAF5E6CE116}"/>
              </a:ext>
            </a:extLst>
          </p:cNvPr>
          <p:cNvGrpSpPr>
            <a:grpSpLocks noChangeAspect="1"/>
          </p:cNvGrpSpPr>
          <p:nvPr/>
        </p:nvGrpSpPr>
        <p:grpSpPr>
          <a:xfrm>
            <a:off x="6771197" y="2301063"/>
            <a:ext cx="334817" cy="334817"/>
            <a:chOff x="1852129" y="4420190"/>
            <a:chExt cx="601469" cy="601469"/>
          </a:xfrm>
          <a:solidFill>
            <a:schemeClr val="accent2"/>
          </a:solidFill>
        </p:grpSpPr>
        <p:sp>
          <p:nvSpPr>
            <p:cNvPr id="238" name="Picture Placeholder 112">
              <a:extLst>
                <a:ext uri="{FF2B5EF4-FFF2-40B4-BE49-F238E27FC236}">
                  <a16:creationId xmlns:a16="http://schemas.microsoft.com/office/drawing/2014/main" id="{F00D5D94-9B90-9DD2-DF2A-D14C497FCE14}"/>
                </a:ext>
              </a:extLst>
            </p:cNvPr>
            <p:cNvSpPr/>
            <p:nvPr/>
          </p:nvSpPr>
          <p:spPr>
            <a:xfrm>
              <a:off x="1852129" y="4420190"/>
              <a:ext cx="601469" cy="601469"/>
            </a:xfrm>
            <a:custGeom>
              <a:avLst/>
              <a:gdLst>
                <a:gd name="connsiteX0" fmla="*/ 554667 w 601469"/>
                <a:gd name="connsiteY0" fmla="*/ 15812 h 601469"/>
                <a:gd name="connsiteX1" fmla="*/ 585026 w 601469"/>
                <a:gd name="connsiteY1" fmla="*/ 46170 h 601469"/>
                <a:gd name="connsiteX2" fmla="*/ 585026 w 601469"/>
                <a:gd name="connsiteY2" fmla="*/ 555300 h 601469"/>
                <a:gd name="connsiteX3" fmla="*/ 554667 w 601469"/>
                <a:gd name="connsiteY3" fmla="*/ 585658 h 601469"/>
                <a:gd name="connsiteX4" fmla="*/ 46170 w 601469"/>
                <a:gd name="connsiteY4" fmla="*/ 585658 h 601469"/>
                <a:gd name="connsiteX5" fmla="*/ 15812 w 601469"/>
                <a:gd name="connsiteY5" fmla="*/ 555300 h 601469"/>
                <a:gd name="connsiteX6" fmla="*/ 15812 w 601469"/>
                <a:gd name="connsiteY6" fmla="*/ 46170 h 601469"/>
                <a:gd name="connsiteX7" fmla="*/ 46170 w 601469"/>
                <a:gd name="connsiteY7" fmla="*/ 15812 h 601469"/>
                <a:gd name="connsiteX8" fmla="*/ 554667 w 601469"/>
                <a:gd name="connsiteY8" fmla="*/ 15812 h 601469"/>
                <a:gd name="connsiteX9" fmla="*/ 554667 w 601469"/>
                <a:gd name="connsiteY9" fmla="*/ 0 h 601469"/>
                <a:gd name="connsiteX10" fmla="*/ 46170 w 601469"/>
                <a:gd name="connsiteY10" fmla="*/ 0 h 601469"/>
                <a:gd name="connsiteX11" fmla="*/ 0 w 601469"/>
                <a:gd name="connsiteY11" fmla="*/ 46170 h 601469"/>
                <a:gd name="connsiteX12" fmla="*/ 0 w 601469"/>
                <a:gd name="connsiteY12" fmla="*/ 555300 h 601469"/>
                <a:gd name="connsiteX13" fmla="*/ 46170 w 601469"/>
                <a:gd name="connsiteY13" fmla="*/ 601469 h 601469"/>
                <a:gd name="connsiteX14" fmla="*/ 555300 w 601469"/>
                <a:gd name="connsiteY14" fmla="*/ 601469 h 601469"/>
                <a:gd name="connsiteX15" fmla="*/ 601469 w 601469"/>
                <a:gd name="connsiteY15" fmla="*/ 555300 h 601469"/>
                <a:gd name="connsiteX16" fmla="*/ 601469 w 601469"/>
                <a:gd name="connsiteY16" fmla="*/ 46170 h 601469"/>
                <a:gd name="connsiteX17" fmla="*/ 554667 w 601469"/>
                <a:gd name="connsiteY17" fmla="*/ 0 h 601469"/>
                <a:gd name="connsiteX18" fmla="*/ 554667 w 601469"/>
                <a:gd name="connsiteY18" fmla="*/ 0 h 60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1469" h="601469">
                  <a:moveTo>
                    <a:pt x="554667" y="15812"/>
                  </a:moveTo>
                  <a:cubicBezTo>
                    <a:pt x="571111" y="15812"/>
                    <a:pt x="585026" y="29093"/>
                    <a:pt x="585026" y="46170"/>
                  </a:cubicBezTo>
                  <a:lnTo>
                    <a:pt x="585026" y="555300"/>
                  </a:lnTo>
                  <a:cubicBezTo>
                    <a:pt x="585026" y="571744"/>
                    <a:pt x="571744" y="585658"/>
                    <a:pt x="554667" y="585658"/>
                  </a:cubicBezTo>
                  <a:lnTo>
                    <a:pt x="46170" y="585658"/>
                  </a:lnTo>
                  <a:cubicBezTo>
                    <a:pt x="29726" y="585658"/>
                    <a:pt x="15812" y="572376"/>
                    <a:pt x="15812" y="555300"/>
                  </a:cubicBezTo>
                  <a:lnTo>
                    <a:pt x="15812" y="46170"/>
                  </a:lnTo>
                  <a:cubicBezTo>
                    <a:pt x="15812" y="29726"/>
                    <a:pt x="29093" y="15812"/>
                    <a:pt x="46170" y="15812"/>
                  </a:cubicBezTo>
                  <a:lnTo>
                    <a:pt x="554667" y="15812"/>
                  </a:lnTo>
                  <a:moveTo>
                    <a:pt x="554667" y="0"/>
                  </a:moveTo>
                  <a:lnTo>
                    <a:pt x="46170" y="0"/>
                  </a:lnTo>
                  <a:cubicBezTo>
                    <a:pt x="20871" y="0"/>
                    <a:pt x="0" y="20239"/>
                    <a:pt x="0" y="46170"/>
                  </a:cubicBezTo>
                  <a:lnTo>
                    <a:pt x="0" y="555300"/>
                  </a:lnTo>
                  <a:cubicBezTo>
                    <a:pt x="0" y="580598"/>
                    <a:pt x="20239" y="601469"/>
                    <a:pt x="46170" y="601469"/>
                  </a:cubicBezTo>
                  <a:lnTo>
                    <a:pt x="555300" y="601469"/>
                  </a:lnTo>
                  <a:cubicBezTo>
                    <a:pt x="580598" y="601469"/>
                    <a:pt x="601469" y="581231"/>
                    <a:pt x="601469" y="555300"/>
                  </a:cubicBezTo>
                  <a:lnTo>
                    <a:pt x="601469" y="46170"/>
                  </a:lnTo>
                  <a:cubicBezTo>
                    <a:pt x="600837" y="20239"/>
                    <a:pt x="580598" y="0"/>
                    <a:pt x="554667" y="0"/>
                  </a:cubicBezTo>
                  <a:lnTo>
                    <a:pt x="554667" y="0"/>
                  </a:lnTo>
                  <a:close/>
                </a:path>
              </a:pathLst>
            </a:custGeom>
            <a:solidFill>
              <a:schemeClr val="accent2"/>
            </a:solidFill>
            <a:ln w="6271" cap="flat">
              <a:noFill/>
              <a:prstDash val="solid"/>
              <a:miter/>
            </a:ln>
          </p:spPr>
          <p:txBody>
            <a:bodyPr rtlCol="0" anchor="ctr"/>
            <a:lstStyle/>
            <a:p>
              <a:endParaRPr lang="en-US"/>
            </a:p>
          </p:txBody>
        </p:sp>
        <p:grpSp>
          <p:nvGrpSpPr>
            <p:cNvPr id="239" name="Picture Placeholder 112">
              <a:extLst>
                <a:ext uri="{FF2B5EF4-FFF2-40B4-BE49-F238E27FC236}">
                  <a16:creationId xmlns:a16="http://schemas.microsoft.com/office/drawing/2014/main" id="{1BAFE007-0946-30EB-AF65-A96FC6A6E75F}"/>
                </a:ext>
              </a:extLst>
            </p:cNvPr>
            <p:cNvGrpSpPr/>
            <p:nvPr/>
          </p:nvGrpSpPr>
          <p:grpSpPr>
            <a:xfrm>
              <a:off x="1946998" y="4528341"/>
              <a:ext cx="157482" cy="156850"/>
              <a:chOff x="1946998" y="4528341"/>
              <a:chExt cx="157482" cy="156850"/>
            </a:xfrm>
            <a:solidFill>
              <a:schemeClr val="accent2"/>
            </a:solidFill>
          </p:grpSpPr>
          <p:grpSp>
            <p:nvGrpSpPr>
              <p:cNvPr id="258" name="Picture Placeholder 112">
                <a:extLst>
                  <a:ext uri="{FF2B5EF4-FFF2-40B4-BE49-F238E27FC236}">
                    <a16:creationId xmlns:a16="http://schemas.microsoft.com/office/drawing/2014/main" id="{A1F6F110-4C37-5B4E-8496-F56E71BD56F7}"/>
                  </a:ext>
                </a:extLst>
              </p:cNvPr>
              <p:cNvGrpSpPr/>
              <p:nvPr/>
            </p:nvGrpSpPr>
            <p:grpSpPr>
              <a:xfrm>
                <a:off x="1986843" y="4567553"/>
                <a:ext cx="78425" cy="78425"/>
                <a:chOff x="1986843" y="4567553"/>
                <a:chExt cx="78425" cy="78425"/>
              </a:xfrm>
              <a:solidFill>
                <a:schemeClr val="accent2"/>
              </a:solidFill>
            </p:grpSpPr>
            <p:sp>
              <p:nvSpPr>
                <p:cNvPr id="260" name="Picture Placeholder 112">
                  <a:extLst>
                    <a:ext uri="{FF2B5EF4-FFF2-40B4-BE49-F238E27FC236}">
                      <a16:creationId xmlns:a16="http://schemas.microsoft.com/office/drawing/2014/main" id="{6AC63D79-EEA1-2403-D75F-8F20DF619F62}"/>
                    </a:ext>
                  </a:extLst>
                </p:cNvPr>
                <p:cNvSpPr/>
                <p:nvPr/>
              </p:nvSpPr>
              <p:spPr>
                <a:xfrm>
                  <a:off x="1986843" y="4567553"/>
                  <a:ext cx="15811" cy="78425"/>
                </a:xfrm>
                <a:custGeom>
                  <a:avLst/>
                  <a:gdLst>
                    <a:gd name="connsiteX0" fmla="*/ 0 w 15811"/>
                    <a:gd name="connsiteY0" fmla="*/ 0 h 78425"/>
                    <a:gd name="connsiteX1" fmla="*/ 15811 w 15811"/>
                    <a:gd name="connsiteY1" fmla="*/ 0 h 78425"/>
                    <a:gd name="connsiteX2" fmla="*/ 15811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1" y="0"/>
                      </a:lnTo>
                      <a:lnTo>
                        <a:pt x="15811"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261" name="Picture Placeholder 112">
                  <a:extLst>
                    <a:ext uri="{FF2B5EF4-FFF2-40B4-BE49-F238E27FC236}">
                      <a16:creationId xmlns:a16="http://schemas.microsoft.com/office/drawing/2014/main" id="{7D956953-D6A9-30BE-F158-2C638AB825A7}"/>
                    </a:ext>
                  </a:extLst>
                </p:cNvPr>
                <p:cNvSpPr/>
                <p:nvPr/>
              </p:nvSpPr>
              <p:spPr>
                <a:xfrm>
                  <a:off x="2017834" y="4567553"/>
                  <a:ext cx="15811" cy="78425"/>
                </a:xfrm>
                <a:custGeom>
                  <a:avLst/>
                  <a:gdLst>
                    <a:gd name="connsiteX0" fmla="*/ 0 w 15811"/>
                    <a:gd name="connsiteY0" fmla="*/ 0 h 78425"/>
                    <a:gd name="connsiteX1" fmla="*/ 15812 w 15811"/>
                    <a:gd name="connsiteY1" fmla="*/ 0 h 78425"/>
                    <a:gd name="connsiteX2" fmla="*/ 15812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2" y="0"/>
                      </a:lnTo>
                      <a:lnTo>
                        <a:pt x="15812"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262" name="Picture Placeholder 112">
                  <a:extLst>
                    <a:ext uri="{FF2B5EF4-FFF2-40B4-BE49-F238E27FC236}">
                      <a16:creationId xmlns:a16="http://schemas.microsoft.com/office/drawing/2014/main" id="{EB9A971A-64F0-228C-E638-A72E05675E26}"/>
                    </a:ext>
                  </a:extLst>
                </p:cNvPr>
                <p:cNvSpPr/>
                <p:nvPr/>
              </p:nvSpPr>
              <p:spPr>
                <a:xfrm>
                  <a:off x="2049457" y="4567553"/>
                  <a:ext cx="15811" cy="78425"/>
                </a:xfrm>
                <a:custGeom>
                  <a:avLst/>
                  <a:gdLst>
                    <a:gd name="connsiteX0" fmla="*/ 0 w 15811"/>
                    <a:gd name="connsiteY0" fmla="*/ 0 h 78425"/>
                    <a:gd name="connsiteX1" fmla="*/ 15812 w 15811"/>
                    <a:gd name="connsiteY1" fmla="*/ 0 h 78425"/>
                    <a:gd name="connsiteX2" fmla="*/ 15812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2" y="0"/>
                      </a:lnTo>
                      <a:lnTo>
                        <a:pt x="15812" y="78425"/>
                      </a:lnTo>
                      <a:lnTo>
                        <a:pt x="0" y="78425"/>
                      </a:lnTo>
                      <a:close/>
                    </a:path>
                  </a:pathLst>
                </a:custGeom>
                <a:solidFill>
                  <a:schemeClr val="accent2"/>
                </a:solidFill>
                <a:ln w="6271" cap="flat">
                  <a:noFill/>
                  <a:prstDash val="solid"/>
                  <a:miter/>
                </a:ln>
              </p:spPr>
              <p:txBody>
                <a:bodyPr rtlCol="0" anchor="ctr"/>
                <a:lstStyle/>
                <a:p>
                  <a:endParaRPr lang="en-US"/>
                </a:p>
              </p:txBody>
            </p:sp>
          </p:grpSp>
          <p:sp>
            <p:nvSpPr>
              <p:cNvPr id="259" name="Picture Placeholder 112">
                <a:extLst>
                  <a:ext uri="{FF2B5EF4-FFF2-40B4-BE49-F238E27FC236}">
                    <a16:creationId xmlns:a16="http://schemas.microsoft.com/office/drawing/2014/main" id="{DCFCE1E7-35C0-2120-9395-6FAD7ADB5DAC}"/>
                  </a:ext>
                </a:extLst>
              </p:cNvPr>
              <p:cNvSpPr/>
              <p:nvPr/>
            </p:nvSpPr>
            <p:spPr>
              <a:xfrm>
                <a:off x="1946998" y="4528341"/>
                <a:ext cx="157482" cy="156850"/>
              </a:xfrm>
              <a:custGeom>
                <a:avLst/>
                <a:gdLst>
                  <a:gd name="connsiteX0" fmla="*/ 157483 w 157482"/>
                  <a:gd name="connsiteY0" fmla="*/ 156850 h 156850"/>
                  <a:gd name="connsiteX1" fmla="*/ 0 w 157482"/>
                  <a:gd name="connsiteY1" fmla="*/ 156850 h 156850"/>
                  <a:gd name="connsiteX2" fmla="*/ 0 w 157482"/>
                  <a:gd name="connsiteY2" fmla="*/ 0 h 156850"/>
                  <a:gd name="connsiteX3" fmla="*/ 157483 w 157482"/>
                  <a:gd name="connsiteY3" fmla="*/ 0 h 156850"/>
                  <a:gd name="connsiteX4" fmla="*/ 157483 w 157482"/>
                  <a:gd name="connsiteY4" fmla="*/ 156850 h 156850"/>
                  <a:gd name="connsiteX5" fmla="*/ 15812 w 157482"/>
                  <a:gd name="connsiteY5" fmla="*/ 141039 h 156850"/>
                  <a:gd name="connsiteX6" fmla="*/ 141671 w 157482"/>
                  <a:gd name="connsiteY6" fmla="*/ 141039 h 156850"/>
                  <a:gd name="connsiteX7" fmla="*/ 141671 w 157482"/>
                  <a:gd name="connsiteY7" fmla="*/ 15811 h 156850"/>
                  <a:gd name="connsiteX8" fmla="*/ 15812 w 157482"/>
                  <a:gd name="connsiteY8" fmla="*/ 15811 h 156850"/>
                  <a:gd name="connsiteX9" fmla="*/ 15812 w 157482"/>
                  <a:gd name="connsiteY9" fmla="*/ 141039 h 15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82" h="156850">
                    <a:moveTo>
                      <a:pt x="157483" y="156850"/>
                    </a:moveTo>
                    <a:lnTo>
                      <a:pt x="0" y="156850"/>
                    </a:lnTo>
                    <a:lnTo>
                      <a:pt x="0" y="0"/>
                    </a:lnTo>
                    <a:lnTo>
                      <a:pt x="157483" y="0"/>
                    </a:lnTo>
                    <a:lnTo>
                      <a:pt x="157483" y="156850"/>
                    </a:lnTo>
                    <a:close/>
                    <a:moveTo>
                      <a:pt x="15812" y="141039"/>
                    </a:moveTo>
                    <a:lnTo>
                      <a:pt x="141671" y="141039"/>
                    </a:lnTo>
                    <a:lnTo>
                      <a:pt x="141671" y="15811"/>
                    </a:lnTo>
                    <a:lnTo>
                      <a:pt x="15812" y="15811"/>
                    </a:lnTo>
                    <a:lnTo>
                      <a:pt x="15812" y="141039"/>
                    </a:lnTo>
                    <a:close/>
                  </a:path>
                </a:pathLst>
              </a:custGeom>
              <a:solidFill>
                <a:schemeClr val="accent2"/>
              </a:solidFill>
              <a:ln w="6271" cap="flat">
                <a:noFill/>
                <a:prstDash val="solid"/>
                <a:miter/>
              </a:ln>
            </p:spPr>
            <p:txBody>
              <a:bodyPr rtlCol="0" anchor="ctr"/>
              <a:lstStyle/>
              <a:p>
                <a:endParaRPr lang="en-US"/>
              </a:p>
            </p:txBody>
          </p:sp>
        </p:grpSp>
        <p:grpSp>
          <p:nvGrpSpPr>
            <p:cNvPr id="240" name="Picture Placeholder 112">
              <a:extLst>
                <a:ext uri="{FF2B5EF4-FFF2-40B4-BE49-F238E27FC236}">
                  <a16:creationId xmlns:a16="http://schemas.microsoft.com/office/drawing/2014/main" id="{7B971847-680C-1AB7-2E0E-999D602FA7D7}"/>
                </a:ext>
              </a:extLst>
            </p:cNvPr>
            <p:cNvGrpSpPr/>
            <p:nvPr/>
          </p:nvGrpSpPr>
          <p:grpSpPr>
            <a:xfrm>
              <a:off x="2199982" y="4528341"/>
              <a:ext cx="157482" cy="156850"/>
              <a:chOff x="2199982" y="4528341"/>
              <a:chExt cx="157482" cy="156850"/>
            </a:xfrm>
            <a:solidFill>
              <a:schemeClr val="accent2"/>
            </a:solidFill>
          </p:grpSpPr>
          <p:grpSp>
            <p:nvGrpSpPr>
              <p:cNvPr id="253" name="Picture Placeholder 112">
                <a:extLst>
                  <a:ext uri="{FF2B5EF4-FFF2-40B4-BE49-F238E27FC236}">
                    <a16:creationId xmlns:a16="http://schemas.microsoft.com/office/drawing/2014/main" id="{CC2E971D-FB10-9712-F6B3-F815BD35BBCC}"/>
                  </a:ext>
                </a:extLst>
              </p:cNvPr>
              <p:cNvGrpSpPr/>
              <p:nvPr/>
            </p:nvGrpSpPr>
            <p:grpSpPr>
              <a:xfrm>
                <a:off x="2239827" y="4567553"/>
                <a:ext cx="78425" cy="78425"/>
                <a:chOff x="2239827" y="4567553"/>
                <a:chExt cx="78425" cy="78425"/>
              </a:xfrm>
              <a:solidFill>
                <a:schemeClr val="accent2"/>
              </a:solidFill>
            </p:grpSpPr>
            <p:sp>
              <p:nvSpPr>
                <p:cNvPr id="255" name="Picture Placeholder 112">
                  <a:extLst>
                    <a:ext uri="{FF2B5EF4-FFF2-40B4-BE49-F238E27FC236}">
                      <a16:creationId xmlns:a16="http://schemas.microsoft.com/office/drawing/2014/main" id="{D5C8241B-1A4E-2E5E-3210-54C51A7C5BCB}"/>
                    </a:ext>
                  </a:extLst>
                </p:cNvPr>
                <p:cNvSpPr/>
                <p:nvPr/>
              </p:nvSpPr>
              <p:spPr>
                <a:xfrm>
                  <a:off x="2239827" y="4567553"/>
                  <a:ext cx="15811" cy="78425"/>
                </a:xfrm>
                <a:custGeom>
                  <a:avLst/>
                  <a:gdLst>
                    <a:gd name="connsiteX0" fmla="*/ 0 w 15811"/>
                    <a:gd name="connsiteY0" fmla="*/ 0 h 78425"/>
                    <a:gd name="connsiteX1" fmla="*/ 15812 w 15811"/>
                    <a:gd name="connsiteY1" fmla="*/ 0 h 78425"/>
                    <a:gd name="connsiteX2" fmla="*/ 15812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2" y="0"/>
                      </a:lnTo>
                      <a:lnTo>
                        <a:pt x="15812"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256" name="Picture Placeholder 112">
                  <a:extLst>
                    <a:ext uri="{FF2B5EF4-FFF2-40B4-BE49-F238E27FC236}">
                      <a16:creationId xmlns:a16="http://schemas.microsoft.com/office/drawing/2014/main" id="{C26D0D6D-10B6-469E-9948-81D1C37017B3}"/>
                    </a:ext>
                  </a:extLst>
                </p:cNvPr>
                <p:cNvSpPr/>
                <p:nvPr/>
              </p:nvSpPr>
              <p:spPr>
                <a:xfrm>
                  <a:off x="2270818" y="4567553"/>
                  <a:ext cx="15811" cy="78425"/>
                </a:xfrm>
                <a:custGeom>
                  <a:avLst/>
                  <a:gdLst>
                    <a:gd name="connsiteX0" fmla="*/ 0 w 15811"/>
                    <a:gd name="connsiteY0" fmla="*/ 0 h 78425"/>
                    <a:gd name="connsiteX1" fmla="*/ 15811 w 15811"/>
                    <a:gd name="connsiteY1" fmla="*/ 0 h 78425"/>
                    <a:gd name="connsiteX2" fmla="*/ 15811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1" y="0"/>
                      </a:lnTo>
                      <a:lnTo>
                        <a:pt x="15811"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257" name="Picture Placeholder 112">
                  <a:extLst>
                    <a:ext uri="{FF2B5EF4-FFF2-40B4-BE49-F238E27FC236}">
                      <a16:creationId xmlns:a16="http://schemas.microsoft.com/office/drawing/2014/main" id="{9782CB0B-553A-1AA9-33CD-F4D8C48839B9}"/>
                    </a:ext>
                  </a:extLst>
                </p:cNvPr>
                <p:cNvSpPr/>
                <p:nvPr/>
              </p:nvSpPr>
              <p:spPr>
                <a:xfrm>
                  <a:off x="2302441" y="4567553"/>
                  <a:ext cx="15811" cy="78425"/>
                </a:xfrm>
                <a:custGeom>
                  <a:avLst/>
                  <a:gdLst>
                    <a:gd name="connsiteX0" fmla="*/ 0 w 15811"/>
                    <a:gd name="connsiteY0" fmla="*/ 0 h 78425"/>
                    <a:gd name="connsiteX1" fmla="*/ 15811 w 15811"/>
                    <a:gd name="connsiteY1" fmla="*/ 0 h 78425"/>
                    <a:gd name="connsiteX2" fmla="*/ 15811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1" y="0"/>
                      </a:lnTo>
                      <a:lnTo>
                        <a:pt x="15811" y="78425"/>
                      </a:lnTo>
                      <a:lnTo>
                        <a:pt x="0" y="78425"/>
                      </a:lnTo>
                      <a:close/>
                    </a:path>
                  </a:pathLst>
                </a:custGeom>
                <a:solidFill>
                  <a:schemeClr val="accent2"/>
                </a:solidFill>
                <a:ln w="6271" cap="flat">
                  <a:noFill/>
                  <a:prstDash val="solid"/>
                  <a:miter/>
                </a:ln>
              </p:spPr>
              <p:txBody>
                <a:bodyPr rtlCol="0" anchor="ctr"/>
                <a:lstStyle/>
                <a:p>
                  <a:endParaRPr lang="en-US"/>
                </a:p>
              </p:txBody>
            </p:sp>
          </p:grpSp>
          <p:sp>
            <p:nvSpPr>
              <p:cNvPr id="254" name="Picture Placeholder 112">
                <a:extLst>
                  <a:ext uri="{FF2B5EF4-FFF2-40B4-BE49-F238E27FC236}">
                    <a16:creationId xmlns:a16="http://schemas.microsoft.com/office/drawing/2014/main" id="{098882D2-5C29-74B4-9454-C5F94E786961}"/>
                  </a:ext>
                </a:extLst>
              </p:cNvPr>
              <p:cNvSpPr/>
              <p:nvPr/>
            </p:nvSpPr>
            <p:spPr>
              <a:xfrm>
                <a:off x="2199982" y="4528341"/>
                <a:ext cx="157482" cy="156850"/>
              </a:xfrm>
              <a:custGeom>
                <a:avLst/>
                <a:gdLst>
                  <a:gd name="connsiteX0" fmla="*/ 157483 w 157482"/>
                  <a:gd name="connsiteY0" fmla="*/ 156850 h 156850"/>
                  <a:gd name="connsiteX1" fmla="*/ 0 w 157482"/>
                  <a:gd name="connsiteY1" fmla="*/ 156850 h 156850"/>
                  <a:gd name="connsiteX2" fmla="*/ 0 w 157482"/>
                  <a:gd name="connsiteY2" fmla="*/ 0 h 156850"/>
                  <a:gd name="connsiteX3" fmla="*/ 157483 w 157482"/>
                  <a:gd name="connsiteY3" fmla="*/ 0 h 156850"/>
                  <a:gd name="connsiteX4" fmla="*/ 157483 w 157482"/>
                  <a:gd name="connsiteY4" fmla="*/ 156850 h 156850"/>
                  <a:gd name="connsiteX5" fmla="*/ 15812 w 157482"/>
                  <a:gd name="connsiteY5" fmla="*/ 141039 h 156850"/>
                  <a:gd name="connsiteX6" fmla="*/ 141671 w 157482"/>
                  <a:gd name="connsiteY6" fmla="*/ 141039 h 156850"/>
                  <a:gd name="connsiteX7" fmla="*/ 141671 w 157482"/>
                  <a:gd name="connsiteY7" fmla="*/ 15811 h 156850"/>
                  <a:gd name="connsiteX8" fmla="*/ 15812 w 157482"/>
                  <a:gd name="connsiteY8" fmla="*/ 15811 h 156850"/>
                  <a:gd name="connsiteX9" fmla="*/ 15812 w 157482"/>
                  <a:gd name="connsiteY9" fmla="*/ 141039 h 15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82" h="156850">
                    <a:moveTo>
                      <a:pt x="157483" y="156850"/>
                    </a:moveTo>
                    <a:lnTo>
                      <a:pt x="0" y="156850"/>
                    </a:lnTo>
                    <a:lnTo>
                      <a:pt x="0" y="0"/>
                    </a:lnTo>
                    <a:lnTo>
                      <a:pt x="157483" y="0"/>
                    </a:lnTo>
                    <a:lnTo>
                      <a:pt x="157483" y="156850"/>
                    </a:lnTo>
                    <a:close/>
                    <a:moveTo>
                      <a:pt x="15812" y="141039"/>
                    </a:moveTo>
                    <a:lnTo>
                      <a:pt x="141671" y="141039"/>
                    </a:lnTo>
                    <a:lnTo>
                      <a:pt x="141671" y="15811"/>
                    </a:lnTo>
                    <a:lnTo>
                      <a:pt x="15812" y="15811"/>
                    </a:lnTo>
                    <a:lnTo>
                      <a:pt x="15812" y="141039"/>
                    </a:lnTo>
                    <a:close/>
                  </a:path>
                </a:pathLst>
              </a:custGeom>
              <a:solidFill>
                <a:schemeClr val="accent2"/>
              </a:solidFill>
              <a:ln w="6271" cap="flat">
                <a:noFill/>
                <a:prstDash val="solid"/>
                <a:miter/>
              </a:ln>
            </p:spPr>
            <p:txBody>
              <a:bodyPr rtlCol="0" anchor="ctr"/>
              <a:lstStyle/>
              <a:p>
                <a:endParaRPr lang="en-US"/>
              </a:p>
            </p:txBody>
          </p:sp>
        </p:grpSp>
        <p:grpSp>
          <p:nvGrpSpPr>
            <p:cNvPr id="241" name="Picture Placeholder 112">
              <a:extLst>
                <a:ext uri="{FF2B5EF4-FFF2-40B4-BE49-F238E27FC236}">
                  <a16:creationId xmlns:a16="http://schemas.microsoft.com/office/drawing/2014/main" id="{7FF3B8C6-3F29-304B-D7F5-8EA17656AA00}"/>
                </a:ext>
              </a:extLst>
            </p:cNvPr>
            <p:cNvGrpSpPr/>
            <p:nvPr/>
          </p:nvGrpSpPr>
          <p:grpSpPr>
            <a:xfrm>
              <a:off x="1946998" y="4768675"/>
              <a:ext cx="157482" cy="156850"/>
              <a:chOff x="1946998" y="4768675"/>
              <a:chExt cx="157482" cy="156850"/>
            </a:xfrm>
            <a:solidFill>
              <a:schemeClr val="accent2"/>
            </a:solidFill>
          </p:grpSpPr>
          <p:grpSp>
            <p:nvGrpSpPr>
              <p:cNvPr id="248" name="Picture Placeholder 112">
                <a:extLst>
                  <a:ext uri="{FF2B5EF4-FFF2-40B4-BE49-F238E27FC236}">
                    <a16:creationId xmlns:a16="http://schemas.microsoft.com/office/drawing/2014/main" id="{E62947C8-7695-6294-7B2F-ACA1144AB14C}"/>
                  </a:ext>
                </a:extLst>
              </p:cNvPr>
              <p:cNvGrpSpPr/>
              <p:nvPr/>
            </p:nvGrpSpPr>
            <p:grpSpPr>
              <a:xfrm>
                <a:off x="1986843" y="4807888"/>
                <a:ext cx="78425" cy="78425"/>
                <a:chOff x="1986843" y="4807888"/>
                <a:chExt cx="78425" cy="78425"/>
              </a:xfrm>
              <a:solidFill>
                <a:schemeClr val="accent2"/>
              </a:solidFill>
            </p:grpSpPr>
            <p:sp>
              <p:nvSpPr>
                <p:cNvPr id="250" name="Picture Placeholder 112">
                  <a:extLst>
                    <a:ext uri="{FF2B5EF4-FFF2-40B4-BE49-F238E27FC236}">
                      <a16:creationId xmlns:a16="http://schemas.microsoft.com/office/drawing/2014/main" id="{1116FA6D-A3E1-18C9-4803-A2F1ABA829F1}"/>
                    </a:ext>
                  </a:extLst>
                </p:cNvPr>
                <p:cNvSpPr/>
                <p:nvPr/>
              </p:nvSpPr>
              <p:spPr>
                <a:xfrm>
                  <a:off x="1986843" y="4807888"/>
                  <a:ext cx="15811" cy="78425"/>
                </a:xfrm>
                <a:custGeom>
                  <a:avLst/>
                  <a:gdLst>
                    <a:gd name="connsiteX0" fmla="*/ 0 w 15811"/>
                    <a:gd name="connsiteY0" fmla="*/ 0 h 78425"/>
                    <a:gd name="connsiteX1" fmla="*/ 15811 w 15811"/>
                    <a:gd name="connsiteY1" fmla="*/ 0 h 78425"/>
                    <a:gd name="connsiteX2" fmla="*/ 15811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1" y="0"/>
                      </a:lnTo>
                      <a:lnTo>
                        <a:pt x="15811"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251" name="Picture Placeholder 112">
                  <a:extLst>
                    <a:ext uri="{FF2B5EF4-FFF2-40B4-BE49-F238E27FC236}">
                      <a16:creationId xmlns:a16="http://schemas.microsoft.com/office/drawing/2014/main" id="{5B8D027D-9120-9B9C-51C1-CD5612B86892}"/>
                    </a:ext>
                  </a:extLst>
                </p:cNvPr>
                <p:cNvSpPr/>
                <p:nvPr/>
              </p:nvSpPr>
              <p:spPr>
                <a:xfrm>
                  <a:off x="2017834" y="4807888"/>
                  <a:ext cx="15811" cy="78425"/>
                </a:xfrm>
                <a:custGeom>
                  <a:avLst/>
                  <a:gdLst>
                    <a:gd name="connsiteX0" fmla="*/ 0 w 15811"/>
                    <a:gd name="connsiteY0" fmla="*/ 0 h 78425"/>
                    <a:gd name="connsiteX1" fmla="*/ 15812 w 15811"/>
                    <a:gd name="connsiteY1" fmla="*/ 0 h 78425"/>
                    <a:gd name="connsiteX2" fmla="*/ 15812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2" y="0"/>
                      </a:lnTo>
                      <a:lnTo>
                        <a:pt x="15812"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252" name="Picture Placeholder 112">
                  <a:extLst>
                    <a:ext uri="{FF2B5EF4-FFF2-40B4-BE49-F238E27FC236}">
                      <a16:creationId xmlns:a16="http://schemas.microsoft.com/office/drawing/2014/main" id="{CDCAB321-71DE-60FB-82B8-757D36BB5CF7}"/>
                    </a:ext>
                  </a:extLst>
                </p:cNvPr>
                <p:cNvSpPr/>
                <p:nvPr/>
              </p:nvSpPr>
              <p:spPr>
                <a:xfrm>
                  <a:off x="2049457" y="4807888"/>
                  <a:ext cx="15811" cy="78425"/>
                </a:xfrm>
                <a:custGeom>
                  <a:avLst/>
                  <a:gdLst>
                    <a:gd name="connsiteX0" fmla="*/ 0 w 15811"/>
                    <a:gd name="connsiteY0" fmla="*/ 0 h 78425"/>
                    <a:gd name="connsiteX1" fmla="*/ 15812 w 15811"/>
                    <a:gd name="connsiteY1" fmla="*/ 0 h 78425"/>
                    <a:gd name="connsiteX2" fmla="*/ 15812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2" y="0"/>
                      </a:lnTo>
                      <a:lnTo>
                        <a:pt x="15812" y="78425"/>
                      </a:lnTo>
                      <a:lnTo>
                        <a:pt x="0" y="78425"/>
                      </a:lnTo>
                      <a:close/>
                    </a:path>
                  </a:pathLst>
                </a:custGeom>
                <a:solidFill>
                  <a:schemeClr val="accent2"/>
                </a:solidFill>
                <a:ln w="6271" cap="flat">
                  <a:noFill/>
                  <a:prstDash val="solid"/>
                  <a:miter/>
                </a:ln>
              </p:spPr>
              <p:txBody>
                <a:bodyPr rtlCol="0" anchor="ctr"/>
                <a:lstStyle/>
                <a:p>
                  <a:endParaRPr lang="en-US"/>
                </a:p>
              </p:txBody>
            </p:sp>
          </p:grpSp>
          <p:sp>
            <p:nvSpPr>
              <p:cNvPr id="249" name="Picture Placeholder 112">
                <a:extLst>
                  <a:ext uri="{FF2B5EF4-FFF2-40B4-BE49-F238E27FC236}">
                    <a16:creationId xmlns:a16="http://schemas.microsoft.com/office/drawing/2014/main" id="{FC252F0E-87ED-D7AD-06F0-FE9C8A7915F3}"/>
                  </a:ext>
                </a:extLst>
              </p:cNvPr>
              <p:cNvSpPr/>
              <p:nvPr/>
            </p:nvSpPr>
            <p:spPr>
              <a:xfrm>
                <a:off x="1946998" y="4768675"/>
                <a:ext cx="157482" cy="156850"/>
              </a:xfrm>
              <a:custGeom>
                <a:avLst/>
                <a:gdLst>
                  <a:gd name="connsiteX0" fmla="*/ 157483 w 157482"/>
                  <a:gd name="connsiteY0" fmla="*/ 156850 h 156850"/>
                  <a:gd name="connsiteX1" fmla="*/ 0 w 157482"/>
                  <a:gd name="connsiteY1" fmla="*/ 156850 h 156850"/>
                  <a:gd name="connsiteX2" fmla="*/ 0 w 157482"/>
                  <a:gd name="connsiteY2" fmla="*/ 0 h 156850"/>
                  <a:gd name="connsiteX3" fmla="*/ 157483 w 157482"/>
                  <a:gd name="connsiteY3" fmla="*/ 0 h 156850"/>
                  <a:gd name="connsiteX4" fmla="*/ 157483 w 157482"/>
                  <a:gd name="connsiteY4" fmla="*/ 156850 h 156850"/>
                  <a:gd name="connsiteX5" fmla="*/ 15812 w 157482"/>
                  <a:gd name="connsiteY5" fmla="*/ 141039 h 156850"/>
                  <a:gd name="connsiteX6" fmla="*/ 141671 w 157482"/>
                  <a:gd name="connsiteY6" fmla="*/ 141039 h 156850"/>
                  <a:gd name="connsiteX7" fmla="*/ 141671 w 157482"/>
                  <a:gd name="connsiteY7" fmla="*/ 15812 h 156850"/>
                  <a:gd name="connsiteX8" fmla="*/ 15812 w 157482"/>
                  <a:gd name="connsiteY8" fmla="*/ 15812 h 156850"/>
                  <a:gd name="connsiteX9" fmla="*/ 15812 w 157482"/>
                  <a:gd name="connsiteY9" fmla="*/ 141039 h 15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82" h="156850">
                    <a:moveTo>
                      <a:pt x="157483" y="156850"/>
                    </a:moveTo>
                    <a:lnTo>
                      <a:pt x="0" y="156850"/>
                    </a:lnTo>
                    <a:lnTo>
                      <a:pt x="0" y="0"/>
                    </a:lnTo>
                    <a:lnTo>
                      <a:pt x="157483" y="0"/>
                    </a:lnTo>
                    <a:lnTo>
                      <a:pt x="157483" y="156850"/>
                    </a:lnTo>
                    <a:close/>
                    <a:moveTo>
                      <a:pt x="15812" y="141039"/>
                    </a:moveTo>
                    <a:lnTo>
                      <a:pt x="141671" y="141039"/>
                    </a:lnTo>
                    <a:lnTo>
                      <a:pt x="141671" y="15812"/>
                    </a:lnTo>
                    <a:lnTo>
                      <a:pt x="15812" y="15812"/>
                    </a:lnTo>
                    <a:lnTo>
                      <a:pt x="15812" y="141039"/>
                    </a:lnTo>
                    <a:close/>
                  </a:path>
                </a:pathLst>
              </a:custGeom>
              <a:solidFill>
                <a:schemeClr val="accent2"/>
              </a:solidFill>
              <a:ln w="6271" cap="flat">
                <a:noFill/>
                <a:prstDash val="solid"/>
                <a:miter/>
              </a:ln>
            </p:spPr>
            <p:txBody>
              <a:bodyPr rtlCol="0" anchor="ctr"/>
              <a:lstStyle/>
              <a:p>
                <a:endParaRPr lang="en-US"/>
              </a:p>
            </p:txBody>
          </p:sp>
        </p:grpSp>
        <p:grpSp>
          <p:nvGrpSpPr>
            <p:cNvPr id="242" name="Picture Placeholder 112">
              <a:extLst>
                <a:ext uri="{FF2B5EF4-FFF2-40B4-BE49-F238E27FC236}">
                  <a16:creationId xmlns:a16="http://schemas.microsoft.com/office/drawing/2014/main" id="{DF0B71AD-C47A-027D-2404-B1D3BC1AFCBB}"/>
                </a:ext>
              </a:extLst>
            </p:cNvPr>
            <p:cNvGrpSpPr/>
            <p:nvPr/>
          </p:nvGrpSpPr>
          <p:grpSpPr>
            <a:xfrm>
              <a:off x="2199982" y="4768675"/>
              <a:ext cx="157482" cy="156850"/>
              <a:chOff x="2199982" y="4768675"/>
              <a:chExt cx="157482" cy="156850"/>
            </a:xfrm>
            <a:solidFill>
              <a:schemeClr val="accent2"/>
            </a:solidFill>
          </p:grpSpPr>
          <p:grpSp>
            <p:nvGrpSpPr>
              <p:cNvPr id="243" name="Picture Placeholder 112">
                <a:extLst>
                  <a:ext uri="{FF2B5EF4-FFF2-40B4-BE49-F238E27FC236}">
                    <a16:creationId xmlns:a16="http://schemas.microsoft.com/office/drawing/2014/main" id="{25FAA641-62F5-6E68-6AD1-DFE95117AE3E}"/>
                  </a:ext>
                </a:extLst>
              </p:cNvPr>
              <p:cNvGrpSpPr/>
              <p:nvPr/>
            </p:nvGrpSpPr>
            <p:grpSpPr>
              <a:xfrm>
                <a:off x="2239827" y="4807888"/>
                <a:ext cx="78425" cy="78425"/>
                <a:chOff x="2239827" y="4807888"/>
                <a:chExt cx="78425" cy="78425"/>
              </a:xfrm>
              <a:solidFill>
                <a:schemeClr val="accent2"/>
              </a:solidFill>
            </p:grpSpPr>
            <p:sp>
              <p:nvSpPr>
                <p:cNvPr id="245" name="Picture Placeholder 112">
                  <a:extLst>
                    <a:ext uri="{FF2B5EF4-FFF2-40B4-BE49-F238E27FC236}">
                      <a16:creationId xmlns:a16="http://schemas.microsoft.com/office/drawing/2014/main" id="{A8812E0F-5052-BC54-1F93-D2B7CD418246}"/>
                    </a:ext>
                  </a:extLst>
                </p:cNvPr>
                <p:cNvSpPr/>
                <p:nvPr/>
              </p:nvSpPr>
              <p:spPr>
                <a:xfrm>
                  <a:off x="2239827" y="4807888"/>
                  <a:ext cx="15811" cy="78425"/>
                </a:xfrm>
                <a:custGeom>
                  <a:avLst/>
                  <a:gdLst>
                    <a:gd name="connsiteX0" fmla="*/ 0 w 15811"/>
                    <a:gd name="connsiteY0" fmla="*/ 0 h 78425"/>
                    <a:gd name="connsiteX1" fmla="*/ 15812 w 15811"/>
                    <a:gd name="connsiteY1" fmla="*/ 0 h 78425"/>
                    <a:gd name="connsiteX2" fmla="*/ 15812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2" y="0"/>
                      </a:lnTo>
                      <a:lnTo>
                        <a:pt x="15812"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246" name="Picture Placeholder 112">
                  <a:extLst>
                    <a:ext uri="{FF2B5EF4-FFF2-40B4-BE49-F238E27FC236}">
                      <a16:creationId xmlns:a16="http://schemas.microsoft.com/office/drawing/2014/main" id="{07B6E6E6-591A-7F73-48F5-58897BCA5ACE}"/>
                    </a:ext>
                  </a:extLst>
                </p:cNvPr>
                <p:cNvSpPr/>
                <p:nvPr/>
              </p:nvSpPr>
              <p:spPr>
                <a:xfrm>
                  <a:off x="2270818" y="4807888"/>
                  <a:ext cx="15811" cy="78425"/>
                </a:xfrm>
                <a:custGeom>
                  <a:avLst/>
                  <a:gdLst>
                    <a:gd name="connsiteX0" fmla="*/ 0 w 15811"/>
                    <a:gd name="connsiteY0" fmla="*/ 0 h 78425"/>
                    <a:gd name="connsiteX1" fmla="*/ 15811 w 15811"/>
                    <a:gd name="connsiteY1" fmla="*/ 0 h 78425"/>
                    <a:gd name="connsiteX2" fmla="*/ 15811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1" y="0"/>
                      </a:lnTo>
                      <a:lnTo>
                        <a:pt x="15811" y="78425"/>
                      </a:lnTo>
                      <a:lnTo>
                        <a:pt x="0" y="78425"/>
                      </a:lnTo>
                      <a:close/>
                    </a:path>
                  </a:pathLst>
                </a:custGeom>
                <a:solidFill>
                  <a:schemeClr val="accent2"/>
                </a:solidFill>
                <a:ln w="6271" cap="flat">
                  <a:noFill/>
                  <a:prstDash val="solid"/>
                  <a:miter/>
                </a:ln>
              </p:spPr>
              <p:txBody>
                <a:bodyPr rtlCol="0" anchor="ctr"/>
                <a:lstStyle/>
                <a:p>
                  <a:endParaRPr lang="en-US"/>
                </a:p>
              </p:txBody>
            </p:sp>
            <p:sp>
              <p:nvSpPr>
                <p:cNvPr id="247" name="Picture Placeholder 112">
                  <a:extLst>
                    <a:ext uri="{FF2B5EF4-FFF2-40B4-BE49-F238E27FC236}">
                      <a16:creationId xmlns:a16="http://schemas.microsoft.com/office/drawing/2014/main" id="{F7DDBA86-FB7A-3023-19F3-240A10BB42E7}"/>
                    </a:ext>
                  </a:extLst>
                </p:cNvPr>
                <p:cNvSpPr/>
                <p:nvPr/>
              </p:nvSpPr>
              <p:spPr>
                <a:xfrm>
                  <a:off x="2302441" y="4807888"/>
                  <a:ext cx="15811" cy="78425"/>
                </a:xfrm>
                <a:custGeom>
                  <a:avLst/>
                  <a:gdLst>
                    <a:gd name="connsiteX0" fmla="*/ 0 w 15811"/>
                    <a:gd name="connsiteY0" fmla="*/ 0 h 78425"/>
                    <a:gd name="connsiteX1" fmla="*/ 15811 w 15811"/>
                    <a:gd name="connsiteY1" fmla="*/ 0 h 78425"/>
                    <a:gd name="connsiteX2" fmla="*/ 15811 w 15811"/>
                    <a:gd name="connsiteY2" fmla="*/ 78425 h 78425"/>
                    <a:gd name="connsiteX3" fmla="*/ 0 w 15811"/>
                    <a:gd name="connsiteY3" fmla="*/ 78425 h 78425"/>
                  </a:gdLst>
                  <a:ahLst/>
                  <a:cxnLst>
                    <a:cxn ang="0">
                      <a:pos x="connsiteX0" y="connsiteY0"/>
                    </a:cxn>
                    <a:cxn ang="0">
                      <a:pos x="connsiteX1" y="connsiteY1"/>
                    </a:cxn>
                    <a:cxn ang="0">
                      <a:pos x="connsiteX2" y="connsiteY2"/>
                    </a:cxn>
                    <a:cxn ang="0">
                      <a:pos x="connsiteX3" y="connsiteY3"/>
                    </a:cxn>
                  </a:cxnLst>
                  <a:rect l="l" t="t" r="r" b="b"/>
                  <a:pathLst>
                    <a:path w="15811" h="78425">
                      <a:moveTo>
                        <a:pt x="0" y="0"/>
                      </a:moveTo>
                      <a:lnTo>
                        <a:pt x="15811" y="0"/>
                      </a:lnTo>
                      <a:lnTo>
                        <a:pt x="15811" y="78425"/>
                      </a:lnTo>
                      <a:lnTo>
                        <a:pt x="0" y="78425"/>
                      </a:lnTo>
                      <a:close/>
                    </a:path>
                  </a:pathLst>
                </a:custGeom>
                <a:solidFill>
                  <a:schemeClr val="accent2"/>
                </a:solidFill>
                <a:ln w="6271" cap="flat">
                  <a:noFill/>
                  <a:prstDash val="solid"/>
                  <a:miter/>
                </a:ln>
              </p:spPr>
              <p:txBody>
                <a:bodyPr rtlCol="0" anchor="ctr"/>
                <a:lstStyle/>
                <a:p>
                  <a:endParaRPr lang="en-US"/>
                </a:p>
              </p:txBody>
            </p:sp>
          </p:grpSp>
          <p:sp>
            <p:nvSpPr>
              <p:cNvPr id="244" name="Picture Placeholder 112">
                <a:extLst>
                  <a:ext uri="{FF2B5EF4-FFF2-40B4-BE49-F238E27FC236}">
                    <a16:creationId xmlns:a16="http://schemas.microsoft.com/office/drawing/2014/main" id="{128BFDF3-A221-D55A-4B7B-4D89F3EDBB00}"/>
                  </a:ext>
                </a:extLst>
              </p:cNvPr>
              <p:cNvSpPr/>
              <p:nvPr/>
            </p:nvSpPr>
            <p:spPr>
              <a:xfrm>
                <a:off x="2199982" y="4768675"/>
                <a:ext cx="157482" cy="156850"/>
              </a:xfrm>
              <a:custGeom>
                <a:avLst/>
                <a:gdLst>
                  <a:gd name="connsiteX0" fmla="*/ 157483 w 157482"/>
                  <a:gd name="connsiteY0" fmla="*/ 156850 h 156850"/>
                  <a:gd name="connsiteX1" fmla="*/ 0 w 157482"/>
                  <a:gd name="connsiteY1" fmla="*/ 156850 h 156850"/>
                  <a:gd name="connsiteX2" fmla="*/ 0 w 157482"/>
                  <a:gd name="connsiteY2" fmla="*/ 0 h 156850"/>
                  <a:gd name="connsiteX3" fmla="*/ 157483 w 157482"/>
                  <a:gd name="connsiteY3" fmla="*/ 0 h 156850"/>
                  <a:gd name="connsiteX4" fmla="*/ 157483 w 157482"/>
                  <a:gd name="connsiteY4" fmla="*/ 156850 h 156850"/>
                  <a:gd name="connsiteX5" fmla="*/ 15812 w 157482"/>
                  <a:gd name="connsiteY5" fmla="*/ 141039 h 156850"/>
                  <a:gd name="connsiteX6" fmla="*/ 141671 w 157482"/>
                  <a:gd name="connsiteY6" fmla="*/ 141039 h 156850"/>
                  <a:gd name="connsiteX7" fmla="*/ 141671 w 157482"/>
                  <a:gd name="connsiteY7" fmla="*/ 15812 h 156850"/>
                  <a:gd name="connsiteX8" fmla="*/ 15812 w 157482"/>
                  <a:gd name="connsiteY8" fmla="*/ 15812 h 156850"/>
                  <a:gd name="connsiteX9" fmla="*/ 15812 w 157482"/>
                  <a:gd name="connsiteY9" fmla="*/ 141039 h 15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82" h="156850">
                    <a:moveTo>
                      <a:pt x="157483" y="156850"/>
                    </a:moveTo>
                    <a:lnTo>
                      <a:pt x="0" y="156850"/>
                    </a:lnTo>
                    <a:lnTo>
                      <a:pt x="0" y="0"/>
                    </a:lnTo>
                    <a:lnTo>
                      <a:pt x="157483" y="0"/>
                    </a:lnTo>
                    <a:lnTo>
                      <a:pt x="157483" y="156850"/>
                    </a:lnTo>
                    <a:close/>
                    <a:moveTo>
                      <a:pt x="15812" y="141039"/>
                    </a:moveTo>
                    <a:lnTo>
                      <a:pt x="141671" y="141039"/>
                    </a:lnTo>
                    <a:lnTo>
                      <a:pt x="141671" y="15812"/>
                    </a:lnTo>
                    <a:lnTo>
                      <a:pt x="15812" y="15812"/>
                    </a:lnTo>
                    <a:lnTo>
                      <a:pt x="15812" y="141039"/>
                    </a:lnTo>
                    <a:close/>
                  </a:path>
                </a:pathLst>
              </a:custGeom>
              <a:solidFill>
                <a:schemeClr val="accent2"/>
              </a:solidFill>
              <a:ln w="6271" cap="flat">
                <a:noFill/>
                <a:prstDash val="solid"/>
                <a:miter/>
              </a:ln>
            </p:spPr>
            <p:txBody>
              <a:bodyPr rtlCol="0" anchor="ctr"/>
              <a:lstStyle/>
              <a:p>
                <a:endParaRPr lang="en-US"/>
              </a:p>
            </p:txBody>
          </p:sp>
        </p:grpSp>
      </p:grpSp>
      <p:grpSp>
        <p:nvGrpSpPr>
          <p:cNvPr id="263" name="Group 262" descr="Application">
            <a:extLst>
              <a:ext uri="{FF2B5EF4-FFF2-40B4-BE49-F238E27FC236}">
                <a16:creationId xmlns:a16="http://schemas.microsoft.com/office/drawing/2014/main" id="{5FFA4080-6BA1-0DF6-09EC-49378861DD4D}"/>
              </a:ext>
            </a:extLst>
          </p:cNvPr>
          <p:cNvGrpSpPr>
            <a:grpSpLocks noChangeAspect="1"/>
          </p:cNvGrpSpPr>
          <p:nvPr/>
        </p:nvGrpSpPr>
        <p:grpSpPr>
          <a:xfrm>
            <a:off x="5679068" y="2301063"/>
            <a:ext cx="334464" cy="334465"/>
            <a:chOff x="530908" y="707686"/>
            <a:chExt cx="600836" cy="600837"/>
          </a:xfrm>
        </p:grpSpPr>
        <p:sp>
          <p:nvSpPr>
            <p:cNvPr id="264" name="Picture Placeholder 74">
              <a:extLst>
                <a:ext uri="{FF2B5EF4-FFF2-40B4-BE49-F238E27FC236}">
                  <a16:creationId xmlns:a16="http://schemas.microsoft.com/office/drawing/2014/main" id="{661F953F-A1F4-A535-2D12-CB04249F7F91}"/>
                </a:ext>
              </a:extLst>
            </p:cNvPr>
            <p:cNvSpPr/>
            <p:nvPr/>
          </p:nvSpPr>
          <p:spPr>
            <a:xfrm>
              <a:off x="634568" y="934169"/>
              <a:ext cx="126808" cy="126049"/>
            </a:xfrm>
            <a:custGeom>
              <a:avLst/>
              <a:gdLst>
                <a:gd name="connsiteX0" fmla="*/ 98348 w 126808"/>
                <a:gd name="connsiteY0" fmla="*/ 97462 h 126049"/>
                <a:gd name="connsiteX1" fmla="*/ 28271 w 126808"/>
                <a:gd name="connsiteY1" fmla="*/ 97462 h 126049"/>
                <a:gd name="connsiteX2" fmla="*/ 15622 w 126808"/>
                <a:gd name="connsiteY2" fmla="*/ 126049 h 126049"/>
                <a:gd name="connsiteX3" fmla="*/ 0 w 126808"/>
                <a:gd name="connsiteY3" fmla="*/ 126049 h 126049"/>
                <a:gd name="connsiteX4" fmla="*/ 55593 w 126808"/>
                <a:gd name="connsiteY4" fmla="*/ 0 h 126049"/>
                <a:gd name="connsiteX5" fmla="*/ 71215 w 126808"/>
                <a:gd name="connsiteY5" fmla="*/ 0 h 126049"/>
                <a:gd name="connsiteX6" fmla="*/ 126808 w 126808"/>
                <a:gd name="connsiteY6" fmla="*/ 126049 h 126049"/>
                <a:gd name="connsiteX7" fmla="*/ 110997 w 126808"/>
                <a:gd name="connsiteY7" fmla="*/ 126049 h 126049"/>
                <a:gd name="connsiteX8" fmla="*/ 92466 w 126808"/>
                <a:gd name="connsiteY8" fmla="*/ 83864 h 126049"/>
                <a:gd name="connsiteX9" fmla="*/ 63499 w 126808"/>
                <a:gd name="connsiteY9" fmla="*/ 17646 h 126049"/>
                <a:gd name="connsiteX10" fmla="*/ 34153 w 126808"/>
                <a:gd name="connsiteY10" fmla="*/ 83864 h 12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808" h="126049">
                  <a:moveTo>
                    <a:pt x="98348" y="97462"/>
                  </a:moveTo>
                  <a:lnTo>
                    <a:pt x="28271" y="97462"/>
                  </a:lnTo>
                  <a:lnTo>
                    <a:pt x="15622" y="126049"/>
                  </a:lnTo>
                  <a:lnTo>
                    <a:pt x="0" y="126049"/>
                  </a:lnTo>
                  <a:lnTo>
                    <a:pt x="55593" y="0"/>
                  </a:lnTo>
                  <a:lnTo>
                    <a:pt x="71215" y="0"/>
                  </a:lnTo>
                  <a:lnTo>
                    <a:pt x="126808" y="126049"/>
                  </a:lnTo>
                  <a:lnTo>
                    <a:pt x="110997" y="126049"/>
                  </a:lnTo>
                  <a:close/>
                  <a:moveTo>
                    <a:pt x="92466" y="83864"/>
                  </a:moveTo>
                  <a:lnTo>
                    <a:pt x="63499" y="17646"/>
                  </a:lnTo>
                  <a:lnTo>
                    <a:pt x="34153" y="83864"/>
                  </a:lnTo>
                  <a:close/>
                </a:path>
              </a:pathLst>
            </a:custGeom>
            <a:solidFill>
              <a:schemeClr val="accent2"/>
            </a:solidFill>
            <a:ln w="6271" cap="flat">
              <a:noFill/>
              <a:prstDash val="solid"/>
              <a:miter/>
            </a:ln>
          </p:spPr>
          <p:txBody>
            <a:bodyPr rtlCol="0" anchor="ctr"/>
            <a:lstStyle/>
            <a:p>
              <a:endParaRPr lang="en-US"/>
            </a:p>
          </p:txBody>
        </p:sp>
        <p:sp>
          <p:nvSpPr>
            <p:cNvPr id="265" name="Picture Placeholder 74">
              <a:extLst>
                <a:ext uri="{FF2B5EF4-FFF2-40B4-BE49-F238E27FC236}">
                  <a16:creationId xmlns:a16="http://schemas.microsoft.com/office/drawing/2014/main" id="{1D62BF02-63F3-789C-8E9B-B30273F3D127}"/>
                </a:ext>
              </a:extLst>
            </p:cNvPr>
            <p:cNvSpPr/>
            <p:nvPr/>
          </p:nvSpPr>
          <p:spPr>
            <a:xfrm>
              <a:off x="790976" y="934169"/>
              <a:ext cx="97588" cy="126049"/>
            </a:xfrm>
            <a:custGeom>
              <a:avLst/>
              <a:gdLst>
                <a:gd name="connsiteX0" fmla="*/ 0 w 97588"/>
                <a:gd name="connsiteY0" fmla="*/ 0 h 126049"/>
                <a:gd name="connsiteX1" fmla="*/ 51166 w 97588"/>
                <a:gd name="connsiteY1" fmla="*/ 0 h 126049"/>
                <a:gd name="connsiteX2" fmla="*/ 97589 w 97588"/>
                <a:gd name="connsiteY2" fmla="*/ 40414 h 126049"/>
                <a:gd name="connsiteX3" fmla="*/ 51166 w 97588"/>
                <a:gd name="connsiteY3" fmla="*/ 80765 h 126049"/>
                <a:gd name="connsiteX4" fmla="*/ 14294 w 97588"/>
                <a:gd name="connsiteY4" fmla="*/ 80765 h 126049"/>
                <a:gd name="connsiteX5" fmla="*/ 14294 w 97588"/>
                <a:gd name="connsiteY5" fmla="*/ 126049 h 126049"/>
                <a:gd name="connsiteX6" fmla="*/ 0 w 97588"/>
                <a:gd name="connsiteY6" fmla="*/ 126049 h 126049"/>
                <a:gd name="connsiteX7" fmla="*/ 48636 w 97588"/>
                <a:gd name="connsiteY7" fmla="*/ 66914 h 126049"/>
                <a:gd name="connsiteX8" fmla="*/ 83105 w 97588"/>
                <a:gd name="connsiteY8" fmla="*/ 40161 h 126049"/>
                <a:gd name="connsiteX9" fmla="*/ 48636 w 97588"/>
                <a:gd name="connsiteY9" fmla="*/ 13345 h 126049"/>
                <a:gd name="connsiteX10" fmla="*/ 14294 w 97588"/>
                <a:gd name="connsiteY10" fmla="*/ 13345 h 126049"/>
                <a:gd name="connsiteX11" fmla="*/ 14294 w 97588"/>
                <a:gd name="connsiteY11" fmla="*/ 66914 h 12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588" h="126049">
                  <a:moveTo>
                    <a:pt x="0" y="0"/>
                  </a:moveTo>
                  <a:lnTo>
                    <a:pt x="51166" y="0"/>
                  </a:lnTo>
                  <a:cubicBezTo>
                    <a:pt x="77223" y="0"/>
                    <a:pt x="97589" y="16697"/>
                    <a:pt x="97589" y="40414"/>
                  </a:cubicBezTo>
                  <a:cubicBezTo>
                    <a:pt x="97589" y="64131"/>
                    <a:pt x="77223" y="80765"/>
                    <a:pt x="51166" y="80765"/>
                  </a:cubicBezTo>
                  <a:lnTo>
                    <a:pt x="14294" y="80765"/>
                  </a:lnTo>
                  <a:lnTo>
                    <a:pt x="14294" y="126049"/>
                  </a:lnTo>
                  <a:lnTo>
                    <a:pt x="0" y="126049"/>
                  </a:lnTo>
                  <a:close/>
                  <a:moveTo>
                    <a:pt x="48636" y="66914"/>
                  </a:moveTo>
                  <a:cubicBezTo>
                    <a:pt x="69128" y="66914"/>
                    <a:pt x="83105" y="56985"/>
                    <a:pt x="83105" y="40161"/>
                  </a:cubicBezTo>
                  <a:cubicBezTo>
                    <a:pt x="83105" y="23338"/>
                    <a:pt x="69128" y="13345"/>
                    <a:pt x="48636" y="13345"/>
                  </a:cubicBezTo>
                  <a:lnTo>
                    <a:pt x="14294" y="13345"/>
                  </a:lnTo>
                  <a:lnTo>
                    <a:pt x="14294" y="66914"/>
                  </a:lnTo>
                  <a:close/>
                </a:path>
              </a:pathLst>
            </a:custGeom>
            <a:solidFill>
              <a:schemeClr val="accent2"/>
            </a:solidFill>
            <a:ln w="6271" cap="flat">
              <a:noFill/>
              <a:prstDash val="solid"/>
              <a:miter/>
            </a:ln>
          </p:spPr>
          <p:txBody>
            <a:bodyPr rtlCol="0" anchor="ctr"/>
            <a:lstStyle/>
            <a:p>
              <a:endParaRPr lang="en-US"/>
            </a:p>
          </p:txBody>
        </p:sp>
        <p:sp>
          <p:nvSpPr>
            <p:cNvPr id="266" name="Picture Placeholder 74">
              <a:extLst>
                <a:ext uri="{FF2B5EF4-FFF2-40B4-BE49-F238E27FC236}">
                  <a16:creationId xmlns:a16="http://schemas.microsoft.com/office/drawing/2014/main" id="{8302178E-18E9-08EC-C799-FBFEEE554CA7}"/>
                </a:ext>
              </a:extLst>
            </p:cNvPr>
            <p:cNvSpPr/>
            <p:nvPr/>
          </p:nvSpPr>
          <p:spPr>
            <a:xfrm>
              <a:off x="919302" y="934169"/>
              <a:ext cx="97588" cy="126049"/>
            </a:xfrm>
            <a:custGeom>
              <a:avLst/>
              <a:gdLst>
                <a:gd name="connsiteX0" fmla="*/ 0 w 97588"/>
                <a:gd name="connsiteY0" fmla="*/ 0 h 126049"/>
                <a:gd name="connsiteX1" fmla="*/ 51166 w 97588"/>
                <a:gd name="connsiteY1" fmla="*/ 0 h 126049"/>
                <a:gd name="connsiteX2" fmla="*/ 97589 w 97588"/>
                <a:gd name="connsiteY2" fmla="*/ 40414 h 126049"/>
                <a:gd name="connsiteX3" fmla="*/ 51166 w 97588"/>
                <a:gd name="connsiteY3" fmla="*/ 80765 h 126049"/>
                <a:gd name="connsiteX4" fmla="*/ 14294 w 97588"/>
                <a:gd name="connsiteY4" fmla="*/ 80765 h 126049"/>
                <a:gd name="connsiteX5" fmla="*/ 14294 w 97588"/>
                <a:gd name="connsiteY5" fmla="*/ 126049 h 126049"/>
                <a:gd name="connsiteX6" fmla="*/ 0 w 97588"/>
                <a:gd name="connsiteY6" fmla="*/ 126049 h 126049"/>
                <a:gd name="connsiteX7" fmla="*/ 48573 w 97588"/>
                <a:gd name="connsiteY7" fmla="*/ 66914 h 126049"/>
                <a:gd name="connsiteX8" fmla="*/ 83105 w 97588"/>
                <a:gd name="connsiteY8" fmla="*/ 40161 h 126049"/>
                <a:gd name="connsiteX9" fmla="*/ 48573 w 97588"/>
                <a:gd name="connsiteY9" fmla="*/ 13345 h 126049"/>
                <a:gd name="connsiteX10" fmla="*/ 14294 w 97588"/>
                <a:gd name="connsiteY10" fmla="*/ 13345 h 126049"/>
                <a:gd name="connsiteX11" fmla="*/ 14294 w 97588"/>
                <a:gd name="connsiteY11" fmla="*/ 66914 h 12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588" h="126049">
                  <a:moveTo>
                    <a:pt x="0" y="0"/>
                  </a:moveTo>
                  <a:lnTo>
                    <a:pt x="51166" y="0"/>
                  </a:lnTo>
                  <a:cubicBezTo>
                    <a:pt x="77223" y="0"/>
                    <a:pt x="97589" y="16697"/>
                    <a:pt x="97589" y="40414"/>
                  </a:cubicBezTo>
                  <a:cubicBezTo>
                    <a:pt x="97589" y="64131"/>
                    <a:pt x="77223" y="80765"/>
                    <a:pt x="51166" y="80765"/>
                  </a:cubicBezTo>
                  <a:lnTo>
                    <a:pt x="14294" y="80765"/>
                  </a:lnTo>
                  <a:lnTo>
                    <a:pt x="14294" y="126049"/>
                  </a:lnTo>
                  <a:lnTo>
                    <a:pt x="0" y="126049"/>
                  </a:lnTo>
                  <a:close/>
                  <a:moveTo>
                    <a:pt x="48573" y="66914"/>
                  </a:moveTo>
                  <a:cubicBezTo>
                    <a:pt x="69128" y="66914"/>
                    <a:pt x="83105" y="56985"/>
                    <a:pt x="83105" y="40161"/>
                  </a:cubicBezTo>
                  <a:cubicBezTo>
                    <a:pt x="83105" y="23338"/>
                    <a:pt x="69128" y="13345"/>
                    <a:pt x="48573" y="13345"/>
                  </a:cubicBezTo>
                  <a:lnTo>
                    <a:pt x="14294" y="13345"/>
                  </a:lnTo>
                  <a:lnTo>
                    <a:pt x="14294" y="66914"/>
                  </a:lnTo>
                  <a:close/>
                </a:path>
              </a:pathLst>
            </a:custGeom>
            <a:solidFill>
              <a:schemeClr val="accent2"/>
            </a:solidFill>
            <a:ln w="6271" cap="flat">
              <a:noFill/>
              <a:prstDash val="solid"/>
              <a:miter/>
            </a:ln>
          </p:spPr>
          <p:txBody>
            <a:bodyPr rtlCol="0" anchor="ctr"/>
            <a:lstStyle/>
            <a:p>
              <a:endParaRPr lang="en-US"/>
            </a:p>
          </p:txBody>
        </p:sp>
        <p:sp>
          <p:nvSpPr>
            <p:cNvPr id="267" name="Picture Placeholder 74">
              <a:extLst>
                <a:ext uri="{FF2B5EF4-FFF2-40B4-BE49-F238E27FC236}">
                  <a16:creationId xmlns:a16="http://schemas.microsoft.com/office/drawing/2014/main" id="{D9DA0989-F06F-531B-032A-77C152D63C0F}"/>
                </a:ext>
              </a:extLst>
            </p:cNvPr>
            <p:cNvSpPr/>
            <p:nvPr/>
          </p:nvSpPr>
          <p:spPr>
            <a:xfrm>
              <a:off x="530908" y="707686"/>
              <a:ext cx="600836" cy="600837"/>
            </a:xfrm>
            <a:custGeom>
              <a:avLst/>
              <a:gdLst>
                <a:gd name="connsiteX0" fmla="*/ 554920 w 600836"/>
                <a:gd name="connsiteY0" fmla="*/ 15812 h 600837"/>
                <a:gd name="connsiteX1" fmla="*/ 585026 w 600836"/>
                <a:gd name="connsiteY1" fmla="*/ 45853 h 600837"/>
                <a:gd name="connsiteX2" fmla="*/ 585026 w 600836"/>
                <a:gd name="connsiteY2" fmla="*/ 554920 h 600837"/>
                <a:gd name="connsiteX3" fmla="*/ 554920 w 600836"/>
                <a:gd name="connsiteY3" fmla="*/ 585026 h 600837"/>
                <a:gd name="connsiteX4" fmla="*/ 45853 w 600836"/>
                <a:gd name="connsiteY4" fmla="*/ 585026 h 600837"/>
                <a:gd name="connsiteX5" fmla="*/ 15812 w 600836"/>
                <a:gd name="connsiteY5" fmla="*/ 554920 h 600837"/>
                <a:gd name="connsiteX6" fmla="*/ 15812 w 600836"/>
                <a:gd name="connsiteY6" fmla="*/ 45853 h 600837"/>
                <a:gd name="connsiteX7" fmla="*/ 45853 w 600836"/>
                <a:gd name="connsiteY7" fmla="*/ 15812 h 600837"/>
                <a:gd name="connsiteX8" fmla="*/ 554920 w 600836"/>
                <a:gd name="connsiteY8" fmla="*/ 15812 h 600837"/>
                <a:gd name="connsiteX9" fmla="*/ 554920 w 600836"/>
                <a:gd name="connsiteY9" fmla="*/ 0 h 600837"/>
                <a:gd name="connsiteX10" fmla="*/ 45853 w 600836"/>
                <a:gd name="connsiteY10" fmla="*/ 0 h 600837"/>
                <a:gd name="connsiteX11" fmla="*/ 0 w 600836"/>
                <a:gd name="connsiteY11" fmla="*/ 45853 h 600837"/>
                <a:gd name="connsiteX12" fmla="*/ 0 w 600836"/>
                <a:gd name="connsiteY12" fmla="*/ 554920 h 600837"/>
                <a:gd name="connsiteX13" fmla="*/ 45853 w 600836"/>
                <a:gd name="connsiteY13" fmla="*/ 600837 h 600837"/>
                <a:gd name="connsiteX14" fmla="*/ 554920 w 600836"/>
                <a:gd name="connsiteY14" fmla="*/ 600837 h 600837"/>
                <a:gd name="connsiteX15" fmla="*/ 600837 w 600836"/>
                <a:gd name="connsiteY15" fmla="*/ 554920 h 600837"/>
                <a:gd name="connsiteX16" fmla="*/ 600837 w 600836"/>
                <a:gd name="connsiteY16" fmla="*/ 45853 h 600837"/>
                <a:gd name="connsiteX17" fmla="*/ 554920 w 600836"/>
                <a:gd name="connsiteY17" fmla="*/ 0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0836" h="600837">
                  <a:moveTo>
                    <a:pt x="554920" y="15812"/>
                  </a:moveTo>
                  <a:cubicBezTo>
                    <a:pt x="571523" y="15812"/>
                    <a:pt x="584988" y="29251"/>
                    <a:pt x="585026" y="45853"/>
                  </a:cubicBezTo>
                  <a:lnTo>
                    <a:pt x="585026" y="554920"/>
                  </a:lnTo>
                  <a:cubicBezTo>
                    <a:pt x="585026" y="571548"/>
                    <a:pt x="571548" y="585026"/>
                    <a:pt x="554920" y="585026"/>
                  </a:cubicBezTo>
                  <a:lnTo>
                    <a:pt x="45853" y="585026"/>
                  </a:lnTo>
                  <a:cubicBezTo>
                    <a:pt x="29251" y="584988"/>
                    <a:pt x="15812" y="571523"/>
                    <a:pt x="15812" y="554920"/>
                  </a:cubicBezTo>
                  <a:lnTo>
                    <a:pt x="15812" y="45853"/>
                  </a:lnTo>
                  <a:cubicBezTo>
                    <a:pt x="15812" y="29261"/>
                    <a:pt x="29261" y="15812"/>
                    <a:pt x="45853" y="15812"/>
                  </a:cubicBezTo>
                  <a:lnTo>
                    <a:pt x="554920" y="15812"/>
                  </a:lnTo>
                  <a:moveTo>
                    <a:pt x="554920" y="0"/>
                  </a:moveTo>
                  <a:lnTo>
                    <a:pt x="45853" y="0"/>
                  </a:lnTo>
                  <a:cubicBezTo>
                    <a:pt x="20544" y="35"/>
                    <a:pt x="35" y="20544"/>
                    <a:pt x="0" y="45853"/>
                  </a:cubicBezTo>
                  <a:lnTo>
                    <a:pt x="0" y="554920"/>
                  </a:lnTo>
                  <a:cubicBezTo>
                    <a:pt x="0" y="580257"/>
                    <a:pt x="20519" y="600799"/>
                    <a:pt x="45853" y="600837"/>
                  </a:cubicBezTo>
                  <a:lnTo>
                    <a:pt x="554920" y="600837"/>
                  </a:lnTo>
                  <a:cubicBezTo>
                    <a:pt x="580282" y="600837"/>
                    <a:pt x="600837" y="580282"/>
                    <a:pt x="600837" y="554920"/>
                  </a:cubicBezTo>
                  <a:lnTo>
                    <a:pt x="600837" y="45853"/>
                  </a:lnTo>
                  <a:cubicBezTo>
                    <a:pt x="600799" y="20519"/>
                    <a:pt x="580257" y="0"/>
                    <a:pt x="554920" y="0"/>
                  </a:cubicBezTo>
                  <a:close/>
                </a:path>
              </a:pathLst>
            </a:custGeom>
            <a:solidFill>
              <a:schemeClr val="accent2"/>
            </a:solidFill>
            <a:ln w="6271" cap="flat">
              <a:noFill/>
              <a:prstDash val="solid"/>
              <a:miter/>
            </a:ln>
          </p:spPr>
          <p:txBody>
            <a:bodyPr rtlCol="0" anchor="ctr"/>
            <a:lstStyle/>
            <a:p>
              <a:endParaRPr lang="en-US"/>
            </a:p>
          </p:txBody>
        </p:sp>
      </p:grpSp>
      <p:grpSp>
        <p:nvGrpSpPr>
          <p:cNvPr id="268" name="Group 267" descr="Application">
            <a:extLst>
              <a:ext uri="{FF2B5EF4-FFF2-40B4-BE49-F238E27FC236}">
                <a16:creationId xmlns:a16="http://schemas.microsoft.com/office/drawing/2014/main" id="{606AFB46-6470-003E-E52E-88B0D91CD286}"/>
              </a:ext>
            </a:extLst>
          </p:cNvPr>
          <p:cNvGrpSpPr>
            <a:grpSpLocks noChangeAspect="1"/>
          </p:cNvGrpSpPr>
          <p:nvPr/>
        </p:nvGrpSpPr>
        <p:grpSpPr>
          <a:xfrm>
            <a:off x="5257350" y="2301063"/>
            <a:ext cx="334464" cy="334465"/>
            <a:chOff x="530908" y="707686"/>
            <a:chExt cx="600836" cy="600837"/>
          </a:xfrm>
        </p:grpSpPr>
        <p:sp>
          <p:nvSpPr>
            <p:cNvPr id="269" name="Picture Placeholder 74">
              <a:extLst>
                <a:ext uri="{FF2B5EF4-FFF2-40B4-BE49-F238E27FC236}">
                  <a16:creationId xmlns:a16="http://schemas.microsoft.com/office/drawing/2014/main" id="{EE0EEAF8-960D-CADA-EB35-440D32886440}"/>
                </a:ext>
              </a:extLst>
            </p:cNvPr>
            <p:cNvSpPr/>
            <p:nvPr/>
          </p:nvSpPr>
          <p:spPr>
            <a:xfrm>
              <a:off x="634568" y="934169"/>
              <a:ext cx="126808" cy="126049"/>
            </a:xfrm>
            <a:custGeom>
              <a:avLst/>
              <a:gdLst>
                <a:gd name="connsiteX0" fmla="*/ 98348 w 126808"/>
                <a:gd name="connsiteY0" fmla="*/ 97462 h 126049"/>
                <a:gd name="connsiteX1" fmla="*/ 28271 w 126808"/>
                <a:gd name="connsiteY1" fmla="*/ 97462 h 126049"/>
                <a:gd name="connsiteX2" fmla="*/ 15622 w 126808"/>
                <a:gd name="connsiteY2" fmla="*/ 126049 h 126049"/>
                <a:gd name="connsiteX3" fmla="*/ 0 w 126808"/>
                <a:gd name="connsiteY3" fmla="*/ 126049 h 126049"/>
                <a:gd name="connsiteX4" fmla="*/ 55593 w 126808"/>
                <a:gd name="connsiteY4" fmla="*/ 0 h 126049"/>
                <a:gd name="connsiteX5" fmla="*/ 71215 w 126808"/>
                <a:gd name="connsiteY5" fmla="*/ 0 h 126049"/>
                <a:gd name="connsiteX6" fmla="*/ 126808 w 126808"/>
                <a:gd name="connsiteY6" fmla="*/ 126049 h 126049"/>
                <a:gd name="connsiteX7" fmla="*/ 110997 w 126808"/>
                <a:gd name="connsiteY7" fmla="*/ 126049 h 126049"/>
                <a:gd name="connsiteX8" fmla="*/ 92466 w 126808"/>
                <a:gd name="connsiteY8" fmla="*/ 83864 h 126049"/>
                <a:gd name="connsiteX9" fmla="*/ 63499 w 126808"/>
                <a:gd name="connsiteY9" fmla="*/ 17646 h 126049"/>
                <a:gd name="connsiteX10" fmla="*/ 34153 w 126808"/>
                <a:gd name="connsiteY10" fmla="*/ 83864 h 12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808" h="126049">
                  <a:moveTo>
                    <a:pt x="98348" y="97462"/>
                  </a:moveTo>
                  <a:lnTo>
                    <a:pt x="28271" y="97462"/>
                  </a:lnTo>
                  <a:lnTo>
                    <a:pt x="15622" y="126049"/>
                  </a:lnTo>
                  <a:lnTo>
                    <a:pt x="0" y="126049"/>
                  </a:lnTo>
                  <a:lnTo>
                    <a:pt x="55593" y="0"/>
                  </a:lnTo>
                  <a:lnTo>
                    <a:pt x="71215" y="0"/>
                  </a:lnTo>
                  <a:lnTo>
                    <a:pt x="126808" y="126049"/>
                  </a:lnTo>
                  <a:lnTo>
                    <a:pt x="110997" y="126049"/>
                  </a:lnTo>
                  <a:close/>
                  <a:moveTo>
                    <a:pt x="92466" y="83864"/>
                  </a:moveTo>
                  <a:lnTo>
                    <a:pt x="63499" y="17646"/>
                  </a:lnTo>
                  <a:lnTo>
                    <a:pt x="34153" y="83864"/>
                  </a:lnTo>
                  <a:close/>
                </a:path>
              </a:pathLst>
            </a:custGeom>
            <a:solidFill>
              <a:schemeClr val="accent2"/>
            </a:solidFill>
            <a:ln w="6271" cap="flat">
              <a:noFill/>
              <a:prstDash val="solid"/>
              <a:miter/>
            </a:ln>
          </p:spPr>
          <p:txBody>
            <a:bodyPr rtlCol="0" anchor="ctr"/>
            <a:lstStyle/>
            <a:p>
              <a:endParaRPr lang="en-US"/>
            </a:p>
          </p:txBody>
        </p:sp>
        <p:sp>
          <p:nvSpPr>
            <p:cNvPr id="270" name="Picture Placeholder 74">
              <a:extLst>
                <a:ext uri="{FF2B5EF4-FFF2-40B4-BE49-F238E27FC236}">
                  <a16:creationId xmlns:a16="http://schemas.microsoft.com/office/drawing/2014/main" id="{F6F220C0-C264-4525-D068-C3427303AF76}"/>
                </a:ext>
              </a:extLst>
            </p:cNvPr>
            <p:cNvSpPr/>
            <p:nvPr/>
          </p:nvSpPr>
          <p:spPr>
            <a:xfrm>
              <a:off x="790976" y="934169"/>
              <a:ext cx="97588" cy="126049"/>
            </a:xfrm>
            <a:custGeom>
              <a:avLst/>
              <a:gdLst>
                <a:gd name="connsiteX0" fmla="*/ 0 w 97588"/>
                <a:gd name="connsiteY0" fmla="*/ 0 h 126049"/>
                <a:gd name="connsiteX1" fmla="*/ 51166 w 97588"/>
                <a:gd name="connsiteY1" fmla="*/ 0 h 126049"/>
                <a:gd name="connsiteX2" fmla="*/ 97589 w 97588"/>
                <a:gd name="connsiteY2" fmla="*/ 40414 h 126049"/>
                <a:gd name="connsiteX3" fmla="*/ 51166 w 97588"/>
                <a:gd name="connsiteY3" fmla="*/ 80765 h 126049"/>
                <a:gd name="connsiteX4" fmla="*/ 14294 w 97588"/>
                <a:gd name="connsiteY4" fmla="*/ 80765 h 126049"/>
                <a:gd name="connsiteX5" fmla="*/ 14294 w 97588"/>
                <a:gd name="connsiteY5" fmla="*/ 126049 h 126049"/>
                <a:gd name="connsiteX6" fmla="*/ 0 w 97588"/>
                <a:gd name="connsiteY6" fmla="*/ 126049 h 126049"/>
                <a:gd name="connsiteX7" fmla="*/ 48636 w 97588"/>
                <a:gd name="connsiteY7" fmla="*/ 66914 h 126049"/>
                <a:gd name="connsiteX8" fmla="*/ 83105 w 97588"/>
                <a:gd name="connsiteY8" fmla="*/ 40161 h 126049"/>
                <a:gd name="connsiteX9" fmla="*/ 48636 w 97588"/>
                <a:gd name="connsiteY9" fmla="*/ 13345 h 126049"/>
                <a:gd name="connsiteX10" fmla="*/ 14294 w 97588"/>
                <a:gd name="connsiteY10" fmla="*/ 13345 h 126049"/>
                <a:gd name="connsiteX11" fmla="*/ 14294 w 97588"/>
                <a:gd name="connsiteY11" fmla="*/ 66914 h 12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588" h="126049">
                  <a:moveTo>
                    <a:pt x="0" y="0"/>
                  </a:moveTo>
                  <a:lnTo>
                    <a:pt x="51166" y="0"/>
                  </a:lnTo>
                  <a:cubicBezTo>
                    <a:pt x="77223" y="0"/>
                    <a:pt x="97589" y="16697"/>
                    <a:pt x="97589" y="40414"/>
                  </a:cubicBezTo>
                  <a:cubicBezTo>
                    <a:pt x="97589" y="64131"/>
                    <a:pt x="77223" y="80765"/>
                    <a:pt x="51166" y="80765"/>
                  </a:cubicBezTo>
                  <a:lnTo>
                    <a:pt x="14294" y="80765"/>
                  </a:lnTo>
                  <a:lnTo>
                    <a:pt x="14294" y="126049"/>
                  </a:lnTo>
                  <a:lnTo>
                    <a:pt x="0" y="126049"/>
                  </a:lnTo>
                  <a:close/>
                  <a:moveTo>
                    <a:pt x="48636" y="66914"/>
                  </a:moveTo>
                  <a:cubicBezTo>
                    <a:pt x="69128" y="66914"/>
                    <a:pt x="83105" y="56985"/>
                    <a:pt x="83105" y="40161"/>
                  </a:cubicBezTo>
                  <a:cubicBezTo>
                    <a:pt x="83105" y="23338"/>
                    <a:pt x="69128" y="13345"/>
                    <a:pt x="48636" y="13345"/>
                  </a:cubicBezTo>
                  <a:lnTo>
                    <a:pt x="14294" y="13345"/>
                  </a:lnTo>
                  <a:lnTo>
                    <a:pt x="14294" y="66914"/>
                  </a:lnTo>
                  <a:close/>
                </a:path>
              </a:pathLst>
            </a:custGeom>
            <a:solidFill>
              <a:schemeClr val="accent2"/>
            </a:solidFill>
            <a:ln w="6271" cap="flat">
              <a:noFill/>
              <a:prstDash val="solid"/>
              <a:miter/>
            </a:ln>
          </p:spPr>
          <p:txBody>
            <a:bodyPr rtlCol="0" anchor="ctr"/>
            <a:lstStyle/>
            <a:p>
              <a:endParaRPr lang="en-US"/>
            </a:p>
          </p:txBody>
        </p:sp>
        <p:sp>
          <p:nvSpPr>
            <p:cNvPr id="271" name="Picture Placeholder 74">
              <a:extLst>
                <a:ext uri="{FF2B5EF4-FFF2-40B4-BE49-F238E27FC236}">
                  <a16:creationId xmlns:a16="http://schemas.microsoft.com/office/drawing/2014/main" id="{5ED090F5-01FE-7EA4-2FCA-3EAC2C3843AC}"/>
                </a:ext>
              </a:extLst>
            </p:cNvPr>
            <p:cNvSpPr/>
            <p:nvPr/>
          </p:nvSpPr>
          <p:spPr>
            <a:xfrm>
              <a:off x="919302" y="934169"/>
              <a:ext cx="97588" cy="126049"/>
            </a:xfrm>
            <a:custGeom>
              <a:avLst/>
              <a:gdLst>
                <a:gd name="connsiteX0" fmla="*/ 0 w 97588"/>
                <a:gd name="connsiteY0" fmla="*/ 0 h 126049"/>
                <a:gd name="connsiteX1" fmla="*/ 51166 w 97588"/>
                <a:gd name="connsiteY1" fmla="*/ 0 h 126049"/>
                <a:gd name="connsiteX2" fmla="*/ 97589 w 97588"/>
                <a:gd name="connsiteY2" fmla="*/ 40414 h 126049"/>
                <a:gd name="connsiteX3" fmla="*/ 51166 w 97588"/>
                <a:gd name="connsiteY3" fmla="*/ 80765 h 126049"/>
                <a:gd name="connsiteX4" fmla="*/ 14294 w 97588"/>
                <a:gd name="connsiteY4" fmla="*/ 80765 h 126049"/>
                <a:gd name="connsiteX5" fmla="*/ 14294 w 97588"/>
                <a:gd name="connsiteY5" fmla="*/ 126049 h 126049"/>
                <a:gd name="connsiteX6" fmla="*/ 0 w 97588"/>
                <a:gd name="connsiteY6" fmla="*/ 126049 h 126049"/>
                <a:gd name="connsiteX7" fmla="*/ 48573 w 97588"/>
                <a:gd name="connsiteY7" fmla="*/ 66914 h 126049"/>
                <a:gd name="connsiteX8" fmla="*/ 83105 w 97588"/>
                <a:gd name="connsiteY8" fmla="*/ 40161 h 126049"/>
                <a:gd name="connsiteX9" fmla="*/ 48573 w 97588"/>
                <a:gd name="connsiteY9" fmla="*/ 13345 h 126049"/>
                <a:gd name="connsiteX10" fmla="*/ 14294 w 97588"/>
                <a:gd name="connsiteY10" fmla="*/ 13345 h 126049"/>
                <a:gd name="connsiteX11" fmla="*/ 14294 w 97588"/>
                <a:gd name="connsiteY11" fmla="*/ 66914 h 12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588" h="126049">
                  <a:moveTo>
                    <a:pt x="0" y="0"/>
                  </a:moveTo>
                  <a:lnTo>
                    <a:pt x="51166" y="0"/>
                  </a:lnTo>
                  <a:cubicBezTo>
                    <a:pt x="77223" y="0"/>
                    <a:pt x="97589" y="16697"/>
                    <a:pt x="97589" y="40414"/>
                  </a:cubicBezTo>
                  <a:cubicBezTo>
                    <a:pt x="97589" y="64131"/>
                    <a:pt x="77223" y="80765"/>
                    <a:pt x="51166" y="80765"/>
                  </a:cubicBezTo>
                  <a:lnTo>
                    <a:pt x="14294" y="80765"/>
                  </a:lnTo>
                  <a:lnTo>
                    <a:pt x="14294" y="126049"/>
                  </a:lnTo>
                  <a:lnTo>
                    <a:pt x="0" y="126049"/>
                  </a:lnTo>
                  <a:close/>
                  <a:moveTo>
                    <a:pt x="48573" y="66914"/>
                  </a:moveTo>
                  <a:cubicBezTo>
                    <a:pt x="69128" y="66914"/>
                    <a:pt x="83105" y="56985"/>
                    <a:pt x="83105" y="40161"/>
                  </a:cubicBezTo>
                  <a:cubicBezTo>
                    <a:pt x="83105" y="23338"/>
                    <a:pt x="69128" y="13345"/>
                    <a:pt x="48573" y="13345"/>
                  </a:cubicBezTo>
                  <a:lnTo>
                    <a:pt x="14294" y="13345"/>
                  </a:lnTo>
                  <a:lnTo>
                    <a:pt x="14294" y="66914"/>
                  </a:lnTo>
                  <a:close/>
                </a:path>
              </a:pathLst>
            </a:custGeom>
            <a:solidFill>
              <a:schemeClr val="accent2"/>
            </a:solidFill>
            <a:ln w="6271" cap="flat">
              <a:noFill/>
              <a:prstDash val="solid"/>
              <a:miter/>
            </a:ln>
          </p:spPr>
          <p:txBody>
            <a:bodyPr rtlCol="0" anchor="ctr"/>
            <a:lstStyle/>
            <a:p>
              <a:endParaRPr lang="en-US"/>
            </a:p>
          </p:txBody>
        </p:sp>
        <p:sp>
          <p:nvSpPr>
            <p:cNvPr id="272" name="Picture Placeholder 74">
              <a:extLst>
                <a:ext uri="{FF2B5EF4-FFF2-40B4-BE49-F238E27FC236}">
                  <a16:creationId xmlns:a16="http://schemas.microsoft.com/office/drawing/2014/main" id="{363DA2A7-80A2-03BD-DD9D-21099627A4FE}"/>
                </a:ext>
              </a:extLst>
            </p:cNvPr>
            <p:cNvSpPr/>
            <p:nvPr/>
          </p:nvSpPr>
          <p:spPr>
            <a:xfrm>
              <a:off x="530908" y="707686"/>
              <a:ext cx="600836" cy="600837"/>
            </a:xfrm>
            <a:custGeom>
              <a:avLst/>
              <a:gdLst>
                <a:gd name="connsiteX0" fmla="*/ 554920 w 600836"/>
                <a:gd name="connsiteY0" fmla="*/ 15812 h 600837"/>
                <a:gd name="connsiteX1" fmla="*/ 585026 w 600836"/>
                <a:gd name="connsiteY1" fmla="*/ 45853 h 600837"/>
                <a:gd name="connsiteX2" fmla="*/ 585026 w 600836"/>
                <a:gd name="connsiteY2" fmla="*/ 554920 h 600837"/>
                <a:gd name="connsiteX3" fmla="*/ 554920 w 600836"/>
                <a:gd name="connsiteY3" fmla="*/ 585026 h 600837"/>
                <a:gd name="connsiteX4" fmla="*/ 45853 w 600836"/>
                <a:gd name="connsiteY4" fmla="*/ 585026 h 600837"/>
                <a:gd name="connsiteX5" fmla="*/ 15812 w 600836"/>
                <a:gd name="connsiteY5" fmla="*/ 554920 h 600837"/>
                <a:gd name="connsiteX6" fmla="*/ 15812 w 600836"/>
                <a:gd name="connsiteY6" fmla="*/ 45853 h 600837"/>
                <a:gd name="connsiteX7" fmla="*/ 45853 w 600836"/>
                <a:gd name="connsiteY7" fmla="*/ 15812 h 600837"/>
                <a:gd name="connsiteX8" fmla="*/ 554920 w 600836"/>
                <a:gd name="connsiteY8" fmla="*/ 15812 h 600837"/>
                <a:gd name="connsiteX9" fmla="*/ 554920 w 600836"/>
                <a:gd name="connsiteY9" fmla="*/ 0 h 600837"/>
                <a:gd name="connsiteX10" fmla="*/ 45853 w 600836"/>
                <a:gd name="connsiteY10" fmla="*/ 0 h 600837"/>
                <a:gd name="connsiteX11" fmla="*/ 0 w 600836"/>
                <a:gd name="connsiteY11" fmla="*/ 45853 h 600837"/>
                <a:gd name="connsiteX12" fmla="*/ 0 w 600836"/>
                <a:gd name="connsiteY12" fmla="*/ 554920 h 600837"/>
                <a:gd name="connsiteX13" fmla="*/ 45853 w 600836"/>
                <a:gd name="connsiteY13" fmla="*/ 600837 h 600837"/>
                <a:gd name="connsiteX14" fmla="*/ 554920 w 600836"/>
                <a:gd name="connsiteY14" fmla="*/ 600837 h 600837"/>
                <a:gd name="connsiteX15" fmla="*/ 600837 w 600836"/>
                <a:gd name="connsiteY15" fmla="*/ 554920 h 600837"/>
                <a:gd name="connsiteX16" fmla="*/ 600837 w 600836"/>
                <a:gd name="connsiteY16" fmla="*/ 45853 h 600837"/>
                <a:gd name="connsiteX17" fmla="*/ 554920 w 600836"/>
                <a:gd name="connsiteY17" fmla="*/ 0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0836" h="600837">
                  <a:moveTo>
                    <a:pt x="554920" y="15812"/>
                  </a:moveTo>
                  <a:cubicBezTo>
                    <a:pt x="571523" y="15812"/>
                    <a:pt x="584988" y="29251"/>
                    <a:pt x="585026" y="45853"/>
                  </a:cubicBezTo>
                  <a:lnTo>
                    <a:pt x="585026" y="554920"/>
                  </a:lnTo>
                  <a:cubicBezTo>
                    <a:pt x="585026" y="571548"/>
                    <a:pt x="571548" y="585026"/>
                    <a:pt x="554920" y="585026"/>
                  </a:cubicBezTo>
                  <a:lnTo>
                    <a:pt x="45853" y="585026"/>
                  </a:lnTo>
                  <a:cubicBezTo>
                    <a:pt x="29251" y="584988"/>
                    <a:pt x="15812" y="571523"/>
                    <a:pt x="15812" y="554920"/>
                  </a:cubicBezTo>
                  <a:lnTo>
                    <a:pt x="15812" y="45853"/>
                  </a:lnTo>
                  <a:cubicBezTo>
                    <a:pt x="15812" y="29261"/>
                    <a:pt x="29261" y="15812"/>
                    <a:pt x="45853" y="15812"/>
                  </a:cubicBezTo>
                  <a:lnTo>
                    <a:pt x="554920" y="15812"/>
                  </a:lnTo>
                  <a:moveTo>
                    <a:pt x="554920" y="0"/>
                  </a:moveTo>
                  <a:lnTo>
                    <a:pt x="45853" y="0"/>
                  </a:lnTo>
                  <a:cubicBezTo>
                    <a:pt x="20544" y="35"/>
                    <a:pt x="35" y="20544"/>
                    <a:pt x="0" y="45853"/>
                  </a:cubicBezTo>
                  <a:lnTo>
                    <a:pt x="0" y="554920"/>
                  </a:lnTo>
                  <a:cubicBezTo>
                    <a:pt x="0" y="580257"/>
                    <a:pt x="20519" y="600799"/>
                    <a:pt x="45853" y="600837"/>
                  </a:cubicBezTo>
                  <a:lnTo>
                    <a:pt x="554920" y="600837"/>
                  </a:lnTo>
                  <a:cubicBezTo>
                    <a:pt x="580282" y="600837"/>
                    <a:pt x="600837" y="580282"/>
                    <a:pt x="600837" y="554920"/>
                  </a:cubicBezTo>
                  <a:lnTo>
                    <a:pt x="600837" y="45853"/>
                  </a:lnTo>
                  <a:cubicBezTo>
                    <a:pt x="600799" y="20519"/>
                    <a:pt x="580257" y="0"/>
                    <a:pt x="554920" y="0"/>
                  </a:cubicBezTo>
                  <a:close/>
                </a:path>
              </a:pathLst>
            </a:custGeom>
            <a:solidFill>
              <a:schemeClr val="accent2"/>
            </a:solidFill>
            <a:ln w="6271" cap="flat">
              <a:noFill/>
              <a:prstDash val="solid"/>
              <a:miter/>
            </a:ln>
          </p:spPr>
          <p:txBody>
            <a:bodyPr rtlCol="0" anchor="ctr"/>
            <a:lstStyle/>
            <a:p>
              <a:endParaRPr lang="en-US"/>
            </a:p>
          </p:txBody>
        </p:sp>
      </p:grpSp>
      <p:cxnSp>
        <p:nvCxnSpPr>
          <p:cNvPr id="273" name="Straight Connector 272">
            <a:extLst>
              <a:ext uri="{FF2B5EF4-FFF2-40B4-BE49-F238E27FC236}">
                <a16:creationId xmlns:a16="http://schemas.microsoft.com/office/drawing/2014/main" id="{8CB85715-9C58-3161-CED3-2FC6A7A0D31C}"/>
              </a:ext>
            </a:extLst>
          </p:cNvPr>
          <p:cNvCxnSpPr>
            <a:cxnSpLocks/>
          </p:cNvCxnSpPr>
          <p:nvPr/>
        </p:nvCxnSpPr>
        <p:spPr bwMode="gray">
          <a:xfrm flipV="1">
            <a:off x="7199892" y="2887271"/>
            <a:ext cx="0" cy="200747"/>
          </a:xfrm>
          <a:prstGeom prst="line">
            <a:avLst/>
          </a:prstGeom>
          <a:ln w="25400">
            <a:solidFill>
              <a:schemeClr val="accent2"/>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74" name="Straight Connector 273">
            <a:extLst>
              <a:ext uri="{FF2B5EF4-FFF2-40B4-BE49-F238E27FC236}">
                <a16:creationId xmlns:a16="http://schemas.microsoft.com/office/drawing/2014/main" id="{B97CC526-10E1-0B9C-FA74-EF8A22A6003E}"/>
              </a:ext>
            </a:extLst>
          </p:cNvPr>
          <p:cNvCxnSpPr>
            <a:cxnSpLocks/>
          </p:cNvCxnSpPr>
          <p:nvPr/>
        </p:nvCxnSpPr>
        <p:spPr bwMode="gray">
          <a:xfrm flipV="1">
            <a:off x="5634931" y="2887271"/>
            <a:ext cx="0" cy="200747"/>
          </a:xfrm>
          <a:prstGeom prst="line">
            <a:avLst/>
          </a:prstGeom>
          <a:ln w="25400">
            <a:solidFill>
              <a:schemeClr val="accent2"/>
            </a:solidFill>
            <a:miter lim="800000"/>
            <a:headEnd type="diamond" w="lg" len="lg"/>
          </a:ln>
        </p:spPr>
        <p:style>
          <a:lnRef idx="1">
            <a:schemeClr val="accent1"/>
          </a:lnRef>
          <a:fillRef idx="0">
            <a:schemeClr val="accent1"/>
          </a:fillRef>
          <a:effectRef idx="0">
            <a:schemeClr val="accent1"/>
          </a:effectRef>
          <a:fontRef idx="minor">
            <a:schemeClr val="tx1"/>
          </a:fontRef>
        </p:style>
      </p:cxnSp>
      <p:pic>
        <p:nvPicPr>
          <p:cNvPr id="275" name="Graphic 274">
            <a:extLst>
              <a:ext uri="{FF2B5EF4-FFF2-40B4-BE49-F238E27FC236}">
                <a16:creationId xmlns:a16="http://schemas.microsoft.com/office/drawing/2014/main" id="{1AD738DD-B41C-DF30-B4CA-8A9152601FF9}"/>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353119" y="3798828"/>
            <a:ext cx="399710" cy="399710"/>
          </a:xfrm>
          <a:prstGeom prst="rect">
            <a:avLst/>
          </a:prstGeom>
        </p:spPr>
      </p:pic>
      <p:cxnSp>
        <p:nvCxnSpPr>
          <p:cNvPr id="278" name="Straight Connector 277">
            <a:extLst>
              <a:ext uri="{FF2B5EF4-FFF2-40B4-BE49-F238E27FC236}">
                <a16:creationId xmlns:a16="http://schemas.microsoft.com/office/drawing/2014/main" id="{E39D74F5-8749-2785-208F-4F665F9137EA}"/>
              </a:ext>
            </a:extLst>
          </p:cNvPr>
          <p:cNvCxnSpPr>
            <a:cxnSpLocks/>
          </p:cNvCxnSpPr>
          <p:nvPr/>
        </p:nvCxnSpPr>
        <p:spPr bwMode="gray">
          <a:xfrm>
            <a:off x="6687889" y="2889833"/>
            <a:ext cx="512003"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2" name="Straight Connector 281">
            <a:extLst>
              <a:ext uri="{FF2B5EF4-FFF2-40B4-BE49-F238E27FC236}">
                <a16:creationId xmlns:a16="http://schemas.microsoft.com/office/drawing/2014/main" id="{55955801-78D2-6620-4B39-4C356F387B6E}"/>
              </a:ext>
            </a:extLst>
          </p:cNvPr>
          <p:cNvCxnSpPr>
            <a:cxnSpLocks/>
          </p:cNvCxnSpPr>
          <p:nvPr/>
        </p:nvCxnSpPr>
        <p:spPr bwMode="gray">
          <a:xfrm flipV="1">
            <a:off x="6687889" y="2889833"/>
            <a:ext cx="0" cy="200747"/>
          </a:xfrm>
          <a:prstGeom prst="line">
            <a:avLst/>
          </a:prstGeom>
          <a:ln w="25400">
            <a:solidFill>
              <a:schemeClr val="accent2"/>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5BFFC3EF-29B6-0404-05DA-CE5E0AD77162}"/>
              </a:ext>
            </a:extLst>
          </p:cNvPr>
          <p:cNvCxnSpPr>
            <a:cxnSpLocks/>
          </p:cNvCxnSpPr>
          <p:nvPr/>
        </p:nvCxnSpPr>
        <p:spPr bwMode="gray">
          <a:xfrm>
            <a:off x="6943890" y="2689623"/>
            <a:ext cx="0" cy="20021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B7513161-2D6A-7865-E64C-DB5548D0D94A}"/>
              </a:ext>
            </a:extLst>
          </p:cNvPr>
          <p:cNvCxnSpPr>
            <a:cxnSpLocks/>
          </p:cNvCxnSpPr>
          <p:nvPr/>
        </p:nvCxnSpPr>
        <p:spPr bwMode="gray">
          <a:xfrm>
            <a:off x="5378930" y="2889833"/>
            <a:ext cx="512003"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7" name="Straight Connector 286">
            <a:extLst>
              <a:ext uri="{FF2B5EF4-FFF2-40B4-BE49-F238E27FC236}">
                <a16:creationId xmlns:a16="http://schemas.microsoft.com/office/drawing/2014/main" id="{AF7F4F57-0A9E-1955-0DAD-92D964A2F399}"/>
              </a:ext>
            </a:extLst>
          </p:cNvPr>
          <p:cNvCxnSpPr>
            <a:cxnSpLocks/>
          </p:cNvCxnSpPr>
          <p:nvPr/>
        </p:nvCxnSpPr>
        <p:spPr bwMode="gray">
          <a:xfrm>
            <a:off x="5890933" y="2689623"/>
            <a:ext cx="0" cy="20021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5478BE4E-260A-01E2-7C11-827025B76ED2}"/>
              </a:ext>
            </a:extLst>
          </p:cNvPr>
          <p:cNvCxnSpPr>
            <a:cxnSpLocks/>
          </p:cNvCxnSpPr>
          <p:nvPr/>
        </p:nvCxnSpPr>
        <p:spPr bwMode="gray">
          <a:xfrm>
            <a:off x="5378930" y="2689623"/>
            <a:ext cx="0" cy="20021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25210849-A4CC-CFCB-6282-EF62D2BC0826}"/>
              </a:ext>
            </a:extLst>
          </p:cNvPr>
          <p:cNvCxnSpPr>
            <a:cxnSpLocks/>
          </p:cNvCxnSpPr>
          <p:nvPr/>
        </p:nvCxnSpPr>
        <p:spPr bwMode="gray">
          <a:xfrm flipV="1">
            <a:off x="4070901" y="2735484"/>
            <a:ext cx="0" cy="352534"/>
          </a:xfrm>
          <a:prstGeom prst="line">
            <a:avLst/>
          </a:prstGeom>
          <a:ln w="25400">
            <a:solidFill>
              <a:schemeClr val="accent2"/>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2B774EBD-3E82-0205-32CF-918825DB454D}"/>
              </a:ext>
            </a:extLst>
          </p:cNvPr>
          <p:cNvCxnSpPr>
            <a:cxnSpLocks/>
          </p:cNvCxnSpPr>
          <p:nvPr/>
        </p:nvCxnSpPr>
        <p:spPr bwMode="gray">
          <a:xfrm flipV="1">
            <a:off x="4591281" y="2735484"/>
            <a:ext cx="0" cy="352534"/>
          </a:xfrm>
          <a:prstGeom prst="line">
            <a:avLst/>
          </a:prstGeom>
          <a:ln w="25400">
            <a:solidFill>
              <a:schemeClr val="accent2"/>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D20941D0-9C97-EB14-3878-61102D7A61DD}"/>
              </a:ext>
            </a:extLst>
          </p:cNvPr>
          <p:cNvSpPr txBox="1"/>
          <p:nvPr/>
        </p:nvSpPr>
        <p:spPr>
          <a:xfrm>
            <a:off x="3911686" y="4350001"/>
            <a:ext cx="2138159" cy="184666"/>
          </a:xfrm>
          <a:prstGeom prst="rect">
            <a:avLst/>
          </a:prstGeom>
          <a:noFill/>
        </p:spPr>
        <p:txBody>
          <a:bodyPr wrap="square" lIns="0" tIns="0" rIns="0" bIns="0" rtlCol="0">
            <a:spAutoFit/>
          </a:bodyPr>
          <a:lstStyle/>
          <a:p>
            <a:pPr algn="ctr"/>
            <a:r>
              <a:rPr lang="en-US" sz="1200" dirty="0"/>
              <a:t>Provide storage resources</a:t>
            </a:r>
          </a:p>
        </p:txBody>
      </p:sp>
      <p:cxnSp>
        <p:nvCxnSpPr>
          <p:cNvPr id="17" name="Straight Connector 16">
            <a:extLst>
              <a:ext uri="{FF2B5EF4-FFF2-40B4-BE49-F238E27FC236}">
                <a16:creationId xmlns:a16="http://schemas.microsoft.com/office/drawing/2014/main" id="{D3A4C455-5770-542B-0A94-45807578473F}"/>
              </a:ext>
            </a:extLst>
          </p:cNvPr>
          <p:cNvCxnSpPr>
            <a:cxnSpLocks/>
          </p:cNvCxnSpPr>
          <p:nvPr/>
        </p:nvCxnSpPr>
        <p:spPr bwMode="gray">
          <a:xfrm flipV="1">
            <a:off x="6047573" y="4359439"/>
            <a:ext cx="0" cy="171754"/>
          </a:xfrm>
          <a:prstGeom prst="line">
            <a:avLst/>
          </a:prstGeom>
          <a:ln w="19050">
            <a:solidFill>
              <a:schemeClr val="tx1"/>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EDF1BE9-D94D-1E91-968A-A2425ACE2F7B}"/>
              </a:ext>
            </a:extLst>
          </p:cNvPr>
          <p:cNvCxnSpPr>
            <a:cxnSpLocks/>
          </p:cNvCxnSpPr>
          <p:nvPr/>
        </p:nvCxnSpPr>
        <p:spPr bwMode="gray">
          <a:xfrm>
            <a:off x="6215108" y="4359439"/>
            <a:ext cx="0" cy="171754"/>
          </a:xfrm>
          <a:prstGeom prst="line">
            <a:avLst/>
          </a:prstGeom>
          <a:ln w="19050">
            <a:solidFill>
              <a:schemeClr val="tx1"/>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764F145-20A4-C03B-95F3-1A7373016023}"/>
              </a:ext>
            </a:extLst>
          </p:cNvPr>
          <p:cNvCxnSpPr>
            <a:cxnSpLocks/>
          </p:cNvCxnSpPr>
          <p:nvPr/>
        </p:nvCxnSpPr>
        <p:spPr bwMode="gray">
          <a:xfrm flipV="1">
            <a:off x="3709340" y="4359439"/>
            <a:ext cx="0" cy="171754"/>
          </a:xfrm>
          <a:prstGeom prst="line">
            <a:avLst/>
          </a:prstGeom>
          <a:ln w="19050">
            <a:solidFill>
              <a:schemeClr val="tx1"/>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8C192BDC-10B5-4A48-4640-338743E13C71}"/>
              </a:ext>
            </a:extLst>
          </p:cNvPr>
          <p:cNvCxnSpPr>
            <a:cxnSpLocks/>
          </p:cNvCxnSpPr>
          <p:nvPr/>
        </p:nvCxnSpPr>
        <p:spPr bwMode="gray">
          <a:xfrm>
            <a:off x="3876875" y="4359439"/>
            <a:ext cx="0" cy="171754"/>
          </a:xfrm>
          <a:prstGeom prst="line">
            <a:avLst/>
          </a:prstGeom>
          <a:ln w="19050">
            <a:solidFill>
              <a:schemeClr val="tx1"/>
            </a:solidFill>
            <a:miter lim="800000"/>
            <a:tailEnd type="triangle" w="lg" len="med"/>
          </a:ln>
        </p:spPr>
        <p:style>
          <a:lnRef idx="1">
            <a:schemeClr val="accent1"/>
          </a:lnRef>
          <a:fillRef idx="0">
            <a:schemeClr val="accent1"/>
          </a:fillRef>
          <a:effectRef idx="0">
            <a:schemeClr val="accent1"/>
          </a:effectRef>
          <a:fontRef idx="minor">
            <a:schemeClr val="tx1"/>
          </a:fontRef>
        </p:style>
      </p:cxnSp>
      <p:grpSp>
        <p:nvGrpSpPr>
          <p:cNvPr id="374" name="Group 373">
            <a:extLst>
              <a:ext uri="{FF2B5EF4-FFF2-40B4-BE49-F238E27FC236}">
                <a16:creationId xmlns:a16="http://schemas.microsoft.com/office/drawing/2014/main" id="{3A989E76-B46B-3A2C-5107-4BB0DEFBD37C}"/>
              </a:ext>
            </a:extLst>
          </p:cNvPr>
          <p:cNvGrpSpPr/>
          <p:nvPr/>
        </p:nvGrpSpPr>
        <p:grpSpPr>
          <a:xfrm>
            <a:off x="3040097" y="5398698"/>
            <a:ext cx="3881336" cy="328955"/>
            <a:chOff x="3175788" y="5699611"/>
            <a:chExt cx="3881336" cy="328955"/>
          </a:xfrm>
        </p:grpSpPr>
        <p:cxnSp>
          <p:nvCxnSpPr>
            <p:cNvPr id="41" name="Straight Connector 40">
              <a:extLst>
                <a:ext uri="{FF2B5EF4-FFF2-40B4-BE49-F238E27FC236}">
                  <a16:creationId xmlns:a16="http://schemas.microsoft.com/office/drawing/2014/main" id="{C3F7B592-D953-D42E-322A-FF4399C72FA7}"/>
                </a:ext>
              </a:extLst>
            </p:cNvPr>
            <p:cNvCxnSpPr>
              <a:cxnSpLocks/>
            </p:cNvCxnSpPr>
            <p:nvPr/>
          </p:nvCxnSpPr>
          <p:spPr bwMode="gray">
            <a:xfrm>
              <a:off x="3180378" y="5852062"/>
              <a:ext cx="0" cy="8801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7E7FCF5-A69B-90DB-DD64-4848AB65F287}"/>
                </a:ext>
              </a:extLst>
            </p:cNvPr>
            <p:cNvCxnSpPr>
              <a:cxnSpLocks/>
            </p:cNvCxnSpPr>
            <p:nvPr/>
          </p:nvCxnSpPr>
          <p:spPr bwMode="gray">
            <a:xfrm>
              <a:off x="5680075" y="5940072"/>
              <a:ext cx="1376201"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BCB9942-6DBC-24A0-EF3F-923B6AD1F7C3}"/>
                </a:ext>
              </a:extLst>
            </p:cNvPr>
            <p:cNvCxnSpPr>
              <a:cxnSpLocks/>
            </p:cNvCxnSpPr>
            <p:nvPr/>
          </p:nvCxnSpPr>
          <p:spPr bwMode="gray">
            <a:xfrm>
              <a:off x="7057124" y="5852062"/>
              <a:ext cx="0" cy="8801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7FFE5B4-F35B-A92D-3E71-4B9FCE54ECFB}"/>
                </a:ext>
              </a:extLst>
            </p:cNvPr>
            <p:cNvCxnSpPr>
              <a:cxnSpLocks/>
            </p:cNvCxnSpPr>
            <p:nvPr/>
          </p:nvCxnSpPr>
          <p:spPr bwMode="gray">
            <a:xfrm>
              <a:off x="3175788" y="5940072"/>
              <a:ext cx="1370812"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5E8F01ED-6C4B-3C63-84F0-05AD26611150}"/>
                </a:ext>
              </a:extLst>
            </p:cNvPr>
            <p:cNvSpPr txBox="1"/>
            <p:nvPr/>
          </p:nvSpPr>
          <p:spPr>
            <a:xfrm>
              <a:off x="4601439" y="5843900"/>
              <a:ext cx="1030034" cy="184666"/>
            </a:xfrm>
            <a:prstGeom prst="rect">
              <a:avLst/>
            </a:prstGeom>
            <a:ln>
              <a:noFill/>
            </a:ln>
          </p:spPr>
          <p:txBody>
            <a:bodyPr wrap="square" lIns="0" tIns="0" rIns="0" bIns="0" rtlCol="0">
              <a:spAutoFit/>
            </a:bodyPr>
            <a:lstStyle/>
            <a:p>
              <a:pPr algn="ctr">
                <a:spcAft>
                  <a:spcPts val="600"/>
                </a:spcAft>
              </a:pPr>
              <a:r>
                <a:rPr lang="en-US" sz="1200" dirty="0">
                  <a:solidFill>
                    <a:schemeClr val="accent2"/>
                  </a:solidFill>
                </a:rPr>
                <a:t>vSAN cluster</a:t>
              </a:r>
            </a:p>
          </p:txBody>
        </p:sp>
        <p:grpSp>
          <p:nvGrpSpPr>
            <p:cNvPr id="371" name="Group 370">
              <a:extLst>
                <a:ext uri="{FF2B5EF4-FFF2-40B4-BE49-F238E27FC236}">
                  <a16:creationId xmlns:a16="http://schemas.microsoft.com/office/drawing/2014/main" id="{A80765CE-080E-B224-0282-EEEDA8A8710A}"/>
                </a:ext>
              </a:extLst>
            </p:cNvPr>
            <p:cNvGrpSpPr/>
            <p:nvPr/>
          </p:nvGrpSpPr>
          <p:grpSpPr>
            <a:xfrm>
              <a:off x="3175788" y="5699611"/>
              <a:ext cx="3881336" cy="113067"/>
              <a:chOff x="3175788" y="5699611"/>
              <a:chExt cx="3881336" cy="113067"/>
            </a:xfrm>
          </p:grpSpPr>
          <p:sp>
            <p:nvSpPr>
              <p:cNvPr id="36" name="Rectangle 35">
                <a:extLst>
                  <a:ext uri="{FF2B5EF4-FFF2-40B4-BE49-F238E27FC236}">
                    <a16:creationId xmlns:a16="http://schemas.microsoft.com/office/drawing/2014/main" id="{5916F955-7CEF-55A6-23AE-6ED354344CEC}"/>
                  </a:ext>
                </a:extLst>
              </p:cNvPr>
              <p:cNvSpPr/>
              <p:nvPr/>
            </p:nvSpPr>
            <p:spPr>
              <a:xfrm>
                <a:off x="3175788" y="5699611"/>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 name="Rectangle 36">
                <a:extLst>
                  <a:ext uri="{FF2B5EF4-FFF2-40B4-BE49-F238E27FC236}">
                    <a16:creationId xmlns:a16="http://schemas.microsoft.com/office/drawing/2014/main" id="{EF861957-400E-2938-2849-2C61DF851292}"/>
                  </a:ext>
                </a:extLst>
              </p:cNvPr>
              <p:cNvSpPr/>
              <p:nvPr/>
            </p:nvSpPr>
            <p:spPr>
              <a:xfrm>
                <a:off x="3739690" y="5699611"/>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8" name="Rectangle 37">
                <a:extLst>
                  <a:ext uri="{FF2B5EF4-FFF2-40B4-BE49-F238E27FC236}">
                    <a16:creationId xmlns:a16="http://schemas.microsoft.com/office/drawing/2014/main" id="{968C003C-1EBE-A4DA-FCB2-61A5CB067CD2}"/>
                  </a:ext>
                </a:extLst>
              </p:cNvPr>
              <p:cNvSpPr/>
              <p:nvPr/>
            </p:nvSpPr>
            <p:spPr>
              <a:xfrm>
                <a:off x="4303592" y="5699611"/>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0" name="Rectangle 39">
                <a:extLst>
                  <a:ext uri="{FF2B5EF4-FFF2-40B4-BE49-F238E27FC236}">
                    <a16:creationId xmlns:a16="http://schemas.microsoft.com/office/drawing/2014/main" id="{2FCC7E72-5B38-F11F-EBF2-356046D59C98}"/>
                  </a:ext>
                </a:extLst>
              </p:cNvPr>
              <p:cNvSpPr/>
              <p:nvPr/>
            </p:nvSpPr>
            <p:spPr>
              <a:xfrm>
                <a:off x="4867494" y="5699611"/>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68" name="Rectangle 367">
                <a:extLst>
                  <a:ext uri="{FF2B5EF4-FFF2-40B4-BE49-F238E27FC236}">
                    <a16:creationId xmlns:a16="http://schemas.microsoft.com/office/drawing/2014/main" id="{0F9A1CB3-9634-3E69-E24B-658575D90207}"/>
                  </a:ext>
                </a:extLst>
              </p:cNvPr>
              <p:cNvSpPr/>
              <p:nvPr/>
            </p:nvSpPr>
            <p:spPr>
              <a:xfrm>
                <a:off x="5431396" y="5699611"/>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69" name="Rectangle 368">
                <a:extLst>
                  <a:ext uri="{FF2B5EF4-FFF2-40B4-BE49-F238E27FC236}">
                    <a16:creationId xmlns:a16="http://schemas.microsoft.com/office/drawing/2014/main" id="{6AB36296-C02F-39A4-2A03-642E15182250}"/>
                  </a:ext>
                </a:extLst>
              </p:cNvPr>
              <p:cNvSpPr/>
              <p:nvPr/>
            </p:nvSpPr>
            <p:spPr>
              <a:xfrm>
                <a:off x="5995298" y="5699611"/>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0" name="Rectangle 369">
                <a:extLst>
                  <a:ext uri="{FF2B5EF4-FFF2-40B4-BE49-F238E27FC236}">
                    <a16:creationId xmlns:a16="http://schemas.microsoft.com/office/drawing/2014/main" id="{74E49CBC-E35D-5367-09A2-3914F5209226}"/>
                  </a:ext>
                </a:extLst>
              </p:cNvPr>
              <p:cNvSpPr/>
              <p:nvPr/>
            </p:nvSpPr>
            <p:spPr>
              <a:xfrm>
                <a:off x="6559201" y="5699611"/>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sp>
        <p:nvSpPr>
          <p:cNvPr id="291" name="Arrow: Pentagon 234">
            <a:extLst>
              <a:ext uri="{FF2B5EF4-FFF2-40B4-BE49-F238E27FC236}">
                <a16:creationId xmlns:a16="http://schemas.microsoft.com/office/drawing/2014/main" id="{6238BA0D-C8BC-5163-A263-C339983A144B}"/>
              </a:ext>
            </a:extLst>
          </p:cNvPr>
          <p:cNvSpPr/>
          <p:nvPr/>
        </p:nvSpPr>
        <p:spPr>
          <a:xfrm rot="16200000">
            <a:off x="6053469" y="799718"/>
            <a:ext cx="466591" cy="2458182"/>
          </a:xfrm>
          <a:prstGeom prst="homePlate">
            <a:avLst>
              <a:gd name="adj" fmla="val 0"/>
            </a:avLst>
          </a:prstGeom>
          <a:gradFill>
            <a:gsLst>
              <a:gs pos="0">
                <a:schemeClr val="accent4">
                  <a:alpha val="0"/>
                </a:schemeClr>
              </a:gs>
              <a:gs pos="100000">
                <a:schemeClr val="accent4">
                  <a:alpha val="3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943" tIns="16472" rIns="32943" bIns="16472" numCol="1" spcCol="0" rtlCol="0" fromWordArt="0" anchor="ctr" anchorCtr="0" forceAA="0" compatLnSpc="1">
            <a:prstTxWarp prst="textNoShape">
              <a:avLst/>
            </a:prstTxWarp>
            <a:noAutofit/>
          </a:bodyPr>
          <a:lstStyle/>
          <a:p>
            <a:pPr marL="0" marR="0" lvl="0" indent="0" algn="ctr" defTabSz="914171" rtl="0" eaLnBrk="1" fontAlgn="auto" latinLnBrk="0" hangingPunct="1">
              <a:lnSpc>
                <a:spcPct val="100000"/>
              </a:lnSpc>
              <a:spcBef>
                <a:spcPts val="0"/>
              </a:spcBef>
              <a:spcAft>
                <a:spcPts val="216"/>
              </a:spcAft>
              <a:buClrTx/>
              <a:buSzTx/>
              <a:buFontTx/>
              <a:buNone/>
              <a:tabLst/>
              <a:defRPr/>
            </a:pPr>
            <a:endParaRPr kumimoji="0" lang="en-US" sz="1153" b="0" i="0" u="none" strike="noStrike" kern="1200" cap="none" spc="0" normalizeH="0" baseline="0" noProof="0" dirty="0">
              <a:ln>
                <a:noFill/>
              </a:ln>
              <a:solidFill>
                <a:srgbClr val="002142"/>
              </a:solidFill>
              <a:effectLst/>
              <a:uLnTx/>
              <a:uFillTx/>
              <a:latin typeface="Arial" panose="020B0604020202020204" pitchFamily="34" charset="0"/>
              <a:ea typeface="+mn-ea"/>
              <a:cs typeface="+mn-cs"/>
            </a:endParaRPr>
          </a:p>
        </p:txBody>
      </p:sp>
      <p:sp>
        <p:nvSpPr>
          <p:cNvPr id="400" name="Arrow: Pentagon 234">
            <a:extLst>
              <a:ext uri="{FF2B5EF4-FFF2-40B4-BE49-F238E27FC236}">
                <a16:creationId xmlns:a16="http://schemas.microsoft.com/office/drawing/2014/main" id="{72A10073-2EB3-4F5C-C2AD-6A59CB7EE529}"/>
              </a:ext>
            </a:extLst>
          </p:cNvPr>
          <p:cNvSpPr/>
          <p:nvPr/>
        </p:nvSpPr>
        <p:spPr>
          <a:xfrm rot="16200000">
            <a:off x="3467298" y="799718"/>
            <a:ext cx="466592" cy="2458182"/>
          </a:xfrm>
          <a:prstGeom prst="homePlate">
            <a:avLst>
              <a:gd name="adj" fmla="val 0"/>
            </a:avLst>
          </a:prstGeom>
          <a:gradFill>
            <a:gsLst>
              <a:gs pos="0">
                <a:schemeClr val="accent4">
                  <a:alpha val="0"/>
                </a:schemeClr>
              </a:gs>
              <a:gs pos="100000">
                <a:schemeClr val="accent4">
                  <a:alpha val="3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943" tIns="16472" rIns="32943" bIns="16472" numCol="1" spcCol="0" rtlCol="0" fromWordArt="0" anchor="ctr" anchorCtr="0" forceAA="0" compatLnSpc="1">
            <a:prstTxWarp prst="textNoShape">
              <a:avLst/>
            </a:prstTxWarp>
            <a:noAutofit/>
          </a:bodyPr>
          <a:lstStyle/>
          <a:p>
            <a:pPr marL="0" marR="0" lvl="0" indent="0" algn="ctr" defTabSz="914171" rtl="0" eaLnBrk="1" fontAlgn="auto" latinLnBrk="0" hangingPunct="1">
              <a:lnSpc>
                <a:spcPct val="100000"/>
              </a:lnSpc>
              <a:spcBef>
                <a:spcPts val="0"/>
              </a:spcBef>
              <a:spcAft>
                <a:spcPts val="216"/>
              </a:spcAft>
              <a:buClrTx/>
              <a:buSzTx/>
              <a:buFontTx/>
              <a:buNone/>
              <a:tabLst/>
              <a:defRPr/>
            </a:pPr>
            <a:endParaRPr kumimoji="0" lang="en-US" sz="1153" b="0" i="0" u="none" strike="noStrike" kern="1200" cap="none" spc="0" normalizeH="0" baseline="0" noProof="0" dirty="0">
              <a:ln>
                <a:noFill/>
              </a:ln>
              <a:solidFill>
                <a:srgbClr val="002142"/>
              </a:solidFill>
              <a:effectLst/>
              <a:uLnTx/>
              <a:uFillTx/>
              <a:latin typeface="Arial" panose="020B0604020202020204" pitchFamily="34" charset="0"/>
              <a:ea typeface="+mn-ea"/>
              <a:cs typeface="+mn-cs"/>
            </a:endParaRPr>
          </a:p>
        </p:txBody>
      </p:sp>
      <p:sp>
        <p:nvSpPr>
          <p:cNvPr id="401" name="TextBox 400">
            <a:extLst>
              <a:ext uri="{FF2B5EF4-FFF2-40B4-BE49-F238E27FC236}">
                <a16:creationId xmlns:a16="http://schemas.microsoft.com/office/drawing/2014/main" id="{2E95C1F2-AE12-CCB8-DF64-2FA8EA977D0E}"/>
              </a:ext>
            </a:extLst>
          </p:cNvPr>
          <p:cNvSpPr txBox="1"/>
          <p:nvPr/>
        </p:nvSpPr>
        <p:spPr>
          <a:xfrm>
            <a:off x="3078393" y="1853720"/>
            <a:ext cx="1244401" cy="184666"/>
          </a:xfrm>
          <a:prstGeom prst="rect">
            <a:avLst/>
          </a:prstGeom>
          <a:noFill/>
        </p:spPr>
        <p:txBody>
          <a:bodyPr wrap="square" lIns="0" tIns="0" rIns="0" bIns="0" rtlCol="0">
            <a:spAutoFit/>
          </a:bodyPr>
          <a:lstStyle/>
          <a:p>
            <a:pPr algn="ctr"/>
            <a:r>
              <a:rPr lang="en-US" sz="1200" dirty="0"/>
              <a:t>Tenant #1</a:t>
            </a:r>
          </a:p>
        </p:txBody>
      </p:sp>
      <p:sp>
        <p:nvSpPr>
          <p:cNvPr id="397" name="TextBox 396">
            <a:extLst>
              <a:ext uri="{FF2B5EF4-FFF2-40B4-BE49-F238E27FC236}">
                <a16:creationId xmlns:a16="http://schemas.microsoft.com/office/drawing/2014/main" id="{0E1ADE87-9EC9-1AD6-3B6E-E43EDEB3B1B2}"/>
              </a:ext>
            </a:extLst>
          </p:cNvPr>
          <p:cNvSpPr txBox="1"/>
          <p:nvPr/>
        </p:nvSpPr>
        <p:spPr>
          <a:xfrm>
            <a:off x="5664564" y="1853720"/>
            <a:ext cx="1244401" cy="184666"/>
          </a:xfrm>
          <a:prstGeom prst="rect">
            <a:avLst/>
          </a:prstGeom>
          <a:noFill/>
        </p:spPr>
        <p:txBody>
          <a:bodyPr wrap="square" lIns="0" tIns="0" rIns="0" bIns="0" rtlCol="0">
            <a:spAutoFit/>
          </a:bodyPr>
          <a:lstStyle/>
          <a:p>
            <a:pPr algn="ctr"/>
            <a:r>
              <a:rPr lang="en-US" sz="1200" dirty="0"/>
              <a:t>Tenant #2</a:t>
            </a:r>
          </a:p>
        </p:txBody>
      </p:sp>
      <p:sp>
        <p:nvSpPr>
          <p:cNvPr id="412" name="TextBox 411">
            <a:extLst>
              <a:ext uri="{FF2B5EF4-FFF2-40B4-BE49-F238E27FC236}">
                <a16:creationId xmlns:a16="http://schemas.microsoft.com/office/drawing/2014/main" id="{EC391BF2-92AB-4D66-B125-C2737FBE9CE1}"/>
              </a:ext>
            </a:extLst>
          </p:cNvPr>
          <p:cNvSpPr txBox="1"/>
          <p:nvPr/>
        </p:nvSpPr>
        <p:spPr>
          <a:xfrm>
            <a:off x="2633335" y="3590017"/>
            <a:ext cx="830837" cy="183329"/>
          </a:xfrm>
          <a:prstGeom prst="rect">
            <a:avLst/>
          </a:prstGeom>
        </p:spPr>
        <p:txBody>
          <a:bodyPr wrap="square" lIns="0" tIns="0" rIns="0" bIns="0" rtlCol="0">
            <a:spAutoFit/>
          </a:bodyPr>
          <a:lstStyle/>
          <a:p>
            <a:pPr algn="ctr">
              <a:spcAft>
                <a:spcPts val="600"/>
              </a:spcAft>
            </a:pPr>
            <a:r>
              <a:rPr lang="en-US" sz="1200" dirty="0">
                <a:solidFill>
                  <a:schemeClr val="accent2"/>
                </a:solidFill>
              </a:rPr>
              <a:t>S3 buckets</a:t>
            </a:r>
          </a:p>
        </p:txBody>
      </p:sp>
      <p:sp>
        <p:nvSpPr>
          <p:cNvPr id="413" name="TextBox 412">
            <a:extLst>
              <a:ext uri="{FF2B5EF4-FFF2-40B4-BE49-F238E27FC236}">
                <a16:creationId xmlns:a16="http://schemas.microsoft.com/office/drawing/2014/main" id="{F806406A-B289-C25A-4050-38CDA57800CB}"/>
              </a:ext>
            </a:extLst>
          </p:cNvPr>
          <p:cNvSpPr txBox="1"/>
          <p:nvPr/>
        </p:nvSpPr>
        <p:spPr>
          <a:xfrm>
            <a:off x="3937009" y="3590017"/>
            <a:ext cx="830837" cy="183329"/>
          </a:xfrm>
          <a:prstGeom prst="rect">
            <a:avLst/>
          </a:prstGeom>
        </p:spPr>
        <p:txBody>
          <a:bodyPr wrap="square" lIns="0" tIns="0" rIns="0" bIns="0" rtlCol="0">
            <a:spAutoFit/>
          </a:bodyPr>
          <a:lstStyle/>
          <a:p>
            <a:pPr algn="ctr">
              <a:spcAft>
                <a:spcPts val="600"/>
              </a:spcAft>
            </a:pPr>
            <a:r>
              <a:rPr lang="en-US" sz="1200" dirty="0">
                <a:solidFill>
                  <a:schemeClr val="accent2"/>
                </a:solidFill>
              </a:rPr>
              <a:t>S3 buckets</a:t>
            </a:r>
          </a:p>
        </p:txBody>
      </p:sp>
      <p:sp>
        <p:nvSpPr>
          <p:cNvPr id="414" name="TextBox 413">
            <a:extLst>
              <a:ext uri="{FF2B5EF4-FFF2-40B4-BE49-F238E27FC236}">
                <a16:creationId xmlns:a16="http://schemas.microsoft.com/office/drawing/2014/main" id="{0AA5B6FE-FABB-BBE4-34ED-CF3DD313D0EE}"/>
              </a:ext>
            </a:extLst>
          </p:cNvPr>
          <p:cNvSpPr txBox="1"/>
          <p:nvPr/>
        </p:nvSpPr>
        <p:spPr>
          <a:xfrm>
            <a:off x="5219513" y="3590017"/>
            <a:ext cx="830837" cy="183329"/>
          </a:xfrm>
          <a:prstGeom prst="rect">
            <a:avLst/>
          </a:prstGeom>
        </p:spPr>
        <p:txBody>
          <a:bodyPr wrap="square" lIns="0" tIns="0" rIns="0" bIns="0" rtlCol="0">
            <a:spAutoFit/>
          </a:bodyPr>
          <a:lstStyle/>
          <a:p>
            <a:pPr algn="ctr">
              <a:spcAft>
                <a:spcPts val="600"/>
              </a:spcAft>
            </a:pPr>
            <a:r>
              <a:rPr lang="en-US" sz="1200" dirty="0">
                <a:solidFill>
                  <a:schemeClr val="accent2"/>
                </a:solidFill>
              </a:rPr>
              <a:t>S3 buckets</a:t>
            </a:r>
          </a:p>
        </p:txBody>
      </p:sp>
      <p:sp>
        <p:nvSpPr>
          <p:cNvPr id="415" name="TextBox 414">
            <a:extLst>
              <a:ext uri="{FF2B5EF4-FFF2-40B4-BE49-F238E27FC236}">
                <a16:creationId xmlns:a16="http://schemas.microsoft.com/office/drawing/2014/main" id="{1D437AA1-7AED-5998-CFAE-DFE0E8211237}"/>
              </a:ext>
            </a:extLst>
          </p:cNvPr>
          <p:cNvSpPr txBox="1"/>
          <p:nvPr/>
        </p:nvSpPr>
        <p:spPr>
          <a:xfrm>
            <a:off x="6523187" y="3590017"/>
            <a:ext cx="830837" cy="183329"/>
          </a:xfrm>
          <a:prstGeom prst="rect">
            <a:avLst/>
          </a:prstGeom>
        </p:spPr>
        <p:txBody>
          <a:bodyPr wrap="square" lIns="0" tIns="0" rIns="0" bIns="0" rtlCol="0">
            <a:spAutoFit/>
          </a:bodyPr>
          <a:lstStyle/>
          <a:p>
            <a:pPr algn="ctr">
              <a:spcAft>
                <a:spcPts val="600"/>
              </a:spcAft>
            </a:pPr>
            <a:r>
              <a:rPr lang="en-US" sz="1200" dirty="0">
                <a:solidFill>
                  <a:schemeClr val="accent2"/>
                </a:solidFill>
              </a:rPr>
              <a:t>S3 buckets</a:t>
            </a:r>
          </a:p>
        </p:txBody>
      </p:sp>
      <p:cxnSp>
        <p:nvCxnSpPr>
          <p:cNvPr id="424" name="Straight Connector 423">
            <a:extLst>
              <a:ext uri="{FF2B5EF4-FFF2-40B4-BE49-F238E27FC236}">
                <a16:creationId xmlns:a16="http://schemas.microsoft.com/office/drawing/2014/main" id="{EF1C979F-74F4-BBA6-5061-62649594F938}"/>
              </a:ext>
            </a:extLst>
          </p:cNvPr>
          <p:cNvCxnSpPr>
            <a:cxnSpLocks/>
          </p:cNvCxnSpPr>
          <p:nvPr/>
        </p:nvCxnSpPr>
        <p:spPr bwMode="gray">
          <a:xfrm>
            <a:off x="1884669" y="5111415"/>
            <a:ext cx="376809" cy="0"/>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27" name="Straight Connector 426">
            <a:extLst>
              <a:ext uri="{FF2B5EF4-FFF2-40B4-BE49-F238E27FC236}">
                <a16:creationId xmlns:a16="http://schemas.microsoft.com/office/drawing/2014/main" id="{BE035BD9-666F-F39D-78FF-9D607D1DA28B}"/>
              </a:ext>
            </a:extLst>
          </p:cNvPr>
          <p:cNvCxnSpPr>
            <a:cxnSpLocks/>
          </p:cNvCxnSpPr>
          <p:nvPr/>
        </p:nvCxnSpPr>
        <p:spPr bwMode="gray">
          <a:xfrm>
            <a:off x="1884669" y="3288582"/>
            <a:ext cx="376809" cy="0"/>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pic>
        <p:nvPicPr>
          <p:cNvPr id="430" name="Graphic 429">
            <a:extLst>
              <a:ext uri="{FF2B5EF4-FFF2-40B4-BE49-F238E27FC236}">
                <a16:creationId xmlns:a16="http://schemas.microsoft.com/office/drawing/2014/main" id="{D0AB491F-92C7-B568-64DF-101D0A675100}"/>
              </a:ext>
            </a:extLst>
          </p:cNvPr>
          <p:cNvPicPr>
            <a:picLocks noChangeAspect="1"/>
          </p:cNvPicPr>
          <p:nvPr/>
        </p:nvPicPr>
        <p:blipFill>
          <a:blip r:embed="rId5">
            <a:extLst>
              <a:ext uri="{96DAC541-7B7A-43D3-8B79-37D633B846F1}">
                <asvg:svgBlip xmlns:asvg="http://schemas.microsoft.com/office/drawing/2016/SVG/main" r:embed="rId9"/>
              </a:ext>
            </a:extLst>
          </a:blip>
          <a:stretch>
            <a:fillRect/>
          </a:stretch>
        </p:blipFill>
        <p:spPr>
          <a:xfrm>
            <a:off x="1381557" y="3055529"/>
            <a:ext cx="342834" cy="398807"/>
          </a:xfrm>
          <a:prstGeom prst="rect">
            <a:avLst/>
          </a:prstGeom>
        </p:spPr>
      </p:pic>
      <p:sp>
        <p:nvSpPr>
          <p:cNvPr id="431" name="TextBox 430">
            <a:extLst>
              <a:ext uri="{FF2B5EF4-FFF2-40B4-BE49-F238E27FC236}">
                <a16:creationId xmlns:a16="http://schemas.microsoft.com/office/drawing/2014/main" id="{4150415C-A44D-A9A2-0DEB-F5FAA12B6E34}"/>
              </a:ext>
            </a:extLst>
          </p:cNvPr>
          <p:cNvSpPr txBox="1"/>
          <p:nvPr/>
        </p:nvSpPr>
        <p:spPr>
          <a:xfrm>
            <a:off x="982111" y="3485074"/>
            <a:ext cx="1141726" cy="338554"/>
          </a:xfrm>
          <a:prstGeom prst="rect">
            <a:avLst/>
          </a:prstGeom>
          <a:noFill/>
        </p:spPr>
        <p:txBody>
          <a:bodyPr wrap="square" lIns="0" tIns="0" rIns="0" bIns="0" rtlCol="0">
            <a:spAutoFit/>
          </a:bodyPr>
          <a:lstStyle/>
          <a:p>
            <a:pPr algn="ctr"/>
            <a:r>
              <a:rPr lang="en-US" sz="1200" dirty="0"/>
              <a:t>Tenant Admin</a:t>
            </a:r>
            <a:br>
              <a:rPr lang="en-US" sz="1200" dirty="0"/>
            </a:br>
            <a:r>
              <a:rPr lang="en-US" sz="1000" dirty="0">
                <a:solidFill>
                  <a:schemeClr val="accent2"/>
                </a:solidFill>
              </a:rPr>
              <a:t>VCF Automation</a:t>
            </a:r>
          </a:p>
        </p:txBody>
      </p:sp>
      <p:pic>
        <p:nvPicPr>
          <p:cNvPr id="444" name="Graphic 443">
            <a:extLst>
              <a:ext uri="{FF2B5EF4-FFF2-40B4-BE49-F238E27FC236}">
                <a16:creationId xmlns:a16="http://schemas.microsoft.com/office/drawing/2014/main" id="{DC487BF4-6D23-2727-BAA2-15C5A2BCDE7F}"/>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353119" y="5646460"/>
            <a:ext cx="399710" cy="399710"/>
          </a:xfrm>
          <a:prstGeom prst="rect">
            <a:avLst/>
          </a:prstGeom>
        </p:spPr>
      </p:pic>
      <p:sp>
        <p:nvSpPr>
          <p:cNvPr id="6" name="TextBox 5">
            <a:extLst>
              <a:ext uri="{FF2B5EF4-FFF2-40B4-BE49-F238E27FC236}">
                <a16:creationId xmlns:a16="http://schemas.microsoft.com/office/drawing/2014/main" id="{61E1ECB1-117B-3810-089C-10074019FBBE}"/>
              </a:ext>
            </a:extLst>
          </p:cNvPr>
          <p:cNvSpPr txBox="1"/>
          <p:nvPr/>
        </p:nvSpPr>
        <p:spPr>
          <a:xfrm>
            <a:off x="3971543" y="4691907"/>
            <a:ext cx="665617" cy="184666"/>
          </a:xfrm>
          <a:prstGeom prst="rect">
            <a:avLst/>
          </a:prstGeom>
        </p:spPr>
        <p:txBody>
          <a:bodyPr wrap="square" lIns="0" tIns="0" rIns="0" bIns="0" rtlCol="0">
            <a:spAutoFit/>
          </a:bodyPr>
          <a:lstStyle/>
          <a:p>
            <a:pPr algn="ctr">
              <a:spcAft>
                <a:spcPts val="600"/>
              </a:spcAft>
            </a:pPr>
            <a:r>
              <a:rPr lang="en-US" sz="1200" dirty="0">
                <a:solidFill>
                  <a:schemeClr val="accent2"/>
                </a:solidFill>
              </a:rPr>
              <a:t>Block </a:t>
            </a:r>
          </a:p>
        </p:txBody>
      </p:sp>
      <p:sp>
        <p:nvSpPr>
          <p:cNvPr id="7" name="TextBox 6">
            <a:extLst>
              <a:ext uri="{FF2B5EF4-FFF2-40B4-BE49-F238E27FC236}">
                <a16:creationId xmlns:a16="http://schemas.microsoft.com/office/drawing/2014/main" id="{81FC1599-88B7-9222-D050-82AECF13C12E}"/>
              </a:ext>
            </a:extLst>
          </p:cNvPr>
          <p:cNvSpPr txBox="1"/>
          <p:nvPr/>
        </p:nvSpPr>
        <p:spPr>
          <a:xfrm>
            <a:off x="4733813" y="4691907"/>
            <a:ext cx="665617" cy="184666"/>
          </a:xfrm>
          <a:prstGeom prst="rect">
            <a:avLst/>
          </a:prstGeom>
        </p:spPr>
        <p:txBody>
          <a:bodyPr wrap="square" lIns="0" tIns="0" rIns="0" bIns="0" rtlCol="0">
            <a:spAutoFit/>
          </a:bodyPr>
          <a:lstStyle/>
          <a:p>
            <a:pPr algn="ctr">
              <a:spcAft>
                <a:spcPts val="600"/>
              </a:spcAft>
            </a:pPr>
            <a:r>
              <a:rPr lang="en-US" sz="1200" dirty="0">
                <a:solidFill>
                  <a:schemeClr val="accent2"/>
                </a:solidFill>
              </a:rPr>
              <a:t>File</a:t>
            </a:r>
          </a:p>
        </p:txBody>
      </p:sp>
      <p:sp>
        <p:nvSpPr>
          <p:cNvPr id="8" name="TextBox 7">
            <a:extLst>
              <a:ext uri="{FF2B5EF4-FFF2-40B4-BE49-F238E27FC236}">
                <a16:creationId xmlns:a16="http://schemas.microsoft.com/office/drawing/2014/main" id="{935F935C-A617-2C03-FBB0-CC9AAC068150}"/>
              </a:ext>
            </a:extLst>
          </p:cNvPr>
          <p:cNvSpPr txBox="1"/>
          <p:nvPr/>
        </p:nvSpPr>
        <p:spPr>
          <a:xfrm>
            <a:off x="5428795" y="4691907"/>
            <a:ext cx="665617" cy="184666"/>
          </a:xfrm>
          <a:prstGeom prst="rect">
            <a:avLst/>
          </a:prstGeom>
        </p:spPr>
        <p:txBody>
          <a:bodyPr wrap="square" lIns="0" tIns="0" rIns="0" bIns="0" rtlCol="0">
            <a:spAutoFit/>
          </a:bodyPr>
          <a:lstStyle/>
          <a:p>
            <a:pPr algn="ctr">
              <a:spcAft>
                <a:spcPts val="600"/>
              </a:spcAft>
            </a:pPr>
            <a:r>
              <a:rPr lang="en-US" sz="1200" dirty="0">
                <a:solidFill>
                  <a:schemeClr val="accent2"/>
                </a:solidFill>
              </a:rPr>
              <a:t>S3</a:t>
            </a:r>
          </a:p>
        </p:txBody>
      </p:sp>
      <p:sp>
        <p:nvSpPr>
          <p:cNvPr id="11" name="TextBox 10">
            <a:extLst>
              <a:ext uri="{FF2B5EF4-FFF2-40B4-BE49-F238E27FC236}">
                <a16:creationId xmlns:a16="http://schemas.microsoft.com/office/drawing/2014/main" id="{66C9D4D0-16D2-8F0E-3E58-35C4510653A3}"/>
              </a:ext>
            </a:extLst>
          </p:cNvPr>
          <p:cNvSpPr txBox="1"/>
          <p:nvPr/>
        </p:nvSpPr>
        <p:spPr>
          <a:xfrm>
            <a:off x="4604599" y="4691907"/>
            <a:ext cx="233936" cy="184666"/>
          </a:xfrm>
          <a:prstGeom prst="rect">
            <a:avLst/>
          </a:prstGeom>
        </p:spPr>
        <p:txBody>
          <a:bodyPr wrap="square" lIns="0" tIns="0" rIns="0" bIns="0" rtlCol="0">
            <a:spAutoFit/>
          </a:bodyPr>
          <a:lstStyle/>
          <a:p>
            <a:pPr algn="ctr">
              <a:spcAft>
                <a:spcPts val="600"/>
              </a:spcAft>
            </a:pPr>
            <a:r>
              <a:rPr lang="en-US" sz="1200" dirty="0">
                <a:solidFill>
                  <a:schemeClr val="accent2"/>
                </a:solidFill>
              </a:rPr>
              <a:t>/</a:t>
            </a:r>
          </a:p>
        </p:txBody>
      </p:sp>
      <p:sp>
        <p:nvSpPr>
          <p:cNvPr id="12" name="TextBox 11">
            <a:extLst>
              <a:ext uri="{FF2B5EF4-FFF2-40B4-BE49-F238E27FC236}">
                <a16:creationId xmlns:a16="http://schemas.microsoft.com/office/drawing/2014/main" id="{13BDE3F7-4C30-BDC3-735E-1E307803CA47}"/>
              </a:ext>
            </a:extLst>
          </p:cNvPr>
          <p:cNvSpPr txBox="1"/>
          <p:nvPr/>
        </p:nvSpPr>
        <p:spPr>
          <a:xfrm>
            <a:off x="5327857" y="4691907"/>
            <a:ext cx="233936" cy="184666"/>
          </a:xfrm>
          <a:prstGeom prst="rect">
            <a:avLst/>
          </a:prstGeom>
        </p:spPr>
        <p:txBody>
          <a:bodyPr wrap="square" lIns="0" tIns="0" rIns="0" bIns="0" rtlCol="0">
            <a:spAutoFit/>
          </a:bodyPr>
          <a:lstStyle/>
          <a:p>
            <a:pPr algn="ctr">
              <a:spcAft>
                <a:spcPts val="600"/>
              </a:spcAft>
            </a:pPr>
            <a:r>
              <a:rPr lang="en-US" sz="1200" dirty="0">
                <a:solidFill>
                  <a:schemeClr val="accent2"/>
                </a:solidFill>
              </a:rPr>
              <a:t>/</a:t>
            </a:r>
          </a:p>
        </p:txBody>
      </p:sp>
    </p:spTree>
    <p:extLst>
      <p:ext uri="{BB962C8B-B14F-4D97-AF65-F5344CB8AC3E}">
        <p14:creationId xmlns:p14="http://schemas.microsoft.com/office/powerpoint/2010/main" val="17610542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445"/>
                                        </p:tgtEl>
                                        <p:attrNameLst>
                                          <p:attrName>style.visibility</p:attrName>
                                        </p:attrNameLst>
                                      </p:cBhvr>
                                      <p:to>
                                        <p:strVal val="visible"/>
                                      </p:to>
                                    </p:set>
                                    <p:animEffect transition="in" filter="fade">
                                      <p:cBhvr>
                                        <p:cTn id="7" dur="500"/>
                                        <p:tgtEl>
                                          <p:spTgt spid="445"/>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374"/>
                                        </p:tgtEl>
                                        <p:attrNameLst>
                                          <p:attrName>style.visibility</p:attrName>
                                        </p:attrNameLst>
                                      </p:cBhvr>
                                      <p:to>
                                        <p:strVal val="visible"/>
                                      </p:to>
                                    </p:set>
                                    <p:animEffect transition="in" filter="fade">
                                      <p:cBhvr>
                                        <p:cTn id="11" dur="500"/>
                                        <p:tgtEl>
                                          <p:spTgt spid="374"/>
                                        </p:tgtEl>
                                      </p:cBhvr>
                                    </p:animEffect>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90"/>
                                        </p:tgtEl>
                                        <p:attrNameLst>
                                          <p:attrName>style.visibility</p:attrName>
                                        </p:attrNameLst>
                                      </p:cBhvr>
                                      <p:to>
                                        <p:strVal val="visible"/>
                                      </p:to>
                                    </p:set>
                                    <p:animEffect transition="in" filter="fade">
                                      <p:cBhvr>
                                        <p:cTn id="15" dur="500"/>
                                        <p:tgtEl>
                                          <p:spTgt spid="90"/>
                                        </p:tgtEl>
                                      </p:cBhvr>
                                    </p:animEffect>
                                  </p:childTnLst>
                                </p:cTn>
                              </p:par>
                            </p:childTnLst>
                          </p:cTn>
                        </p:par>
                        <p:par>
                          <p:cTn id="16" fill="hold">
                            <p:stCondLst>
                              <p:cond delay="2000"/>
                            </p:stCondLst>
                            <p:childTnLst>
                              <p:par>
                                <p:cTn id="17" presetID="10"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childTnLst>
                          </p:cTn>
                        </p:par>
                        <p:par>
                          <p:cTn id="26" fill="hold">
                            <p:stCondLst>
                              <p:cond delay="2500"/>
                            </p:stCondLst>
                            <p:childTnLst>
                              <p:par>
                                <p:cTn id="27" presetID="10" presetClass="entr" presetSubtype="0" fill="hold" grpId="0" nodeType="afterEffect">
                                  <p:stCondLst>
                                    <p:cond delay="0"/>
                                  </p:stCondLst>
                                  <p:iterate type="wd">
                                    <p:tmPct val="0"/>
                                  </p:iterate>
                                  <p:childTnLst>
                                    <p:set>
                                      <p:cBhvr>
                                        <p:cTn id="28" dur="1" fill="hold">
                                          <p:stCondLst>
                                            <p:cond delay="0"/>
                                          </p:stCondLst>
                                        </p:cTn>
                                        <p:tgtEl>
                                          <p:spTgt spid="8"/>
                                        </p:tgtEl>
                                        <p:attrNameLst>
                                          <p:attrName>style.visibility</p:attrName>
                                        </p:attrNameLst>
                                      </p:cBhvr>
                                      <p:to>
                                        <p:strVal val="visible"/>
                                      </p:to>
                                    </p:set>
                                    <p:animEffect transition="in" filter="fade">
                                      <p:cBhvr>
                                        <p:cTn id="29" dur="500"/>
                                        <p:tgtEl>
                                          <p:spTgt spid="8"/>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par>
                          <p:cTn id="33" fill="hold">
                            <p:stCondLst>
                              <p:cond delay="3000"/>
                            </p:stCondLst>
                            <p:childTnLst>
                              <p:par>
                                <p:cTn id="34" presetID="26" presetClass="emph" presetSubtype="0" repeatCount="2000" fill="hold" grpId="1" nodeType="afterEffect">
                                  <p:stCondLst>
                                    <p:cond delay="500"/>
                                  </p:stCondLst>
                                  <p:iterate type="wd">
                                    <p:tmPct val="0"/>
                                  </p:iterate>
                                  <p:childTnLst>
                                    <p:animEffect transition="out" filter="fade">
                                      <p:cBhvr>
                                        <p:cTn id="35" dur="500" tmFilter="0, 0; .2, .5; .8, .5; 1, 0"/>
                                        <p:tgtEl>
                                          <p:spTgt spid="8"/>
                                        </p:tgtEl>
                                      </p:cBhvr>
                                    </p:animEffect>
                                    <p:animScale>
                                      <p:cBhvr>
                                        <p:cTn id="36" dur="250" autoRev="1" fill="hold"/>
                                        <p:tgtEl>
                                          <p:spTgt spid="8"/>
                                        </p:tgtEl>
                                      </p:cBhvr>
                                      <p:by x="105000" y="105000"/>
                                    </p:animScale>
                                  </p:childTnLst>
                                </p:cTn>
                              </p:par>
                            </p:childTnLst>
                          </p:cTn>
                        </p:par>
                        <p:par>
                          <p:cTn id="37" fill="hold">
                            <p:stCondLst>
                              <p:cond delay="4500"/>
                            </p:stCondLst>
                            <p:childTnLst>
                              <p:par>
                                <p:cTn id="38" presetID="10" presetClass="entr" presetSubtype="0" fill="hold" grpId="0" nodeType="after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500"/>
                                        <p:tgtEl>
                                          <p:spTgt spid="20"/>
                                        </p:tgtEl>
                                      </p:cBhvr>
                                    </p:animEffect>
                                  </p:childTnLst>
                                </p:cTn>
                              </p:par>
                              <p:par>
                                <p:cTn id="41" presetID="22" presetClass="entr" presetSubtype="1" fill="hold" grpId="0" nodeType="withEffect">
                                  <p:stCondLst>
                                    <p:cond delay="0"/>
                                  </p:stCondLst>
                                  <p:childTnLst>
                                    <p:set>
                                      <p:cBhvr>
                                        <p:cTn id="42" dur="1" fill="hold">
                                          <p:stCondLst>
                                            <p:cond delay="0"/>
                                          </p:stCondLst>
                                        </p:cTn>
                                        <p:tgtEl>
                                          <p:spTgt spid="400"/>
                                        </p:tgtEl>
                                        <p:attrNameLst>
                                          <p:attrName>style.visibility</p:attrName>
                                        </p:attrNameLst>
                                      </p:cBhvr>
                                      <p:to>
                                        <p:strVal val="visible"/>
                                      </p:to>
                                    </p:set>
                                    <p:animEffect transition="in" filter="wipe(up)">
                                      <p:cBhvr>
                                        <p:cTn id="43" dur="500"/>
                                        <p:tgtEl>
                                          <p:spTgt spid="400"/>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401"/>
                                        </p:tgtEl>
                                        <p:attrNameLst>
                                          <p:attrName>style.visibility</p:attrName>
                                        </p:attrNameLst>
                                      </p:cBhvr>
                                      <p:to>
                                        <p:strVal val="visible"/>
                                      </p:to>
                                    </p:set>
                                    <p:animEffect transition="in" filter="fade">
                                      <p:cBhvr>
                                        <p:cTn id="46" dur="500"/>
                                        <p:tgtEl>
                                          <p:spTgt spid="401"/>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94"/>
                                        </p:tgtEl>
                                        <p:attrNameLst>
                                          <p:attrName>style.visibility</p:attrName>
                                        </p:attrNameLst>
                                      </p:cBhvr>
                                      <p:to>
                                        <p:strVal val="visible"/>
                                      </p:to>
                                    </p:set>
                                    <p:animEffect transition="in" filter="fade">
                                      <p:cBhvr>
                                        <p:cTn id="50" dur="500"/>
                                        <p:tgtEl>
                                          <p:spTgt spid="9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93"/>
                                        </p:tgtEl>
                                        <p:attrNameLst>
                                          <p:attrName>style.visibility</p:attrName>
                                        </p:attrNameLst>
                                      </p:cBhvr>
                                      <p:to>
                                        <p:strVal val="visible"/>
                                      </p:to>
                                    </p:set>
                                    <p:animEffect transition="in" filter="fade">
                                      <p:cBhvr>
                                        <p:cTn id="53" dur="500"/>
                                        <p:tgtEl>
                                          <p:spTgt spid="93"/>
                                        </p:tgtEl>
                                      </p:cBhvr>
                                    </p:animEffect>
                                  </p:childTnLst>
                                </p:cTn>
                              </p:par>
                            </p:childTnLst>
                          </p:cTn>
                        </p:par>
                        <p:par>
                          <p:cTn id="54" fill="hold">
                            <p:stCondLst>
                              <p:cond delay="5500"/>
                            </p:stCondLst>
                            <p:childTnLst>
                              <p:par>
                                <p:cTn id="55" presetID="10" presetClass="entr" presetSubtype="0" fill="hold" nodeType="afterEffect">
                                  <p:stCondLst>
                                    <p:cond delay="0"/>
                                  </p:stCondLst>
                                  <p:childTnLst>
                                    <p:set>
                                      <p:cBhvr>
                                        <p:cTn id="56" dur="1" fill="hold">
                                          <p:stCondLst>
                                            <p:cond delay="0"/>
                                          </p:stCondLst>
                                        </p:cTn>
                                        <p:tgtEl>
                                          <p:spTgt spid="96"/>
                                        </p:tgtEl>
                                        <p:attrNameLst>
                                          <p:attrName>style.visibility</p:attrName>
                                        </p:attrNameLst>
                                      </p:cBhvr>
                                      <p:to>
                                        <p:strVal val="visible"/>
                                      </p:to>
                                    </p:set>
                                    <p:animEffect transition="in" filter="fade">
                                      <p:cBhvr>
                                        <p:cTn id="57" dur="500"/>
                                        <p:tgtEl>
                                          <p:spTgt spid="96"/>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412"/>
                                        </p:tgtEl>
                                        <p:attrNameLst>
                                          <p:attrName>style.visibility</p:attrName>
                                        </p:attrNameLst>
                                      </p:cBhvr>
                                      <p:to>
                                        <p:strVal val="visible"/>
                                      </p:to>
                                    </p:set>
                                    <p:animEffect transition="in" filter="fade">
                                      <p:cBhvr>
                                        <p:cTn id="60" dur="500"/>
                                        <p:tgtEl>
                                          <p:spTgt spid="412"/>
                                        </p:tgtEl>
                                      </p:cBhvr>
                                    </p:animEffect>
                                  </p:childTnLst>
                                </p:cTn>
                              </p:par>
                              <p:par>
                                <p:cTn id="61" presetID="10" presetClass="entr" presetSubtype="0" fill="hold" nodeType="withEffect">
                                  <p:stCondLst>
                                    <p:cond delay="0"/>
                                  </p:stCondLst>
                                  <p:childTnLst>
                                    <p:set>
                                      <p:cBhvr>
                                        <p:cTn id="62" dur="1" fill="hold">
                                          <p:stCondLst>
                                            <p:cond delay="0"/>
                                          </p:stCondLst>
                                        </p:cTn>
                                        <p:tgtEl>
                                          <p:spTgt spid="95"/>
                                        </p:tgtEl>
                                        <p:attrNameLst>
                                          <p:attrName>style.visibility</p:attrName>
                                        </p:attrNameLst>
                                      </p:cBhvr>
                                      <p:to>
                                        <p:strVal val="visible"/>
                                      </p:to>
                                    </p:set>
                                    <p:animEffect transition="in" filter="fade">
                                      <p:cBhvr>
                                        <p:cTn id="63" dur="500"/>
                                        <p:tgtEl>
                                          <p:spTgt spid="95"/>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413"/>
                                        </p:tgtEl>
                                        <p:attrNameLst>
                                          <p:attrName>style.visibility</p:attrName>
                                        </p:attrNameLst>
                                      </p:cBhvr>
                                      <p:to>
                                        <p:strVal val="visible"/>
                                      </p:to>
                                    </p:set>
                                    <p:animEffect transition="in" filter="fade">
                                      <p:cBhvr>
                                        <p:cTn id="66" dur="500"/>
                                        <p:tgtEl>
                                          <p:spTgt spid="413"/>
                                        </p:tgtEl>
                                      </p:cBhvr>
                                    </p:animEffect>
                                  </p:childTnLst>
                                </p:cTn>
                              </p:par>
                              <p:par>
                                <p:cTn id="67" presetID="10" presetClass="entr" presetSubtype="0" fill="hold" nodeType="withEffect">
                                  <p:stCondLst>
                                    <p:cond delay="0"/>
                                  </p:stCondLst>
                                  <p:childTnLst>
                                    <p:set>
                                      <p:cBhvr>
                                        <p:cTn id="68" dur="1" fill="hold">
                                          <p:stCondLst>
                                            <p:cond delay="0"/>
                                          </p:stCondLst>
                                        </p:cTn>
                                        <p:tgtEl>
                                          <p:spTgt spid="92"/>
                                        </p:tgtEl>
                                        <p:attrNameLst>
                                          <p:attrName>style.visibility</p:attrName>
                                        </p:attrNameLst>
                                      </p:cBhvr>
                                      <p:to>
                                        <p:strVal val="visible"/>
                                      </p:to>
                                    </p:set>
                                    <p:animEffect transition="in" filter="fade">
                                      <p:cBhvr>
                                        <p:cTn id="69" dur="500"/>
                                        <p:tgtEl>
                                          <p:spTgt spid="92"/>
                                        </p:tgtEl>
                                      </p:cBhvr>
                                    </p:animEffect>
                                  </p:childTnLst>
                                </p:cTn>
                              </p:par>
                            </p:childTnLst>
                          </p:cTn>
                        </p:par>
                        <p:par>
                          <p:cTn id="70" fill="hold">
                            <p:stCondLst>
                              <p:cond delay="6000"/>
                            </p:stCondLst>
                            <p:childTnLst>
                              <p:par>
                                <p:cTn id="71" presetID="10" presetClass="entr" presetSubtype="0" fill="hold" nodeType="afterEffect">
                                  <p:stCondLst>
                                    <p:cond delay="0"/>
                                  </p:stCondLst>
                                  <p:childTnLst>
                                    <p:set>
                                      <p:cBhvr>
                                        <p:cTn id="72" dur="1" fill="hold">
                                          <p:stCondLst>
                                            <p:cond delay="0"/>
                                          </p:stCondLst>
                                        </p:cTn>
                                        <p:tgtEl>
                                          <p:spTgt spid="223"/>
                                        </p:tgtEl>
                                        <p:attrNameLst>
                                          <p:attrName>style.visibility</p:attrName>
                                        </p:attrNameLst>
                                      </p:cBhvr>
                                      <p:to>
                                        <p:strVal val="visible"/>
                                      </p:to>
                                    </p:set>
                                    <p:animEffect transition="in" filter="fade">
                                      <p:cBhvr>
                                        <p:cTn id="73" dur="500"/>
                                        <p:tgtEl>
                                          <p:spTgt spid="223"/>
                                        </p:tgtEl>
                                      </p:cBhvr>
                                    </p:animEffect>
                                  </p:childTnLst>
                                </p:cTn>
                              </p:par>
                              <p:par>
                                <p:cTn id="74" presetID="10" presetClass="entr" presetSubtype="0" fill="hold" nodeType="withEffect">
                                  <p:stCondLst>
                                    <p:cond delay="0"/>
                                  </p:stCondLst>
                                  <p:childTnLst>
                                    <p:set>
                                      <p:cBhvr>
                                        <p:cTn id="75" dur="1" fill="hold">
                                          <p:stCondLst>
                                            <p:cond delay="0"/>
                                          </p:stCondLst>
                                        </p:cTn>
                                        <p:tgtEl>
                                          <p:spTgt spid="113"/>
                                        </p:tgtEl>
                                        <p:attrNameLst>
                                          <p:attrName>style.visibility</p:attrName>
                                        </p:attrNameLst>
                                      </p:cBhvr>
                                      <p:to>
                                        <p:strVal val="visible"/>
                                      </p:to>
                                    </p:set>
                                    <p:animEffect transition="in" filter="fade">
                                      <p:cBhvr>
                                        <p:cTn id="76" dur="500"/>
                                        <p:tgtEl>
                                          <p:spTgt spid="113"/>
                                        </p:tgtEl>
                                      </p:cBhvr>
                                    </p:animEffect>
                                  </p:childTnLst>
                                </p:cTn>
                              </p:par>
                              <p:par>
                                <p:cTn id="77" presetID="10" presetClass="entr" presetSubtype="0" fill="hold" nodeType="withEffect">
                                  <p:stCondLst>
                                    <p:cond delay="0"/>
                                  </p:stCondLst>
                                  <p:childTnLst>
                                    <p:set>
                                      <p:cBhvr>
                                        <p:cTn id="78" dur="1" fill="hold">
                                          <p:stCondLst>
                                            <p:cond delay="0"/>
                                          </p:stCondLst>
                                        </p:cTn>
                                        <p:tgtEl>
                                          <p:spTgt spid="228"/>
                                        </p:tgtEl>
                                        <p:attrNameLst>
                                          <p:attrName>style.visibility</p:attrName>
                                        </p:attrNameLst>
                                      </p:cBhvr>
                                      <p:to>
                                        <p:strVal val="visible"/>
                                      </p:to>
                                    </p:set>
                                    <p:animEffect transition="in" filter="fade">
                                      <p:cBhvr>
                                        <p:cTn id="79" dur="500"/>
                                        <p:tgtEl>
                                          <p:spTgt spid="228"/>
                                        </p:tgtEl>
                                      </p:cBhvr>
                                    </p:animEffect>
                                  </p:childTnLst>
                                </p:cTn>
                              </p:par>
                            </p:childTnLst>
                          </p:cTn>
                        </p:par>
                        <p:par>
                          <p:cTn id="80" fill="hold">
                            <p:stCondLst>
                              <p:cond delay="6500"/>
                            </p:stCondLst>
                            <p:childTnLst>
                              <p:par>
                                <p:cTn id="81" presetID="22" presetClass="entr" presetSubtype="1" fill="hold" nodeType="afterEffect">
                                  <p:stCondLst>
                                    <p:cond delay="0"/>
                                  </p:stCondLst>
                                  <p:childTnLst>
                                    <p:set>
                                      <p:cBhvr>
                                        <p:cTn id="82" dur="1" fill="hold">
                                          <p:stCondLst>
                                            <p:cond delay="0"/>
                                          </p:stCondLst>
                                        </p:cTn>
                                        <p:tgtEl>
                                          <p:spTgt spid="234"/>
                                        </p:tgtEl>
                                        <p:attrNameLst>
                                          <p:attrName>style.visibility</p:attrName>
                                        </p:attrNameLst>
                                      </p:cBhvr>
                                      <p:to>
                                        <p:strVal val="visible"/>
                                      </p:to>
                                    </p:set>
                                    <p:animEffect transition="in" filter="wipe(up)">
                                      <p:cBhvr>
                                        <p:cTn id="83" dur="500"/>
                                        <p:tgtEl>
                                          <p:spTgt spid="234"/>
                                        </p:tgtEl>
                                      </p:cBhvr>
                                    </p:animEffect>
                                  </p:childTnLst>
                                </p:cTn>
                              </p:par>
                              <p:par>
                                <p:cTn id="84" presetID="22" presetClass="entr" presetSubtype="1" fill="hold" nodeType="withEffect">
                                  <p:stCondLst>
                                    <p:cond delay="0"/>
                                  </p:stCondLst>
                                  <p:childTnLst>
                                    <p:set>
                                      <p:cBhvr>
                                        <p:cTn id="85" dur="1" fill="hold">
                                          <p:stCondLst>
                                            <p:cond delay="0"/>
                                          </p:stCondLst>
                                        </p:cTn>
                                        <p:tgtEl>
                                          <p:spTgt spid="289"/>
                                        </p:tgtEl>
                                        <p:attrNameLst>
                                          <p:attrName>style.visibility</p:attrName>
                                        </p:attrNameLst>
                                      </p:cBhvr>
                                      <p:to>
                                        <p:strVal val="visible"/>
                                      </p:to>
                                    </p:set>
                                    <p:animEffect transition="in" filter="wipe(up)">
                                      <p:cBhvr>
                                        <p:cTn id="86" dur="500"/>
                                        <p:tgtEl>
                                          <p:spTgt spid="289"/>
                                        </p:tgtEl>
                                      </p:cBhvr>
                                    </p:animEffect>
                                  </p:childTnLst>
                                </p:cTn>
                              </p:par>
                              <p:par>
                                <p:cTn id="87" presetID="22" presetClass="entr" presetSubtype="1" fill="hold" nodeType="withEffect">
                                  <p:stCondLst>
                                    <p:cond delay="0"/>
                                  </p:stCondLst>
                                  <p:childTnLst>
                                    <p:set>
                                      <p:cBhvr>
                                        <p:cTn id="88" dur="1" fill="hold">
                                          <p:stCondLst>
                                            <p:cond delay="0"/>
                                          </p:stCondLst>
                                        </p:cTn>
                                        <p:tgtEl>
                                          <p:spTgt spid="290"/>
                                        </p:tgtEl>
                                        <p:attrNameLst>
                                          <p:attrName>style.visibility</p:attrName>
                                        </p:attrNameLst>
                                      </p:cBhvr>
                                      <p:to>
                                        <p:strVal val="visible"/>
                                      </p:to>
                                    </p:set>
                                    <p:animEffect transition="in" filter="wipe(up)">
                                      <p:cBhvr>
                                        <p:cTn id="89" dur="500"/>
                                        <p:tgtEl>
                                          <p:spTgt spid="290"/>
                                        </p:tgtEl>
                                      </p:cBhvr>
                                    </p:animEffect>
                                  </p:childTnLst>
                                </p:cTn>
                              </p:par>
                            </p:childTnLst>
                          </p:cTn>
                        </p:par>
                        <p:par>
                          <p:cTn id="90" fill="hold">
                            <p:stCondLst>
                              <p:cond delay="7000"/>
                            </p:stCondLst>
                            <p:childTnLst>
                              <p:par>
                                <p:cTn id="91" presetID="26" presetClass="emph" presetSubtype="0" fill="hold" nodeType="afterEffect">
                                  <p:stCondLst>
                                    <p:cond delay="500"/>
                                  </p:stCondLst>
                                  <p:childTnLst>
                                    <p:animEffect transition="out" filter="fade">
                                      <p:cBhvr>
                                        <p:cTn id="92" dur="500" tmFilter="0, 0; .2, .5; .8, .5; 1, 0"/>
                                        <p:tgtEl>
                                          <p:spTgt spid="223"/>
                                        </p:tgtEl>
                                      </p:cBhvr>
                                    </p:animEffect>
                                    <p:animScale>
                                      <p:cBhvr>
                                        <p:cTn id="93" dur="250" autoRev="1" fill="hold"/>
                                        <p:tgtEl>
                                          <p:spTgt spid="223"/>
                                        </p:tgtEl>
                                      </p:cBhvr>
                                      <p:by x="105000" y="105000"/>
                                    </p:animScale>
                                  </p:childTnLst>
                                </p:cTn>
                              </p:par>
                              <p:par>
                                <p:cTn id="94" presetID="26" presetClass="emph" presetSubtype="0" fill="hold" nodeType="withEffect">
                                  <p:stCondLst>
                                    <p:cond delay="500"/>
                                  </p:stCondLst>
                                  <p:childTnLst>
                                    <p:animEffect transition="out" filter="fade">
                                      <p:cBhvr>
                                        <p:cTn id="95" dur="500" tmFilter="0, 0; .2, .5; .8, .5; 1, 0"/>
                                        <p:tgtEl>
                                          <p:spTgt spid="113"/>
                                        </p:tgtEl>
                                      </p:cBhvr>
                                    </p:animEffect>
                                    <p:animScale>
                                      <p:cBhvr>
                                        <p:cTn id="96" dur="250" autoRev="1" fill="hold"/>
                                        <p:tgtEl>
                                          <p:spTgt spid="113"/>
                                        </p:tgtEl>
                                      </p:cBhvr>
                                      <p:by x="105000" y="105000"/>
                                    </p:animScale>
                                  </p:childTnLst>
                                </p:cTn>
                              </p:par>
                              <p:par>
                                <p:cTn id="97" presetID="26" presetClass="emph" presetSubtype="0" fill="hold" nodeType="withEffect">
                                  <p:stCondLst>
                                    <p:cond delay="500"/>
                                  </p:stCondLst>
                                  <p:childTnLst>
                                    <p:animEffect transition="out" filter="fade">
                                      <p:cBhvr>
                                        <p:cTn id="98" dur="500" tmFilter="0, 0; .2, .5; .8, .5; 1, 0"/>
                                        <p:tgtEl>
                                          <p:spTgt spid="228"/>
                                        </p:tgtEl>
                                      </p:cBhvr>
                                    </p:animEffect>
                                    <p:animScale>
                                      <p:cBhvr>
                                        <p:cTn id="99" dur="250" autoRev="1" fill="hold"/>
                                        <p:tgtEl>
                                          <p:spTgt spid="228"/>
                                        </p:tgtEl>
                                      </p:cBhvr>
                                      <p:by x="105000" y="105000"/>
                                    </p:animScale>
                                  </p:childTnLst>
                                </p:cTn>
                              </p:par>
                            </p:childTnLst>
                          </p:cTn>
                        </p:par>
                        <p:par>
                          <p:cTn id="100" fill="hold">
                            <p:stCondLst>
                              <p:cond delay="8000"/>
                            </p:stCondLst>
                            <p:childTnLst>
                              <p:par>
                                <p:cTn id="101" presetID="10" presetClass="entr" presetSubtype="0" fill="hold" grpId="0" nodeType="afterEffect">
                                  <p:stCondLst>
                                    <p:cond delay="1500"/>
                                  </p:stCondLst>
                                  <p:childTnLst>
                                    <p:set>
                                      <p:cBhvr>
                                        <p:cTn id="102" dur="1" fill="hold">
                                          <p:stCondLst>
                                            <p:cond delay="0"/>
                                          </p:stCondLst>
                                        </p:cTn>
                                        <p:tgtEl>
                                          <p:spTgt spid="14"/>
                                        </p:tgtEl>
                                        <p:attrNameLst>
                                          <p:attrName>style.visibility</p:attrName>
                                        </p:attrNameLst>
                                      </p:cBhvr>
                                      <p:to>
                                        <p:strVal val="visible"/>
                                      </p:to>
                                    </p:set>
                                    <p:animEffect transition="in" filter="fade">
                                      <p:cBhvr>
                                        <p:cTn id="103" dur="500"/>
                                        <p:tgtEl>
                                          <p:spTgt spid="14"/>
                                        </p:tgtEl>
                                      </p:cBhvr>
                                    </p:animEffect>
                                  </p:childTnLst>
                                </p:cTn>
                              </p:par>
                              <p:par>
                                <p:cTn id="104" presetID="22" presetClass="entr" presetSubtype="1" fill="hold" grpId="0" nodeType="withEffect">
                                  <p:stCondLst>
                                    <p:cond delay="1500"/>
                                  </p:stCondLst>
                                  <p:childTnLst>
                                    <p:set>
                                      <p:cBhvr>
                                        <p:cTn id="105" dur="1" fill="hold">
                                          <p:stCondLst>
                                            <p:cond delay="0"/>
                                          </p:stCondLst>
                                        </p:cTn>
                                        <p:tgtEl>
                                          <p:spTgt spid="291"/>
                                        </p:tgtEl>
                                        <p:attrNameLst>
                                          <p:attrName>style.visibility</p:attrName>
                                        </p:attrNameLst>
                                      </p:cBhvr>
                                      <p:to>
                                        <p:strVal val="visible"/>
                                      </p:to>
                                    </p:set>
                                    <p:animEffect transition="in" filter="wipe(up)">
                                      <p:cBhvr>
                                        <p:cTn id="106" dur="500"/>
                                        <p:tgtEl>
                                          <p:spTgt spid="291"/>
                                        </p:tgtEl>
                                      </p:cBhvr>
                                    </p:animEffect>
                                  </p:childTnLst>
                                </p:cTn>
                              </p:par>
                              <p:par>
                                <p:cTn id="107" presetID="10" presetClass="entr" presetSubtype="0" fill="hold" grpId="0" nodeType="withEffect">
                                  <p:stCondLst>
                                    <p:cond delay="1500"/>
                                  </p:stCondLst>
                                  <p:childTnLst>
                                    <p:set>
                                      <p:cBhvr>
                                        <p:cTn id="108" dur="1" fill="hold">
                                          <p:stCondLst>
                                            <p:cond delay="0"/>
                                          </p:stCondLst>
                                        </p:cTn>
                                        <p:tgtEl>
                                          <p:spTgt spid="397"/>
                                        </p:tgtEl>
                                        <p:attrNameLst>
                                          <p:attrName>style.visibility</p:attrName>
                                        </p:attrNameLst>
                                      </p:cBhvr>
                                      <p:to>
                                        <p:strVal val="visible"/>
                                      </p:to>
                                    </p:set>
                                    <p:animEffect transition="in" filter="fade">
                                      <p:cBhvr>
                                        <p:cTn id="109" dur="500"/>
                                        <p:tgtEl>
                                          <p:spTgt spid="397"/>
                                        </p:tgtEl>
                                      </p:cBhvr>
                                    </p:animEffect>
                                  </p:childTnLst>
                                </p:cTn>
                              </p:par>
                            </p:childTnLst>
                          </p:cTn>
                        </p:par>
                        <p:par>
                          <p:cTn id="110" fill="hold">
                            <p:stCondLst>
                              <p:cond delay="10000"/>
                            </p:stCondLst>
                            <p:childTnLst>
                              <p:par>
                                <p:cTn id="111" presetID="10" presetClass="entr" presetSubtype="0" fill="hold" grpId="0" nodeType="afterEffect">
                                  <p:stCondLst>
                                    <p:cond delay="0"/>
                                  </p:stCondLst>
                                  <p:childTnLst>
                                    <p:set>
                                      <p:cBhvr>
                                        <p:cTn id="112" dur="1" fill="hold">
                                          <p:stCondLst>
                                            <p:cond delay="0"/>
                                          </p:stCondLst>
                                        </p:cTn>
                                        <p:tgtEl>
                                          <p:spTgt spid="73"/>
                                        </p:tgtEl>
                                        <p:attrNameLst>
                                          <p:attrName>style.visibility</p:attrName>
                                        </p:attrNameLst>
                                      </p:cBhvr>
                                      <p:to>
                                        <p:strVal val="visible"/>
                                      </p:to>
                                    </p:set>
                                    <p:animEffect transition="in" filter="fade">
                                      <p:cBhvr>
                                        <p:cTn id="113" dur="500"/>
                                        <p:tgtEl>
                                          <p:spTgt spid="73"/>
                                        </p:tgtEl>
                                      </p:cBhvr>
                                    </p:animEffect>
                                  </p:childTnLst>
                                </p:cTn>
                              </p:par>
                              <p:par>
                                <p:cTn id="114" presetID="10" presetClass="entr" presetSubtype="0" fill="hold" grpId="0" nodeType="withEffect">
                                  <p:stCondLst>
                                    <p:cond delay="0"/>
                                  </p:stCondLst>
                                  <p:childTnLst>
                                    <p:set>
                                      <p:cBhvr>
                                        <p:cTn id="115" dur="1" fill="hold">
                                          <p:stCondLst>
                                            <p:cond delay="0"/>
                                          </p:stCondLst>
                                        </p:cTn>
                                        <p:tgtEl>
                                          <p:spTgt spid="21"/>
                                        </p:tgtEl>
                                        <p:attrNameLst>
                                          <p:attrName>style.visibility</p:attrName>
                                        </p:attrNameLst>
                                      </p:cBhvr>
                                      <p:to>
                                        <p:strVal val="visible"/>
                                      </p:to>
                                    </p:set>
                                    <p:animEffect transition="in" filter="fade">
                                      <p:cBhvr>
                                        <p:cTn id="116" dur="500"/>
                                        <p:tgtEl>
                                          <p:spTgt spid="21"/>
                                        </p:tgtEl>
                                      </p:cBhvr>
                                    </p:animEffect>
                                  </p:childTnLst>
                                </p:cTn>
                              </p:par>
                            </p:childTnLst>
                          </p:cTn>
                        </p:par>
                        <p:par>
                          <p:cTn id="117" fill="hold">
                            <p:stCondLst>
                              <p:cond delay="10500"/>
                            </p:stCondLst>
                            <p:childTnLst>
                              <p:par>
                                <p:cTn id="118" presetID="10" presetClass="entr" presetSubtype="0" fill="hold" nodeType="afterEffect">
                                  <p:stCondLst>
                                    <p:cond delay="0"/>
                                  </p:stCondLst>
                                  <p:childTnLst>
                                    <p:set>
                                      <p:cBhvr>
                                        <p:cTn id="119" dur="1" fill="hold">
                                          <p:stCondLst>
                                            <p:cond delay="0"/>
                                          </p:stCondLst>
                                        </p:cTn>
                                        <p:tgtEl>
                                          <p:spTgt spid="74"/>
                                        </p:tgtEl>
                                        <p:attrNameLst>
                                          <p:attrName>style.visibility</p:attrName>
                                        </p:attrNameLst>
                                      </p:cBhvr>
                                      <p:to>
                                        <p:strVal val="visible"/>
                                      </p:to>
                                    </p:set>
                                    <p:animEffect transition="in" filter="fade">
                                      <p:cBhvr>
                                        <p:cTn id="120" dur="500"/>
                                        <p:tgtEl>
                                          <p:spTgt spid="74"/>
                                        </p:tgtEl>
                                      </p:cBhvr>
                                    </p:animEffect>
                                  </p:childTnLst>
                                </p:cTn>
                              </p:par>
                              <p:par>
                                <p:cTn id="121" presetID="10" presetClass="entr" presetSubtype="0" fill="hold" nodeType="withEffect">
                                  <p:stCondLst>
                                    <p:cond delay="0"/>
                                  </p:stCondLst>
                                  <p:childTnLst>
                                    <p:set>
                                      <p:cBhvr>
                                        <p:cTn id="122" dur="1" fill="hold">
                                          <p:stCondLst>
                                            <p:cond delay="0"/>
                                          </p:stCondLst>
                                        </p:cTn>
                                        <p:tgtEl>
                                          <p:spTgt spid="207"/>
                                        </p:tgtEl>
                                        <p:attrNameLst>
                                          <p:attrName>style.visibility</p:attrName>
                                        </p:attrNameLst>
                                      </p:cBhvr>
                                      <p:to>
                                        <p:strVal val="visible"/>
                                      </p:to>
                                    </p:set>
                                    <p:animEffect transition="in" filter="fade">
                                      <p:cBhvr>
                                        <p:cTn id="123" dur="500"/>
                                        <p:tgtEl>
                                          <p:spTgt spid="207"/>
                                        </p:tgtEl>
                                      </p:cBhvr>
                                    </p:animEffect>
                                  </p:childTnLst>
                                </p:cTn>
                              </p:par>
                              <p:par>
                                <p:cTn id="124" presetID="10" presetClass="entr" presetSubtype="0" fill="hold" grpId="0" nodeType="withEffect">
                                  <p:stCondLst>
                                    <p:cond delay="0"/>
                                  </p:stCondLst>
                                  <p:childTnLst>
                                    <p:set>
                                      <p:cBhvr>
                                        <p:cTn id="125" dur="1" fill="hold">
                                          <p:stCondLst>
                                            <p:cond delay="0"/>
                                          </p:stCondLst>
                                        </p:cTn>
                                        <p:tgtEl>
                                          <p:spTgt spid="414"/>
                                        </p:tgtEl>
                                        <p:attrNameLst>
                                          <p:attrName>style.visibility</p:attrName>
                                        </p:attrNameLst>
                                      </p:cBhvr>
                                      <p:to>
                                        <p:strVal val="visible"/>
                                      </p:to>
                                    </p:set>
                                    <p:animEffect transition="in" filter="fade">
                                      <p:cBhvr>
                                        <p:cTn id="126" dur="500"/>
                                        <p:tgtEl>
                                          <p:spTgt spid="414"/>
                                        </p:tgtEl>
                                      </p:cBhvr>
                                    </p:animEffect>
                                  </p:childTnLst>
                                </p:cTn>
                              </p:par>
                              <p:par>
                                <p:cTn id="127" presetID="10" presetClass="entr" presetSubtype="0" fill="hold" nodeType="withEffect">
                                  <p:stCondLst>
                                    <p:cond delay="0"/>
                                  </p:stCondLst>
                                  <p:childTnLst>
                                    <p:set>
                                      <p:cBhvr>
                                        <p:cTn id="128" dur="1" fill="hold">
                                          <p:stCondLst>
                                            <p:cond delay="0"/>
                                          </p:stCondLst>
                                        </p:cTn>
                                        <p:tgtEl>
                                          <p:spTgt spid="80"/>
                                        </p:tgtEl>
                                        <p:attrNameLst>
                                          <p:attrName>style.visibility</p:attrName>
                                        </p:attrNameLst>
                                      </p:cBhvr>
                                      <p:to>
                                        <p:strVal val="visible"/>
                                      </p:to>
                                    </p:set>
                                    <p:animEffect transition="in" filter="fade">
                                      <p:cBhvr>
                                        <p:cTn id="129" dur="500"/>
                                        <p:tgtEl>
                                          <p:spTgt spid="80"/>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415"/>
                                        </p:tgtEl>
                                        <p:attrNameLst>
                                          <p:attrName>style.visibility</p:attrName>
                                        </p:attrNameLst>
                                      </p:cBhvr>
                                      <p:to>
                                        <p:strVal val="visible"/>
                                      </p:to>
                                    </p:set>
                                    <p:animEffect transition="in" filter="fade">
                                      <p:cBhvr>
                                        <p:cTn id="132" dur="500"/>
                                        <p:tgtEl>
                                          <p:spTgt spid="415"/>
                                        </p:tgtEl>
                                      </p:cBhvr>
                                    </p:animEffect>
                                  </p:childTnLst>
                                </p:cTn>
                              </p:par>
                            </p:childTnLst>
                          </p:cTn>
                        </p:par>
                        <p:par>
                          <p:cTn id="133" fill="hold">
                            <p:stCondLst>
                              <p:cond delay="11000"/>
                            </p:stCondLst>
                            <p:childTnLst>
                              <p:par>
                                <p:cTn id="134" presetID="10" presetClass="entr" presetSubtype="0" fill="hold" nodeType="afterEffect">
                                  <p:stCondLst>
                                    <p:cond delay="0"/>
                                  </p:stCondLst>
                                  <p:childTnLst>
                                    <p:set>
                                      <p:cBhvr>
                                        <p:cTn id="135" dur="1" fill="hold">
                                          <p:stCondLst>
                                            <p:cond delay="0"/>
                                          </p:stCondLst>
                                        </p:cTn>
                                        <p:tgtEl>
                                          <p:spTgt spid="268"/>
                                        </p:tgtEl>
                                        <p:attrNameLst>
                                          <p:attrName>style.visibility</p:attrName>
                                        </p:attrNameLst>
                                      </p:cBhvr>
                                      <p:to>
                                        <p:strVal val="visible"/>
                                      </p:to>
                                    </p:set>
                                    <p:animEffect transition="in" filter="fade">
                                      <p:cBhvr>
                                        <p:cTn id="136" dur="500"/>
                                        <p:tgtEl>
                                          <p:spTgt spid="268"/>
                                        </p:tgtEl>
                                      </p:cBhvr>
                                    </p:animEffect>
                                  </p:childTnLst>
                                </p:cTn>
                              </p:par>
                              <p:par>
                                <p:cTn id="137" presetID="10" presetClass="entr" presetSubtype="0" fill="hold" nodeType="withEffect">
                                  <p:stCondLst>
                                    <p:cond delay="0"/>
                                  </p:stCondLst>
                                  <p:childTnLst>
                                    <p:set>
                                      <p:cBhvr>
                                        <p:cTn id="138" dur="1" fill="hold">
                                          <p:stCondLst>
                                            <p:cond delay="0"/>
                                          </p:stCondLst>
                                        </p:cTn>
                                        <p:tgtEl>
                                          <p:spTgt spid="263"/>
                                        </p:tgtEl>
                                        <p:attrNameLst>
                                          <p:attrName>style.visibility</p:attrName>
                                        </p:attrNameLst>
                                      </p:cBhvr>
                                      <p:to>
                                        <p:strVal val="visible"/>
                                      </p:to>
                                    </p:set>
                                    <p:animEffect transition="in" filter="fade">
                                      <p:cBhvr>
                                        <p:cTn id="139" dur="500"/>
                                        <p:tgtEl>
                                          <p:spTgt spid="263"/>
                                        </p:tgtEl>
                                      </p:cBhvr>
                                    </p:animEffect>
                                  </p:childTnLst>
                                </p:cTn>
                              </p:par>
                              <p:par>
                                <p:cTn id="140" presetID="10" presetClass="entr" presetSubtype="0" fill="hold" nodeType="withEffect">
                                  <p:stCondLst>
                                    <p:cond delay="0"/>
                                  </p:stCondLst>
                                  <p:childTnLst>
                                    <p:set>
                                      <p:cBhvr>
                                        <p:cTn id="141" dur="1" fill="hold">
                                          <p:stCondLst>
                                            <p:cond delay="0"/>
                                          </p:stCondLst>
                                        </p:cTn>
                                        <p:tgtEl>
                                          <p:spTgt spid="237"/>
                                        </p:tgtEl>
                                        <p:attrNameLst>
                                          <p:attrName>style.visibility</p:attrName>
                                        </p:attrNameLst>
                                      </p:cBhvr>
                                      <p:to>
                                        <p:strVal val="visible"/>
                                      </p:to>
                                    </p:set>
                                    <p:animEffect transition="in" filter="fade">
                                      <p:cBhvr>
                                        <p:cTn id="142" dur="500"/>
                                        <p:tgtEl>
                                          <p:spTgt spid="237"/>
                                        </p:tgtEl>
                                      </p:cBhvr>
                                    </p:animEffect>
                                  </p:childTnLst>
                                </p:cTn>
                              </p:par>
                            </p:childTnLst>
                          </p:cTn>
                        </p:par>
                        <p:par>
                          <p:cTn id="143" fill="hold">
                            <p:stCondLst>
                              <p:cond delay="11500"/>
                            </p:stCondLst>
                            <p:childTnLst>
                              <p:par>
                                <p:cTn id="144" presetID="22" presetClass="entr" presetSubtype="1" fill="hold" nodeType="afterEffect">
                                  <p:stCondLst>
                                    <p:cond delay="0"/>
                                  </p:stCondLst>
                                  <p:childTnLst>
                                    <p:set>
                                      <p:cBhvr>
                                        <p:cTn id="145" dur="1" fill="hold">
                                          <p:stCondLst>
                                            <p:cond delay="0"/>
                                          </p:stCondLst>
                                        </p:cTn>
                                        <p:tgtEl>
                                          <p:spTgt spid="288"/>
                                        </p:tgtEl>
                                        <p:attrNameLst>
                                          <p:attrName>style.visibility</p:attrName>
                                        </p:attrNameLst>
                                      </p:cBhvr>
                                      <p:to>
                                        <p:strVal val="visible"/>
                                      </p:to>
                                    </p:set>
                                    <p:animEffect transition="in" filter="wipe(up)">
                                      <p:cBhvr>
                                        <p:cTn id="146" dur="500"/>
                                        <p:tgtEl>
                                          <p:spTgt spid="288"/>
                                        </p:tgtEl>
                                      </p:cBhvr>
                                    </p:animEffect>
                                  </p:childTnLst>
                                </p:cTn>
                              </p:par>
                              <p:par>
                                <p:cTn id="147" presetID="22" presetClass="entr" presetSubtype="1" fill="hold" nodeType="withEffect">
                                  <p:stCondLst>
                                    <p:cond delay="0"/>
                                  </p:stCondLst>
                                  <p:childTnLst>
                                    <p:set>
                                      <p:cBhvr>
                                        <p:cTn id="148" dur="1" fill="hold">
                                          <p:stCondLst>
                                            <p:cond delay="0"/>
                                          </p:stCondLst>
                                        </p:cTn>
                                        <p:tgtEl>
                                          <p:spTgt spid="287"/>
                                        </p:tgtEl>
                                        <p:attrNameLst>
                                          <p:attrName>style.visibility</p:attrName>
                                        </p:attrNameLst>
                                      </p:cBhvr>
                                      <p:to>
                                        <p:strVal val="visible"/>
                                      </p:to>
                                    </p:set>
                                    <p:animEffect transition="in" filter="wipe(up)">
                                      <p:cBhvr>
                                        <p:cTn id="149" dur="500"/>
                                        <p:tgtEl>
                                          <p:spTgt spid="287"/>
                                        </p:tgtEl>
                                      </p:cBhvr>
                                    </p:animEffect>
                                  </p:childTnLst>
                                </p:cTn>
                              </p:par>
                              <p:par>
                                <p:cTn id="150" presetID="22" presetClass="entr" presetSubtype="1" fill="hold" nodeType="withEffect">
                                  <p:stCondLst>
                                    <p:cond delay="0"/>
                                  </p:stCondLst>
                                  <p:childTnLst>
                                    <p:set>
                                      <p:cBhvr>
                                        <p:cTn id="151" dur="1" fill="hold">
                                          <p:stCondLst>
                                            <p:cond delay="0"/>
                                          </p:stCondLst>
                                        </p:cTn>
                                        <p:tgtEl>
                                          <p:spTgt spid="284"/>
                                        </p:tgtEl>
                                        <p:attrNameLst>
                                          <p:attrName>style.visibility</p:attrName>
                                        </p:attrNameLst>
                                      </p:cBhvr>
                                      <p:to>
                                        <p:strVal val="visible"/>
                                      </p:to>
                                    </p:set>
                                    <p:animEffect transition="in" filter="wipe(up)">
                                      <p:cBhvr>
                                        <p:cTn id="152" dur="500"/>
                                        <p:tgtEl>
                                          <p:spTgt spid="284"/>
                                        </p:tgtEl>
                                      </p:cBhvr>
                                    </p:animEffect>
                                  </p:childTnLst>
                                </p:cTn>
                              </p:par>
                            </p:childTnLst>
                          </p:cTn>
                        </p:par>
                        <p:par>
                          <p:cTn id="153" fill="hold">
                            <p:stCondLst>
                              <p:cond delay="12000"/>
                            </p:stCondLst>
                            <p:childTnLst>
                              <p:par>
                                <p:cTn id="154" presetID="16" presetClass="entr" presetSubtype="21" fill="hold" nodeType="afterEffect">
                                  <p:stCondLst>
                                    <p:cond delay="0"/>
                                  </p:stCondLst>
                                  <p:childTnLst>
                                    <p:set>
                                      <p:cBhvr>
                                        <p:cTn id="155" dur="1" fill="hold">
                                          <p:stCondLst>
                                            <p:cond delay="0"/>
                                          </p:stCondLst>
                                        </p:cTn>
                                        <p:tgtEl>
                                          <p:spTgt spid="285"/>
                                        </p:tgtEl>
                                        <p:attrNameLst>
                                          <p:attrName>style.visibility</p:attrName>
                                        </p:attrNameLst>
                                      </p:cBhvr>
                                      <p:to>
                                        <p:strVal val="visible"/>
                                      </p:to>
                                    </p:set>
                                    <p:animEffect transition="in" filter="barn(inVertical)">
                                      <p:cBhvr>
                                        <p:cTn id="156" dur="500"/>
                                        <p:tgtEl>
                                          <p:spTgt spid="285"/>
                                        </p:tgtEl>
                                      </p:cBhvr>
                                    </p:animEffect>
                                  </p:childTnLst>
                                </p:cTn>
                              </p:par>
                              <p:par>
                                <p:cTn id="157" presetID="16" presetClass="entr" presetSubtype="37" fill="hold" nodeType="withEffect">
                                  <p:stCondLst>
                                    <p:cond delay="0"/>
                                  </p:stCondLst>
                                  <p:childTnLst>
                                    <p:set>
                                      <p:cBhvr>
                                        <p:cTn id="158" dur="1" fill="hold">
                                          <p:stCondLst>
                                            <p:cond delay="0"/>
                                          </p:stCondLst>
                                        </p:cTn>
                                        <p:tgtEl>
                                          <p:spTgt spid="278"/>
                                        </p:tgtEl>
                                        <p:attrNameLst>
                                          <p:attrName>style.visibility</p:attrName>
                                        </p:attrNameLst>
                                      </p:cBhvr>
                                      <p:to>
                                        <p:strVal val="visible"/>
                                      </p:to>
                                    </p:set>
                                    <p:animEffect transition="in" filter="barn(outVertical)">
                                      <p:cBhvr>
                                        <p:cTn id="159" dur="500"/>
                                        <p:tgtEl>
                                          <p:spTgt spid="278"/>
                                        </p:tgtEl>
                                      </p:cBhvr>
                                    </p:animEffect>
                                  </p:childTnLst>
                                </p:cTn>
                              </p:par>
                            </p:childTnLst>
                          </p:cTn>
                        </p:par>
                        <p:par>
                          <p:cTn id="160" fill="hold">
                            <p:stCondLst>
                              <p:cond delay="12500"/>
                            </p:stCondLst>
                            <p:childTnLst>
                              <p:par>
                                <p:cTn id="161" presetID="22" presetClass="entr" presetSubtype="1" fill="hold" nodeType="afterEffect">
                                  <p:stCondLst>
                                    <p:cond delay="0"/>
                                  </p:stCondLst>
                                  <p:childTnLst>
                                    <p:set>
                                      <p:cBhvr>
                                        <p:cTn id="162" dur="1" fill="hold">
                                          <p:stCondLst>
                                            <p:cond delay="0"/>
                                          </p:stCondLst>
                                        </p:cTn>
                                        <p:tgtEl>
                                          <p:spTgt spid="282"/>
                                        </p:tgtEl>
                                        <p:attrNameLst>
                                          <p:attrName>style.visibility</p:attrName>
                                        </p:attrNameLst>
                                      </p:cBhvr>
                                      <p:to>
                                        <p:strVal val="visible"/>
                                      </p:to>
                                    </p:set>
                                    <p:animEffect transition="in" filter="wipe(up)">
                                      <p:cBhvr>
                                        <p:cTn id="163" dur="500"/>
                                        <p:tgtEl>
                                          <p:spTgt spid="282"/>
                                        </p:tgtEl>
                                      </p:cBhvr>
                                    </p:animEffect>
                                  </p:childTnLst>
                                </p:cTn>
                              </p:par>
                              <p:par>
                                <p:cTn id="164" presetID="22" presetClass="entr" presetSubtype="1" fill="hold" nodeType="withEffect">
                                  <p:stCondLst>
                                    <p:cond delay="0"/>
                                  </p:stCondLst>
                                  <p:childTnLst>
                                    <p:set>
                                      <p:cBhvr>
                                        <p:cTn id="165" dur="1" fill="hold">
                                          <p:stCondLst>
                                            <p:cond delay="0"/>
                                          </p:stCondLst>
                                        </p:cTn>
                                        <p:tgtEl>
                                          <p:spTgt spid="274"/>
                                        </p:tgtEl>
                                        <p:attrNameLst>
                                          <p:attrName>style.visibility</p:attrName>
                                        </p:attrNameLst>
                                      </p:cBhvr>
                                      <p:to>
                                        <p:strVal val="visible"/>
                                      </p:to>
                                    </p:set>
                                    <p:animEffect transition="in" filter="wipe(up)">
                                      <p:cBhvr>
                                        <p:cTn id="166" dur="500"/>
                                        <p:tgtEl>
                                          <p:spTgt spid="274"/>
                                        </p:tgtEl>
                                      </p:cBhvr>
                                    </p:animEffect>
                                  </p:childTnLst>
                                </p:cTn>
                              </p:par>
                              <p:par>
                                <p:cTn id="167" presetID="22" presetClass="entr" presetSubtype="1" fill="hold" nodeType="withEffect">
                                  <p:stCondLst>
                                    <p:cond delay="0"/>
                                  </p:stCondLst>
                                  <p:childTnLst>
                                    <p:set>
                                      <p:cBhvr>
                                        <p:cTn id="168" dur="1" fill="hold">
                                          <p:stCondLst>
                                            <p:cond delay="0"/>
                                          </p:stCondLst>
                                        </p:cTn>
                                        <p:tgtEl>
                                          <p:spTgt spid="273"/>
                                        </p:tgtEl>
                                        <p:attrNameLst>
                                          <p:attrName>style.visibility</p:attrName>
                                        </p:attrNameLst>
                                      </p:cBhvr>
                                      <p:to>
                                        <p:strVal val="visible"/>
                                      </p:to>
                                    </p:set>
                                    <p:animEffect transition="in" filter="wipe(up)">
                                      <p:cBhvr>
                                        <p:cTn id="169" dur="500"/>
                                        <p:tgtEl>
                                          <p:spTgt spid="273"/>
                                        </p:tgtEl>
                                      </p:cBhvr>
                                    </p:animEffect>
                                  </p:childTnLst>
                                </p:cTn>
                              </p:par>
                            </p:childTnLst>
                          </p:cTn>
                        </p:par>
                        <p:par>
                          <p:cTn id="170" fill="hold">
                            <p:stCondLst>
                              <p:cond delay="13000"/>
                            </p:stCondLst>
                            <p:childTnLst>
                              <p:par>
                                <p:cTn id="171" presetID="10" presetClass="entr" presetSubtype="0" fill="hold" grpId="0" nodeType="afterEffect">
                                  <p:stCondLst>
                                    <p:cond delay="0"/>
                                  </p:stCondLst>
                                  <p:childTnLst>
                                    <p:set>
                                      <p:cBhvr>
                                        <p:cTn id="172" dur="1" fill="hold">
                                          <p:stCondLst>
                                            <p:cond delay="0"/>
                                          </p:stCondLst>
                                        </p:cTn>
                                        <p:tgtEl>
                                          <p:spTgt spid="16"/>
                                        </p:tgtEl>
                                        <p:attrNameLst>
                                          <p:attrName>style.visibility</p:attrName>
                                        </p:attrNameLst>
                                      </p:cBhvr>
                                      <p:to>
                                        <p:strVal val="visible"/>
                                      </p:to>
                                    </p:set>
                                    <p:animEffect transition="in" filter="fade">
                                      <p:cBhvr>
                                        <p:cTn id="173" dur="500"/>
                                        <p:tgtEl>
                                          <p:spTgt spid="16"/>
                                        </p:tgtEl>
                                      </p:cBhvr>
                                    </p:animEffect>
                                  </p:childTnLst>
                                </p:cTn>
                              </p:par>
                            </p:childTnLst>
                          </p:cTn>
                        </p:par>
                        <p:par>
                          <p:cTn id="174" fill="hold">
                            <p:stCondLst>
                              <p:cond delay="13500"/>
                            </p:stCondLst>
                            <p:childTnLst>
                              <p:par>
                                <p:cTn id="175" presetID="26" presetClass="emph" presetSubtype="0" fill="hold" nodeType="afterEffect">
                                  <p:stCondLst>
                                    <p:cond delay="500"/>
                                  </p:stCondLst>
                                  <p:childTnLst>
                                    <p:animEffect transition="out" filter="fade">
                                      <p:cBhvr>
                                        <p:cTn id="176" dur="500" tmFilter="0, 0; .2, .5; .8, .5; 1, 0"/>
                                        <p:tgtEl>
                                          <p:spTgt spid="268"/>
                                        </p:tgtEl>
                                      </p:cBhvr>
                                    </p:animEffect>
                                    <p:animScale>
                                      <p:cBhvr>
                                        <p:cTn id="177" dur="250" autoRev="1" fill="hold"/>
                                        <p:tgtEl>
                                          <p:spTgt spid="268"/>
                                        </p:tgtEl>
                                      </p:cBhvr>
                                      <p:by x="105000" y="105000"/>
                                    </p:animScale>
                                  </p:childTnLst>
                                </p:cTn>
                              </p:par>
                              <p:par>
                                <p:cTn id="178" presetID="26" presetClass="emph" presetSubtype="0" fill="hold" nodeType="withEffect">
                                  <p:stCondLst>
                                    <p:cond delay="500"/>
                                  </p:stCondLst>
                                  <p:childTnLst>
                                    <p:animEffect transition="out" filter="fade">
                                      <p:cBhvr>
                                        <p:cTn id="179" dur="500" tmFilter="0, 0; .2, .5; .8, .5; 1, 0"/>
                                        <p:tgtEl>
                                          <p:spTgt spid="263"/>
                                        </p:tgtEl>
                                      </p:cBhvr>
                                    </p:animEffect>
                                    <p:animScale>
                                      <p:cBhvr>
                                        <p:cTn id="180" dur="250" autoRev="1" fill="hold"/>
                                        <p:tgtEl>
                                          <p:spTgt spid="263"/>
                                        </p:tgtEl>
                                      </p:cBhvr>
                                      <p:by x="105000" y="105000"/>
                                    </p:animScale>
                                  </p:childTnLst>
                                </p:cTn>
                              </p:par>
                              <p:par>
                                <p:cTn id="181" presetID="26" presetClass="emph" presetSubtype="0" fill="hold" nodeType="withEffect">
                                  <p:stCondLst>
                                    <p:cond delay="500"/>
                                  </p:stCondLst>
                                  <p:childTnLst>
                                    <p:animEffect transition="out" filter="fade">
                                      <p:cBhvr>
                                        <p:cTn id="182" dur="500" tmFilter="0, 0; .2, .5; .8, .5; 1, 0"/>
                                        <p:tgtEl>
                                          <p:spTgt spid="237"/>
                                        </p:tgtEl>
                                      </p:cBhvr>
                                    </p:animEffect>
                                    <p:animScale>
                                      <p:cBhvr>
                                        <p:cTn id="183" dur="250" autoRev="1" fill="hold"/>
                                        <p:tgtEl>
                                          <p:spTgt spid="237"/>
                                        </p:tgtEl>
                                      </p:cBhvr>
                                      <p:by x="105000" y="105000"/>
                                    </p:animScale>
                                  </p:childTnLst>
                                </p:cTn>
                              </p:par>
                              <p:par>
                                <p:cTn id="184" presetID="6" presetClass="emph" presetSubtype="0" fill="hold" grpId="2" nodeType="withEffect">
                                  <p:stCondLst>
                                    <p:cond delay="500"/>
                                  </p:stCondLst>
                                  <p:iterate type="wd">
                                    <p:tmPct val="10000"/>
                                  </p:iterate>
                                  <p:childTnLst>
                                    <p:animScale>
                                      <p:cBhvr>
                                        <p:cTn id="185" dur="1000" fill="hold"/>
                                        <p:tgtEl>
                                          <p:spTgt spid="8"/>
                                        </p:tgtEl>
                                      </p:cBhvr>
                                      <p:by x="150000" y="150000"/>
                                    </p:animScale>
                                  </p:childTnLst>
                                </p:cTn>
                              </p:par>
                            </p:childTnLst>
                          </p:cTn>
                        </p:par>
                        <p:par>
                          <p:cTn id="186" fill="hold">
                            <p:stCondLst>
                              <p:cond delay="15000"/>
                            </p:stCondLst>
                            <p:childTnLst>
                              <p:par>
                                <p:cTn id="187" presetID="22" presetClass="entr" presetSubtype="1" fill="hold" nodeType="afterEffect">
                                  <p:stCondLst>
                                    <p:cond delay="0"/>
                                  </p:stCondLst>
                                  <p:childTnLst>
                                    <p:set>
                                      <p:cBhvr>
                                        <p:cTn id="188" dur="1" fill="hold">
                                          <p:stCondLst>
                                            <p:cond delay="0"/>
                                          </p:stCondLst>
                                        </p:cTn>
                                        <p:tgtEl>
                                          <p:spTgt spid="72"/>
                                        </p:tgtEl>
                                        <p:attrNameLst>
                                          <p:attrName>style.visibility</p:attrName>
                                        </p:attrNameLst>
                                      </p:cBhvr>
                                      <p:to>
                                        <p:strVal val="visible"/>
                                      </p:to>
                                    </p:set>
                                    <p:animEffect transition="in" filter="wipe(up)">
                                      <p:cBhvr>
                                        <p:cTn id="189" dur="250"/>
                                        <p:tgtEl>
                                          <p:spTgt spid="72"/>
                                        </p:tgtEl>
                                      </p:cBhvr>
                                    </p:animEffect>
                                  </p:childTnLst>
                                </p:cTn>
                              </p:par>
                              <p:par>
                                <p:cTn id="190" presetID="22" presetClass="entr" presetSubtype="1" fill="hold" nodeType="withEffect">
                                  <p:stCondLst>
                                    <p:cond delay="0"/>
                                  </p:stCondLst>
                                  <p:childTnLst>
                                    <p:set>
                                      <p:cBhvr>
                                        <p:cTn id="191" dur="1" fill="hold">
                                          <p:stCondLst>
                                            <p:cond delay="0"/>
                                          </p:stCondLst>
                                        </p:cTn>
                                        <p:tgtEl>
                                          <p:spTgt spid="18"/>
                                        </p:tgtEl>
                                        <p:attrNameLst>
                                          <p:attrName>style.visibility</p:attrName>
                                        </p:attrNameLst>
                                      </p:cBhvr>
                                      <p:to>
                                        <p:strVal val="visible"/>
                                      </p:to>
                                    </p:set>
                                    <p:animEffect transition="in" filter="wipe(up)">
                                      <p:cBhvr>
                                        <p:cTn id="192" dur="250"/>
                                        <p:tgtEl>
                                          <p:spTgt spid="18"/>
                                        </p:tgtEl>
                                      </p:cBhvr>
                                    </p:animEffect>
                                  </p:childTnLst>
                                </p:cTn>
                              </p:par>
                            </p:childTnLst>
                          </p:cTn>
                        </p:par>
                        <p:par>
                          <p:cTn id="193" fill="hold">
                            <p:stCondLst>
                              <p:cond delay="15250"/>
                            </p:stCondLst>
                            <p:childTnLst>
                              <p:par>
                                <p:cTn id="194" presetID="22" presetClass="entr" presetSubtype="4" fill="hold" nodeType="afterEffect">
                                  <p:stCondLst>
                                    <p:cond delay="0"/>
                                  </p:stCondLst>
                                  <p:childTnLst>
                                    <p:set>
                                      <p:cBhvr>
                                        <p:cTn id="195" dur="1" fill="hold">
                                          <p:stCondLst>
                                            <p:cond delay="0"/>
                                          </p:stCondLst>
                                        </p:cTn>
                                        <p:tgtEl>
                                          <p:spTgt spid="22"/>
                                        </p:tgtEl>
                                        <p:attrNameLst>
                                          <p:attrName>style.visibility</p:attrName>
                                        </p:attrNameLst>
                                      </p:cBhvr>
                                      <p:to>
                                        <p:strVal val="visible"/>
                                      </p:to>
                                    </p:set>
                                    <p:animEffect transition="in" filter="wipe(down)">
                                      <p:cBhvr>
                                        <p:cTn id="196" dur="250"/>
                                        <p:tgtEl>
                                          <p:spTgt spid="22"/>
                                        </p:tgtEl>
                                      </p:cBhvr>
                                    </p:animEffect>
                                  </p:childTnLst>
                                </p:cTn>
                              </p:par>
                              <p:par>
                                <p:cTn id="197" presetID="22" presetClass="entr" presetSubtype="4" fill="hold" nodeType="withEffect">
                                  <p:stCondLst>
                                    <p:cond delay="0"/>
                                  </p:stCondLst>
                                  <p:childTnLst>
                                    <p:set>
                                      <p:cBhvr>
                                        <p:cTn id="198" dur="1" fill="hold">
                                          <p:stCondLst>
                                            <p:cond delay="0"/>
                                          </p:stCondLst>
                                        </p:cTn>
                                        <p:tgtEl>
                                          <p:spTgt spid="17"/>
                                        </p:tgtEl>
                                        <p:attrNameLst>
                                          <p:attrName>style.visibility</p:attrName>
                                        </p:attrNameLst>
                                      </p:cBhvr>
                                      <p:to>
                                        <p:strVal val="visible"/>
                                      </p:to>
                                    </p:set>
                                    <p:animEffect transition="in" filter="wipe(down)">
                                      <p:cBhvr>
                                        <p:cTn id="199" dur="250"/>
                                        <p:tgtEl>
                                          <p:spTgt spid="17"/>
                                        </p:tgtEl>
                                      </p:cBhvr>
                                    </p:animEffect>
                                  </p:childTnLst>
                                </p:cTn>
                              </p:par>
                            </p:childTnLst>
                          </p:cTn>
                        </p:par>
                        <p:par>
                          <p:cTn id="200" fill="hold">
                            <p:stCondLst>
                              <p:cond delay="15500"/>
                            </p:stCondLst>
                            <p:childTnLst>
                              <p:par>
                                <p:cTn id="201" presetID="26" presetClass="emph" presetSubtype="0" repeatCount="indefinite" fill="hold" nodeType="afterEffect">
                                  <p:stCondLst>
                                    <p:cond delay="150"/>
                                  </p:stCondLst>
                                  <p:childTnLst>
                                    <p:animEffect transition="out" filter="fade">
                                      <p:cBhvr>
                                        <p:cTn id="202" dur="500" tmFilter="0, 0; .2, .5; .8, .5; 1, 0"/>
                                        <p:tgtEl>
                                          <p:spTgt spid="72"/>
                                        </p:tgtEl>
                                      </p:cBhvr>
                                    </p:animEffect>
                                    <p:animScale>
                                      <p:cBhvr>
                                        <p:cTn id="203" dur="250" autoRev="1" fill="hold"/>
                                        <p:tgtEl>
                                          <p:spTgt spid="72"/>
                                        </p:tgtEl>
                                      </p:cBhvr>
                                      <p:by x="105000" y="105000"/>
                                    </p:animScale>
                                  </p:childTnLst>
                                </p:cTn>
                              </p:par>
                              <p:par>
                                <p:cTn id="204" presetID="26" presetClass="emph" presetSubtype="0" repeatCount="indefinite" fill="hold" nodeType="withEffect">
                                  <p:stCondLst>
                                    <p:cond delay="250"/>
                                  </p:stCondLst>
                                  <p:childTnLst>
                                    <p:animEffect transition="out" filter="fade">
                                      <p:cBhvr>
                                        <p:cTn id="205" dur="500" tmFilter="0, 0; .2, .5; .8, .5; 1, 0"/>
                                        <p:tgtEl>
                                          <p:spTgt spid="18"/>
                                        </p:tgtEl>
                                      </p:cBhvr>
                                    </p:animEffect>
                                    <p:animScale>
                                      <p:cBhvr>
                                        <p:cTn id="206" dur="250" autoRev="1" fill="hold"/>
                                        <p:tgtEl>
                                          <p:spTgt spid="18"/>
                                        </p:tgtEl>
                                      </p:cBhvr>
                                      <p:by x="105000" y="105000"/>
                                    </p:animScale>
                                  </p:childTnLst>
                                </p:cTn>
                              </p:par>
                              <p:par>
                                <p:cTn id="207" presetID="26" presetClass="emph" presetSubtype="0" repeatCount="indefinite" fill="hold" nodeType="withEffect">
                                  <p:stCondLst>
                                    <p:cond delay="400"/>
                                  </p:stCondLst>
                                  <p:childTnLst>
                                    <p:animEffect transition="out" filter="fade">
                                      <p:cBhvr>
                                        <p:cTn id="208" dur="500" tmFilter="0, 0; .2, .5; .8, .5; 1, 0"/>
                                        <p:tgtEl>
                                          <p:spTgt spid="22"/>
                                        </p:tgtEl>
                                      </p:cBhvr>
                                    </p:animEffect>
                                    <p:animScale>
                                      <p:cBhvr>
                                        <p:cTn id="209" dur="250" autoRev="1" fill="hold"/>
                                        <p:tgtEl>
                                          <p:spTgt spid="22"/>
                                        </p:tgtEl>
                                      </p:cBhvr>
                                      <p:by x="105000" y="105000"/>
                                    </p:animScale>
                                  </p:childTnLst>
                                </p:cTn>
                              </p:par>
                              <p:par>
                                <p:cTn id="210" presetID="26" presetClass="emph" presetSubtype="0" repeatCount="indefinite" fill="hold" nodeType="withEffect">
                                  <p:stCondLst>
                                    <p:cond delay="350"/>
                                  </p:stCondLst>
                                  <p:childTnLst>
                                    <p:animEffect transition="out" filter="fade">
                                      <p:cBhvr>
                                        <p:cTn id="211" dur="500" tmFilter="0, 0; .2, .5; .8, .5; 1, 0"/>
                                        <p:tgtEl>
                                          <p:spTgt spid="17"/>
                                        </p:tgtEl>
                                      </p:cBhvr>
                                    </p:animEffect>
                                    <p:animScale>
                                      <p:cBhvr>
                                        <p:cTn id="212" dur="250" autoRev="1" fill="hold"/>
                                        <p:tgtEl>
                                          <p:spTgt spid="17"/>
                                        </p:tgtEl>
                                      </p:cBhvr>
                                      <p:by x="105000" y="105000"/>
                                    </p:animScale>
                                  </p:childTnLst>
                                </p:cTn>
                              </p:par>
                            </p:childTnLst>
                          </p:cTn>
                        </p:par>
                        <p:par>
                          <p:cTn id="213" fill="hold">
                            <p:stCondLst>
                              <p:cond delay="16400"/>
                            </p:stCondLst>
                            <p:childTnLst>
                              <p:par>
                                <p:cTn id="214" presetID="10" presetClass="entr" presetSubtype="0" fill="hold" nodeType="afterEffect">
                                  <p:stCondLst>
                                    <p:cond delay="500"/>
                                  </p:stCondLst>
                                  <p:childTnLst>
                                    <p:set>
                                      <p:cBhvr>
                                        <p:cTn id="215" dur="1" fill="hold">
                                          <p:stCondLst>
                                            <p:cond delay="0"/>
                                          </p:stCondLst>
                                        </p:cTn>
                                        <p:tgtEl>
                                          <p:spTgt spid="9"/>
                                        </p:tgtEl>
                                        <p:attrNameLst>
                                          <p:attrName>style.visibility</p:attrName>
                                        </p:attrNameLst>
                                      </p:cBhvr>
                                      <p:to>
                                        <p:strVal val="visible"/>
                                      </p:to>
                                    </p:set>
                                    <p:animEffect transition="in" filter="fade">
                                      <p:cBhvr>
                                        <p:cTn id="216" dur="500"/>
                                        <p:tgtEl>
                                          <p:spTgt spid="9"/>
                                        </p:tgtEl>
                                      </p:cBhvr>
                                    </p:animEffect>
                                  </p:childTnLst>
                                </p:cTn>
                              </p:par>
                              <p:par>
                                <p:cTn id="217" presetID="10" presetClass="entr" presetSubtype="0" fill="hold" grpId="0" nodeType="withEffect">
                                  <p:stCondLst>
                                    <p:cond delay="500"/>
                                  </p:stCondLst>
                                  <p:childTnLst>
                                    <p:set>
                                      <p:cBhvr>
                                        <p:cTn id="218" dur="1" fill="hold">
                                          <p:stCondLst>
                                            <p:cond delay="0"/>
                                          </p:stCondLst>
                                        </p:cTn>
                                        <p:tgtEl>
                                          <p:spTgt spid="10"/>
                                        </p:tgtEl>
                                        <p:attrNameLst>
                                          <p:attrName>style.visibility</p:attrName>
                                        </p:attrNameLst>
                                      </p:cBhvr>
                                      <p:to>
                                        <p:strVal val="visible"/>
                                      </p:to>
                                    </p:set>
                                    <p:animEffect transition="in" filter="fade">
                                      <p:cBhvr>
                                        <p:cTn id="219" dur="500"/>
                                        <p:tgtEl>
                                          <p:spTgt spid="10"/>
                                        </p:tgtEl>
                                      </p:cBhvr>
                                    </p:animEffect>
                                  </p:childTnLst>
                                </p:cTn>
                              </p:par>
                              <p:par>
                                <p:cTn id="220" presetID="10" presetClass="entr" presetSubtype="0" fill="hold" nodeType="withEffect">
                                  <p:stCondLst>
                                    <p:cond delay="500"/>
                                  </p:stCondLst>
                                  <p:childTnLst>
                                    <p:set>
                                      <p:cBhvr>
                                        <p:cTn id="221" dur="1" fill="hold">
                                          <p:stCondLst>
                                            <p:cond delay="0"/>
                                          </p:stCondLst>
                                        </p:cTn>
                                        <p:tgtEl>
                                          <p:spTgt spid="444"/>
                                        </p:tgtEl>
                                        <p:attrNameLst>
                                          <p:attrName>style.visibility</p:attrName>
                                        </p:attrNameLst>
                                      </p:cBhvr>
                                      <p:to>
                                        <p:strVal val="visible"/>
                                      </p:to>
                                    </p:set>
                                    <p:animEffect transition="in" filter="fade">
                                      <p:cBhvr>
                                        <p:cTn id="222" dur="500"/>
                                        <p:tgtEl>
                                          <p:spTgt spid="444"/>
                                        </p:tgtEl>
                                      </p:cBhvr>
                                    </p:animEffect>
                                  </p:childTnLst>
                                </p:cTn>
                              </p:par>
                            </p:childTnLst>
                          </p:cTn>
                        </p:par>
                        <p:par>
                          <p:cTn id="223" fill="hold">
                            <p:stCondLst>
                              <p:cond delay="17400"/>
                            </p:stCondLst>
                            <p:childTnLst>
                              <p:par>
                                <p:cTn id="224" presetID="22" presetClass="entr" presetSubtype="8" fill="hold" nodeType="afterEffect">
                                  <p:stCondLst>
                                    <p:cond delay="0"/>
                                  </p:stCondLst>
                                  <p:childTnLst>
                                    <p:set>
                                      <p:cBhvr>
                                        <p:cTn id="225" dur="1" fill="hold">
                                          <p:stCondLst>
                                            <p:cond delay="0"/>
                                          </p:stCondLst>
                                        </p:cTn>
                                        <p:tgtEl>
                                          <p:spTgt spid="424"/>
                                        </p:tgtEl>
                                        <p:attrNameLst>
                                          <p:attrName>style.visibility</p:attrName>
                                        </p:attrNameLst>
                                      </p:cBhvr>
                                      <p:to>
                                        <p:strVal val="visible"/>
                                      </p:to>
                                    </p:set>
                                    <p:animEffect transition="in" filter="wipe(left)">
                                      <p:cBhvr>
                                        <p:cTn id="226" dur="500"/>
                                        <p:tgtEl>
                                          <p:spTgt spid="424"/>
                                        </p:tgtEl>
                                      </p:cBhvr>
                                    </p:animEffect>
                                  </p:childTnLst>
                                </p:cTn>
                              </p:par>
                            </p:childTnLst>
                          </p:cTn>
                        </p:par>
                        <p:par>
                          <p:cTn id="227" fill="hold">
                            <p:stCondLst>
                              <p:cond delay="17900"/>
                            </p:stCondLst>
                            <p:childTnLst>
                              <p:par>
                                <p:cTn id="228" presetID="16" presetClass="entr" presetSubtype="42" fill="hold" nodeType="afterEffect">
                                  <p:stCondLst>
                                    <p:cond delay="0"/>
                                  </p:stCondLst>
                                  <p:childTnLst>
                                    <p:set>
                                      <p:cBhvr>
                                        <p:cTn id="229" dur="1" fill="hold">
                                          <p:stCondLst>
                                            <p:cond delay="0"/>
                                          </p:stCondLst>
                                        </p:cTn>
                                        <p:tgtEl>
                                          <p:spTgt spid="420"/>
                                        </p:tgtEl>
                                        <p:attrNameLst>
                                          <p:attrName>style.visibility</p:attrName>
                                        </p:attrNameLst>
                                      </p:cBhvr>
                                      <p:to>
                                        <p:strVal val="visible"/>
                                      </p:to>
                                    </p:set>
                                    <p:animEffect transition="in" filter="barn(outHorizontal)">
                                      <p:cBhvr>
                                        <p:cTn id="230" dur="500"/>
                                        <p:tgtEl>
                                          <p:spTgt spid="420"/>
                                        </p:tgtEl>
                                      </p:cBhvr>
                                    </p:animEffect>
                                  </p:childTnLst>
                                </p:cTn>
                              </p:par>
                            </p:childTnLst>
                          </p:cTn>
                        </p:par>
                        <p:par>
                          <p:cTn id="231" fill="hold">
                            <p:stCondLst>
                              <p:cond delay="18400"/>
                            </p:stCondLst>
                            <p:childTnLst>
                              <p:par>
                                <p:cTn id="232" presetID="26" presetClass="emph" presetSubtype="0" fill="hold" grpId="1" nodeType="afterEffect">
                                  <p:stCondLst>
                                    <p:cond delay="500"/>
                                  </p:stCondLst>
                                  <p:childTnLst>
                                    <p:animEffect transition="out" filter="fade">
                                      <p:cBhvr>
                                        <p:cTn id="233" dur="500" tmFilter="0, 0; .2, .5; .8, .5; 1, 0"/>
                                        <p:tgtEl>
                                          <p:spTgt spid="10"/>
                                        </p:tgtEl>
                                      </p:cBhvr>
                                    </p:animEffect>
                                    <p:animScale>
                                      <p:cBhvr>
                                        <p:cTn id="234" dur="250" autoRev="1" fill="hold"/>
                                        <p:tgtEl>
                                          <p:spTgt spid="10"/>
                                        </p:tgtEl>
                                      </p:cBhvr>
                                      <p:by x="105000" y="105000"/>
                                    </p:animScale>
                                  </p:childTnLst>
                                </p:cTn>
                              </p:par>
                            </p:childTnLst>
                          </p:cTn>
                        </p:par>
                        <p:par>
                          <p:cTn id="235" fill="hold">
                            <p:stCondLst>
                              <p:cond delay="19400"/>
                            </p:stCondLst>
                            <p:childTnLst>
                              <p:par>
                                <p:cTn id="236" presetID="10" presetClass="entr" presetSubtype="0" fill="hold" nodeType="afterEffect">
                                  <p:stCondLst>
                                    <p:cond delay="0"/>
                                  </p:stCondLst>
                                  <p:childTnLst>
                                    <p:set>
                                      <p:cBhvr>
                                        <p:cTn id="237" dur="1" fill="hold">
                                          <p:stCondLst>
                                            <p:cond delay="0"/>
                                          </p:stCondLst>
                                        </p:cTn>
                                        <p:tgtEl>
                                          <p:spTgt spid="430"/>
                                        </p:tgtEl>
                                        <p:attrNameLst>
                                          <p:attrName>style.visibility</p:attrName>
                                        </p:attrNameLst>
                                      </p:cBhvr>
                                      <p:to>
                                        <p:strVal val="visible"/>
                                      </p:to>
                                    </p:set>
                                    <p:animEffect transition="in" filter="fade">
                                      <p:cBhvr>
                                        <p:cTn id="238" dur="500"/>
                                        <p:tgtEl>
                                          <p:spTgt spid="430"/>
                                        </p:tgtEl>
                                      </p:cBhvr>
                                    </p:animEffect>
                                  </p:childTnLst>
                                </p:cTn>
                              </p:par>
                              <p:par>
                                <p:cTn id="239" presetID="10" presetClass="entr" presetSubtype="0" fill="hold" grpId="0" nodeType="withEffect">
                                  <p:stCondLst>
                                    <p:cond delay="0"/>
                                  </p:stCondLst>
                                  <p:childTnLst>
                                    <p:set>
                                      <p:cBhvr>
                                        <p:cTn id="240" dur="1" fill="hold">
                                          <p:stCondLst>
                                            <p:cond delay="0"/>
                                          </p:stCondLst>
                                        </p:cTn>
                                        <p:tgtEl>
                                          <p:spTgt spid="431"/>
                                        </p:tgtEl>
                                        <p:attrNameLst>
                                          <p:attrName>style.visibility</p:attrName>
                                        </p:attrNameLst>
                                      </p:cBhvr>
                                      <p:to>
                                        <p:strVal val="visible"/>
                                      </p:to>
                                    </p:set>
                                    <p:animEffect transition="in" filter="fade">
                                      <p:cBhvr>
                                        <p:cTn id="241" dur="500"/>
                                        <p:tgtEl>
                                          <p:spTgt spid="431"/>
                                        </p:tgtEl>
                                      </p:cBhvr>
                                    </p:animEffect>
                                  </p:childTnLst>
                                </p:cTn>
                              </p:par>
                              <p:par>
                                <p:cTn id="242" presetID="10" presetClass="entr" presetSubtype="0" fill="hold" nodeType="withEffect">
                                  <p:stCondLst>
                                    <p:cond delay="0"/>
                                  </p:stCondLst>
                                  <p:childTnLst>
                                    <p:set>
                                      <p:cBhvr>
                                        <p:cTn id="243" dur="1" fill="hold">
                                          <p:stCondLst>
                                            <p:cond delay="0"/>
                                          </p:stCondLst>
                                        </p:cTn>
                                        <p:tgtEl>
                                          <p:spTgt spid="275"/>
                                        </p:tgtEl>
                                        <p:attrNameLst>
                                          <p:attrName>style.visibility</p:attrName>
                                        </p:attrNameLst>
                                      </p:cBhvr>
                                      <p:to>
                                        <p:strVal val="visible"/>
                                      </p:to>
                                    </p:set>
                                    <p:animEffect transition="in" filter="fade">
                                      <p:cBhvr>
                                        <p:cTn id="244" dur="500"/>
                                        <p:tgtEl>
                                          <p:spTgt spid="275"/>
                                        </p:tgtEl>
                                      </p:cBhvr>
                                    </p:animEffect>
                                  </p:childTnLst>
                                </p:cTn>
                              </p:par>
                            </p:childTnLst>
                          </p:cTn>
                        </p:par>
                        <p:par>
                          <p:cTn id="245" fill="hold">
                            <p:stCondLst>
                              <p:cond delay="19900"/>
                            </p:stCondLst>
                            <p:childTnLst>
                              <p:par>
                                <p:cTn id="246" presetID="22" presetClass="entr" presetSubtype="8" fill="hold" nodeType="afterEffect">
                                  <p:stCondLst>
                                    <p:cond delay="0"/>
                                  </p:stCondLst>
                                  <p:childTnLst>
                                    <p:set>
                                      <p:cBhvr>
                                        <p:cTn id="247" dur="1" fill="hold">
                                          <p:stCondLst>
                                            <p:cond delay="0"/>
                                          </p:stCondLst>
                                        </p:cTn>
                                        <p:tgtEl>
                                          <p:spTgt spid="427"/>
                                        </p:tgtEl>
                                        <p:attrNameLst>
                                          <p:attrName>style.visibility</p:attrName>
                                        </p:attrNameLst>
                                      </p:cBhvr>
                                      <p:to>
                                        <p:strVal val="visible"/>
                                      </p:to>
                                    </p:set>
                                    <p:animEffect transition="in" filter="wipe(left)">
                                      <p:cBhvr>
                                        <p:cTn id="248" dur="500"/>
                                        <p:tgtEl>
                                          <p:spTgt spid="427"/>
                                        </p:tgtEl>
                                      </p:cBhvr>
                                    </p:animEffect>
                                  </p:childTnLst>
                                </p:cTn>
                              </p:par>
                            </p:childTnLst>
                          </p:cTn>
                        </p:par>
                        <p:par>
                          <p:cTn id="249" fill="hold">
                            <p:stCondLst>
                              <p:cond delay="20400"/>
                            </p:stCondLst>
                            <p:childTnLst>
                              <p:par>
                                <p:cTn id="250" presetID="16" presetClass="entr" presetSubtype="42" fill="hold" nodeType="afterEffect">
                                  <p:stCondLst>
                                    <p:cond delay="0"/>
                                  </p:stCondLst>
                                  <p:childTnLst>
                                    <p:set>
                                      <p:cBhvr>
                                        <p:cTn id="251" dur="1" fill="hold">
                                          <p:stCondLst>
                                            <p:cond delay="0"/>
                                          </p:stCondLst>
                                        </p:cTn>
                                        <p:tgtEl>
                                          <p:spTgt spid="206"/>
                                        </p:tgtEl>
                                        <p:attrNameLst>
                                          <p:attrName>style.visibility</p:attrName>
                                        </p:attrNameLst>
                                      </p:cBhvr>
                                      <p:to>
                                        <p:strVal val="visible"/>
                                      </p:to>
                                    </p:set>
                                    <p:animEffect transition="in" filter="barn(outHorizontal)">
                                      <p:cBhvr>
                                        <p:cTn id="252" dur="500"/>
                                        <p:tgtEl>
                                          <p:spTgt spid="206"/>
                                        </p:tgtEl>
                                      </p:cBhvr>
                                    </p:animEffect>
                                  </p:childTnLst>
                                </p:cTn>
                              </p:par>
                            </p:childTnLst>
                          </p:cTn>
                        </p:par>
                        <p:par>
                          <p:cTn id="253" fill="hold">
                            <p:stCondLst>
                              <p:cond delay="20900"/>
                            </p:stCondLst>
                            <p:childTnLst>
                              <p:par>
                                <p:cTn id="254" presetID="26" presetClass="emph" presetSubtype="0" fill="hold" grpId="1" nodeType="afterEffect">
                                  <p:stCondLst>
                                    <p:cond delay="500"/>
                                  </p:stCondLst>
                                  <p:childTnLst>
                                    <p:animEffect transition="out" filter="fade">
                                      <p:cBhvr>
                                        <p:cTn id="255" dur="500" tmFilter="0, 0; .2, .5; .8, .5; 1, 0"/>
                                        <p:tgtEl>
                                          <p:spTgt spid="431"/>
                                        </p:tgtEl>
                                      </p:cBhvr>
                                    </p:animEffect>
                                    <p:animScale>
                                      <p:cBhvr>
                                        <p:cTn id="256" dur="250" autoRev="1" fill="hold"/>
                                        <p:tgtEl>
                                          <p:spTgt spid="431"/>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animBg="1"/>
      <p:bldP spid="10" grpId="0"/>
      <p:bldP spid="10" grpId="1"/>
      <p:bldP spid="14" grpId="0" animBg="1"/>
      <p:bldP spid="20" grpId="0" animBg="1"/>
      <p:bldP spid="21" grpId="0" animBg="1"/>
      <p:bldP spid="73" grpId="0" animBg="1"/>
      <p:bldP spid="93" grpId="0" animBg="1"/>
      <p:bldP spid="94" grpId="0" animBg="1"/>
      <p:bldP spid="16" grpId="0"/>
      <p:bldP spid="291" grpId="0" animBg="1"/>
      <p:bldP spid="400" grpId="0" animBg="1"/>
      <p:bldP spid="401" grpId="0"/>
      <p:bldP spid="397" grpId="0"/>
      <p:bldP spid="412" grpId="0"/>
      <p:bldP spid="413" grpId="0"/>
      <p:bldP spid="414" grpId="0"/>
      <p:bldP spid="415" grpId="0"/>
      <p:bldP spid="431" grpId="0"/>
      <p:bldP spid="431" grpId="1"/>
      <p:bldP spid="6" grpId="0"/>
      <p:bldP spid="7" grpId="0"/>
      <p:bldP spid="8" grpId="0"/>
      <p:bldP spid="8" grpId="1"/>
      <p:bldP spid="8" grpId="2"/>
      <p:bldP spid="11" grpId="0"/>
      <p:bldP spid="1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DF8DF3-E778-04B5-5432-2A423BAAD294}"/>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0F34DC71-7C99-E55A-A758-2F36947B6913}"/>
              </a:ext>
            </a:extLst>
          </p:cNvPr>
          <p:cNvSpPr>
            <a:spLocks noGrp="1" noRot="1" noMove="1" noResize="1" noEditPoints="1" noAdjustHandles="1" noChangeArrowheads="1" noChangeShapeType="1"/>
          </p:cNvSpPr>
          <p:nvPr/>
        </p:nvSpPr>
        <p:spPr>
          <a:xfrm>
            <a:off x="8046926" y="1600200"/>
            <a:ext cx="3557526" cy="2242435"/>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2" name="Rectangle 11">
            <a:extLst>
              <a:ext uri="{FF2B5EF4-FFF2-40B4-BE49-F238E27FC236}">
                <a16:creationId xmlns:a16="http://schemas.microsoft.com/office/drawing/2014/main" id="{2937BF21-D130-6944-4538-43B92C2A926E}"/>
              </a:ext>
            </a:extLst>
          </p:cNvPr>
          <p:cNvSpPr>
            <a:spLocks noGrp="1" noRot="1" noMove="1" noResize="1" noEditPoints="1" noAdjustHandles="1" noChangeArrowheads="1" noChangeShapeType="1"/>
          </p:cNvSpPr>
          <p:nvPr/>
        </p:nvSpPr>
        <p:spPr>
          <a:xfrm>
            <a:off x="8046926" y="3995058"/>
            <a:ext cx="3557526" cy="2242439"/>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1" name="Rectangle 10">
            <a:extLst>
              <a:ext uri="{FF2B5EF4-FFF2-40B4-BE49-F238E27FC236}">
                <a16:creationId xmlns:a16="http://schemas.microsoft.com/office/drawing/2014/main" id="{B6DAEA9E-2C04-521A-E345-A53BEE36891D}"/>
              </a:ext>
            </a:extLst>
          </p:cNvPr>
          <p:cNvSpPr>
            <a:spLocks noGrp="1" noRot="1" noMove="1" noResize="1" noEditPoints="1" noAdjustHandles="1" noChangeArrowheads="1" noChangeShapeType="1"/>
          </p:cNvSpPr>
          <p:nvPr/>
        </p:nvSpPr>
        <p:spPr>
          <a:xfrm>
            <a:off x="4331715" y="3995058"/>
            <a:ext cx="3557526" cy="2242439"/>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0" name="Rectangle 9">
            <a:extLst>
              <a:ext uri="{FF2B5EF4-FFF2-40B4-BE49-F238E27FC236}">
                <a16:creationId xmlns:a16="http://schemas.microsoft.com/office/drawing/2014/main" id="{66563F11-1FB2-8DEE-9C3F-D89194F01D29}"/>
              </a:ext>
            </a:extLst>
          </p:cNvPr>
          <p:cNvSpPr>
            <a:spLocks noGrp="1" noRot="1" noMove="1" noResize="1" noEditPoints="1" noAdjustHandles="1" noChangeArrowheads="1" noChangeShapeType="1"/>
          </p:cNvSpPr>
          <p:nvPr/>
        </p:nvSpPr>
        <p:spPr>
          <a:xfrm>
            <a:off x="616505" y="3995058"/>
            <a:ext cx="3557526" cy="2242439"/>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 name="Rectangle 12">
            <a:extLst>
              <a:ext uri="{FF2B5EF4-FFF2-40B4-BE49-F238E27FC236}">
                <a16:creationId xmlns:a16="http://schemas.microsoft.com/office/drawing/2014/main" id="{ACA762FE-51E8-805C-827D-006AFD221660}"/>
              </a:ext>
            </a:extLst>
          </p:cNvPr>
          <p:cNvSpPr>
            <a:spLocks noGrp="1" noRot="1" noMove="1" noResize="1" noEditPoints="1" noAdjustHandles="1" noChangeArrowheads="1" noChangeShapeType="1"/>
          </p:cNvSpPr>
          <p:nvPr/>
        </p:nvSpPr>
        <p:spPr>
          <a:xfrm>
            <a:off x="616505" y="1600199"/>
            <a:ext cx="3557526" cy="2242439"/>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4" name="Rectangle 13">
            <a:extLst>
              <a:ext uri="{FF2B5EF4-FFF2-40B4-BE49-F238E27FC236}">
                <a16:creationId xmlns:a16="http://schemas.microsoft.com/office/drawing/2014/main" id="{C2AEA0E5-E9E6-B9BC-2FB0-BA91782E2E62}"/>
              </a:ext>
            </a:extLst>
          </p:cNvPr>
          <p:cNvSpPr>
            <a:spLocks noGrp="1" noRot="1" noMove="1" noResize="1" noEditPoints="1" noAdjustHandles="1" noChangeArrowheads="1" noChangeShapeType="1"/>
          </p:cNvSpPr>
          <p:nvPr/>
        </p:nvSpPr>
        <p:spPr>
          <a:xfrm>
            <a:off x="4331715" y="1600199"/>
            <a:ext cx="3557526" cy="2224311"/>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 name="Title 1">
            <a:extLst>
              <a:ext uri="{FF2B5EF4-FFF2-40B4-BE49-F238E27FC236}">
                <a16:creationId xmlns:a16="http://schemas.microsoft.com/office/drawing/2014/main" id="{16B891C8-F4D7-1CE7-6649-204F77E195F1}"/>
              </a:ext>
            </a:extLst>
          </p:cNvPr>
          <p:cNvSpPr>
            <a:spLocks noGrp="1"/>
          </p:cNvSpPr>
          <p:nvPr>
            <p:ph type="title"/>
          </p:nvPr>
        </p:nvSpPr>
        <p:spPr/>
        <p:txBody>
          <a:bodyPr/>
          <a:lstStyle/>
          <a:p>
            <a:r>
              <a:rPr lang="en-US" dirty="0"/>
              <a:t>Improved Scalability and Interoperability of Cloud Native Volumes</a:t>
            </a:r>
          </a:p>
        </p:txBody>
      </p:sp>
      <p:sp>
        <p:nvSpPr>
          <p:cNvPr id="3" name="Subtitle 2">
            <a:extLst>
              <a:ext uri="{FF2B5EF4-FFF2-40B4-BE49-F238E27FC236}">
                <a16:creationId xmlns:a16="http://schemas.microsoft.com/office/drawing/2014/main" id="{1EFDD041-FA78-3860-0E19-1CFF2837A432}"/>
              </a:ext>
            </a:extLst>
          </p:cNvPr>
          <p:cNvSpPr>
            <a:spLocks noGrp="1"/>
          </p:cNvSpPr>
          <p:nvPr>
            <p:ph type="subTitle" idx="10"/>
          </p:nvPr>
        </p:nvSpPr>
        <p:spPr/>
        <p:txBody>
          <a:bodyPr/>
          <a:lstStyle/>
          <a:p>
            <a:r>
              <a:rPr lang="en-US" dirty="0"/>
              <a:t>Cloud Native Storage (CNS) enhancements</a:t>
            </a:r>
          </a:p>
        </p:txBody>
      </p:sp>
      <p:sp>
        <p:nvSpPr>
          <p:cNvPr id="16" name="Text Placeholder 16">
            <a:extLst>
              <a:ext uri="{FF2B5EF4-FFF2-40B4-BE49-F238E27FC236}">
                <a16:creationId xmlns:a16="http://schemas.microsoft.com/office/drawing/2014/main" id="{D9B05CD3-56EC-5E47-DDA6-18EB35A1BE08}"/>
              </a:ext>
            </a:extLst>
          </p:cNvPr>
          <p:cNvSpPr txBox="1">
            <a:spLocks/>
          </p:cNvSpPr>
          <p:nvPr/>
        </p:nvSpPr>
        <p:spPr>
          <a:xfrm>
            <a:off x="4509484" y="3288637"/>
            <a:ext cx="3201988" cy="553998"/>
          </a:xfrm>
          <a:prstGeom prst="rect">
            <a:avLst/>
          </a:prstGeom>
        </p:spPr>
        <p:txBody>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Char char="​"/>
              <a:defRPr sz="2000" kern="1200">
                <a:solidFill>
                  <a:schemeClr val="tx1"/>
                </a:solidFill>
                <a:latin typeface="Metropolis" panose="00000500000000000000" pitchFamily="2" charset="0"/>
                <a:ea typeface="+mn-ea"/>
                <a:cs typeface="+mn-cs"/>
              </a:defRPr>
            </a:lvl1pPr>
            <a:lvl2pPr marL="457200" indent="-1841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800" kern="1200">
                <a:solidFill>
                  <a:schemeClr val="tx1"/>
                </a:solidFill>
                <a:latin typeface="Metropolis" panose="00000500000000000000" pitchFamily="2"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kern="1200">
                <a:solidFill>
                  <a:schemeClr val="tx1"/>
                </a:solidFill>
                <a:latin typeface="Metropolis" panose="00000500000000000000" pitchFamily="2"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kern="1200">
                <a:solidFill>
                  <a:schemeClr val="tx1"/>
                </a:solidFill>
                <a:latin typeface="Metropolis" panose="00000500000000000000" pitchFamily="2"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kern="1200">
                <a:solidFill>
                  <a:schemeClr val="tx1"/>
                </a:solidFill>
                <a:latin typeface="Metropolis" panose="00000500000000000000" pitchFamily="2"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algn="ctr"/>
            <a:r>
              <a:rPr lang="en-US" sz="1400" dirty="0">
                <a:solidFill>
                  <a:schemeClr val="accent2"/>
                </a:solidFill>
                <a:latin typeface="Arial" panose="020B0604020202020204" pitchFamily="34" charset="0"/>
              </a:rPr>
              <a:t>Support linked clones for persistent volumes (PVs) with VM Service VMs</a:t>
            </a:r>
          </a:p>
        </p:txBody>
      </p:sp>
      <p:sp>
        <p:nvSpPr>
          <p:cNvPr id="17" name="Text Placeholder 17">
            <a:extLst>
              <a:ext uri="{FF2B5EF4-FFF2-40B4-BE49-F238E27FC236}">
                <a16:creationId xmlns:a16="http://schemas.microsoft.com/office/drawing/2014/main" id="{89C5D422-0730-2645-D9F5-F71800997266}"/>
              </a:ext>
            </a:extLst>
          </p:cNvPr>
          <p:cNvSpPr txBox="1">
            <a:spLocks/>
          </p:cNvSpPr>
          <p:nvPr/>
        </p:nvSpPr>
        <p:spPr>
          <a:xfrm>
            <a:off x="8224695" y="3288637"/>
            <a:ext cx="3201988" cy="553998"/>
          </a:xfrm>
          <a:prstGeom prst="rect">
            <a:avLst/>
          </a:prstGeom>
        </p:spPr>
        <p:txBody>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Char char="​"/>
              <a:defRPr sz="2000" kern="1200">
                <a:solidFill>
                  <a:schemeClr val="tx1"/>
                </a:solidFill>
                <a:latin typeface="Metropolis" panose="00000500000000000000" pitchFamily="2" charset="0"/>
                <a:ea typeface="+mn-ea"/>
                <a:cs typeface="+mn-cs"/>
              </a:defRPr>
            </a:lvl1pPr>
            <a:lvl2pPr marL="457200" indent="-1841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800" kern="1200">
                <a:solidFill>
                  <a:schemeClr val="tx1"/>
                </a:solidFill>
                <a:latin typeface="Metropolis" panose="00000500000000000000" pitchFamily="2"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kern="1200">
                <a:solidFill>
                  <a:schemeClr val="tx1"/>
                </a:solidFill>
                <a:latin typeface="Metropolis" panose="00000500000000000000" pitchFamily="2"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kern="1200">
                <a:solidFill>
                  <a:schemeClr val="tx1"/>
                </a:solidFill>
                <a:latin typeface="Metropolis" panose="00000500000000000000" pitchFamily="2"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kern="1200">
                <a:solidFill>
                  <a:schemeClr val="tx1"/>
                </a:solidFill>
                <a:latin typeface="Metropolis" panose="00000500000000000000" pitchFamily="2"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algn="ctr"/>
            <a:r>
              <a:rPr lang="en-US" sz="1400" dirty="0">
                <a:solidFill>
                  <a:schemeClr val="accent2"/>
                </a:solidFill>
                <a:latin typeface="Arial" panose="020B0604020202020204" pitchFamily="34" charset="0"/>
              </a:rPr>
              <a:t>Read Write Many (RWX) PV support to VM service VMs</a:t>
            </a:r>
          </a:p>
          <a:p>
            <a:pPr algn="ctr"/>
            <a:endParaRPr lang="en-US" sz="1400" dirty="0">
              <a:solidFill>
                <a:schemeClr val="accent2"/>
              </a:solidFill>
              <a:latin typeface="Arial" panose="020B0604020202020204" pitchFamily="34" charset="0"/>
            </a:endParaRPr>
          </a:p>
        </p:txBody>
      </p:sp>
      <p:sp>
        <p:nvSpPr>
          <p:cNvPr id="19" name="Rectangle 18">
            <a:extLst>
              <a:ext uri="{FF2B5EF4-FFF2-40B4-BE49-F238E27FC236}">
                <a16:creationId xmlns:a16="http://schemas.microsoft.com/office/drawing/2014/main" id="{EB288F15-5A91-48D1-CB4C-C4141FABFE6B}"/>
              </a:ext>
            </a:extLst>
          </p:cNvPr>
          <p:cNvSpPr/>
          <p:nvPr/>
        </p:nvSpPr>
        <p:spPr>
          <a:xfrm>
            <a:off x="715758" y="1682103"/>
            <a:ext cx="3359020" cy="553998"/>
          </a:xfrm>
          <a:prstGeom prst="rect">
            <a:avLst/>
          </a:prstGeom>
          <a:noFill/>
          <a:ln>
            <a:noFill/>
          </a:ln>
        </p:spPr>
        <p:txBody>
          <a:bodyPr wrap="square" lIns="0" tIns="0" rIns="0" bIns="0">
            <a:spAutoFit/>
          </a:bodyPr>
          <a:lstStyle/>
          <a:p>
            <a:pPr algn="ctr"/>
            <a:r>
              <a:rPr lang="en-US" dirty="0">
                <a:solidFill>
                  <a:schemeClr val="tx2"/>
                </a:solidFill>
                <a:latin typeface="Arial" panose="020B0604020202020204" pitchFamily="34" charset="0"/>
              </a:rPr>
              <a:t>Improved scaling for supervisor and vCenter Server</a:t>
            </a:r>
          </a:p>
        </p:txBody>
      </p:sp>
      <p:sp>
        <p:nvSpPr>
          <p:cNvPr id="20" name="Rectangle 19">
            <a:extLst>
              <a:ext uri="{FF2B5EF4-FFF2-40B4-BE49-F238E27FC236}">
                <a16:creationId xmlns:a16="http://schemas.microsoft.com/office/drawing/2014/main" id="{C9656860-89AC-817B-1C0D-D13D475BA5C3}"/>
              </a:ext>
            </a:extLst>
          </p:cNvPr>
          <p:cNvSpPr/>
          <p:nvPr/>
        </p:nvSpPr>
        <p:spPr>
          <a:xfrm>
            <a:off x="4430968" y="1682103"/>
            <a:ext cx="3359020" cy="553998"/>
          </a:xfrm>
          <a:prstGeom prst="rect">
            <a:avLst/>
          </a:prstGeom>
          <a:noFill/>
          <a:ln>
            <a:noFill/>
          </a:ln>
        </p:spPr>
        <p:txBody>
          <a:bodyPr wrap="square" lIns="0" tIns="0" rIns="0" bIns="0">
            <a:spAutoFit/>
          </a:bodyPr>
          <a:lstStyle/>
          <a:p>
            <a:pPr algn="ctr"/>
            <a:r>
              <a:rPr lang="en-US" dirty="0">
                <a:solidFill>
                  <a:schemeClr val="tx2"/>
                </a:solidFill>
                <a:latin typeface="Arial" panose="020B0604020202020204" pitchFamily="34" charset="0"/>
              </a:rPr>
              <a:t>Improve flexibility</a:t>
            </a:r>
            <a:br>
              <a:rPr lang="en-US" dirty="0">
                <a:solidFill>
                  <a:schemeClr val="tx2"/>
                </a:solidFill>
                <a:latin typeface="Arial" panose="020B0604020202020204" pitchFamily="34" charset="0"/>
              </a:rPr>
            </a:br>
            <a:r>
              <a:rPr lang="en-US" dirty="0">
                <a:solidFill>
                  <a:schemeClr val="tx2"/>
                </a:solidFill>
                <a:latin typeface="Arial" panose="020B0604020202020204" pitchFamily="34" charset="0"/>
              </a:rPr>
              <a:t>and speed</a:t>
            </a:r>
          </a:p>
        </p:txBody>
      </p:sp>
      <p:sp>
        <p:nvSpPr>
          <p:cNvPr id="21" name="Rectangle 20">
            <a:extLst>
              <a:ext uri="{FF2B5EF4-FFF2-40B4-BE49-F238E27FC236}">
                <a16:creationId xmlns:a16="http://schemas.microsoft.com/office/drawing/2014/main" id="{3A11067C-D0C5-ECDD-072C-41CC3AA29765}"/>
              </a:ext>
            </a:extLst>
          </p:cNvPr>
          <p:cNvSpPr/>
          <p:nvPr/>
        </p:nvSpPr>
        <p:spPr>
          <a:xfrm>
            <a:off x="8146179" y="1682103"/>
            <a:ext cx="3359020" cy="553998"/>
          </a:xfrm>
          <a:prstGeom prst="rect">
            <a:avLst/>
          </a:prstGeom>
          <a:noFill/>
          <a:ln>
            <a:noFill/>
          </a:ln>
        </p:spPr>
        <p:txBody>
          <a:bodyPr wrap="square" lIns="0" tIns="0" rIns="0" bIns="0">
            <a:spAutoFit/>
          </a:bodyPr>
          <a:lstStyle/>
          <a:p>
            <a:pPr algn="ctr"/>
            <a:r>
              <a:rPr lang="en-US" dirty="0">
                <a:solidFill>
                  <a:schemeClr val="tx2"/>
                </a:solidFill>
                <a:latin typeface="Arial" panose="020B0604020202020204" pitchFamily="34" charset="0"/>
              </a:rPr>
              <a:t>Increased versatility of</a:t>
            </a:r>
            <a:br>
              <a:rPr lang="en-US" dirty="0">
                <a:solidFill>
                  <a:schemeClr val="tx2"/>
                </a:solidFill>
                <a:latin typeface="Arial" panose="020B0604020202020204" pitchFamily="34" charset="0"/>
              </a:rPr>
            </a:br>
            <a:r>
              <a:rPr lang="en-US" dirty="0">
                <a:solidFill>
                  <a:schemeClr val="tx2"/>
                </a:solidFill>
                <a:latin typeface="Arial" panose="020B0604020202020204" pitchFamily="34" charset="0"/>
              </a:rPr>
              <a:t>persistent volumes</a:t>
            </a:r>
          </a:p>
        </p:txBody>
      </p:sp>
      <p:sp>
        <p:nvSpPr>
          <p:cNvPr id="177" name="Text Placeholder 16">
            <a:extLst>
              <a:ext uri="{FF2B5EF4-FFF2-40B4-BE49-F238E27FC236}">
                <a16:creationId xmlns:a16="http://schemas.microsoft.com/office/drawing/2014/main" id="{A334022A-7523-06B3-A61F-0A637BD78813}"/>
              </a:ext>
            </a:extLst>
          </p:cNvPr>
          <p:cNvSpPr txBox="1">
            <a:spLocks/>
          </p:cNvSpPr>
          <p:nvPr/>
        </p:nvSpPr>
        <p:spPr>
          <a:xfrm>
            <a:off x="794274" y="3288637"/>
            <a:ext cx="3201988" cy="553998"/>
          </a:xfrm>
          <a:prstGeom prst="rect">
            <a:avLst/>
          </a:prstGeom>
        </p:spPr>
        <p:txBody>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Char char="​"/>
              <a:defRPr sz="2000" kern="1200">
                <a:solidFill>
                  <a:schemeClr val="tx1"/>
                </a:solidFill>
                <a:latin typeface="Metropolis" panose="00000500000000000000" pitchFamily="2" charset="0"/>
                <a:ea typeface="+mn-ea"/>
                <a:cs typeface="+mn-cs"/>
              </a:defRPr>
            </a:lvl1pPr>
            <a:lvl2pPr marL="457200" indent="-1841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800" kern="1200">
                <a:solidFill>
                  <a:schemeClr val="tx1"/>
                </a:solidFill>
                <a:latin typeface="Metropolis" panose="00000500000000000000" pitchFamily="2"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kern="1200">
                <a:solidFill>
                  <a:schemeClr val="tx1"/>
                </a:solidFill>
                <a:latin typeface="Metropolis" panose="00000500000000000000" pitchFamily="2"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kern="1200">
                <a:solidFill>
                  <a:schemeClr val="tx1"/>
                </a:solidFill>
                <a:latin typeface="Metropolis" panose="00000500000000000000" pitchFamily="2"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kern="1200">
                <a:solidFill>
                  <a:schemeClr val="tx1"/>
                </a:solidFill>
                <a:latin typeface="Metropolis" panose="00000500000000000000" pitchFamily="2"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algn="ctr"/>
            <a:r>
              <a:rPr lang="en-US" sz="1400" dirty="0">
                <a:solidFill>
                  <a:schemeClr val="accent2"/>
                </a:solidFill>
                <a:latin typeface="Arial" panose="020B0604020202020204" pitchFamily="34" charset="0"/>
              </a:rPr>
              <a:t>Up to 25K persistent volumes per supervisor and vCenter Server</a:t>
            </a:r>
          </a:p>
        </p:txBody>
      </p:sp>
      <p:sp>
        <p:nvSpPr>
          <p:cNvPr id="18" name="Rectangle 17">
            <a:extLst>
              <a:ext uri="{FF2B5EF4-FFF2-40B4-BE49-F238E27FC236}">
                <a16:creationId xmlns:a16="http://schemas.microsoft.com/office/drawing/2014/main" id="{9BB2B40D-78B0-0CFE-BC3E-5D5AA5EF95A0}"/>
              </a:ext>
            </a:extLst>
          </p:cNvPr>
          <p:cNvSpPr/>
          <p:nvPr/>
        </p:nvSpPr>
        <p:spPr>
          <a:xfrm>
            <a:off x="715758" y="4076961"/>
            <a:ext cx="3359020" cy="553998"/>
          </a:xfrm>
          <a:prstGeom prst="rect">
            <a:avLst/>
          </a:prstGeom>
          <a:noFill/>
          <a:ln>
            <a:noFill/>
          </a:ln>
        </p:spPr>
        <p:txBody>
          <a:bodyPr wrap="square" lIns="0" tIns="0" rIns="0" bIns="0">
            <a:spAutoFit/>
          </a:bodyPr>
          <a:lstStyle/>
          <a:p>
            <a:pPr algn="ctr"/>
            <a:r>
              <a:rPr lang="en-US" dirty="0">
                <a:solidFill>
                  <a:schemeClr val="tx2"/>
                </a:solidFill>
                <a:latin typeface="Arial" panose="020B0604020202020204" pitchFamily="34" charset="0"/>
              </a:rPr>
              <a:t>Improved flexibility with</a:t>
            </a:r>
            <a:br>
              <a:rPr lang="en-US" dirty="0">
                <a:solidFill>
                  <a:schemeClr val="tx2"/>
                </a:solidFill>
                <a:latin typeface="Arial" panose="020B0604020202020204" pitchFamily="34" charset="0"/>
              </a:rPr>
            </a:br>
            <a:r>
              <a:rPr lang="en-US" dirty="0">
                <a:solidFill>
                  <a:schemeClr val="tx2"/>
                </a:solidFill>
                <a:latin typeface="Arial" panose="020B0604020202020204" pitchFamily="34" charset="0"/>
              </a:rPr>
              <a:t>VM service VMs</a:t>
            </a:r>
          </a:p>
        </p:txBody>
      </p:sp>
      <p:sp>
        <p:nvSpPr>
          <p:cNvPr id="22" name="Rectangle 21">
            <a:extLst>
              <a:ext uri="{FF2B5EF4-FFF2-40B4-BE49-F238E27FC236}">
                <a16:creationId xmlns:a16="http://schemas.microsoft.com/office/drawing/2014/main" id="{81F1591D-B4A0-D9BC-47B8-F6816D1A9440}"/>
              </a:ext>
            </a:extLst>
          </p:cNvPr>
          <p:cNvSpPr/>
          <p:nvPr/>
        </p:nvSpPr>
        <p:spPr>
          <a:xfrm>
            <a:off x="4430968" y="4076961"/>
            <a:ext cx="3359020" cy="553998"/>
          </a:xfrm>
          <a:prstGeom prst="rect">
            <a:avLst/>
          </a:prstGeom>
          <a:noFill/>
          <a:ln>
            <a:noFill/>
          </a:ln>
        </p:spPr>
        <p:txBody>
          <a:bodyPr wrap="square" lIns="0" tIns="0" rIns="0" bIns="0">
            <a:spAutoFit/>
          </a:bodyPr>
          <a:lstStyle/>
          <a:p>
            <a:pPr algn="ctr"/>
            <a:r>
              <a:rPr lang="en-US" dirty="0">
                <a:solidFill>
                  <a:schemeClr val="tx2"/>
                </a:solidFill>
                <a:latin typeface="Arial" panose="020B0604020202020204" pitchFamily="34" charset="0"/>
              </a:rPr>
              <a:t>Improved interoperability of storage classes and policies</a:t>
            </a:r>
          </a:p>
        </p:txBody>
      </p:sp>
      <p:sp>
        <p:nvSpPr>
          <p:cNvPr id="23" name="Rectangle 22">
            <a:extLst>
              <a:ext uri="{FF2B5EF4-FFF2-40B4-BE49-F238E27FC236}">
                <a16:creationId xmlns:a16="http://schemas.microsoft.com/office/drawing/2014/main" id="{D287C5C8-0925-9013-0A56-FF795DCD7A33}"/>
              </a:ext>
            </a:extLst>
          </p:cNvPr>
          <p:cNvSpPr/>
          <p:nvPr/>
        </p:nvSpPr>
        <p:spPr>
          <a:xfrm>
            <a:off x="8146179" y="4076961"/>
            <a:ext cx="3359020" cy="553998"/>
          </a:xfrm>
          <a:prstGeom prst="rect">
            <a:avLst/>
          </a:prstGeom>
          <a:noFill/>
          <a:ln>
            <a:noFill/>
          </a:ln>
        </p:spPr>
        <p:txBody>
          <a:bodyPr wrap="square" lIns="0" tIns="0" rIns="0" bIns="0">
            <a:spAutoFit/>
          </a:bodyPr>
          <a:lstStyle/>
          <a:p>
            <a:pPr algn="ctr"/>
            <a:r>
              <a:rPr lang="en-US" dirty="0">
                <a:solidFill>
                  <a:schemeClr val="tx2"/>
                </a:solidFill>
                <a:latin typeface="Arial" panose="020B0604020202020204" pitchFamily="34" charset="0"/>
              </a:rPr>
              <a:t>Improved levels of protection for VM service VMs</a:t>
            </a:r>
          </a:p>
        </p:txBody>
      </p:sp>
      <p:sp>
        <p:nvSpPr>
          <p:cNvPr id="24" name="Text Placeholder 16">
            <a:extLst>
              <a:ext uri="{FF2B5EF4-FFF2-40B4-BE49-F238E27FC236}">
                <a16:creationId xmlns:a16="http://schemas.microsoft.com/office/drawing/2014/main" id="{00B5DC1C-6025-5CCA-98A7-A2776D217D92}"/>
              </a:ext>
            </a:extLst>
          </p:cNvPr>
          <p:cNvSpPr txBox="1">
            <a:spLocks/>
          </p:cNvSpPr>
          <p:nvPr/>
        </p:nvSpPr>
        <p:spPr>
          <a:xfrm>
            <a:off x="4509484" y="5683499"/>
            <a:ext cx="3201988" cy="553998"/>
          </a:xfrm>
          <a:prstGeom prst="rect">
            <a:avLst/>
          </a:prstGeom>
        </p:spPr>
        <p:txBody>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Char char="​"/>
              <a:defRPr sz="2000" kern="1200">
                <a:solidFill>
                  <a:schemeClr val="tx1"/>
                </a:solidFill>
                <a:latin typeface="Metropolis" panose="00000500000000000000" pitchFamily="2" charset="0"/>
                <a:ea typeface="+mn-ea"/>
                <a:cs typeface="+mn-cs"/>
              </a:defRPr>
            </a:lvl1pPr>
            <a:lvl2pPr marL="457200" indent="-1841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800" kern="1200">
                <a:solidFill>
                  <a:schemeClr val="tx1"/>
                </a:solidFill>
                <a:latin typeface="Metropolis" panose="00000500000000000000" pitchFamily="2"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kern="1200">
                <a:solidFill>
                  <a:schemeClr val="tx1"/>
                </a:solidFill>
                <a:latin typeface="Metropolis" panose="00000500000000000000" pitchFamily="2"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kern="1200">
                <a:solidFill>
                  <a:schemeClr val="tx1"/>
                </a:solidFill>
                <a:latin typeface="Metropolis" panose="00000500000000000000" pitchFamily="2"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kern="1200">
                <a:solidFill>
                  <a:schemeClr val="tx1"/>
                </a:solidFill>
                <a:latin typeface="Metropolis" panose="00000500000000000000" pitchFamily="2"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algn="ctr"/>
            <a:r>
              <a:rPr lang="en-US" sz="1400" dirty="0">
                <a:solidFill>
                  <a:schemeClr val="accent2"/>
                </a:solidFill>
                <a:latin typeface="Arial" panose="020B0604020202020204" pitchFamily="34" charset="0"/>
              </a:rPr>
              <a:t>Customize K8s compliant naming for storage policies</a:t>
            </a:r>
          </a:p>
        </p:txBody>
      </p:sp>
      <p:sp>
        <p:nvSpPr>
          <p:cNvPr id="25" name="Text Placeholder 17">
            <a:extLst>
              <a:ext uri="{FF2B5EF4-FFF2-40B4-BE49-F238E27FC236}">
                <a16:creationId xmlns:a16="http://schemas.microsoft.com/office/drawing/2014/main" id="{EE48491B-B66B-BFB8-9135-79C48F0C5E25}"/>
              </a:ext>
            </a:extLst>
          </p:cNvPr>
          <p:cNvSpPr txBox="1">
            <a:spLocks/>
          </p:cNvSpPr>
          <p:nvPr/>
        </p:nvSpPr>
        <p:spPr>
          <a:xfrm>
            <a:off x="8224695" y="5683499"/>
            <a:ext cx="3201988" cy="553998"/>
          </a:xfrm>
          <a:prstGeom prst="rect">
            <a:avLst/>
          </a:prstGeom>
        </p:spPr>
        <p:txBody>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Char char="​"/>
              <a:defRPr sz="2000" kern="1200">
                <a:solidFill>
                  <a:schemeClr val="tx1"/>
                </a:solidFill>
                <a:latin typeface="Metropolis" panose="00000500000000000000" pitchFamily="2" charset="0"/>
                <a:ea typeface="+mn-ea"/>
                <a:cs typeface="+mn-cs"/>
              </a:defRPr>
            </a:lvl1pPr>
            <a:lvl2pPr marL="457200" indent="-1841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800" kern="1200">
                <a:solidFill>
                  <a:schemeClr val="tx1"/>
                </a:solidFill>
                <a:latin typeface="Metropolis" panose="00000500000000000000" pitchFamily="2"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kern="1200">
                <a:solidFill>
                  <a:schemeClr val="tx1"/>
                </a:solidFill>
                <a:latin typeface="Metropolis" panose="00000500000000000000" pitchFamily="2"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kern="1200">
                <a:solidFill>
                  <a:schemeClr val="tx1"/>
                </a:solidFill>
                <a:latin typeface="Metropolis" panose="00000500000000000000" pitchFamily="2"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kern="1200">
                <a:solidFill>
                  <a:schemeClr val="tx1"/>
                </a:solidFill>
                <a:latin typeface="Metropolis" panose="00000500000000000000" pitchFamily="2"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algn="ctr"/>
            <a:r>
              <a:rPr lang="en-US" sz="1400" dirty="0">
                <a:solidFill>
                  <a:schemeClr val="accent2"/>
                </a:solidFill>
                <a:latin typeface="Arial" panose="020B0604020202020204" pitchFamily="34" charset="0"/>
              </a:rPr>
              <a:t>Multi-tenant disaster recovery for</a:t>
            </a:r>
            <a:br>
              <a:rPr lang="en-US" sz="1400" dirty="0">
                <a:solidFill>
                  <a:schemeClr val="accent2"/>
                </a:solidFill>
                <a:latin typeface="Arial" panose="020B0604020202020204" pitchFamily="34" charset="0"/>
              </a:rPr>
            </a:br>
            <a:r>
              <a:rPr lang="en-US" sz="1400" dirty="0">
                <a:solidFill>
                  <a:schemeClr val="accent2"/>
                </a:solidFill>
                <a:latin typeface="Arial" panose="020B0604020202020204" pitchFamily="34" charset="0"/>
              </a:rPr>
              <a:t>VM service VMs</a:t>
            </a:r>
          </a:p>
          <a:p>
            <a:pPr algn="ctr"/>
            <a:endParaRPr lang="en-US" sz="1400" dirty="0">
              <a:solidFill>
                <a:schemeClr val="accent2"/>
              </a:solidFill>
              <a:latin typeface="Arial" panose="020B0604020202020204" pitchFamily="34" charset="0"/>
            </a:endParaRPr>
          </a:p>
        </p:txBody>
      </p:sp>
      <p:sp>
        <p:nvSpPr>
          <p:cNvPr id="26" name="Text Placeholder 16">
            <a:extLst>
              <a:ext uri="{FF2B5EF4-FFF2-40B4-BE49-F238E27FC236}">
                <a16:creationId xmlns:a16="http://schemas.microsoft.com/office/drawing/2014/main" id="{66747399-A6B3-2414-A616-E5C1023E4082}"/>
              </a:ext>
            </a:extLst>
          </p:cNvPr>
          <p:cNvSpPr txBox="1">
            <a:spLocks/>
          </p:cNvSpPr>
          <p:nvPr/>
        </p:nvSpPr>
        <p:spPr>
          <a:xfrm>
            <a:off x="794274" y="5683499"/>
            <a:ext cx="3201988" cy="553998"/>
          </a:xfrm>
          <a:prstGeom prst="rect">
            <a:avLst/>
          </a:prstGeom>
        </p:spPr>
        <p:txBody>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Char char="​"/>
              <a:defRPr sz="2000" kern="1200">
                <a:solidFill>
                  <a:schemeClr val="tx1"/>
                </a:solidFill>
                <a:latin typeface="Metropolis" panose="00000500000000000000" pitchFamily="2" charset="0"/>
                <a:ea typeface="+mn-ea"/>
                <a:cs typeface="+mn-cs"/>
              </a:defRPr>
            </a:lvl1pPr>
            <a:lvl2pPr marL="457200" indent="-1841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800" kern="1200">
                <a:solidFill>
                  <a:schemeClr val="tx1"/>
                </a:solidFill>
                <a:latin typeface="Metropolis" panose="00000500000000000000" pitchFamily="2"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kern="1200">
                <a:solidFill>
                  <a:schemeClr val="tx1"/>
                </a:solidFill>
                <a:latin typeface="Metropolis" panose="00000500000000000000" pitchFamily="2"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kern="1200">
                <a:solidFill>
                  <a:schemeClr val="tx1"/>
                </a:solidFill>
                <a:latin typeface="Metropolis" panose="00000500000000000000" pitchFamily="2"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kern="1200">
                <a:solidFill>
                  <a:schemeClr val="tx1"/>
                </a:solidFill>
                <a:latin typeface="Metropolis" panose="00000500000000000000" pitchFamily="2"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algn="ctr"/>
            <a:r>
              <a:rPr lang="en-US" sz="1400" dirty="0">
                <a:solidFill>
                  <a:schemeClr val="accent2"/>
                </a:solidFill>
                <a:latin typeface="Arial" panose="020B0604020202020204" pitchFamily="34" charset="0"/>
              </a:rPr>
              <a:t>Snapshot service support for</a:t>
            </a:r>
            <a:br>
              <a:rPr lang="en-US" sz="1400" dirty="0">
                <a:solidFill>
                  <a:schemeClr val="accent2"/>
                </a:solidFill>
                <a:latin typeface="Arial" panose="020B0604020202020204" pitchFamily="34" charset="0"/>
              </a:rPr>
            </a:br>
            <a:r>
              <a:rPr lang="en-US" sz="1400" dirty="0">
                <a:solidFill>
                  <a:schemeClr val="accent2"/>
                </a:solidFill>
                <a:latin typeface="Arial" panose="020B0604020202020204" pitchFamily="34" charset="0"/>
              </a:rPr>
              <a:t>VM service VMs</a:t>
            </a:r>
          </a:p>
        </p:txBody>
      </p:sp>
      <p:grpSp>
        <p:nvGrpSpPr>
          <p:cNvPr id="28" name="Group 27" descr="Any App, Any Scale&#10;">
            <a:extLst>
              <a:ext uri="{FF2B5EF4-FFF2-40B4-BE49-F238E27FC236}">
                <a16:creationId xmlns:a16="http://schemas.microsoft.com/office/drawing/2014/main" id="{A00BA7CC-BF63-614D-94AB-E2789D5CD5BF}"/>
              </a:ext>
            </a:extLst>
          </p:cNvPr>
          <p:cNvGrpSpPr>
            <a:grpSpLocks noChangeAspect="1"/>
          </p:cNvGrpSpPr>
          <p:nvPr/>
        </p:nvGrpSpPr>
        <p:grpSpPr>
          <a:xfrm>
            <a:off x="2094850" y="2539219"/>
            <a:ext cx="600837" cy="602216"/>
            <a:chOff x="11077463" y="717459"/>
            <a:chExt cx="600837" cy="602216"/>
          </a:xfrm>
        </p:grpSpPr>
        <p:sp>
          <p:nvSpPr>
            <p:cNvPr id="29" name="Picture Placeholder 80">
              <a:extLst>
                <a:ext uri="{FF2B5EF4-FFF2-40B4-BE49-F238E27FC236}">
                  <a16:creationId xmlns:a16="http://schemas.microsoft.com/office/drawing/2014/main" id="{14E31FFE-8BE6-1849-99E2-049F8B3B2B84}"/>
                </a:ext>
              </a:extLst>
            </p:cNvPr>
            <p:cNvSpPr/>
            <p:nvPr/>
          </p:nvSpPr>
          <p:spPr>
            <a:xfrm>
              <a:off x="11279724" y="986244"/>
              <a:ext cx="65586" cy="65279"/>
            </a:xfrm>
            <a:custGeom>
              <a:avLst/>
              <a:gdLst>
                <a:gd name="connsiteX0" fmla="*/ 51293 w 65586"/>
                <a:gd name="connsiteY0" fmla="*/ 50449 h 65279"/>
                <a:gd name="connsiteX1" fmla="*/ 14610 w 65586"/>
                <a:gd name="connsiteY1" fmla="*/ 50449 h 65279"/>
                <a:gd name="connsiteX2" fmla="*/ 8285 w 65586"/>
                <a:gd name="connsiteY2" fmla="*/ 65279 h 65279"/>
                <a:gd name="connsiteX3" fmla="*/ 0 w 65586"/>
                <a:gd name="connsiteY3" fmla="*/ 65279 h 65279"/>
                <a:gd name="connsiteX4" fmla="*/ 28777 w 65586"/>
                <a:gd name="connsiteY4" fmla="*/ 0 h 65279"/>
                <a:gd name="connsiteX5" fmla="*/ 36809 w 65586"/>
                <a:gd name="connsiteY5" fmla="*/ 0 h 65279"/>
                <a:gd name="connsiteX6" fmla="*/ 65586 w 65586"/>
                <a:gd name="connsiteY6" fmla="*/ 65279 h 65279"/>
                <a:gd name="connsiteX7" fmla="*/ 57617 w 65586"/>
                <a:gd name="connsiteY7" fmla="*/ 65279 h 65279"/>
                <a:gd name="connsiteX8" fmla="*/ 48257 w 65586"/>
                <a:gd name="connsiteY8" fmla="*/ 43414 h 65279"/>
                <a:gd name="connsiteX9" fmla="*/ 32825 w 65586"/>
                <a:gd name="connsiteY9" fmla="*/ 9253 h 65279"/>
                <a:gd name="connsiteX10" fmla="*/ 17646 w 65586"/>
                <a:gd name="connsiteY10" fmla="*/ 43541 h 6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586" h="65279">
                  <a:moveTo>
                    <a:pt x="51293" y="50449"/>
                  </a:moveTo>
                  <a:lnTo>
                    <a:pt x="14610" y="50449"/>
                  </a:lnTo>
                  <a:lnTo>
                    <a:pt x="8285" y="65279"/>
                  </a:lnTo>
                  <a:lnTo>
                    <a:pt x="0" y="65279"/>
                  </a:lnTo>
                  <a:lnTo>
                    <a:pt x="28777" y="0"/>
                  </a:lnTo>
                  <a:lnTo>
                    <a:pt x="36809" y="0"/>
                  </a:lnTo>
                  <a:lnTo>
                    <a:pt x="65586" y="65279"/>
                  </a:lnTo>
                  <a:lnTo>
                    <a:pt x="57617" y="65279"/>
                  </a:lnTo>
                  <a:close/>
                  <a:moveTo>
                    <a:pt x="48257" y="43414"/>
                  </a:moveTo>
                  <a:lnTo>
                    <a:pt x="32825" y="9253"/>
                  </a:lnTo>
                  <a:lnTo>
                    <a:pt x="17646" y="43541"/>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Picture Placeholder 80">
              <a:extLst>
                <a:ext uri="{FF2B5EF4-FFF2-40B4-BE49-F238E27FC236}">
                  <a16:creationId xmlns:a16="http://schemas.microsoft.com/office/drawing/2014/main" id="{14E31FFE-8BE6-1849-99E2-049F8B3B2B84}"/>
                </a:ext>
              </a:extLst>
            </p:cNvPr>
            <p:cNvSpPr/>
            <p:nvPr/>
          </p:nvSpPr>
          <p:spPr>
            <a:xfrm>
              <a:off x="11358655" y="986244"/>
              <a:ext cx="50470" cy="65279"/>
            </a:xfrm>
            <a:custGeom>
              <a:avLst/>
              <a:gdLst>
                <a:gd name="connsiteX0" fmla="*/ 0 w 50470"/>
                <a:gd name="connsiteY0" fmla="*/ 0 h 65279"/>
                <a:gd name="connsiteX1" fmla="*/ 26500 w 50470"/>
                <a:gd name="connsiteY1" fmla="*/ 0 h 65279"/>
                <a:gd name="connsiteX2" fmla="*/ 50470 w 50470"/>
                <a:gd name="connsiteY2" fmla="*/ 20915 h 65279"/>
                <a:gd name="connsiteX3" fmla="*/ 26500 w 50470"/>
                <a:gd name="connsiteY3" fmla="*/ 41829 h 65279"/>
                <a:gd name="connsiteX4" fmla="*/ 7526 w 50470"/>
                <a:gd name="connsiteY4" fmla="*/ 41829 h 65279"/>
                <a:gd name="connsiteX5" fmla="*/ 7526 w 50470"/>
                <a:gd name="connsiteY5" fmla="*/ 65279 h 65279"/>
                <a:gd name="connsiteX6" fmla="*/ 0 w 50470"/>
                <a:gd name="connsiteY6" fmla="*/ 65279 h 65279"/>
                <a:gd name="connsiteX7" fmla="*/ 25298 w 50470"/>
                <a:gd name="connsiteY7" fmla="*/ 34794 h 65279"/>
                <a:gd name="connsiteX8" fmla="*/ 43134 w 50470"/>
                <a:gd name="connsiteY8" fmla="*/ 20915 h 65279"/>
                <a:gd name="connsiteX9" fmla="*/ 25172 w 50470"/>
                <a:gd name="connsiteY9" fmla="*/ 7035 h 65279"/>
                <a:gd name="connsiteX10" fmla="*/ 7400 w 50470"/>
                <a:gd name="connsiteY10" fmla="*/ 7035 h 65279"/>
                <a:gd name="connsiteX11" fmla="*/ 7400 w 50470"/>
                <a:gd name="connsiteY11" fmla="*/ 34604 h 6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470" h="65279">
                  <a:moveTo>
                    <a:pt x="0" y="0"/>
                  </a:moveTo>
                  <a:lnTo>
                    <a:pt x="26500" y="0"/>
                  </a:lnTo>
                  <a:cubicBezTo>
                    <a:pt x="39971" y="0"/>
                    <a:pt x="50470" y="8619"/>
                    <a:pt x="50470" y="20915"/>
                  </a:cubicBezTo>
                  <a:cubicBezTo>
                    <a:pt x="50470" y="33210"/>
                    <a:pt x="39971" y="41829"/>
                    <a:pt x="26500" y="41829"/>
                  </a:cubicBezTo>
                  <a:lnTo>
                    <a:pt x="7526" y="41829"/>
                  </a:lnTo>
                  <a:lnTo>
                    <a:pt x="7526" y="65279"/>
                  </a:lnTo>
                  <a:lnTo>
                    <a:pt x="0" y="65279"/>
                  </a:lnTo>
                  <a:close/>
                  <a:moveTo>
                    <a:pt x="25298" y="34794"/>
                  </a:moveTo>
                  <a:cubicBezTo>
                    <a:pt x="35924" y="34794"/>
                    <a:pt x="43134" y="29661"/>
                    <a:pt x="43134" y="20915"/>
                  </a:cubicBezTo>
                  <a:cubicBezTo>
                    <a:pt x="43134" y="12169"/>
                    <a:pt x="35608" y="7035"/>
                    <a:pt x="25172" y="7035"/>
                  </a:cubicBezTo>
                  <a:lnTo>
                    <a:pt x="7400" y="7035"/>
                  </a:lnTo>
                  <a:lnTo>
                    <a:pt x="7400" y="34604"/>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Picture Placeholder 80">
              <a:extLst>
                <a:ext uri="{FF2B5EF4-FFF2-40B4-BE49-F238E27FC236}">
                  <a16:creationId xmlns:a16="http://schemas.microsoft.com/office/drawing/2014/main" id="{14E31FFE-8BE6-1849-99E2-049F8B3B2B84}"/>
                </a:ext>
              </a:extLst>
            </p:cNvPr>
            <p:cNvSpPr/>
            <p:nvPr/>
          </p:nvSpPr>
          <p:spPr>
            <a:xfrm>
              <a:off x="11422597" y="986244"/>
              <a:ext cx="50470" cy="65279"/>
            </a:xfrm>
            <a:custGeom>
              <a:avLst/>
              <a:gdLst>
                <a:gd name="connsiteX0" fmla="*/ 0 w 50470"/>
                <a:gd name="connsiteY0" fmla="*/ 0 h 65279"/>
                <a:gd name="connsiteX1" fmla="*/ 26500 w 50470"/>
                <a:gd name="connsiteY1" fmla="*/ 0 h 65279"/>
                <a:gd name="connsiteX2" fmla="*/ 50470 w 50470"/>
                <a:gd name="connsiteY2" fmla="*/ 20915 h 65279"/>
                <a:gd name="connsiteX3" fmla="*/ 26500 w 50470"/>
                <a:gd name="connsiteY3" fmla="*/ 41829 h 65279"/>
                <a:gd name="connsiteX4" fmla="*/ 7526 w 50470"/>
                <a:gd name="connsiteY4" fmla="*/ 41829 h 65279"/>
                <a:gd name="connsiteX5" fmla="*/ 7526 w 50470"/>
                <a:gd name="connsiteY5" fmla="*/ 65279 h 65279"/>
                <a:gd name="connsiteX6" fmla="*/ 0 w 50470"/>
                <a:gd name="connsiteY6" fmla="*/ 65279 h 65279"/>
                <a:gd name="connsiteX7" fmla="*/ 25298 w 50470"/>
                <a:gd name="connsiteY7" fmla="*/ 34794 h 65279"/>
                <a:gd name="connsiteX8" fmla="*/ 43134 w 50470"/>
                <a:gd name="connsiteY8" fmla="*/ 20915 h 65279"/>
                <a:gd name="connsiteX9" fmla="*/ 25298 w 50470"/>
                <a:gd name="connsiteY9" fmla="*/ 7035 h 65279"/>
                <a:gd name="connsiteX10" fmla="*/ 7400 w 50470"/>
                <a:gd name="connsiteY10" fmla="*/ 7035 h 65279"/>
                <a:gd name="connsiteX11" fmla="*/ 7400 w 50470"/>
                <a:gd name="connsiteY11" fmla="*/ 34604 h 6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470" h="65279">
                  <a:moveTo>
                    <a:pt x="0" y="0"/>
                  </a:moveTo>
                  <a:lnTo>
                    <a:pt x="26500" y="0"/>
                  </a:lnTo>
                  <a:cubicBezTo>
                    <a:pt x="39971" y="0"/>
                    <a:pt x="50470" y="8619"/>
                    <a:pt x="50470" y="20915"/>
                  </a:cubicBezTo>
                  <a:cubicBezTo>
                    <a:pt x="50470" y="33210"/>
                    <a:pt x="39971" y="41829"/>
                    <a:pt x="26500" y="41829"/>
                  </a:cubicBezTo>
                  <a:lnTo>
                    <a:pt x="7526" y="41829"/>
                  </a:lnTo>
                  <a:lnTo>
                    <a:pt x="7526" y="65279"/>
                  </a:lnTo>
                  <a:lnTo>
                    <a:pt x="0" y="65279"/>
                  </a:lnTo>
                  <a:close/>
                  <a:moveTo>
                    <a:pt x="25298" y="34794"/>
                  </a:moveTo>
                  <a:cubicBezTo>
                    <a:pt x="35924" y="34794"/>
                    <a:pt x="43134" y="29661"/>
                    <a:pt x="43134" y="20915"/>
                  </a:cubicBezTo>
                  <a:cubicBezTo>
                    <a:pt x="43134" y="12169"/>
                    <a:pt x="35924" y="7035"/>
                    <a:pt x="25298" y="7035"/>
                  </a:cubicBezTo>
                  <a:lnTo>
                    <a:pt x="7400" y="7035"/>
                  </a:lnTo>
                  <a:lnTo>
                    <a:pt x="7400" y="34604"/>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Picture Placeholder 80">
              <a:extLst>
                <a:ext uri="{FF2B5EF4-FFF2-40B4-BE49-F238E27FC236}">
                  <a16:creationId xmlns:a16="http://schemas.microsoft.com/office/drawing/2014/main" id="{14E31FFE-8BE6-1849-99E2-049F8B3B2B84}"/>
                </a:ext>
              </a:extLst>
            </p:cNvPr>
            <p:cNvSpPr/>
            <p:nvPr/>
          </p:nvSpPr>
          <p:spPr>
            <a:xfrm>
              <a:off x="11077463" y="717459"/>
              <a:ext cx="600837" cy="602216"/>
            </a:xfrm>
            <a:custGeom>
              <a:avLst/>
              <a:gdLst>
                <a:gd name="connsiteX0" fmla="*/ 540690 w 600837"/>
                <a:gd name="connsiteY0" fmla="*/ 602216 h 602216"/>
                <a:gd name="connsiteX1" fmla="*/ 477444 w 600837"/>
                <a:gd name="connsiteY1" fmla="*/ 602216 h 602216"/>
                <a:gd name="connsiteX2" fmla="*/ 477444 w 600837"/>
                <a:gd name="connsiteY2" fmla="*/ 586372 h 602216"/>
                <a:gd name="connsiteX3" fmla="*/ 540690 w 600837"/>
                <a:gd name="connsiteY3" fmla="*/ 586372 h 602216"/>
                <a:gd name="connsiteX4" fmla="*/ 445821 w 600837"/>
                <a:gd name="connsiteY4" fmla="*/ 602216 h 602216"/>
                <a:gd name="connsiteX5" fmla="*/ 382575 w 600837"/>
                <a:gd name="connsiteY5" fmla="*/ 602216 h 602216"/>
                <a:gd name="connsiteX6" fmla="*/ 382575 w 600837"/>
                <a:gd name="connsiteY6" fmla="*/ 586372 h 602216"/>
                <a:gd name="connsiteX7" fmla="*/ 445821 w 600837"/>
                <a:gd name="connsiteY7" fmla="*/ 586372 h 602216"/>
                <a:gd name="connsiteX8" fmla="*/ 350952 w 600837"/>
                <a:gd name="connsiteY8" fmla="*/ 602216 h 602216"/>
                <a:gd name="connsiteX9" fmla="*/ 287706 w 600837"/>
                <a:gd name="connsiteY9" fmla="*/ 602216 h 602216"/>
                <a:gd name="connsiteX10" fmla="*/ 287706 w 600837"/>
                <a:gd name="connsiteY10" fmla="*/ 586372 h 602216"/>
                <a:gd name="connsiteX11" fmla="*/ 350952 w 600837"/>
                <a:gd name="connsiteY11" fmla="*/ 586372 h 602216"/>
                <a:gd name="connsiteX12" fmla="*/ 256083 w 600837"/>
                <a:gd name="connsiteY12" fmla="*/ 602216 h 602216"/>
                <a:gd name="connsiteX13" fmla="*/ 192837 w 600837"/>
                <a:gd name="connsiteY13" fmla="*/ 602216 h 602216"/>
                <a:gd name="connsiteX14" fmla="*/ 192837 w 600837"/>
                <a:gd name="connsiteY14" fmla="*/ 586372 h 602216"/>
                <a:gd name="connsiteX15" fmla="*/ 256083 w 600837"/>
                <a:gd name="connsiteY15" fmla="*/ 586372 h 602216"/>
                <a:gd name="connsiteX16" fmla="*/ 161214 w 600837"/>
                <a:gd name="connsiteY16" fmla="*/ 602216 h 602216"/>
                <a:gd name="connsiteX17" fmla="*/ 97968 w 600837"/>
                <a:gd name="connsiteY17" fmla="*/ 602216 h 602216"/>
                <a:gd name="connsiteX18" fmla="*/ 97968 w 600837"/>
                <a:gd name="connsiteY18" fmla="*/ 586372 h 602216"/>
                <a:gd name="connsiteX19" fmla="*/ 161214 w 600837"/>
                <a:gd name="connsiteY19" fmla="*/ 586372 h 602216"/>
                <a:gd name="connsiteX20" fmla="*/ 66345 w 600837"/>
                <a:gd name="connsiteY20" fmla="*/ 602216 h 602216"/>
                <a:gd name="connsiteX21" fmla="*/ 0 w 600837"/>
                <a:gd name="connsiteY21" fmla="*/ 602216 h 602216"/>
                <a:gd name="connsiteX22" fmla="*/ 0 w 600837"/>
                <a:gd name="connsiteY22" fmla="*/ 589541 h 602216"/>
                <a:gd name="connsiteX23" fmla="*/ 7906 w 600837"/>
                <a:gd name="connsiteY23" fmla="*/ 589541 h 602216"/>
                <a:gd name="connsiteX24" fmla="*/ 7906 w 600837"/>
                <a:gd name="connsiteY24" fmla="*/ 586435 h 602216"/>
                <a:gd name="connsiteX25" fmla="*/ 66345 w 600837"/>
                <a:gd name="connsiteY25" fmla="*/ 586435 h 602216"/>
                <a:gd name="connsiteX26" fmla="*/ 600837 w 600837"/>
                <a:gd name="connsiteY26" fmla="*/ 597209 h 602216"/>
                <a:gd name="connsiteX27" fmla="*/ 585026 w 600837"/>
                <a:gd name="connsiteY27" fmla="*/ 597209 h 602216"/>
                <a:gd name="connsiteX28" fmla="*/ 585026 w 600837"/>
                <a:gd name="connsiteY28" fmla="*/ 583266 h 602216"/>
                <a:gd name="connsiteX29" fmla="*/ 600837 w 600837"/>
                <a:gd name="connsiteY29" fmla="*/ 583266 h 602216"/>
                <a:gd name="connsiteX30" fmla="*/ 15812 w 600837"/>
                <a:gd name="connsiteY30" fmla="*/ 557788 h 602216"/>
                <a:gd name="connsiteX31" fmla="*/ 0 w 600837"/>
                <a:gd name="connsiteY31" fmla="*/ 557788 h 602216"/>
                <a:gd name="connsiteX32" fmla="*/ 0 w 600837"/>
                <a:gd name="connsiteY32" fmla="*/ 494410 h 602216"/>
                <a:gd name="connsiteX33" fmla="*/ 15812 w 600837"/>
                <a:gd name="connsiteY33" fmla="*/ 494410 h 602216"/>
                <a:gd name="connsiteX34" fmla="*/ 600837 w 600837"/>
                <a:gd name="connsiteY34" fmla="*/ 551450 h 602216"/>
                <a:gd name="connsiteX35" fmla="*/ 585026 w 600837"/>
                <a:gd name="connsiteY35" fmla="*/ 551450 h 602216"/>
                <a:gd name="connsiteX36" fmla="*/ 585026 w 600837"/>
                <a:gd name="connsiteY36" fmla="*/ 488073 h 602216"/>
                <a:gd name="connsiteX37" fmla="*/ 600837 w 600837"/>
                <a:gd name="connsiteY37" fmla="*/ 488073 h 602216"/>
                <a:gd name="connsiteX38" fmla="*/ 15812 w 600837"/>
                <a:gd name="connsiteY38" fmla="*/ 462722 h 602216"/>
                <a:gd name="connsiteX39" fmla="*/ 0 w 600837"/>
                <a:gd name="connsiteY39" fmla="*/ 462722 h 602216"/>
                <a:gd name="connsiteX40" fmla="*/ 0 w 600837"/>
                <a:gd name="connsiteY40" fmla="*/ 399344 h 602216"/>
                <a:gd name="connsiteX41" fmla="*/ 15812 w 600837"/>
                <a:gd name="connsiteY41" fmla="*/ 399344 h 602216"/>
                <a:gd name="connsiteX42" fmla="*/ 600837 w 600837"/>
                <a:gd name="connsiteY42" fmla="*/ 456384 h 602216"/>
                <a:gd name="connsiteX43" fmla="*/ 585026 w 600837"/>
                <a:gd name="connsiteY43" fmla="*/ 456384 h 602216"/>
                <a:gd name="connsiteX44" fmla="*/ 585026 w 600837"/>
                <a:gd name="connsiteY44" fmla="*/ 393006 h 602216"/>
                <a:gd name="connsiteX45" fmla="*/ 600837 w 600837"/>
                <a:gd name="connsiteY45" fmla="*/ 393006 h 602216"/>
                <a:gd name="connsiteX46" fmla="*/ 15812 w 600837"/>
                <a:gd name="connsiteY46" fmla="*/ 367655 h 602216"/>
                <a:gd name="connsiteX47" fmla="*/ 0 w 600837"/>
                <a:gd name="connsiteY47" fmla="*/ 367655 h 602216"/>
                <a:gd name="connsiteX48" fmla="*/ 0 w 600837"/>
                <a:gd name="connsiteY48" fmla="*/ 304277 h 602216"/>
                <a:gd name="connsiteX49" fmla="*/ 15812 w 600837"/>
                <a:gd name="connsiteY49" fmla="*/ 304277 h 602216"/>
                <a:gd name="connsiteX50" fmla="*/ 600837 w 600837"/>
                <a:gd name="connsiteY50" fmla="*/ 361317 h 602216"/>
                <a:gd name="connsiteX51" fmla="*/ 585026 w 600837"/>
                <a:gd name="connsiteY51" fmla="*/ 361317 h 602216"/>
                <a:gd name="connsiteX52" fmla="*/ 585026 w 600837"/>
                <a:gd name="connsiteY52" fmla="*/ 297939 h 602216"/>
                <a:gd name="connsiteX53" fmla="*/ 600837 w 600837"/>
                <a:gd name="connsiteY53" fmla="*/ 297939 h 602216"/>
                <a:gd name="connsiteX54" fmla="*/ 15812 w 600837"/>
                <a:gd name="connsiteY54" fmla="*/ 272588 h 602216"/>
                <a:gd name="connsiteX55" fmla="*/ 0 w 600837"/>
                <a:gd name="connsiteY55" fmla="*/ 272588 h 602216"/>
                <a:gd name="connsiteX56" fmla="*/ 0 w 600837"/>
                <a:gd name="connsiteY56" fmla="*/ 209210 h 602216"/>
                <a:gd name="connsiteX57" fmla="*/ 15812 w 600837"/>
                <a:gd name="connsiteY57" fmla="*/ 209210 h 602216"/>
                <a:gd name="connsiteX58" fmla="*/ 600837 w 600837"/>
                <a:gd name="connsiteY58" fmla="*/ 266250 h 602216"/>
                <a:gd name="connsiteX59" fmla="*/ 585026 w 600837"/>
                <a:gd name="connsiteY59" fmla="*/ 266250 h 602216"/>
                <a:gd name="connsiteX60" fmla="*/ 585026 w 600837"/>
                <a:gd name="connsiteY60" fmla="*/ 202872 h 602216"/>
                <a:gd name="connsiteX61" fmla="*/ 600837 w 600837"/>
                <a:gd name="connsiteY61" fmla="*/ 202872 h 602216"/>
                <a:gd name="connsiteX62" fmla="*/ 15812 w 600837"/>
                <a:gd name="connsiteY62" fmla="*/ 177521 h 602216"/>
                <a:gd name="connsiteX63" fmla="*/ 0 w 600837"/>
                <a:gd name="connsiteY63" fmla="*/ 177521 h 602216"/>
                <a:gd name="connsiteX64" fmla="*/ 0 w 600837"/>
                <a:gd name="connsiteY64" fmla="*/ 114143 h 602216"/>
                <a:gd name="connsiteX65" fmla="*/ 15812 w 600837"/>
                <a:gd name="connsiteY65" fmla="*/ 114143 h 602216"/>
                <a:gd name="connsiteX66" fmla="*/ 600837 w 600837"/>
                <a:gd name="connsiteY66" fmla="*/ 171184 h 602216"/>
                <a:gd name="connsiteX67" fmla="*/ 585026 w 600837"/>
                <a:gd name="connsiteY67" fmla="*/ 171184 h 602216"/>
                <a:gd name="connsiteX68" fmla="*/ 585026 w 600837"/>
                <a:gd name="connsiteY68" fmla="*/ 107806 h 602216"/>
                <a:gd name="connsiteX69" fmla="*/ 600837 w 600837"/>
                <a:gd name="connsiteY69" fmla="*/ 107806 h 602216"/>
                <a:gd name="connsiteX70" fmla="*/ 15812 w 600837"/>
                <a:gd name="connsiteY70" fmla="*/ 82455 h 602216"/>
                <a:gd name="connsiteX71" fmla="*/ 0 w 600837"/>
                <a:gd name="connsiteY71" fmla="*/ 82455 h 602216"/>
                <a:gd name="connsiteX72" fmla="*/ 0 w 600837"/>
                <a:gd name="connsiteY72" fmla="*/ 19077 h 602216"/>
                <a:gd name="connsiteX73" fmla="*/ 15812 w 600837"/>
                <a:gd name="connsiteY73" fmla="*/ 19077 h 602216"/>
                <a:gd name="connsiteX74" fmla="*/ 600837 w 600837"/>
                <a:gd name="connsiteY74" fmla="*/ 76117 h 602216"/>
                <a:gd name="connsiteX75" fmla="*/ 585026 w 600837"/>
                <a:gd name="connsiteY75" fmla="*/ 76117 h 602216"/>
                <a:gd name="connsiteX76" fmla="*/ 585026 w 600837"/>
                <a:gd name="connsiteY76" fmla="*/ 12739 h 602216"/>
                <a:gd name="connsiteX77" fmla="*/ 600837 w 600837"/>
                <a:gd name="connsiteY77" fmla="*/ 12739 h 602216"/>
                <a:gd name="connsiteX78" fmla="*/ 566115 w 600837"/>
                <a:gd name="connsiteY78" fmla="*/ 15844 h 602216"/>
                <a:gd name="connsiteX79" fmla="*/ 502869 w 600837"/>
                <a:gd name="connsiteY79" fmla="*/ 15844 h 602216"/>
                <a:gd name="connsiteX80" fmla="*/ 502869 w 600837"/>
                <a:gd name="connsiteY80" fmla="*/ 0 h 602216"/>
                <a:gd name="connsiteX81" fmla="*/ 566115 w 600837"/>
                <a:gd name="connsiteY81" fmla="*/ 0 h 602216"/>
                <a:gd name="connsiteX82" fmla="*/ 471246 w 600837"/>
                <a:gd name="connsiteY82" fmla="*/ 15844 h 602216"/>
                <a:gd name="connsiteX83" fmla="*/ 408000 w 600837"/>
                <a:gd name="connsiteY83" fmla="*/ 15844 h 602216"/>
                <a:gd name="connsiteX84" fmla="*/ 408000 w 600837"/>
                <a:gd name="connsiteY84" fmla="*/ 0 h 602216"/>
                <a:gd name="connsiteX85" fmla="*/ 471246 w 600837"/>
                <a:gd name="connsiteY85" fmla="*/ 0 h 602216"/>
                <a:gd name="connsiteX86" fmla="*/ 376377 w 600837"/>
                <a:gd name="connsiteY86" fmla="*/ 15844 h 602216"/>
                <a:gd name="connsiteX87" fmla="*/ 313131 w 600837"/>
                <a:gd name="connsiteY87" fmla="*/ 15844 h 602216"/>
                <a:gd name="connsiteX88" fmla="*/ 313131 w 600837"/>
                <a:gd name="connsiteY88" fmla="*/ 0 h 602216"/>
                <a:gd name="connsiteX89" fmla="*/ 376377 w 600837"/>
                <a:gd name="connsiteY89" fmla="*/ 0 h 602216"/>
                <a:gd name="connsiteX90" fmla="*/ 281508 w 600837"/>
                <a:gd name="connsiteY90" fmla="*/ 15844 h 602216"/>
                <a:gd name="connsiteX91" fmla="*/ 218262 w 600837"/>
                <a:gd name="connsiteY91" fmla="*/ 15844 h 602216"/>
                <a:gd name="connsiteX92" fmla="*/ 218262 w 600837"/>
                <a:gd name="connsiteY92" fmla="*/ 0 h 602216"/>
                <a:gd name="connsiteX93" fmla="*/ 281508 w 600837"/>
                <a:gd name="connsiteY93" fmla="*/ 0 h 602216"/>
                <a:gd name="connsiteX94" fmla="*/ 186639 w 600837"/>
                <a:gd name="connsiteY94" fmla="*/ 15844 h 602216"/>
                <a:gd name="connsiteX95" fmla="*/ 123393 w 600837"/>
                <a:gd name="connsiteY95" fmla="*/ 15844 h 602216"/>
                <a:gd name="connsiteX96" fmla="*/ 123393 w 600837"/>
                <a:gd name="connsiteY96" fmla="*/ 0 h 602216"/>
                <a:gd name="connsiteX97" fmla="*/ 186639 w 600837"/>
                <a:gd name="connsiteY97" fmla="*/ 0 h 602216"/>
                <a:gd name="connsiteX98" fmla="*/ 91770 w 600837"/>
                <a:gd name="connsiteY98" fmla="*/ 15844 h 602216"/>
                <a:gd name="connsiteX99" fmla="*/ 28524 w 600837"/>
                <a:gd name="connsiteY99" fmla="*/ 15844 h 602216"/>
                <a:gd name="connsiteX100" fmla="*/ 28524 w 600837"/>
                <a:gd name="connsiteY100" fmla="*/ 0 h 602216"/>
                <a:gd name="connsiteX101" fmla="*/ 91770 w 600837"/>
                <a:gd name="connsiteY101" fmla="*/ 0 h 602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600837" h="602216">
                  <a:moveTo>
                    <a:pt x="540690" y="602216"/>
                  </a:moveTo>
                  <a:lnTo>
                    <a:pt x="477444" y="602216"/>
                  </a:lnTo>
                  <a:lnTo>
                    <a:pt x="477444" y="586372"/>
                  </a:lnTo>
                  <a:lnTo>
                    <a:pt x="540690" y="586372"/>
                  </a:lnTo>
                  <a:close/>
                  <a:moveTo>
                    <a:pt x="445821" y="602216"/>
                  </a:moveTo>
                  <a:lnTo>
                    <a:pt x="382575" y="602216"/>
                  </a:lnTo>
                  <a:lnTo>
                    <a:pt x="382575" y="586372"/>
                  </a:lnTo>
                  <a:lnTo>
                    <a:pt x="445821" y="586372"/>
                  </a:lnTo>
                  <a:close/>
                  <a:moveTo>
                    <a:pt x="350952" y="602216"/>
                  </a:moveTo>
                  <a:lnTo>
                    <a:pt x="287706" y="602216"/>
                  </a:lnTo>
                  <a:lnTo>
                    <a:pt x="287706" y="586372"/>
                  </a:lnTo>
                  <a:lnTo>
                    <a:pt x="350952" y="586372"/>
                  </a:lnTo>
                  <a:close/>
                  <a:moveTo>
                    <a:pt x="256083" y="602216"/>
                  </a:moveTo>
                  <a:lnTo>
                    <a:pt x="192837" y="602216"/>
                  </a:lnTo>
                  <a:lnTo>
                    <a:pt x="192837" y="586372"/>
                  </a:lnTo>
                  <a:lnTo>
                    <a:pt x="256083" y="586372"/>
                  </a:lnTo>
                  <a:close/>
                  <a:moveTo>
                    <a:pt x="161214" y="602216"/>
                  </a:moveTo>
                  <a:lnTo>
                    <a:pt x="97968" y="602216"/>
                  </a:lnTo>
                  <a:lnTo>
                    <a:pt x="97968" y="586372"/>
                  </a:lnTo>
                  <a:lnTo>
                    <a:pt x="161214" y="586372"/>
                  </a:lnTo>
                  <a:close/>
                  <a:moveTo>
                    <a:pt x="66345" y="602216"/>
                  </a:moveTo>
                  <a:lnTo>
                    <a:pt x="0" y="602216"/>
                  </a:lnTo>
                  <a:lnTo>
                    <a:pt x="0" y="589541"/>
                  </a:lnTo>
                  <a:lnTo>
                    <a:pt x="7906" y="589541"/>
                  </a:lnTo>
                  <a:lnTo>
                    <a:pt x="7906" y="586435"/>
                  </a:lnTo>
                  <a:lnTo>
                    <a:pt x="66345" y="586435"/>
                  </a:lnTo>
                  <a:close/>
                  <a:moveTo>
                    <a:pt x="600837" y="597209"/>
                  </a:moveTo>
                  <a:lnTo>
                    <a:pt x="585026" y="597209"/>
                  </a:lnTo>
                  <a:lnTo>
                    <a:pt x="585026" y="583266"/>
                  </a:lnTo>
                  <a:lnTo>
                    <a:pt x="600837" y="583266"/>
                  </a:lnTo>
                  <a:close/>
                  <a:moveTo>
                    <a:pt x="15812" y="557788"/>
                  </a:moveTo>
                  <a:lnTo>
                    <a:pt x="0" y="557788"/>
                  </a:lnTo>
                  <a:lnTo>
                    <a:pt x="0" y="494410"/>
                  </a:lnTo>
                  <a:lnTo>
                    <a:pt x="15812" y="494410"/>
                  </a:lnTo>
                  <a:close/>
                  <a:moveTo>
                    <a:pt x="600837" y="551450"/>
                  </a:moveTo>
                  <a:lnTo>
                    <a:pt x="585026" y="551450"/>
                  </a:lnTo>
                  <a:lnTo>
                    <a:pt x="585026" y="488073"/>
                  </a:lnTo>
                  <a:lnTo>
                    <a:pt x="600837" y="488073"/>
                  </a:lnTo>
                  <a:close/>
                  <a:moveTo>
                    <a:pt x="15812" y="462722"/>
                  </a:moveTo>
                  <a:lnTo>
                    <a:pt x="0" y="462722"/>
                  </a:lnTo>
                  <a:lnTo>
                    <a:pt x="0" y="399344"/>
                  </a:lnTo>
                  <a:lnTo>
                    <a:pt x="15812" y="399344"/>
                  </a:lnTo>
                  <a:close/>
                  <a:moveTo>
                    <a:pt x="600837" y="456384"/>
                  </a:moveTo>
                  <a:lnTo>
                    <a:pt x="585026" y="456384"/>
                  </a:lnTo>
                  <a:lnTo>
                    <a:pt x="585026" y="393006"/>
                  </a:lnTo>
                  <a:lnTo>
                    <a:pt x="600837" y="393006"/>
                  </a:lnTo>
                  <a:close/>
                  <a:moveTo>
                    <a:pt x="15812" y="367655"/>
                  </a:moveTo>
                  <a:lnTo>
                    <a:pt x="0" y="367655"/>
                  </a:lnTo>
                  <a:lnTo>
                    <a:pt x="0" y="304277"/>
                  </a:lnTo>
                  <a:lnTo>
                    <a:pt x="15812" y="304277"/>
                  </a:lnTo>
                  <a:close/>
                  <a:moveTo>
                    <a:pt x="600837" y="361317"/>
                  </a:moveTo>
                  <a:lnTo>
                    <a:pt x="585026" y="361317"/>
                  </a:lnTo>
                  <a:lnTo>
                    <a:pt x="585026" y="297939"/>
                  </a:lnTo>
                  <a:lnTo>
                    <a:pt x="600837" y="297939"/>
                  </a:lnTo>
                  <a:close/>
                  <a:moveTo>
                    <a:pt x="15812" y="272588"/>
                  </a:moveTo>
                  <a:lnTo>
                    <a:pt x="0" y="272588"/>
                  </a:lnTo>
                  <a:lnTo>
                    <a:pt x="0" y="209210"/>
                  </a:lnTo>
                  <a:lnTo>
                    <a:pt x="15812" y="209210"/>
                  </a:lnTo>
                  <a:close/>
                  <a:moveTo>
                    <a:pt x="600837" y="266250"/>
                  </a:moveTo>
                  <a:lnTo>
                    <a:pt x="585026" y="266250"/>
                  </a:lnTo>
                  <a:lnTo>
                    <a:pt x="585026" y="202872"/>
                  </a:lnTo>
                  <a:lnTo>
                    <a:pt x="600837" y="202872"/>
                  </a:lnTo>
                  <a:close/>
                  <a:moveTo>
                    <a:pt x="15812" y="177521"/>
                  </a:moveTo>
                  <a:lnTo>
                    <a:pt x="0" y="177521"/>
                  </a:lnTo>
                  <a:lnTo>
                    <a:pt x="0" y="114143"/>
                  </a:lnTo>
                  <a:lnTo>
                    <a:pt x="15812" y="114143"/>
                  </a:lnTo>
                  <a:close/>
                  <a:moveTo>
                    <a:pt x="600837" y="171184"/>
                  </a:moveTo>
                  <a:lnTo>
                    <a:pt x="585026" y="171184"/>
                  </a:lnTo>
                  <a:lnTo>
                    <a:pt x="585026" y="107806"/>
                  </a:lnTo>
                  <a:lnTo>
                    <a:pt x="600837" y="107806"/>
                  </a:lnTo>
                  <a:close/>
                  <a:moveTo>
                    <a:pt x="15812" y="82455"/>
                  </a:moveTo>
                  <a:lnTo>
                    <a:pt x="0" y="82455"/>
                  </a:lnTo>
                  <a:lnTo>
                    <a:pt x="0" y="19077"/>
                  </a:lnTo>
                  <a:lnTo>
                    <a:pt x="15812" y="19077"/>
                  </a:lnTo>
                  <a:close/>
                  <a:moveTo>
                    <a:pt x="600837" y="76117"/>
                  </a:moveTo>
                  <a:lnTo>
                    <a:pt x="585026" y="76117"/>
                  </a:lnTo>
                  <a:lnTo>
                    <a:pt x="585026" y="12739"/>
                  </a:lnTo>
                  <a:lnTo>
                    <a:pt x="600837" y="12739"/>
                  </a:lnTo>
                  <a:close/>
                  <a:moveTo>
                    <a:pt x="566115" y="15844"/>
                  </a:moveTo>
                  <a:lnTo>
                    <a:pt x="502869" y="15844"/>
                  </a:lnTo>
                  <a:lnTo>
                    <a:pt x="502869" y="0"/>
                  </a:lnTo>
                  <a:lnTo>
                    <a:pt x="566115" y="0"/>
                  </a:lnTo>
                  <a:close/>
                  <a:moveTo>
                    <a:pt x="471246" y="15844"/>
                  </a:moveTo>
                  <a:lnTo>
                    <a:pt x="408000" y="15844"/>
                  </a:lnTo>
                  <a:lnTo>
                    <a:pt x="408000" y="0"/>
                  </a:lnTo>
                  <a:lnTo>
                    <a:pt x="471246" y="0"/>
                  </a:lnTo>
                  <a:close/>
                  <a:moveTo>
                    <a:pt x="376377" y="15844"/>
                  </a:moveTo>
                  <a:lnTo>
                    <a:pt x="313131" y="15844"/>
                  </a:lnTo>
                  <a:lnTo>
                    <a:pt x="313131" y="0"/>
                  </a:lnTo>
                  <a:lnTo>
                    <a:pt x="376377" y="0"/>
                  </a:lnTo>
                  <a:close/>
                  <a:moveTo>
                    <a:pt x="281508" y="15844"/>
                  </a:moveTo>
                  <a:lnTo>
                    <a:pt x="218262" y="15844"/>
                  </a:lnTo>
                  <a:lnTo>
                    <a:pt x="218262" y="0"/>
                  </a:lnTo>
                  <a:lnTo>
                    <a:pt x="281508" y="0"/>
                  </a:lnTo>
                  <a:close/>
                  <a:moveTo>
                    <a:pt x="186639" y="15844"/>
                  </a:moveTo>
                  <a:lnTo>
                    <a:pt x="123393" y="15844"/>
                  </a:lnTo>
                  <a:lnTo>
                    <a:pt x="123393" y="0"/>
                  </a:lnTo>
                  <a:lnTo>
                    <a:pt x="186639" y="0"/>
                  </a:lnTo>
                  <a:close/>
                  <a:moveTo>
                    <a:pt x="91770" y="15844"/>
                  </a:moveTo>
                  <a:lnTo>
                    <a:pt x="28524" y="15844"/>
                  </a:lnTo>
                  <a:lnTo>
                    <a:pt x="28524" y="0"/>
                  </a:lnTo>
                  <a:lnTo>
                    <a:pt x="91770" y="0"/>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Picture Placeholder 80">
              <a:extLst>
                <a:ext uri="{FF2B5EF4-FFF2-40B4-BE49-F238E27FC236}">
                  <a16:creationId xmlns:a16="http://schemas.microsoft.com/office/drawing/2014/main" id="{14E31FFE-8BE6-1849-99E2-049F8B3B2B84}"/>
                </a:ext>
              </a:extLst>
            </p:cNvPr>
            <p:cNvSpPr/>
            <p:nvPr/>
          </p:nvSpPr>
          <p:spPr>
            <a:xfrm>
              <a:off x="11169676" y="806695"/>
              <a:ext cx="423937" cy="428307"/>
            </a:xfrm>
            <a:custGeom>
              <a:avLst/>
              <a:gdLst>
                <a:gd name="connsiteX0" fmla="*/ 402308 w 423937"/>
                <a:gd name="connsiteY0" fmla="*/ 395604 h 428307"/>
                <a:gd name="connsiteX1" fmla="*/ 348485 w 423937"/>
                <a:gd name="connsiteY1" fmla="*/ 341860 h 428307"/>
                <a:gd name="connsiteX2" fmla="*/ 346272 w 423937"/>
                <a:gd name="connsiteY2" fmla="*/ 344015 h 428307"/>
                <a:gd name="connsiteX3" fmla="*/ 350509 w 423937"/>
                <a:gd name="connsiteY3" fmla="*/ 330072 h 428307"/>
                <a:gd name="connsiteX4" fmla="*/ 350509 w 423937"/>
                <a:gd name="connsiteY4" fmla="*/ 95574 h 428307"/>
                <a:gd name="connsiteX5" fmla="*/ 348612 w 423937"/>
                <a:gd name="connsiteY5" fmla="*/ 86067 h 428307"/>
                <a:gd name="connsiteX6" fmla="*/ 402371 w 423937"/>
                <a:gd name="connsiteY6" fmla="*/ 32766 h 428307"/>
                <a:gd name="connsiteX7" fmla="*/ 412301 w 423937"/>
                <a:gd name="connsiteY7" fmla="*/ 43034 h 428307"/>
                <a:gd name="connsiteX8" fmla="*/ 423938 w 423937"/>
                <a:gd name="connsiteY8" fmla="*/ 380 h 428307"/>
                <a:gd name="connsiteX9" fmla="*/ 381247 w 423937"/>
                <a:gd name="connsiteY9" fmla="*/ 11345 h 428307"/>
                <a:gd name="connsiteX10" fmla="*/ 391240 w 423937"/>
                <a:gd name="connsiteY10" fmla="*/ 21422 h 428307"/>
                <a:gd name="connsiteX11" fmla="*/ 338429 w 423937"/>
                <a:gd name="connsiteY11" fmla="*/ 74025 h 428307"/>
                <a:gd name="connsiteX12" fmla="*/ 325274 w 423937"/>
                <a:gd name="connsiteY12" fmla="*/ 70223 h 428307"/>
                <a:gd name="connsiteX13" fmla="*/ 91264 w 423937"/>
                <a:gd name="connsiteY13" fmla="*/ 70223 h 428307"/>
                <a:gd name="connsiteX14" fmla="*/ 83042 w 423937"/>
                <a:gd name="connsiteY14" fmla="*/ 71680 h 428307"/>
                <a:gd name="connsiteX15" fmla="*/ 32698 w 423937"/>
                <a:gd name="connsiteY15" fmla="*/ 21485 h 428307"/>
                <a:gd name="connsiteX16" fmla="*/ 42691 w 423937"/>
                <a:gd name="connsiteY16" fmla="*/ 11345 h 428307"/>
                <a:gd name="connsiteX17" fmla="*/ 0 w 423937"/>
                <a:gd name="connsiteY17" fmla="*/ 0 h 428307"/>
                <a:gd name="connsiteX18" fmla="*/ 11511 w 423937"/>
                <a:gd name="connsiteY18" fmla="*/ 43034 h 428307"/>
                <a:gd name="connsiteX19" fmla="*/ 21567 w 423937"/>
                <a:gd name="connsiteY19" fmla="*/ 32956 h 428307"/>
                <a:gd name="connsiteX20" fmla="*/ 70266 w 423937"/>
                <a:gd name="connsiteY20" fmla="*/ 81060 h 428307"/>
                <a:gd name="connsiteX21" fmla="*/ 65902 w 423937"/>
                <a:gd name="connsiteY21" fmla="*/ 95320 h 428307"/>
                <a:gd name="connsiteX22" fmla="*/ 65902 w 423937"/>
                <a:gd name="connsiteY22" fmla="*/ 329818 h 428307"/>
                <a:gd name="connsiteX23" fmla="*/ 71468 w 423937"/>
                <a:gd name="connsiteY23" fmla="*/ 345536 h 428307"/>
                <a:gd name="connsiteX24" fmla="*/ 21567 w 423937"/>
                <a:gd name="connsiteY24" fmla="*/ 395604 h 428307"/>
                <a:gd name="connsiteX25" fmla="*/ 11511 w 423937"/>
                <a:gd name="connsiteY25" fmla="*/ 385274 h 428307"/>
                <a:gd name="connsiteX26" fmla="*/ 0 w 423937"/>
                <a:gd name="connsiteY26" fmla="*/ 427990 h 428307"/>
                <a:gd name="connsiteX27" fmla="*/ 42691 w 423937"/>
                <a:gd name="connsiteY27" fmla="*/ 416963 h 428307"/>
                <a:gd name="connsiteX28" fmla="*/ 32698 w 423937"/>
                <a:gd name="connsiteY28" fmla="*/ 406822 h 428307"/>
                <a:gd name="connsiteX29" fmla="*/ 85066 w 423937"/>
                <a:gd name="connsiteY29" fmla="*/ 354599 h 428307"/>
                <a:gd name="connsiteX30" fmla="*/ 91390 w 423937"/>
                <a:gd name="connsiteY30" fmla="*/ 355423 h 428307"/>
                <a:gd name="connsiteX31" fmla="*/ 325401 w 423937"/>
                <a:gd name="connsiteY31" fmla="*/ 355423 h 428307"/>
                <a:gd name="connsiteX32" fmla="*/ 339378 w 423937"/>
                <a:gd name="connsiteY32" fmla="*/ 351177 h 428307"/>
                <a:gd name="connsiteX33" fmla="*/ 337481 w 423937"/>
                <a:gd name="connsiteY33" fmla="*/ 353078 h 428307"/>
                <a:gd name="connsiteX34" fmla="*/ 391366 w 423937"/>
                <a:gd name="connsiteY34" fmla="*/ 406822 h 428307"/>
                <a:gd name="connsiteX35" fmla="*/ 381184 w 423937"/>
                <a:gd name="connsiteY35" fmla="*/ 416963 h 428307"/>
                <a:gd name="connsiteX36" fmla="*/ 423875 w 423937"/>
                <a:gd name="connsiteY36" fmla="*/ 428307 h 428307"/>
                <a:gd name="connsiteX37" fmla="*/ 412364 w 423937"/>
                <a:gd name="connsiteY37" fmla="*/ 385274 h 428307"/>
                <a:gd name="connsiteX38" fmla="*/ 334698 w 423937"/>
                <a:gd name="connsiteY38" fmla="*/ 330072 h 428307"/>
                <a:gd name="connsiteX39" fmla="*/ 325211 w 423937"/>
                <a:gd name="connsiteY39" fmla="*/ 339578 h 428307"/>
                <a:gd name="connsiteX40" fmla="*/ 91201 w 423937"/>
                <a:gd name="connsiteY40" fmla="*/ 339578 h 428307"/>
                <a:gd name="connsiteX41" fmla="*/ 81714 w 423937"/>
                <a:gd name="connsiteY41" fmla="*/ 330072 h 428307"/>
                <a:gd name="connsiteX42" fmla="*/ 81714 w 423937"/>
                <a:gd name="connsiteY42" fmla="*/ 95574 h 428307"/>
                <a:gd name="connsiteX43" fmla="*/ 91201 w 423937"/>
                <a:gd name="connsiteY43" fmla="*/ 86067 h 428307"/>
                <a:gd name="connsiteX44" fmla="*/ 325211 w 423937"/>
                <a:gd name="connsiteY44" fmla="*/ 86067 h 428307"/>
                <a:gd name="connsiteX45" fmla="*/ 334698 w 423937"/>
                <a:gd name="connsiteY45" fmla="*/ 95574 h 428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23937" h="428307">
                  <a:moveTo>
                    <a:pt x="402308" y="395604"/>
                  </a:moveTo>
                  <a:lnTo>
                    <a:pt x="348485" y="341860"/>
                  </a:lnTo>
                  <a:lnTo>
                    <a:pt x="346272" y="344015"/>
                  </a:lnTo>
                  <a:cubicBezTo>
                    <a:pt x="349016" y="339883"/>
                    <a:pt x="350489" y="335035"/>
                    <a:pt x="350509" y="330072"/>
                  </a:cubicBezTo>
                  <a:lnTo>
                    <a:pt x="350509" y="95574"/>
                  </a:lnTo>
                  <a:cubicBezTo>
                    <a:pt x="350493" y="92312"/>
                    <a:pt x="349849" y="89084"/>
                    <a:pt x="348612" y="86067"/>
                  </a:cubicBezTo>
                  <a:lnTo>
                    <a:pt x="402371" y="32766"/>
                  </a:lnTo>
                  <a:lnTo>
                    <a:pt x="412301" y="43034"/>
                  </a:lnTo>
                  <a:lnTo>
                    <a:pt x="423938" y="380"/>
                  </a:lnTo>
                  <a:lnTo>
                    <a:pt x="381247" y="11345"/>
                  </a:lnTo>
                  <a:lnTo>
                    <a:pt x="391240" y="21422"/>
                  </a:lnTo>
                  <a:lnTo>
                    <a:pt x="338429" y="74025"/>
                  </a:lnTo>
                  <a:cubicBezTo>
                    <a:pt x="334476" y="71570"/>
                    <a:pt x="329925" y="70254"/>
                    <a:pt x="325274" y="70223"/>
                  </a:cubicBezTo>
                  <a:lnTo>
                    <a:pt x="91264" y="70223"/>
                  </a:lnTo>
                  <a:cubicBezTo>
                    <a:pt x="88462" y="70249"/>
                    <a:pt x="85683" y="70742"/>
                    <a:pt x="83042" y="71680"/>
                  </a:cubicBezTo>
                  <a:lnTo>
                    <a:pt x="32698" y="21485"/>
                  </a:lnTo>
                  <a:lnTo>
                    <a:pt x="42691" y="11345"/>
                  </a:lnTo>
                  <a:lnTo>
                    <a:pt x="0" y="0"/>
                  </a:lnTo>
                  <a:lnTo>
                    <a:pt x="11511" y="43034"/>
                  </a:lnTo>
                  <a:lnTo>
                    <a:pt x="21567" y="32956"/>
                  </a:lnTo>
                  <a:lnTo>
                    <a:pt x="70266" y="81060"/>
                  </a:lnTo>
                  <a:cubicBezTo>
                    <a:pt x="67418" y="85267"/>
                    <a:pt x="65897" y="90236"/>
                    <a:pt x="65902" y="95320"/>
                  </a:cubicBezTo>
                  <a:lnTo>
                    <a:pt x="65902" y="329818"/>
                  </a:lnTo>
                  <a:cubicBezTo>
                    <a:pt x="65935" y="335537"/>
                    <a:pt x="67897" y="341075"/>
                    <a:pt x="71468" y="345536"/>
                  </a:cubicBezTo>
                  <a:lnTo>
                    <a:pt x="21567" y="395604"/>
                  </a:lnTo>
                  <a:lnTo>
                    <a:pt x="11511" y="385274"/>
                  </a:lnTo>
                  <a:lnTo>
                    <a:pt x="0" y="427990"/>
                  </a:lnTo>
                  <a:lnTo>
                    <a:pt x="42691" y="416963"/>
                  </a:lnTo>
                  <a:lnTo>
                    <a:pt x="32698" y="406822"/>
                  </a:lnTo>
                  <a:lnTo>
                    <a:pt x="85066" y="354599"/>
                  </a:lnTo>
                  <a:cubicBezTo>
                    <a:pt x="87129" y="355150"/>
                    <a:pt x="89255" y="355427"/>
                    <a:pt x="91390" y="355423"/>
                  </a:cubicBezTo>
                  <a:lnTo>
                    <a:pt x="325401" y="355423"/>
                  </a:lnTo>
                  <a:cubicBezTo>
                    <a:pt x="330375" y="355415"/>
                    <a:pt x="335237" y="353939"/>
                    <a:pt x="339378" y="351177"/>
                  </a:cubicBezTo>
                  <a:lnTo>
                    <a:pt x="337481" y="353078"/>
                  </a:lnTo>
                  <a:lnTo>
                    <a:pt x="391366" y="406822"/>
                  </a:lnTo>
                  <a:lnTo>
                    <a:pt x="381184" y="416963"/>
                  </a:lnTo>
                  <a:lnTo>
                    <a:pt x="423875" y="428307"/>
                  </a:lnTo>
                  <a:lnTo>
                    <a:pt x="412364" y="385274"/>
                  </a:lnTo>
                  <a:close/>
                  <a:moveTo>
                    <a:pt x="334698" y="330072"/>
                  </a:moveTo>
                  <a:cubicBezTo>
                    <a:pt x="334698" y="335322"/>
                    <a:pt x="330450" y="339578"/>
                    <a:pt x="325211" y="339578"/>
                  </a:cubicBezTo>
                  <a:lnTo>
                    <a:pt x="91201" y="339578"/>
                  </a:lnTo>
                  <a:cubicBezTo>
                    <a:pt x="85961" y="339578"/>
                    <a:pt x="81714" y="335322"/>
                    <a:pt x="81714" y="330072"/>
                  </a:cubicBezTo>
                  <a:lnTo>
                    <a:pt x="81714" y="95574"/>
                  </a:lnTo>
                  <a:cubicBezTo>
                    <a:pt x="81714" y="90324"/>
                    <a:pt x="85961" y="86067"/>
                    <a:pt x="91201" y="86067"/>
                  </a:cubicBezTo>
                  <a:lnTo>
                    <a:pt x="325211" y="86067"/>
                  </a:lnTo>
                  <a:cubicBezTo>
                    <a:pt x="330450" y="86067"/>
                    <a:pt x="334698" y="90324"/>
                    <a:pt x="334698" y="95574"/>
                  </a:cubicBez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0" name="Group 39" descr="Backup-Restore&#10;">
            <a:extLst>
              <a:ext uri="{FF2B5EF4-FFF2-40B4-BE49-F238E27FC236}">
                <a16:creationId xmlns:a16="http://schemas.microsoft.com/office/drawing/2014/main" id="{F69BCB8A-1E68-5A4A-B3C7-83014777C52C}"/>
              </a:ext>
            </a:extLst>
          </p:cNvPr>
          <p:cNvGrpSpPr>
            <a:grpSpLocks noChangeAspect="1"/>
          </p:cNvGrpSpPr>
          <p:nvPr/>
        </p:nvGrpSpPr>
        <p:grpSpPr>
          <a:xfrm>
            <a:off x="9522267" y="4881984"/>
            <a:ext cx="606844" cy="607098"/>
            <a:chOff x="4487614" y="5708568"/>
            <a:chExt cx="606844" cy="607098"/>
          </a:xfrm>
        </p:grpSpPr>
        <p:sp>
          <p:nvSpPr>
            <p:cNvPr id="41" name="Picture Placeholder 87">
              <a:extLst>
                <a:ext uri="{FF2B5EF4-FFF2-40B4-BE49-F238E27FC236}">
                  <a16:creationId xmlns:a16="http://schemas.microsoft.com/office/drawing/2014/main" id="{47949C61-F138-8F46-8F12-4A2896097E93}"/>
                </a:ext>
              </a:extLst>
            </p:cNvPr>
            <p:cNvSpPr/>
            <p:nvPr/>
          </p:nvSpPr>
          <p:spPr>
            <a:xfrm>
              <a:off x="4678869" y="5900014"/>
              <a:ext cx="415589" cy="415652"/>
            </a:xfrm>
            <a:custGeom>
              <a:avLst/>
              <a:gdLst>
                <a:gd name="connsiteX0" fmla="*/ 415589 w 415589"/>
                <a:gd name="connsiteY0" fmla="*/ 415653 h 415652"/>
                <a:gd name="connsiteX1" fmla="*/ 0 w 415589"/>
                <a:gd name="connsiteY1" fmla="*/ 415653 h 415652"/>
                <a:gd name="connsiteX2" fmla="*/ 0 w 415589"/>
                <a:gd name="connsiteY2" fmla="*/ 366447 h 415652"/>
                <a:gd name="connsiteX3" fmla="*/ 15812 w 415589"/>
                <a:gd name="connsiteY3" fmla="*/ 366447 h 415652"/>
                <a:gd name="connsiteX4" fmla="*/ 15812 w 415589"/>
                <a:gd name="connsiteY4" fmla="*/ 399841 h 415652"/>
                <a:gd name="connsiteX5" fmla="*/ 399778 w 415589"/>
                <a:gd name="connsiteY5" fmla="*/ 399841 h 415652"/>
                <a:gd name="connsiteX6" fmla="*/ 399778 w 415589"/>
                <a:gd name="connsiteY6" fmla="*/ 15812 h 415652"/>
                <a:gd name="connsiteX7" fmla="*/ 364550 w 415589"/>
                <a:gd name="connsiteY7" fmla="*/ 15812 h 415652"/>
                <a:gd name="connsiteX8" fmla="*/ 364550 w 415589"/>
                <a:gd name="connsiteY8" fmla="*/ 0 h 415652"/>
                <a:gd name="connsiteX9" fmla="*/ 415589 w 415589"/>
                <a:gd name="connsiteY9" fmla="*/ 0 h 415652"/>
                <a:gd name="connsiteX10" fmla="*/ 415589 w 415589"/>
                <a:gd name="connsiteY10" fmla="*/ 415653 h 41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652">
                  <a:moveTo>
                    <a:pt x="415589" y="415653"/>
                  </a:moveTo>
                  <a:lnTo>
                    <a:pt x="0" y="415653"/>
                  </a:lnTo>
                  <a:lnTo>
                    <a:pt x="0" y="366447"/>
                  </a:lnTo>
                  <a:lnTo>
                    <a:pt x="15812" y="366447"/>
                  </a:lnTo>
                  <a:lnTo>
                    <a:pt x="15812" y="399841"/>
                  </a:lnTo>
                  <a:lnTo>
                    <a:pt x="399778" y="399841"/>
                  </a:lnTo>
                  <a:lnTo>
                    <a:pt x="399778" y="15812"/>
                  </a:lnTo>
                  <a:lnTo>
                    <a:pt x="364550" y="15812"/>
                  </a:lnTo>
                  <a:lnTo>
                    <a:pt x="364550" y="0"/>
                  </a:lnTo>
                  <a:lnTo>
                    <a:pt x="415589" y="0"/>
                  </a:lnTo>
                  <a:lnTo>
                    <a:pt x="415589" y="415653"/>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Picture Placeholder 87">
              <a:extLst>
                <a:ext uri="{FF2B5EF4-FFF2-40B4-BE49-F238E27FC236}">
                  <a16:creationId xmlns:a16="http://schemas.microsoft.com/office/drawing/2014/main" id="{47949C61-F138-8F46-8F12-4A2896097E93}"/>
                </a:ext>
              </a:extLst>
            </p:cNvPr>
            <p:cNvSpPr/>
            <p:nvPr/>
          </p:nvSpPr>
          <p:spPr>
            <a:xfrm>
              <a:off x="4612145" y="5833036"/>
              <a:ext cx="415589" cy="415589"/>
            </a:xfrm>
            <a:custGeom>
              <a:avLst/>
              <a:gdLst>
                <a:gd name="connsiteX0" fmla="*/ 415589 w 415589"/>
                <a:gd name="connsiteY0" fmla="*/ 415589 h 415589"/>
                <a:gd name="connsiteX1" fmla="*/ 0 w 415589"/>
                <a:gd name="connsiteY1" fmla="*/ 415589 h 415589"/>
                <a:gd name="connsiteX2" fmla="*/ 0 w 415589"/>
                <a:gd name="connsiteY2" fmla="*/ 365246 h 415589"/>
                <a:gd name="connsiteX3" fmla="*/ 15812 w 415589"/>
                <a:gd name="connsiteY3" fmla="*/ 365246 h 415589"/>
                <a:gd name="connsiteX4" fmla="*/ 15812 w 415589"/>
                <a:gd name="connsiteY4" fmla="*/ 399778 h 415589"/>
                <a:gd name="connsiteX5" fmla="*/ 399778 w 415589"/>
                <a:gd name="connsiteY5" fmla="*/ 399778 h 415589"/>
                <a:gd name="connsiteX6" fmla="*/ 399778 w 415589"/>
                <a:gd name="connsiteY6" fmla="*/ 15812 h 415589"/>
                <a:gd name="connsiteX7" fmla="*/ 364740 w 415589"/>
                <a:gd name="connsiteY7" fmla="*/ 15812 h 415589"/>
                <a:gd name="connsiteX8" fmla="*/ 364740 w 415589"/>
                <a:gd name="connsiteY8" fmla="*/ 0 h 415589"/>
                <a:gd name="connsiteX9" fmla="*/ 415589 w 415589"/>
                <a:gd name="connsiteY9" fmla="*/ 0 h 415589"/>
                <a:gd name="connsiteX10" fmla="*/ 415589 w 415589"/>
                <a:gd name="connsiteY10" fmla="*/ 415589 h 41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589">
                  <a:moveTo>
                    <a:pt x="415589" y="415589"/>
                  </a:moveTo>
                  <a:lnTo>
                    <a:pt x="0" y="415589"/>
                  </a:lnTo>
                  <a:lnTo>
                    <a:pt x="0" y="365246"/>
                  </a:lnTo>
                  <a:lnTo>
                    <a:pt x="15812" y="365246"/>
                  </a:lnTo>
                  <a:lnTo>
                    <a:pt x="15812" y="399778"/>
                  </a:lnTo>
                  <a:lnTo>
                    <a:pt x="399778" y="399778"/>
                  </a:lnTo>
                  <a:lnTo>
                    <a:pt x="399778" y="15812"/>
                  </a:lnTo>
                  <a:lnTo>
                    <a:pt x="364740" y="15812"/>
                  </a:lnTo>
                  <a:lnTo>
                    <a:pt x="364740" y="0"/>
                  </a:lnTo>
                  <a:lnTo>
                    <a:pt x="415589" y="0"/>
                  </a:lnTo>
                  <a:lnTo>
                    <a:pt x="415589" y="415589"/>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Picture Placeholder 87">
              <a:extLst>
                <a:ext uri="{FF2B5EF4-FFF2-40B4-BE49-F238E27FC236}">
                  <a16:creationId xmlns:a16="http://schemas.microsoft.com/office/drawing/2014/main" id="{47949C61-F138-8F46-8F12-4A2896097E93}"/>
                </a:ext>
              </a:extLst>
            </p:cNvPr>
            <p:cNvSpPr/>
            <p:nvPr/>
          </p:nvSpPr>
          <p:spPr>
            <a:xfrm>
              <a:off x="4545673" y="5766375"/>
              <a:ext cx="415589" cy="415589"/>
            </a:xfrm>
            <a:custGeom>
              <a:avLst/>
              <a:gdLst>
                <a:gd name="connsiteX0" fmla="*/ 415589 w 415589"/>
                <a:gd name="connsiteY0" fmla="*/ 415589 h 415589"/>
                <a:gd name="connsiteX1" fmla="*/ 0 w 415589"/>
                <a:gd name="connsiteY1" fmla="*/ 415589 h 415589"/>
                <a:gd name="connsiteX2" fmla="*/ 0 w 415589"/>
                <a:gd name="connsiteY2" fmla="*/ 358352 h 415589"/>
                <a:gd name="connsiteX3" fmla="*/ 15812 w 415589"/>
                <a:gd name="connsiteY3" fmla="*/ 358352 h 415589"/>
                <a:gd name="connsiteX4" fmla="*/ 15812 w 415589"/>
                <a:gd name="connsiteY4" fmla="*/ 399778 h 415589"/>
                <a:gd name="connsiteX5" fmla="*/ 399778 w 415589"/>
                <a:gd name="connsiteY5" fmla="*/ 399778 h 415589"/>
                <a:gd name="connsiteX6" fmla="*/ 399778 w 415589"/>
                <a:gd name="connsiteY6" fmla="*/ 15812 h 415589"/>
                <a:gd name="connsiteX7" fmla="*/ 358036 w 415589"/>
                <a:gd name="connsiteY7" fmla="*/ 15812 h 415589"/>
                <a:gd name="connsiteX8" fmla="*/ 358036 w 415589"/>
                <a:gd name="connsiteY8" fmla="*/ 0 h 415589"/>
                <a:gd name="connsiteX9" fmla="*/ 415589 w 415589"/>
                <a:gd name="connsiteY9" fmla="*/ 0 h 415589"/>
                <a:gd name="connsiteX10" fmla="*/ 415589 w 415589"/>
                <a:gd name="connsiteY10" fmla="*/ 415589 h 41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589">
                  <a:moveTo>
                    <a:pt x="415589" y="415589"/>
                  </a:moveTo>
                  <a:lnTo>
                    <a:pt x="0" y="415589"/>
                  </a:lnTo>
                  <a:lnTo>
                    <a:pt x="0" y="358352"/>
                  </a:lnTo>
                  <a:lnTo>
                    <a:pt x="15812" y="358352"/>
                  </a:lnTo>
                  <a:lnTo>
                    <a:pt x="15812" y="399778"/>
                  </a:lnTo>
                  <a:lnTo>
                    <a:pt x="399778" y="399778"/>
                  </a:lnTo>
                  <a:lnTo>
                    <a:pt x="399778" y="15812"/>
                  </a:lnTo>
                  <a:lnTo>
                    <a:pt x="358036" y="15812"/>
                  </a:lnTo>
                  <a:lnTo>
                    <a:pt x="358036" y="0"/>
                  </a:lnTo>
                  <a:lnTo>
                    <a:pt x="415589" y="0"/>
                  </a:lnTo>
                  <a:lnTo>
                    <a:pt x="415589" y="415589"/>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Picture Placeholder 87">
              <a:extLst>
                <a:ext uri="{FF2B5EF4-FFF2-40B4-BE49-F238E27FC236}">
                  <a16:creationId xmlns:a16="http://schemas.microsoft.com/office/drawing/2014/main" id="{47949C61-F138-8F46-8F12-4A2896097E93}"/>
                </a:ext>
              </a:extLst>
            </p:cNvPr>
            <p:cNvSpPr/>
            <p:nvPr/>
          </p:nvSpPr>
          <p:spPr>
            <a:xfrm>
              <a:off x="4559500" y="5779515"/>
              <a:ext cx="275460" cy="257851"/>
            </a:xfrm>
            <a:custGeom>
              <a:avLst/>
              <a:gdLst>
                <a:gd name="connsiteX0" fmla="*/ 253894 w 275460"/>
                <a:gd name="connsiteY0" fmla="*/ 97350 h 257851"/>
                <a:gd name="connsiteX1" fmla="*/ 97351 w 275460"/>
                <a:gd name="connsiteY1" fmla="*/ 3958 h 257851"/>
                <a:gd name="connsiteX2" fmla="*/ 3958 w 275460"/>
                <a:gd name="connsiteY2" fmla="*/ 160501 h 257851"/>
                <a:gd name="connsiteX3" fmla="*/ 160502 w 275460"/>
                <a:gd name="connsiteY3" fmla="*/ 253894 h 257851"/>
                <a:gd name="connsiteX4" fmla="*/ 192735 w 275460"/>
                <a:gd name="connsiteY4" fmla="*/ 240919 h 257851"/>
                <a:gd name="connsiteX5" fmla="*/ 184893 w 275460"/>
                <a:gd name="connsiteY5" fmla="*/ 227194 h 257851"/>
                <a:gd name="connsiteX6" fmla="*/ 30757 w 275460"/>
                <a:gd name="connsiteY6" fmla="*/ 184890 h 257851"/>
                <a:gd name="connsiteX7" fmla="*/ 73061 w 275460"/>
                <a:gd name="connsiteY7" fmla="*/ 30755 h 257851"/>
                <a:gd name="connsiteX8" fmla="*/ 227197 w 275460"/>
                <a:gd name="connsiteY8" fmla="*/ 73059 h 257851"/>
                <a:gd name="connsiteX9" fmla="*/ 238272 w 275460"/>
                <a:gd name="connsiteY9" fmla="*/ 100196 h 257851"/>
                <a:gd name="connsiteX10" fmla="*/ 217275 w 275460"/>
                <a:gd name="connsiteY10" fmla="*/ 104054 h 257851"/>
                <a:gd name="connsiteX11" fmla="*/ 255665 w 275460"/>
                <a:gd name="connsiteY11" fmla="*/ 149086 h 257851"/>
                <a:gd name="connsiteX12" fmla="*/ 275461 w 275460"/>
                <a:gd name="connsiteY12" fmla="*/ 93113 h 2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5460" h="257851">
                  <a:moveTo>
                    <a:pt x="253894" y="97350"/>
                  </a:moveTo>
                  <a:cubicBezTo>
                    <a:pt x="236455" y="28333"/>
                    <a:pt x="166369" y="-13481"/>
                    <a:pt x="97351" y="3958"/>
                  </a:cubicBezTo>
                  <a:cubicBezTo>
                    <a:pt x="28333" y="21396"/>
                    <a:pt x="-13480" y="91484"/>
                    <a:pt x="3958" y="160501"/>
                  </a:cubicBezTo>
                  <a:cubicBezTo>
                    <a:pt x="21397" y="229519"/>
                    <a:pt x="91483" y="271333"/>
                    <a:pt x="160502" y="253894"/>
                  </a:cubicBezTo>
                  <a:cubicBezTo>
                    <a:pt x="171782" y="251043"/>
                    <a:pt x="182625" y="246679"/>
                    <a:pt x="192735" y="240919"/>
                  </a:cubicBezTo>
                  <a:lnTo>
                    <a:pt x="184893" y="227194"/>
                  </a:lnTo>
                  <a:cubicBezTo>
                    <a:pt x="130647" y="258076"/>
                    <a:pt x="61639" y="239136"/>
                    <a:pt x="30757" y="184890"/>
                  </a:cubicBezTo>
                  <a:cubicBezTo>
                    <a:pt x="-124" y="130645"/>
                    <a:pt x="18816" y="61637"/>
                    <a:pt x="73061" y="30755"/>
                  </a:cubicBezTo>
                  <a:cubicBezTo>
                    <a:pt x="127307" y="-126"/>
                    <a:pt x="196316" y="18814"/>
                    <a:pt x="227197" y="73059"/>
                  </a:cubicBezTo>
                  <a:cubicBezTo>
                    <a:pt x="232051" y="81586"/>
                    <a:pt x="235774" y="90708"/>
                    <a:pt x="238272" y="100196"/>
                  </a:cubicBezTo>
                  <a:lnTo>
                    <a:pt x="217275" y="104054"/>
                  </a:lnTo>
                  <a:lnTo>
                    <a:pt x="255665" y="149086"/>
                  </a:lnTo>
                  <a:lnTo>
                    <a:pt x="275461" y="93113"/>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Picture Placeholder 87">
              <a:extLst>
                <a:ext uri="{FF2B5EF4-FFF2-40B4-BE49-F238E27FC236}">
                  <a16:creationId xmlns:a16="http://schemas.microsoft.com/office/drawing/2014/main" id="{47949C61-F138-8F46-8F12-4A2896097E93}"/>
                </a:ext>
              </a:extLst>
            </p:cNvPr>
            <p:cNvSpPr/>
            <p:nvPr/>
          </p:nvSpPr>
          <p:spPr>
            <a:xfrm>
              <a:off x="4487614" y="5708568"/>
              <a:ext cx="399841" cy="399777"/>
            </a:xfrm>
            <a:custGeom>
              <a:avLst/>
              <a:gdLst>
                <a:gd name="connsiteX0" fmla="*/ 384030 w 399841"/>
                <a:gd name="connsiteY0" fmla="*/ 15812 h 399777"/>
                <a:gd name="connsiteX1" fmla="*/ 384030 w 399841"/>
                <a:gd name="connsiteY1" fmla="*/ 383966 h 399777"/>
                <a:gd name="connsiteX2" fmla="*/ 15812 w 399841"/>
                <a:gd name="connsiteY2" fmla="*/ 383966 h 399777"/>
                <a:gd name="connsiteX3" fmla="*/ 15812 w 399841"/>
                <a:gd name="connsiteY3" fmla="*/ 15812 h 399777"/>
                <a:gd name="connsiteX4" fmla="*/ 384030 w 399841"/>
                <a:gd name="connsiteY4" fmla="*/ 15812 h 399777"/>
                <a:gd name="connsiteX5" fmla="*/ 399841 w 399841"/>
                <a:gd name="connsiteY5" fmla="*/ 0 h 399777"/>
                <a:gd name="connsiteX6" fmla="*/ 0 w 399841"/>
                <a:gd name="connsiteY6" fmla="*/ 0 h 399777"/>
                <a:gd name="connsiteX7" fmla="*/ 0 w 399841"/>
                <a:gd name="connsiteY7" fmla="*/ 399778 h 399777"/>
                <a:gd name="connsiteX8" fmla="*/ 399778 w 399841"/>
                <a:gd name="connsiteY8" fmla="*/ 399778 h 399777"/>
                <a:gd name="connsiteX9" fmla="*/ 399778 w 399841"/>
                <a:gd name="connsiteY9" fmla="*/ 0 h 399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9841" h="399777">
                  <a:moveTo>
                    <a:pt x="384030" y="15812"/>
                  </a:moveTo>
                  <a:lnTo>
                    <a:pt x="384030" y="383966"/>
                  </a:lnTo>
                  <a:lnTo>
                    <a:pt x="15812" y="383966"/>
                  </a:lnTo>
                  <a:lnTo>
                    <a:pt x="15812" y="15812"/>
                  </a:lnTo>
                  <a:lnTo>
                    <a:pt x="384030" y="15812"/>
                  </a:lnTo>
                  <a:moveTo>
                    <a:pt x="399841" y="0"/>
                  </a:moveTo>
                  <a:lnTo>
                    <a:pt x="0" y="0"/>
                  </a:lnTo>
                  <a:lnTo>
                    <a:pt x="0" y="399778"/>
                  </a:lnTo>
                  <a:lnTo>
                    <a:pt x="399778" y="399778"/>
                  </a:lnTo>
                  <a:lnTo>
                    <a:pt x="399778" y="0"/>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6" name="Group 45" descr="App with Containers&#10;">
            <a:extLst>
              <a:ext uri="{FF2B5EF4-FFF2-40B4-BE49-F238E27FC236}">
                <a16:creationId xmlns:a16="http://schemas.microsoft.com/office/drawing/2014/main" id="{AA8E6CAA-8C7B-8B4C-A3F1-561EAA7D83A9}"/>
              </a:ext>
            </a:extLst>
          </p:cNvPr>
          <p:cNvGrpSpPr>
            <a:grpSpLocks noChangeAspect="1"/>
          </p:cNvGrpSpPr>
          <p:nvPr/>
        </p:nvGrpSpPr>
        <p:grpSpPr>
          <a:xfrm>
            <a:off x="9525271" y="2539219"/>
            <a:ext cx="600837" cy="602216"/>
            <a:chOff x="5804281" y="3178564"/>
            <a:chExt cx="600837" cy="602216"/>
          </a:xfrm>
        </p:grpSpPr>
        <p:sp>
          <p:nvSpPr>
            <p:cNvPr id="47" name="Picture Placeholder 107">
              <a:extLst>
                <a:ext uri="{FF2B5EF4-FFF2-40B4-BE49-F238E27FC236}">
                  <a16:creationId xmlns:a16="http://schemas.microsoft.com/office/drawing/2014/main" id="{8CD1998F-D64D-6642-8807-AD7D4572217B}"/>
                </a:ext>
              </a:extLst>
            </p:cNvPr>
            <p:cNvSpPr/>
            <p:nvPr/>
          </p:nvSpPr>
          <p:spPr>
            <a:xfrm>
              <a:off x="5944181" y="3278004"/>
              <a:ext cx="109225" cy="108819"/>
            </a:xfrm>
            <a:custGeom>
              <a:avLst/>
              <a:gdLst>
                <a:gd name="connsiteX0" fmla="*/ 84939 w 109225"/>
                <a:gd name="connsiteY0" fmla="*/ 84102 h 108819"/>
                <a:gd name="connsiteX1" fmla="*/ 24539 w 109225"/>
                <a:gd name="connsiteY1" fmla="*/ 84102 h 108819"/>
                <a:gd name="connsiteX2" fmla="*/ 13661 w 109225"/>
                <a:gd name="connsiteY2" fmla="*/ 108820 h 108819"/>
                <a:gd name="connsiteX3" fmla="*/ 0 w 109225"/>
                <a:gd name="connsiteY3" fmla="*/ 108820 h 108819"/>
                <a:gd name="connsiteX4" fmla="*/ 47940 w 109225"/>
                <a:gd name="connsiteY4" fmla="*/ 0 h 108819"/>
                <a:gd name="connsiteX5" fmla="*/ 61349 w 109225"/>
                <a:gd name="connsiteY5" fmla="*/ 0 h 108819"/>
                <a:gd name="connsiteX6" fmla="*/ 109226 w 109225"/>
                <a:gd name="connsiteY6" fmla="*/ 108820 h 108819"/>
                <a:gd name="connsiteX7" fmla="*/ 95818 w 109225"/>
                <a:gd name="connsiteY7" fmla="*/ 108820 h 108819"/>
                <a:gd name="connsiteX8" fmla="*/ 79880 w 109225"/>
                <a:gd name="connsiteY8" fmla="*/ 72377 h 108819"/>
                <a:gd name="connsiteX9" fmla="*/ 54581 w 109225"/>
                <a:gd name="connsiteY9" fmla="*/ 15337 h 108819"/>
                <a:gd name="connsiteX10" fmla="*/ 29283 w 109225"/>
                <a:gd name="connsiteY10" fmla="*/ 72377 h 10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9225" h="108819">
                  <a:moveTo>
                    <a:pt x="84939" y="84102"/>
                  </a:moveTo>
                  <a:lnTo>
                    <a:pt x="24539" y="84102"/>
                  </a:lnTo>
                  <a:lnTo>
                    <a:pt x="13661" y="108820"/>
                  </a:lnTo>
                  <a:lnTo>
                    <a:pt x="0" y="108820"/>
                  </a:lnTo>
                  <a:lnTo>
                    <a:pt x="47940" y="0"/>
                  </a:lnTo>
                  <a:lnTo>
                    <a:pt x="61349" y="0"/>
                  </a:lnTo>
                  <a:lnTo>
                    <a:pt x="109226" y="108820"/>
                  </a:lnTo>
                  <a:lnTo>
                    <a:pt x="95818" y="108820"/>
                  </a:lnTo>
                  <a:close/>
                  <a:moveTo>
                    <a:pt x="79880" y="72377"/>
                  </a:moveTo>
                  <a:lnTo>
                    <a:pt x="54581" y="15337"/>
                  </a:lnTo>
                  <a:lnTo>
                    <a:pt x="29283" y="72377"/>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Picture Placeholder 107">
              <a:extLst>
                <a:ext uri="{FF2B5EF4-FFF2-40B4-BE49-F238E27FC236}">
                  <a16:creationId xmlns:a16="http://schemas.microsoft.com/office/drawing/2014/main" id="{8CD1998F-D64D-6642-8807-AD7D4572217B}"/>
                </a:ext>
              </a:extLst>
            </p:cNvPr>
            <p:cNvSpPr/>
            <p:nvPr/>
          </p:nvSpPr>
          <p:spPr>
            <a:xfrm>
              <a:off x="6080476" y="3278004"/>
              <a:ext cx="84243" cy="108819"/>
            </a:xfrm>
            <a:custGeom>
              <a:avLst/>
              <a:gdLst>
                <a:gd name="connsiteX0" fmla="*/ 0 w 84243"/>
                <a:gd name="connsiteY0" fmla="*/ 0 h 108819"/>
                <a:gd name="connsiteX1" fmla="*/ 44272 w 84243"/>
                <a:gd name="connsiteY1" fmla="*/ 0 h 108819"/>
                <a:gd name="connsiteX2" fmla="*/ 84244 w 84243"/>
                <a:gd name="connsiteY2" fmla="*/ 34858 h 108819"/>
                <a:gd name="connsiteX3" fmla="*/ 44272 w 84243"/>
                <a:gd name="connsiteY3" fmla="*/ 69716 h 108819"/>
                <a:gd name="connsiteX4" fmla="*/ 12649 w 84243"/>
                <a:gd name="connsiteY4" fmla="*/ 69716 h 108819"/>
                <a:gd name="connsiteX5" fmla="*/ 12649 w 84243"/>
                <a:gd name="connsiteY5" fmla="*/ 108820 h 108819"/>
                <a:gd name="connsiteX6" fmla="*/ 0 w 84243"/>
                <a:gd name="connsiteY6" fmla="*/ 108820 h 108819"/>
                <a:gd name="connsiteX7" fmla="*/ 41932 w 84243"/>
                <a:gd name="connsiteY7" fmla="*/ 57991 h 108819"/>
                <a:gd name="connsiteX8" fmla="*/ 71658 w 84243"/>
                <a:gd name="connsiteY8" fmla="*/ 34858 h 108819"/>
                <a:gd name="connsiteX9" fmla="*/ 41932 w 84243"/>
                <a:gd name="connsiteY9" fmla="*/ 11725 h 108819"/>
                <a:gd name="connsiteX10" fmla="*/ 12333 w 84243"/>
                <a:gd name="connsiteY10" fmla="*/ 11725 h 108819"/>
                <a:gd name="connsiteX11" fmla="*/ 12333 w 84243"/>
                <a:gd name="connsiteY11" fmla="*/ 57991 h 10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243" h="108819">
                  <a:moveTo>
                    <a:pt x="0" y="0"/>
                  </a:moveTo>
                  <a:lnTo>
                    <a:pt x="44272" y="0"/>
                  </a:lnTo>
                  <a:cubicBezTo>
                    <a:pt x="66725" y="0"/>
                    <a:pt x="84244" y="14450"/>
                    <a:pt x="84244" y="34858"/>
                  </a:cubicBezTo>
                  <a:cubicBezTo>
                    <a:pt x="84244" y="55265"/>
                    <a:pt x="66725" y="69716"/>
                    <a:pt x="44272" y="69716"/>
                  </a:cubicBezTo>
                  <a:lnTo>
                    <a:pt x="12649" y="69716"/>
                  </a:lnTo>
                  <a:lnTo>
                    <a:pt x="12649" y="108820"/>
                  </a:lnTo>
                  <a:lnTo>
                    <a:pt x="0" y="108820"/>
                  </a:lnTo>
                  <a:close/>
                  <a:moveTo>
                    <a:pt x="41932" y="57991"/>
                  </a:moveTo>
                  <a:cubicBezTo>
                    <a:pt x="59641" y="57991"/>
                    <a:pt x="71658" y="49435"/>
                    <a:pt x="71658" y="34858"/>
                  </a:cubicBezTo>
                  <a:cubicBezTo>
                    <a:pt x="71658" y="20281"/>
                    <a:pt x="59641" y="11725"/>
                    <a:pt x="41932" y="11725"/>
                  </a:cubicBezTo>
                  <a:lnTo>
                    <a:pt x="12333" y="11725"/>
                  </a:lnTo>
                  <a:lnTo>
                    <a:pt x="12333" y="57991"/>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9" name="Picture Placeholder 107">
              <a:extLst>
                <a:ext uri="{FF2B5EF4-FFF2-40B4-BE49-F238E27FC236}">
                  <a16:creationId xmlns:a16="http://schemas.microsoft.com/office/drawing/2014/main" id="{8CD1998F-D64D-6642-8807-AD7D4572217B}"/>
                </a:ext>
              </a:extLst>
            </p:cNvPr>
            <p:cNvSpPr/>
            <p:nvPr/>
          </p:nvSpPr>
          <p:spPr>
            <a:xfrm>
              <a:off x="6191789" y="3278004"/>
              <a:ext cx="84243" cy="108819"/>
            </a:xfrm>
            <a:custGeom>
              <a:avLst/>
              <a:gdLst>
                <a:gd name="connsiteX0" fmla="*/ 0 w 84243"/>
                <a:gd name="connsiteY0" fmla="*/ 0 h 108819"/>
                <a:gd name="connsiteX1" fmla="*/ 44272 w 84243"/>
                <a:gd name="connsiteY1" fmla="*/ 0 h 108819"/>
                <a:gd name="connsiteX2" fmla="*/ 84244 w 84243"/>
                <a:gd name="connsiteY2" fmla="*/ 34858 h 108819"/>
                <a:gd name="connsiteX3" fmla="*/ 44272 w 84243"/>
                <a:gd name="connsiteY3" fmla="*/ 69716 h 108819"/>
                <a:gd name="connsiteX4" fmla="*/ 12649 w 84243"/>
                <a:gd name="connsiteY4" fmla="*/ 69716 h 108819"/>
                <a:gd name="connsiteX5" fmla="*/ 12649 w 84243"/>
                <a:gd name="connsiteY5" fmla="*/ 108820 h 108819"/>
                <a:gd name="connsiteX6" fmla="*/ 0 w 84243"/>
                <a:gd name="connsiteY6" fmla="*/ 108820 h 108819"/>
                <a:gd name="connsiteX7" fmla="*/ 41932 w 84243"/>
                <a:gd name="connsiteY7" fmla="*/ 57991 h 108819"/>
                <a:gd name="connsiteX8" fmla="*/ 71658 w 84243"/>
                <a:gd name="connsiteY8" fmla="*/ 34858 h 108819"/>
                <a:gd name="connsiteX9" fmla="*/ 41932 w 84243"/>
                <a:gd name="connsiteY9" fmla="*/ 11725 h 108819"/>
                <a:gd name="connsiteX10" fmla="*/ 12333 w 84243"/>
                <a:gd name="connsiteY10" fmla="*/ 11725 h 108819"/>
                <a:gd name="connsiteX11" fmla="*/ 12333 w 84243"/>
                <a:gd name="connsiteY11" fmla="*/ 57991 h 10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243" h="108819">
                  <a:moveTo>
                    <a:pt x="0" y="0"/>
                  </a:moveTo>
                  <a:lnTo>
                    <a:pt x="44272" y="0"/>
                  </a:lnTo>
                  <a:cubicBezTo>
                    <a:pt x="66725" y="0"/>
                    <a:pt x="84244" y="14450"/>
                    <a:pt x="84244" y="34858"/>
                  </a:cubicBezTo>
                  <a:cubicBezTo>
                    <a:pt x="84244" y="55265"/>
                    <a:pt x="66725" y="69716"/>
                    <a:pt x="44272" y="69716"/>
                  </a:cubicBezTo>
                  <a:lnTo>
                    <a:pt x="12649" y="69716"/>
                  </a:lnTo>
                  <a:lnTo>
                    <a:pt x="12649" y="108820"/>
                  </a:lnTo>
                  <a:lnTo>
                    <a:pt x="0" y="108820"/>
                  </a:lnTo>
                  <a:close/>
                  <a:moveTo>
                    <a:pt x="41932" y="57991"/>
                  </a:moveTo>
                  <a:cubicBezTo>
                    <a:pt x="59641" y="57991"/>
                    <a:pt x="71658" y="49435"/>
                    <a:pt x="71658" y="34858"/>
                  </a:cubicBezTo>
                  <a:cubicBezTo>
                    <a:pt x="71658" y="20281"/>
                    <a:pt x="59641" y="11725"/>
                    <a:pt x="41932" y="11725"/>
                  </a:cubicBezTo>
                  <a:lnTo>
                    <a:pt x="12333" y="11725"/>
                  </a:lnTo>
                  <a:lnTo>
                    <a:pt x="12333" y="57991"/>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Picture Placeholder 107">
              <a:extLst>
                <a:ext uri="{FF2B5EF4-FFF2-40B4-BE49-F238E27FC236}">
                  <a16:creationId xmlns:a16="http://schemas.microsoft.com/office/drawing/2014/main" id="{8CD1998F-D64D-6642-8807-AD7D4572217B}"/>
                </a:ext>
              </a:extLst>
            </p:cNvPr>
            <p:cNvSpPr/>
            <p:nvPr/>
          </p:nvSpPr>
          <p:spPr>
            <a:xfrm>
              <a:off x="5804281" y="3178564"/>
              <a:ext cx="600837" cy="602216"/>
            </a:xfrm>
            <a:custGeom>
              <a:avLst/>
              <a:gdLst>
                <a:gd name="connsiteX0" fmla="*/ 554857 w 600837"/>
                <a:gd name="connsiteY0" fmla="*/ 15844 h 602216"/>
                <a:gd name="connsiteX1" fmla="*/ 584899 w 600837"/>
                <a:gd name="connsiteY1" fmla="*/ 45949 h 602216"/>
                <a:gd name="connsiteX2" fmla="*/ 584899 w 600837"/>
                <a:gd name="connsiteY2" fmla="*/ 556204 h 602216"/>
                <a:gd name="connsiteX3" fmla="*/ 554857 w 600837"/>
                <a:gd name="connsiteY3" fmla="*/ 586372 h 602216"/>
                <a:gd name="connsiteX4" fmla="*/ 45790 w 600837"/>
                <a:gd name="connsiteY4" fmla="*/ 586372 h 602216"/>
                <a:gd name="connsiteX5" fmla="*/ 15685 w 600837"/>
                <a:gd name="connsiteY5" fmla="*/ 556204 h 602216"/>
                <a:gd name="connsiteX6" fmla="*/ 15685 w 600837"/>
                <a:gd name="connsiteY6" fmla="*/ 45949 h 602216"/>
                <a:gd name="connsiteX7" fmla="*/ 45790 w 600837"/>
                <a:gd name="connsiteY7" fmla="*/ 15844 h 602216"/>
                <a:gd name="connsiteX8" fmla="*/ 554857 w 600837"/>
                <a:gd name="connsiteY8" fmla="*/ 15844 h 602216"/>
                <a:gd name="connsiteX9" fmla="*/ 554857 w 600837"/>
                <a:gd name="connsiteY9" fmla="*/ 0 h 602216"/>
                <a:gd name="connsiteX10" fmla="*/ 45790 w 600837"/>
                <a:gd name="connsiteY10" fmla="*/ 0 h 602216"/>
                <a:gd name="connsiteX11" fmla="*/ 0 w 600837"/>
                <a:gd name="connsiteY11" fmla="*/ 45949 h 602216"/>
                <a:gd name="connsiteX12" fmla="*/ 0 w 600837"/>
                <a:gd name="connsiteY12" fmla="*/ 556204 h 602216"/>
                <a:gd name="connsiteX13" fmla="*/ 45917 w 600837"/>
                <a:gd name="connsiteY13" fmla="*/ 602216 h 602216"/>
                <a:gd name="connsiteX14" fmla="*/ 554857 w 600837"/>
                <a:gd name="connsiteY14" fmla="*/ 602216 h 602216"/>
                <a:gd name="connsiteX15" fmla="*/ 600837 w 600837"/>
                <a:gd name="connsiteY15" fmla="*/ 556267 h 602216"/>
                <a:gd name="connsiteX16" fmla="*/ 600837 w 600837"/>
                <a:gd name="connsiteY16" fmla="*/ 556204 h 602216"/>
                <a:gd name="connsiteX17" fmla="*/ 600837 w 600837"/>
                <a:gd name="connsiteY17" fmla="*/ 45949 h 602216"/>
                <a:gd name="connsiteX18" fmla="*/ 554984 w 600837"/>
                <a:gd name="connsiteY18" fmla="*/ 0 h 602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0837" h="602216">
                  <a:moveTo>
                    <a:pt x="554857" y="15844"/>
                  </a:moveTo>
                  <a:cubicBezTo>
                    <a:pt x="571447" y="15844"/>
                    <a:pt x="584899" y="29322"/>
                    <a:pt x="584899" y="45949"/>
                  </a:cubicBezTo>
                  <a:lnTo>
                    <a:pt x="584899" y="556204"/>
                  </a:lnTo>
                  <a:cubicBezTo>
                    <a:pt x="584899" y="572841"/>
                    <a:pt x="571459" y="586334"/>
                    <a:pt x="554857" y="586372"/>
                  </a:cubicBezTo>
                  <a:lnTo>
                    <a:pt x="45790" y="586372"/>
                  </a:lnTo>
                  <a:cubicBezTo>
                    <a:pt x="29163" y="586372"/>
                    <a:pt x="15685" y="572866"/>
                    <a:pt x="15685" y="556204"/>
                  </a:cubicBezTo>
                  <a:lnTo>
                    <a:pt x="15685" y="45949"/>
                  </a:lnTo>
                  <a:cubicBezTo>
                    <a:pt x="15720" y="29312"/>
                    <a:pt x="29188" y="15844"/>
                    <a:pt x="45790" y="15844"/>
                  </a:cubicBezTo>
                  <a:lnTo>
                    <a:pt x="554857" y="15844"/>
                  </a:lnTo>
                  <a:moveTo>
                    <a:pt x="554857" y="0"/>
                  </a:moveTo>
                  <a:lnTo>
                    <a:pt x="45790" y="0"/>
                  </a:lnTo>
                  <a:cubicBezTo>
                    <a:pt x="20505" y="70"/>
                    <a:pt x="35" y="20611"/>
                    <a:pt x="0" y="45949"/>
                  </a:cubicBezTo>
                  <a:lnTo>
                    <a:pt x="0" y="556204"/>
                  </a:lnTo>
                  <a:cubicBezTo>
                    <a:pt x="0" y="581618"/>
                    <a:pt x="20557" y="602216"/>
                    <a:pt x="45917" y="602216"/>
                  </a:cubicBezTo>
                  <a:lnTo>
                    <a:pt x="554857" y="602216"/>
                  </a:lnTo>
                  <a:cubicBezTo>
                    <a:pt x="580219" y="602254"/>
                    <a:pt x="600799" y="581682"/>
                    <a:pt x="600837" y="556267"/>
                  </a:cubicBezTo>
                  <a:cubicBezTo>
                    <a:pt x="600837" y="556248"/>
                    <a:pt x="600837" y="556223"/>
                    <a:pt x="600837" y="556204"/>
                  </a:cubicBezTo>
                  <a:lnTo>
                    <a:pt x="600837" y="45949"/>
                  </a:lnTo>
                  <a:cubicBezTo>
                    <a:pt x="600799" y="20586"/>
                    <a:pt x="580295" y="35"/>
                    <a:pt x="554984" y="0"/>
                  </a:cubicBez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1" name="Picture Placeholder 107">
              <a:extLst>
                <a:ext uri="{FF2B5EF4-FFF2-40B4-BE49-F238E27FC236}">
                  <a16:creationId xmlns:a16="http://schemas.microsoft.com/office/drawing/2014/main" id="{8CD1998F-D64D-6642-8807-AD7D4572217B}"/>
                </a:ext>
              </a:extLst>
            </p:cNvPr>
            <p:cNvSpPr/>
            <p:nvPr/>
          </p:nvSpPr>
          <p:spPr>
            <a:xfrm>
              <a:off x="5938362" y="3566753"/>
              <a:ext cx="15811" cy="79222"/>
            </a:xfrm>
            <a:custGeom>
              <a:avLst/>
              <a:gdLst>
                <a:gd name="connsiteX0" fmla="*/ 0 w 15811"/>
                <a:gd name="connsiteY0" fmla="*/ 0 h 79222"/>
                <a:gd name="connsiteX1" fmla="*/ 15812 w 15811"/>
                <a:gd name="connsiteY1" fmla="*/ 0 h 79222"/>
                <a:gd name="connsiteX2" fmla="*/ 15812 w 15811"/>
                <a:gd name="connsiteY2" fmla="*/ 79222 h 79222"/>
                <a:gd name="connsiteX3" fmla="*/ 0 w 15811"/>
                <a:gd name="connsiteY3" fmla="*/ 79222 h 79222"/>
              </a:gdLst>
              <a:ahLst/>
              <a:cxnLst>
                <a:cxn ang="0">
                  <a:pos x="connsiteX0" y="connsiteY0"/>
                </a:cxn>
                <a:cxn ang="0">
                  <a:pos x="connsiteX1" y="connsiteY1"/>
                </a:cxn>
                <a:cxn ang="0">
                  <a:pos x="connsiteX2" y="connsiteY2"/>
                </a:cxn>
                <a:cxn ang="0">
                  <a:pos x="connsiteX3" y="connsiteY3"/>
                </a:cxn>
              </a:cxnLst>
              <a:rect l="l" t="t" r="r" b="b"/>
              <a:pathLst>
                <a:path w="15811" h="79222">
                  <a:moveTo>
                    <a:pt x="0" y="0"/>
                  </a:moveTo>
                  <a:lnTo>
                    <a:pt x="15812" y="0"/>
                  </a:lnTo>
                  <a:lnTo>
                    <a:pt x="15812" y="79222"/>
                  </a:lnTo>
                  <a:lnTo>
                    <a:pt x="0" y="79222"/>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2" name="Picture Placeholder 107">
              <a:extLst>
                <a:ext uri="{FF2B5EF4-FFF2-40B4-BE49-F238E27FC236}">
                  <a16:creationId xmlns:a16="http://schemas.microsoft.com/office/drawing/2014/main" id="{8CD1998F-D64D-6642-8807-AD7D4572217B}"/>
                </a:ext>
              </a:extLst>
            </p:cNvPr>
            <p:cNvSpPr/>
            <p:nvPr/>
          </p:nvSpPr>
          <p:spPr>
            <a:xfrm>
              <a:off x="5969985" y="3566753"/>
              <a:ext cx="15811" cy="79222"/>
            </a:xfrm>
            <a:custGeom>
              <a:avLst/>
              <a:gdLst>
                <a:gd name="connsiteX0" fmla="*/ 0 w 15811"/>
                <a:gd name="connsiteY0" fmla="*/ 0 h 79222"/>
                <a:gd name="connsiteX1" fmla="*/ 15812 w 15811"/>
                <a:gd name="connsiteY1" fmla="*/ 0 h 79222"/>
                <a:gd name="connsiteX2" fmla="*/ 15812 w 15811"/>
                <a:gd name="connsiteY2" fmla="*/ 79222 h 79222"/>
                <a:gd name="connsiteX3" fmla="*/ 0 w 15811"/>
                <a:gd name="connsiteY3" fmla="*/ 79222 h 79222"/>
              </a:gdLst>
              <a:ahLst/>
              <a:cxnLst>
                <a:cxn ang="0">
                  <a:pos x="connsiteX0" y="connsiteY0"/>
                </a:cxn>
                <a:cxn ang="0">
                  <a:pos x="connsiteX1" y="connsiteY1"/>
                </a:cxn>
                <a:cxn ang="0">
                  <a:pos x="connsiteX2" y="connsiteY2"/>
                </a:cxn>
                <a:cxn ang="0">
                  <a:pos x="connsiteX3" y="connsiteY3"/>
                </a:cxn>
              </a:cxnLst>
              <a:rect l="l" t="t" r="r" b="b"/>
              <a:pathLst>
                <a:path w="15811" h="79222">
                  <a:moveTo>
                    <a:pt x="0" y="0"/>
                  </a:moveTo>
                  <a:lnTo>
                    <a:pt x="15812" y="0"/>
                  </a:lnTo>
                  <a:lnTo>
                    <a:pt x="15812" y="79222"/>
                  </a:lnTo>
                  <a:lnTo>
                    <a:pt x="0" y="79222"/>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3" name="Picture Placeholder 107">
              <a:extLst>
                <a:ext uri="{FF2B5EF4-FFF2-40B4-BE49-F238E27FC236}">
                  <a16:creationId xmlns:a16="http://schemas.microsoft.com/office/drawing/2014/main" id="{8CD1998F-D64D-6642-8807-AD7D4572217B}"/>
                </a:ext>
              </a:extLst>
            </p:cNvPr>
            <p:cNvSpPr/>
            <p:nvPr/>
          </p:nvSpPr>
          <p:spPr>
            <a:xfrm>
              <a:off x="6001608" y="3566753"/>
              <a:ext cx="15811" cy="79222"/>
            </a:xfrm>
            <a:custGeom>
              <a:avLst/>
              <a:gdLst>
                <a:gd name="connsiteX0" fmla="*/ 0 w 15811"/>
                <a:gd name="connsiteY0" fmla="*/ 0 h 79222"/>
                <a:gd name="connsiteX1" fmla="*/ 15812 w 15811"/>
                <a:gd name="connsiteY1" fmla="*/ 0 h 79222"/>
                <a:gd name="connsiteX2" fmla="*/ 15812 w 15811"/>
                <a:gd name="connsiteY2" fmla="*/ 79222 h 79222"/>
                <a:gd name="connsiteX3" fmla="*/ 0 w 15811"/>
                <a:gd name="connsiteY3" fmla="*/ 79222 h 79222"/>
              </a:gdLst>
              <a:ahLst/>
              <a:cxnLst>
                <a:cxn ang="0">
                  <a:pos x="connsiteX0" y="connsiteY0"/>
                </a:cxn>
                <a:cxn ang="0">
                  <a:pos x="connsiteX1" y="connsiteY1"/>
                </a:cxn>
                <a:cxn ang="0">
                  <a:pos x="connsiteX2" y="connsiteY2"/>
                </a:cxn>
                <a:cxn ang="0">
                  <a:pos x="connsiteX3" y="connsiteY3"/>
                </a:cxn>
              </a:cxnLst>
              <a:rect l="l" t="t" r="r" b="b"/>
              <a:pathLst>
                <a:path w="15811" h="79222">
                  <a:moveTo>
                    <a:pt x="0" y="0"/>
                  </a:moveTo>
                  <a:lnTo>
                    <a:pt x="15812" y="0"/>
                  </a:lnTo>
                  <a:lnTo>
                    <a:pt x="15812" y="79222"/>
                  </a:lnTo>
                  <a:lnTo>
                    <a:pt x="0" y="79222"/>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4" name="Picture Placeholder 107">
              <a:extLst>
                <a:ext uri="{FF2B5EF4-FFF2-40B4-BE49-F238E27FC236}">
                  <a16:creationId xmlns:a16="http://schemas.microsoft.com/office/drawing/2014/main" id="{8CD1998F-D64D-6642-8807-AD7D4572217B}"/>
                </a:ext>
              </a:extLst>
            </p:cNvPr>
            <p:cNvSpPr/>
            <p:nvPr/>
          </p:nvSpPr>
          <p:spPr>
            <a:xfrm>
              <a:off x="5899150" y="3527142"/>
              <a:ext cx="158115" cy="158444"/>
            </a:xfrm>
            <a:custGeom>
              <a:avLst/>
              <a:gdLst>
                <a:gd name="connsiteX0" fmla="*/ 158115 w 158115"/>
                <a:gd name="connsiteY0" fmla="*/ 158445 h 158444"/>
                <a:gd name="connsiteX1" fmla="*/ 0 w 158115"/>
                <a:gd name="connsiteY1" fmla="*/ 158445 h 158444"/>
                <a:gd name="connsiteX2" fmla="*/ 0 w 158115"/>
                <a:gd name="connsiteY2" fmla="*/ 0 h 158444"/>
                <a:gd name="connsiteX3" fmla="*/ 158115 w 158115"/>
                <a:gd name="connsiteY3" fmla="*/ 0 h 158444"/>
                <a:gd name="connsiteX4" fmla="*/ 15812 w 158115"/>
                <a:gd name="connsiteY4" fmla="*/ 142600 h 158444"/>
                <a:gd name="connsiteX5" fmla="*/ 142304 w 158115"/>
                <a:gd name="connsiteY5" fmla="*/ 142600 h 158444"/>
                <a:gd name="connsiteX6" fmla="*/ 142304 w 158115"/>
                <a:gd name="connsiteY6" fmla="*/ 15844 h 158444"/>
                <a:gd name="connsiteX7" fmla="*/ 15812 w 158115"/>
                <a:gd name="connsiteY7" fmla="*/ 15844 h 15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8115" h="158444">
                  <a:moveTo>
                    <a:pt x="158115" y="158445"/>
                  </a:moveTo>
                  <a:lnTo>
                    <a:pt x="0" y="158445"/>
                  </a:lnTo>
                  <a:lnTo>
                    <a:pt x="0" y="0"/>
                  </a:lnTo>
                  <a:lnTo>
                    <a:pt x="158115" y="0"/>
                  </a:lnTo>
                  <a:close/>
                  <a:moveTo>
                    <a:pt x="15812" y="142600"/>
                  </a:moveTo>
                  <a:lnTo>
                    <a:pt x="142304" y="142600"/>
                  </a:lnTo>
                  <a:lnTo>
                    <a:pt x="142304" y="15844"/>
                  </a:lnTo>
                  <a:lnTo>
                    <a:pt x="15812" y="15844"/>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5" name="Picture Placeholder 107">
              <a:extLst>
                <a:ext uri="{FF2B5EF4-FFF2-40B4-BE49-F238E27FC236}">
                  <a16:creationId xmlns:a16="http://schemas.microsoft.com/office/drawing/2014/main" id="{8CD1998F-D64D-6642-8807-AD7D4572217B}"/>
                </a:ext>
              </a:extLst>
            </p:cNvPr>
            <p:cNvSpPr/>
            <p:nvPr/>
          </p:nvSpPr>
          <p:spPr>
            <a:xfrm>
              <a:off x="6191852" y="3566753"/>
              <a:ext cx="15811" cy="79222"/>
            </a:xfrm>
            <a:custGeom>
              <a:avLst/>
              <a:gdLst>
                <a:gd name="connsiteX0" fmla="*/ 0 w 15811"/>
                <a:gd name="connsiteY0" fmla="*/ 0 h 79222"/>
                <a:gd name="connsiteX1" fmla="*/ 15811 w 15811"/>
                <a:gd name="connsiteY1" fmla="*/ 0 h 79222"/>
                <a:gd name="connsiteX2" fmla="*/ 15811 w 15811"/>
                <a:gd name="connsiteY2" fmla="*/ 79222 h 79222"/>
                <a:gd name="connsiteX3" fmla="*/ 0 w 15811"/>
                <a:gd name="connsiteY3" fmla="*/ 79222 h 79222"/>
              </a:gdLst>
              <a:ahLst/>
              <a:cxnLst>
                <a:cxn ang="0">
                  <a:pos x="connsiteX0" y="connsiteY0"/>
                </a:cxn>
                <a:cxn ang="0">
                  <a:pos x="connsiteX1" y="connsiteY1"/>
                </a:cxn>
                <a:cxn ang="0">
                  <a:pos x="connsiteX2" y="connsiteY2"/>
                </a:cxn>
                <a:cxn ang="0">
                  <a:pos x="connsiteX3" y="connsiteY3"/>
                </a:cxn>
              </a:cxnLst>
              <a:rect l="l" t="t" r="r" b="b"/>
              <a:pathLst>
                <a:path w="15811" h="79222">
                  <a:moveTo>
                    <a:pt x="0" y="0"/>
                  </a:moveTo>
                  <a:lnTo>
                    <a:pt x="15811" y="0"/>
                  </a:lnTo>
                  <a:lnTo>
                    <a:pt x="15811" y="79222"/>
                  </a:lnTo>
                  <a:lnTo>
                    <a:pt x="0" y="79222"/>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6" name="Picture Placeholder 107">
              <a:extLst>
                <a:ext uri="{FF2B5EF4-FFF2-40B4-BE49-F238E27FC236}">
                  <a16:creationId xmlns:a16="http://schemas.microsoft.com/office/drawing/2014/main" id="{8CD1998F-D64D-6642-8807-AD7D4572217B}"/>
                </a:ext>
              </a:extLst>
            </p:cNvPr>
            <p:cNvSpPr/>
            <p:nvPr/>
          </p:nvSpPr>
          <p:spPr>
            <a:xfrm>
              <a:off x="6223475" y="3566753"/>
              <a:ext cx="15811" cy="79222"/>
            </a:xfrm>
            <a:custGeom>
              <a:avLst/>
              <a:gdLst>
                <a:gd name="connsiteX0" fmla="*/ 0 w 15811"/>
                <a:gd name="connsiteY0" fmla="*/ 0 h 79222"/>
                <a:gd name="connsiteX1" fmla="*/ 15811 w 15811"/>
                <a:gd name="connsiteY1" fmla="*/ 0 h 79222"/>
                <a:gd name="connsiteX2" fmla="*/ 15811 w 15811"/>
                <a:gd name="connsiteY2" fmla="*/ 79222 h 79222"/>
                <a:gd name="connsiteX3" fmla="*/ 0 w 15811"/>
                <a:gd name="connsiteY3" fmla="*/ 79222 h 79222"/>
              </a:gdLst>
              <a:ahLst/>
              <a:cxnLst>
                <a:cxn ang="0">
                  <a:pos x="connsiteX0" y="connsiteY0"/>
                </a:cxn>
                <a:cxn ang="0">
                  <a:pos x="connsiteX1" y="connsiteY1"/>
                </a:cxn>
                <a:cxn ang="0">
                  <a:pos x="connsiteX2" y="connsiteY2"/>
                </a:cxn>
                <a:cxn ang="0">
                  <a:pos x="connsiteX3" y="connsiteY3"/>
                </a:cxn>
              </a:cxnLst>
              <a:rect l="l" t="t" r="r" b="b"/>
              <a:pathLst>
                <a:path w="15811" h="79222">
                  <a:moveTo>
                    <a:pt x="0" y="0"/>
                  </a:moveTo>
                  <a:lnTo>
                    <a:pt x="15811" y="0"/>
                  </a:lnTo>
                  <a:lnTo>
                    <a:pt x="15811" y="79222"/>
                  </a:lnTo>
                  <a:lnTo>
                    <a:pt x="0" y="79222"/>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7" name="Picture Placeholder 107">
              <a:extLst>
                <a:ext uri="{FF2B5EF4-FFF2-40B4-BE49-F238E27FC236}">
                  <a16:creationId xmlns:a16="http://schemas.microsoft.com/office/drawing/2014/main" id="{8CD1998F-D64D-6642-8807-AD7D4572217B}"/>
                </a:ext>
              </a:extLst>
            </p:cNvPr>
            <p:cNvSpPr/>
            <p:nvPr/>
          </p:nvSpPr>
          <p:spPr>
            <a:xfrm>
              <a:off x="6255098" y="3566753"/>
              <a:ext cx="15811" cy="79222"/>
            </a:xfrm>
            <a:custGeom>
              <a:avLst/>
              <a:gdLst>
                <a:gd name="connsiteX0" fmla="*/ 0 w 15811"/>
                <a:gd name="connsiteY0" fmla="*/ 0 h 79222"/>
                <a:gd name="connsiteX1" fmla="*/ 15811 w 15811"/>
                <a:gd name="connsiteY1" fmla="*/ 0 h 79222"/>
                <a:gd name="connsiteX2" fmla="*/ 15811 w 15811"/>
                <a:gd name="connsiteY2" fmla="*/ 79222 h 79222"/>
                <a:gd name="connsiteX3" fmla="*/ 0 w 15811"/>
                <a:gd name="connsiteY3" fmla="*/ 79222 h 79222"/>
              </a:gdLst>
              <a:ahLst/>
              <a:cxnLst>
                <a:cxn ang="0">
                  <a:pos x="connsiteX0" y="connsiteY0"/>
                </a:cxn>
                <a:cxn ang="0">
                  <a:pos x="connsiteX1" y="connsiteY1"/>
                </a:cxn>
                <a:cxn ang="0">
                  <a:pos x="connsiteX2" y="connsiteY2"/>
                </a:cxn>
                <a:cxn ang="0">
                  <a:pos x="connsiteX3" y="connsiteY3"/>
                </a:cxn>
              </a:cxnLst>
              <a:rect l="l" t="t" r="r" b="b"/>
              <a:pathLst>
                <a:path w="15811" h="79222">
                  <a:moveTo>
                    <a:pt x="0" y="0"/>
                  </a:moveTo>
                  <a:lnTo>
                    <a:pt x="15811" y="0"/>
                  </a:lnTo>
                  <a:lnTo>
                    <a:pt x="15811" y="79222"/>
                  </a:lnTo>
                  <a:lnTo>
                    <a:pt x="0" y="79222"/>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8" name="Picture Placeholder 107">
              <a:extLst>
                <a:ext uri="{FF2B5EF4-FFF2-40B4-BE49-F238E27FC236}">
                  <a16:creationId xmlns:a16="http://schemas.microsoft.com/office/drawing/2014/main" id="{8CD1998F-D64D-6642-8807-AD7D4572217B}"/>
                </a:ext>
              </a:extLst>
            </p:cNvPr>
            <p:cNvSpPr/>
            <p:nvPr/>
          </p:nvSpPr>
          <p:spPr>
            <a:xfrm>
              <a:off x="6152134" y="3527142"/>
              <a:ext cx="158115" cy="158444"/>
            </a:xfrm>
            <a:custGeom>
              <a:avLst/>
              <a:gdLst>
                <a:gd name="connsiteX0" fmla="*/ 158115 w 158115"/>
                <a:gd name="connsiteY0" fmla="*/ 158445 h 158444"/>
                <a:gd name="connsiteX1" fmla="*/ 0 w 158115"/>
                <a:gd name="connsiteY1" fmla="*/ 158445 h 158444"/>
                <a:gd name="connsiteX2" fmla="*/ 0 w 158115"/>
                <a:gd name="connsiteY2" fmla="*/ 0 h 158444"/>
                <a:gd name="connsiteX3" fmla="*/ 158115 w 158115"/>
                <a:gd name="connsiteY3" fmla="*/ 0 h 158444"/>
                <a:gd name="connsiteX4" fmla="*/ 15812 w 158115"/>
                <a:gd name="connsiteY4" fmla="*/ 142600 h 158444"/>
                <a:gd name="connsiteX5" fmla="*/ 142304 w 158115"/>
                <a:gd name="connsiteY5" fmla="*/ 142600 h 158444"/>
                <a:gd name="connsiteX6" fmla="*/ 142304 w 158115"/>
                <a:gd name="connsiteY6" fmla="*/ 15844 h 158444"/>
                <a:gd name="connsiteX7" fmla="*/ 15812 w 158115"/>
                <a:gd name="connsiteY7" fmla="*/ 15844 h 15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8115" h="158444">
                  <a:moveTo>
                    <a:pt x="158115" y="158445"/>
                  </a:moveTo>
                  <a:lnTo>
                    <a:pt x="0" y="158445"/>
                  </a:lnTo>
                  <a:lnTo>
                    <a:pt x="0" y="0"/>
                  </a:lnTo>
                  <a:lnTo>
                    <a:pt x="158115" y="0"/>
                  </a:lnTo>
                  <a:close/>
                  <a:moveTo>
                    <a:pt x="15812" y="142600"/>
                  </a:moveTo>
                  <a:lnTo>
                    <a:pt x="142304" y="142600"/>
                  </a:lnTo>
                  <a:lnTo>
                    <a:pt x="142304" y="15844"/>
                  </a:lnTo>
                  <a:lnTo>
                    <a:pt x="15812" y="15844"/>
                  </a:ln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59" name="Picture Placeholder 86" descr="Flexible&#10;">
            <a:extLst>
              <a:ext uri="{FF2B5EF4-FFF2-40B4-BE49-F238E27FC236}">
                <a16:creationId xmlns:a16="http://schemas.microsoft.com/office/drawing/2014/main" id="{B51766F4-5F15-A041-BFD8-8DC0770FB49D}"/>
              </a:ext>
            </a:extLst>
          </p:cNvPr>
          <p:cNvSpPr>
            <a:spLocks noChangeAspect="1"/>
          </p:cNvSpPr>
          <p:nvPr/>
        </p:nvSpPr>
        <p:spPr>
          <a:xfrm>
            <a:off x="5734830" y="2656446"/>
            <a:ext cx="751297" cy="367763"/>
          </a:xfrm>
          <a:custGeom>
            <a:avLst/>
            <a:gdLst>
              <a:gd name="connsiteX0" fmla="*/ 536811 w 586387"/>
              <a:gd name="connsiteY0" fmla="*/ 77951 h 287039"/>
              <a:gd name="connsiteX1" fmla="*/ 487186 w 586387"/>
              <a:gd name="connsiteY1" fmla="*/ 127472 h 287039"/>
              <a:gd name="connsiteX2" fmla="*/ 487186 w 586387"/>
              <a:gd name="connsiteY2" fmla="*/ 130192 h 287039"/>
              <a:gd name="connsiteX3" fmla="*/ 461835 w 586387"/>
              <a:gd name="connsiteY3" fmla="*/ 174464 h 287039"/>
              <a:gd name="connsiteX4" fmla="*/ 461074 w 586387"/>
              <a:gd name="connsiteY4" fmla="*/ 231828 h 287039"/>
              <a:gd name="connsiteX5" fmla="*/ 425329 w 586387"/>
              <a:gd name="connsiteY5" fmla="*/ 267499 h 287039"/>
              <a:gd name="connsiteX6" fmla="*/ 389584 w 586387"/>
              <a:gd name="connsiteY6" fmla="*/ 231828 h 287039"/>
              <a:gd name="connsiteX7" fmla="*/ 389584 w 586387"/>
              <a:gd name="connsiteY7" fmla="*/ 53601 h 287039"/>
              <a:gd name="connsiteX8" fmla="*/ 334606 w 586387"/>
              <a:gd name="connsiteY8" fmla="*/ 2401 h 287039"/>
              <a:gd name="connsiteX9" fmla="*/ 283299 w 586387"/>
              <a:gd name="connsiteY9" fmla="*/ 53601 h 287039"/>
              <a:gd name="connsiteX10" fmla="*/ 283299 w 586387"/>
              <a:gd name="connsiteY10" fmla="*/ 231386 h 287039"/>
              <a:gd name="connsiteX11" fmla="*/ 249857 w 586387"/>
              <a:gd name="connsiteY11" fmla="*/ 267039 h 287039"/>
              <a:gd name="connsiteX12" fmla="*/ 249075 w 586387"/>
              <a:gd name="connsiteY12" fmla="*/ 267056 h 287039"/>
              <a:gd name="connsiteX13" fmla="*/ 214084 w 586387"/>
              <a:gd name="connsiteY13" fmla="*/ 232151 h 287039"/>
              <a:gd name="connsiteX14" fmla="*/ 214091 w 586387"/>
              <a:gd name="connsiteY14" fmla="*/ 231449 h 287039"/>
              <a:gd name="connsiteX15" fmla="*/ 215041 w 586387"/>
              <a:gd name="connsiteY15" fmla="*/ 53158 h 287039"/>
              <a:gd name="connsiteX16" fmla="*/ 165416 w 586387"/>
              <a:gd name="connsiteY16" fmla="*/ 32 h 287039"/>
              <a:gd name="connsiteX17" fmla="*/ 112179 w 586387"/>
              <a:gd name="connsiteY17" fmla="*/ 49555 h 287039"/>
              <a:gd name="connsiteX18" fmla="*/ 112179 w 586387"/>
              <a:gd name="connsiteY18" fmla="*/ 53158 h 287039"/>
              <a:gd name="connsiteX19" fmla="*/ 112623 w 586387"/>
              <a:gd name="connsiteY19" fmla="*/ 94331 h 287039"/>
              <a:gd name="connsiteX20" fmla="*/ 94243 w 586387"/>
              <a:gd name="connsiteY20" fmla="*/ 125448 h 287039"/>
              <a:gd name="connsiteX21" fmla="*/ 33070 w 586387"/>
              <a:gd name="connsiteY21" fmla="*/ 94940 h 287039"/>
              <a:gd name="connsiteX22" fmla="*/ 2498 w 586387"/>
              <a:gd name="connsiteY22" fmla="*/ 155987 h 287039"/>
              <a:gd name="connsiteX23" fmla="*/ 63672 w 586387"/>
              <a:gd name="connsiteY23" fmla="*/ 186495 h 287039"/>
              <a:gd name="connsiteX24" fmla="*/ 96715 w 586387"/>
              <a:gd name="connsiteY24" fmla="*/ 141829 h 287039"/>
              <a:gd name="connsiteX25" fmla="*/ 128404 w 586387"/>
              <a:gd name="connsiteY25" fmla="*/ 94268 h 287039"/>
              <a:gd name="connsiteX26" fmla="*/ 127960 w 586387"/>
              <a:gd name="connsiteY26" fmla="*/ 53095 h 287039"/>
              <a:gd name="connsiteX27" fmla="*/ 162045 w 586387"/>
              <a:gd name="connsiteY27" fmla="*/ 16083 h 287039"/>
              <a:gd name="connsiteX28" fmla="*/ 199134 w 586387"/>
              <a:gd name="connsiteY28" fmla="*/ 50097 h 287039"/>
              <a:gd name="connsiteX29" fmla="*/ 199134 w 586387"/>
              <a:gd name="connsiteY29" fmla="*/ 53095 h 287039"/>
              <a:gd name="connsiteX30" fmla="*/ 198183 w 586387"/>
              <a:gd name="connsiteY30" fmla="*/ 231386 h 287039"/>
              <a:gd name="connsiteX31" fmla="*/ 243568 w 586387"/>
              <a:gd name="connsiteY31" fmla="*/ 286783 h 287039"/>
              <a:gd name="connsiteX32" fmla="*/ 299080 w 586387"/>
              <a:gd name="connsiteY32" fmla="*/ 241492 h 287039"/>
              <a:gd name="connsiteX33" fmla="*/ 299080 w 586387"/>
              <a:gd name="connsiteY33" fmla="*/ 231386 h 287039"/>
              <a:gd name="connsiteX34" fmla="*/ 299080 w 586387"/>
              <a:gd name="connsiteY34" fmla="*/ 53158 h 287039"/>
              <a:gd name="connsiteX35" fmla="*/ 337916 w 586387"/>
              <a:gd name="connsiteY35" fmla="*/ 17472 h 287039"/>
              <a:gd name="connsiteX36" fmla="*/ 373676 w 586387"/>
              <a:gd name="connsiteY36" fmla="*/ 53158 h 287039"/>
              <a:gd name="connsiteX37" fmla="*/ 373676 w 586387"/>
              <a:gd name="connsiteY37" fmla="*/ 231386 h 287039"/>
              <a:gd name="connsiteX38" fmla="*/ 425266 w 586387"/>
              <a:gd name="connsiteY38" fmla="*/ 282868 h 287039"/>
              <a:gd name="connsiteX39" fmla="*/ 476855 w 586387"/>
              <a:gd name="connsiteY39" fmla="*/ 231386 h 287039"/>
              <a:gd name="connsiteX40" fmla="*/ 477616 w 586387"/>
              <a:gd name="connsiteY40" fmla="*/ 173958 h 287039"/>
              <a:gd name="connsiteX41" fmla="*/ 490862 w 586387"/>
              <a:gd name="connsiteY41" fmla="*/ 146320 h 287039"/>
              <a:gd name="connsiteX42" fmla="*/ 555639 w 586387"/>
              <a:gd name="connsiteY42" fmla="*/ 173267 h 287039"/>
              <a:gd name="connsiteX43" fmla="*/ 582639 w 586387"/>
              <a:gd name="connsiteY43" fmla="*/ 108625 h 287039"/>
              <a:gd name="connsiteX44" fmla="*/ 536811 w 586387"/>
              <a:gd name="connsiteY44" fmla="*/ 77951 h 287039"/>
              <a:gd name="connsiteX45" fmla="*/ 48294 w 586387"/>
              <a:gd name="connsiteY45" fmla="*/ 173262 h 287039"/>
              <a:gd name="connsiteX46" fmla="*/ 15718 w 586387"/>
              <a:gd name="connsiteY46" fmla="*/ 140754 h 287039"/>
              <a:gd name="connsiteX47" fmla="*/ 48294 w 586387"/>
              <a:gd name="connsiteY47" fmla="*/ 108246 h 287039"/>
              <a:gd name="connsiteX48" fmla="*/ 80871 w 586387"/>
              <a:gd name="connsiteY48" fmla="*/ 140754 h 287039"/>
              <a:gd name="connsiteX49" fmla="*/ 80871 w 586387"/>
              <a:gd name="connsiteY49" fmla="*/ 140817 h 287039"/>
              <a:gd name="connsiteX50" fmla="*/ 48358 w 586387"/>
              <a:gd name="connsiteY50" fmla="*/ 173262 h 287039"/>
              <a:gd name="connsiteX51" fmla="*/ 48294 w 586387"/>
              <a:gd name="connsiteY51" fmla="*/ 173262 h 287039"/>
              <a:gd name="connsiteX52" fmla="*/ 536811 w 586387"/>
              <a:gd name="connsiteY52" fmla="*/ 160613 h 287039"/>
              <a:gd name="connsiteX53" fmla="*/ 502779 w 586387"/>
              <a:gd name="connsiteY53" fmla="*/ 127156 h 287039"/>
              <a:gd name="connsiteX54" fmla="*/ 536306 w 586387"/>
              <a:gd name="connsiteY54" fmla="*/ 93195 h 287039"/>
              <a:gd name="connsiteX55" fmla="*/ 570338 w 586387"/>
              <a:gd name="connsiteY55" fmla="*/ 126652 h 287039"/>
              <a:gd name="connsiteX56" fmla="*/ 570338 w 586387"/>
              <a:gd name="connsiteY56" fmla="*/ 127156 h 287039"/>
              <a:gd name="connsiteX57" fmla="*/ 536811 w 586387"/>
              <a:gd name="connsiteY57" fmla="*/ 160803 h 287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86387" h="287039">
                <a:moveTo>
                  <a:pt x="536811" y="77951"/>
                </a:moveTo>
                <a:cubicBezTo>
                  <a:pt x="509418" y="77985"/>
                  <a:pt x="487221" y="100137"/>
                  <a:pt x="487186" y="127472"/>
                </a:cubicBezTo>
                <a:cubicBezTo>
                  <a:pt x="487186" y="128421"/>
                  <a:pt x="487186" y="129306"/>
                  <a:pt x="487186" y="130192"/>
                </a:cubicBezTo>
                <a:cubicBezTo>
                  <a:pt x="471528" y="139480"/>
                  <a:pt x="461904" y="156287"/>
                  <a:pt x="461835" y="174464"/>
                </a:cubicBezTo>
                <a:lnTo>
                  <a:pt x="461074" y="231828"/>
                </a:lnTo>
                <a:cubicBezTo>
                  <a:pt x="461074" y="251529"/>
                  <a:pt x="445071" y="267499"/>
                  <a:pt x="425329" y="267499"/>
                </a:cubicBezTo>
                <a:cubicBezTo>
                  <a:pt x="405587" y="267499"/>
                  <a:pt x="389584" y="251529"/>
                  <a:pt x="389584" y="231828"/>
                </a:cubicBezTo>
                <a:lnTo>
                  <a:pt x="389584" y="53601"/>
                </a:lnTo>
                <a:cubicBezTo>
                  <a:pt x="388571" y="24312"/>
                  <a:pt x="363956" y="1390"/>
                  <a:pt x="334606" y="2401"/>
                </a:cubicBezTo>
                <a:cubicBezTo>
                  <a:pt x="306679" y="3363"/>
                  <a:pt x="284264" y="25732"/>
                  <a:pt x="283299" y="53601"/>
                </a:cubicBezTo>
                <a:lnTo>
                  <a:pt x="283299" y="231386"/>
                </a:lnTo>
                <a:cubicBezTo>
                  <a:pt x="283931" y="250447"/>
                  <a:pt x="268958" y="266409"/>
                  <a:pt x="249857" y="267039"/>
                </a:cubicBezTo>
                <a:cubicBezTo>
                  <a:pt x="249596" y="267048"/>
                  <a:pt x="249336" y="267054"/>
                  <a:pt x="249075" y="267056"/>
                </a:cubicBezTo>
                <a:cubicBezTo>
                  <a:pt x="229754" y="267060"/>
                  <a:pt x="214088" y="251433"/>
                  <a:pt x="214084" y="232151"/>
                </a:cubicBezTo>
                <a:cubicBezTo>
                  <a:pt x="214084" y="231917"/>
                  <a:pt x="214086" y="231683"/>
                  <a:pt x="214091" y="231449"/>
                </a:cubicBezTo>
                <a:lnTo>
                  <a:pt x="215041" y="53158"/>
                </a:lnTo>
                <a:cubicBezTo>
                  <a:pt x="216039" y="24813"/>
                  <a:pt x="193821" y="1027"/>
                  <a:pt x="165416" y="32"/>
                </a:cubicBezTo>
                <a:cubicBezTo>
                  <a:pt x="137011" y="-963"/>
                  <a:pt x="113176" y="21209"/>
                  <a:pt x="112179" y="49555"/>
                </a:cubicBezTo>
                <a:cubicBezTo>
                  <a:pt x="112137" y="50756"/>
                  <a:pt x="112137" y="51957"/>
                  <a:pt x="112179" y="53158"/>
                </a:cubicBezTo>
                <a:lnTo>
                  <a:pt x="112623" y="94331"/>
                </a:lnTo>
                <a:cubicBezTo>
                  <a:pt x="112560" y="107250"/>
                  <a:pt x="105539" y="119137"/>
                  <a:pt x="94243" y="125448"/>
                </a:cubicBezTo>
                <a:cubicBezTo>
                  <a:pt x="85792" y="100166"/>
                  <a:pt x="58404" y="86507"/>
                  <a:pt x="33070" y="94940"/>
                </a:cubicBezTo>
                <a:cubicBezTo>
                  <a:pt x="7734" y="103373"/>
                  <a:pt x="-5953" y="130705"/>
                  <a:pt x="2498" y="155987"/>
                </a:cubicBezTo>
                <a:cubicBezTo>
                  <a:pt x="10948" y="181269"/>
                  <a:pt x="38337" y="194928"/>
                  <a:pt x="63672" y="186495"/>
                </a:cubicBezTo>
                <a:cubicBezTo>
                  <a:pt x="83025" y="180053"/>
                  <a:pt x="96245" y="162183"/>
                  <a:pt x="96715" y="141829"/>
                </a:cubicBezTo>
                <a:cubicBezTo>
                  <a:pt x="115907" y="133785"/>
                  <a:pt x="128396" y="115041"/>
                  <a:pt x="128404" y="94268"/>
                </a:cubicBezTo>
                <a:lnTo>
                  <a:pt x="127960" y="53095"/>
                </a:lnTo>
                <a:cubicBezTo>
                  <a:pt x="127131" y="33482"/>
                  <a:pt x="142391" y="16911"/>
                  <a:pt x="162045" y="16083"/>
                </a:cubicBezTo>
                <a:cubicBezTo>
                  <a:pt x="181699" y="15256"/>
                  <a:pt x="198304" y="30484"/>
                  <a:pt x="199134" y="50097"/>
                </a:cubicBezTo>
                <a:cubicBezTo>
                  <a:pt x="199176" y="51096"/>
                  <a:pt x="199176" y="52096"/>
                  <a:pt x="199134" y="53095"/>
                </a:cubicBezTo>
                <a:lnTo>
                  <a:pt x="198183" y="231386"/>
                </a:lnTo>
                <a:cubicBezTo>
                  <a:pt x="195386" y="259190"/>
                  <a:pt x="215706" y="283992"/>
                  <a:pt x="243568" y="286783"/>
                </a:cubicBezTo>
                <a:cubicBezTo>
                  <a:pt x="271430" y="289574"/>
                  <a:pt x="296284" y="269296"/>
                  <a:pt x="299080" y="241492"/>
                </a:cubicBezTo>
                <a:cubicBezTo>
                  <a:pt x="299418" y="238132"/>
                  <a:pt x="299418" y="234746"/>
                  <a:pt x="299080" y="231386"/>
                </a:cubicBezTo>
                <a:lnTo>
                  <a:pt x="299080" y="53158"/>
                </a:lnTo>
                <a:cubicBezTo>
                  <a:pt x="299930" y="32602"/>
                  <a:pt x="317317" y="16625"/>
                  <a:pt x="337916" y="17472"/>
                </a:cubicBezTo>
                <a:cubicBezTo>
                  <a:pt x="357325" y="18271"/>
                  <a:pt x="372876" y="33790"/>
                  <a:pt x="373676" y="53158"/>
                </a:cubicBezTo>
                <a:lnTo>
                  <a:pt x="373676" y="231386"/>
                </a:lnTo>
                <a:cubicBezTo>
                  <a:pt x="373676" y="259818"/>
                  <a:pt x="396774" y="282868"/>
                  <a:pt x="425266" y="282868"/>
                </a:cubicBezTo>
                <a:cubicBezTo>
                  <a:pt x="453758" y="282868"/>
                  <a:pt x="476855" y="259818"/>
                  <a:pt x="476855" y="231386"/>
                </a:cubicBezTo>
                <a:lnTo>
                  <a:pt x="477616" y="173958"/>
                </a:lnTo>
                <a:cubicBezTo>
                  <a:pt x="477667" y="163232"/>
                  <a:pt x="482526" y="153092"/>
                  <a:pt x="490862" y="146320"/>
                </a:cubicBezTo>
                <a:cubicBezTo>
                  <a:pt x="501292" y="171612"/>
                  <a:pt x="530294" y="183677"/>
                  <a:pt x="555639" y="173267"/>
                </a:cubicBezTo>
                <a:cubicBezTo>
                  <a:pt x="580985" y="162858"/>
                  <a:pt x="593071" y="133916"/>
                  <a:pt x="582639" y="108625"/>
                </a:cubicBezTo>
                <a:cubicBezTo>
                  <a:pt x="574996" y="90084"/>
                  <a:pt x="556901" y="77974"/>
                  <a:pt x="536811" y="77951"/>
                </a:cubicBezTo>
                <a:close/>
                <a:moveTo>
                  <a:pt x="48294" y="173262"/>
                </a:moveTo>
                <a:cubicBezTo>
                  <a:pt x="30303" y="173262"/>
                  <a:pt x="15718" y="158708"/>
                  <a:pt x="15718" y="140754"/>
                </a:cubicBezTo>
                <a:cubicBezTo>
                  <a:pt x="15718" y="122800"/>
                  <a:pt x="30303" y="108246"/>
                  <a:pt x="48294" y="108246"/>
                </a:cubicBezTo>
                <a:cubicBezTo>
                  <a:pt x="66286" y="108246"/>
                  <a:pt x="80871" y="122800"/>
                  <a:pt x="80871" y="140754"/>
                </a:cubicBezTo>
                <a:cubicBezTo>
                  <a:pt x="80871" y="140775"/>
                  <a:pt x="80871" y="140796"/>
                  <a:pt x="80871" y="140817"/>
                </a:cubicBezTo>
                <a:cubicBezTo>
                  <a:pt x="80871" y="158736"/>
                  <a:pt x="66314" y="173262"/>
                  <a:pt x="48358" y="173262"/>
                </a:cubicBezTo>
                <a:cubicBezTo>
                  <a:pt x="48337" y="173262"/>
                  <a:pt x="48315" y="173262"/>
                  <a:pt x="48294" y="173262"/>
                </a:cubicBezTo>
                <a:close/>
                <a:moveTo>
                  <a:pt x="536811" y="160613"/>
                </a:moveTo>
                <a:cubicBezTo>
                  <a:pt x="518155" y="160752"/>
                  <a:pt x="502918" y="145773"/>
                  <a:pt x="502779" y="127156"/>
                </a:cubicBezTo>
                <a:cubicBezTo>
                  <a:pt x="502639" y="108539"/>
                  <a:pt x="517650" y="93334"/>
                  <a:pt x="536306" y="93195"/>
                </a:cubicBezTo>
                <a:cubicBezTo>
                  <a:pt x="554961" y="93056"/>
                  <a:pt x="570198" y="108035"/>
                  <a:pt x="570338" y="126652"/>
                </a:cubicBezTo>
                <a:cubicBezTo>
                  <a:pt x="570338" y="126820"/>
                  <a:pt x="570338" y="126988"/>
                  <a:pt x="570338" y="127156"/>
                </a:cubicBezTo>
                <a:cubicBezTo>
                  <a:pt x="570306" y="145650"/>
                  <a:pt x="555343" y="160664"/>
                  <a:pt x="536811" y="160803"/>
                </a:cubicBezTo>
                <a:close/>
              </a:path>
            </a:pathLst>
          </a:custGeom>
          <a:solidFill>
            <a:schemeClr val="accent2"/>
          </a:solid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34" name="Picture Placeholder 84" descr="Snapshot&#10;">
            <a:extLst>
              <a:ext uri="{FF2B5EF4-FFF2-40B4-BE49-F238E27FC236}">
                <a16:creationId xmlns:a16="http://schemas.microsoft.com/office/drawing/2014/main" id="{5F4F0023-E737-1E47-8745-9F2E4127969E}"/>
              </a:ext>
            </a:extLst>
          </p:cNvPr>
          <p:cNvGrpSpPr>
            <a:grpSpLocks noChangeAspect="1"/>
          </p:cNvGrpSpPr>
          <p:nvPr/>
        </p:nvGrpSpPr>
        <p:grpSpPr>
          <a:xfrm>
            <a:off x="2088526" y="4977138"/>
            <a:ext cx="613485" cy="416791"/>
            <a:chOff x="533691" y="5814442"/>
            <a:chExt cx="613485" cy="416791"/>
          </a:xfrm>
          <a:solidFill>
            <a:schemeClr val="accent2"/>
          </a:solidFill>
        </p:grpSpPr>
        <p:sp>
          <p:nvSpPr>
            <p:cNvPr id="35" name="Picture Placeholder 84">
              <a:extLst>
                <a:ext uri="{FF2B5EF4-FFF2-40B4-BE49-F238E27FC236}">
                  <a16:creationId xmlns:a16="http://schemas.microsoft.com/office/drawing/2014/main" id="{AAD808CD-26B0-D341-863F-70E627E0AD77}"/>
                </a:ext>
              </a:extLst>
            </p:cNvPr>
            <p:cNvSpPr/>
            <p:nvPr/>
          </p:nvSpPr>
          <p:spPr>
            <a:xfrm>
              <a:off x="677259" y="5947259"/>
              <a:ext cx="241599" cy="234010"/>
            </a:xfrm>
            <a:custGeom>
              <a:avLst/>
              <a:gdLst>
                <a:gd name="connsiteX0" fmla="*/ 0 w 241599"/>
                <a:gd name="connsiteY0" fmla="*/ 117005 h 234010"/>
                <a:gd name="connsiteX1" fmla="*/ 120800 w 241599"/>
                <a:gd name="connsiteY1" fmla="*/ 234010 h 234010"/>
                <a:gd name="connsiteX2" fmla="*/ 241600 w 241599"/>
                <a:gd name="connsiteY2" fmla="*/ 117005 h 234010"/>
                <a:gd name="connsiteX3" fmla="*/ 120800 w 241599"/>
                <a:gd name="connsiteY3" fmla="*/ 0 h 234010"/>
                <a:gd name="connsiteX4" fmla="*/ 0 w 241599"/>
                <a:gd name="connsiteY4" fmla="*/ 117005 h 234010"/>
                <a:gd name="connsiteX5" fmla="*/ 226421 w 241599"/>
                <a:gd name="connsiteY5" fmla="*/ 117005 h 234010"/>
                <a:gd name="connsiteX6" fmla="*/ 121432 w 241599"/>
                <a:gd name="connsiteY6" fmla="*/ 218199 h 234010"/>
                <a:gd name="connsiteX7" fmla="*/ 16444 w 241599"/>
                <a:gd name="connsiteY7" fmla="*/ 117005 h 234010"/>
                <a:gd name="connsiteX8" fmla="*/ 121432 w 241599"/>
                <a:gd name="connsiteY8" fmla="*/ 15812 h 234010"/>
                <a:gd name="connsiteX9" fmla="*/ 226421 w 241599"/>
                <a:gd name="connsiteY9" fmla="*/ 117005 h 234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599" h="234010">
                  <a:moveTo>
                    <a:pt x="0" y="117005"/>
                  </a:moveTo>
                  <a:cubicBezTo>
                    <a:pt x="0" y="181516"/>
                    <a:pt x="54392" y="234010"/>
                    <a:pt x="120800" y="234010"/>
                  </a:cubicBezTo>
                  <a:cubicBezTo>
                    <a:pt x="187208" y="234010"/>
                    <a:pt x="241600" y="181516"/>
                    <a:pt x="241600" y="117005"/>
                  </a:cubicBezTo>
                  <a:cubicBezTo>
                    <a:pt x="241600" y="52494"/>
                    <a:pt x="187208" y="0"/>
                    <a:pt x="120800" y="0"/>
                  </a:cubicBezTo>
                  <a:cubicBezTo>
                    <a:pt x="54392" y="0"/>
                    <a:pt x="0" y="52494"/>
                    <a:pt x="0" y="117005"/>
                  </a:cubicBezTo>
                  <a:close/>
                  <a:moveTo>
                    <a:pt x="226421" y="117005"/>
                  </a:moveTo>
                  <a:cubicBezTo>
                    <a:pt x="226421" y="172662"/>
                    <a:pt x="178986" y="218199"/>
                    <a:pt x="121432" y="218199"/>
                  </a:cubicBezTo>
                  <a:cubicBezTo>
                    <a:pt x="63878" y="218199"/>
                    <a:pt x="16444" y="172662"/>
                    <a:pt x="16444" y="117005"/>
                  </a:cubicBezTo>
                  <a:cubicBezTo>
                    <a:pt x="16444" y="61349"/>
                    <a:pt x="63878" y="15812"/>
                    <a:pt x="121432" y="15812"/>
                  </a:cubicBezTo>
                  <a:cubicBezTo>
                    <a:pt x="178986" y="15812"/>
                    <a:pt x="226421" y="61349"/>
                    <a:pt x="226421" y="117005"/>
                  </a:cubicBez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Picture Placeholder 84">
              <a:extLst>
                <a:ext uri="{FF2B5EF4-FFF2-40B4-BE49-F238E27FC236}">
                  <a16:creationId xmlns:a16="http://schemas.microsoft.com/office/drawing/2014/main" id="{0B2F4073-9DA4-F241-B165-E8B4FB609172}"/>
                </a:ext>
              </a:extLst>
            </p:cNvPr>
            <p:cNvSpPr/>
            <p:nvPr/>
          </p:nvSpPr>
          <p:spPr>
            <a:xfrm>
              <a:off x="736711" y="6003548"/>
              <a:ext cx="122697" cy="118902"/>
            </a:xfrm>
            <a:custGeom>
              <a:avLst/>
              <a:gdLst>
                <a:gd name="connsiteX0" fmla="*/ 0 w 122697"/>
                <a:gd name="connsiteY0" fmla="*/ 60084 h 118902"/>
                <a:gd name="connsiteX1" fmla="*/ 15812 w 122697"/>
                <a:gd name="connsiteY1" fmla="*/ 60084 h 118902"/>
                <a:gd name="connsiteX2" fmla="*/ 61349 w 122697"/>
                <a:gd name="connsiteY2" fmla="*/ 16444 h 118902"/>
                <a:gd name="connsiteX3" fmla="*/ 106886 w 122697"/>
                <a:gd name="connsiteY3" fmla="*/ 60084 h 118902"/>
                <a:gd name="connsiteX4" fmla="*/ 61349 w 122697"/>
                <a:gd name="connsiteY4" fmla="*/ 103723 h 118902"/>
                <a:gd name="connsiteX5" fmla="*/ 55024 w 122697"/>
                <a:gd name="connsiteY5" fmla="*/ 103091 h 118902"/>
                <a:gd name="connsiteX6" fmla="*/ 55024 w 122697"/>
                <a:gd name="connsiteY6" fmla="*/ 118902 h 118902"/>
                <a:gd name="connsiteX7" fmla="*/ 61349 w 122697"/>
                <a:gd name="connsiteY7" fmla="*/ 118902 h 118902"/>
                <a:gd name="connsiteX8" fmla="*/ 122697 w 122697"/>
                <a:gd name="connsiteY8" fmla="*/ 59451 h 118902"/>
                <a:gd name="connsiteX9" fmla="*/ 61349 w 122697"/>
                <a:gd name="connsiteY9" fmla="*/ 0 h 118902"/>
                <a:gd name="connsiteX10" fmla="*/ 0 w 122697"/>
                <a:gd name="connsiteY10" fmla="*/ 60084 h 11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697" h="118902">
                  <a:moveTo>
                    <a:pt x="0" y="60084"/>
                  </a:moveTo>
                  <a:lnTo>
                    <a:pt x="15812" y="60084"/>
                  </a:lnTo>
                  <a:cubicBezTo>
                    <a:pt x="15812" y="36050"/>
                    <a:pt x="36683" y="16444"/>
                    <a:pt x="61349" y="16444"/>
                  </a:cubicBezTo>
                  <a:cubicBezTo>
                    <a:pt x="86647" y="16444"/>
                    <a:pt x="106886" y="36050"/>
                    <a:pt x="106886" y="60084"/>
                  </a:cubicBezTo>
                  <a:cubicBezTo>
                    <a:pt x="106886" y="84117"/>
                    <a:pt x="86647" y="103723"/>
                    <a:pt x="61349" y="103723"/>
                  </a:cubicBezTo>
                  <a:cubicBezTo>
                    <a:pt x="59451" y="103723"/>
                    <a:pt x="56921" y="103723"/>
                    <a:pt x="55024" y="103091"/>
                  </a:cubicBezTo>
                  <a:lnTo>
                    <a:pt x="55024" y="118902"/>
                  </a:lnTo>
                  <a:cubicBezTo>
                    <a:pt x="56921" y="118902"/>
                    <a:pt x="59451" y="118902"/>
                    <a:pt x="61349" y="118902"/>
                  </a:cubicBezTo>
                  <a:cubicBezTo>
                    <a:pt x="95501" y="118902"/>
                    <a:pt x="122697" y="92339"/>
                    <a:pt x="122697" y="59451"/>
                  </a:cubicBezTo>
                  <a:cubicBezTo>
                    <a:pt x="122697" y="26563"/>
                    <a:pt x="94869" y="0"/>
                    <a:pt x="61349" y="0"/>
                  </a:cubicBezTo>
                  <a:cubicBezTo>
                    <a:pt x="27828" y="1265"/>
                    <a:pt x="0" y="27828"/>
                    <a:pt x="0" y="60084"/>
                  </a:cubicBez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Picture Placeholder 84">
              <a:extLst>
                <a:ext uri="{FF2B5EF4-FFF2-40B4-BE49-F238E27FC236}">
                  <a16:creationId xmlns:a16="http://schemas.microsoft.com/office/drawing/2014/main" id="{492779FB-77FE-B24D-9107-2A51210F9BB2}"/>
                </a:ext>
              </a:extLst>
            </p:cNvPr>
            <p:cNvSpPr/>
            <p:nvPr/>
          </p:nvSpPr>
          <p:spPr>
            <a:xfrm>
              <a:off x="533691" y="5897927"/>
              <a:ext cx="533163" cy="333306"/>
            </a:xfrm>
            <a:custGeom>
              <a:avLst/>
              <a:gdLst>
                <a:gd name="connsiteX0" fmla="*/ 524309 w 533163"/>
                <a:gd name="connsiteY0" fmla="*/ 126492 h 333306"/>
                <a:gd name="connsiteX1" fmla="*/ 516720 w 533163"/>
                <a:gd name="connsiteY1" fmla="*/ 125860 h 333306"/>
                <a:gd name="connsiteX2" fmla="*/ 516720 w 533163"/>
                <a:gd name="connsiteY2" fmla="*/ 317495 h 333306"/>
                <a:gd name="connsiteX3" fmla="*/ 15812 w 533163"/>
                <a:gd name="connsiteY3" fmla="*/ 317495 h 333306"/>
                <a:gd name="connsiteX4" fmla="*/ 15812 w 533163"/>
                <a:gd name="connsiteY4" fmla="*/ 15812 h 333306"/>
                <a:gd name="connsiteX5" fmla="*/ 404774 w 533163"/>
                <a:gd name="connsiteY5" fmla="*/ 15812 h 333306"/>
                <a:gd name="connsiteX6" fmla="*/ 404142 w 533163"/>
                <a:gd name="connsiteY6" fmla="*/ 5692 h 333306"/>
                <a:gd name="connsiteX7" fmla="*/ 404142 w 533163"/>
                <a:gd name="connsiteY7" fmla="*/ 0 h 333306"/>
                <a:gd name="connsiteX8" fmla="*/ 10119 w 533163"/>
                <a:gd name="connsiteY8" fmla="*/ 0 h 333306"/>
                <a:gd name="connsiteX9" fmla="*/ 0 w 533163"/>
                <a:gd name="connsiteY9" fmla="*/ 10119 h 333306"/>
                <a:gd name="connsiteX10" fmla="*/ 0 w 533163"/>
                <a:gd name="connsiteY10" fmla="*/ 323187 h 333306"/>
                <a:gd name="connsiteX11" fmla="*/ 10119 w 533163"/>
                <a:gd name="connsiteY11" fmla="*/ 333306 h 333306"/>
                <a:gd name="connsiteX12" fmla="*/ 523044 w 533163"/>
                <a:gd name="connsiteY12" fmla="*/ 333306 h 333306"/>
                <a:gd name="connsiteX13" fmla="*/ 533164 w 533163"/>
                <a:gd name="connsiteY13" fmla="*/ 323187 h 333306"/>
                <a:gd name="connsiteX14" fmla="*/ 533164 w 533163"/>
                <a:gd name="connsiteY14" fmla="*/ 125860 h 333306"/>
                <a:gd name="connsiteX15" fmla="*/ 524309 w 533163"/>
                <a:gd name="connsiteY15" fmla="*/ 126492 h 33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3163" h="333306">
                  <a:moveTo>
                    <a:pt x="524309" y="126492"/>
                  </a:moveTo>
                  <a:cubicBezTo>
                    <a:pt x="521780" y="126492"/>
                    <a:pt x="519250" y="126492"/>
                    <a:pt x="516720" y="125860"/>
                  </a:cubicBezTo>
                  <a:lnTo>
                    <a:pt x="516720" y="317495"/>
                  </a:lnTo>
                  <a:lnTo>
                    <a:pt x="15812" y="317495"/>
                  </a:lnTo>
                  <a:lnTo>
                    <a:pt x="15812" y="15812"/>
                  </a:lnTo>
                  <a:lnTo>
                    <a:pt x="404774" y="15812"/>
                  </a:lnTo>
                  <a:cubicBezTo>
                    <a:pt x="404774" y="12649"/>
                    <a:pt x="404142" y="9487"/>
                    <a:pt x="404142" y="5692"/>
                  </a:cubicBezTo>
                  <a:cubicBezTo>
                    <a:pt x="404142" y="3795"/>
                    <a:pt x="404142" y="1897"/>
                    <a:pt x="404142" y="0"/>
                  </a:cubicBezTo>
                  <a:lnTo>
                    <a:pt x="10119" y="0"/>
                  </a:lnTo>
                  <a:cubicBezTo>
                    <a:pt x="4427" y="0"/>
                    <a:pt x="0" y="4427"/>
                    <a:pt x="0" y="10119"/>
                  </a:cubicBezTo>
                  <a:lnTo>
                    <a:pt x="0" y="323187"/>
                  </a:lnTo>
                  <a:cubicBezTo>
                    <a:pt x="0" y="328879"/>
                    <a:pt x="4427" y="333306"/>
                    <a:pt x="10119" y="333306"/>
                  </a:cubicBezTo>
                  <a:lnTo>
                    <a:pt x="523044" y="333306"/>
                  </a:lnTo>
                  <a:cubicBezTo>
                    <a:pt x="528737" y="333306"/>
                    <a:pt x="533164" y="328879"/>
                    <a:pt x="533164" y="323187"/>
                  </a:cubicBezTo>
                  <a:lnTo>
                    <a:pt x="533164" y="125860"/>
                  </a:lnTo>
                  <a:cubicBezTo>
                    <a:pt x="530002" y="126492"/>
                    <a:pt x="527472" y="126492"/>
                    <a:pt x="524309" y="126492"/>
                  </a:cubicBez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Picture Placeholder 84">
              <a:extLst>
                <a:ext uri="{FF2B5EF4-FFF2-40B4-BE49-F238E27FC236}">
                  <a16:creationId xmlns:a16="http://schemas.microsoft.com/office/drawing/2014/main" id="{54B660AF-47BB-414A-8ECC-11D032E5639F}"/>
                </a:ext>
              </a:extLst>
            </p:cNvPr>
            <p:cNvSpPr/>
            <p:nvPr/>
          </p:nvSpPr>
          <p:spPr>
            <a:xfrm>
              <a:off x="968823" y="5814442"/>
              <a:ext cx="178353" cy="178353"/>
            </a:xfrm>
            <a:custGeom>
              <a:avLst/>
              <a:gdLst>
                <a:gd name="connsiteX0" fmla="*/ 89177 w 178353"/>
                <a:gd name="connsiteY0" fmla="*/ 15812 h 178353"/>
                <a:gd name="connsiteX1" fmla="*/ 162542 w 178353"/>
                <a:gd name="connsiteY1" fmla="*/ 89177 h 178353"/>
                <a:gd name="connsiteX2" fmla="*/ 89177 w 178353"/>
                <a:gd name="connsiteY2" fmla="*/ 162542 h 178353"/>
                <a:gd name="connsiteX3" fmla="*/ 15812 w 178353"/>
                <a:gd name="connsiteY3" fmla="*/ 89177 h 178353"/>
                <a:gd name="connsiteX4" fmla="*/ 89177 w 178353"/>
                <a:gd name="connsiteY4" fmla="*/ 15812 h 178353"/>
                <a:gd name="connsiteX5" fmla="*/ 89177 w 178353"/>
                <a:gd name="connsiteY5" fmla="*/ 0 h 178353"/>
                <a:gd name="connsiteX6" fmla="*/ 0 w 178353"/>
                <a:gd name="connsiteY6" fmla="*/ 89177 h 178353"/>
                <a:gd name="connsiteX7" fmla="*/ 89177 w 178353"/>
                <a:gd name="connsiteY7" fmla="*/ 178354 h 178353"/>
                <a:gd name="connsiteX8" fmla="*/ 178354 w 178353"/>
                <a:gd name="connsiteY8" fmla="*/ 89177 h 178353"/>
                <a:gd name="connsiteX9" fmla="*/ 89177 w 178353"/>
                <a:gd name="connsiteY9" fmla="*/ 0 h 178353"/>
                <a:gd name="connsiteX10" fmla="*/ 89177 w 178353"/>
                <a:gd name="connsiteY10" fmla="*/ 0 h 178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8353" h="178353">
                  <a:moveTo>
                    <a:pt x="89177" y="15812"/>
                  </a:moveTo>
                  <a:cubicBezTo>
                    <a:pt x="129654" y="15812"/>
                    <a:pt x="162542" y="48699"/>
                    <a:pt x="162542" y="89177"/>
                  </a:cubicBezTo>
                  <a:cubicBezTo>
                    <a:pt x="162542" y="129654"/>
                    <a:pt x="129654" y="162542"/>
                    <a:pt x="89177" y="162542"/>
                  </a:cubicBezTo>
                  <a:cubicBezTo>
                    <a:pt x="48699" y="162542"/>
                    <a:pt x="15812" y="129654"/>
                    <a:pt x="15812" y="89177"/>
                  </a:cubicBezTo>
                  <a:cubicBezTo>
                    <a:pt x="15812" y="48699"/>
                    <a:pt x="48699" y="15812"/>
                    <a:pt x="89177" y="15812"/>
                  </a:cubicBezTo>
                  <a:moveTo>
                    <a:pt x="89177" y="0"/>
                  </a:moveTo>
                  <a:cubicBezTo>
                    <a:pt x="39845" y="0"/>
                    <a:pt x="0" y="39845"/>
                    <a:pt x="0" y="89177"/>
                  </a:cubicBezTo>
                  <a:cubicBezTo>
                    <a:pt x="0" y="138509"/>
                    <a:pt x="40477" y="178354"/>
                    <a:pt x="89177" y="178354"/>
                  </a:cubicBezTo>
                  <a:cubicBezTo>
                    <a:pt x="138509" y="178354"/>
                    <a:pt x="178354" y="138509"/>
                    <a:pt x="178354" y="89177"/>
                  </a:cubicBezTo>
                  <a:cubicBezTo>
                    <a:pt x="178354" y="39845"/>
                    <a:pt x="138509" y="0"/>
                    <a:pt x="89177" y="0"/>
                  </a:cubicBezTo>
                  <a:lnTo>
                    <a:pt x="89177" y="0"/>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Picture Placeholder 84">
              <a:extLst>
                <a:ext uri="{FF2B5EF4-FFF2-40B4-BE49-F238E27FC236}">
                  <a16:creationId xmlns:a16="http://schemas.microsoft.com/office/drawing/2014/main" id="{F093F91E-226E-5448-83AC-C71C0E75A08A}"/>
                </a:ext>
              </a:extLst>
            </p:cNvPr>
            <p:cNvSpPr/>
            <p:nvPr/>
          </p:nvSpPr>
          <p:spPr>
            <a:xfrm>
              <a:off x="1050411" y="5854287"/>
              <a:ext cx="39844" cy="59451"/>
            </a:xfrm>
            <a:custGeom>
              <a:avLst/>
              <a:gdLst>
                <a:gd name="connsiteX0" fmla="*/ 32888 w 39844"/>
                <a:gd name="connsiteY0" fmla="*/ 59451 h 59451"/>
                <a:gd name="connsiteX1" fmla="*/ 0 w 39844"/>
                <a:gd name="connsiteY1" fmla="*/ 59451 h 59451"/>
                <a:gd name="connsiteX2" fmla="*/ 0 w 39844"/>
                <a:gd name="connsiteY2" fmla="*/ 7590 h 59451"/>
                <a:gd name="connsiteX3" fmla="*/ 7590 w 39844"/>
                <a:gd name="connsiteY3" fmla="*/ 0 h 59451"/>
                <a:gd name="connsiteX4" fmla="*/ 15179 w 39844"/>
                <a:gd name="connsiteY4" fmla="*/ 7590 h 59451"/>
                <a:gd name="connsiteX5" fmla="*/ 15179 w 39844"/>
                <a:gd name="connsiteY5" fmla="*/ 43640 h 59451"/>
                <a:gd name="connsiteX6" fmla="*/ 32255 w 39844"/>
                <a:gd name="connsiteY6" fmla="*/ 43640 h 59451"/>
                <a:gd name="connsiteX7" fmla="*/ 39845 w 39844"/>
                <a:gd name="connsiteY7" fmla="*/ 51229 h 59451"/>
                <a:gd name="connsiteX8" fmla="*/ 32888 w 39844"/>
                <a:gd name="connsiteY8" fmla="*/ 59451 h 59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844" h="59451">
                  <a:moveTo>
                    <a:pt x="32888" y="59451"/>
                  </a:moveTo>
                  <a:lnTo>
                    <a:pt x="0" y="59451"/>
                  </a:lnTo>
                  <a:lnTo>
                    <a:pt x="0" y="7590"/>
                  </a:lnTo>
                  <a:cubicBezTo>
                    <a:pt x="0" y="3162"/>
                    <a:pt x="3795" y="0"/>
                    <a:pt x="7590" y="0"/>
                  </a:cubicBezTo>
                  <a:cubicBezTo>
                    <a:pt x="11384" y="0"/>
                    <a:pt x="15179" y="3795"/>
                    <a:pt x="15179" y="7590"/>
                  </a:cubicBezTo>
                  <a:lnTo>
                    <a:pt x="15179" y="43640"/>
                  </a:lnTo>
                  <a:lnTo>
                    <a:pt x="32255" y="43640"/>
                  </a:lnTo>
                  <a:cubicBezTo>
                    <a:pt x="36683" y="43640"/>
                    <a:pt x="39845" y="47435"/>
                    <a:pt x="39845" y="51229"/>
                  </a:cubicBezTo>
                  <a:cubicBezTo>
                    <a:pt x="39845" y="55024"/>
                    <a:pt x="37315" y="59451"/>
                    <a:pt x="32888" y="59451"/>
                  </a:cubicBez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68" name="Picture Placeholder 114" descr="Container Apps&#10;">
            <a:extLst>
              <a:ext uri="{FF2B5EF4-FFF2-40B4-BE49-F238E27FC236}">
                <a16:creationId xmlns:a16="http://schemas.microsoft.com/office/drawing/2014/main" id="{E2F6FEE5-A474-8F02-88CA-BA963C54D494}"/>
              </a:ext>
            </a:extLst>
          </p:cNvPr>
          <p:cNvGrpSpPr>
            <a:grpSpLocks noChangeAspect="1"/>
          </p:cNvGrpSpPr>
          <p:nvPr/>
        </p:nvGrpSpPr>
        <p:grpSpPr>
          <a:xfrm>
            <a:off x="5809744" y="4884172"/>
            <a:ext cx="601469" cy="602723"/>
            <a:chOff x="11081195" y="3180212"/>
            <a:chExt cx="601469" cy="602723"/>
          </a:xfrm>
          <a:solidFill>
            <a:schemeClr val="accent2"/>
          </a:solidFill>
        </p:grpSpPr>
        <p:grpSp>
          <p:nvGrpSpPr>
            <p:cNvPr id="169" name="Picture Placeholder 114">
              <a:extLst>
                <a:ext uri="{FF2B5EF4-FFF2-40B4-BE49-F238E27FC236}">
                  <a16:creationId xmlns:a16="http://schemas.microsoft.com/office/drawing/2014/main" id="{38F52A1A-18C4-1A21-4BD3-B17A990EC80D}"/>
                </a:ext>
              </a:extLst>
            </p:cNvPr>
            <p:cNvGrpSpPr/>
            <p:nvPr/>
          </p:nvGrpSpPr>
          <p:grpSpPr>
            <a:xfrm>
              <a:off x="11145706" y="3252463"/>
              <a:ext cx="300418" cy="95700"/>
              <a:chOff x="11145706" y="3252463"/>
              <a:chExt cx="300418" cy="95700"/>
            </a:xfrm>
            <a:grpFill/>
          </p:grpSpPr>
          <p:sp>
            <p:nvSpPr>
              <p:cNvPr id="208" name="Picture Placeholder 114">
                <a:extLst>
                  <a:ext uri="{FF2B5EF4-FFF2-40B4-BE49-F238E27FC236}">
                    <a16:creationId xmlns:a16="http://schemas.microsoft.com/office/drawing/2014/main" id="{66279FB2-696A-E2F6-8134-6FB890B3B4A0}"/>
                  </a:ext>
                </a:extLst>
              </p:cNvPr>
              <p:cNvSpPr/>
              <p:nvPr/>
            </p:nvSpPr>
            <p:spPr>
              <a:xfrm>
                <a:off x="11145706" y="3252463"/>
                <a:ext cx="96766" cy="95700"/>
              </a:xfrm>
              <a:custGeom>
                <a:avLst/>
                <a:gdLst>
                  <a:gd name="connsiteX0" fmla="*/ 75263 w 96766"/>
                  <a:gd name="connsiteY0" fmla="*/ 73518 h 95700"/>
                  <a:gd name="connsiteX1" fmla="*/ 22136 w 96766"/>
                  <a:gd name="connsiteY1" fmla="*/ 73518 h 95700"/>
                  <a:gd name="connsiteX2" fmla="*/ 12017 w 96766"/>
                  <a:gd name="connsiteY2" fmla="*/ 95701 h 95700"/>
                  <a:gd name="connsiteX3" fmla="*/ 0 w 96766"/>
                  <a:gd name="connsiteY3" fmla="*/ 95701 h 95700"/>
                  <a:gd name="connsiteX4" fmla="*/ 42375 w 96766"/>
                  <a:gd name="connsiteY4" fmla="*/ 0 h 95700"/>
                  <a:gd name="connsiteX5" fmla="*/ 54392 w 96766"/>
                  <a:gd name="connsiteY5" fmla="*/ 0 h 95700"/>
                  <a:gd name="connsiteX6" fmla="*/ 96766 w 96766"/>
                  <a:gd name="connsiteY6" fmla="*/ 95701 h 95700"/>
                  <a:gd name="connsiteX7" fmla="*/ 84750 w 96766"/>
                  <a:gd name="connsiteY7" fmla="*/ 95701 h 95700"/>
                  <a:gd name="connsiteX8" fmla="*/ 75263 w 96766"/>
                  <a:gd name="connsiteY8" fmla="*/ 73518 h 95700"/>
                  <a:gd name="connsiteX9" fmla="*/ 70836 w 96766"/>
                  <a:gd name="connsiteY9" fmla="*/ 63378 h 95700"/>
                  <a:gd name="connsiteX10" fmla="*/ 48699 w 96766"/>
                  <a:gd name="connsiteY10" fmla="*/ 13309 h 95700"/>
                  <a:gd name="connsiteX11" fmla="*/ 26563 w 96766"/>
                  <a:gd name="connsiteY11" fmla="*/ 63378 h 95700"/>
                  <a:gd name="connsiteX12" fmla="*/ 70836 w 96766"/>
                  <a:gd name="connsiteY12" fmla="*/ 63378 h 9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766" h="95700">
                    <a:moveTo>
                      <a:pt x="75263" y="73518"/>
                    </a:moveTo>
                    <a:lnTo>
                      <a:pt x="22136" y="73518"/>
                    </a:lnTo>
                    <a:lnTo>
                      <a:pt x="12017" y="95701"/>
                    </a:lnTo>
                    <a:lnTo>
                      <a:pt x="0" y="95701"/>
                    </a:lnTo>
                    <a:lnTo>
                      <a:pt x="42375" y="0"/>
                    </a:lnTo>
                    <a:lnTo>
                      <a:pt x="54392" y="0"/>
                    </a:lnTo>
                    <a:lnTo>
                      <a:pt x="96766" y="95701"/>
                    </a:lnTo>
                    <a:lnTo>
                      <a:pt x="84750" y="95701"/>
                    </a:lnTo>
                    <a:lnTo>
                      <a:pt x="75263" y="73518"/>
                    </a:lnTo>
                    <a:close/>
                    <a:moveTo>
                      <a:pt x="70836" y="63378"/>
                    </a:moveTo>
                    <a:lnTo>
                      <a:pt x="48699" y="13309"/>
                    </a:lnTo>
                    <a:lnTo>
                      <a:pt x="26563" y="63378"/>
                    </a:lnTo>
                    <a:lnTo>
                      <a:pt x="70836" y="63378"/>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9" name="Picture Placeholder 114">
                <a:extLst>
                  <a:ext uri="{FF2B5EF4-FFF2-40B4-BE49-F238E27FC236}">
                    <a16:creationId xmlns:a16="http://schemas.microsoft.com/office/drawing/2014/main" id="{E85C9F4D-87A3-7BAF-B20D-0924FC3A3895}"/>
                  </a:ext>
                </a:extLst>
              </p:cNvPr>
              <p:cNvSpPr/>
              <p:nvPr/>
            </p:nvSpPr>
            <p:spPr>
              <a:xfrm>
                <a:off x="11269036" y="3252463"/>
                <a:ext cx="73365" cy="95700"/>
              </a:xfrm>
              <a:custGeom>
                <a:avLst/>
                <a:gdLst>
                  <a:gd name="connsiteX0" fmla="*/ 0 w 73365"/>
                  <a:gd name="connsiteY0" fmla="*/ 0 h 95700"/>
                  <a:gd name="connsiteX1" fmla="*/ 38580 w 73365"/>
                  <a:gd name="connsiteY1" fmla="*/ 0 h 95700"/>
                  <a:gd name="connsiteX2" fmla="*/ 56289 w 73365"/>
                  <a:gd name="connsiteY2" fmla="*/ 3803 h 95700"/>
                  <a:gd name="connsiteX3" fmla="*/ 68938 w 73365"/>
                  <a:gd name="connsiteY3" fmla="*/ 14577 h 95700"/>
                  <a:gd name="connsiteX4" fmla="*/ 73365 w 73365"/>
                  <a:gd name="connsiteY4" fmla="*/ 30421 h 95700"/>
                  <a:gd name="connsiteX5" fmla="*/ 68938 w 73365"/>
                  <a:gd name="connsiteY5" fmla="*/ 46266 h 95700"/>
                  <a:gd name="connsiteX6" fmla="*/ 56289 w 73365"/>
                  <a:gd name="connsiteY6" fmla="*/ 57040 h 95700"/>
                  <a:gd name="connsiteX7" fmla="*/ 38580 w 73365"/>
                  <a:gd name="connsiteY7" fmla="*/ 60843 h 95700"/>
                  <a:gd name="connsiteX8" fmla="*/ 11384 w 73365"/>
                  <a:gd name="connsiteY8" fmla="*/ 60843 h 95700"/>
                  <a:gd name="connsiteX9" fmla="*/ 11384 w 73365"/>
                  <a:gd name="connsiteY9" fmla="*/ 95701 h 95700"/>
                  <a:gd name="connsiteX10" fmla="*/ 632 w 73365"/>
                  <a:gd name="connsiteY10" fmla="*/ 95701 h 95700"/>
                  <a:gd name="connsiteX11" fmla="*/ 632 w 73365"/>
                  <a:gd name="connsiteY11" fmla="*/ 0 h 95700"/>
                  <a:gd name="connsiteX12" fmla="*/ 37315 w 73365"/>
                  <a:gd name="connsiteY12" fmla="*/ 50702 h 95700"/>
                  <a:gd name="connsiteX13" fmla="*/ 56289 w 73365"/>
                  <a:gd name="connsiteY13" fmla="*/ 44998 h 95700"/>
                  <a:gd name="connsiteX14" fmla="*/ 63246 w 73365"/>
                  <a:gd name="connsiteY14" fmla="*/ 29788 h 95700"/>
                  <a:gd name="connsiteX15" fmla="*/ 56289 w 73365"/>
                  <a:gd name="connsiteY15" fmla="*/ 14577 h 95700"/>
                  <a:gd name="connsiteX16" fmla="*/ 37315 w 73365"/>
                  <a:gd name="connsiteY16" fmla="*/ 8873 h 95700"/>
                  <a:gd name="connsiteX17" fmla="*/ 11384 w 73365"/>
                  <a:gd name="connsiteY17" fmla="*/ 8873 h 95700"/>
                  <a:gd name="connsiteX18" fmla="*/ 11384 w 73365"/>
                  <a:gd name="connsiteY18" fmla="*/ 49435 h 95700"/>
                  <a:gd name="connsiteX19" fmla="*/ 37315 w 73365"/>
                  <a:gd name="connsiteY19" fmla="*/ 49435 h 9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3365" h="95700">
                    <a:moveTo>
                      <a:pt x="0" y="0"/>
                    </a:moveTo>
                    <a:lnTo>
                      <a:pt x="38580" y="0"/>
                    </a:lnTo>
                    <a:cubicBezTo>
                      <a:pt x="44905" y="0"/>
                      <a:pt x="51229" y="1268"/>
                      <a:pt x="56289" y="3803"/>
                    </a:cubicBezTo>
                    <a:cubicBezTo>
                      <a:pt x="61981" y="6338"/>
                      <a:pt x="65776" y="10140"/>
                      <a:pt x="68938" y="14577"/>
                    </a:cubicBezTo>
                    <a:cubicBezTo>
                      <a:pt x="72100" y="19013"/>
                      <a:pt x="73365" y="24717"/>
                      <a:pt x="73365" y="30421"/>
                    </a:cubicBezTo>
                    <a:cubicBezTo>
                      <a:pt x="73365" y="36125"/>
                      <a:pt x="72100" y="41829"/>
                      <a:pt x="68938" y="46266"/>
                    </a:cubicBezTo>
                    <a:cubicBezTo>
                      <a:pt x="65776" y="50702"/>
                      <a:pt x="61349" y="54505"/>
                      <a:pt x="56289" y="57040"/>
                    </a:cubicBezTo>
                    <a:cubicBezTo>
                      <a:pt x="50597" y="59575"/>
                      <a:pt x="44905" y="60843"/>
                      <a:pt x="38580" y="60843"/>
                    </a:cubicBezTo>
                    <a:lnTo>
                      <a:pt x="11384" y="60843"/>
                    </a:lnTo>
                    <a:lnTo>
                      <a:pt x="11384" y="95701"/>
                    </a:lnTo>
                    <a:lnTo>
                      <a:pt x="632" y="95701"/>
                    </a:lnTo>
                    <a:lnTo>
                      <a:pt x="632" y="0"/>
                    </a:lnTo>
                    <a:close/>
                    <a:moveTo>
                      <a:pt x="37315" y="50702"/>
                    </a:moveTo>
                    <a:cubicBezTo>
                      <a:pt x="44905" y="50702"/>
                      <a:pt x="51229" y="48801"/>
                      <a:pt x="56289" y="44998"/>
                    </a:cubicBezTo>
                    <a:cubicBezTo>
                      <a:pt x="61349" y="41196"/>
                      <a:pt x="63246" y="36125"/>
                      <a:pt x="63246" y="29788"/>
                    </a:cubicBezTo>
                    <a:cubicBezTo>
                      <a:pt x="63246" y="23450"/>
                      <a:pt x="60716" y="18380"/>
                      <a:pt x="56289" y="14577"/>
                    </a:cubicBezTo>
                    <a:cubicBezTo>
                      <a:pt x="51862" y="10774"/>
                      <a:pt x="44905" y="8873"/>
                      <a:pt x="37315" y="8873"/>
                    </a:cubicBezTo>
                    <a:lnTo>
                      <a:pt x="11384" y="8873"/>
                    </a:lnTo>
                    <a:lnTo>
                      <a:pt x="11384" y="49435"/>
                    </a:lnTo>
                    <a:lnTo>
                      <a:pt x="37315" y="49435"/>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0" name="Picture Placeholder 114">
                <a:extLst>
                  <a:ext uri="{FF2B5EF4-FFF2-40B4-BE49-F238E27FC236}">
                    <a16:creationId xmlns:a16="http://schemas.microsoft.com/office/drawing/2014/main" id="{89AE7FB7-3883-9505-F2A7-687D9A49EDC2}"/>
                  </a:ext>
                </a:extLst>
              </p:cNvPr>
              <p:cNvSpPr/>
              <p:nvPr/>
            </p:nvSpPr>
            <p:spPr>
              <a:xfrm>
                <a:off x="11372759" y="3252463"/>
                <a:ext cx="73365" cy="95700"/>
              </a:xfrm>
              <a:custGeom>
                <a:avLst/>
                <a:gdLst>
                  <a:gd name="connsiteX0" fmla="*/ 0 w 73365"/>
                  <a:gd name="connsiteY0" fmla="*/ 0 h 95700"/>
                  <a:gd name="connsiteX1" fmla="*/ 38580 w 73365"/>
                  <a:gd name="connsiteY1" fmla="*/ 0 h 95700"/>
                  <a:gd name="connsiteX2" fmla="*/ 56289 w 73365"/>
                  <a:gd name="connsiteY2" fmla="*/ 3803 h 95700"/>
                  <a:gd name="connsiteX3" fmla="*/ 68938 w 73365"/>
                  <a:gd name="connsiteY3" fmla="*/ 14577 h 95700"/>
                  <a:gd name="connsiteX4" fmla="*/ 73365 w 73365"/>
                  <a:gd name="connsiteY4" fmla="*/ 30421 h 95700"/>
                  <a:gd name="connsiteX5" fmla="*/ 68938 w 73365"/>
                  <a:gd name="connsiteY5" fmla="*/ 46266 h 95700"/>
                  <a:gd name="connsiteX6" fmla="*/ 56289 w 73365"/>
                  <a:gd name="connsiteY6" fmla="*/ 57040 h 95700"/>
                  <a:gd name="connsiteX7" fmla="*/ 38580 w 73365"/>
                  <a:gd name="connsiteY7" fmla="*/ 60843 h 95700"/>
                  <a:gd name="connsiteX8" fmla="*/ 10752 w 73365"/>
                  <a:gd name="connsiteY8" fmla="*/ 60843 h 95700"/>
                  <a:gd name="connsiteX9" fmla="*/ 10752 w 73365"/>
                  <a:gd name="connsiteY9" fmla="*/ 95701 h 95700"/>
                  <a:gd name="connsiteX10" fmla="*/ 0 w 73365"/>
                  <a:gd name="connsiteY10" fmla="*/ 95701 h 95700"/>
                  <a:gd name="connsiteX11" fmla="*/ 0 w 73365"/>
                  <a:gd name="connsiteY11" fmla="*/ 0 h 95700"/>
                  <a:gd name="connsiteX12" fmla="*/ 37315 w 73365"/>
                  <a:gd name="connsiteY12" fmla="*/ 50702 h 95700"/>
                  <a:gd name="connsiteX13" fmla="*/ 56289 w 73365"/>
                  <a:gd name="connsiteY13" fmla="*/ 44998 h 95700"/>
                  <a:gd name="connsiteX14" fmla="*/ 63246 w 73365"/>
                  <a:gd name="connsiteY14" fmla="*/ 29788 h 95700"/>
                  <a:gd name="connsiteX15" fmla="*/ 56289 w 73365"/>
                  <a:gd name="connsiteY15" fmla="*/ 14577 h 95700"/>
                  <a:gd name="connsiteX16" fmla="*/ 37315 w 73365"/>
                  <a:gd name="connsiteY16" fmla="*/ 8873 h 95700"/>
                  <a:gd name="connsiteX17" fmla="*/ 11384 w 73365"/>
                  <a:gd name="connsiteY17" fmla="*/ 8873 h 95700"/>
                  <a:gd name="connsiteX18" fmla="*/ 11384 w 73365"/>
                  <a:gd name="connsiteY18" fmla="*/ 49435 h 95700"/>
                  <a:gd name="connsiteX19" fmla="*/ 37315 w 73365"/>
                  <a:gd name="connsiteY19" fmla="*/ 49435 h 9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3365" h="95700">
                    <a:moveTo>
                      <a:pt x="0" y="0"/>
                    </a:moveTo>
                    <a:lnTo>
                      <a:pt x="38580" y="0"/>
                    </a:lnTo>
                    <a:cubicBezTo>
                      <a:pt x="44905" y="0"/>
                      <a:pt x="51229" y="1268"/>
                      <a:pt x="56289" y="3803"/>
                    </a:cubicBezTo>
                    <a:cubicBezTo>
                      <a:pt x="61981" y="6338"/>
                      <a:pt x="65776" y="10140"/>
                      <a:pt x="68938" y="14577"/>
                    </a:cubicBezTo>
                    <a:cubicBezTo>
                      <a:pt x="72100" y="19013"/>
                      <a:pt x="73365" y="24717"/>
                      <a:pt x="73365" y="30421"/>
                    </a:cubicBezTo>
                    <a:cubicBezTo>
                      <a:pt x="73365" y="36125"/>
                      <a:pt x="72100" y="41829"/>
                      <a:pt x="68938" y="46266"/>
                    </a:cubicBezTo>
                    <a:cubicBezTo>
                      <a:pt x="65776" y="50702"/>
                      <a:pt x="61349" y="54505"/>
                      <a:pt x="56289" y="57040"/>
                    </a:cubicBezTo>
                    <a:cubicBezTo>
                      <a:pt x="50597" y="59575"/>
                      <a:pt x="44905" y="60843"/>
                      <a:pt x="38580" y="60843"/>
                    </a:cubicBezTo>
                    <a:lnTo>
                      <a:pt x="10752" y="60843"/>
                    </a:lnTo>
                    <a:lnTo>
                      <a:pt x="10752" y="95701"/>
                    </a:lnTo>
                    <a:lnTo>
                      <a:pt x="0" y="95701"/>
                    </a:lnTo>
                    <a:lnTo>
                      <a:pt x="0" y="0"/>
                    </a:lnTo>
                    <a:close/>
                    <a:moveTo>
                      <a:pt x="37315" y="50702"/>
                    </a:moveTo>
                    <a:cubicBezTo>
                      <a:pt x="44905" y="50702"/>
                      <a:pt x="51229" y="48801"/>
                      <a:pt x="56289" y="44998"/>
                    </a:cubicBezTo>
                    <a:cubicBezTo>
                      <a:pt x="61349" y="41196"/>
                      <a:pt x="63246" y="36125"/>
                      <a:pt x="63246" y="29788"/>
                    </a:cubicBezTo>
                    <a:cubicBezTo>
                      <a:pt x="63246" y="23450"/>
                      <a:pt x="60716" y="18380"/>
                      <a:pt x="56289" y="14577"/>
                    </a:cubicBezTo>
                    <a:cubicBezTo>
                      <a:pt x="51862" y="10774"/>
                      <a:pt x="44905" y="8873"/>
                      <a:pt x="37315" y="8873"/>
                    </a:cubicBezTo>
                    <a:lnTo>
                      <a:pt x="11384" y="8873"/>
                    </a:lnTo>
                    <a:lnTo>
                      <a:pt x="11384" y="49435"/>
                    </a:lnTo>
                    <a:lnTo>
                      <a:pt x="37315" y="49435"/>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170" name="Picture Placeholder 114">
              <a:extLst>
                <a:ext uri="{FF2B5EF4-FFF2-40B4-BE49-F238E27FC236}">
                  <a16:creationId xmlns:a16="http://schemas.microsoft.com/office/drawing/2014/main" id="{DF3C0472-B08C-EDEB-B344-D115BB619524}"/>
                </a:ext>
              </a:extLst>
            </p:cNvPr>
            <p:cNvSpPr/>
            <p:nvPr/>
          </p:nvSpPr>
          <p:spPr>
            <a:xfrm>
              <a:off x="11081195" y="3180212"/>
              <a:ext cx="601469" cy="602723"/>
            </a:xfrm>
            <a:custGeom>
              <a:avLst/>
              <a:gdLst>
                <a:gd name="connsiteX0" fmla="*/ 554667 w 601469"/>
                <a:gd name="connsiteY0" fmla="*/ 15844 h 602723"/>
                <a:gd name="connsiteX1" fmla="*/ 585026 w 601469"/>
                <a:gd name="connsiteY1" fmla="*/ 46266 h 602723"/>
                <a:gd name="connsiteX2" fmla="*/ 585026 w 601469"/>
                <a:gd name="connsiteY2" fmla="*/ 556457 h 602723"/>
                <a:gd name="connsiteX3" fmla="*/ 554667 w 601469"/>
                <a:gd name="connsiteY3" fmla="*/ 586879 h 602723"/>
                <a:gd name="connsiteX4" fmla="*/ 46170 w 601469"/>
                <a:gd name="connsiteY4" fmla="*/ 586879 h 602723"/>
                <a:gd name="connsiteX5" fmla="*/ 15812 w 601469"/>
                <a:gd name="connsiteY5" fmla="*/ 556457 h 602723"/>
                <a:gd name="connsiteX6" fmla="*/ 15812 w 601469"/>
                <a:gd name="connsiteY6" fmla="*/ 46266 h 602723"/>
                <a:gd name="connsiteX7" fmla="*/ 46170 w 601469"/>
                <a:gd name="connsiteY7" fmla="*/ 15844 h 602723"/>
                <a:gd name="connsiteX8" fmla="*/ 554667 w 601469"/>
                <a:gd name="connsiteY8" fmla="*/ 15844 h 602723"/>
                <a:gd name="connsiteX9" fmla="*/ 554667 w 601469"/>
                <a:gd name="connsiteY9" fmla="*/ 0 h 602723"/>
                <a:gd name="connsiteX10" fmla="*/ 46170 w 601469"/>
                <a:gd name="connsiteY10" fmla="*/ 0 h 602723"/>
                <a:gd name="connsiteX11" fmla="*/ 0 w 601469"/>
                <a:gd name="connsiteY11" fmla="*/ 46266 h 602723"/>
                <a:gd name="connsiteX12" fmla="*/ 0 w 601469"/>
                <a:gd name="connsiteY12" fmla="*/ 556457 h 602723"/>
                <a:gd name="connsiteX13" fmla="*/ 46170 w 601469"/>
                <a:gd name="connsiteY13" fmla="*/ 602723 h 602723"/>
                <a:gd name="connsiteX14" fmla="*/ 555300 w 601469"/>
                <a:gd name="connsiteY14" fmla="*/ 602723 h 602723"/>
                <a:gd name="connsiteX15" fmla="*/ 601469 w 601469"/>
                <a:gd name="connsiteY15" fmla="*/ 556457 h 602723"/>
                <a:gd name="connsiteX16" fmla="*/ 601469 w 601469"/>
                <a:gd name="connsiteY16" fmla="*/ 46266 h 602723"/>
                <a:gd name="connsiteX17" fmla="*/ 554667 w 601469"/>
                <a:gd name="connsiteY17" fmla="*/ 0 h 602723"/>
                <a:gd name="connsiteX18" fmla="*/ 554667 w 601469"/>
                <a:gd name="connsiteY18" fmla="*/ 0 h 60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1469" h="602723">
                  <a:moveTo>
                    <a:pt x="554667" y="15844"/>
                  </a:moveTo>
                  <a:cubicBezTo>
                    <a:pt x="571111" y="15844"/>
                    <a:pt x="585026" y="29154"/>
                    <a:pt x="585026" y="46266"/>
                  </a:cubicBezTo>
                  <a:lnTo>
                    <a:pt x="585026" y="556457"/>
                  </a:lnTo>
                  <a:cubicBezTo>
                    <a:pt x="585026" y="572936"/>
                    <a:pt x="571744" y="586879"/>
                    <a:pt x="554667" y="586879"/>
                  </a:cubicBezTo>
                  <a:lnTo>
                    <a:pt x="46170" y="586879"/>
                  </a:lnTo>
                  <a:cubicBezTo>
                    <a:pt x="29726" y="586879"/>
                    <a:pt x="15812" y="573569"/>
                    <a:pt x="15812" y="556457"/>
                  </a:cubicBezTo>
                  <a:lnTo>
                    <a:pt x="15812" y="46266"/>
                  </a:lnTo>
                  <a:cubicBezTo>
                    <a:pt x="15812" y="29788"/>
                    <a:pt x="29093" y="15844"/>
                    <a:pt x="46170" y="15844"/>
                  </a:cubicBezTo>
                  <a:lnTo>
                    <a:pt x="554667" y="15844"/>
                  </a:lnTo>
                  <a:moveTo>
                    <a:pt x="554667" y="0"/>
                  </a:moveTo>
                  <a:lnTo>
                    <a:pt x="46170" y="0"/>
                  </a:lnTo>
                  <a:cubicBezTo>
                    <a:pt x="20871" y="0"/>
                    <a:pt x="0" y="20281"/>
                    <a:pt x="0" y="46266"/>
                  </a:cubicBezTo>
                  <a:lnTo>
                    <a:pt x="0" y="556457"/>
                  </a:lnTo>
                  <a:cubicBezTo>
                    <a:pt x="0" y="581808"/>
                    <a:pt x="20239" y="602723"/>
                    <a:pt x="46170" y="602723"/>
                  </a:cubicBezTo>
                  <a:lnTo>
                    <a:pt x="555300" y="602723"/>
                  </a:lnTo>
                  <a:cubicBezTo>
                    <a:pt x="580598" y="602723"/>
                    <a:pt x="601469" y="582442"/>
                    <a:pt x="601469" y="556457"/>
                  </a:cubicBezTo>
                  <a:lnTo>
                    <a:pt x="601469" y="46266"/>
                  </a:lnTo>
                  <a:cubicBezTo>
                    <a:pt x="600837" y="20281"/>
                    <a:pt x="580598" y="0"/>
                    <a:pt x="554667" y="0"/>
                  </a:cubicBezTo>
                  <a:lnTo>
                    <a:pt x="554667" y="0"/>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171" name="Picture Placeholder 114">
              <a:extLst>
                <a:ext uri="{FF2B5EF4-FFF2-40B4-BE49-F238E27FC236}">
                  <a16:creationId xmlns:a16="http://schemas.microsoft.com/office/drawing/2014/main" id="{D0661C31-F5E1-8082-E8AB-09428FDCA45B}"/>
                </a:ext>
              </a:extLst>
            </p:cNvPr>
            <p:cNvGrpSpPr/>
            <p:nvPr/>
          </p:nvGrpSpPr>
          <p:grpSpPr>
            <a:xfrm>
              <a:off x="11485337" y="3229646"/>
              <a:ext cx="149893" cy="150205"/>
              <a:chOff x="11485337" y="3229646"/>
              <a:chExt cx="149893" cy="150205"/>
            </a:xfrm>
            <a:grpFill/>
          </p:grpSpPr>
          <p:grpSp>
            <p:nvGrpSpPr>
              <p:cNvPr id="203" name="Picture Placeholder 114">
                <a:extLst>
                  <a:ext uri="{FF2B5EF4-FFF2-40B4-BE49-F238E27FC236}">
                    <a16:creationId xmlns:a16="http://schemas.microsoft.com/office/drawing/2014/main" id="{249EC4DB-6BEC-5EFD-BBA6-F286204FA138}"/>
                  </a:ext>
                </a:extLst>
              </p:cNvPr>
              <p:cNvGrpSpPr/>
              <p:nvPr/>
            </p:nvGrpSpPr>
            <p:grpSpPr>
              <a:xfrm>
                <a:off x="11522652" y="3267673"/>
                <a:ext cx="75262" cy="74785"/>
                <a:chOff x="11522652" y="3267673"/>
                <a:chExt cx="75262" cy="74785"/>
              </a:xfrm>
              <a:grpFill/>
            </p:grpSpPr>
            <p:sp>
              <p:nvSpPr>
                <p:cNvPr id="205" name="Picture Placeholder 114">
                  <a:extLst>
                    <a:ext uri="{FF2B5EF4-FFF2-40B4-BE49-F238E27FC236}">
                      <a16:creationId xmlns:a16="http://schemas.microsoft.com/office/drawing/2014/main" id="{79EBB2A5-223F-38EC-1A88-3A664B9230A5}"/>
                    </a:ext>
                  </a:extLst>
                </p:cNvPr>
                <p:cNvSpPr/>
                <p:nvPr/>
              </p:nvSpPr>
              <p:spPr>
                <a:xfrm>
                  <a:off x="11522652" y="3267673"/>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6" name="Picture Placeholder 114">
                  <a:extLst>
                    <a:ext uri="{FF2B5EF4-FFF2-40B4-BE49-F238E27FC236}">
                      <a16:creationId xmlns:a16="http://schemas.microsoft.com/office/drawing/2014/main" id="{7BE66C4C-CD04-C530-0D19-D00BCB05DEAA}"/>
                    </a:ext>
                  </a:extLst>
                </p:cNvPr>
                <p:cNvSpPr/>
                <p:nvPr/>
              </p:nvSpPr>
              <p:spPr>
                <a:xfrm>
                  <a:off x="11552378" y="3267673"/>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7" name="Picture Placeholder 114">
                  <a:extLst>
                    <a:ext uri="{FF2B5EF4-FFF2-40B4-BE49-F238E27FC236}">
                      <a16:creationId xmlns:a16="http://schemas.microsoft.com/office/drawing/2014/main" id="{D72AB48C-A15F-908A-93A7-2F96380DF20E}"/>
                    </a:ext>
                  </a:extLst>
                </p:cNvPr>
                <p:cNvSpPr/>
                <p:nvPr/>
              </p:nvSpPr>
              <p:spPr>
                <a:xfrm>
                  <a:off x="11582103" y="3267673"/>
                  <a:ext cx="15811" cy="74785"/>
                </a:xfrm>
                <a:custGeom>
                  <a:avLst/>
                  <a:gdLst>
                    <a:gd name="connsiteX0" fmla="*/ 0 w 15811"/>
                    <a:gd name="connsiteY0" fmla="*/ 0 h 74785"/>
                    <a:gd name="connsiteX1" fmla="*/ 15811 w 15811"/>
                    <a:gd name="connsiteY1" fmla="*/ 0 h 74785"/>
                    <a:gd name="connsiteX2" fmla="*/ 15811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1" y="0"/>
                      </a:lnTo>
                      <a:lnTo>
                        <a:pt x="15811"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204" name="Picture Placeholder 114">
                <a:extLst>
                  <a:ext uri="{FF2B5EF4-FFF2-40B4-BE49-F238E27FC236}">
                    <a16:creationId xmlns:a16="http://schemas.microsoft.com/office/drawing/2014/main" id="{E715D33F-31EF-127C-BF32-96742A3ADEF4}"/>
                  </a:ext>
                </a:extLst>
              </p:cNvPr>
              <p:cNvSpPr/>
              <p:nvPr/>
            </p:nvSpPr>
            <p:spPr>
              <a:xfrm>
                <a:off x="11485337" y="3229646"/>
                <a:ext cx="149893" cy="150205"/>
              </a:xfrm>
              <a:custGeom>
                <a:avLst/>
                <a:gdLst>
                  <a:gd name="connsiteX0" fmla="*/ 149893 w 149893"/>
                  <a:gd name="connsiteY0" fmla="*/ 150205 h 150205"/>
                  <a:gd name="connsiteX1" fmla="*/ 0 w 149893"/>
                  <a:gd name="connsiteY1" fmla="*/ 150205 h 150205"/>
                  <a:gd name="connsiteX2" fmla="*/ 0 w 149893"/>
                  <a:gd name="connsiteY2" fmla="*/ 0 h 150205"/>
                  <a:gd name="connsiteX3" fmla="*/ 149893 w 149893"/>
                  <a:gd name="connsiteY3" fmla="*/ 0 h 150205"/>
                  <a:gd name="connsiteX4" fmla="*/ 149893 w 149893"/>
                  <a:gd name="connsiteY4" fmla="*/ 150205 h 150205"/>
                  <a:gd name="connsiteX5" fmla="*/ 15812 w 149893"/>
                  <a:gd name="connsiteY5" fmla="*/ 134361 h 150205"/>
                  <a:gd name="connsiteX6" fmla="*/ 134082 w 149893"/>
                  <a:gd name="connsiteY6" fmla="*/ 134361 h 150205"/>
                  <a:gd name="connsiteX7" fmla="*/ 134082 w 149893"/>
                  <a:gd name="connsiteY7" fmla="*/ 15844 h 150205"/>
                  <a:gd name="connsiteX8" fmla="*/ 15812 w 149893"/>
                  <a:gd name="connsiteY8" fmla="*/ 15844 h 150205"/>
                  <a:gd name="connsiteX9" fmla="*/ 15812 w 149893"/>
                  <a:gd name="connsiteY9" fmla="*/ 134361 h 150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893" h="150205">
                    <a:moveTo>
                      <a:pt x="149893" y="150205"/>
                    </a:moveTo>
                    <a:lnTo>
                      <a:pt x="0" y="150205"/>
                    </a:lnTo>
                    <a:lnTo>
                      <a:pt x="0" y="0"/>
                    </a:lnTo>
                    <a:lnTo>
                      <a:pt x="149893" y="0"/>
                    </a:lnTo>
                    <a:lnTo>
                      <a:pt x="149893" y="150205"/>
                    </a:lnTo>
                    <a:close/>
                    <a:moveTo>
                      <a:pt x="15812" y="134361"/>
                    </a:moveTo>
                    <a:lnTo>
                      <a:pt x="134082" y="134361"/>
                    </a:lnTo>
                    <a:lnTo>
                      <a:pt x="134082" y="15844"/>
                    </a:lnTo>
                    <a:lnTo>
                      <a:pt x="15812" y="15844"/>
                    </a:lnTo>
                    <a:lnTo>
                      <a:pt x="15812" y="134361"/>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72" name="Picture Placeholder 114">
              <a:extLst>
                <a:ext uri="{FF2B5EF4-FFF2-40B4-BE49-F238E27FC236}">
                  <a16:creationId xmlns:a16="http://schemas.microsoft.com/office/drawing/2014/main" id="{96DD0D1C-222B-0075-05A7-5D9588C290F8}"/>
                </a:ext>
              </a:extLst>
            </p:cNvPr>
            <p:cNvGrpSpPr/>
            <p:nvPr/>
          </p:nvGrpSpPr>
          <p:grpSpPr>
            <a:xfrm>
              <a:off x="11313308" y="3402034"/>
              <a:ext cx="149893" cy="149571"/>
              <a:chOff x="11313308" y="3402034"/>
              <a:chExt cx="149893" cy="149571"/>
            </a:xfrm>
            <a:grpFill/>
          </p:grpSpPr>
          <p:grpSp>
            <p:nvGrpSpPr>
              <p:cNvPr id="198" name="Picture Placeholder 114">
                <a:extLst>
                  <a:ext uri="{FF2B5EF4-FFF2-40B4-BE49-F238E27FC236}">
                    <a16:creationId xmlns:a16="http://schemas.microsoft.com/office/drawing/2014/main" id="{E69A7CF9-AA00-441C-1AF6-EBA7BD1BBF17}"/>
                  </a:ext>
                </a:extLst>
              </p:cNvPr>
              <p:cNvGrpSpPr/>
              <p:nvPr/>
            </p:nvGrpSpPr>
            <p:grpSpPr>
              <a:xfrm>
                <a:off x="11349991" y="3439427"/>
                <a:ext cx="75262" cy="74785"/>
                <a:chOff x="11349991" y="3439427"/>
                <a:chExt cx="75262" cy="74785"/>
              </a:xfrm>
              <a:grpFill/>
            </p:grpSpPr>
            <p:sp>
              <p:nvSpPr>
                <p:cNvPr id="200" name="Picture Placeholder 114">
                  <a:extLst>
                    <a:ext uri="{FF2B5EF4-FFF2-40B4-BE49-F238E27FC236}">
                      <a16:creationId xmlns:a16="http://schemas.microsoft.com/office/drawing/2014/main" id="{F80BF4BD-70C1-DF56-6FDA-C05D269D32B1}"/>
                    </a:ext>
                  </a:extLst>
                </p:cNvPr>
                <p:cNvSpPr/>
                <p:nvPr/>
              </p:nvSpPr>
              <p:spPr>
                <a:xfrm>
                  <a:off x="11349991" y="3439427"/>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1" name="Picture Placeholder 114">
                  <a:extLst>
                    <a:ext uri="{FF2B5EF4-FFF2-40B4-BE49-F238E27FC236}">
                      <a16:creationId xmlns:a16="http://schemas.microsoft.com/office/drawing/2014/main" id="{F1D87EEE-0312-5D11-F74D-ABE976BA688D}"/>
                    </a:ext>
                  </a:extLst>
                </p:cNvPr>
                <p:cNvSpPr/>
                <p:nvPr/>
              </p:nvSpPr>
              <p:spPr>
                <a:xfrm>
                  <a:off x="11379716" y="3439427"/>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2" name="Picture Placeholder 114">
                  <a:extLst>
                    <a:ext uri="{FF2B5EF4-FFF2-40B4-BE49-F238E27FC236}">
                      <a16:creationId xmlns:a16="http://schemas.microsoft.com/office/drawing/2014/main" id="{734DD760-3BE2-0E6B-7554-DA7CD679BDC3}"/>
                    </a:ext>
                  </a:extLst>
                </p:cNvPr>
                <p:cNvSpPr/>
                <p:nvPr/>
              </p:nvSpPr>
              <p:spPr>
                <a:xfrm>
                  <a:off x="11409442" y="3439427"/>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199" name="Picture Placeholder 114">
                <a:extLst>
                  <a:ext uri="{FF2B5EF4-FFF2-40B4-BE49-F238E27FC236}">
                    <a16:creationId xmlns:a16="http://schemas.microsoft.com/office/drawing/2014/main" id="{7659F62A-18D3-9E02-701E-604DAAAF83A7}"/>
                  </a:ext>
                </a:extLst>
              </p:cNvPr>
              <p:cNvSpPr/>
              <p:nvPr/>
            </p:nvSpPr>
            <p:spPr>
              <a:xfrm>
                <a:off x="11313308" y="3402034"/>
                <a:ext cx="149893" cy="149571"/>
              </a:xfrm>
              <a:custGeom>
                <a:avLst/>
                <a:gdLst>
                  <a:gd name="connsiteX0" fmla="*/ 149261 w 149893"/>
                  <a:gd name="connsiteY0" fmla="*/ 149572 h 149571"/>
                  <a:gd name="connsiteX1" fmla="*/ 0 w 149893"/>
                  <a:gd name="connsiteY1" fmla="*/ 149572 h 149571"/>
                  <a:gd name="connsiteX2" fmla="*/ 0 w 149893"/>
                  <a:gd name="connsiteY2" fmla="*/ 0 h 149571"/>
                  <a:gd name="connsiteX3" fmla="*/ 149893 w 149893"/>
                  <a:gd name="connsiteY3" fmla="*/ 0 h 149571"/>
                  <a:gd name="connsiteX4" fmla="*/ 149893 w 149893"/>
                  <a:gd name="connsiteY4" fmla="*/ 149572 h 149571"/>
                  <a:gd name="connsiteX5" fmla="*/ 15812 w 149893"/>
                  <a:gd name="connsiteY5" fmla="*/ 133727 h 149571"/>
                  <a:gd name="connsiteX6" fmla="*/ 134082 w 149893"/>
                  <a:gd name="connsiteY6" fmla="*/ 133727 h 149571"/>
                  <a:gd name="connsiteX7" fmla="*/ 134082 w 149893"/>
                  <a:gd name="connsiteY7" fmla="*/ 15844 h 149571"/>
                  <a:gd name="connsiteX8" fmla="*/ 15812 w 149893"/>
                  <a:gd name="connsiteY8" fmla="*/ 15844 h 149571"/>
                  <a:gd name="connsiteX9" fmla="*/ 15812 w 149893"/>
                  <a:gd name="connsiteY9" fmla="*/ 133727 h 14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893" h="149571">
                    <a:moveTo>
                      <a:pt x="149261" y="149572"/>
                    </a:moveTo>
                    <a:lnTo>
                      <a:pt x="0" y="149572"/>
                    </a:lnTo>
                    <a:lnTo>
                      <a:pt x="0" y="0"/>
                    </a:lnTo>
                    <a:lnTo>
                      <a:pt x="149893" y="0"/>
                    </a:lnTo>
                    <a:lnTo>
                      <a:pt x="149893" y="149572"/>
                    </a:lnTo>
                    <a:close/>
                    <a:moveTo>
                      <a:pt x="15812" y="133727"/>
                    </a:moveTo>
                    <a:lnTo>
                      <a:pt x="134082" y="133727"/>
                    </a:lnTo>
                    <a:lnTo>
                      <a:pt x="134082" y="15844"/>
                    </a:lnTo>
                    <a:lnTo>
                      <a:pt x="15812" y="15844"/>
                    </a:lnTo>
                    <a:lnTo>
                      <a:pt x="15812" y="133727"/>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73" name="Picture Placeholder 114">
              <a:extLst>
                <a:ext uri="{FF2B5EF4-FFF2-40B4-BE49-F238E27FC236}">
                  <a16:creationId xmlns:a16="http://schemas.microsoft.com/office/drawing/2014/main" id="{BC696A2B-CD79-19AB-58E4-38E7C6655102}"/>
                </a:ext>
              </a:extLst>
            </p:cNvPr>
            <p:cNvGrpSpPr/>
            <p:nvPr/>
          </p:nvGrpSpPr>
          <p:grpSpPr>
            <a:xfrm>
              <a:off x="11485337" y="3402034"/>
              <a:ext cx="149893" cy="149571"/>
              <a:chOff x="11485337" y="3402034"/>
              <a:chExt cx="149893" cy="149571"/>
            </a:xfrm>
            <a:grpFill/>
          </p:grpSpPr>
          <p:grpSp>
            <p:nvGrpSpPr>
              <p:cNvPr id="193" name="Picture Placeholder 114">
                <a:extLst>
                  <a:ext uri="{FF2B5EF4-FFF2-40B4-BE49-F238E27FC236}">
                    <a16:creationId xmlns:a16="http://schemas.microsoft.com/office/drawing/2014/main" id="{AC6CD767-80A1-31FC-9F74-F8A59E5F042C}"/>
                  </a:ext>
                </a:extLst>
              </p:cNvPr>
              <p:cNvGrpSpPr/>
              <p:nvPr/>
            </p:nvGrpSpPr>
            <p:grpSpPr>
              <a:xfrm>
                <a:off x="11522652" y="3439427"/>
                <a:ext cx="75262" cy="74785"/>
                <a:chOff x="11522652" y="3439427"/>
                <a:chExt cx="75262" cy="74785"/>
              </a:xfrm>
              <a:grpFill/>
            </p:grpSpPr>
            <p:sp>
              <p:nvSpPr>
                <p:cNvPr id="195" name="Picture Placeholder 114">
                  <a:extLst>
                    <a:ext uri="{FF2B5EF4-FFF2-40B4-BE49-F238E27FC236}">
                      <a16:creationId xmlns:a16="http://schemas.microsoft.com/office/drawing/2014/main" id="{61E74C8C-B87A-0B2A-AE32-4A0C45BA2E1E}"/>
                    </a:ext>
                  </a:extLst>
                </p:cNvPr>
                <p:cNvSpPr/>
                <p:nvPr/>
              </p:nvSpPr>
              <p:spPr>
                <a:xfrm>
                  <a:off x="11522652" y="3439427"/>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6" name="Picture Placeholder 114">
                  <a:extLst>
                    <a:ext uri="{FF2B5EF4-FFF2-40B4-BE49-F238E27FC236}">
                      <a16:creationId xmlns:a16="http://schemas.microsoft.com/office/drawing/2014/main" id="{A3D0752F-1833-20FC-145D-AD72381206A2}"/>
                    </a:ext>
                  </a:extLst>
                </p:cNvPr>
                <p:cNvSpPr/>
                <p:nvPr/>
              </p:nvSpPr>
              <p:spPr>
                <a:xfrm>
                  <a:off x="11552378" y="3439427"/>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7" name="Picture Placeholder 114">
                  <a:extLst>
                    <a:ext uri="{FF2B5EF4-FFF2-40B4-BE49-F238E27FC236}">
                      <a16:creationId xmlns:a16="http://schemas.microsoft.com/office/drawing/2014/main" id="{4F9265CB-ADB0-3531-6E88-F5580B402541}"/>
                    </a:ext>
                  </a:extLst>
                </p:cNvPr>
                <p:cNvSpPr/>
                <p:nvPr/>
              </p:nvSpPr>
              <p:spPr>
                <a:xfrm>
                  <a:off x="11582103" y="3439427"/>
                  <a:ext cx="15811" cy="74785"/>
                </a:xfrm>
                <a:custGeom>
                  <a:avLst/>
                  <a:gdLst>
                    <a:gd name="connsiteX0" fmla="*/ 0 w 15811"/>
                    <a:gd name="connsiteY0" fmla="*/ 0 h 74785"/>
                    <a:gd name="connsiteX1" fmla="*/ 15811 w 15811"/>
                    <a:gd name="connsiteY1" fmla="*/ 0 h 74785"/>
                    <a:gd name="connsiteX2" fmla="*/ 15811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1" y="0"/>
                      </a:lnTo>
                      <a:lnTo>
                        <a:pt x="15811"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194" name="Picture Placeholder 114">
                <a:extLst>
                  <a:ext uri="{FF2B5EF4-FFF2-40B4-BE49-F238E27FC236}">
                    <a16:creationId xmlns:a16="http://schemas.microsoft.com/office/drawing/2014/main" id="{7A3FA5AF-DA3A-9E1F-3D77-8E6D756FA642}"/>
                  </a:ext>
                </a:extLst>
              </p:cNvPr>
              <p:cNvSpPr/>
              <p:nvPr/>
            </p:nvSpPr>
            <p:spPr>
              <a:xfrm>
                <a:off x="11485337" y="3402034"/>
                <a:ext cx="149893" cy="149571"/>
              </a:xfrm>
              <a:custGeom>
                <a:avLst/>
                <a:gdLst>
                  <a:gd name="connsiteX0" fmla="*/ 149893 w 149893"/>
                  <a:gd name="connsiteY0" fmla="*/ 149572 h 149571"/>
                  <a:gd name="connsiteX1" fmla="*/ 0 w 149893"/>
                  <a:gd name="connsiteY1" fmla="*/ 149572 h 149571"/>
                  <a:gd name="connsiteX2" fmla="*/ 0 w 149893"/>
                  <a:gd name="connsiteY2" fmla="*/ 0 h 149571"/>
                  <a:gd name="connsiteX3" fmla="*/ 149893 w 149893"/>
                  <a:gd name="connsiteY3" fmla="*/ 0 h 149571"/>
                  <a:gd name="connsiteX4" fmla="*/ 149893 w 149893"/>
                  <a:gd name="connsiteY4" fmla="*/ 149572 h 149571"/>
                  <a:gd name="connsiteX5" fmla="*/ 15812 w 149893"/>
                  <a:gd name="connsiteY5" fmla="*/ 133727 h 149571"/>
                  <a:gd name="connsiteX6" fmla="*/ 134082 w 149893"/>
                  <a:gd name="connsiteY6" fmla="*/ 133727 h 149571"/>
                  <a:gd name="connsiteX7" fmla="*/ 134082 w 149893"/>
                  <a:gd name="connsiteY7" fmla="*/ 15844 h 149571"/>
                  <a:gd name="connsiteX8" fmla="*/ 15812 w 149893"/>
                  <a:gd name="connsiteY8" fmla="*/ 15844 h 149571"/>
                  <a:gd name="connsiteX9" fmla="*/ 15812 w 149893"/>
                  <a:gd name="connsiteY9" fmla="*/ 133727 h 14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893" h="149571">
                    <a:moveTo>
                      <a:pt x="149893" y="149572"/>
                    </a:moveTo>
                    <a:lnTo>
                      <a:pt x="0" y="149572"/>
                    </a:lnTo>
                    <a:lnTo>
                      <a:pt x="0" y="0"/>
                    </a:lnTo>
                    <a:lnTo>
                      <a:pt x="149893" y="0"/>
                    </a:lnTo>
                    <a:lnTo>
                      <a:pt x="149893" y="149572"/>
                    </a:lnTo>
                    <a:close/>
                    <a:moveTo>
                      <a:pt x="15812" y="133727"/>
                    </a:moveTo>
                    <a:lnTo>
                      <a:pt x="134082" y="133727"/>
                    </a:lnTo>
                    <a:lnTo>
                      <a:pt x="134082" y="15844"/>
                    </a:lnTo>
                    <a:lnTo>
                      <a:pt x="15812" y="15844"/>
                    </a:lnTo>
                    <a:lnTo>
                      <a:pt x="15812" y="133727"/>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74" name="Picture Placeholder 114">
              <a:extLst>
                <a:ext uri="{FF2B5EF4-FFF2-40B4-BE49-F238E27FC236}">
                  <a16:creationId xmlns:a16="http://schemas.microsoft.com/office/drawing/2014/main" id="{AF085C4A-9BF5-005A-2D9D-6807FF2A0DDC}"/>
                </a:ext>
              </a:extLst>
            </p:cNvPr>
            <p:cNvGrpSpPr/>
            <p:nvPr/>
          </p:nvGrpSpPr>
          <p:grpSpPr>
            <a:xfrm>
              <a:off x="11140646" y="3574422"/>
              <a:ext cx="149893" cy="149571"/>
              <a:chOff x="11140646" y="3574422"/>
              <a:chExt cx="149893" cy="149571"/>
            </a:xfrm>
            <a:grpFill/>
          </p:grpSpPr>
          <p:grpSp>
            <p:nvGrpSpPr>
              <p:cNvPr id="188" name="Picture Placeholder 114">
                <a:extLst>
                  <a:ext uri="{FF2B5EF4-FFF2-40B4-BE49-F238E27FC236}">
                    <a16:creationId xmlns:a16="http://schemas.microsoft.com/office/drawing/2014/main" id="{847926BA-1D2D-B2B3-7FE6-0113E8E82FBC}"/>
                  </a:ext>
                </a:extLst>
              </p:cNvPr>
              <p:cNvGrpSpPr/>
              <p:nvPr/>
            </p:nvGrpSpPr>
            <p:grpSpPr>
              <a:xfrm>
                <a:off x="11177329" y="3611815"/>
                <a:ext cx="75895" cy="74785"/>
                <a:chOff x="11177329" y="3611815"/>
                <a:chExt cx="75895" cy="74785"/>
              </a:xfrm>
              <a:grpFill/>
            </p:grpSpPr>
            <p:sp>
              <p:nvSpPr>
                <p:cNvPr id="190" name="Picture Placeholder 114">
                  <a:extLst>
                    <a:ext uri="{FF2B5EF4-FFF2-40B4-BE49-F238E27FC236}">
                      <a16:creationId xmlns:a16="http://schemas.microsoft.com/office/drawing/2014/main" id="{8E260696-60EF-75C0-A96C-A138CA5A3483}"/>
                    </a:ext>
                  </a:extLst>
                </p:cNvPr>
                <p:cNvSpPr/>
                <p:nvPr/>
              </p:nvSpPr>
              <p:spPr>
                <a:xfrm>
                  <a:off x="11177329" y="3611815"/>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1" name="Picture Placeholder 114">
                  <a:extLst>
                    <a:ext uri="{FF2B5EF4-FFF2-40B4-BE49-F238E27FC236}">
                      <a16:creationId xmlns:a16="http://schemas.microsoft.com/office/drawing/2014/main" id="{7AC9841D-7588-63B7-2B42-F4390AD69766}"/>
                    </a:ext>
                  </a:extLst>
                </p:cNvPr>
                <p:cNvSpPr/>
                <p:nvPr/>
              </p:nvSpPr>
              <p:spPr>
                <a:xfrm>
                  <a:off x="11207055" y="3611815"/>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2" name="Picture Placeholder 114">
                  <a:extLst>
                    <a:ext uri="{FF2B5EF4-FFF2-40B4-BE49-F238E27FC236}">
                      <a16:creationId xmlns:a16="http://schemas.microsoft.com/office/drawing/2014/main" id="{4144F29A-3FB8-C238-05A0-92F15D6F3ED9}"/>
                    </a:ext>
                  </a:extLst>
                </p:cNvPr>
                <p:cNvSpPr/>
                <p:nvPr/>
              </p:nvSpPr>
              <p:spPr>
                <a:xfrm>
                  <a:off x="11237413" y="3611815"/>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189" name="Picture Placeholder 114">
                <a:extLst>
                  <a:ext uri="{FF2B5EF4-FFF2-40B4-BE49-F238E27FC236}">
                    <a16:creationId xmlns:a16="http://schemas.microsoft.com/office/drawing/2014/main" id="{FA5A3BEC-14A9-3B51-5AE9-B362D8B06975}"/>
                  </a:ext>
                </a:extLst>
              </p:cNvPr>
              <p:cNvSpPr/>
              <p:nvPr/>
            </p:nvSpPr>
            <p:spPr>
              <a:xfrm>
                <a:off x="11140646" y="3574422"/>
                <a:ext cx="149893" cy="149571"/>
              </a:xfrm>
              <a:custGeom>
                <a:avLst/>
                <a:gdLst>
                  <a:gd name="connsiteX0" fmla="*/ 149261 w 149893"/>
                  <a:gd name="connsiteY0" fmla="*/ 149572 h 149571"/>
                  <a:gd name="connsiteX1" fmla="*/ 0 w 149893"/>
                  <a:gd name="connsiteY1" fmla="*/ 149572 h 149571"/>
                  <a:gd name="connsiteX2" fmla="*/ 0 w 149893"/>
                  <a:gd name="connsiteY2" fmla="*/ 0 h 149571"/>
                  <a:gd name="connsiteX3" fmla="*/ 149893 w 149893"/>
                  <a:gd name="connsiteY3" fmla="*/ 0 h 149571"/>
                  <a:gd name="connsiteX4" fmla="*/ 149893 w 149893"/>
                  <a:gd name="connsiteY4" fmla="*/ 149572 h 149571"/>
                  <a:gd name="connsiteX5" fmla="*/ 15812 w 149893"/>
                  <a:gd name="connsiteY5" fmla="*/ 133727 h 149571"/>
                  <a:gd name="connsiteX6" fmla="*/ 133449 w 149893"/>
                  <a:gd name="connsiteY6" fmla="*/ 133727 h 149571"/>
                  <a:gd name="connsiteX7" fmla="*/ 133449 w 149893"/>
                  <a:gd name="connsiteY7" fmla="*/ 15844 h 149571"/>
                  <a:gd name="connsiteX8" fmla="*/ 15812 w 149893"/>
                  <a:gd name="connsiteY8" fmla="*/ 15844 h 149571"/>
                  <a:gd name="connsiteX9" fmla="*/ 15812 w 149893"/>
                  <a:gd name="connsiteY9" fmla="*/ 133727 h 14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893" h="149571">
                    <a:moveTo>
                      <a:pt x="149261" y="149572"/>
                    </a:moveTo>
                    <a:lnTo>
                      <a:pt x="0" y="149572"/>
                    </a:lnTo>
                    <a:lnTo>
                      <a:pt x="0" y="0"/>
                    </a:lnTo>
                    <a:lnTo>
                      <a:pt x="149893" y="0"/>
                    </a:lnTo>
                    <a:lnTo>
                      <a:pt x="149893" y="149572"/>
                    </a:lnTo>
                    <a:close/>
                    <a:moveTo>
                      <a:pt x="15812" y="133727"/>
                    </a:moveTo>
                    <a:lnTo>
                      <a:pt x="133449" y="133727"/>
                    </a:lnTo>
                    <a:lnTo>
                      <a:pt x="133449" y="15844"/>
                    </a:lnTo>
                    <a:lnTo>
                      <a:pt x="15812" y="15844"/>
                    </a:lnTo>
                    <a:lnTo>
                      <a:pt x="15812" y="133727"/>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75" name="Picture Placeholder 114">
              <a:extLst>
                <a:ext uri="{FF2B5EF4-FFF2-40B4-BE49-F238E27FC236}">
                  <a16:creationId xmlns:a16="http://schemas.microsoft.com/office/drawing/2014/main" id="{972F77A9-62ED-B8AC-88CD-27EB04304634}"/>
                </a:ext>
              </a:extLst>
            </p:cNvPr>
            <p:cNvGrpSpPr/>
            <p:nvPr/>
          </p:nvGrpSpPr>
          <p:grpSpPr>
            <a:xfrm>
              <a:off x="11313308" y="3574422"/>
              <a:ext cx="149893" cy="149571"/>
              <a:chOff x="11313308" y="3574422"/>
              <a:chExt cx="149893" cy="149571"/>
            </a:xfrm>
            <a:grpFill/>
          </p:grpSpPr>
          <p:grpSp>
            <p:nvGrpSpPr>
              <p:cNvPr id="183" name="Picture Placeholder 114">
                <a:extLst>
                  <a:ext uri="{FF2B5EF4-FFF2-40B4-BE49-F238E27FC236}">
                    <a16:creationId xmlns:a16="http://schemas.microsoft.com/office/drawing/2014/main" id="{EE0B80EB-A468-A0BA-5B75-1F3DC6998E2A}"/>
                  </a:ext>
                </a:extLst>
              </p:cNvPr>
              <p:cNvGrpSpPr/>
              <p:nvPr/>
            </p:nvGrpSpPr>
            <p:grpSpPr>
              <a:xfrm>
                <a:off x="11349991" y="3611815"/>
                <a:ext cx="75262" cy="74785"/>
                <a:chOff x="11349991" y="3611815"/>
                <a:chExt cx="75262" cy="74785"/>
              </a:xfrm>
              <a:grpFill/>
            </p:grpSpPr>
            <p:sp>
              <p:nvSpPr>
                <p:cNvPr id="185" name="Picture Placeholder 114">
                  <a:extLst>
                    <a:ext uri="{FF2B5EF4-FFF2-40B4-BE49-F238E27FC236}">
                      <a16:creationId xmlns:a16="http://schemas.microsoft.com/office/drawing/2014/main" id="{08220990-0A51-0757-792E-E13EFCF35A09}"/>
                    </a:ext>
                  </a:extLst>
                </p:cNvPr>
                <p:cNvSpPr/>
                <p:nvPr/>
              </p:nvSpPr>
              <p:spPr>
                <a:xfrm>
                  <a:off x="11349991" y="3611815"/>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6" name="Picture Placeholder 114">
                  <a:extLst>
                    <a:ext uri="{FF2B5EF4-FFF2-40B4-BE49-F238E27FC236}">
                      <a16:creationId xmlns:a16="http://schemas.microsoft.com/office/drawing/2014/main" id="{6FC4260A-0810-7AF8-0450-0A8C6967B226}"/>
                    </a:ext>
                  </a:extLst>
                </p:cNvPr>
                <p:cNvSpPr/>
                <p:nvPr/>
              </p:nvSpPr>
              <p:spPr>
                <a:xfrm>
                  <a:off x="11379716" y="3611815"/>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7" name="Picture Placeholder 114">
                  <a:extLst>
                    <a:ext uri="{FF2B5EF4-FFF2-40B4-BE49-F238E27FC236}">
                      <a16:creationId xmlns:a16="http://schemas.microsoft.com/office/drawing/2014/main" id="{211D3059-12B6-FF29-BD4A-AA064274449D}"/>
                    </a:ext>
                  </a:extLst>
                </p:cNvPr>
                <p:cNvSpPr/>
                <p:nvPr/>
              </p:nvSpPr>
              <p:spPr>
                <a:xfrm>
                  <a:off x="11409442" y="3611815"/>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184" name="Picture Placeholder 114">
                <a:extLst>
                  <a:ext uri="{FF2B5EF4-FFF2-40B4-BE49-F238E27FC236}">
                    <a16:creationId xmlns:a16="http://schemas.microsoft.com/office/drawing/2014/main" id="{696FA447-CE91-B126-563B-A4A27B2B6C3A}"/>
                  </a:ext>
                </a:extLst>
              </p:cNvPr>
              <p:cNvSpPr/>
              <p:nvPr/>
            </p:nvSpPr>
            <p:spPr>
              <a:xfrm>
                <a:off x="11313308" y="3574422"/>
                <a:ext cx="149893" cy="149571"/>
              </a:xfrm>
              <a:custGeom>
                <a:avLst/>
                <a:gdLst>
                  <a:gd name="connsiteX0" fmla="*/ 149261 w 149893"/>
                  <a:gd name="connsiteY0" fmla="*/ 149572 h 149571"/>
                  <a:gd name="connsiteX1" fmla="*/ 0 w 149893"/>
                  <a:gd name="connsiteY1" fmla="*/ 149572 h 149571"/>
                  <a:gd name="connsiteX2" fmla="*/ 0 w 149893"/>
                  <a:gd name="connsiteY2" fmla="*/ 0 h 149571"/>
                  <a:gd name="connsiteX3" fmla="*/ 149893 w 149893"/>
                  <a:gd name="connsiteY3" fmla="*/ 0 h 149571"/>
                  <a:gd name="connsiteX4" fmla="*/ 149893 w 149893"/>
                  <a:gd name="connsiteY4" fmla="*/ 149572 h 149571"/>
                  <a:gd name="connsiteX5" fmla="*/ 15812 w 149893"/>
                  <a:gd name="connsiteY5" fmla="*/ 133727 h 149571"/>
                  <a:gd name="connsiteX6" fmla="*/ 134082 w 149893"/>
                  <a:gd name="connsiteY6" fmla="*/ 133727 h 149571"/>
                  <a:gd name="connsiteX7" fmla="*/ 134082 w 149893"/>
                  <a:gd name="connsiteY7" fmla="*/ 15844 h 149571"/>
                  <a:gd name="connsiteX8" fmla="*/ 15812 w 149893"/>
                  <a:gd name="connsiteY8" fmla="*/ 15844 h 149571"/>
                  <a:gd name="connsiteX9" fmla="*/ 15812 w 149893"/>
                  <a:gd name="connsiteY9" fmla="*/ 133727 h 14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893" h="149571">
                    <a:moveTo>
                      <a:pt x="149261" y="149572"/>
                    </a:moveTo>
                    <a:lnTo>
                      <a:pt x="0" y="149572"/>
                    </a:lnTo>
                    <a:lnTo>
                      <a:pt x="0" y="0"/>
                    </a:lnTo>
                    <a:lnTo>
                      <a:pt x="149893" y="0"/>
                    </a:lnTo>
                    <a:lnTo>
                      <a:pt x="149893" y="149572"/>
                    </a:lnTo>
                    <a:close/>
                    <a:moveTo>
                      <a:pt x="15812" y="133727"/>
                    </a:moveTo>
                    <a:lnTo>
                      <a:pt x="134082" y="133727"/>
                    </a:lnTo>
                    <a:lnTo>
                      <a:pt x="134082" y="15844"/>
                    </a:lnTo>
                    <a:lnTo>
                      <a:pt x="15812" y="15844"/>
                    </a:lnTo>
                    <a:lnTo>
                      <a:pt x="15812" y="133727"/>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76" name="Picture Placeholder 114">
              <a:extLst>
                <a:ext uri="{FF2B5EF4-FFF2-40B4-BE49-F238E27FC236}">
                  <a16:creationId xmlns:a16="http://schemas.microsoft.com/office/drawing/2014/main" id="{B5E7D51B-0CFF-0BD4-949B-04CA964D0535}"/>
                </a:ext>
              </a:extLst>
            </p:cNvPr>
            <p:cNvGrpSpPr/>
            <p:nvPr/>
          </p:nvGrpSpPr>
          <p:grpSpPr>
            <a:xfrm>
              <a:off x="11485337" y="3574422"/>
              <a:ext cx="149893" cy="149571"/>
              <a:chOff x="11485337" y="3574422"/>
              <a:chExt cx="149893" cy="149571"/>
            </a:xfrm>
            <a:grpFill/>
          </p:grpSpPr>
          <p:grpSp>
            <p:nvGrpSpPr>
              <p:cNvPr id="178" name="Picture Placeholder 114">
                <a:extLst>
                  <a:ext uri="{FF2B5EF4-FFF2-40B4-BE49-F238E27FC236}">
                    <a16:creationId xmlns:a16="http://schemas.microsoft.com/office/drawing/2014/main" id="{4B2721FE-5E47-326B-BE72-A346C0CD8011}"/>
                  </a:ext>
                </a:extLst>
              </p:cNvPr>
              <p:cNvGrpSpPr/>
              <p:nvPr/>
            </p:nvGrpSpPr>
            <p:grpSpPr>
              <a:xfrm>
                <a:off x="11522652" y="3611815"/>
                <a:ext cx="75262" cy="74785"/>
                <a:chOff x="11522652" y="3611815"/>
                <a:chExt cx="75262" cy="74785"/>
              </a:xfrm>
              <a:grpFill/>
            </p:grpSpPr>
            <p:sp>
              <p:nvSpPr>
                <p:cNvPr id="180" name="Picture Placeholder 114">
                  <a:extLst>
                    <a:ext uri="{FF2B5EF4-FFF2-40B4-BE49-F238E27FC236}">
                      <a16:creationId xmlns:a16="http://schemas.microsoft.com/office/drawing/2014/main" id="{FD742795-BB29-FF81-5666-38B9677E8F1F}"/>
                    </a:ext>
                  </a:extLst>
                </p:cNvPr>
                <p:cNvSpPr/>
                <p:nvPr/>
              </p:nvSpPr>
              <p:spPr>
                <a:xfrm>
                  <a:off x="11522652" y="3611815"/>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1" name="Picture Placeholder 114">
                  <a:extLst>
                    <a:ext uri="{FF2B5EF4-FFF2-40B4-BE49-F238E27FC236}">
                      <a16:creationId xmlns:a16="http://schemas.microsoft.com/office/drawing/2014/main" id="{292B6229-256F-98EF-4986-F5DC43BAA2F8}"/>
                    </a:ext>
                  </a:extLst>
                </p:cNvPr>
                <p:cNvSpPr/>
                <p:nvPr/>
              </p:nvSpPr>
              <p:spPr>
                <a:xfrm>
                  <a:off x="11552378" y="3611815"/>
                  <a:ext cx="15811" cy="74785"/>
                </a:xfrm>
                <a:custGeom>
                  <a:avLst/>
                  <a:gdLst>
                    <a:gd name="connsiteX0" fmla="*/ 0 w 15811"/>
                    <a:gd name="connsiteY0" fmla="*/ 0 h 74785"/>
                    <a:gd name="connsiteX1" fmla="*/ 15812 w 15811"/>
                    <a:gd name="connsiteY1" fmla="*/ 0 h 74785"/>
                    <a:gd name="connsiteX2" fmla="*/ 15812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2" y="0"/>
                      </a:lnTo>
                      <a:lnTo>
                        <a:pt x="15812"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2" name="Picture Placeholder 114">
                  <a:extLst>
                    <a:ext uri="{FF2B5EF4-FFF2-40B4-BE49-F238E27FC236}">
                      <a16:creationId xmlns:a16="http://schemas.microsoft.com/office/drawing/2014/main" id="{72811154-5257-30A7-BAA1-2DF516DE6D0F}"/>
                    </a:ext>
                  </a:extLst>
                </p:cNvPr>
                <p:cNvSpPr/>
                <p:nvPr/>
              </p:nvSpPr>
              <p:spPr>
                <a:xfrm>
                  <a:off x="11582103" y="3611815"/>
                  <a:ext cx="15811" cy="74785"/>
                </a:xfrm>
                <a:custGeom>
                  <a:avLst/>
                  <a:gdLst>
                    <a:gd name="connsiteX0" fmla="*/ 0 w 15811"/>
                    <a:gd name="connsiteY0" fmla="*/ 0 h 74785"/>
                    <a:gd name="connsiteX1" fmla="*/ 15811 w 15811"/>
                    <a:gd name="connsiteY1" fmla="*/ 0 h 74785"/>
                    <a:gd name="connsiteX2" fmla="*/ 15811 w 15811"/>
                    <a:gd name="connsiteY2" fmla="*/ 74786 h 74785"/>
                    <a:gd name="connsiteX3" fmla="*/ 0 w 15811"/>
                    <a:gd name="connsiteY3" fmla="*/ 74786 h 74785"/>
                  </a:gdLst>
                  <a:ahLst/>
                  <a:cxnLst>
                    <a:cxn ang="0">
                      <a:pos x="connsiteX0" y="connsiteY0"/>
                    </a:cxn>
                    <a:cxn ang="0">
                      <a:pos x="connsiteX1" y="connsiteY1"/>
                    </a:cxn>
                    <a:cxn ang="0">
                      <a:pos x="connsiteX2" y="connsiteY2"/>
                    </a:cxn>
                    <a:cxn ang="0">
                      <a:pos x="connsiteX3" y="connsiteY3"/>
                    </a:cxn>
                  </a:cxnLst>
                  <a:rect l="l" t="t" r="r" b="b"/>
                  <a:pathLst>
                    <a:path w="15811" h="74785">
                      <a:moveTo>
                        <a:pt x="0" y="0"/>
                      </a:moveTo>
                      <a:lnTo>
                        <a:pt x="15811" y="0"/>
                      </a:lnTo>
                      <a:lnTo>
                        <a:pt x="15811" y="74786"/>
                      </a:lnTo>
                      <a:lnTo>
                        <a:pt x="0" y="74786"/>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179" name="Picture Placeholder 114">
                <a:extLst>
                  <a:ext uri="{FF2B5EF4-FFF2-40B4-BE49-F238E27FC236}">
                    <a16:creationId xmlns:a16="http://schemas.microsoft.com/office/drawing/2014/main" id="{CA9BDFAD-7560-617A-7B26-85D26B2DE9EF}"/>
                  </a:ext>
                </a:extLst>
              </p:cNvPr>
              <p:cNvSpPr/>
              <p:nvPr/>
            </p:nvSpPr>
            <p:spPr>
              <a:xfrm>
                <a:off x="11485337" y="3574422"/>
                <a:ext cx="149893" cy="149571"/>
              </a:xfrm>
              <a:custGeom>
                <a:avLst/>
                <a:gdLst>
                  <a:gd name="connsiteX0" fmla="*/ 149893 w 149893"/>
                  <a:gd name="connsiteY0" fmla="*/ 149572 h 149571"/>
                  <a:gd name="connsiteX1" fmla="*/ 0 w 149893"/>
                  <a:gd name="connsiteY1" fmla="*/ 149572 h 149571"/>
                  <a:gd name="connsiteX2" fmla="*/ 0 w 149893"/>
                  <a:gd name="connsiteY2" fmla="*/ 0 h 149571"/>
                  <a:gd name="connsiteX3" fmla="*/ 149893 w 149893"/>
                  <a:gd name="connsiteY3" fmla="*/ 0 h 149571"/>
                  <a:gd name="connsiteX4" fmla="*/ 149893 w 149893"/>
                  <a:gd name="connsiteY4" fmla="*/ 149572 h 149571"/>
                  <a:gd name="connsiteX5" fmla="*/ 15812 w 149893"/>
                  <a:gd name="connsiteY5" fmla="*/ 133727 h 149571"/>
                  <a:gd name="connsiteX6" fmla="*/ 134082 w 149893"/>
                  <a:gd name="connsiteY6" fmla="*/ 133727 h 149571"/>
                  <a:gd name="connsiteX7" fmla="*/ 134082 w 149893"/>
                  <a:gd name="connsiteY7" fmla="*/ 15844 h 149571"/>
                  <a:gd name="connsiteX8" fmla="*/ 15812 w 149893"/>
                  <a:gd name="connsiteY8" fmla="*/ 15844 h 149571"/>
                  <a:gd name="connsiteX9" fmla="*/ 15812 w 149893"/>
                  <a:gd name="connsiteY9" fmla="*/ 133727 h 14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893" h="149571">
                    <a:moveTo>
                      <a:pt x="149893" y="149572"/>
                    </a:moveTo>
                    <a:lnTo>
                      <a:pt x="0" y="149572"/>
                    </a:lnTo>
                    <a:lnTo>
                      <a:pt x="0" y="0"/>
                    </a:lnTo>
                    <a:lnTo>
                      <a:pt x="149893" y="0"/>
                    </a:lnTo>
                    <a:lnTo>
                      <a:pt x="149893" y="149572"/>
                    </a:lnTo>
                    <a:close/>
                    <a:moveTo>
                      <a:pt x="15812" y="133727"/>
                    </a:moveTo>
                    <a:lnTo>
                      <a:pt x="134082" y="133727"/>
                    </a:lnTo>
                    <a:lnTo>
                      <a:pt x="134082" y="15844"/>
                    </a:lnTo>
                    <a:lnTo>
                      <a:pt x="15812" y="15844"/>
                    </a:lnTo>
                    <a:lnTo>
                      <a:pt x="15812" y="133727"/>
                    </a:lnTo>
                    <a:close/>
                  </a:path>
                </a:pathLst>
              </a:custGeom>
              <a:grpFill/>
              <a:ln w="6271"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463164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par>
                          <p:cTn id="23" fill="hold">
                            <p:stCondLst>
                              <p:cond delay="500"/>
                            </p:stCondLst>
                            <p:childTnLst>
                              <p:par>
                                <p:cTn id="24" presetID="10" presetClass="entr" presetSubtype="0" fill="hold" grpId="0" nodeType="afterEffect">
                                  <p:stCondLst>
                                    <p:cond delay="500"/>
                                  </p:stCondLst>
                                  <p:childTnLst>
                                    <p:set>
                                      <p:cBhvr>
                                        <p:cTn id="25" dur="1" fill="hold">
                                          <p:stCondLst>
                                            <p:cond delay="0"/>
                                          </p:stCondLst>
                                        </p:cTn>
                                        <p:tgtEl>
                                          <p:spTgt spid="19"/>
                                        </p:tgtEl>
                                        <p:attrNameLst>
                                          <p:attrName>style.visibility</p:attrName>
                                        </p:attrNameLst>
                                      </p:cBhvr>
                                      <p:to>
                                        <p:strVal val="visible"/>
                                      </p:to>
                                    </p:set>
                                    <p:animEffect transition="in" filter="fade">
                                      <p:cBhvr>
                                        <p:cTn id="26" dur="500"/>
                                        <p:tgtEl>
                                          <p:spTgt spid="19"/>
                                        </p:tgtEl>
                                      </p:cBhvr>
                                    </p:animEffect>
                                  </p:childTnLst>
                                </p:cTn>
                              </p:par>
                              <p:par>
                                <p:cTn id="27" presetID="10" presetClass="entr" presetSubtype="0" fill="hold" nodeType="withEffect">
                                  <p:stCondLst>
                                    <p:cond delay="500"/>
                                  </p:stCondLst>
                                  <p:childTnLst>
                                    <p:set>
                                      <p:cBhvr>
                                        <p:cTn id="28" dur="1" fill="hold">
                                          <p:stCondLst>
                                            <p:cond delay="0"/>
                                          </p:stCondLst>
                                        </p:cTn>
                                        <p:tgtEl>
                                          <p:spTgt spid="28"/>
                                        </p:tgtEl>
                                        <p:attrNameLst>
                                          <p:attrName>style.visibility</p:attrName>
                                        </p:attrNameLst>
                                      </p:cBhvr>
                                      <p:to>
                                        <p:strVal val="visible"/>
                                      </p:to>
                                    </p:set>
                                    <p:animEffect transition="in" filter="fade">
                                      <p:cBhvr>
                                        <p:cTn id="29" dur="500"/>
                                        <p:tgtEl>
                                          <p:spTgt spid="28"/>
                                        </p:tgtEl>
                                      </p:cBhvr>
                                    </p:animEffect>
                                  </p:childTnLst>
                                </p:cTn>
                              </p:par>
                              <p:par>
                                <p:cTn id="30" presetID="10" presetClass="entr" presetSubtype="0" fill="hold" grpId="0" nodeType="withEffect">
                                  <p:stCondLst>
                                    <p:cond delay="500"/>
                                  </p:stCondLst>
                                  <p:childTnLst>
                                    <p:set>
                                      <p:cBhvr>
                                        <p:cTn id="31" dur="1" fill="hold">
                                          <p:stCondLst>
                                            <p:cond delay="0"/>
                                          </p:stCondLst>
                                        </p:cTn>
                                        <p:tgtEl>
                                          <p:spTgt spid="177"/>
                                        </p:tgtEl>
                                        <p:attrNameLst>
                                          <p:attrName>style.visibility</p:attrName>
                                        </p:attrNameLst>
                                      </p:cBhvr>
                                      <p:to>
                                        <p:strVal val="visible"/>
                                      </p:to>
                                    </p:set>
                                    <p:animEffect transition="in" filter="fade">
                                      <p:cBhvr>
                                        <p:cTn id="32" dur="500"/>
                                        <p:tgtEl>
                                          <p:spTgt spid="177"/>
                                        </p:tgtEl>
                                      </p:cBhvr>
                                    </p:animEffect>
                                  </p:childTnLst>
                                </p:cTn>
                              </p:par>
                            </p:childTnLst>
                          </p:cTn>
                        </p:par>
                        <p:par>
                          <p:cTn id="33" fill="hold">
                            <p:stCondLst>
                              <p:cond delay="1500"/>
                            </p:stCondLst>
                            <p:childTnLst>
                              <p:par>
                                <p:cTn id="34" presetID="26" presetClass="emph" presetSubtype="0" fill="hold" grpId="1" nodeType="afterEffect">
                                  <p:stCondLst>
                                    <p:cond delay="500"/>
                                  </p:stCondLst>
                                  <p:childTnLst>
                                    <p:animEffect transition="out" filter="fade">
                                      <p:cBhvr>
                                        <p:cTn id="35" dur="500" tmFilter="0, 0; .2, .5; .8, .5; 1, 0"/>
                                        <p:tgtEl>
                                          <p:spTgt spid="177"/>
                                        </p:tgtEl>
                                      </p:cBhvr>
                                    </p:animEffect>
                                    <p:animScale>
                                      <p:cBhvr>
                                        <p:cTn id="36" dur="250" autoRev="1" fill="hold"/>
                                        <p:tgtEl>
                                          <p:spTgt spid="177"/>
                                        </p:tgtEl>
                                      </p:cBhvr>
                                      <p:by x="105000" y="105000"/>
                                    </p:animScale>
                                  </p:childTnLst>
                                </p:cTn>
                              </p:par>
                            </p:childTnLst>
                          </p:cTn>
                        </p:par>
                        <p:par>
                          <p:cTn id="37" fill="hold">
                            <p:stCondLst>
                              <p:cond delay="2500"/>
                            </p:stCondLst>
                            <p:childTnLst>
                              <p:par>
                                <p:cTn id="38" presetID="10" presetClass="entr" presetSubtype="0" fill="hold" grpId="0" nodeType="after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500"/>
                                        <p:tgtEl>
                                          <p:spTgt spid="2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59"/>
                                        </p:tgtEl>
                                        <p:attrNameLst>
                                          <p:attrName>style.visibility</p:attrName>
                                        </p:attrNameLst>
                                      </p:cBhvr>
                                      <p:to>
                                        <p:strVal val="visible"/>
                                      </p:to>
                                    </p:set>
                                    <p:animEffect transition="in" filter="fade">
                                      <p:cBhvr>
                                        <p:cTn id="43" dur="500"/>
                                        <p:tgtEl>
                                          <p:spTgt spid="59"/>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500"/>
                                        <p:tgtEl>
                                          <p:spTgt spid="16"/>
                                        </p:tgtEl>
                                      </p:cBhvr>
                                    </p:animEffect>
                                  </p:childTnLst>
                                </p:cTn>
                              </p:par>
                            </p:childTnLst>
                          </p:cTn>
                        </p:par>
                        <p:par>
                          <p:cTn id="47" fill="hold">
                            <p:stCondLst>
                              <p:cond delay="3000"/>
                            </p:stCondLst>
                            <p:childTnLst>
                              <p:par>
                                <p:cTn id="48" presetID="26" presetClass="emph" presetSubtype="0" fill="hold" grpId="1" nodeType="afterEffect">
                                  <p:stCondLst>
                                    <p:cond delay="500"/>
                                  </p:stCondLst>
                                  <p:childTnLst>
                                    <p:animEffect transition="out" filter="fade">
                                      <p:cBhvr>
                                        <p:cTn id="49" dur="500" tmFilter="0, 0; .2, .5; .8, .5; 1, 0"/>
                                        <p:tgtEl>
                                          <p:spTgt spid="16"/>
                                        </p:tgtEl>
                                      </p:cBhvr>
                                    </p:animEffect>
                                    <p:animScale>
                                      <p:cBhvr>
                                        <p:cTn id="50" dur="250" autoRev="1" fill="hold"/>
                                        <p:tgtEl>
                                          <p:spTgt spid="16"/>
                                        </p:tgtEl>
                                      </p:cBhvr>
                                      <p:by x="105000" y="105000"/>
                                    </p:animScale>
                                  </p:childTnLst>
                                </p:cTn>
                              </p:par>
                            </p:childTnLst>
                          </p:cTn>
                        </p:par>
                        <p:par>
                          <p:cTn id="51" fill="hold">
                            <p:stCondLst>
                              <p:cond delay="4000"/>
                            </p:stCondLst>
                            <p:childTnLst>
                              <p:par>
                                <p:cTn id="52" presetID="10" presetClass="entr" presetSubtype="0" fill="hold" grpId="0" nodeType="after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fade">
                                      <p:cBhvr>
                                        <p:cTn id="54" dur="500"/>
                                        <p:tgtEl>
                                          <p:spTgt spid="21"/>
                                        </p:tgtEl>
                                      </p:cBhvr>
                                    </p:animEffect>
                                  </p:childTnLst>
                                </p:cTn>
                              </p:par>
                              <p:par>
                                <p:cTn id="55" presetID="10" presetClass="entr" presetSubtype="0" fill="hold" nodeType="withEffect">
                                  <p:stCondLst>
                                    <p:cond delay="0"/>
                                  </p:stCondLst>
                                  <p:childTnLst>
                                    <p:set>
                                      <p:cBhvr>
                                        <p:cTn id="56" dur="1" fill="hold">
                                          <p:stCondLst>
                                            <p:cond delay="0"/>
                                          </p:stCondLst>
                                        </p:cTn>
                                        <p:tgtEl>
                                          <p:spTgt spid="46"/>
                                        </p:tgtEl>
                                        <p:attrNameLst>
                                          <p:attrName>style.visibility</p:attrName>
                                        </p:attrNameLst>
                                      </p:cBhvr>
                                      <p:to>
                                        <p:strVal val="visible"/>
                                      </p:to>
                                    </p:set>
                                    <p:animEffect transition="in" filter="fade">
                                      <p:cBhvr>
                                        <p:cTn id="57" dur="500"/>
                                        <p:tgtEl>
                                          <p:spTgt spid="46"/>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7"/>
                                        </p:tgtEl>
                                        <p:attrNameLst>
                                          <p:attrName>style.visibility</p:attrName>
                                        </p:attrNameLst>
                                      </p:cBhvr>
                                      <p:to>
                                        <p:strVal val="visible"/>
                                      </p:to>
                                    </p:set>
                                    <p:animEffect transition="in" filter="fade">
                                      <p:cBhvr>
                                        <p:cTn id="60" dur="500"/>
                                        <p:tgtEl>
                                          <p:spTgt spid="17"/>
                                        </p:tgtEl>
                                      </p:cBhvr>
                                    </p:animEffect>
                                  </p:childTnLst>
                                </p:cTn>
                              </p:par>
                            </p:childTnLst>
                          </p:cTn>
                        </p:par>
                        <p:par>
                          <p:cTn id="61" fill="hold">
                            <p:stCondLst>
                              <p:cond delay="4500"/>
                            </p:stCondLst>
                            <p:childTnLst>
                              <p:par>
                                <p:cTn id="62" presetID="26" presetClass="emph" presetSubtype="0" fill="hold" grpId="1" nodeType="afterEffect">
                                  <p:stCondLst>
                                    <p:cond delay="500"/>
                                  </p:stCondLst>
                                  <p:childTnLst>
                                    <p:animEffect transition="out" filter="fade">
                                      <p:cBhvr>
                                        <p:cTn id="63" dur="500" tmFilter="0, 0; .2, .5; .8, .5; 1, 0"/>
                                        <p:tgtEl>
                                          <p:spTgt spid="17"/>
                                        </p:tgtEl>
                                      </p:cBhvr>
                                    </p:animEffect>
                                    <p:animScale>
                                      <p:cBhvr>
                                        <p:cTn id="64" dur="250" autoRev="1" fill="hold"/>
                                        <p:tgtEl>
                                          <p:spTgt spid="17"/>
                                        </p:tgtEl>
                                      </p:cBhvr>
                                      <p:by x="105000" y="105000"/>
                                    </p:animScale>
                                  </p:childTnLst>
                                </p:cTn>
                              </p:par>
                            </p:childTnLst>
                          </p:cTn>
                        </p:par>
                        <p:par>
                          <p:cTn id="65" fill="hold">
                            <p:stCondLst>
                              <p:cond delay="5500"/>
                            </p:stCondLst>
                            <p:childTnLst>
                              <p:par>
                                <p:cTn id="66" presetID="10" presetClass="entr" presetSubtype="0" fill="hold" grpId="0" nodeType="afterEffect">
                                  <p:stCondLst>
                                    <p:cond delay="0"/>
                                  </p:stCondLst>
                                  <p:childTnLst>
                                    <p:set>
                                      <p:cBhvr>
                                        <p:cTn id="67" dur="1" fill="hold">
                                          <p:stCondLst>
                                            <p:cond delay="0"/>
                                          </p:stCondLst>
                                        </p:cTn>
                                        <p:tgtEl>
                                          <p:spTgt spid="18"/>
                                        </p:tgtEl>
                                        <p:attrNameLst>
                                          <p:attrName>style.visibility</p:attrName>
                                        </p:attrNameLst>
                                      </p:cBhvr>
                                      <p:to>
                                        <p:strVal val="visible"/>
                                      </p:to>
                                    </p:set>
                                    <p:animEffect transition="in" filter="fade">
                                      <p:cBhvr>
                                        <p:cTn id="68" dur="500"/>
                                        <p:tgtEl>
                                          <p:spTgt spid="18"/>
                                        </p:tgtEl>
                                      </p:cBhvr>
                                    </p:animEffect>
                                  </p:childTnLst>
                                </p:cTn>
                              </p:par>
                              <p:par>
                                <p:cTn id="69" presetID="10" presetClass="entr" presetSubtype="0" fill="hold" nodeType="withEffect">
                                  <p:stCondLst>
                                    <p:cond delay="0"/>
                                  </p:stCondLst>
                                  <p:childTnLst>
                                    <p:set>
                                      <p:cBhvr>
                                        <p:cTn id="70" dur="1" fill="hold">
                                          <p:stCondLst>
                                            <p:cond delay="0"/>
                                          </p:stCondLst>
                                        </p:cTn>
                                        <p:tgtEl>
                                          <p:spTgt spid="34"/>
                                        </p:tgtEl>
                                        <p:attrNameLst>
                                          <p:attrName>style.visibility</p:attrName>
                                        </p:attrNameLst>
                                      </p:cBhvr>
                                      <p:to>
                                        <p:strVal val="visible"/>
                                      </p:to>
                                    </p:set>
                                    <p:animEffect transition="in" filter="fade">
                                      <p:cBhvr>
                                        <p:cTn id="71" dur="500"/>
                                        <p:tgtEl>
                                          <p:spTgt spid="34"/>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26"/>
                                        </p:tgtEl>
                                        <p:attrNameLst>
                                          <p:attrName>style.visibility</p:attrName>
                                        </p:attrNameLst>
                                      </p:cBhvr>
                                      <p:to>
                                        <p:strVal val="visible"/>
                                      </p:to>
                                    </p:set>
                                    <p:animEffect transition="in" filter="fade">
                                      <p:cBhvr>
                                        <p:cTn id="74" dur="500"/>
                                        <p:tgtEl>
                                          <p:spTgt spid="26"/>
                                        </p:tgtEl>
                                      </p:cBhvr>
                                    </p:animEffect>
                                  </p:childTnLst>
                                </p:cTn>
                              </p:par>
                            </p:childTnLst>
                          </p:cTn>
                        </p:par>
                        <p:par>
                          <p:cTn id="75" fill="hold">
                            <p:stCondLst>
                              <p:cond delay="6000"/>
                            </p:stCondLst>
                            <p:childTnLst>
                              <p:par>
                                <p:cTn id="76" presetID="26" presetClass="emph" presetSubtype="0" fill="hold" grpId="1" nodeType="afterEffect">
                                  <p:stCondLst>
                                    <p:cond delay="500"/>
                                  </p:stCondLst>
                                  <p:childTnLst>
                                    <p:animEffect transition="out" filter="fade">
                                      <p:cBhvr>
                                        <p:cTn id="77" dur="500" tmFilter="0, 0; .2, .5; .8, .5; 1, 0"/>
                                        <p:tgtEl>
                                          <p:spTgt spid="26"/>
                                        </p:tgtEl>
                                      </p:cBhvr>
                                    </p:animEffect>
                                    <p:animScale>
                                      <p:cBhvr>
                                        <p:cTn id="78" dur="250" autoRev="1" fill="hold"/>
                                        <p:tgtEl>
                                          <p:spTgt spid="26"/>
                                        </p:tgtEl>
                                      </p:cBhvr>
                                      <p:by x="105000" y="105000"/>
                                    </p:animScale>
                                  </p:childTnLst>
                                </p:cTn>
                              </p:par>
                            </p:childTnLst>
                          </p:cTn>
                        </p:par>
                        <p:par>
                          <p:cTn id="79" fill="hold">
                            <p:stCondLst>
                              <p:cond delay="7000"/>
                            </p:stCondLst>
                            <p:childTnLst>
                              <p:par>
                                <p:cTn id="80" presetID="10" presetClass="entr" presetSubtype="0" fill="hold" grpId="0" nodeType="afterEffect">
                                  <p:stCondLst>
                                    <p:cond delay="0"/>
                                  </p:stCondLst>
                                  <p:childTnLst>
                                    <p:set>
                                      <p:cBhvr>
                                        <p:cTn id="81" dur="1" fill="hold">
                                          <p:stCondLst>
                                            <p:cond delay="0"/>
                                          </p:stCondLst>
                                        </p:cTn>
                                        <p:tgtEl>
                                          <p:spTgt spid="22"/>
                                        </p:tgtEl>
                                        <p:attrNameLst>
                                          <p:attrName>style.visibility</p:attrName>
                                        </p:attrNameLst>
                                      </p:cBhvr>
                                      <p:to>
                                        <p:strVal val="visible"/>
                                      </p:to>
                                    </p:set>
                                    <p:animEffect transition="in" filter="fade">
                                      <p:cBhvr>
                                        <p:cTn id="82" dur="500"/>
                                        <p:tgtEl>
                                          <p:spTgt spid="22"/>
                                        </p:tgtEl>
                                      </p:cBhvr>
                                    </p:animEffect>
                                  </p:childTnLst>
                                </p:cTn>
                              </p:par>
                              <p:par>
                                <p:cTn id="83" presetID="10" presetClass="entr" presetSubtype="0" fill="hold" nodeType="withEffect">
                                  <p:stCondLst>
                                    <p:cond delay="0"/>
                                  </p:stCondLst>
                                  <p:childTnLst>
                                    <p:set>
                                      <p:cBhvr>
                                        <p:cTn id="84" dur="1" fill="hold">
                                          <p:stCondLst>
                                            <p:cond delay="0"/>
                                          </p:stCondLst>
                                        </p:cTn>
                                        <p:tgtEl>
                                          <p:spTgt spid="168"/>
                                        </p:tgtEl>
                                        <p:attrNameLst>
                                          <p:attrName>style.visibility</p:attrName>
                                        </p:attrNameLst>
                                      </p:cBhvr>
                                      <p:to>
                                        <p:strVal val="visible"/>
                                      </p:to>
                                    </p:set>
                                    <p:animEffect transition="in" filter="fade">
                                      <p:cBhvr>
                                        <p:cTn id="85" dur="500"/>
                                        <p:tgtEl>
                                          <p:spTgt spid="168"/>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24"/>
                                        </p:tgtEl>
                                        <p:attrNameLst>
                                          <p:attrName>style.visibility</p:attrName>
                                        </p:attrNameLst>
                                      </p:cBhvr>
                                      <p:to>
                                        <p:strVal val="visible"/>
                                      </p:to>
                                    </p:set>
                                    <p:animEffect transition="in" filter="fade">
                                      <p:cBhvr>
                                        <p:cTn id="88" dur="500"/>
                                        <p:tgtEl>
                                          <p:spTgt spid="24"/>
                                        </p:tgtEl>
                                      </p:cBhvr>
                                    </p:animEffect>
                                  </p:childTnLst>
                                </p:cTn>
                              </p:par>
                            </p:childTnLst>
                          </p:cTn>
                        </p:par>
                        <p:par>
                          <p:cTn id="89" fill="hold">
                            <p:stCondLst>
                              <p:cond delay="7500"/>
                            </p:stCondLst>
                            <p:childTnLst>
                              <p:par>
                                <p:cTn id="90" presetID="26" presetClass="emph" presetSubtype="0" fill="hold" grpId="1" nodeType="afterEffect">
                                  <p:stCondLst>
                                    <p:cond delay="500"/>
                                  </p:stCondLst>
                                  <p:childTnLst>
                                    <p:animEffect transition="out" filter="fade">
                                      <p:cBhvr>
                                        <p:cTn id="91" dur="500" tmFilter="0, 0; .2, .5; .8, .5; 1, 0"/>
                                        <p:tgtEl>
                                          <p:spTgt spid="24"/>
                                        </p:tgtEl>
                                      </p:cBhvr>
                                    </p:animEffect>
                                    <p:animScale>
                                      <p:cBhvr>
                                        <p:cTn id="92" dur="250" autoRev="1" fill="hold"/>
                                        <p:tgtEl>
                                          <p:spTgt spid="24"/>
                                        </p:tgtEl>
                                      </p:cBhvr>
                                      <p:by x="105000" y="105000"/>
                                    </p:animScale>
                                  </p:childTnLst>
                                </p:cTn>
                              </p:par>
                            </p:childTnLst>
                          </p:cTn>
                        </p:par>
                        <p:par>
                          <p:cTn id="93" fill="hold">
                            <p:stCondLst>
                              <p:cond delay="8500"/>
                            </p:stCondLst>
                            <p:childTnLst>
                              <p:par>
                                <p:cTn id="94" presetID="10" presetClass="entr" presetSubtype="0" fill="hold" grpId="0" nodeType="afterEffect">
                                  <p:stCondLst>
                                    <p:cond delay="0"/>
                                  </p:stCondLst>
                                  <p:childTnLst>
                                    <p:set>
                                      <p:cBhvr>
                                        <p:cTn id="95" dur="1" fill="hold">
                                          <p:stCondLst>
                                            <p:cond delay="0"/>
                                          </p:stCondLst>
                                        </p:cTn>
                                        <p:tgtEl>
                                          <p:spTgt spid="23"/>
                                        </p:tgtEl>
                                        <p:attrNameLst>
                                          <p:attrName>style.visibility</p:attrName>
                                        </p:attrNameLst>
                                      </p:cBhvr>
                                      <p:to>
                                        <p:strVal val="visible"/>
                                      </p:to>
                                    </p:set>
                                    <p:animEffect transition="in" filter="fade">
                                      <p:cBhvr>
                                        <p:cTn id="96" dur="500"/>
                                        <p:tgtEl>
                                          <p:spTgt spid="23"/>
                                        </p:tgtEl>
                                      </p:cBhvr>
                                    </p:animEffect>
                                  </p:childTnLst>
                                </p:cTn>
                              </p:par>
                              <p:par>
                                <p:cTn id="97" presetID="10" presetClass="entr" presetSubtype="0" fill="hold" nodeType="withEffect">
                                  <p:stCondLst>
                                    <p:cond delay="0"/>
                                  </p:stCondLst>
                                  <p:childTnLst>
                                    <p:set>
                                      <p:cBhvr>
                                        <p:cTn id="98" dur="1" fill="hold">
                                          <p:stCondLst>
                                            <p:cond delay="0"/>
                                          </p:stCondLst>
                                        </p:cTn>
                                        <p:tgtEl>
                                          <p:spTgt spid="40"/>
                                        </p:tgtEl>
                                        <p:attrNameLst>
                                          <p:attrName>style.visibility</p:attrName>
                                        </p:attrNameLst>
                                      </p:cBhvr>
                                      <p:to>
                                        <p:strVal val="visible"/>
                                      </p:to>
                                    </p:set>
                                    <p:animEffect transition="in" filter="fade">
                                      <p:cBhvr>
                                        <p:cTn id="99" dur="500"/>
                                        <p:tgtEl>
                                          <p:spTgt spid="40"/>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25"/>
                                        </p:tgtEl>
                                        <p:attrNameLst>
                                          <p:attrName>style.visibility</p:attrName>
                                        </p:attrNameLst>
                                      </p:cBhvr>
                                      <p:to>
                                        <p:strVal val="visible"/>
                                      </p:to>
                                    </p:set>
                                    <p:animEffect transition="in" filter="fade">
                                      <p:cBhvr>
                                        <p:cTn id="102" dur="500"/>
                                        <p:tgtEl>
                                          <p:spTgt spid="25"/>
                                        </p:tgtEl>
                                      </p:cBhvr>
                                    </p:animEffect>
                                  </p:childTnLst>
                                </p:cTn>
                              </p:par>
                            </p:childTnLst>
                          </p:cTn>
                        </p:par>
                        <p:par>
                          <p:cTn id="103" fill="hold">
                            <p:stCondLst>
                              <p:cond delay="9000"/>
                            </p:stCondLst>
                            <p:childTnLst>
                              <p:par>
                                <p:cTn id="104" presetID="26" presetClass="emph" presetSubtype="0" fill="hold" grpId="1" nodeType="afterEffect">
                                  <p:stCondLst>
                                    <p:cond delay="500"/>
                                  </p:stCondLst>
                                  <p:childTnLst>
                                    <p:animEffect transition="out" filter="fade">
                                      <p:cBhvr>
                                        <p:cTn id="105" dur="500" tmFilter="0, 0; .2, .5; .8, .5; 1, 0"/>
                                        <p:tgtEl>
                                          <p:spTgt spid="25"/>
                                        </p:tgtEl>
                                      </p:cBhvr>
                                    </p:animEffect>
                                    <p:animScale>
                                      <p:cBhvr>
                                        <p:cTn id="106" dur="250" autoRev="1" fill="hold"/>
                                        <p:tgtEl>
                                          <p:spTgt spid="25"/>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2" grpId="0" animBg="1"/>
      <p:bldP spid="11" grpId="0" animBg="1"/>
      <p:bldP spid="10" grpId="0" animBg="1"/>
      <p:bldP spid="13" grpId="0" animBg="1"/>
      <p:bldP spid="14" grpId="0" animBg="1"/>
      <p:bldP spid="16" grpId="0"/>
      <p:bldP spid="16" grpId="1"/>
      <p:bldP spid="17" grpId="0"/>
      <p:bldP spid="17" grpId="1"/>
      <p:bldP spid="19" grpId="0"/>
      <p:bldP spid="20" grpId="0"/>
      <p:bldP spid="21" grpId="0"/>
      <p:bldP spid="177" grpId="0"/>
      <p:bldP spid="177" grpId="1"/>
      <p:bldP spid="18" grpId="0"/>
      <p:bldP spid="22" grpId="0"/>
      <p:bldP spid="23" grpId="0"/>
      <p:bldP spid="24" grpId="0"/>
      <p:bldP spid="24" grpId="1"/>
      <p:bldP spid="25" grpId="0"/>
      <p:bldP spid="25" grpId="1"/>
      <p:bldP spid="26" grpId="0"/>
      <p:bldP spid="26" grpId="1"/>
      <p:bldP spid="59"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85FA4F-08C2-6ED0-EB07-A8C4D38A283C}"/>
            </a:ext>
          </a:extLst>
        </p:cNvPr>
        <p:cNvGrpSpPr/>
        <p:nvPr/>
      </p:nvGrpSpPr>
      <p:grpSpPr>
        <a:xfrm>
          <a:off x="0" y="0"/>
          <a:ext cx="0" cy="0"/>
          <a:chOff x="0" y="0"/>
          <a:chExt cx="0" cy="0"/>
        </a:xfrm>
      </p:grpSpPr>
      <p:sp>
        <p:nvSpPr>
          <p:cNvPr id="127" name="Rectangle 126">
            <a:extLst>
              <a:ext uri="{FF2B5EF4-FFF2-40B4-BE49-F238E27FC236}">
                <a16:creationId xmlns:a16="http://schemas.microsoft.com/office/drawing/2014/main" id="{1B528EEC-B671-4CF1-3B7E-FADC3C49C9A9}"/>
              </a:ext>
            </a:extLst>
          </p:cNvPr>
          <p:cNvSpPr/>
          <p:nvPr/>
        </p:nvSpPr>
        <p:spPr>
          <a:xfrm>
            <a:off x="1784971" y="2973275"/>
            <a:ext cx="5044371" cy="514930"/>
          </a:xfrm>
          <a:prstGeom prst="rect">
            <a:avLst/>
          </a:prstGeom>
          <a:solidFill>
            <a:schemeClr val="bg1"/>
          </a:solid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000" dirty="0">
              <a:solidFill>
                <a:schemeClr val="bg1"/>
              </a:solidFill>
            </a:endParaRPr>
          </a:p>
        </p:txBody>
      </p:sp>
      <p:sp>
        <p:nvSpPr>
          <p:cNvPr id="2" name="Title 1">
            <a:extLst>
              <a:ext uri="{FF2B5EF4-FFF2-40B4-BE49-F238E27FC236}">
                <a16:creationId xmlns:a16="http://schemas.microsoft.com/office/drawing/2014/main" id="{5F6887CC-986A-6E96-091A-C87C005EEEBB}"/>
              </a:ext>
            </a:extLst>
          </p:cNvPr>
          <p:cNvSpPr>
            <a:spLocks noGrp="1"/>
          </p:cNvSpPr>
          <p:nvPr>
            <p:ph type="title"/>
          </p:nvPr>
        </p:nvSpPr>
        <p:spPr/>
        <p:txBody>
          <a:bodyPr/>
          <a:lstStyle/>
          <a:p>
            <a:r>
              <a:rPr lang="en-US" dirty="0"/>
              <a:t>Faster File Management Operations with vSAN File Services</a:t>
            </a:r>
          </a:p>
        </p:txBody>
      </p:sp>
      <p:sp>
        <p:nvSpPr>
          <p:cNvPr id="3" name="Subtitle 2">
            <a:extLst>
              <a:ext uri="{FF2B5EF4-FFF2-40B4-BE49-F238E27FC236}">
                <a16:creationId xmlns:a16="http://schemas.microsoft.com/office/drawing/2014/main" id="{EAA88F9E-C70D-158B-6589-F43ED0BE7E7A}"/>
              </a:ext>
            </a:extLst>
          </p:cNvPr>
          <p:cNvSpPr>
            <a:spLocks noGrp="1"/>
          </p:cNvSpPr>
          <p:nvPr>
            <p:ph type="subTitle" idx="10"/>
          </p:nvPr>
        </p:nvSpPr>
        <p:spPr/>
        <p:txBody>
          <a:bodyPr/>
          <a:lstStyle/>
          <a:p>
            <a:r>
              <a:rPr lang="en-US" dirty="0"/>
              <a:t>vSAN File Services Performance Enhancements for SMB and NFS</a:t>
            </a:r>
          </a:p>
        </p:txBody>
      </p:sp>
      <p:sp>
        <p:nvSpPr>
          <p:cNvPr id="4" name="Text Placeholder 3">
            <a:extLst>
              <a:ext uri="{FF2B5EF4-FFF2-40B4-BE49-F238E27FC236}">
                <a16:creationId xmlns:a16="http://schemas.microsoft.com/office/drawing/2014/main" id="{17E469B8-5987-57D7-8316-8C66C3CE9969}"/>
              </a:ext>
            </a:extLst>
          </p:cNvPr>
          <p:cNvSpPr>
            <a:spLocks noGrp="1"/>
          </p:cNvSpPr>
          <p:nvPr>
            <p:ph type="body" sz="quarter" idx="17"/>
          </p:nvPr>
        </p:nvSpPr>
        <p:spPr/>
        <p:txBody>
          <a:bodyPr/>
          <a:lstStyle/>
          <a:p>
            <a:r>
              <a:rPr lang="en-US" b="1" dirty="0"/>
              <a:t>Optimized metadata operations </a:t>
            </a:r>
            <a:r>
              <a:rPr lang="en-US" dirty="0"/>
              <a:t>improve interaction with data including:</a:t>
            </a:r>
          </a:p>
          <a:p>
            <a:pPr lvl="1"/>
            <a:r>
              <a:rPr lang="en-US" dirty="0"/>
              <a:t>Creating/removing large numbers of directories</a:t>
            </a:r>
          </a:p>
          <a:p>
            <a:pPr lvl="1"/>
            <a:r>
              <a:rPr lang="en-US" dirty="0"/>
              <a:t>Performing large directory listings</a:t>
            </a:r>
          </a:p>
          <a:p>
            <a:pPr lvl="1"/>
            <a:r>
              <a:rPr lang="en-US" dirty="0"/>
              <a:t>Opening and closing files</a:t>
            </a:r>
          </a:p>
          <a:p>
            <a:pPr lvl="1"/>
            <a:r>
              <a:rPr lang="en-US" dirty="0"/>
              <a:t>Etc.</a:t>
            </a:r>
          </a:p>
          <a:p>
            <a:r>
              <a:rPr lang="en-US" dirty="0"/>
              <a:t>Up to</a:t>
            </a:r>
            <a:r>
              <a:rPr lang="en-US" b="1" dirty="0"/>
              <a:t> 2x improved </a:t>
            </a:r>
            <a:r>
              <a:rPr lang="en-US" dirty="0"/>
              <a:t>performance for SMB shares</a:t>
            </a:r>
          </a:p>
          <a:p>
            <a:r>
              <a:rPr lang="en-US" dirty="0"/>
              <a:t>Up to </a:t>
            </a:r>
            <a:r>
              <a:rPr lang="en-US" b="1" dirty="0"/>
              <a:t>7x improved </a:t>
            </a:r>
            <a:r>
              <a:rPr lang="en-US" dirty="0"/>
              <a:t>performance for NFS mounted drives</a:t>
            </a:r>
          </a:p>
          <a:p>
            <a:r>
              <a:rPr lang="en-US" dirty="0"/>
              <a:t>No administrator configuration changes needed</a:t>
            </a:r>
          </a:p>
        </p:txBody>
      </p:sp>
      <p:grpSp>
        <p:nvGrpSpPr>
          <p:cNvPr id="13" name="Group 12">
            <a:extLst>
              <a:ext uri="{FF2B5EF4-FFF2-40B4-BE49-F238E27FC236}">
                <a16:creationId xmlns:a16="http://schemas.microsoft.com/office/drawing/2014/main" id="{7E561D32-663E-7F12-F850-DE5AA5E5E2D4}"/>
              </a:ext>
            </a:extLst>
          </p:cNvPr>
          <p:cNvGrpSpPr/>
          <p:nvPr/>
        </p:nvGrpSpPr>
        <p:grpSpPr>
          <a:xfrm>
            <a:off x="1784973" y="4779380"/>
            <a:ext cx="5044376" cy="337184"/>
            <a:chOff x="2481059" y="4339882"/>
            <a:chExt cx="5044376" cy="337184"/>
          </a:xfrm>
        </p:grpSpPr>
        <p:sp>
          <p:nvSpPr>
            <p:cNvPr id="14" name="Freeform 16">
              <a:extLst>
                <a:ext uri="{FF2B5EF4-FFF2-40B4-BE49-F238E27FC236}">
                  <a16:creationId xmlns:a16="http://schemas.microsoft.com/office/drawing/2014/main" id="{361DDE01-3248-11E6-0EB8-D329937855AF}"/>
                </a:ext>
              </a:extLst>
            </p:cNvPr>
            <p:cNvSpPr/>
            <p:nvPr/>
          </p:nvSpPr>
          <p:spPr>
            <a:xfrm>
              <a:off x="5576353" y="4492896"/>
              <a:ext cx="401436" cy="52386"/>
            </a:xfrm>
            <a:custGeom>
              <a:avLst/>
              <a:gdLst/>
              <a:ahLst/>
              <a:cxnLst/>
              <a:rect l="l" t="t" r="r" b="b"/>
              <a:pathLst>
                <a:path w="233809" h="30510">
                  <a:moveTo>
                    <a:pt x="203151" y="0"/>
                  </a:moveTo>
                  <a:lnTo>
                    <a:pt x="233809" y="0"/>
                  </a:lnTo>
                  <a:lnTo>
                    <a:pt x="233809" y="30510"/>
                  </a:lnTo>
                  <a:lnTo>
                    <a:pt x="203151" y="30510"/>
                  </a:lnTo>
                  <a:close/>
                  <a:moveTo>
                    <a:pt x="101650" y="0"/>
                  </a:moveTo>
                  <a:lnTo>
                    <a:pt x="132160" y="0"/>
                  </a:lnTo>
                  <a:lnTo>
                    <a:pt x="132160" y="30510"/>
                  </a:lnTo>
                  <a:lnTo>
                    <a:pt x="101650" y="30510"/>
                  </a:lnTo>
                  <a:close/>
                  <a:moveTo>
                    <a:pt x="0" y="0"/>
                  </a:moveTo>
                  <a:lnTo>
                    <a:pt x="30510" y="0"/>
                  </a:lnTo>
                  <a:lnTo>
                    <a:pt x="30510" y="30510"/>
                  </a:lnTo>
                  <a:lnTo>
                    <a:pt x="0" y="30510"/>
                  </a:lnTo>
                  <a:close/>
                </a:path>
              </a:pathLst>
            </a:cu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99"/>
            </a:p>
          </p:txBody>
        </p:sp>
        <p:grpSp>
          <p:nvGrpSpPr>
            <p:cNvPr id="15" name="Group 14">
              <a:extLst>
                <a:ext uri="{FF2B5EF4-FFF2-40B4-BE49-F238E27FC236}">
                  <a16:creationId xmlns:a16="http://schemas.microsoft.com/office/drawing/2014/main" id="{0C9DABFA-154C-952D-D389-6C2A0C156020}"/>
                </a:ext>
              </a:extLst>
            </p:cNvPr>
            <p:cNvGrpSpPr>
              <a:grpSpLocks noChangeAspect="1"/>
            </p:cNvGrpSpPr>
            <p:nvPr/>
          </p:nvGrpSpPr>
          <p:grpSpPr>
            <a:xfrm>
              <a:off x="6172123" y="4339882"/>
              <a:ext cx="1353312" cy="337184"/>
              <a:chOff x="5060950" y="5251450"/>
              <a:chExt cx="1236133" cy="332317"/>
            </a:xfrm>
          </p:grpSpPr>
          <p:sp>
            <p:nvSpPr>
              <p:cNvPr id="36" name="Line 5">
                <a:extLst>
                  <a:ext uri="{FF2B5EF4-FFF2-40B4-BE49-F238E27FC236}">
                    <a16:creationId xmlns:a16="http://schemas.microsoft.com/office/drawing/2014/main" id="{573B62B2-63EC-D215-1635-ED6EA0C589C1}"/>
                  </a:ext>
                </a:extLst>
              </p:cNvPr>
              <p:cNvSpPr>
                <a:spLocks noChangeShapeType="1"/>
              </p:cNvSpPr>
              <p:nvPr/>
            </p:nvSpPr>
            <p:spPr bwMode="auto">
              <a:xfrm>
                <a:off x="601042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7" name="Line 6">
                <a:extLst>
                  <a:ext uri="{FF2B5EF4-FFF2-40B4-BE49-F238E27FC236}">
                    <a16:creationId xmlns:a16="http://schemas.microsoft.com/office/drawing/2014/main" id="{AE5C8FB2-F384-874D-67FC-7E544E988743}"/>
                  </a:ext>
                </a:extLst>
              </p:cNvPr>
              <p:cNvSpPr>
                <a:spLocks noChangeShapeType="1"/>
              </p:cNvSpPr>
              <p:nvPr/>
            </p:nvSpPr>
            <p:spPr bwMode="auto">
              <a:xfrm>
                <a:off x="609712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8" name="Line 7">
                <a:extLst>
                  <a:ext uri="{FF2B5EF4-FFF2-40B4-BE49-F238E27FC236}">
                    <a16:creationId xmlns:a16="http://schemas.microsoft.com/office/drawing/2014/main" id="{75BFE745-BE43-F063-EA59-ACA7B60411B4}"/>
                  </a:ext>
                </a:extLst>
              </p:cNvPr>
              <p:cNvSpPr>
                <a:spLocks noChangeShapeType="1"/>
              </p:cNvSpPr>
              <p:nvPr/>
            </p:nvSpPr>
            <p:spPr bwMode="auto">
              <a:xfrm>
                <a:off x="618381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0" name="Line 8">
                <a:extLst>
                  <a:ext uri="{FF2B5EF4-FFF2-40B4-BE49-F238E27FC236}">
                    <a16:creationId xmlns:a16="http://schemas.microsoft.com/office/drawing/2014/main" id="{FEF6106B-695D-EF6F-5E69-63FD0DC0E3F0}"/>
                  </a:ext>
                </a:extLst>
              </p:cNvPr>
              <p:cNvSpPr>
                <a:spLocks noChangeShapeType="1"/>
              </p:cNvSpPr>
              <p:nvPr/>
            </p:nvSpPr>
            <p:spPr bwMode="auto">
              <a:xfrm>
                <a:off x="517058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1" name="Line 9">
                <a:extLst>
                  <a:ext uri="{FF2B5EF4-FFF2-40B4-BE49-F238E27FC236}">
                    <a16:creationId xmlns:a16="http://schemas.microsoft.com/office/drawing/2014/main" id="{0B2CF225-6635-90DB-C6D9-811C021EF46F}"/>
                  </a:ext>
                </a:extLst>
              </p:cNvPr>
              <p:cNvSpPr>
                <a:spLocks noChangeShapeType="1"/>
              </p:cNvSpPr>
              <p:nvPr/>
            </p:nvSpPr>
            <p:spPr bwMode="auto">
              <a:xfrm>
                <a:off x="525728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2" name="Line 10">
                <a:extLst>
                  <a:ext uri="{FF2B5EF4-FFF2-40B4-BE49-F238E27FC236}">
                    <a16:creationId xmlns:a16="http://schemas.microsoft.com/office/drawing/2014/main" id="{7BF8FF14-F26B-EA80-097B-812DF838BA4C}"/>
                  </a:ext>
                </a:extLst>
              </p:cNvPr>
              <p:cNvSpPr>
                <a:spLocks noChangeShapeType="1"/>
              </p:cNvSpPr>
              <p:nvPr/>
            </p:nvSpPr>
            <p:spPr bwMode="auto">
              <a:xfrm>
                <a:off x="534668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3" name="Oval 11">
                <a:extLst>
                  <a:ext uri="{FF2B5EF4-FFF2-40B4-BE49-F238E27FC236}">
                    <a16:creationId xmlns:a16="http://schemas.microsoft.com/office/drawing/2014/main" id="{30257A14-9A21-491B-EDD2-111A92506F05}"/>
                  </a:ext>
                </a:extLst>
              </p:cNvPr>
              <p:cNvSpPr>
                <a:spLocks noChangeArrowheads="1"/>
              </p:cNvSpPr>
              <p:nvPr/>
            </p:nvSpPr>
            <p:spPr bwMode="auto">
              <a:xfrm>
                <a:off x="5609471" y="5345848"/>
                <a:ext cx="135458" cy="140877"/>
              </a:xfrm>
              <a:prstGeom prst="ellipse">
                <a:avLst/>
              </a:prstGeom>
              <a:noFill/>
              <a:ln w="2540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4" name="Rectangle 43">
                <a:extLst>
                  <a:ext uri="{FF2B5EF4-FFF2-40B4-BE49-F238E27FC236}">
                    <a16:creationId xmlns:a16="http://schemas.microsoft.com/office/drawing/2014/main" id="{5C49EE6F-2137-2AE6-CDE5-3C8015B52607}"/>
                  </a:ext>
                </a:extLst>
              </p:cNvPr>
              <p:cNvSpPr/>
              <p:nvPr/>
            </p:nvSpPr>
            <p:spPr>
              <a:xfrm>
                <a:off x="5060950" y="5251450"/>
                <a:ext cx="1236133" cy="332317"/>
              </a:xfrm>
              <a:prstGeom prst="rect">
                <a:avLst/>
              </a:prstGeom>
              <a:no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nvGrpSpPr>
            <p:cNvPr id="16" name="Group 15">
              <a:extLst>
                <a:ext uri="{FF2B5EF4-FFF2-40B4-BE49-F238E27FC236}">
                  <a16:creationId xmlns:a16="http://schemas.microsoft.com/office/drawing/2014/main" id="{01CE76CE-0F21-431C-8E27-E482A0654C8D}"/>
                </a:ext>
              </a:extLst>
            </p:cNvPr>
            <p:cNvGrpSpPr>
              <a:grpSpLocks noChangeAspect="1"/>
            </p:cNvGrpSpPr>
            <p:nvPr/>
          </p:nvGrpSpPr>
          <p:grpSpPr>
            <a:xfrm>
              <a:off x="2481059" y="4339882"/>
              <a:ext cx="1353312" cy="337184"/>
              <a:chOff x="5060950" y="5251450"/>
              <a:chExt cx="1236133" cy="332317"/>
            </a:xfrm>
          </p:grpSpPr>
          <p:sp>
            <p:nvSpPr>
              <p:cNvPr id="28" name="Line 5">
                <a:extLst>
                  <a:ext uri="{FF2B5EF4-FFF2-40B4-BE49-F238E27FC236}">
                    <a16:creationId xmlns:a16="http://schemas.microsoft.com/office/drawing/2014/main" id="{43759486-D781-170F-0E8C-D0273C8BA25D}"/>
                  </a:ext>
                </a:extLst>
              </p:cNvPr>
              <p:cNvSpPr>
                <a:spLocks noChangeShapeType="1"/>
              </p:cNvSpPr>
              <p:nvPr/>
            </p:nvSpPr>
            <p:spPr bwMode="auto">
              <a:xfrm>
                <a:off x="601042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9" name="Line 6">
                <a:extLst>
                  <a:ext uri="{FF2B5EF4-FFF2-40B4-BE49-F238E27FC236}">
                    <a16:creationId xmlns:a16="http://schemas.microsoft.com/office/drawing/2014/main" id="{B20D6BC9-7426-06E4-D942-E1A6E1580B04}"/>
                  </a:ext>
                </a:extLst>
              </p:cNvPr>
              <p:cNvSpPr>
                <a:spLocks noChangeShapeType="1"/>
              </p:cNvSpPr>
              <p:nvPr/>
            </p:nvSpPr>
            <p:spPr bwMode="auto">
              <a:xfrm>
                <a:off x="609712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0" name="Line 7">
                <a:extLst>
                  <a:ext uri="{FF2B5EF4-FFF2-40B4-BE49-F238E27FC236}">
                    <a16:creationId xmlns:a16="http://schemas.microsoft.com/office/drawing/2014/main" id="{42B49F7A-7D8A-DF1D-960B-930D9E90D2DE}"/>
                  </a:ext>
                </a:extLst>
              </p:cNvPr>
              <p:cNvSpPr>
                <a:spLocks noChangeShapeType="1"/>
              </p:cNvSpPr>
              <p:nvPr/>
            </p:nvSpPr>
            <p:spPr bwMode="auto">
              <a:xfrm>
                <a:off x="618381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1" name="Line 8">
                <a:extLst>
                  <a:ext uri="{FF2B5EF4-FFF2-40B4-BE49-F238E27FC236}">
                    <a16:creationId xmlns:a16="http://schemas.microsoft.com/office/drawing/2014/main" id="{1C8FAB2D-A0F9-700E-E9E7-144B06665D39}"/>
                  </a:ext>
                </a:extLst>
              </p:cNvPr>
              <p:cNvSpPr>
                <a:spLocks noChangeShapeType="1"/>
              </p:cNvSpPr>
              <p:nvPr/>
            </p:nvSpPr>
            <p:spPr bwMode="auto">
              <a:xfrm>
                <a:off x="517058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2" name="Line 9">
                <a:extLst>
                  <a:ext uri="{FF2B5EF4-FFF2-40B4-BE49-F238E27FC236}">
                    <a16:creationId xmlns:a16="http://schemas.microsoft.com/office/drawing/2014/main" id="{E89DE735-3F3C-606E-FA1A-A3317A978C47}"/>
                  </a:ext>
                </a:extLst>
              </p:cNvPr>
              <p:cNvSpPr>
                <a:spLocks noChangeShapeType="1"/>
              </p:cNvSpPr>
              <p:nvPr/>
            </p:nvSpPr>
            <p:spPr bwMode="auto">
              <a:xfrm>
                <a:off x="525728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3" name="Line 10">
                <a:extLst>
                  <a:ext uri="{FF2B5EF4-FFF2-40B4-BE49-F238E27FC236}">
                    <a16:creationId xmlns:a16="http://schemas.microsoft.com/office/drawing/2014/main" id="{FD9925B1-8115-4DDB-7E5A-DAF03CEC3306}"/>
                  </a:ext>
                </a:extLst>
              </p:cNvPr>
              <p:cNvSpPr>
                <a:spLocks noChangeShapeType="1"/>
              </p:cNvSpPr>
              <p:nvPr/>
            </p:nvSpPr>
            <p:spPr bwMode="auto">
              <a:xfrm>
                <a:off x="534668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4" name="Oval 11">
                <a:extLst>
                  <a:ext uri="{FF2B5EF4-FFF2-40B4-BE49-F238E27FC236}">
                    <a16:creationId xmlns:a16="http://schemas.microsoft.com/office/drawing/2014/main" id="{7E27711A-E1B2-AF36-67C9-71EF4DEB81AD}"/>
                  </a:ext>
                </a:extLst>
              </p:cNvPr>
              <p:cNvSpPr>
                <a:spLocks noChangeArrowheads="1"/>
              </p:cNvSpPr>
              <p:nvPr/>
            </p:nvSpPr>
            <p:spPr bwMode="auto">
              <a:xfrm>
                <a:off x="5609471" y="5345848"/>
                <a:ext cx="135458" cy="140877"/>
              </a:xfrm>
              <a:prstGeom prst="ellipse">
                <a:avLst/>
              </a:prstGeom>
              <a:noFill/>
              <a:ln w="2540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5" name="Rectangle 34">
                <a:extLst>
                  <a:ext uri="{FF2B5EF4-FFF2-40B4-BE49-F238E27FC236}">
                    <a16:creationId xmlns:a16="http://schemas.microsoft.com/office/drawing/2014/main" id="{72A4831B-F3E2-1E6E-2C09-394952151C6D}"/>
                  </a:ext>
                </a:extLst>
              </p:cNvPr>
              <p:cNvSpPr/>
              <p:nvPr/>
            </p:nvSpPr>
            <p:spPr>
              <a:xfrm>
                <a:off x="5060950" y="5251450"/>
                <a:ext cx="1236133" cy="332317"/>
              </a:xfrm>
              <a:prstGeom prst="rect">
                <a:avLst/>
              </a:prstGeom>
              <a:no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nvGrpSpPr>
            <p:cNvPr id="17" name="Group 16">
              <a:extLst>
                <a:ext uri="{FF2B5EF4-FFF2-40B4-BE49-F238E27FC236}">
                  <a16:creationId xmlns:a16="http://schemas.microsoft.com/office/drawing/2014/main" id="{16DCC3BC-85ED-681F-B47E-9B24C5E5C08A}"/>
                </a:ext>
              </a:extLst>
            </p:cNvPr>
            <p:cNvGrpSpPr>
              <a:grpSpLocks noChangeAspect="1"/>
            </p:cNvGrpSpPr>
            <p:nvPr/>
          </p:nvGrpSpPr>
          <p:grpSpPr>
            <a:xfrm>
              <a:off x="4028706" y="4339882"/>
              <a:ext cx="1353312" cy="337184"/>
              <a:chOff x="5060950" y="5251450"/>
              <a:chExt cx="1236133" cy="332317"/>
            </a:xfrm>
          </p:grpSpPr>
          <p:sp>
            <p:nvSpPr>
              <p:cNvPr id="18" name="Line 5">
                <a:extLst>
                  <a:ext uri="{FF2B5EF4-FFF2-40B4-BE49-F238E27FC236}">
                    <a16:creationId xmlns:a16="http://schemas.microsoft.com/office/drawing/2014/main" id="{D64D9079-6AA6-41D1-EB7C-05B16CE23106}"/>
                  </a:ext>
                </a:extLst>
              </p:cNvPr>
              <p:cNvSpPr>
                <a:spLocks noChangeShapeType="1"/>
              </p:cNvSpPr>
              <p:nvPr/>
            </p:nvSpPr>
            <p:spPr bwMode="auto">
              <a:xfrm>
                <a:off x="601042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0" name="Line 6">
                <a:extLst>
                  <a:ext uri="{FF2B5EF4-FFF2-40B4-BE49-F238E27FC236}">
                    <a16:creationId xmlns:a16="http://schemas.microsoft.com/office/drawing/2014/main" id="{B3B9EAE7-62DB-58FC-6D57-87423CB67543}"/>
                  </a:ext>
                </a:extLst>
              </p:cNvPr>
              <p:cNvSpPr>
                <a:spLocks noChangeShapeType="1"/>
              </p:cNvSpPr>
              <p:nvPr/>
            </p:nvSpPr>
            <p:spPr bwMode="auto">
              <a:xfrm>
                <a:off x="609712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1" name="Line 7">
                <a:extLst>
                  <a:ext uri="{FF2B5EF4-FFF2-40B4-BE49-F238E27FC236}">
                    <a16:creationId xmlns:a16="http://schemas.microsoft.com/office/drawing/2014/main" id="{1E9A774E-E7CD-EA5F-C56E-B531B93A4476}"/>
                  </a:ext>
                </a:extLst>
              </p:cNvPr>
              <p:cNvSpPr>
                <a:spLocks noChangeShapeType="1"/>
              </p:cNvSpPr>
              <p:nvPr/>
            </p:nvSpPr>
            <p:spPr bwMode="auto">
              <a:xfrm>
                <a:off x="618381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2" name="Line 8">
                <a:extLst>
                  <a:ext uri="{FF2B5EF4-FFF2-40B4-BE49-F238E27FC236}">
                    <a16:creationId xmlns:a16="http://schemas.microsoft.com/office/drawing/2014/main" id="{85DD8AAF-749C-FF12-9C9C-1CCCF82429A9}"/>
                  </a:ext>
                </a:extLst>
              </p:cNvPr>
              <p:cNvSpPr>
                <a:spLocks noChangeShapeType="1"/>
              </p:cNvSpPr>
              <p:nvPr/>
            </p:nvSpPr>
            <p:spPr bwMode="auto">
              <a:xfrm>
                <a:off x="517058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3" name="Line 9">
                <a:extLst>
                  <a:ext uri="{FF2B5EF4-FFF2-40B4-BE49-F238E27FC236}">
                    <a16:creationId xmlns:a16="http://schemas.microsoft.com/office/drawing/2014/main" id="{9459D12D-6AA6-6316-53F3-983AFC76D0E1}"/>
                  </a:ext>
                </a:extLst>
              </p:cNvPr>
              <p:cNvSpPr>
                <a:spLocks noChangeShapeType="1"/>
              </p:cNvSpPr>
              <p:nvPr/>
            </p:nvSpPr>
            <p:spPr bwMode="auto">
              <a:xfrm>
                <a:off x="525728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5" name="Line 10">
                <a:extLst>
                  <a:ext uri="{FF2B5EF4-FFF2-40B4-BE49-F238E27FC236}">
                    <a16:creationId xmlns:a16="http://schemas.microsoft.com/office/drawing/2014/main" id="{B04A2EAE-FA09-A423-0ED3-67C63AE82EE6}"/>
                  </a:ext>
                </a:extLst>
              </p:cNvPr>
              <p:cNvSpPr>
                <a:spLocks noChangeShapeType="1"/>
              </p:cNvSpPr>
              <p:nvPr/>
            </p:nvSpPr>
            <p:spPr bwMode="auto">
              <a:xfrm>
                <a:off x="534668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6" name="Oval 11">
                <a:extLst>
                  <a:ext uri="{FF2B5EF4-FFF2-40B4-BE49-F238E27FC236}">
                    <a16:creationId xmlns:a16="http://schemas.microsoft.com/office/drawing/2014/main" id="{155E315B-B849-793F-752F-3A4C780258EE}"/>
                  </a:ext>
                </a:extLst>
              </p:cNvPr>
              <p:cNvSpPr>
                <a:spLocks noChangeArrowheads="1"/>
              </p:cNvSpPr>
              <p:nvPr/>
            </p:nvSpPr>
            <p:spPr bwMode="auto">
              <a:xfrm>
                <a:off x="5609471" y="5345848"/>
                <a:ext cx="135458" cy="140877"/>
              </a:xfrm>
              <a:prstGeom prst="ellipse">
                <a:avLst/>
              </a:prstGeom>
              <a:noFill/>
              <a:ln w="2540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7" name="Rectangle 26">
                <a:extLst>
                  <a:ext uri="{FF2B5EF4-FFF2-40B4-BE49-F238E27FC236}">
                    <a16:creationId xmlns:a16="http://schemas.microsoft.com/office/drawing/2014/main" id="{91C31914-39F7-7DBE-57EA-920AA7E276F6}"/>
                  </a:ext>
                </a:extLst>
              </p:cNvPr>
              <p:cNvSpPr/>
              <p:nvPr/>
            </p:nvSpPr>
            <p:spPr>
              <a:xfrm>
                <a:off x="5060950" y="5251450"/>
                <a:ext cx="1236133" cy="332317"/>
              </a:xfrm>
              <a:prstGeom prst="rect">
                <a:avLst/>
              </a:prstGeom>
              <a:no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grpSp>
        <p:nvGrpSpPr>
          <p:cNvPr id="45" name="Group 44">
            <a:extLst>
              <a:ext uri="{FF2B5EF4-FFF2-40B4-BE49-F238E27FC236}">
                <a16:creationId xmlns:a16="http://schemas.microsoft.com/office/drawing/2014/main" id="{40AB6545-69CB-B1A0-034B-708145FCBE29}"/>
              </a:ext>
            </a:extLst>
          </p:cNvPr>
          <p:cNvGrpSpPr/>
          <p:nvPr/>
        </p:nvGrpSpPr>
        <p:grpSpPr>
          <a:xfrm>
            <a:off x="1784974" y="5192527"/>
            <a:ext cx="5047487" cy="979673"/>
            <a:chOff x="1660323" y="4355282"/>
            <a:chExt cx="5047487" cy="979673"/>
          </a:xfrm>
        </p:grpSpPr>
        <p:sp>
          <p:nvSpPr>
            <p:cNvPr id="46" name="Rounded Rectangle 205">
              <a:extLst>
                <a:ext uri="{FF2B5EF4-FFF2-40B4-BE49-F238E27FC236}">
                  <a16:creationId xmlns:a16="http://schemas.microsoft.com/office/drawing/2014/main" id="{1DFFCA3C-A497-234E-0FC7-06E0DB8F6F5A}"/>
                </a:ext>
              </a:extLst>
            </p:cNvPr>
            <p:cNvSpPr/>
            <p:nvPr/>
          </p:nvSpPr>
          <p:spPr>
            <a:xfrm>
              <a:off x="1660323" y="4355282"/>
              <a:ext cx="5047487" cy="979673"/>
            </a:xfrm>
            <a:prstGeom prst="rect">
              <a:avLst/>
            </a:prstGeom>
            <a:solidFill>
              <a:schemeClr val="accent2"/>
            </a:solidFill>
            <a:ln w="6350">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60325" algn="ctr">
                <a:spcAft>
                  <a:spcPts val="800"/>
                </a:spcAft>
              </a:pPr>
              <a:endParaRPr lang="en-US" sz="1200" dirty="0">
                <a:solidFill>
                  <a:schemeClr val="bg1"/>
                </a:solidFill>
              </a:endParaRPr>
            </a:p>
          </p:txBody>
        </p:sp>
        <p:grpSp>
          <p:nvGrpSpPr>
            <p:cNvPr id="47" name="Group 46">
              <a:extLst>
                <a:ext uri="{FF2B5EF4-FFF2-40B4-BE49-F238E27FC236}">
                  <a16:creationId xmlns:a16="http://schemas.microsoft.com/office/drawing/2014/main" id="{F348D703-F9B4-635B-C1DB-E354E81E6FE9}"/>
                </a:ext>
              </a:extLst>
            </p:cNvPr>
            <p:cNvGrpSpPr/>
            <p:nvPr/>
          </p:nvGrpSpPr>
          <p:grpSpPr>
            <a:xfrm>
              <a:off x="1860694" y="4586130"/>
              <a:ext cx="952569" cy="283683"/>
              <a:chOff x="-4527765" y="4471602"/>
              <a:chExt cx="864299" cy="257395"/>
            </a:xfrm>
          </p:grpSpPr>
          <p:pic>
            <p:nvPicPr>
              <p:cNvPr id="56" name="Graphic 55">
                <a:extLst>
                  <a:ext uri="{FF2B5EF4-FFF2-40B4-BE49-F238E27FC236}">
                    <a16:creationId xmlns:a16="http://schemas.microsoft.com/office/drawing/2014/main" id="{F47FB43C-ECFA-D7A8-2166-BAB2712C741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527765" y="4471602"/>
                <a:ext cx="350734" cy="257395"/>
              </a:xfrm>
              <a:prstGeom prst="rect">
                <a:avLst/>
              </a:prstGeom>
            </p:spPr>
          </p:pic>
          <p:pic>
            <p:nvPicPr>
              <p:cNvPr id="57" name="Graphic 56">
                <a:extLst>
                  <a:ext uri="{FF2B5EF4-FFF2-40B4-BE49-F238E27FC236}">
                    <a16:creationId xmlns:a16="http://schemas.microsoft.com/office/drawing/2014/main" id="{1AA755D7-EACC-C378-10A2-4565117604D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014200" y="4471602"/>
                <a:ext cx="350734" cy="257395"/>
              </a:xfrm>
              <a:prstGeom prst="rect">
                <a:avLst/>
              </a:prstGeom>
            </p:spPr>
          </p:pic>
        </p:grpSp>
        <p:sp>
          <p:nvSpPr>
            <p:cNvPr id="48" name="Rectangle 47">
              <a:extLst>
                <a:ext uri="{FF2B5EF4-FFF2-40B4-BE49-F238E27FC236}">
                  <a16:creationId xmlns:a16="http://schemas.microsoft.com/office/drawing/2014/main" id="{7AAEE84A-FABB-6C70-1DCE-BFE06B1623F2}"/>
                </a:ext>
              </a:extLst>
            </p:cNvPr>
            <p:cNvSpPr/>
            <p:nvPr/>
          </p:nvSpPr>
          <p:spPr>
            <a:xfrm>
              <a:off x="3304448" y="5079328"/>
              <a:ext cx="1759236" cy="193899"/>
            </a:xfrm>
            <a:prstGeom prst="rect">
              <a:avLst/>
            </a:prstGeom>
            <a:noFill/>
          </p:spPr>
          <p:txBody>
            <a:bodyPr wrap="square" lIns="0" tIns="0" rIns="0" bIns="0">
              <a:spAutoFit/>
            </a:bodyPr>
            <a:lstStyle/>
            <a:p>
              <a:pPr lvl="0" algn="ctr">
                <a:lnSpc>
                  <a:spcPct val="90000"/>
                </a:lnSpc>
                <a:defRPr/>
              </a:pPr>
              <a:r>
                <a:rPr lang="en-US" sz="1400" kern="0" dirty="0">
                  <a:solidFill>
                    <a:schemeClr val="bg1"/>
                  </a:solidFill>
                </a:rPr>
                <a:t>vSAN Datastore</a:t>
              </a:r>
            </a:p>
          </p:txBody>
        </p:sp>
        <p:sp>
          <p:nvSpPr>
            <p:cNvPr id="49" name="Freeform 16">
              <a:extLst>
                <a:ext uri="{FF2B5EF4-FFF2-40B4-BE49-F238E27FC236}">
                  <a16:creationId xmlns:a16="http://schemas.microsoft.com/office/drawing/2014/main" id="{C14EEF9D-F9CA-9F4F-3B1B-0CDF53703B71}"/>
                </a:ext>
              </a:extLst>
            </p:cNvPr>
            <p:cNvSpPr/>
            <p:nvPr/>
          </p:nvSpPr>
          <p:spPr>
            <a:xfrm>
              <a:off x="4755616" y="4685814"/>
              <a:ext cx="401436" cy="52386"/>
            </a:xfrm>
            <a:custGeom>
              <a:avLst/>
              <a:gdLst/>
              <a:ahLst/>
              <a:cxnLst/>
              <a:rect l="l" t="t" r="r" b="b"/>
              <a:pathLst>
                <a:path w="233809" h="30510">
                  <a:moveTo>
                    <a:pt x="203151" y="0"/>
                  </a:moveTo>
                  <a:lnTo>
                    <a:pt x="233809" y="0"/>
                  </a:lnTo>
                  <a:lnTo>
                    <a:pt x="233809" y="30510"/>
                  </a:lnTo>
                  <a:lnTo>
                    <a:pt x="203151" y="30510"/>
                  </a:lnTo>
                  <a:close/>
                  <a:moveTo>
                    <a:pt x="101650" y="0"/>
                  </a:moveTo>
                  <a:lnTo>
                    <a:pt x="132160" y="0"/>
                  </a:lnTo>
                  <a:lnTo>
                    <a:pt x="132160" y="30510"/>
                  </a:lnTo>
                  <a:lnTo>
                    <a:pt x="101650" y="30510"/>
                  </a:lnTo>
                  <a:close/>
                  <a:moveTo>
                    <a:pt x="0" y="0"/>
                  </a:moveTo>
                  <a:lnTo>
                    <a:pt x="30510" y="0"/>
                  </a:lnTo>
                  <a:lnTo>
                    <a:pt x="30510" y="30510"/>
                  </a:lnTo>
                  <a:lnTo>
                    <a:pt x="0" y="30510"/>
                  </a:ln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99" dirty="0"/>
            </a:p>
          </p:txBody>
        </p:sp>
        <p:grpSp>
          <p:nvGrpSpPr>
            <p:cNvPr id="50" name="Group 49">
              <a:extLst>
                <a:ext uri="{FF2B5EF4-FFF2-40B4-BE49-F238E27FC236}">
                  <a16:creationId xmlns:a16="http://schemas.microsoft.com/office/drawing/2014/main" id="{8DC2E37E-3760-BB95-B5BD-4C050A294407}"/>
                </a:ext>
              </a:extLst>
            </p:cNvPr>
            <p:cNvGrpSpPr/>
            <p:nvPr/>
          </p:nvGrpSpPr>
          <p:grpSpPr>
            <a:xfrm>
              <a:off x="3408341" y="4586130"/>
              <a:ext cx="952569" cy="283683"/>
              <a:chOff x="-4527765" y="4471602"/>
              <a:chExt cx="864299" cy="257395"/>
            </a:xfrm>
          </p:grpSpPr>
          <p:pic>
            <p:nvPicPr>
              <p:cNvPr id="54" name="Graphic 53">
                <a:extLst>
                  <a:ext uri="{FF2B5EF4-FFF2-40B4-BE49-F238E27FC236}">
                    <a16:creationId xmlns:a16="http://schemas.microsoft.com/office/drawing/2014/main" id="{6003A70E-D000-330A-B41C-631956CBA38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527765" y="4471602"/>
                <a:ext cx="350734" cy="257395"/>
              </a:xfrm>
              <a:prstGeom prst="rect">
                <a:avLst/>
              </a:prstGeom>
            </p:spPr>
          </p:pic>
          <p:pic>
            <p:nvPicPr>
              <p:cNvPr id="55" name="Graphic 54">
                <a:extLst>
                  <a:ext uri="{FF2B5EF4-FFF2-40B4-BE49-F238E27FC236}">
                    <a16:creationId xmlns:a16="http://schemas.microsoft.com/office/drawing/2014/main" id="{2D802809-D77A-7837-A9D6-87D750677E2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014200" y="4471602"/>
                <a:ext cx="350734" cy="257395"/>
              </a:xfrm>
              <a:prstGeom prst="rect">
                <a:avLst/>
              </a:prstGeom>
            </p:spPr>
          </p:pic>
        </p:grpSp>
        <p:grpSp>
          <p:nvGrpSpPr>
            <p:cNvPr id="51" name="Group 50">
              <a:extLst>
                <a:ext uri="{FF2B5EF4-FFF2-40B4-BE49-F238E27FC236}">
                  <a16:creationId xmlns:a16="http://schemas.microsoft.com/office/drawing/2014/main" id="{10EFC14B-C739-D6BF-1C30-33EBF3147059}"/>
                </a:ext>
              </a:extLst>
            </p:cNvPr>
            <p:cNvGrpSpPr/>
            <p:nvPr/>
          </p:nvGrpSpPr>
          <p:grpSpPr>
            <a:xfrm>
              <a:off x="5551758" y="4586130"/>
              <a:ext cx="952569" cy="283683"/>
              <a:chOff x="-4527765" y="4471602"/>
              <a:chExt cx="864299" cy="257395"/>
            </a:xfrm>
          </p:grpSpPr>
          <p:pic>
            <p:nvPicPr>
              <p:cNvPr id="52" name="Graphic 51">
                <a:extLst>
                  <a:ext uri="{FF2B5EF4-FFF2-40B4-BE49-F238E27FC236}">
                    <a16:creationId xmlns:a16="http://schemas.microsoft.com/office/drawing/2014/main" id="{B3FEA54E-7DA8-2D6A-C593-A6D9B68A80F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527765" y="4471602"/>
                <a:ext cx="350734" cy="257395"/>
              </a:xfrm>
              <a:prstGeom prst="rect">
                <a:avLst/>
              </a:prstGeom>
            </p:spPr>
          </p:pic>
          <p:pic>
            <p:nvPicPr>
              <p:cNvPr id="53" name="Graphic 52">
                <a:extLst>
                  <a:ext uri="{FF2B5EF4-FFF2-40B4-BE49-F238E27FC236}">
                    <a16:creationId xmlns:a16="http://schemas.microsoft.com/office/drawing/2014/main" id="{5F0D2C29-8B87-5AF9-B8A9-6D338030C89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014200" y="4471602"/>
                <a:ext cx="350734" cy="257395"/>
              </a:xfrm>
              <a:prstGeom prst="rect">
                <a:avLst/>
              </a:prstGeom>
            </p:spPr>
          </p:pic>
        </p:grpSp>
      </p:grpSp>
      <p:sp>
        <p:nvSpPr>
          <p:cNvPr id="66" name="Rectangle 65">
            <a:extLst>
              <a:ext uri="{FF2B5EF4-FFF2-40B4-BE49-F238E27FC236}">
                <a16:creationId xmlns:a16="http://schemas.microsoft.com/office/drawing/2014/main" id="{8FCC78EC-3DF1-2396-AA5A-BD3F7486F649}"/>
              </a:ext>
            </a:extLst>
          </p:cNvPr>
          <p:cNvSpPr/>
          <p:nvPr/>
        </p:nvSpPr>
        <p:spPr>
          <a:xfrm>
            <a:off x="3332620" y="3568730"/>
            <a:ext cx="1353310" cy="692310"/>
          </a:xfrm>
          <a:prstGeom prst="rect">
            <a:avLst/>
          </a:prstGeom>
          <a:no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67" name="Rectangle 66">
            <a:extLst>
              <a:ext uri="{FF2B5EF4-FFF2-40B4-BE49-F238E27FC236}">
                <a16:creationId xmlns:a16="http://schemas.microsoft.com/office/drawing/2014/main" id="{0D28402C-F697-131A-CB0C-FB1ED42D5940}"/>
              </a:ext>
            </a:extLst>
          </p:cNvPr>
          <p:cNvSpPr/>
          <p:nvPr/>
        </p:nvSpPr>
        <p:spPr>
          <a:xfrm>
            <a:off x="3388207" y="3536729"/>
            <a:ext cx="1242136" cy="246221"/>
          </a:xfrm>
          <a:prstGeom prst="rect">
            <a:avLst/>
          </a:prstGeom>
        </p:spPr>
        <p:txBody>
          <a:bodyPr wrap="square">
            <a:spAutoFit/>
          </a:bodyPr>
          <a:lstStyle/>
          <a:p>
            <a:pPr algn="ctr">
              <a:spcAft>
                <a:spcPts val="600"/>
              </a:spcAft>
            </a:pPr>
            <a:r>
              <a:rPr lang="en-US" sz="1000" dirty="0">
                <a:solidFill>
                  <a:schemeClr val="accent3"/>
                </a:solidFill>
              </a:rPr>
              <a:t>Protocol services</a:t>
            </a:r>
          </a:p>
        </p:txBody>
      </p:sp>
      <p:sp>
        <p:nvSpPr>
          <p:cNvPr id="68" name="Rectangle 67">
            <a:extLst>
              <a:ext uri="{FF2B5EF4-FFF2-40B4-BE49-F238E27FC236}">
                <a16:creationId xmlns:a16="http://schemas.microsoft.com/office/drawing/2014/main" id="{282E569F-34CB-6B5F-0FE7-59141AC725ED}"/>
              </a:ext>
            </a:extLst>
          </p:cNvPr>
          <p:cNvSpPr/>
          <p:nvPr/>
        </p:nvSpPr>
        <p:spPr>
          <a:xfrm>
            <a:off x="5476039" y="3568730"/>
            <a:ext cx="1353310" cy="696987"/>
          </a:xfrm>
          <a:prstGeom prst="rect">
            <a:avLst/>
          </a:prstGeom>
          <a:no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69" name="Rectangle 68">
            <a:extLst>
              <a:ext uri="{FF2B5EF4-FFF2-40B4-BE49-F238E27FC236}">
                <a16:creationId xmlns:a16="http://schemas.microsoft.com/office/drawing/2014/main" id="{88AB495E-B510-B6B4-CFD7-A540820F7D33}"/>
              </a:ext>
            </a:extLst>
          </p:cNvPr>
          <p:cNvSpPr/>
          <p:nvPr/>
        </p:nvSpPr>
        <p:spPr>
          <a:xfrm>
            <a:off x="5531626" y="3536729"/>
            <a:ext cx="1242136" cy="246221"/>
          </a:xfrm>
          <a:prstGeom prst="rect">
            <a:avLst/>
          </a:prstGeom>
        </p:spPr>
        <p:txBody>
          <a:bodyPr wrap="square">
            <a:spAutoFit/>
          </a:bodyPr>
          <a:lstStyle/>
          <a:p>
            <a:pPr algn="ctr">
              <a:spcAft>
                <a:spcPts val="600"/>
              </a:spcAft>
            </a:pPr>
            <a:r>
              <a:rPr lang="en-US" sz="1000" dirty="0">
                <a:solidFill>
                  <a:schemeClr val="accent3"/>
                </a:solidFill>
              </a:rPr>
              <a:t>Protocol services</a:t>
            </a:r>
          </a:p>
        </p:txBody>
      </p:sp>
      <p:sp>
        <p:nvSpPr>
          <p:cNvPr id="70" name="Rectangle 69">
            <a:extLst>
              <a:ext uri="{FF2B5EF4-FFF2-40B4-BE49-F238E27FC236}">
                <a16:creationId xmlns:a16="http://schemas.microsoft.com/office/drawing/2014/main" id="{B929D2F2-5B94-C643-9B84-8B09FEFC49E6}"/>
              </a:ext>
            </a:extLst>
          </p:cNvPr>
          <p:cNvSpPr/>
          <p:nvPr/>
        </p:nvSpPr>
        <p:spPr>
          <a:xfrm>
            <a:off x="1784971" y="3568730"/>
            <a:ext cx="1353310" cy="692310"/>
          </a:xfrm>
          <a:prstGeom prst="rect">
            <a:avLst/>
          </a:prstGeom>
          <a:no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71" name="Rectangle 70">
            <a:extLst>
              <a:ext uri="{FF2B5EF4-FFF2-40B4-BE49-F238E27FC236}">
                <a16:creationId xmlns:a16="http://schemas.microsoft.com/office/drawing/2014/main" id="{B3C55691-00BD-7B62-CE89-4CEFE07E522B}"/>
              </a:ext>
            </a:extLst>
          </p:cNvPr>
          <p:cNvSpPr/>
          <p:nvPr/>
        </p:nvSpPr>
        <p:spPr>
          <a:xfrm>
            <a:off x="1840558" y="3536729"/>
            <a:ext cx="1242136" cy="246221"/>
          </a:xfrm>
          <a:prstGeom prst="rect">
            <a:avLst/>
          </a:prstGeom>
        </p:spPr>
        <p:txBody>
          <a:bodyPr wrap="square">
            <a:spAutoFit/>
          </a:bodyPr>
          <a:lstStyle/>
          <a:p>
            <a:pPr algn="ctr">
              <a:spcAft>
                <a:spcPts val="600"/>
              </a:spcAft>
            </a:pPr>
            <a:r>
              <a:rPr lang="en-US" sz="1000" dirty="0">
                <a:solidFill>
                  <a:schemeClr val="accent3"/>
                </a:solidFill>
              </a:rPr>
              <a:t>Protocol services</a:t>
            </a:r>
          </a:p>
        </p:txBody>
      </p:sp>
      <p:sp>
        <p:nvSpPr>
          <p:cNvPr id="109" name="Rectangle 108">
            <a:extLst>
              <a:ext uri="{FF2B5EF4-FFF2-40B4-BE49-F238E27FC236}">
                <a16:creationId xmlns:a16="http://schemas.microsoft.com/office/drawing/2014/main" id="{BDFA568E-E8F6-0136-2445-EF82B50EF41A}"/>
              </a:ext>
            </a:extLst>
          </p:cNvPr>
          <p:cNvSpPr/>
          <p:nvPr/>
        </p:nvSpPr>
        <p:spPr>
          <a:xfrm>
            <a:off x="3443793" y="3790304"/>
            <a:ext cx="1130965" cy="171229"/>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US" sz="1000" dirty="0">
                <a:solidFill>
                  <a:schemeClr val="bg1"/>
                </a:solidFill>
              </a:rPr>
              <a:t>NFS &amp; SMB</a:t>
            </a:r>
          </a:p>
        </p:txBody>
      </p:sp>
      <p:sp>
        <p:nvSpPr>
          <p:cNvPr id="93" name="Rectangle 92">
            <a:extLst>
              <a:ext uri="{FF2B5EF4-FFF2-40B4-BE49-F238E27FC236}">
                <a16:creationId xmlns:a16="http://schemas.microsoft.com/office/drawing/2014/main" id="{78F77A0D-B1EC-0297-1E9A-BC69CD44F70A}"/>
              </a:ext>
            </a:extLst>
          </p:cNvPr>
          <p:cNvSpPr/>
          <p:nvPr/>
        </p:nvSpPr>
        <p:spPr>
          <a:xfrm>
            <a:off x="5587212" y="3790304"/>
            <a:ext cx="1130965" cy="171229"/>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US" sz="1000" dirty="0">
                <a:solidFill>
                  <a:schemeClr val="bg1"/>
                </a:solidFill>
              </a:rPr>
              <a:t>NFS &amp; SMB</a:t>
            </a:r>
          </a:p>
        </p:txBody>
      </p:sp>
      <p:sp>
        <p:nvSpPr>
          <p:cNvPr id="77" name="Rectangle 76">
            <a:extLst>
              <a:ext uri="{FF2B5EF4-FFF2-40B4-BE49-F238E27FC236}">
                <a16:creationId xmlns:a16="http://schemas.microsoft.com/office/drawing/2014/main" id="{F3BF9B25-4C47-DFEA-5F49-2BC149E45BCC}"/>
              </a:ext>
            </a:extLst>
          </p:cNvPr>
          <p:cNvSpPr/>
          <p:nvPr/>
        </p:nvSpPr>
        <p:spPr>
          <a:xfrm>
            <a:off x="1896144" y="3790304"/>
            <a:ext cx="1130965" cy="171229"/>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US" sz="1000" dirty="0">
                <a:solidFill>
                  <a:schemeClr val="bg1"/>
                </a:solidFill>
              </a:rPr>
              <a:t>NFS &amp; SMB</a:t>
            </a:r>
          </a:p>
        </p:txBody>
      </p:sp>
      <p:cxnSp>
        <p:nvCxnSpPr>
          <p:cNvPr id="124" name="Straight Connector 123">
            <a:extLst>
              <a:ext uri="{FF2B5EF4-FFF2-40B4-BE49-F238E27FC236}">
                <a16:creationId xmlns:a16="http://schemas.microsoft.com/office/drawing/2014/main" id="{421A9C2D-8B68-293F-D40A-3EC99FF0FAEA}"/>
              </a:ext>
            </a:extLst>
          </p:cNvPr>
          <p:cNvCxnSpPr>
            <a:cxnSpLocks/>
          </p:cNvCxnSpPr>
          <p:nvPr/>
        </p:nvCxnSpPr>
        <p:spPr bwMode="gray">
          <a:xfrm flipV="1">
            <a:off x="1680055" y="2971501"/>
            <a:ext cx="0" cy="1738259"/>
          </a:xfrm>
          <a:prstGeom prst="line">
            <a:avLst/>
          </a:prstGeom>
          <a:ln w="19050">
            <a:solidFill>
              <a:schemeClr val="accent3"/>
            </a:solidFill>
            <a:prstDash val="sysDot"/>
            <a:miter lim="800000"/>
            <a:tailEnd type="none"/>
          </a:ln>
        </p:spPr>
        <p:style>
          <a:lnRef idx="1">
            <a:schemeClr val="accent1"/>
          </a:lnRef>
          <a:fillRef idx="0">
            <a:schemeClr val="accent1"/>
          </a:fillRef>
          <a:effectRef idx="0">
            <a:schemeClr val="accent1"/>
          </a:effectRef>
          <a:fontRef idx="minor">
            <a:schemeClr val="tx1"/>
          </a:fontRef>
        </p:style>
      </p:cxnSp>
      <p:sp>
        <p:nvSpPr>
          <p:cNvPr id="125" name="TextBox 124">
            <a:extLst>
              <a:ext uri="{FF2B5EF4-FFF2-40B4-BE49-F238E27FC236}">
                <a16:creationId xmlns:a16="http://schemas.microsoft.com/office/drawing/2014/main" id="{08849B95-1504-7605-2D5F-63D6B3C18EC5}"/>
              </a:ext>
            </a:extLst>
          </p:cNvPr>
          <p:cNvSpPr txBox="1"/>
          <p:nvPr/>
        </p:nvSpPr>
        <p:spPr>
          <a:xfrm rot="16200000">
            <a:off x="709404" y="3732908"/>
            <a:ext cx="1655652" cy="215444"/>
          </a:xfrm>
          <a:prstGeom prst="rect">
            <a:avLst/>
          </a:prstGeom>
        </p:spPr>
        <p:txBody>
          <a:bodyPr wrap="square" lIns="0" tIns="0" rIns="0" bIns="0" rtlCol="0">
            <a:spAutoFit/>
          </a:bodyPr>
          <a:lstStyle/>
          <a:p>
            <a:pPr algn="ctr">
              <a:spcAft>
                <a:spcPts val="600"/>
              </a:spcAft>
            </a:pPr>
            <a:r>
              <a:rPr lang="en-US" sz="1400" dirty="0">
                <a:solidFill>
                  <a:schemeClr val="accent3"/>
                </a:solidFill>
              </a:rPr>
              <a:t>vSAN file services</a:t>
            </a:r>
          </a:p>
        </p:txBody>
      </p:sp>
      <p:sp>
        <p:nvSpPr>
          <p:cNvPr id="128" name="Rectangle 127">
            <a:extLst>
              <a:ext uri="{FF2B5EF4-FFF2-40B4-BE49-F238E27FC236}">
                <a16:creationId xmlns:a16="http://schemas.microsoft.com/office/drawing/2014/main" id="{B8603FA9-D4CC-DBF2-4BD9-912FE86024B7}"/>
              </a:ext>
            </a:extLst>
          </p:cNvPr>
          <p:cNvSpPr/>
          <p:nvPr/>
        </p:nvSpPr>
        <p:spPr>
          <a:xfrm>
            <a:off x="3743279" y="2973398"/>
            <a:ext cx="1127755" cy="276999"/>
          </a:xfrm>
          <a:prstGeom prst="rect">
            <a:avLst/>
          </a:prstGeom>
        </p:spPr>
        <p:txBody>
          <a:bodyPr wrap="square">
            <a:spAutoFit/>
          </a:bodyPr>
          <a:lstStyle/>
          <a:p>
            <a:pPr algn="ctr">
              <a:spcAft>
                <a:spcPts val="600"/>
              </a:spcAft>
            </a:pPr>
            <a:r>
              <a:rPr lang="en-US" sz="1200" dirty="0">
                <a:solidFill>
                  <a:schemeClr val="accent3"/>
                </a:solidFill>
              </a:rPr>
              <a:t>Shares</a:t>
            </a:r>
          </a:p>
        </p:txBody>
      </p:sp>
      <p:grpSp>
        <p:nvGrpSpPr>
          <p:cNvPr id="84" name="Group 83">
            <a:extLst>
              <a:ext uri="{FF2B5EF4-FFF2-40B4-BE49-F238E27FC236}">
                <a16:creationId xmlns:a16="http://schemas.microsoft.com/office/drawing/2014/main" id="{2BD07EFF-BDDC-E53A-19AA-5F12680628D5}"/>
              </a:ext>
            </a:extLst>
          </p:cNvPr>
          <p:cNvGrpSpPr/>
          <p:nvPr/>
        </p:nvGrpSpPr>
        <p:grpSpPr>
          <a:xfrm>
            <a:off x="1915121" y="3243275"/>
            <a:ext cx="746724" cy="202267"/>
            <a:chOff x="1915121" y="3243275"/>
            <a:chExt cx="746724" cy="202267"/>
          </a:xfrm>
        </p:grpSpPr>
        <p:pic>
          <p:nvPicPr>
            <p:cNvPr id="139" name="Graphic 138">
              <a:extLst>
                <a:ext uri="{FF2B5EF4-FFF2-40B4-BE49-F238E27FC236}">
                  <a16:creationId xmlns:a16="http://schemas.microsoft.com/office/drawing/2014/main" id="{DB8F06B8-900F-44F7-2646-955FFDE0F9C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915121" y="3243275"/>
              <a:ext cx="285963" cy="202267"/>
            </a:xfrm>
            <a:prstGeom prst="rect">
              <a:avLst/>
            </a:prstGeom>
          </p:spPr>
        </p:pic>
        <p:sp>
          <p:nvSpPr>
            <p:cNvPr id="140" name="Rectangle 139">
              <a:extLst>
                <a:ext uri="{FF2B5EF4-FFF2-40B4-BE49-F238E27FC236}">
                  <a16:creationId xmlns:a16="http://schemas.microsoft.com/office/drawing/2014/main" id="{301BCF39-741C-C35A-F418-0DB8837B4870}"/>
                </a:ext>
              </a:extLst>
            </p:cNvPr>
            <p:cNvSpPr/>
            <p:nvPr/>
          </p:nvSpPr>
          <p:spPr>
            <a:xfrm>
              <a:off x="2251144" y="3258530"/>
              <a:ext cx="410701" cy="153888"/>
            </a:xfrm>
            <a:prstGeom prst="rect">
              <a:avLst/>
            </a:prstGeom>
          </p:spPr>
          <p:txBody>
            <a:bodyPr wrap="square" lIns="0" tIns="0" rIns="0" bIns="0">
              <a:spAutoFit/>
            </a:bodyPr>
            <a:lstStyle/>
            <a:p>
              <a:r>
                <a:rPr lang="en-US" sz="1000" dirty="0">
                  <a:solidFill>
                    <a:schemeClr val="bg1">
                      <a:lumMod val="50000"/>
                    </a:schemeClr>
                  </a:solidFill>
                </a:rPr>
                <a:t>SMB</a:t>
              </a:r>
            </a:p>
          </p:txBody>
        </p:sp>
      </p:grpSp>
      <p:grpSp>
        <p:nvGrpSpPr>
          <p:cNvPr id="83" name="Group 82">
            <a:extLst>
              <a:ext uri="{FF2B5EF4-FFF2-40B4-BE49-F238E27FC236}">
                <a16:creationId xmlns:a16="http://schemas.microsoft.com/office/drawing/2014/main" id="{734AD511-E4D4-E7DC-6D2C-ECED2F51233E}"/>
              </a:ext>
            </a:extLst>
          </p:cNvPr>
          <p:cNvGrpSpPr/>
          <p:nvPr/>
        </p:nvGrpSpPr>
        <p:grpSpPr>
          <a:xfrm>
            <a:off x="3258257" y="3243275"/>
            <a:ext cx="762348" cy="202267"/>
            <a:chOff x="3258257" y="3243275"/>
            <a:chExt cx="762348" cy="202267"/>
          </a:xfrm>
        </p:grpSpPr>
        <p:pic>
          <p:nvPicPr>
            <p:cNvPr id="137" name="Graphic 136">
              <a:extLst>
                <a:ext uri="{FF2B5EF4-FFF2-40B4-BE49-F238E27FC236}">
                  <a16:creationId xmlns:a16="http://schemas.microsoft.com/office/drawing/2014/main" id="{2F1E31E7-4C04-7F0A-92D0-C62FAC8F8DB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258257" y="3243275"/>
              <a:ext cx="285963" cy="202267"/>
            </a:xfrm>
            <a:prstGeom prst="rect">
              <a:avLst/>
            </a:prstGeom>
          </p:spPr>
        </p:pic>
        <p:sp>
          <p:nvSpPr>
            <p:cNvPr id="138" name="Rectangle 137">
              <a:extLst>
                <a:ext uri="{FF2B5EF4-FFF2-40B4-BE49-F238E27FC236}">
                  <a16:creationId xmlns:a16="http://schemas.microsoft.com/office/drawing/2014/main" id="{0C32DA46-B5E4-FA70-B4D0-E46A43591869}"/>
                </a:ext>
              </a:extLst>
            </p:cNvPr>
            <p:cNvSpPr/>
            <p:nvPr/>
          </p:nvSpPr>
          <p:spPr>
            <a:xfrm>
              <a:off x="3594281" y="3258530"/>
              <a:ext cx="426324" cy="153888"/>
            </a:xfrm>
            <a:prstGeom prst="rect">
              <a:avLst/>
            </a:prstGeom>
          </p:spPr>
          <p:txBody>
            <a:bodyPr wrap="square" lIns="0" tIns="0" rIns="0" bIns="0">
              <a:spAutoFit/>
            </a:bodyPr>
            <a:lstStyle/>
            <a:p>
              <a:r>
                <a:rPr lang="en-US" sz="1000" dirty="0">
                  <a:solidFill>
                    <a:schemeClr val="bg1">
                      <a:lumMod val="50000"/>
                    </a:schemeClr>
                  </a:solidFill>
                </a:rPr>
                <a:t>NFS</a:t>
              </a:r>
            </a:p>
          </p:txBody>
        </p:sp>
      </p:grpSp>
      <p:grpSp>
        <p:nvGrpSpPr>
          <p:cNvPr id="82" name="Group 81">
            <a:extLst>
              <a:ext uri="{FF2B5EF4-FFF2-40B4-BE49-F238E27FC236}">
                <a16:creationId xmlns:a16="http://schemas.microsoft.com/office/drawing/2014/main" id="{B1AC663D-A4C2-A8DC-D3BB-42F77EBFC0EC}"/>
              </a:ext>
            </a:extLst>
          </p:cNvPr>
          <p:cNvGrpSpPr/>
          <p:nvPr/>
        </p:nvGrpSpPr>
        <p:grpSpPr>
          <a:xfrm>
            <a:off x="4601393" y="3243275"/>
            <a:ext cx="746724" cy="202267"/>
            <a:chOff x="4601393" y="3243275"/>
            <a:chExt cx="746724" cy="202267"/>
          </a:xfrm>
        </p:grpSpPr>
        <p:pic>
          <p:nvPicPr>
            <p:cNvPr id="135" name="Graphic 134">
              <a:extLst>
                <a:ext uri="{FF2B5EF4-FFF2-40B4-BE49-F238E27FC236}">
                  <a16:creationId xmlns:a16="http://schemas.microsoft.com/office/drawing/2014/main" id="{DFE095D9-C9E2-A5C3-9849-73626368C2CE}"/>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601393" y="3243275"/>
              <a:ext cx="285963" cy="202267"/>
            </a:xfrm>
            <a:prstGeom prst="rect">
              <a:avLst/>
            </a:prstGeom>
          </p:spPr>
        </p:pic>
        <p:sp>
          <p:nvSpPr>
            <p:cNvPr id="136" name="Rectangle 135">
              <a:extLst>
                <a:ext uri="{FF2B5EF4-FFF2-40B4-BE49-F238E27FC236}">
                  <a16:creationId xmlns:a16="http://schemas.microsoft.com/office/drawing/2014/main" id="{E7DB9411-FE79-61A7-8A64-A7A6DE92E73E}"/>
                </a:ext>
              </a:extLst>
            </p:cNvPr>
            <p:cNvSpPr/>
            <p:nvPr/>
          </p:nvSpPr>
          <p:spPr>
            <a:xfrm>
              <a:off x="4937416" y="3258530"/>
              <a:ext cx="410701" cy="153888"/>
            </a:xfrm>
            <a:prstGeom prst="rect">
              <a:avLst/>
            </a:prstGeom>
          </p:spPr>
          <p:txBody>
            <a:bodyPr wrap="square" lIns="0" tIns="0" rIns="0" bIns="0">
              <a:spAutoFit/>
            </a:bodyPr>
            <a:lstStyle/>
            <a:p>
              <a:r>
                <a:rPr lang="en-US" sz="1000" dirty="0">
                  <a:solidFill>
                    <a:schemeClr val="bg1">
                      <a:lumMod val="50000"/>
                    </a:schemeClr>
                  </a:solidFill>
                </a:rPr>
                <a:t>SMB</a:t>
              </a:r>
            </a:p>
          </p:txBody>
        </p:sp>
      </p:grpSp>
      <p:grpSp>
        <p:nvGrpSpPr>
          <p:cNvPr id="81" name="Group 80">
            <a:extLst>
              <a:ext uri="{FF2B5EF4-FFF2-40B4-BE49-F238E27FC236}">
                <a16:creationId xmlns:a16="http://schemas.microsoft.com/office/drawing/2014/main" id="{34F8FC9F-BDB3-82D1-A90F-BB9CBB1E8347}"/>
              </a:ext>
            </a:extLst>
          </p:cNvPr>
          <p:cNvGrpSpPr/>
          <p:nvPr/>
        </p:nvGrpSpPr>
        <p:grpSpPr>
          <a:xfrm>
            <a:off x="5944529" y="3243275"/>
            <a:ext cx="707514" cy="202267"/>
            <a:chOff x="5944529" y="3243275"/>
            <a:chExt cx="707514" cy="202267"/>
          </a:xfrm>
        </p:grpSpPr>
        <p:pic>
          <p:nvPicPr>
            <p:cNvPr id="133" name="Graphic 132">
              <a:extLst>
                <a:ext uri="{FF2B5EF4-FFF2-40B4-BE49-F238E27FC236}">
                  <a16:creationId xmlns:a16="http://schemas.microsoft.com/office/drawing/2014/main" id="{2ED5FCF3-E084-A174-51EE-169F641E9EC7}"/>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944529" y="3243275"/>
              <a:ext cx="285963" cy="202267"/>
            </a:xfrm>
            <a:prstGeom prst="rect">
              <a:avLst/>
            </a:prstGeom>
          </p:spPr>
        </p:pic>
        <p:sp>
          <p:nvSpPr>
            <p:cNvPr id="134" name="Rectangle 133">
              <a:extLst>
                <a:ext uri="{FF2B5EF4-FFF2-40B4-BE49-F238E27FC236}">
                  <a16:creationId xmlns:a16="http://schemas.microsoft.com/office/drawing/2014/main" id="{C4B8F981-E08E-D3D1-C3D9-5C8F7E1A8B7E}"/>
                </a:ext>
              </a:extLst>
            </p:cNvPr>
            <p:cNvSpPr/>
            <p:nvPr/>
          </p:nvSpPr>
          <p:spPr>
            <a:xfrm>
              <a:off x="6280552" y="3258530"/>
              <a:ext cx="371491" cy="153888"/>
            </a:xfrm>
            <a:prstGeom prst="rect">
              <a:avLst/>
            </a:prstGeom>
          </p:spPr>
          <p:txBody>
            <a:bodyPr wrap="square" lIns="0" tIns="0" rIns="0" bIns="0">
              <a:spAutoFit/>
            </a:bodyPr>
            <a:lstStyle/>
            <a:p>
              <a:r>
                <a:rPr lang="en-US" sz="1000" dirty="0">
                  <a:solidFill>
                    <a:schemeClr val="bg1">
                      <a:lumMod val="50000"/>
                    </a:schemeClr>
                  </a:solidFill>
                </a:rPr>
                <a:t>NFS</a:t>
              </a:r>
            </a:p>
          </p:txBody>
        </p:sp>
      </p:grpSp>
      <p:sp>
        <p:nvSpPr>
          <p:cNvPr id="142" name="Arrow: Pentagon 234">
            <a:extLst>
              <a:ext uri="{FF2B5EF4-FFF2-40B4-BE49-F238E27FC236}">
                <a16:creationId xmlns:a16="http://schemas.microsoft.com/office/drawing/2014/main" id="{2C0A8B7C-C696-3B47-7FAC-1CB152891401}"/>
              </a:ext>
            </a:extLst>
          </p:cNvPr>
          <p:cNvSpPr/>
          <p:nvPr/>
        </p:nvSpPr>
        <p:spPr>
          <a:xfrm>
            <a:off x="1784973" y="4507873"/>
            <a:ext cx="5044367" cy="201887"/>
          </a:xfrm>
          <a:prstGeom prst="homePlate">
            <a:avLst>
              <a:gd name="adj"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943" tIns="16472" rIns="32943" bIns="16472" numCol="1" spcCol="0" rtlCol="0" fromWordArt="0" anchor="ctr" anchorCtr="0" forceAA="0" compatLnSpc="1">
            <a:prstTxWarp prst="textNoShape">
              <a:avLst/>
            </a:prstTxWarp>
            <a:noAutofit/>
          </a:bodyPr>
          <a:lstStyle/>
          <a:p>
            <a:pPr marL="0" marR="0" lvl="0" indent="0" algn="ctr" defTabSz="914171" rtl="0" eaLnBrk="1" fontAlgn="auto" latinLnBrk="0" hangingPunct="1">
              <a:lnSpc>
                <a:spcPct val="100000"/>
              </a:lnSpc>
              <a:spcBef>
                <a:spcPts val="0"/>
              </a:spcBef>
              <a:spcAft>
                <a:spcPts val="216"/>
              </a:spcAft>
              <a:buClrTx/>
              <a:buSzTx/>
              <a:buFontTx/>
              <a:buNone/>
              <a:tabLst/>
              <a:defRPr/>
            </a:pPr>
            <a:r>
              <a:rPr lang="en-US" sz="1000" dirty="0">
                <a:solidFill>
                  <a:schemeClr val="bg1"/>
                </a:solidFill>
                <a:latin typeface="Arial" panose="020B0604020202020204" pitchFamily="34" charset="0"/>
              </a:rPr>
              <a:t>VDFS volumes for shares</a:t>
            </a:r>
            <a:endParaRPr kumimoji="0" lang="en-US" sz="1000" b="0" i="0" u="none" strike="noStrike" kern="1200" cap="none" spc="0" normalizeH="0" baseline="0" noProof="0" dirty="0">
              <a:ln>
                <a:noFill/>
              </a:ln>
              <a:solidFill>
                <a:schemeClr val="bg1"/>
              </a:solidFill>
              <a:effectLst/>
              <a:uLnTx/>
              <a:uFillTx/>
              <a:latin typeface="Arial" panose="020B0604020202020204" pitchFamily="34" charset="0"/>
            </a:endParaRPr>
          </a:p>
        </p:txBody>
      </p:sp>
      <p:grpSp>
        <p:nvGrpSpPr>
          <p:cNvPr id="85" name="Group 84">
            <a:extLst>
              <a:ext uri="{FF2B5EF4-FFF2-40B4-BE49-F238E27FC236}">
                <a16:creationId xmlns:a16="http://schemas.microsoft.com/office/drawing/2014/main" id="{C86C6587-7D02-9FFE-468C-B9B59ED8E613}"/>
              </a:ext>
            </a:extLst>
          </p:cNvPr>
          <p:cNvGrpSpPr/>
          <p:nvPr/>
        </p:nvGrpSpPr>
        <p:grpSpPr>
          <a:xfrm>
            <a:off x="5287050" y="1793782"/>
            <a:ext cx="1053006" cy="700615"/>
            <a:chOff x="5287050" y="1793782"/>
            <a:chExt cx="1053006" cy="700615"/>
          </a:xfrm>
        </p:grpSpPr>
        <p:sp>
          <p:nvSpPr>
            <p:cNvPr id="147" name="Rectangle 146">
              <a:extLst>
                <a:ext uri="{FF2B5EF4-FFF2-40B4-BE49-F238E27FC236}">
                  <a16:creationId xmlns:a16="http://schemas.microsoft.com/office/drawing/2014/main" id="{4D5F09BD-26A9-EFDE-33D4-6E653BB77B8D}"/>
                </a:ext>
              </a:extLst>
            </p:cNvPr>
            <p:cNvSpPr/>
            <p:nvPr/>
          </p:nvSpPr>
          <p:spPr>
            <a:xfrm>
              <a:off x="5287050" y="1793782"/>
              <a:ext cx="1053006" cy="184666"/>
            </a:xfrm>
            <a:prstGeom prst="rect">
              <a:avLst/>
            </a:prstGeom>
          </p:spPr>
          <p:txBody>
            <a:bodyPr wrap="square" lIns="0" tIns="0" rIns="0" bIns="0">
              <a:spAutoFit/>
            </a:bodyPr>
            <a:lstStyle/>
            <a:p>
              <a:pPr algn="ctr"/>
              <a:r>
                <a:rPr lang="en-US" sz="1200" dirty="0">
                  <a:solidFill>
                    <a:schemeClr val="bg1">
                      <a:lumMod val="50000"/>
                    </a:schemeClr>
                  </a:solidFill>
                </a:rPr>
                <a:t>Containers</a:t>
              </a:r>
            </a:p>
          </p:txBody>
        </p:sp>
        <p:pic>
          <p:nvPicPr>
            <p:cNvPr id="148" name="Graphic 147">
              <a:extLst>
                <a:ext uri="{FF2B5EF4-FFF2-40B4-BE49-F238E27FC236}">
                  <a16:creationId xmlns:a16="http://schemas.microsoft.com/office/drawing/2014/main" id="{2E56FA45-78B3-0420-FCCD-1A1E69917FD8}"/>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577930" y="2052482"/>
              <a:ext cx="441915" cy="441915"/>
            </a:xfrm>
            <a:prstGeom prst="rect">
              <a:avLst/>
            </a:prstGeom>
          </p:spPr>
        </p:pic>
      </p:grpSp>
      <p:grpSp>
        <p:nvGrpSpPr>
          <p:cNvPr id="87" name="Group 86">
            <a:extLst>
              <a:ext uri="{FF2B5EF4-FFF2-40B4-BE49-F238E27FC236}">
                <a16:creationId xmlns:a16="http://schemas.microsoft.com/office/drawing/2014/main" id="{B16538E3-F93C-5FDE-3E2F-724404B71ACA}"/>
              </a:ext>
            </a:extLst>
          </p:cNvPr>
          <p:cNvGrpSpPr/>
          <p:nvPr/>
        </p:nvGrpSpPr>
        <p:grpSpPr>
          <a:xfrm>
            <a:off x="2328628" y="1604252"/>
            <a:ext cx="894751" cy="890145"/>
            <a:chOff x="2328628" y="1604252"/>
            <a:chExt cx="894751" cy="890145"/>
          </a:xfrm>
        </p:grpSpPr>
        <p:pic>
          <p:nvPicPr>
            <p:cNvPr id="150" name="Graphic 149">
              <a:extLst>
                <a:ext uri="{FF2B5EF4-FFF2-40B4-BE49-F238E27FC236}">
                  <a16:creationId xmlns:a16="http://schemas.microsoft.com/office/drawing/2014/main" id="{198885A2-EDE1-8A7F-BE8D-916680B1313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2555045" y="2052482"/>
              <a:ext cx="441916" cy="441915"/>
            </a:xfrm>
            <a:prstGeom prst="rect">
              <a:avLst/>
            </a:prstGeom>
          </p:spPr>
        </p:pic>
        <p:sp>
          <p:nvSpPr>
            <p:cNvPr id="151" name="Rectangle 150">
              <a:extLst>
                <a:ext uri="{FF2B5EF4-FFF2-40B4-BE49-F238E27FC236}">
                  <a16:creationId xmlns:a16="http://schemas.microsoft.com/office/drawing/2014/main" id="{0D92E064-8D06-8A94-8CDE-C746D055E0A3}"/>
                </a:ext>
              </a:extLst>
            </p:cNvPr>
            <p:cNvSpPr/>
            <p:nvPr/>
          </p:nvSpPr>
          <p:spPr>
            <a:xfrm>
              <a:off x="2328628" y="1604252"/>
              <a:ext cx="894751" cy="369332"/>
            </a:xfrm>
            <a:prstGeom prst="rect">
              <a:avLst/>
            </a:prstGeom>
          </p:spPr>
          <p:txBody>
            <a:bodyPr wrap="square" lIns="0" tIns="0" rIns="0" bIns="0">
              <a:spAutoFit/>
            </a:bodyPr>
            <a:lstStyle/>
            <a:p>
              <a:pPr algn="ctr"/>
              <a:r>
                <a:rPr lang="en-US" sz="1200" dirty="0">
                  <a:solidFill>
                    <a:schemeClr val="bg1">
                      <a:lumMod val="50000"/>
                    </a:schemeClr>
                  </a:solidFill>
                </a:rPr>
                <a:t>Windows clients</a:t>
              </a:r>
            </a:p>
          </p:txBody>
        </p:sp>
        <p:pic>
          <p:nvPicPr>
            <p:cNvPr id="155" name="Graphic 154">
              <a:extLst>
                <a:ext uri="{FF2B5EF4-FFF2-40B4-BE49-F238E27FC236}">
                  <a16:creationId xmlns:a16="http://schemas.microsoft.com/office/drawing/2014/main" id="{E5275B1C-B737-30BE-6A46-B86EF313B536}"/>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2654639" y="2150420"/>
              <a:ext cx="239039" cy="239999"/>
            </a:xfrm>
            <a:prstGeom prst="rect">
              <a:avLst/>
            </a:prstGeom>
          </p:spPr>
        </p:pic>
      </p:grpSp>
      <p:grpSp>
        <p:nvGrpSpPr>
          <p:cNvPr id="86" name="Group 85">
            <a:extLst>
              <a:ext uri="{FF2B5EF4-FFF2-40B4-BE49-F238E27FC236}">
                <a16:creationId xmlns:a16="http://schemas.microsoft.com/office/drawing/2014/main" id="{EACB7285-EB66-A0D2-44BB-CF2D727197B0}"/>
              </a:ext>
            </a:extLst>
          </p:cNvPr>
          <p:cNvGrpSpPr/>
          <p:nvPr/>
        </p:nvGrpSpPr>
        <p:grpSpPr>
          <a:xfrm>
            <a:off x="3807839" y="1604252"/>
            <a:ext cx="894751" cy="890145"/>
            <a:chOff x="3807839" y="1604252"/>
            <a:chExt cx="894751" cy="890145"/>
          </a:xfrm>
        </p:grpSpPr>
        <p:pic>
          <p:nvPicPr>
            <p:cNvPr id="153" name="Graphic 152">
              <a:extLst>
                <a:ext uri="{FF2B5EF4-FFF2-40B4-BE49-F238E27FC236}">
                  <a16:creationId xmlns:a16="http://schemas.microsoft.com/office/drawing/2014/main" id="{B641119B-49CC-429D-589C-7AAD589FE70F}"/>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4034256" y="2052482"/>
              <a:ext cx="441916" cy="441915"/>
            </a:xfrm>
            <a:prstGeom prst="rect">
              <a:avLst/>
            </a:prstGeom>
          </p:spPr>
        </p:pic>
        <p:sp>
          <p:nvSpPr>
            <p:cNvPr id="154" name="Rectangle 153">
              <a:extLst>
                <a:ext uri="{FF2B5EF4-FFF2-40B4-BE49-F238E27FC236}">
                  <a16:creationId xmlns:a16="http://schemas.microsoft.com/office/drawing/2014/main" id="{C7CD8DF1-60F3-21EC-1FE6-1797E56BF0BC}"/>
                </a:ext>
              </a:extLst>
            </p:cNvPr>
            <p:cNvSpPr/>
            <p:nvPr/>
          </p:nvSpPr>
          <p:spPr>
            <a:xfrm>
              <a:off x="3807839" y="1604252"/>
              <a:ext cx="894751" cy="369332"/>
            </a:xfrm>
            <a:prstGeom prst="rect">
              <a:avLst/>
            </a:prstGeom>
          </p:spPr>
          <p:txBody>
            <a:bodyPr wrap="square" lIns="0" tIns="0" rIns="0" bIns="0">
              <a:spAutoFit/>
            </a:bodyPr>
            <a:lstStyle/>
            <a:p>
              <a:pPr algn="ctr"/>
              <a:r>
                <a:rPr lang="en-US" sz="1200" dirty="0">
                  <a:solidFill>
                    <a:schemeClr val="bg1">
                      <a:lumMod val="50000"/>
                    </a:schemeClr>
                  </a:solidFill>
                </a:rPr>
                <a:t>Linux</a:t>
              </a:r>
              <a:br>
                <a:rPr lang="en-US" sz="1200" dirty="0">
                  <a:solidFill>
                    <a:schemeClr val="bg1">
                      <a:lumMod val="50000"/>
                    </a:schemeClr>
                  </a:solidFill>
                </a:rPr>
              </a:br>
              <a:r>
                <a:rPr lang="en-US" sz="1200" dirty="0">
                  <a:solidFill>
                    <a:schemeClr val="bg1">
                      <a:lumMod val="50000"/>
                    </a:schemeClr>
                  </a:solidFill>
                </a:rPr>
                <a:t>clients</a:t>
              </a:r>
            </a:p>
          </p:txBody>
        </p:sp>
        <p:grpSp>
          <p:nvGrpSpPr>
            <p:cNvPr id="79" name="Group 78">
              <a:extLst>
                <a:ext uri="{FF2B5EF4-FFF2-40B4-BE49-F238E27FC236}">
                  <a16:creationId xmlns:a16="http://schemas.microsoft.com/office/drawing/2014/main" id="{DD8DACD2-B97B-CF4A-890A-8F5BD8A40214}"/>
                </a:ext>
              </a:extLst>
            </p:cNvPr>
            <p:cNvGrpSpPr/>
            <p:nvPr/>
          </p:nvGrpSpPr>
          <p:grpSpPr>
            <a:xfrm>
              <a:off x="4098719" y="2085820"/>
              <a:ext cx="301717" cy="365236"/>
              <a:chOff x="4098719" y="2085820"/>
              <a:chExt cx="301717" cy="365236"/>
            </a:xfrm>
          </p:grpSpPr>
          <p:sp>
            <p:nvSpPr>
              <p:cNvPr id="164" name="Freeform: Shape 163">
                <a:extLst>
                  <a:ext uri="{FF2B5EF4-FFF2-40B4-BE49-F238E27FC236}">
                    <a16:creationId xmlns:a16="http://schemas.microsoft.com/office/drawing/2014/main" id="{C3F035B9-295C-C0B4-2808-0581B7239C47}"/>
                  </a:ext>
                </a:extLst>
              </p:cNvPr>
              <p:cNvSpPr/>
              <p:nvPr/>
            </p:nvSpPr>
            <p:spPr>
              <a:xfrm>
                <a:off x="4098719" y="2085820"/>
                <a:ext cx="301717" cy="365236"/>
              </a:xfrm>
              <a:custGeom>
                <a:avLst/>
                <a:gdLst>
                  <a:gd name="csX0" fmla="*/ 290715 w 301717"/>
                  <a:gd name="csY0" fmla="*/ 288113 h 365236"/>
                  <a:gd name="csX1" fmla="*/ 290715 w 301717"/>
                  <a:gd name="csY1" fmla="*/ 288113 h 365236"/>
                  <a:gd name="csX2" fmla="*/ 285563 w 301717"/>
                  <a:gd name="csY2" fmla="*/ 274020 h 365236"/>
                  <a:gd name="csX3" fmla="*/ 278027 w 301717"/>
                  <a:gd name="csY3" fmla="*/ 258054 h 365236"/>
                  <a:gd name="csX4" fmla="*/ 277985 w 301717"/>
                  <a:gd name="csY4" fmla="*/ 258012 h 365236"/>
                  <a:gd name="csX5" fmla="*/ 275132 w 301717"/>
                  <a:gd name="csY5" fmla="*/ 255925 h 365236"/>
                  <a:gd name="csX6" fmla="*/ 272194 w 301717"/>
                  <a:gd name="csY6" fmla="*/ 254520 h 365236"/>
                  <a:gd name="csX7" fmla="*/ 269554 w 301717"/>
                  <a:gd name="csY7" fmla="*/ 198107 h 365236"/>
                  <a:gd name="csX8" fmla="*/ 236345 w 301717"/>
                  <a:gd name="csY8" fmla="*/ 145014 h 365236"/>
                  <a:gd name="csX9" fmla="*/ 212545 w 301717"/>
                  <a:gd name="csY9" fmla="*/ 93668 h 365236"/>
                  <a:gd name="csX10" fmla="*/ 158431 w 301717"/>
                  <a:gd name="csY10" fmla="*/ 0 h 365236"/>
                  <a:gd name="csX11" fmla="*/ 151065 w 301717"/>
                  <a:gd name="csY11" fmla="*/ 298 h 365236"/>
                  <a:gd name="csX12" fmla="*/ 102826 w 301717"/>
                  <a:gd name="csY12" fmla="*/ 96435 h 365236"/>
                  <a:gd name="csX13" fmla="*/ 86775 w 301717"/>
                  <a:gd name="csY13" fmla="*/ 142588 h 365236"/>
                  <a:gd name="csX14" fmla="*/ 45349 w 301717"/>
                  <a:gd name="csY14" fmla="*/ 211561 h 365236"/>
                  <a:gd name="csX15" fmla="*/ 40963 w 301717"/>
                  <a:gd name="csY15" fmla="*/ 249581 h 365236"/>
                  <a:gd name="csX16" fmla="*/ 39303 w 301717"/>
                  <a:gd name="csY16" fmla="*/ 251199 h 365236"/>
                  <a:gd name="csX17" fmla="*/ 29170 w 301717"/>
                  <a:gd name="csY17" fmla="*/ 263972 h 365236"/>
                  <a:gd name="csX18" fmla="*/ 17035 w 301717"/>
                  <a:gd name="csY18" fmla="*/ 269890 h 365236"/>
                  <a:gd name="csX19" fmla="*/ 3837 w 301717"/>
                  <a:gd name="csY19" fmla="*/ 280236 h 365236"/>
                  <a:gd name="csX20" fmla="*/ 3837 w 301717"/>
                  <a:gd name="csY20" fmla="*/ 280236 h 365236"/>
                  <a:gd name="csX21" fmla="*/ 3837 w 301717"/>
                  <a:gd name="csY21" fmla="*/ 280279 h 365236"/>
                  <a:gd name="csX22" fmla="*/ 1836 w 301717"/>
                  <a:gd name="csY22" fmla="*/ 289135 h 365236"/>
                  <a:gd name="csX23" fmla="*/ 2687 w 301717"/>
                  <a:gd name="csY23" fmla="*/ 297565 h 365236"/>
                  <a:gd name="csX24" fmla="*/ 3283 w 301717"/>
                  <a:gd name="csY24" fmla="*/ 312381 h 365236"/>
                  <a:gd name="csX25" fmla="*/ 1666 w 301717"/>
                  <a:gd name="csY25" fmla="*/ 334989 h 365236"/>
                  <a:gd name="csX26" fmla="*/ 15971 w 301717"/>
                  <a:gd name="csY26" fmla="*/ 343760 h 365236"/>
                  <a:gd name="csX27" fmla="*/ 58292 w 301717"/>
                  <a:gd name="csY27" fmla="*/ 352701 h 365236"/>
                  <a:gd name="csX28" fmla="*/ 59441 w 301717"/>
                  <a:gd name="csY28" fmla="*/ 350572 h 365236"/>
                  <a:gd name="csX29" fmla="*/ 58334 w 301717"/>
                  <a:gd name="csY29" fmla="*/ 352701 h 365236"/>
                  <a:gd name="csX30" fmla="*/ 98228 w 301717"/>
                  <a:gd name="csY30" fmla="*/ 360109 h 365236"/>
                  <a:gd name="csX31" fmla="*/ 116706 w 301717"/>
                  <a:gd name="csY31" fmla="*/ 345676 h 365236"/>
                  <a:gd name="csX32" fmla="*/ 151193 w 301717"/>
                  <a:gd name="csY32" fmla="*/ 340993 h 365236"/>
                  <a:gd name="csX33" fmla="*/ 190491 w 301717"/>
                  <a:gd name="csY33" fmla="*/ 343930 h 365236"/>
                  <a:gd name="csX34" fmla="*/ 192279 w 301717"/>
                  <a:gd name="csY34" fmla="*/ 348699 h 365236"/>
                  <a:gd name="csX35" fmla="*/ 192321 w 301717"/>
                  <a:gd name="csY35" fmla="*/ 348741 h 365236"/>
                  <a:gd name="csX36" fmla="*/ 221060 w 301717"/>
                  <a:gd name="csY36" fmla="*/ 365133 h 365236"/>
                  <a:gd name="csX37" fmla="*/ 255462 w 301717"/>
                  <a:gd name="csY37" fmla="*/ 345208 h 365236"/>
                  <a:gd name="csX38" fmla="*/ 253588 w 301717"/>
                  <a:gd name="csY38" fmla="*/ 343632 h 365236"/>
                  <a:gd name="csX39" fmla="*/ 255462 w 301717"/>
                  <a:gd name="csY39" fmla="*/ 345165 h 365236"/>
                  <a:gd name="csX40" fmla="*/ 291737 w 301717"/>
                  <a:gd name="csY40" fmla="*/ 322216 h 365236"/>
                  <a:gd name="csX41" fmla="*/ 301699 w 301717"/>
                  <a:gd name="csY41" fmla="*/ 309188 h 365236"/>
                  <a:gd name="csX42" fmla="*/ 290715 w 301717"/>
                  <a:gd name="csY42" fmla="*/ 288113 h 3652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301717" h="365236">
                    <a:moveTo>
                      <a:pt x="290715" y="288113"/>
                    </a:moveTo>
                    <a:lnTo>
                      <a:pt x="290715" y="288113"/>
                    </a:lnTo>
                    <a:cubicBezTo>
                      <a:pt x="288118" y="285175"/>
                      <a:pt x="286883" y="279768"/>
                      <a:pt x="285563" y="274020"/>
                    </a:cubicBezTo>
                    <a:cubicBezTo>
                      <a:pt x="284243" y="268272"/>
                      <a:pt x="282753" y="262056"/>
                      <a:pt x="278027" y="258054"/>
                    </a:cubicBezTo>
                    <a:cubicBezTo>
                      <a:pt x="278027" y="258054"/>
                      <a:pt x="277985" y="258054"/>
                      <a:pt x="277985" y="258012"/>
                    </a:cubicBezTo>
                    <a:cubicBezTo>
                      <a:pt x="277048" y="257203"/>
                      <a:pt x="276069" y="256521"/>
                      <a:pt x="275132" y="255925"/>
                    </a:cubicBezTo>
                    <a:cubicBezTo>
                      <a:pt x="274153" y="255372"/>
                      <a:pt x="273173" y="254861"/>
                      <a:pt x="272194" y="254520"/>
                    </a:cubicBezTo>
                    <a:cubicBezTo>
                      <a:pt x="278751" y="235020"/>
                      <a:pt x="276196" y="215648"/>
                      <a:pt x="269554" y="198107"/>
                    </a:cubicBezTo>
                    <a:cubicBezTo>
                      <a:pt x="261422" y="176606"/>
                      <a:pt x="247202" y="157830"/>
                      <a:pt x="236345" y="145014"/>
                    </a:cubicBezTo>
                    <a:cubicBezTo>
                      <a:pt x="224211" y="129687"/>
                      <a:pt x="212332" y="115169"/>
                      <a:pt x="212545" y="93668"/>
                    </a:cubicBezTo>
                    <a:cubicBezTo>
                      <a:pt x="212886" y="60884"/>
                      <a:pt x="216164" y="85"/>
                      <a:pt x="158431" y="0"/>
                    </a:cubicBezTo>
                    <a:cubicBezTo>
                      <a:pt x="156089" y="0"/>
                      <a:pt x="153620" y="85"/>
                      <a:pt x="151065" y="298"/>
                    </a:cubicBezTo>
                    <a:cubicBezTo>
                      <a:pt x="86690" y="5492"/>
                      <a:pt x="103763" y="73614"/>
                      <a:pt x="102826" y="96435"/>
                    </a:cubicBezTo>
                    <a:cubicBezTo>
                      <a:pt x="101634" y="113125"/>
                      <a:pt x="98271" y="126281"/>
                      <a:pt x="86775" y="142588"/>
                    </a:cubicBezTo>
                    <a:cubicBezTo>
                      <a:pt x="73321" y="158596"/>
                      <a:pt x="54332" y="184568"/>
                      <a:pt x="45349" y="211561"/>
                    </a:cubicBezTo>
                    <a:cubicBezTo>
                      <a:pt x="41091" y="224291"/>
                      <a:pt x="39090" y="237277"/>
                      <a:pt x="40963" y="249581"/>
                    </a:cubicBezTo>
                    <a:cubicBezTo>
                      <a:pt x="40367" y="250092"/>
                      <a:pt x="39814" y="250646"/>
                      <a:pt x="39303" y="251199"/>
                    </a:cubicBezTo>
                    <a:cubicBezTo>
                      <a:pt x="35343" y="255414"/>
                      <a:pt x="32405" y="260524"/>
                      <a:pt x="29170" y="263972"/>
                    </a:cubicBezTo>
                    <a:cubicBezTo>
                      <a:pt x="26104" y="266995"/>
                      <a:pt x="21804" y="268187"/>
                      <a:pt x="17035" y="269890"/>
                    </a:cubicBezTo>
                    <a:cubicBezTo>
                      <a:pt x="12267" y="271593"/>
                      <a:pt x="7030" y="274105"/>
                      <a:pt x="3837" y="280236"/>
                    </a:cubicBezTo>
                    <a:lnTo>
                      <a:pt x="3837" y="280236"/>
                    </a:lnTo>
                    <a:cubicBezTo>
                      <a:pt x="3837" y="280236"/>
                      <a:pt x="3837" y="280236"/>
                      <a:pt x="3837" y="280279"/>
                    </a:cubicBezTo>
                    <a:cubicBezTo>
                      <a:pt x="2347" y="283046"/>
                      <a:pt x="1836" y="286069"/>
                      <a:pt x="1836" y="289135"/>
                    </a:cubicBezTo>
                    <a:cubicBezTo>
                      <a:pt x="1836" y="291945"/>
                      <a:pt x="2262" y="294840"/>
                      <a:pt x="2687" y="297565"/>
                    </a:cubicBezTo>
                    <a:cubicBezTo>
                      <a:pt x="3581" y="303313"/>
                      <a:pt x="4476" y="308720"/>
                      <a:pt x="3283" y="312381"/>
                    </a:cubicBezTo>
                    <a:cubicBezTo>
                      <a:pt x="-506" y="322685"/>
                      <a:pt x="-974" y="329838"/>
                      <a:pt x="1666" y="334989"/>
                    </a:cubicBezTo>
                    <a:cubicBezTo>
                      <a:pt x="4348" y="340184"/>
                      <a:pt x="9798" y="342440"/>
                      <a:pt x="15971" y="343760"/>
                    </a:cubicBezTo>
                    <a:cubicBezTo>
                      <a:pt x="28361" y="346357"/>
                      <a:pt x="45093" y="345718"/>
                      <a:pt x="58292" y="352701"/>
                    </a:cubicBezTo>
                    <a:lnTo>
                      <a:pt x="59441" y="350572"/>
                    </a:lnTo>
                    <a:lnTo>
                      <a:pt x="58334" y="352701"/>
                    </a:lnTo>
                    <a:cubicBezTo>
                      <a:pt x="72470" y="360109"/>
                      <a:pt x="86818" y="362706"/>
                      <a:pt x="98228" y="360109"/>
                    </a:cubicBezTo>
                    <a:cubicBezTo>
                      <a:pt x="106531" y="358236"/>
                      <a:pt x="113258" y="353297"/>
                      <a:pt x="116706" y="345676"/>
                    </a:cubicBezTo>
                    <a:cubicBezTo>
                      <a:pt x="125647" y="345633"/>
                      <a:pt x="135440" y="341844"/>
                      <a:pt x="151193" y="340993"/>
                    </a:cubicBezTo>
                    <a:cubicBezTo>
                      <a:pt x="161837" y="340141"/>
                      <a:pt x="175163" y="344782"/>
                      <a:pt x="190491" y="343930"/>
                    </a:cubicBezTo>
                    <a:cubicBezTo>
                      <a:pt x="190874" y="345591"/>
                      <a:pt x="191470" y="347209"/>
                      <a:pt x="192279" y="348699"/>
                    </a:cubicBezTo>
                    <a:cubicBezTo>
                      <a:pt x="192279" y="348699"/>
                      <a:pt x="192279" y="348741"/>
                      <a:pt x="192321" y="348741"/>
                    </a:cubicBezTo>
                    <a:cubicBezTo>
                      <a:pt x="198239" y="360620"/>
                      <a:pt x="209309" y="366070"/>
                      <a:pt x="221060" y="365133"/>
                    </a:cubicBezTo>
                    <a:cubicBezTo>
                      <a:pt x="232854" y="364197"/>
                      <a:pt x="245371" y="357257"/>
                      <a:pt x="255462" y="345208"/>
                    </a:cubicBezTo>
                    <a:lnTo>
                      <a:pt x="253588" y="343632"/>
                    </a:lnTo>
                    <a:lnTo>
                      <a:pt x="255462" y="345165"/>
                    </a:lnTo>
                    <a:cubicBezTo>
                      <a:pt x="265127" y="333457"/>
                      <a:pt x="281135" y="328603"/>
                      <a:pt x="291737" y="322216"/>
                    </a:cubicBezTo>
                    <a:cubicBezTo>
                      <a:pt x="297059" y="319023"/>
                      <a:pt x="301359" y="315021"/>
                      <a:pt x="301699" y="309188"/>
                    </a:cubicBezTo>
                    <a:cubicBezTo>
                      <a:pt x="301998" y="303355"/>
                      <a:pt x="298591" y="296841"/>
                      <a:pt x="290715" y="288113"/>
                    </a:cubicBezTo>
                    <a:close/>
                  </a:path>
                </a:pathLst>
              </a:custGeom>
              <a:solidFill>
                <a:schemeClr val="bg1">
                  <a:lumMod val="50000"/>
                </a:schemeClr>
              </a:solidFill>
              <a:ln w="415" cap="flat">
                <a:noFill/>
                <a:prstDash val="solid"/>
                <a:miter/>
              </a:ln>
            </p:spPr>
            <p:txBody>
              <a:bodyPr/>
              <a:lstStyle/>
              <a:p>
                <a:endParaRPr lang="en-US"/>
              </a:p>
            </p:txBody>
          </p:sp>
          <p:sp>
            <p:nvSpPr>
              <p:cNvPr id="165" name="Freeform: Shape 164">
                <a:extLst>
                  <a:ext uri="{FF2B5EF4-FFF2-40B4-BE49-F238E27FC236}">
                    <a16:creationId xmlns:a16="http://schemas.microsoft.com/office/drawing/2014/main" id="{E7427BFE-6729-26ED-971A-739A729BE0D9}"/>
                  </a:ext>
                </a:extLst>
              </p:cNvPr>
              <p:cNvSpPr/>
              <p:nvPr/>
            </p:nvSpPr>
            <p:spPr>
              <a:xfrm>
                <a:off x="4293386" y="2334465"/>
                <a:ext cx="102148" cy="111774"/>
              </a:xfrm>
              <a:custGeom>
                <a:avLst/>
                <a:gdLst>
                  <a:gd name="csX0" fmla="*/ 102136 w 102148"/>
                  <a:gd name="csY0" fmla="*/ 60288 h 111774"/>
                  <a:gd name="csX1" fmla="*/ 94515 w 102148"/>
                  <a:gd name="csY1" fmla="*/ 69442 h 111774"/>
                  <a:gd name="csX2" fmla="*/ 57005 w 102148"/>
                  <a:gd name="csY2" fmla="*/ 93455 h 111774"/>
                  <a:gd name="csX3" fmla="*/ 25924 w 102148"/>
                  <a:gd name="csY3" fmla="*/ 111677 h 111774"/>
                  <a:gd name="csX4" fmla="*/ 1869 w 102148"/>
                  <a:gd name="csY4" fmla="*/ 97925 h 111774"/>
                  <a:gd name="csX5" fmla="*/ 1869 w 102148"/>
                  <a:gd name="csY5" fmla="*/ 97925 h 111774"/>
                  <a:gd name="csX6" fmla="*/ 1869 w 102148"/>
                  <a:gd name="csY6" fmla="*/ 97883 h 111774"/>
                  <a:gd name="csX7" fmla="*/ 2678 w 102148"/>
                  <a:gd name="csY7" fmla="*/ 72081 h 111774"/>
                  <a:gd name="csX8" fmla="*/ 9746 w 102148"/>
                  <a:gd name="csY8" fmla="*/ 43087 h 111774"/>
                  <a:gd name="csX9" fmla="*/ 9746 w 102148"/>
                  <a:gd name="csY9" fmla="*/ 43002 h 111774"/>
                  <a:gd name="csX10" fmla="*/ 12726 w 102148"/>
                  <a:gd name="csY10" fmla="*/ 15413 h 111774"/>
                  <a:gd name="csX11" fmla="*/ 22476 w 102148"/>
                  <a:gd name="csY11" fmla="*/ 383 h 111774"/>
                  <a:gd name="csX12" fmla="*/ 23200 w 102148"/>
                  <a:gd name="csY12" fmla="*/ 0 h 111774"/>
                  <a:gd name="csX13" fmla="*/ 36611 w 102148"/>
                  <a:gd name="csY13" fmla="*/ 21033 h 111774"/>
                  <a:gd name="csX14" fmla="*/ 64030 w 102148"/>
                  <a:gd name="csY14" fmla="*/ 9409 h 111774"/>
                  <a:gd name="csX15" fmla="*/ 67223 w 102148"/>
                  <a:gd name="csY15" fmla="*/ 9282 h 111774"/>
                  <a:gd name="csX16" fmla="*/ 80166 w 102148"/>
                  <a:gd name="csY16" fmla="*/ 13028 h 111774"/>
                  <a:gd name="csX17" fmla="*/ 80166 w 102148"/>
                  <a:gd name="csY17" fmla="*/ 13028 h 111774"/>
                  <a:gd name="csX18" fmla="*/ 80166 w 102148"/>
                  <a:gd name="csY18" fmla="*/ 13028 h 111774"/>
                  <a:gd name="csX19" fmla="*/ 86127 w 102148"/>
                  <a:gd name="csY19" fmla="*/ 26440 h 111774"/>
                  <a:gd name="csX20" fmla="*/ 92386 w 102148"/>
                  <a:gd name="csY20" fmla="*/ 42661 h 111774"/>
                  <a:gd name="csX21" fmla="*/ 92386 w 102148"/>
                  <a:gd name="csY21" fmla="*/ 42661 h 111774"/>
                  <a:gd name="csX22" fmla="*/ 92386 w 102148"/>
                  <a:gd name="csY22" fmla="*/ 42661 h 111774"/>
                  <a:gd name="csX23" fmla="*/ 102136 w 102148"/>
                  <a:gd name="csY23" fmla="*/ 60288 h 1117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102148" h="111774">
                    <a:moveTo>
                      <a:pt x="102136" y="60288"/>
                    </a:moveTo>
                    <a:cubicBezTo>
                      <a:pt x="101923" y="63864"/>
                      <a:pt x="99326" y="66547"/>
                      <a:pt x="94515" y="69442"/>
                    </a:cubicBezTo>
                    <a:cubicBezTo>
                      <a:pt x="84892" y="75232"/>
                      <a:pt x="67862" y="80299"/>
                      <a:pt x="57005" y="93455"/>
                    </a:cubicBezTo>
                    <a:cubicBezTo>
                      <a:pt x="47553" y="104695"/>
                      <a:pt x="36058" y="110868"/>
                      <a:pt x="25924" y="111677"/>
                    </a:cubicBezTo>
                    <a:cubicBezTo>
                      <a:pt x="15791" y="112486"/>
                      <a:pt x="7021" y="108271"/>
                      <a:pt x="1869" y="97925"/>
                    </a:cubicBezTo>
                    <a:lnTo>
                      <a:pt x="1869" y="97925"/>
                    </a:lnTo>
                    <a:lnTo>
                      <a:pt x="1869" y="97883"/>
                    </a:lnTo>
                    <a:cubicBezTo>
                      <a:pt x="-1324" y="91794"/>
                      <a:pt x="-4" y="82215"/>
                      <a:pt x="2678" y="72081"/>
                    </a:cubicBezTo>
                    <a:cubicBezTo>
                      <a:pt x="5360" y="61948"/>
                      <a:pt x="9235" y="51560"/>
                      <a:pt x="9746" y="43087"/>
                    </a:cubicBezTo>
                    <a:lnTo>
                      <a:pt x="9746" y="43002"/>
                    </a:lnTo>
                    <a:cubicBezTo>
                      <a:pt x="10299" y="32188"/>
                      <a:pt x="10895" y="22693"/>
                      <a:pt x="12726" y="15413"/>
                    </a:cubicBezTo>
                    <a:cubicBezTo>
                      <a:pt x="14557" y="8089"/>
                      <a:pt x="17409" y="3151"/>
                      <a:pt x="22476" y="383"/>
                    </a:cubicBezTo>
                    <a:cubicBezTo>
                      <a:pt x="22731" y="255"/>
                      <a:pt x="22944" y="128"/>
                      <a:pt x="23200" y="0"/>
                    </a:cubicBezTo>
                    <a:cubicBezTo>
                      <a:pt x="23796" y="9367"/>
                      <a:pt x="28436" y="18946"/>
                      <a:pt x="36611" y="21033"/>
                    </a:cubicBezTo>
                    <a:cubicBezTo>
                      <a:pt x="45595" y="23417"/>
                      <a:pt x="58538" y="15711"/>
                      <a:pt x="64030" y="9409"/>
                    </a:cubicBezTo>
                    <a:cubicBezTo>
                      <a:pt x="65137" y="9367"/>
                      <a:pt x="66201" y="9324"/>
                      <a:pt x="67223" y="9282"/>
                    </a:cubicBezTo>
                    <a:cubicBezTo>
                      <a:pt x="72034" y="9154"/>
                      <a:pt x="76037" y="9452"/>
                      <a:pt x="80166" y="13028"/>
                    </a:cubicBezTo>
                    <a:lnTo>
                      <a:pt x="80166" y="13028"/>
                    </a:lnTo>
                    <a:lnTo>
                      <a:pt x="80166" y="13028"/>
                    </a:lnTo>
                    <a:cubicBezTo>
                      <a:pt x="83317" y="15711"/>
                      <a:pt x="84850" y="20777"/>
                      <a:pt x="86127" y="26440"/>
                    </a:cubicBezTo>
                    <a:cubicBezTo>
                      <a:pt x="87447" y="32102"/>
                      <a:pt x="88469" y="38276"/>
                      <a:pt x="92386" y="42661"/>
                    </a:cubicBezTo>
                    <a:lnTo>
                      <a:pt x="92386" y="42661"/>
                    </a:lnTo>
                    <a:lnTo>
                      <a:pt x="92386" y="42661"/>
                    </a:lnTo>
                    <a:cubicBezTo>
                      <a:pt x="99964" y="51049"/>
                      <a:pt x="102349" y="56669"/>
                      <a:pt x="102136" y="60288"/>
                    </a:cubicBezTo>
                    <a:close/>
                  </a:path>
                </a:pathLst>
              </a:custGeom>
              <a:solidFill>
                <a:srgbClr val="F2F2F2"/>
              </a:solidFill>
              <a:ln w="415" cap="flat">
                <a:noFill/>
                <a:prstDash val="solid"/>
                <a:miter/>
              </a:ln>
            </p:spPr>
            <p:txBody>
              <a:bodyPr/>
              <a:lstStyle/>
              <a:p>
                <a:endParaRPr lang="en-US"/>
              </a:p>
            </p:txBody>
          </p:sp>
          <p:sp>
            <p:nvSpPr>
              <p:cNvPr id="166" name="Freeform: Shape 165">
                <a:extLst>
                  <a:ext uri="{FF2B5EF4-FFF2-40B4-BE49-F238E27FC236}">
                    <a16:creationId xmlns:a16="http://schemas.microsoft.com/office/drawing/2014/main" id="{7D31D426-D175-3520-56F6-FED5B18408A5}"/>
                  </a:ext>
                </a:extLst>
              </p:cNvPr>
              <p:cNvSpPr/>
              <p:nvPr/>
            </p:nvSpPr>
            <p:spPr>
              <a:xfrm>
                <a:off x="4103565" y="2335189"/>
                <a:ext cx="109493" cy="106857"/>
              </a:xfrm>
              <a:custGeom>
                <a:avLst/>
                <a:gdLst>
                  <a:gd name="csX0" fmla="*/ 109433 w 109493"/>
                  <a:gd name="csY0" fmla="*/ 86132 h 106857"/>
                  <a:gd name="csX1" fmla="*/ 109433 w 109493"/>
                  <a:gd name="csY1" fmla="*/ 86132 h 106857"/>
                  <a:gd name="csX2" fmla="*/ 109433 w 109493"/>
                  <a:gd name="csY2" fmla="*/ 86132 h 106857"/>
                  <a:gd name="csX3" fmla="*/ 92275 w 109493"/>
                  <a:gd name="csY3" fmla="*/ 106015 h 106857"/>
                  <a:gd name="csX4" fmla="*/ 55702 w 109493"/>
                  <a:gd name="csY4" fmla="*/ 99032 h 106857"/>
                  <a:gd name="csX5" fmla="*/ 55702 w 109493"/>
                  <a:gd name="csY5" fmla="*/ 99032 h 106857"/>
                  <a:gd name="csX6" fmla="*/ 12104 w 109493"/>
                  <a:gd name="csY6" fmla="*/ 89623 h 106857"/>
                  <a:gd name="csX7" fmla="*/ 1119 w 109493"/>
                  <a:gd name="csY7" fmla="*/ 83407 h 106857"/>
                  <a:gd name="csX8" fmla="*/ 2993 w 109493"/>
                  <a:gd name="csY8" fmla="*/ 64588 h 106857"/>
                  <a:gd name="csX9" fmla="*/ 2993 w 109493"/>
                  <a:gd name="csY9" fmla="*/ 64545 h 106857"/>
                  <a:gd name="csX10" fmla="*/ 2993 w 109493"/>
                  <a:gd name="csY10" fmla="*/ 64503 h 106857"/>
                  <a:gd name="csX11" fmla="*/ 2610 w 109493"/>
                  <a:gd name="csY11" fmla="*/ 47430 h 106857"/>
                  <a:gd name="csX12" fmla="*/ 3248 w 109493"/>
                  <a:gd name="csY12" fmla="*/ 33124 h 106857"/>
                  <a:gd name="csX13" fmla="*/ 3248 w 109493"/>
                  <a:gd name="csY13" fmla="*/ 33082 h 106857"/>
                  <a:gd name="csX14" fmla="*/ 13765 w 109493"/>
                  <a:gd name="csY14" fmla="*/ 25035 h 106857"/>
                  <a:gd name="csX15" fmla="*/ 27730 w 109493"/>
                  <a:gd name="csY15" fmla="*/ 17967 h 106857"/>
                  <a:gd name="csX16" fmla="*/ 27772 w 109493"/>
                  <a:gd name="csY16" fmla="*/ 17967 h 106857"/>
                  <a:gd name="csX17" fmla="*/ 27815 w 109493"/>
                  <a:gd name="csY17" fmla="*/ 17967 h 106857"/>
                  <a:gd name="csX18" fmla="*/ 37990 w 109493"/>
                  <a:gd name="csY18" fmla="*/ 5109 h 106857"/>
                  <a:gd name="csX19" fmla="*/ 48081 w 109493"/>
                  <a:gd name="csY19" fmla="*/ 0 h 106857"/>
                  <a:gd name="csX20" fmla="*/ 48209 w 109493"/>
                  <a:gd name="csY20" fmla="*/ 0 h 106857"/>
                  <a:gd name="csX21" fmla="*/ 50635 w 109493"/>
                  <a:gd name="csY21" fmla="*/ 213 h 106857"/>
                  <a:gd name="csX22" fmla="*/ 66218 w 109493"/>
                  <a:gd name="csY22" fmla="*/ 11666 h 106857"/>
                  <a:gd name="csX23" fmla="*/ 80141 w 109493"/>
                  <a:gd name="csY23" fmla="*/ 37084 h 106857"/>
                  <a:gd name="csX24" fmla="*/ 80141 w 109493"/>
                  <a:gd name="csY24" fmla="*/ 37084 h 106857"/>
                  <a:gd name="csX25" fmla="*/ 80141 w 109493"/>
                  <a:gd name="csY25" fmla="*/ 37084 h 106857"/>
                  <a:gd name="csX26" fmla="*/ 98321 w 109493"/>
                  <a:gd name="csY26" fmla="*/ 62033 h 106857"/>
                  <a:gd name="csX27" fmla="*/ 109433 w 109493"/>
                  <a:gd name="csY27" fmla="*/ 86132 h 1068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109493" h="106857">
                    <a:moveTo>
                      <a:pt x="109433" y="86132"/>
                    </a:moveTo>
                    <a:lnTo>
                      <a:pt x="109433" y="86132"/>
                    </a:lnTo>
                    <a:lnTo>
                      <a:pt x="109433" y="86132"/>
                    </a:lnTo>
                    <a:cubicBezTo>
                      <a:pt x="108582" y="97542"/>
                      <a:pt x="102153" y="103758"/>
                      <a:pt x="92275" y="106015"/>
                    </a:cubicBezTo>
                    <a:cubicBezTo>
                      <a:pt x="82440" y="108271"/>
                      <a:pt x="69071" y="106015"/>
                      <a:pt x="55702" y="99032"/>
                    </a:cubicBezTo>
                    <a:lnTo>
                      <a:pt x="55702" y="99032"/>
                    </a:lnTo>
                    <a:cubicBezTo>
                      <a:pt x="40928" y="91198"/>
                      <a:pt x="23387" y="92007"/>
                      <a:pt x="12104" y="89623"/>
                    </a:cubicBezTo>
                    <a:cubicBezTo>
                      <a:pt x="6484" y="88431"/>
                      <a:pt x="2780" y="86685"/>
                      <a:pt x="1119" y="83407"/>
                    </a:cubicBezTo>
                    <a:cubicBezTo>
                      <a:pt x="-584" y="80128"/>
                      <a:pt x="-626" y="74381"/>
                      <a:pt x="2993" y="64588"/>
                    </a:cubicBezTo>
                    <a:lnTo>
                      <a:pt x="2993" y="64545"/>
                    </a:lnTo>
                    <a:lnTo>
                      <a:pt x="2993" y="64503"/>
                    </a:lnTo>
                    <a:cubicBezTo>
                      <a:pt x="4781" y="59053"/>
                      <a:pt x="3461" y="53050"/>
                      <a:pt x="2610" y="47430"/>
                    </a:cubicBezTo>
                    <a:cubicBezTo>
                      <a:pt x="1758" y="41810"/>
                      <a:pt x="1332" y="36701"/>
                      <a:pt x="3248" y="33124"/>
                    </a:cubicBezTo>
                    <a:lnTo>
                      <a:pt x="3248" y="33082"/>
                    </a:lnTo>
                    <a:cubicBezTo>
                      <a:pt x="5718" y="28356"/>
                      <a:pt x="9294" y="26653"/>
                      <a:pt x="13765" y="25035"/>
                    </a:cubicBezTo>
                    <a:cubicBezTo>
                      <a:pt x="18235" y="23417"/>
                      <a:pt x="23557" y="22182"/>
                      <a:pt x="27730" y="17967"/>
                    </a:cubicBezTo>
                    <a:lnTo>
                      <a:pt x="27772" y="17967"/>
                    </a:lnTo>
                    <a:lnTo>
                      <a:pt x="27815" y="17967"/>
                    </a:lnTo>
                    <a:cubicBezTo>
                      <a:pt x="31689" y="13880"/>
                      <a:pt x="34584" y="8771"/>
                      <a:pt x="37990" y="5109"/>
                    </a:cubicBezTo>
                    <a:cubicBezTo>
                      <a:pt x="40843" y="2044"/>
                      <a:pt x="43738" y="0"/>
                      <a:pt x="48081" y="0"/>
                    </a:cubicBezTo>
                    <a:cubicBezTo>
                      <a:pt x="48124" y="0"/>
                      <a:pt x="48166" y="0"/>
                      <a:pt x="48209" y="0"/>
                    </a:cubicBezTo>
                    <a:cubicBezTo>
                      <a:pt x="48975" y="0"/>
                      <a:pt x="49784" y="85"/>
                      <a:pt x="50635" y="213"/>
                    </a:cubicBezTo>
                    <a:cubicBezTo>
                      <a:pt x="56383" y="1064"/>
                      <a:pt x="61407" y="5109"/>
                      <a:pt x="66218" y="11666"/>
                    </a:cubicBezTo>
                    <a:lnTo>
                      <a:pt x="80141" y="37084"/>
                    </a:lnTo>
                    <a:lnTo>
                      <a:pt x="80141" y="37084"/>
                    </a:lnTo>
                    <a:lnTo>
                      <a:pt x="80141" y="37084"/>
                    </a:lnTo>
                    <a:cubicBezTo>
                      <a:pt x="83845" y="44833"/>
                      <a:pt x="91679" y="53348"/>
                      <a:pt x="98321" y="62033"/>
                    </a:cubicBezTo>
                    <a:cubicBezTo>
                      <a:pt x="104963" y="70719"/>
                      <a:pt x="110114" y="79447"/>
                      <a:pt x="109433" y="86132"/>
                    </a:cubicBezTo>
                    <a:close/>
                  </a:path>
                </a:pathLst>
              </a:custGeom>
              <a:solidFill>
                <a:srgbClr val="F2F2F2"/>
              </a:solidFill>
              <a:ln w="415" cap="flat">
                <a:noFill/>
                <a:prstDash val="solid"/>
                <a:miter/>
              </a:ln>
            </p:spPr>
            <p:txBody>
              <a:bodyPr/>
              <a:lstStyle/>
              <a:p>
                <a:endParaRPr lang="en-US"/>
              </a:p>
            </p:txBody>
          </p:sp>
          <p:sp>
            <p:nvSpPr>
              <p:cNvPr id="167" name="Freeform: Shape 166">
                <a:extLst>
                  <a:ext uri="{FF2B5EF4-FFF2-40B4-BE49-F238E27FC236}">
                    <a16:creationId xmlns:a16="http://schemas.microsoft.com/office/drawing/2014/main" id="{2616D6E2-12CB-B8E1-B74E-05D0CEFABAF1}"/>
                  </a:ext>
                </a:extLst>
              </p:cNvPr>
              <p:cNvSpPr/>
              <p:nvPr/>
            </p:nvSpPr>
            <p:spPr>
              <a:xfrm>
                <a:off x="4207286" y="2165607"/>
                <a:ext cx="76115" cy="49437"/>
              </a:xfrm>
              <a:custGeom>
                <a:avLst/>
                <a:gdLst>
                  <a:gd name="csX0" fmla="*/ 75239 w 76115"/>
                  <a:gd name="csY0" fmla="*/ 18862 h 49437"/>
                  <a:gd name="csX1" fmla="*/ 67959 w 76115"/>
                  <a:gd name="csY1" fmla="*/ 12987 h 49437"/>
                  <a:gd name="csX2" fmla="*/ 67959 w 76115"/>
                  <a:gd name="csY2" fmla="*/ 12987 h 49437"/>
                  <a:gd name="csX3" fmla="*/ 67959 w 76115"/>
                  <a:gd name="csY3" fmla="*/ 12987 h 49437"/>
                  <a:gd name="csX4" fmla="*/ 51823 w 76115"/>
                  <a:gd name="csY4" fmla="*/ 6345 h 49437"/>
                  <a:gd name="csX5" fmla="*/ 33345 w 76115"/>
                  <a:gd name="csY5" fmla="*/ 1 h 49437"/>
                  <a:gd name="csX6" fmla="*/ 26234 w 76115"/>
                  <a:gd name="csY6" fmla="*/ 1193 h 49437"/>
                  <a:gd name="csX7" fmla="*/ 13462 w 76115"/>
                  <a:gd name="csY7" fmla="*/ 10134 h 49437"/>
                  <a:gd name="csX8" fmla="*/ 13462 w 76115"/>
                  <a:gd name="csY8" fmla="*/ 10134 h 49437"/>
                  <a:gd name="csX9" fmla="*/ 13462 w 76115"/>
                  <a:gd name="csY9" fmla="*/ 10134 h 49437"/>
                  <a:gd name="csX10" fmla="*/ 10737 w 76115"/>
                  <a:gd name="csY10" fmla="*/ 12178 h 49437"/>
                  <a:gd name="csX11" fmla="*/ 3371 w 76115"/>
                  <a:gd name="csY11" fmla="*/ 17627 h 49437"/>
                  <a:gd name="csX12" fmla="*/ 391 w 76115"/>
                  <a:gd name="csY12" fmla="*/ 26313 h 49437"/>
                  <a:gd name="csX13" fmla="*/ 10864 w 76115"/>
                  <a:gd name="csY13" fmla="*/ 37212 h 49437"/>
                  <a:gd name="csX14" fmla="*/ 10864 w 76115"/>
                  <a:gd name="csY14" fmla="*/ 37212 h 49437"/>
                  <a:gd name="csX15" fmla="*/ 10864 w 76115"/>
                  <a:gd name="csY15" fmla="*/ 37212 h 49437"/>
                  <a:gd name="csX16" fmla="*/ 20231 w 76115"/>
                  <a:gd name="csY16" fmla="*/ 44834 h 49437"/>
                  <a:gd name="csX17" fmla="*/ 25170 w 76115"/>
                  <a:gd name="csY17" fmla="*/ 47899 h 49437"/>
                  <a:gd name="csX18" fmla="*/ 31982 w 76115"/>
                  <a:gd name="csY18" fmla="*/ 49389 h 49437"/>
                  <a:gd name="csX19" fmla="*/ 47395 w 76115"/>
                  <a:gd name="csY19" fmla="*/ 45430 h 49437"/>
                  <a:gd name="csX20" fmla="*/ 59231 w 76115"/>
                  <a:gd name="csY20" fmla="*/ 38788 h 49437"/>
                  <a:gd name="csX21" fmla="*/ 59231 w 76115"/>
                  <a:gd name="csY21" fmla="*/ 38788 h 49437"/>
                  <a:gd name="csX22" fmla="*/ 59231 w 76115"/>
                  <a:gd name="csY22" fmla="*/ 38788 h 49437"/>
                  <a:gd name="csX23" fmla="*/ 75452 w 76115"/>
                  <a:gd name="csY23" fmla="*/ 25887 h 49437"/>
                  <a:gd name="csX24" fmla="*/ 75239 w 76115"/>
                  <a:gd name="csY24" fmla="*/ 18862 h 494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76115" h="49437">
                    <a:moveTo>
                      <a:pt x="75239" y="18862"/>
                    </a:moveTo>
                    <a:cubicBezTo>
                      <a:pt x="74132" y="16691"/>
                      <a:pt x="71833" y="14562"/>
                      <a:pt x="67959" y="12987"/>
                    </a:cubicBezTo>
                    <a:lnTo>
                      <a:pt x="67959" y="12987"/>
                    </a:lnTo>
                    <a:lnTo>
                      <a:pt x="67959" y="12987"/>
                    </a:lnTo>
                    <a:cubicBezTo>
                      <a:pt x="59869" y="9538"/>
                      <a:pt x="56336" y="9282"/>
                      <a:pt x="51823" y="6345"/>
                    </a:cubicBezTo>
                    <a:cubicBezTo>
                      <a:pt x="44457" y="1619"/>
                      <a:pt x="38411" y="-42"/>
                      <a:pt x="33345" y="1"/>
                    </a:cubicBezTo>
                    <a:cubicBezTo>
                      <a:pt x="30705" y="1"/>
                      <a:pt x="28321" y="469"/>
                      <a:pt x="26234" y="1193"/>
                    </a:cubicBezTo>
                    <a:cubicBezTo>
                      <a:pt x="20061" y="3322"/>
                      <a:pt x="16016" y="7707"/>
                      <a:pt x="13462" y="10134"/>
                    </a:cubicBezTo>
                    <a:lnTo>
                      <a:pt x="13462" y="10134"/>
                    </a:lnTo>
                    <a:lnTo>
                      <a:pt x="13462" y="10134"/>
                    </a:lnTo>
                    <a:cubicBezTo>
                      <a:pt x="12951" y="10602"/>
                      <a:pt x="12312" y="11028"/>
                      <a:pt x="10737" y="12178"/>
                    </a:cubicBezTo>
                    <a:cubicBezTo>
                      <a:pt x="9161" y="13327"/>
                      <a:pt x="6777" y="15073"/>
                      <a:pt x="3371" y="17627"/>
                    </a:cubicBezTo>
                    <a:cubicBezTo>
                      <a:pt x="348" y="19884"/>
                      <a:pt x="-631" y="22864"/>
                      <a:pt x="391" y="26313"/>
                    </a:cubicBezTo>
                    <a:cubicBezTo>
                      <a:pt x="1455" y="29762"/>
                      <a:pt x="4776" y="33764"/>
                      <a:pt x="10864" y="37212"/>
                    </a:cubicBezTo>
                    <a:lnTo>
                      <a:pt x="10864" y="37212"/>
                    </a:lnTo>
                    <a:lnTo>
                      <a:pt x="10864" y="37212"/>
                    </a:lnTo>
                    <a:cubicBezTo>
                      <a:pt x="14654" y="39426"/>
                      <a:pt x="17251" y="42449"/>
                      <a:pt x="20231" y="44834"/>
                    </a:cubicBezTo>
                    <a:cubicBezTo>
                      <a:pt x="21721" y="46026"/>
                      <a:pt x="23297" y="47090"/>
                      <a:pt x="25170" y="47899"/>
                    </a:cubicBezTo>
                    <a:cubicBezTo>
                      <a:pt x="27043" y="48708"/>
                      <a:pt x="29257" y="49261"/>
                      <a:pt x="31982" y="49389"/>
                    </a:cubicBezTo>
                    <a:cubicBezTo>
                      <a:pt x="38454" y="49772"/>
                      <a:pt x="43180" y="47814"/>
                      <a:pt x="47395" y="45430"/>
                    </a:cubicBezTo>
                    <a:cubicBezTo>
                      <a:pt x="51610" y="43045"/>
                      <a:pt x="55144" y="40108"/>
                      <a:pt x="59231" y="38788"/>
                    </a:cubicBezTo>
                    <a:lnTo>
                      <a:pt x="59231" y="38788"/>
                    </a:lnTo>
                    <a:lnTo>
                      <a:pt x="59231" y="38788"/>
                    </a:lnTo>
                    <a:cubicBezTo>
                      <a:pt x="67618" y="36191"/>
                      <a:pt x="73579" y="30911"/>
                      <a:pt x="75452" y="25887"/>
                    </a:cubicBezTo>
                    <a:cubicBezTo>
                      <a:pt x="76389" y="23418"/>
                      <a:pt x="76346" y="21033"/>
                      <a:pt x="75239" y="18862"/>
                    </a:cubicBezTo>
                    <a:close/>
                  </a:path>
                </a:pathLst>
              </a:custGeom>
              <a:solidFill>
                <a:srgbClr val="F2F2F2"/>
              </a:solidFill>
              <a:ln w="415" cap="flat">
                <a:noFill/>
                <a:prstDash val="solid"/>
                <a:miter/>
              </a:ln>
            </p:spPr>
            <p:txBody>
              <a:bodyPr/>
              <a:lstStyle/>
              <a:p>
                <a:endParaRPr lang="en-US"/>
              </a:p>
            </p:txBody>
          </p:sp>
          <p:sp>
            <p:nvSpPr>
              <p:cNvPr id="168" name="Freeform: Shape 167">
                <a:extLst>
                  <a:ext uri="{FF2B5EF4-FFF2-40B4-BE49-F238E27FC236}">
                    <a16:creationId xmlns:a16="http://schemas.microsoft.com/office/drawing/2014/main" id="{F9D6D9AD-7509-4A6B-D4A0-753917174272}"/>
                  </a:ext>
                </a:extLst>
              </p:cNvPr>
              <p:cNvSpPr/>
              <p:nvPr/>
            </p:nvSpPr>
            <p:spPr>
              <a:xfrm>
                <a:off x="4211396" y="2184624"/>
                <a:ext cx="63558" cy="19855"/>
              </a:xfrm>
              <a:custGeom>
                <a:avLst/>
                <a:gdLst>
                  <a:gd name="csX0" fmla="*/ 49884 w 63558"/>
                  <a:gd name="csY0" fmla="*/ 12192 h 19855"/>
                  <a:gd name="csX1" fmla="*/ 27148 w 63558"/>
                  <a:gd name="csY1" fmla="*/ 19856 h 19855"/>
                  <a:gd name="csX2" fmla="*/ 7648 w 63558"/>
                  <a:gd name="csY2" fmla="*/ 12320 h 19855"/>
                  <a:gd name="csX3" fmla="*/ 1943 w 63558"/>
                  <a:gd name="csY3" fmla="*/ 7253 h 19855"/>
                  <a:gd name="csX4" fmla="*/ 751 w 63558"/>
                  <a:gd name="csY4" fmla="*/ 2612 h 19855"/>
                  <a:gd name="csX5" fmla="*/ 3816 w 63558"/>
                  <a:gd name="csY5" fmla="*/ 6103 h 19855"/>
                  <a:gd name="csX6" fmla="*/ 9351 w 63558"/>
                  <a:gd name="csY6" fmla="*/ 11000 h 19855"/>
                  <a:gd name="csX7" fmla="*/ 27148 w 63558"/>
                  <a:gd name="csY7" fmla="*/ 17940 h 19855"/>
                  <a:gd name="csX8" fmla="*/ 48479 w 63558"/>
                  <a:gd name="csY8" fmla="*/ 10617 h 19855"/>
                  <a:gd name="csX9" fmla="*/ 58399 w 63558"/>
                  <a:gd name="csY9" fmla="*/ 3634 h 19855"/>
                  <a:gd name="csX10" fmla="*/ 62657 w 63558"/>
                  <a:gd name="csY10" fmla="*/ 15 h 19855"/>
                  <a:gd name="csX11" fmla="*/ 60400 w 63558"/>
                  <a:gd name="csY11" fmla="*/ 4741 h 19855"/>
                  <a:gd name="csX12" fmla="*/ 49884 w 63558"/>
                  <a:gd name="csY12" fmla="*/ 12192 h 198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3558" h="19855">
                    <a:moveTo>
                      <a:pt x="49884" y="12192"/>
                    </a:moveTo>
                    <a:cubicBezTo>
                      <a:pt x="43242" y="15683"/>
                      <a:pt x="35450" y="19856"/>
                      <a:pt x="27148" y="19856"/>
                    </a:cubicBezTo>
                    <a:cubicBezTo>
                      <a:pt x="18888" y="19856"/>
                      <a:pt x="12332" y="16024"/>
                      <a:pt x="7648" y="12320"/>
                    </a:cubicBezTo>
                    <a:cubicBezTo>
                      <a:pt x="5307" y="10446"/>
                      <a:pt x="3391" y="8615"/>
                      <a:pt x="1943" y="7253"/>
                    </a:cubicBezTo>
                    <a:cubicBezTo>
                      <a:pt x="-569" y="5294"/>
                      <a:pt x="-271" y="2527"/>
                      <a:pt x="751" y="2612"/>
                    </a:cubicBezTo>
                    <a:cubicBezTo>
                      <a:pt x="2454" y="2825"/>
                      <a:pt x="2709" y="5082"/>
                      <a:pt x="3816" y="6103"/>
                    </a:cubicBezTo>
                    <a:cubicBezTo>
                      <a:pt x="5264" y="7466"/>
                      <a:pt x="7137" y="9254"/>
                      <a:pt x="9351" y="11000"/>
                    </a:cubicBezTo>
                    <a:cubicBezTo>
                      <a:pt x="13779" y="14534"/>
                      <a:pt x="19740" y="17940"/>
                      <a:pt x="27148" y="17940"/>
                    </a:cubicBezTo>
                    <a:cubicBezTo>
                      <a:pt x="34556" y="17940"/>
                      <a:pt x="43199" y="13597"/>
                      <a:pt x="48479" y="10617"/>
                    </a:cubicBezTo>
                    <a:cubicBezTo>
                      <a:pt x="51459" y="8956"/>
                      <a:pt x="55291" y="5933"/>
                      <a:pt x="58399" y="3634"/>
                    </a:cubicBezTo>
                    <a:cubicBezTo>
                      <a:pt x="60783" y="1888"/>
                      <a:pt x="60698" y="-198"/>
                      <a:pt x="62657" y="15"/>
                    </a:cubicBezTo>
                    <a:cubicBezTo>
                      <a:pt x="64615" y="228"/>
                      <a:pt x="63167" y="2357"/>
                      <a:pt x="60400" y="4741"/>
                    </a:cubicBezTo>
                    <a:cubicBezTo>
                      <a:pt x="57633" y="7125"/>
                      <a:pt x="53375" y="10361"/>
                      <a:pt x="49884" y="12192"/>
                    </a:cubicBezTo>
                    <a:close/>
                  </a:path>
                </a:pathLst>
              </a:custGeom>
              <a:solidFill>
                <a:srgbClr val="0091A0"/>
              </a:solidFill>
              <a:ln w="415" cap="flat">
                <a:noFill/>
                <a:prstDash val="solid"/>
                <a:miter/>
              </a:ln>
            </p:spPr>
            <p:txBody>
              <a:bodyPr/>
              <a:lstStyle/>
              <a:p>
                <a:endParaRPr lang="en-US"/>
              </a:p>
            </p:txBody>
          </p:sp>
          <p:sp>
            <p:nvSpPr>
              <p:cNvPr id="169" name="Freeform: Shape 168">
                <a:extLst>
                  <a:ext uri="{FF2B5EF4-FFF2-40B4-BE49-F238E27FC236}">
                    <a16:creationId xmlns:a16="http://schemas.microsoft.com/office/drawing/2014/main" id="{AB83520D-E876-6489-1ACF-8C9A75BC369A}"/>
                  </a:ext>
                </a:extLst>
              </p:cNvPr>
              <p:cNvSpPr/>
              <p:nvPr/>
            </p:nvSpPr>
            <p:spPr>
              <a:xfrm>
                <a:off x="4161486" y="2196305"/>
                <a:ext cx="202442" cy="217471"/>
              </a:xfrm>
              <a:custGeom>
                <a:avLst/>
                <a:gdLst>
                  <a:gd name="csX0" fmla="*/ 201763 w 202442"/>
                  <a:gd name="csY0" fmla="*/ 142630 h 217471"/>
                  <a:gd name="csX1" fmla="*/ 199038 w 202442"/>
                  <a:gd name="csY1" fmla="*/ 142630 h 217471"/>
                  <a:gd name="csX2" fmla="*/ 198783 w 202442"/>
                  <a:gd name="csY2" fmla="*/ 142630 h 217471"/>
                  <a:gd name="csX3" fmla="*/ 182519 w 202442"/>
                  <a:gd name="csY3" fmla="*/ 123982 h 217471"/>
                  <a:gd name="csX4" fmla="*/ 155526 w 202442"/>
                  <a:gd name="csY4" fmla="*/ 130922 h 217471"/>
                  <a:gd name="csX5" fmla="*/ 155228 w 202442"/>
                  <a:gd name="csY5" fmla="*/ 132923 h 217471"/>
                  <a:gd name="csX6" fmla="*/ 152077 w 202442"/>
                  <a:gd name="csY6" fmla="*/ 134328 h 217471"/>
                  <a:gd name="csX7" fmla="*/ 139943 w 202442"/>
                  <a:gd name="csY7" fmla="*/ 152423 h 217471"/>
                  <a:gd name="csX8" fmla="*/ 136835 w 202442"/>
                  <a:gd name="csY8" fmla="*/ 180906 h 217471"/>
                  <a:gd name="csX9" fmla="*/ 136835 w 202442"/>
                  <a:gd name="csY9" fmla="*/ 180906 h 217471"/>
                  <a:gd name="csX10" fmla="*/ 131981 w 202442"/>
                  <a:gd name="csY10" fmla="*/ 201556 h 217471"/>
                  <a:gd name="csX11" fmla="*/ 50320 w 202442"/>
                  <a:gd name="csY11" fmla="*/ 206537 h 217471"/>
                  <a:gd name="csX12" fmla="*/ 44232 w 202442"/>
                  <a:gd name="csY12" fmla="*/ 197937 h 217471"/>
                  <a:gd name="csX13" fmla="*/ 40017 w 202442"/>
                  <a:gd name="csY13" fmla="*/ 192572 h 217471"/>
                  <a:gd name="csX14" fmla="*/ 47042 w 202442"/>
                  <a:gd name="csY14" fmla="*/ 191252 h 217471"/>
                  <a:gd name="csX15" fmla="*/ 51895 w 202442"/>
                  <a:gd name="csY15" fmla="*/ 186228 h 217471"/>
                  <a:gd name="csX16" fmla="*/ 46616 w 202442"/>
                  <a:gd name="csY16" fmla="*/ 168431 h 217471"/>
                  <a:gd name="csX17" fmla="*/ 19325 w 202442"/>
                  <a:gd name="csY17" fmla="*/ 145227 h 217471"/>
                  <a:gd name="csX18" fmla="*/ 19325 w 202442"/>
                  <a:gd name="csY18" fmla="*/ 145227 h 217471"/>
                  <a:gd name="csX19" fmla="*/ 1783 w 202442"/>
                  <a:gd name="csY19" fmla="*/ 123939 h 217471"/>
                  <a:gd name="csX20" fmla="*/ 1570 w 202442"/>
                  <a:gd name="csY20" fmla="*/ 98819 h 217471"/>
                  <a:gd name="csX21" fmla="*/ 20985 w 202442"/>
                  <a:gd name="csY21" fmla="*/ 56626 h 217471"/>
                  <a:gd name="csX22" fmla="*/ 14812 w 202442"/>
                  <a:gd name="csY22" fmla="*/ 71443 h 217471"/>
                  <a:gd name="csX23" fmla="*/ 12938 w 202442"/>
                  <a:gd name="csY23" fmla="*/ 130240 h 217471"/>
                  <a:gd name="csX24" fmla="*/ 22773 w 202442"/>
                  <a:gd name="csY24" fmla="*/ 86387 h 217471"/>
                  <a:gd name="csX25" fmla="*/ 50831 w 202442"/>
                  <a:gd name="csY25" fmla="*/ 6003 h 217471"/>
                  <a:gd name="csX26" fmla="*/ 55216 w 202442"/>
                  <a:gd name="csY26" fmla="*/ 8898 h 217471"/>
                  <a:gd name="csX27" fmla="*/ 55216 w 202442"/>
                  <a:gd name="csY27" fmla="*/ 8898 h 217471"/>
                  <a:gd name="csX28" fmla="*/ 64200 w 202442"/>
                  <a:gd name="csY28" fmla="*/ 16264 h 217471"/>
                  <a:gd name="csX29" fmla="*/ 77526 w 202442"/>
                  <a:gd name="csY29" fmla="*/ 21458 h 217471"/>
                  <a:gd name="csX30" fmla="*/ 79229 w 202442"/>
                  <a:gd name="csY30" fmla="*/ 21501 h 217471"/>
                  <a:gd name="csX31" fmla="*/ 94471 w 202442"/>
                  <a:gd name="csY31" fmla="*/ 17116 h 217471"/>
                  <a:gd name="csX32" fmla="*/ 105797 w 202442"/>
                  <a:gd name="csY32" fmla="*/ 10687 h 217471"/>
                  <a:gd name="csX33" fmla="*/ 105797 w 202442"/>
                  <a:gd name="csY33" fmla="*/ 10687 h 217471"/>
                  <a:gd name="csX34" fmla="*/ 121720 w 202442"/>
                  <a:gd name="csY34" fmla="*/ 0 h 217471"/>
                  <a:gd name="csX35" fmla="*/ 148245 w 202442"/>
                  <a:gd name="csY35" fmla="*/ 68292 h 217471"/>
                  <a:gd name="csX36" fmla="*/ 165063 w 202442"/>
                  <a:gd name="csY36" fmla="*/ 114402 h 217471"/>
                  <a:gd name="csX37" fmla="*/ 172854 w 202442"/>
                  <a:gd name="csY37" fmla="*/ 115381 h 217471"/>
                  <a:gd name="csX38" fmla="*/ 156207 w 202442"/>
                  <a:gd name="csY38" fmla="*/ 54838 h 217471"/>
                  <a:gd name="csX39" fmla="*/ 154376 w 202442"/>
                  <a:gd name="csY39" fmla="*/ 50197 h 217471"/>
                  <a:gd name="csX40" fmla="*/ 179496 w 202442"/>
                  <a:gd name="csY40" fmla="*/ 92263 h 217471"/>
                  <a:gd name="csX41" fmla="*/ 179751 w 202442"/>
                  <a:gd name="csY41" fmla="*/ 117723 h 217471"/>
                  <a:gd name="csX42" fmla="*/ 182902 w 202442"/>
                  <a:gd name="csY42" fmla="*/ 119128 h 217471"/>
                  <a:gd name="csX43" fmla="*/ 201763 w 202442"/>
                  <a:gd name="csY43" fmla="*/ 142630 h 217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202442" h="217471">
                    <a:moveTo>
                      <a:pt x="201763" y="142630"/>
                    </a:moveTo>
                    <a:cubicBezTo>
                      <a:pt x="200827" y="142588"/>
                      <a:pt x="199932" y="142588"/>
                      <a:pt x="199038" y="142630"/>
                    </a:cubicBezTo>
                    <a:cubicBezTo>
                      <a:pt x="198953" y="142630"/>
                      <a:pt x="198868" y="142630"/>
                      <a:pt x="198783" y="142630"/>
                    </a:cubicBezTo>
                    <a:cubicBezTo>
                      <a:pt x="201082" y="135392"/>
                      <a:pt x="196016" y="130070"/>
                      <a:pt x="182519" y="123982"/>
                    </a:cubicBezTo>
                    <a:cubicBezTo>
                      <a:pt x="168554" y="117851"/>
                      <a:pt x="157399" y="118447"/>
                      <a:pt x="155526" y="130922"/>
                    </a:cubicBezTo>
                    <a:cubicBezTo>
                      <a:pt x="155398" y="131560"/>
                      <a:pt x="155313" y="132242"/>
                      <a:pt x="155228" y="132923"/>
                    </a:cubicBezTo>
                    <a:cubicBezTo>
                      <a:pt x="154163" y="133306"/>
                      <a:pt x="153141" y="133732"/>
                      <a:pt x="152077" y="134328"/>
                    </a:cubicBezTo>
                    <a:cubicBezTo>
                      <a:pt x="145520" y="137904"/>
                      <a:pt x="141944" y="144418"/>
                      <a:pt x="139943" y="152423"/>
                    </a:cubicBezTo>
                    <a:cubicBezTo>
                      <a:pt x="137942" y="160427"/>
                      <a:pt x="137388" y="170049"/>
                      <a:pt x="136835" y="180906"/>
                    </a:cubicBezTo>
                    <a:lnTo>
                      <a:pt x="136835" y="180906"/>
                    </a:lnTo>
                    <a:cubicBezTo>
                      <a:pt x="136494" y="186356"/>
                      <a:pt x="134238" y="193764"/>
                      <a:pt x="131981" y="201556"/>
                    </a:cubicBezTo>
                    <a:cubicBezTo>
                      <a:pt x="109075" y="217905"/>
                      <a:pt x="77313" y="224972"/>
                      <a:pt x="50320" y="206537"/>
                    </a:cubicBezTo>
                    <a:cubicBezTo>
                      <a:pt x="48489" y="203642"/>
                      <a:pt x="46403" y="200789"/>
                      <a:pt x="44232" y="197937"/>
                    </a:cubicBezTo>
                    <a:cubicBezTo>
                      <a:pt x="42869" y="196148"/>
                      <a:pt x="41422" y="194318"/>
                      <a:pt x="40017" y="192572"/>
                    </a:cubicBezTo>
                    <a:cubicBezTo>
                      <a:pt x="42784" y="192572"/>
                      <a:pt x="45126" y="192104"/>
                      <a:pt x="47042" y="191252"/>
                    </a:cubicBezTo>
                    <a:cubicBezTo>
                      <a:pt x="49426" y="190188"/>
                      <a:pt x="51086" y="188442"/>
                      <a:pt x="51895" y="186228"/>
                    </a:cubicBezTo>
                    <a:cubicBezTo>
                      <a:pt x="53556" y="181800"/>
                      <a:pt x="51895" y="175584"/>
                      <a:pt x="46616" y="168431"/>
                    </a:cubicBezTo>
                    <a:cubicBezTo>
                      <a:pt x="41336" y="161321"/>
                      <a:pt x="32438" y="153274"/>
                      <a:pt x="19325" y="145227"/>
                    </a:cubicBezTo>
                    <a:lnTo>
                      <a:pt x="19325" y="145227"/>
                    </a:lnTo>
                    <a:cubicBezTo>
                      <a:pt x="9702" y="139224"/>
                      <a:pt x="4295" y="131901"/>
                      <a:pt x="1783" y="123939"/>
                    </a:cubicBezTo>
                    <a:cubicBezTo>
                      <a:pt x="-729" y="115977"/>
                      <a:pt x="-388" y="107334"/>
                      <a:pt x="1570" y="98819"/>
                    </a:cubicBezTo>
                    <a:cubicBezTo>
                      <a:pt x="5317" y="82470"/>
                      <a:pt x="14897" y="66589"/>
                      <a:pt x="20985" y="56626"/>
                    </a:cubicBezTo>
                    <a:cubicBezTo>
                      <a:pt x="22646" y="55434"/>
                      <a:pt x="21581" y="58883"/>
                      <a:pt x="14812" y="71443"/>
                    </a:cubicBezTo>
                    <a:cubicBezTo>
                      <a:pt x="8723" y="82938"/>
                      <a:pt x="-2602" y="109506"/>
                      <a:pt x="12938" y="130240"/>
                    </a:cubicBezTo>
                    <a:cubicBezTo>
                      <a:pt x="13364" y="115509"/>
                      <a:pt x="16898" y="100437"/>
                      <a:pt x="22773" y="86387"/>
                    </a:cubicBezTo>
                    <a:cubicBezTo>
                      <a:pt x="31374" y="66845"/>
                      <a:pt x="49383" y="32997"/>
                      <a:pt x="50831" y="6003"/>
                    </a:cubicBezTo>
                    <a:cubicBezTo>
                      <a:pt x="51555" y="6557"/>
                      <a:pt x="54109" y="8260"/>
                      <a:pt x="55216" y="8898"/>
                    </a:cubicBezTo>
                    <a:lnTo>
                      <a:pt x="55216" y="8898"/>
                    </a:lnTo>
                    <a:cubicBezTo>
                      <a:pt x="58537" y="10857"/>
                      <a:pt x="61007" y="13710"/>
                      <a:pt x="64200" y="16264"/>
                    </a:cubicBezTo>
                    <a:cubicBezTo>
                      <a:pt x="67436" y="18861"/>
                      <a:pt x="71438" y="21075"/>
                      <a:pt x="77526" y="21458"/>
                    </a:cubicBezTo>
                    <a:cubicBezTo>
                      <a:pt x="78122" y="21501"/>
                      <a:pt x="78676" y="21501"/>
                      <a:pt x="79229" y="21501"/>
                    </a:cubicBezTo>
                    <a:cubicBezTo>
                      <a:pt x="85488" y="21501"/>
                      <a:pt x="90384" y="19457"/>
                      <a:pt x="94471" y="17116"/>
                    </a:cubicBezTo>
                    <a:cubicBezTo>
                      <a:pt x="98899" y="14604"/>
                      <a:pt x="102433" y="11794"/>
                      <a:pt x="105797" y="10687"/>
                    </a:cubicBezTo>
                    <a:lnTo>
                      <a:pt x="105797" y="10687"/>
                    </a:lnTo>
                    <a:cubicBezTo>
                      <a:pt x="112864" y="8473"/>
                      <a:pt x="118484" y="4556"/>
                      <a:pt x="121720" y="0"/>
                    </a:cubicBezTo>
                    <a:cubicBezTo>
                      <a:pt x="127212" y="21671"/>
                      <a:pt x="140028" y="53007"/>
                      <a:pt x="148245" y="68292"/>
                    </a:cubicBezTo>
                    <a:cubicBezTo>
                      <a:pt x="152630" y="76382"/>
                      <a:pt x="161316" y="93625"/>
                      <a:pt x="165063" y="114402"/>
                    </a:cubicBezTo>
                    <a:cubicBezTo>
                      <a:pt x="167447" y="114317"/>
                      <a:pt x="170087" y="114658"/>
                      <a:pt x="172854" y="115381"/>
                    </a:cubicBezTo>
                    <a:cubicBezTo>
                      <a:pt x="182689" y="89921"/>
                      <a:pt x="164509" y="62502"/>
                      <a:pt x="156207" y="54838"/>
                    </a:cubicBezTo>
                    <a:cubicBezTo>
                      <a:pt x="152843" y="51602"/>
                      <a:pt x="152673" y="50112"/>
                      <a:pt x="154376" y="50197"/>
                    </a:cubicBezTo>
                    <a:cubicBezTo>
                      <a:pt x="163360" y="58159"/>
                      <a:pt x="175196" y="74168"/>
                      <a:pt x="179496" y="92263"/>
                    </a:cubicBezTo>
                    <a:cubicBezTo>
                      <a:pt x="181454" y="100522"/>
                      <a:pt x="181880" y="109165"/>
                      <a:pt x="179751" y="117723"/>
                    </a:cubicBezTo>
                    <a:cubicBezTo>
                      <a:pt x="180773" y="118149"/>
                      <a:pt x="181838" y="118617"/>
                      <a:pt x="182902" y="119128"/>
                    </a:cubicBezTo>
                    <a:cubicBezTo>
                      <a:pt x="198740" y="126834"/>
                      <a:pt x="204573" y="133519"/>
                      <a:pt x="201763" y="142630"/>
                    </a:cubicBezTo>
                    <a:close/>
                  </a:path>
                </a:pathLst>
              </a:custGeom>
              <a:solidFill>
                <a:srgbClr val="F2F2F2"/>
              </a:solidFill>
              <a:ln w="415" cap="flat">
                <a:noFill/>
                <a:prstDash val="solid"/>
                <a:miter/>
              </a:ln>
            </p:spPr>
            <p:txBody>
              <a:bodyPr/>
              <a:lstStyle/>
              <a:p>
                <a:endParaRPr lang="en-US"/>
              </a:p>
            </p:txBody>
          </p:sp>
          <p:sp>
            <p:nvSpPr>
              <p:cNvPr id="170" name="Freeform: Shape 169">
                <a:extLst>
                  <a:ext uri="{FF2B5EF4-FFF2-40B4-BE49-F238E27FC236}">
                    <a16:creationId xmlns:a16="http://schemas.microsoft.com/office/drawing/2014/main" id="{DD5DAEB0-A17B-530E-A85B-DBC06CCA43F1}"/>
                  </a:ext>
                </a:extLst>
              </p:cNvPr>
              <p:cNvSpPr/>
              <p:nvPr/>
            </p:nvSpPr>
            <p:spPr>
              <a:xfrm>
                <a:off x="4246972" y="2136230"/>
                <a:ext cx="36278" cy="40362"/>
              </a:xfrm>
              <a:custGeom>
                <a:avLst/>
                <a:gdLst>
                  <a:gd name="csX0" fmla="*/ 36277 w 36278"/>
                  <a:gd name="csY0" fmla="*/ 23247 h 40362"/>
                  <a:gd name="csX1" fmla="*/ 33935 w 36278"/>
                  <a:gd name="csY1" fmla="*/ 34912 h 40362"/>
                  <a:gd name="csX2" fmla="*/ 30657 w 36278"/>
                  <a:gd name="csY2" fmla="*/ 40362 h 40362"/>
                  <a:gd name="csX3" fmla="*/ 29294 w 36278"/>
                  <a:gd name="csY3" fmla="*/ 39766 h 40362"/>
                  <a:gd name="csX4" fmla="*/ 24951 w 36278"/>
                  <a:gd name="csY4" fmla="*/ 38021 h 40362"/>
                  <a:gd name="csX5" fmla="*/ 21631 w 36278"/>
                  <a:gd name="csY5" fmla="*/ 36828 h 40362"/>
                  <a:gd name="csX6" fmla="*/ 24398 w 36278"/>
                  <a:gd name="csY6" fmla="*/ 33507 h 40362"/>
                  <a:gd name="csX7" fmla="*/ 25718 w 36278"/>
                  <a:gd name="csY7" fmla="*/ 27164 h 40362"/>
                  <a:gd name="csX8" fmla="*/ 25760 w 36278"/>
                  <a:gd name="csY8" fmla="*/ 26866 h 40362"/>
                  <a:gd name="csX9" fmla="*/ 24866 w 36278"/>
                  <a:gd name="csY9" fmla="*/ 20692 h 40362"/>
                  <a:gd name="csX10" fmla="*/ 22014 w 36278"/>
                  <a:gd name="csY10" fmla="*/ 15881 h 40362"/>
                  <a:gd name="csX11" fmla="*/ 17969 w 36278"/>
                  <a:gd name="csY11" fmla="*/ 14008 h 40362"/>
                  <a:gd name="csX12" fmla="*/ 17756 w 36278"/>
                  <a:gd name="csY12" fmla="*/ 14008 h 40362"/>
                  <a:gd name="csX13" fmla="*/ 13797 w 36278"/>
                  <a:gd name="csY13" fmla="*/ 15583 h 40362"/>
                  <a:gd name="csX14" fmla="*/ 10603 w 36278"/>
                  <a:gd name="csY14" fmla="*/ 20181 h 40362"/>
                  <a:gd name="csX15" fmla="*/ 9283 w 36278"/>
                  <a:gd name="csY15" fmla="*/ 26568 h 40362"/>
                  <a:gd name="csX16" fmla="*/ 9283 w 36278"/>
                  <a:gd name="csY16" fmla="*/ 26823 h 40362"/>
                  <a:gd name="csX17" fmla="*/ 9539 w 36278"/>
                  <a:gd name="csY17" fmla="*/ 30485 h 40362"/>
                  <a:gd name="csX18" fmla="*/ 257 w 36278"/>
                  <a:gd name="csY18" fmla="*/ 27334 h 40362"/>
                  <a:gd name="csX19" fmla="*/ 2 w 36278"/>
                  <a:gd name="csY19" fmla="*/ 23843 h 40362"/>
                  <a:gd name="csX20" fmla="*/ 2 w 36278"/>
                  <a:gd name="csY20" fmla="*/ 23502 h 40362"/>
                  <a:gd name="csX21" fmla="*/ 2301 w 36278"/>
                  <a:gd name="csY21" fmla="*/ 11836 h 40362"/>
                  <a:gd name="csX22" fmla="*/ 8858 w 36278"/>
                  <a:gd name="csY22" fmla="*/ 3236 h 40362"/>
                  <a:gd name="csX23" fmla="*/ 17884 w 36278"/>
                  <a:gd name="csY23" fmla="*/ 0 h 40362"/>
                  <a:gd name="csX24" fmla="*/ 18054 w 36278"/>
                  <a:gd name="csY24" fmla="*/ 0 h 40362"/>
                  <a:gd name="csX25" fmla="*/ 26995 w 36278"/>
                  <a:gd name="csY25" fmla="*/ 3065 h 40362"/>
                  <a:gd name="csX26" fmla="*/ 33722 w 36278"/>
                  <a:gd name="csY26" fmla="*/ 11538 h 40362"/>
                  <a:gd name="csX27" fmla="*/ 36277 w 36278"/>
                  <a:gd name="csY27" fmla="*/ 22863 h 40362"/>
                  <a:gd name="csX28" fmla="*/ 36277 w 36278"/>
                  <a:gd name="csY28" fmla="*/ 23247 h 40362"/>
                  <a:gd name="csX29" fmla="*/ 36277 w 36278"/>
                  <a:gd name="csY29" fmla="*/ 23247 h 403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36278" h="40362">
                    <a:moveTo>
                      <a:pt x="36277" y="23247"/>
                    </a:moveTo>
                    <a:cubicBezTo>
                      <a:pt x="36319" y="27547"/>
                      <a:pt x="35553" y="31208"/>
                      <a:pt x="33935" y="34912"/>
                    </a:cubicBezTo>
                    <a:cubicBezTo>
                      <a:pt x="32998" y="37041"/>
                      <a:pt x="31934" y="38829"/>
                      <a:pt x="30657" y="40362"/>
                    </a:cubicBezTo>
                    <a:cubicBezTo>
                      <a:pt x="30231" y="40149"/>
                      <a:pt x="29763" y="39936"/>
                      <a:pt x="29294" y="39766"/>
                    </a:cubicBezTo>
                    <a:cubicBezTo>
                      <a:pt x="27676" y="39085"/>
                      <a:pt x="26229" y="38489"/>
                      <a:pt x="24951" y="38021"/>
                    </a:cubicBezTo>
                    <a:cubicBezTo>
                      <a:pt x="23674" y="37552"/>
                      <a:pt x="22652" y="37212"/>
                      <a:pt x="21631" y="36828"/>
                    </a:cubicBezTo>
                    <a:cubicBezTo>
                      <a:pt x="22397" y="35934"/>
                      <a:pt x="23845" y="34870"/>
                      <a:pt x="24398" y="33507"/>
                    </a:cubicBezTo>
                    <a:cubicBezTo>
                      <a:pt x="25250" y="31464"/>
                      <a:pt x="25633" y="29505"/>
                      <a:pt x="25718" y="27164"/>
                    </a:cubicBezTo>
                    <a:cubicBezTo>
                      <a:pt x="25718" y="27078"/>
                      <a:pt x="25760" y="26993"/>
                      <a:pt x="25760" y="26866"/>
                    </a:cubicBezTo>
                    <a:cubicBezTo>
                      <a:pt x="25803" y="24609"/>
                      <a:pt x="25505" y="22693"/>
                      <a:pt x="24866" y="20692"/>
                    </a:cubicBezTo>
                    <a:cubicBezTo>
                      <a:pt x="24185" y="18606"/>
                      <a:pt x="23291" y="17116"/>
                      <a:pt x="22014" y="15881"/>
                    </a:cubicBezTo>
                    <a:cubicBezTo>
                      <a:pt x="20736" y="14646"/>
                      <a:pt x="19459" y="14093"/>
                      <a:pt x="17969" y="14008"/>
                    </a:cubicBezTo>
                    <a:cubicBezTo>
                      <a:pt x="17884" y="14008"/>
                      <a:pt x="17841" y="14008"/>
                      <a:pt x="17756" y="14008"/>
                    </a:cubicBezTo>
                    <a:cubicBezTo>
                      <a:pt x="16309" y="14008"/>
                      <a:pt x="15074" y="14518"/>
                      <a:pt x="13797" y="15583"/>
                    </a:cubicBezTo>
                    <a:cubicBezTo>
                      <a:pt x="12434" y="16690"/>
                      <a:pt x="11455" y="18137"/>
                      <a:pt x="10603" y="20181"/>
                    </a:cubicBezTo>
                    <a:cubicBezTo>
                      <a:pt x="9752" y="22182"/>
                      <a:pt x="9369" y="24183"/>
                      <a:pt x="9283" y="26568"/>
                    </a:cubicBezTo>
                    <a:cubicBezTo>
                      <a:pt x="9283" y="26653"/>
                      <a:pt x="9283" y="26738"/>
                      <a:pt x="9283" y="26823"/>
                    </a:cubicBezTo>
                    <a:cubicBezTo>
                      <a:pt x="9241" y="28143"/>
                      <a:pt x="9326" y="29335"/>
                      <a:pt x="9539" y="30485"/>
                    </a:cubicBezTo>
                    <a:cubicBezTo>
                      <a:pt x="6601" y="29037"/>
                      <a:pt x="2854" y="27973"/>
                      <a:pt x="257" y="27334"/>
                    </a:cubicBezTo>
                    <a:cubicBezTo>
                      <a:pt x="87" y="26227"/>
                      <a:pt x="44" y="25077"/>
                      <a:pt x="2" y="23843"/>
                    </a:cubicBezTo>
                    <a:lnTo>
                      <a:pt x="2" y="23502"/>
                    </a:lnTo>
                    <a:cubicBezTo>
                      <a:pt x="-41" y="19202"/>
                      <a:pt x="641" y="15540"/>
                      <a:pt x="2301" y="11836"/>
                    </a:cubicBezTo>
                    <a:cubicBezTo>
                      <a:pt x="3961" y="8089"/>
                      <a:pt x="6005" y="5407"/>
                      <a:pt x="8858" y="3236"/>
                    </a:cubicBezTo>
                    <a:cubicBezTo>
                      <a:pt x="11753" y="1064"/>
                      <a:pt x="14563" y="43"/>
                      <a:pt x="17884" y="0"/>
                    </a:cubicBezTo>
                    <a:lnTo>
                      <a:pt x="18054" y="0"/>
                    </a:lnTo>
                    <a:cubicBezTo>
                      <a:pt x="21333" y="0"/>
                      <a:pt x="24143" y="979"/>
                      <a:pt x="26995" y="3065"/>
                    </a:cubicBezTo>
                    <a:cubicBezTo>
                      <a:pt x="29933" y="5194"/>
                      <a:pt x="32019" y="7834"/>
                      <a:pt x="33722" y="11538"/>
                    </a:cubicBezTo>
                    <a:cubicBezTo>
                      <a:pt x="35383" y="15157"/>
                      <a:pt x="36192" y="18691"/>
                      <a:pt x="36277" y="22863"/>
                    </a:cubicBezTo>
                    <a:cubicBezTo>
                      <a:pt x="36234" y="23076"/>
                      <a:pt x="36234" y="23161"/>
                      <a:pt x="36277" y="23247"/>
                    </a:cubicBezTo>
                    <a:lnTo>
                      <a:pt x="36277" y="23247"/>
                    </a:lnTo>
                    <a:close/>
                  </a:path>
                </a:pathLst>
              </a:custGeom>
              <a:solidFill>
                <a:srgbClr val="F2F2F2"/>
              </a:solidFill>
              <a:ln w="415" cap="flat">
                <a:noFill/>
                <a:prstDash val="solid"/>
                <a:miter/>
              </a:ln>
            </p:spPr>
            <p:txBody>
              <a:bodyPr/>
              <a:lstStyle/>
              <a:p>
                <a:endParaRPr lang="en-US"/>
              </a:p>
            </p:txBody>
          </p:sp>
          <p:sp>
            <p:nvSpPr>
              <p:cNvPr id="171" name="Freeform: Shape 170">
                <a:extLst>
                  <a:ext uri="{FF2B5EF4-FFF2-40B4-BE49-F238E27FC236}">
                    <a16:creationId xmlns:a16="http://schemas.microsoft.com/office/drawing/2014/main" id="{82B16424-D052-AD17-D3CA-D524960177C8}"/>
                  </a:ext>
                </a:extLst>
              </p:cNvPr>
              <p:cNvSpPr/>
              <p:nvPr/>
            </p:nvSpPr>
            <p:spPr>
              <a:xfrm>
                <a:off x="4207577" y="2139892"/>
                <a:ext cx="26353" cy="37126"/>
              </a:xfrm>
              <a:custGeom>
                <a:avLst/>
                <a:gdLst>
                  <a:gd name="csX0" fmla="*/ 26241 w 26353"/>
                  <a:gd name="csY0" fmla="*/ 23885 h 37126"/>
                  <a:gd name="csX1" fmla="*/ 24964 w 26353"/>
                  <a:gd name="csY1" fmla="*/ 24268 h 37126"/>
                  <a:gd name="csX2" fmla="*/ 18961 w 26353"/>
                  <a:gd name="csY2" fmla="*/ 27164 h 37126"/>
                  <a:gd name="csX3" fmla="*/ 19003 w 26353"/>
                  <a:gd name="csY3" fmla="*/ 23247 h 37126"/>
                  <a:gd name="csX4" fmla="*/ 19003 w 26353"/>
                  <a:gd name="csY4" fmla="*/ 23034 h 37126"/>
                  <a:gd name="csX5" fmla="*/ 17768 w 26353"/>
                  <a:gd name="csY5" fmla="*/ 18010 h 37126"/>
                  <a:gd name="csX6" fmla="*/ 15256 w 26353"/>
                  <a:gd name="csY6" fmla="*/ 14306 h 37126"/>
                  <a:gd name="csX7" fmla="*/ 12446 w 26353"/>
                  <a:gd name="csY7" fmla="*/ 13113 h 37126"/>
                  <a:gd name="csX8" fmla="*/ 12148 w 26353"/>
                  <a:gd name="csY8" fmla="*/ 13113 h 37126"/>
                  <a:gd name="csX9" fmla="*/ 9253 w 26353"/>
                  <a:gd name="csY9" fmla="*/ 14774 h 37126"/>
                  <a:gd name="csX10" fmla="*/ 7422 w 26353"/>
                  <a:gd name="csY10" fmla="*/ 18861 h 37126"/>
                  <a:gd name="csX11" fmla="*/ 7082 w 26353"/>
                  <a:gd name="csY11" fmla="*/ 24226 h 37126"/>
                  <a:gd name="csX12" fmla="*/ 7082 w 26353"/>
                  <a:gd name="csY12" fmla="*/ 24439 h 37126"/>
                  <a:gd name="csX13" fmla="*/ 8317 w 26353"/>
                  <a:gd name="csY13" fmla="*/ 29463 h 37126"/>
                  <a:gd name="csX14" fmla="*/ 10829 w 26353"/>
                  <a:gd name="csY14" fmla="*/ 33167 h 37126"/>
                  <a:gd name="csX15" fmla="*/ 11339 w 26353"/>
                  <a:gd name="csY15" fmla="*/ 33550 h 37126"/>
                  <a:gd name="csX16" fmla="*/ 8657 w 26353"/>
                  <a:gd name="csY16" fmla="*/ 35636 h 37126"/>
                  <a:gd name="csX17" fmla="*/ 6614 w 26353"/>
                  <a:gd name="csY17" fmla="*/ 37126 h 37126"/>
                  <a:gd name="csX18" fmla="*/ 2398 w 26353"/>
                  <a:gd name="csY18" fmla="*/ 30868 h 37126"/>
                  <a:gd name="csX19" fmla="*/ 57 w 26353"/>
                  <a:gd name="csY19" fmla="*/ 20905 h 37126"/>
                  <a:gd name="csX20" fmla="*/ 57 w 26353"/>
                  <a:gd name="csY20" fmla="*/ 20862 h 37126"/>
                  <a:gd name="csX21" fmla="*/ 1249 w 26353"/>
                  <a:gd name="csY21" fmla="*/ 10687 h 37126"/>
                  <a:gd name="csX22" fmla="*/ 5634 w 26353"/>
                  <a:gd name="csY22" fmla="*/ 3065 h 37126"/>
                  <a:gd name="csX23" fmla="*/ 12021 w 26353"/>
                  <a:gd name="csY23" fmla="*/ 0 h 37126"/>
                  <a:gd name="csX24" fmla="*/ 12574 w 26353"/>
                  <a:gd name="csY24" fmla="*/ 0 h 37126"/>
                  <a:gd name="csX25" fmla="*/ 18705 w 26353"/>
                  <a:gd name="csY25" fmla="*/ 2342 h 37126"/>
                  <a:gd name="csX26" fmla="*/ 23899 w 26353"/>
                  <a:gd name="csY26" fmla="*/ 9452 h 37126"/>
                  <a:gd name="csX27" fmla="*/ 26241 w 26353"/>
                  <a:gd name="csY27" fmla="*/ 19415 h 37126"/>
                  <a:gd name="csX28" fmla="*/ 26241 w 26353"/>
                  <a:gd name="csY28" fmla="*/ 19457 h 37126"/>
                  <a:gd name="csX29" fmla="*/ 26241 w 26353"/>
                  <a:gd name="csY29" fmla="*/ 23885 h 37126"/>
                  <a:gd name="csX30" fmla="*/ 26241 w 26353"/>
                  <a:gd name="csY30" fmla="*/ 23885 h 3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26353" h="37126">
                    <a:moveTo>
                      <a:pt x="26241" y="23885"/>
                    </a:moveTo>
                    <a:cubicBezTo>
                      <a:pt x="25815" y="24013"/>
                      <a:pt x="25390" y="24141"/>
                      <a:pt x="24964" y="24268"/>
                    </a:cubicBezTo>
                    <a:cubicBezTo>
                      <a:pt x="22622" y="25077"/>
                      <a:pt x="20749" y="25971"/>
                      <a:pt x="18961" y="27164"/>
                    </a:cubicBezTo>
                    <a:cubicBezTo>
                      <a:pt x="19131" y="25929"/>
                      <a:pt x="19173" y="24652"/>
                      <a:pt x="19003" y="23247"/>
                    </a:cubicBezTo>
                    <a:cubicBezTo>
                      <a:pt x="19003" y="23161"/>
                      <a:pt x="19003" y="23119"/>
                      <a:pt x="19003" y="23034"/>
                    </a:cubicBezTo>
                    <a:cubicBezTo>
                      <a:pt x="18833" y="21160"/>
                      <a:pt x="18407" y="19585"/>
                      <a:pt x="17768" y="18010"/>
                    </a:cubicBezTo>
                    <a:cubicBezTo>
                      <a:pt x="17087" y="16349"/>
                      <a:pt x="16278" y="15200"/>
                      <a:pt x="15256" y="14306"/>
                    </a:cubicBezTo>
                    <a:cubicBezTo>
                      <a:pt x="14320" y="13497"/>
                      <a:pt x="13426" y="13113"/>
                      <a:pt x="12446" y="13113"/>
                    </a:cubicBezTo>
                    <a:cubicBezTo>
                      <a:pt x="12361" y="13113"/>
                      <a:pt x="12234" y="13113"/>
                      <a:pt x="12148" y="13113"/>
                    </a:cubicBezTo>
                    <a:cubicBezTo>
                      <a:pt x="11041" y="13199"/>
                      <a:pt x="10147" y="13752"/>
                      <a:pt x="9253" y="14774"/>
                    </a:cubicBezTo>
                    <a:cubicBezTo>
                      <a:pt x="8402" y="15838"/>
                      <a:pt x="7806" y="17116"/>
                      <a:pt x="7422" y="18861"/>
                    </a:cubicBezTo>
                    <a:cubicBezTo>
                      <a:pt x="6997" y="20607"/>
                      <a:pt x="6912" y="22267"/>
                      <a:pt x="7082" y="24226"/>
                    </a:cubicBezTo>
                    <a:cubicBezTo>
                      <a:pt x="7082" y="24311"/>
                      <a:pt x="7082" y="24354"/>
                      <a:pt x="7082" y="24439"/>
                    </a:cubicBezTo>
                    <a:cubicBezTo>
                      <a:pt x="7252" y="26312"/>
                      <a:pt x="7635" y="27887"/>
                      <a:pt x="8317" y="29463"/>
                    </a:cubicBezTo>
                    <a:cubicBezTo>
                      <a:pt x="8998" y="31081"/>
                      <a:pt x="9807" y="32273"/>
                      <a:pt x="10829" y="33167"/>
                    </a:cubicBezTo>
                    <a:cubicBezTo>
                      <a:pt x="10999" y="33337"/>
                      <a:pt x="11169" y="33465"/>
                      <a:pt x="11339" y="33550"/>
                    </a:cubicBezTo>
                    <a:cubicBezTo>
                      <a:pt x="10275" y="34359"/>
                      <a:pt x="9551" y="34955"/>
                      <a:pt x="8657" y="35636"/>
                    </a:cubicBezTo>
                    <a:cubicBezTo>
                      <a:pt x="8104" y="36062"/>
                      <a:pt x="7422" y="36530"/>
                      <a:pt x="6614" y="37126"/>
                    </a:cubicBezTo>
                    <a:cubicBezTo>
                      <a:pt x="4910" y="35509"/>
                      <a:pt x="3591" y="33507"/>
                      <a:pt x="2398" y="30868"/>
                    </a:cubicBezTo>
                    <a:cubicBezTo>
                      <a:pt x="1036" y="27717"/>
                      <a:pt x="270" y="24609"/>
                      <a:pt x="57" y="20905"/>
                    </a:cubicBezTo>
                    <a:lnTo>
                      <a:pt x="57" y="20862"/>
                    </a:lnTo>
                    <a:cubicBezTo>
                      <a:pt x="-156" y="17158"/>
                      <a:pt x="227" y="13965"/>
                      <a:pt x="1249" y="10687"/>
                    </a:cubicBezTo>
                    <a:cubicBezTo>
                      <a:pt x="2271" y="7408"/>
                      <a:pt x="3633" y="5024"/>
                      <a:pt x="5634" y="3065"/>
                    </a:cubicBezTo>
                    <a:cubicBezTo>
                      <a:pt x="7593" y="1107"/>
                      <a:pt x="9594" y="128"/>
                      <a:pt x="12021" y="0"/>
                    </a:cubicBezTo>
                    <a:cubicBezTo>
                      <a:pt x="12191" y="0"/>
                      <a:pt x="12404" y="0"/>
                      <a:pt x="12574" y="0"/>
                    </a:cubicBezTo>
                    <a:cubicBezTo>
                      <a:pt x="14746" y="0"/>
                      <a:pt x="16704" y="724"/>
                      <a:pt x="18705" y="2342"/>
                    </a:cubicBezTo>
                    <a:cubicBezTo>
                      <a:pt x="20877" y="4087"/>
                      <a:pt x="22537" y="6301"/>
                      <a:pt x="23899" y="9452"/>
                    </a:cubicBezTo>
                    <a:cubicBezTo>
                      <a:pt x="25304" y="12603"/>
                      <a:pt x="26028" y="15711"/>
                      <a:pt x="26241" y="19415"/>
                    </a:cubicBezTo>
                    <a:lnTo>
                      <a:pt x="26241" y="19457"/>
                    </a:lnTo>
                    <a:cubicBezTo>
                      <a:pt x="26411" y="20990"/>
                      <a:pt x="26369" y="22480"/>
                      <a:pt x="26241" y="23885"/>
                    </a:cubicBezTo>
                    <a:lnTo>
                      <a:pt x="26241" y="23885"/>
                    </a:lnTo>
                    <a:close/>
                  </a:path>
                </a:pathLst>
              </a:custGeom>
              <a:solidFill>
                <a:srgbClr val="F2F2F2"/>
              </a:solidFill>
              <a:ln w="415" cap="flat">
                <a:noFill/>
                <a:prstDash val="solid"/>
                <a:miter/>
              </a:ln>
            </p:spPr>
            <p:txBody>
              <a:bodyPr/>
              <a:lstStyle/>
              <a:p>
                <a:endParaRPr lang="en-US"/>
              </a:p>
            </p:txBody>
          </p:sp>
          <p:sp>
            <p:nvSpPr>
              <p:cNvPr id="172" name="Freeform: Shape 171">
                <a:extLst>
                  <a:ext uri="{FF2B5EF4-FFF2-40B4-BE49-F238E27FC236}">
                    <a16:creationId xmlns:a16="http://schemas.microsoft.com/office/drawing/2014/main" id="{2F2A0AC3-B251-BEB0-EF9C-ECDD6A2873DC}"/>
                  </a:ext>
                </a:extLst>
              </p:cNvPr>
              <p:cNvSpPr/>
              <p:nvPr/>
            </p:nvSpPr>
            <p:spPr>
              <a:xfrm>
                <a:off x="4244745" y="2171442"/>
                <a:ext cx="6749" cy="3536"/>
              </a:xfrm>
              <a:custGeom>
                <a:avLst/>
                <a:gdLst>
                  <a:gd name="csX0" fmla="*/ 15 w 6749"/>
                  <a:gd name="csY0" fmla="*/ 1191 h 3536"/>
                  <a:gd name="csX1" fmla="*/ 2527 w 6749"/>
                  <a:gd name="csY1" fmla="*/ 2341 h 3536"/>
                  <a:gd name="csX2" fmla="*/ 4656 w 6749"/>
                  <a:gd name="csY2" fmla="*/ 3533 h 3536"/>
                  <a:gd name="csX3" fmla="*/ 6742 w 6749"/>
                  <a:gd name="csY3" fmla="*/ 2511 h 3536"/>
                  <a:gd name="csX4" fmla="*/ 4443 w 6749"/>
                  <a:gd name="csY4" fmla="*/ 467 h 3536"/>
                  <a:gd name="csX5" fmla="*/ 483 w 6749"/>
                  <a:gd name="csY5" fmla="*/ 382 h 3536"/>
                  <a:gd name="csX6" fmla="*/ 15 w 6749"/>
                  <a:gd name="csY6" fmla="*/ 1191 h 3536"/>
                  <a:gd name="csX7" fmla="*/ 15 w 6749"/>
                  <a:gd name="csY7" fmla="*/ 1191 h 35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749" h="3536">
                    <a:moveTo>
                      <a:pt x="15" y="1191"/>
                    </a:moveTo>
                    <a:cubicBezTo>
                      <a:pt x="270" y="2085"/>
                      <a:pt x="1718" y="1915"/>
                      <a:pt x="2527" y="2341"/>
                    </a:cubicBezTo>
                    <a:cubicBezTo>
                      <a:pt x="3251" y="2724"/>
                      <a:pt x="3847" y="3533"/>
                      <a:pt x="4656" y="3533"/>
                    </a:cubicBezTo>
                    <a:cubicBezTo>
                      <a:pt x="5422" y="3575"/>
                      <a:pt x="6657" y="3277"/>
                      <a:pt x="6742" y="2511"/>
                    </a:cubicBezTo>
                    <a:cubicBezTo>
                      <a:pt x="6870" y="1489"/>
                      <a:pt x="5379" y="850"/>
                      <a:pt x="4443" y="467"/>
                    </a:cubicBezTo>
                    <a:cubicBezTo>
                      <a:pt x="3208" y="-1"/>
                      <a:pt x="1633" y="-257"/>
                      <a:pt x="483" y="382"/>
                    </a:cubicBezTo>
                    <a:cubicBezTo>
                      <a:pt x="228" y="552"/>
                      <a:pt x="-70" y="893"/>
                      <a:pt x="15" y="1191"/>
                    </a:cubicBezTo>
                    <a:lnTo>
                      <a:pt x="15" y="1191"/>
                    </a:lnTo>
                    <a:close/>
                  </a:path>
                </a:pathLst>
              </a:custGeom>
              <a:solidFill>
                <a:srgbClr val="0091A0"/>
              </a:solidFill>
              <a:ln w="415" cap="flat">
                <a:noFill/>
                <a:prstDash val="solid"/>
                <a:miter/>
              </a:ln>
            </p:spPr>
            <p:txBody>
              <a:bodyPr/>
              <a:lstStyle/>
              <a:p>
                <a:endParaRPr lang="en-US"/>
              </a:p>
            </p:txBody>
          </p:sp>
          <p:sp>
            <p:nvSpPr>
              <p:cNvPr id="173" name="Freeform: Shape 172">
                <a:extLst>
                  <a:ext uri="{FF2B5EF4-FFF2-40B4-BE49-F238E27FC236}">
                    <a16:creationId xmlns:a16="http://schemas.microsoft.com/office/drawing/2014/main" id="{B99014A5-C41E-946F-182C-98DE3F2407EE}"/>
                  </a:ext>
                </a:extLst>
              </p:cNvPr>
              <p:cNvSpPr/>
              <p:nvPr/>
            </p:nvSpPr>
            <p:spPr>
              <a:xfrm>
                <a:off x="4229595" y="2171442"/>
                <a:ext cx="6751" cy="3536"/>
              </a:xfrm>
              <a:custGeom>
                <a:avLst/>
                <a:gdLst>
                  <a:gd name="csX0" fmla="*/ 6735 w 6751"/>
                  <a:gd name="csY0" fmla="*/ 1191 h 3536"/>
                  <a:gd name="csX1" fmla="*/ 4223 w 6751"/>
                  <a:gd name="csY1" fmla="*/ 2341 h 3536"/>
                  <a:gd name="csX2" fmla="*/ 2094 w 6751"/>
                  <a:gd name="csY2" fmla="*/ 3533 h 3536"/>
                  <a:gd name="csX3" fmla="*/ 8 w 6751"/>
                  <a:gd name="csY3" fmla="*/ 2511 h 3536"/>
                  <a:gd name="csX4" fmla="*/ 2307 w 6751"/>
                  <a:gd name="csY4" fmla="*/ 467 h 3536"/>
                  <a:gd name="csX5" fmla="*/ 6266 w 6751"/>
                  <a:gd name="csY5" fmla="*/ 382 h 3536"/>
                  <a:gd name="csX6" fmla="*/ 6735 w 6751"/>
                  <a:gd name="csY6" fmla="*/ 1191 h 3536"/>
                  <a:gd name="csX7" fmla="*/ 6735 w 6751"/>
                  <a:gd name="csY7" fmla="*/ 1191 h 35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751" h="3536">
                    <a:moveTo>
                      <a:pt x="6735" y="1191"/>
                    </a:moveTo>
                    <a:cubicBezTo>
                      <a:pt x="6479" y="2085"/>
                      <a:pt x="5032" y="1915"/>
                      <a:pt x="4223" y="2341"/>
                    </a:cubicBezTo>
                    <a:cubicBezTo>
                      <a:pt x="3499" y="2724"/>
                      <a:pt x="2903" y="3533"/>
                      <a:pt x="2094" y="3533"/>
                    </a:cubicBezTo>
                    <a:cubicBezTo>
                      <a:pt x="1328" y="3575"/>
                      <a:pt x="93" y="3277"/>
                      <a:pt x="8" y="2511"/>
                    </a:cubicBezTo>
                    <a:cubicBezTo>
                      <a:pt x="-120" y="1489"/>
                      <a:pt x="1370" y="850"/>
                      <a:pt x="2307" y="467"/>
                    </a:cubicBezTo>
                    <a:cubicBezTo>
                      <a:pt x="3542" y="-1"/>
                      <a:pt x="5117" y="-257"/>
                      <a:pt x="6266" y="382"/>
                    </a:cubicBezTo>
                    <a:cubicBezTo>
                      <a:pt x="6564" y="552"/>
                      <a:pt x="6820" y="893"/>
                      <a:pt x="6735" y="1191"/>
                    </a:cubicBezTo>
                    <a:lnTo>
                      <a:pt x="6735" y="1191"/>
                    </a:lnTo>
                    <a:close/>
                  </a:path>
                </a:pathLst>
              </a:custGeom>
              <a:solidFill>
                <a:srgbClr val="0091A0"/>
              </a:solidFill>
              <a:ln w="415" cap="flat">
                <a:noFill/>
                <a:prstDash val="solid"/>
                <a:miter/>
              </a:ln>
            </p:spPr>
            <p:txBody>
              <a:bodyPr/>
              <a:lstStyle/>
              <a:p>
                <a:endParaRPr lang="en-US"/>
              </a:p>
            </p:txBody>
          </p:sp>
        </p:grpSp>
      </p:grpSp>
      <p:cxnSp>
        <p:nvCxnSpPr>
          <p:cNvPr id="175" name="Straight Connector 174">
            <a:extLst>
              <a:ext uri="{FF2B5EF4-FFF2-40B4-BE49-F238E27FC236}">
                <a16:creationId xmlns:a16="http://schemas.microsoft.com/office/drawing/2014/main" id="{6C54F844-BD67-1CF1-9131-67A8AAD04FF9}"/>
              </a:ext>
            </a:extLst>
          </p:cNvPr>
          <p:cNvCxnSpPr>
            <a:cxnSpLocks/>
          </p:cNvCxnSpPr>
          <p:nvPr/>
        </p:nvCxnSpPr>
        <p:spPr bwMode="gray">
          <a:xfrm flipV="1">
            <a:off x="2776003" y="2584450"/>
            <a:ext cx="0" cy="250907"/>
          </a:xfrm>
          <a:prstGeom prst="line">
            <a:avLst/>
          </a:prstGeom>
          <a:ln w="25400">
            <a:solidFill>
              <a:schemeClr val="bg1">
                <a:lumMod val="50000"/>
              </a:schemeClr>
            </a:solidFill>
            <a:prstDash val="solid"/>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8ECBA005-FD85-81C0-7BE4-429B79DB07D8}"/>
              </a:ext>
            </a:extLst>
          </p:cNvPr>
          <p:cNvCxnSpPr>
            <a:cxnSpLocks/>
          </p:cNvCxnSpPr>
          <p:nvPr/>
        </p:nvCxnSpPr>
        <p:spPr bwMode="gray">
          <a:xfrm>
            <a:off x="2381804" y="4311990"/>
            <a:ext cx="0" cy="162079"/>
          </a:xfrm>
          <a:prstGeom prst="line">
            <a:avLst/>
          </a:prstGeom>
          <a:ln w="25400">
            <a:solidFill>
              <a:schemeClr val="accent3"/>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9ABEDE40-02A2-F42D-540C-F25CBB6DA563}"/>
              </a:ext>
            </a:extLst>
          </p:cNvPr>
          <p:cNvCxnSpPr>
            <a:cxnSpLocks/>
          </p:cNvCxnSpPr>
          <p:nvPr/>
        </p:nvCxnSpPr>
        <p:spPr bwMode="gray">
          <a:xfrm flipV="1">
            <a:off x="2541449" y="4311990"/>
            <a:ext cx="0" cy="162079"/>
          </a:xfrm>
          <a:prstGeom prst="line">
            <a:avLst/>
          </a:prstGeom>
          <a:ln w="25400">
            <a:solidFill>
              <a:schemeClr val="accent3"/>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D8DB876F-4DB6-76B5-550D-CF01FDBB1D73}"/>
              </a:ext>
            </a:extLst>
          </p:cNvPr>
          <p:cNvCxnSpPr>
            <a:cxnSpLocks/>
          </p:cNvCxnSpPr>
          <p:nvPr/>
        </p:nvCxnSpPr>
        <p:spPr bwMode="gray">
          <a:xfrm>
            <a:off x="3929453" y="4311990"/>
            <a:ext cx="0" cy="162079"/>
          </a:xfrm>
          <a:prstGeom prst="line">
            <a:avLst/>
          </a:prstGeom>
          <a:ln w="25400">
            <a:solidFill>
              <a:schemeClr val="accent3"/>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32EC42A-6504-DEB6-02BD-6E8CE30FD217}"/>
              </a:ext>
            </a:extLst>
          </p:cNvPr>
          <p:cNvCxnSpPr>
            <a:cxnSpLocks/>
          </p:cNvCxnSpPr>
          <p:nvPr/>
        </p:nvCxnSpPr>
        <p:spPr bwMode="gray">
          <a:xfrm flipV="1">
            <a:off x="4089098" y="4311990"/>
            <a:ext cx="0" cy="162079"/>
          </a:xfrm>
          <a:prstGeom prst="line">
            <a:avLst/>
          </a:prstGeom>
          <a:ln w="25400">
            <a:solidFill>
              <a:schemeClr val="accent3"/>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D98006CB-C157-A426-40B5-FDBBE86EE8E6}"/>
              </a:ext>
            </a:extLst>
          </p:cNvPr>
          <p:cNvCxnSpPr>
            <a:cxnSpLocks/>
          </p:cNvCxnSpPr>
          <p:nvPr/>
        </p:nvCxnSpPr>
        <p:spPr bwMode="gray">
          <a:xfrm>
            <a:off x="6072872" y="4311990"/>
            <a:ext cx="0" cy="162079"/>
          </a:xfrm>
          <a:prstGeom prst="line">
            <a:avLst/>
          </a:prstGeom>
          <a:ln w="25400">
            <a:solidFill>
              <a:schemeClr val="accent3"/>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44237348-5125-6050-BC6B-EE5FE7BBD247}"/>
              </a:ext>
            </a:extLst>
          </p:cNvPr>
          <p:cNvCxnSpPr>
            <a:cxnSpLocks/>
          </p:cNvCxnSpPr>
          <p:nvPr/>
        </p:nvCxnSpPr>
        <p:spPr bwMode="gray">
          <a:xfrm flipV="1">
            <a:off x="6232517" y="4311990"/>
            <a:ext cx="0" cy="162079"/>
          </a:xfrm>
          <a:prstGeom prst="line">
            <a:avLst/>
          </a:prstGeom>
          <a:ln w="25400">
            <a:solidFill>
              <a:schemeClr val="accent3"/>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29DB0D41-0185-26FF-AB71-F2E871FA845B}"/>
              </a:ext>
            </a:extLst>
          </p:cNvPr>
          <p:cNvCxnSpPr>
            <a:cxnSpLocks/>
          </p:cNvCxnSpPr>
          <p:nvPr/>
        </p:nvCxnSpPr>
        <p:spPr bwMode="gray">
          <a:xfrm flipV="1">
            <a:off x="4255214" y="2584450"/>
            <a:ext cx="0" cy="250907"/>
          </a:xfrm>
          <a:prstGeom prst="line">
            <a:avLst/>
          </a:prstGeom>
          <a:ln w="25400">
            <a:solidFill>
              <a:schemeClr val="bg1">
                <a:lumMod val="50000"/>
              </a:schemeClr>
            </a:solidFill>
            <a:prstDash val="solid"/>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2C23A7F-B04A-F13B-5849-4CD341E8D460}"/>
              </a:ext>
            </a:extLst>
          </p:cNvPr>
          <p:cNvCxnSpPr>
            <a:cxnSpLocks/>
          </p:cNvCxnSpPr>
          <p:nvPr/>
        </p:nvCxnSpPr>
        <p:spPr bwMode="gray">
          <a:xfrm flipV="1">
            <a:off x="5813553" y="2584450"/>
            <a:ext cx="0" cy="250907"/>
          </a:xfrm>
          <a:prstGeom prst="line">
            <a:avLst/>
          </a:prstGeom>
          <a:ln w="25400">
            <a:solidFill>
              <a:schemeClr val="bg1">
                <a:lumMod val="50000"/>
              </a:schemeClr>
            </a:solidFill>
            <a:prstDash val="solid"/>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205" name="Rectangle 204">
            <a:extLst>
              <a:ext uri="{FF2B5EF4-FFF2-40B4-BE49-F238E27FC236}">
                <a16:creationId xmlns:a16="http://schemas.microsoft.com/office/drawing/2014/main" id="{CF996D23-CC14-8D92-2DA1-5A9B1E3F7CA0}"/>
              </a:ext>
            </a:extLst>
          </p:cNvPr>
          <p:cNvSpPr/>
          <p:nvPr/>
        </p:nvSpPr>
        <p:spPr bwMode="gray">
          <a:xfrm>
            <a:off x="2912609" y="3994982"/>
            <a:ext cx="2614126" cy="215280"/>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185" name="TextBox 184">
            <a:extLst>
              <a:ext uri="{FF2B5EF4-FFF2-40B4-BE49-F238E27FC236}">
                <a16:creationId xmlns:a16="http://schemas.microsoft.com/office/drawing/2014/main" id="{8DFE9129-03D2-9A8F-F360-9DDF56FFF677}"/>
              </a:ext>
            </a:extLst>
          </p:cNvPr>
          <p:cNvSpPr txBox="1"/>
          <p:nvPr/>
        </p:nvSpPr>
        <p:spPr>
          <a:xfrm>
            <a:off x="2877506" y="3996807"/>
            <a:ext cx="2649229" cy="215444"/>
          </a:xfrm>
          <a:prstGeom prst="rect">
            <a:avLst/>
          </a:prstGeom>
        </p:spPr>
        <p:txBody>
          <a:bodyPr wrap="square" lIns="0" tIns="0" rIns="0" bIns="0" rtlCol="0">
            <a:spAutoFit/>
          </a:bodyPr>
          <a:lstStyle/>
          <a:p>
            <a:pPr algn="ctr">
              <a:spcAft>
                <a:spcPts val="600"/>
              </a:spcAft>
            </a:pPr>
            <a:r>
              <a:rPr lang="en-US" sz="1400" dirty="0">
                <a:latin typeface="Arial" panose="020B0604020202020204" pitchFamily="34" charset="0"/>
              </a:rPr>
              <a:t>Enhanced zero-copy processing</a:t>
            </a:r>
          </a:p>
        </p:txBody>
      </p:sp>
      <p:sp>
        <p:nvSpPr>
          <p:cNvPr id="159" name="Rectangle 158">
            <a:extLst>
              <a:ext uri="{FF2B5EF4-FFF2-40B4-BE49-F238E27FC236}">
                <a16:creationId xmlns:a16="http://schemas.microsoft.com/office/drawing/2014/main" id="{9854D28B-2B18-1BDA-0E0D-7B9AE4165ACD}"/>
              </a:ext>
            </a:extLst>
          </p:cNvPr>
          <p:cNvSpPr/>
          <p:nvPr/>
        </p:nvSpPr>
        <p:spPr>
          <a:xfrm>
            <a:off x="1781851" y="3883412"/>
            <a:ext cx="5047487" cy="434239"/>
          </a:xfrm>
          <a:prstGeom prst="rect">
            <a:avLst/>
          </a:prstGeom>
          <a:solidFill>
            <a:schemeClr val="accent2">
              <a:alpha val="18000"/>
            </a:schemeClr>
          </a:solidFill>
          <a:ln>
            <a:noFill/>
          </a:ln>
          <a:effectLst>
            <a:softEdge rad="127000"/>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63" name="Picture Placeholder 78" descr="Data Architect&#10;">
            <a:extLst>
              <a:ext uri="{FF2B5EF4-FFF2-40B4-BE49-F238E27FC236}">
                <a16:creationId xmlns:a16="http://schemas.microsoft.com/office/drawing/2014/main" id="{EAAD7360-251D-A9B0-FD3E-193CC046F74B}"/>
              </a:ext>
            </a:extLst>
          </p:cNvPr>
          <p:cNvGrpSpPr>
            <a:grpSpLocks noChangeAspect="1"/>
          </p:cNvGrpSpPr>
          <p:nvPr/>
        </p:nvGrpSpPr>
        <p:grpSpPr>
          <a:xfrm>
            <a:off x="1301996" y="2066944"/>
            <a:ext cx="669661" cy="525739"/>
            <a:chOff x="5813135" y="775576"/>
            <a:chExt cx="669661" cy="525739"/>
          </a:xfrm>
          <a:solidFill>
            <a:schemeClr val="accent2"/>
          </a:solidFill>
        </p:grpSpPr>
        <p:sp>
          <p:nvSpPr>
            <p:cNvPr id="64" name="Picture Placeholder 78">
              <a:extLst>
                <a:ext uri="{FF2B5EF4-FFF2-40B4-BE49-F238E27FC236}">
                  <a16:creationId xmlns:a16="http://schemas.microsoft.com/office/drawing/2014/main" id="{CD1DB9D4-77F5-3724-225A-89D8408E03D4}"/>
                </a:ext>
              </a:extLst>
            </p:cNvPr>
            <p:cNvSpPr/>
            <p:nvPr/>
          </p:nvSpPr>
          <p:spPr>
            <a:xfrm>
              <a:off x="6144430" y="775576"/>
              <a:ext cx="338366" cy="419561"/>
            </a:xfrm>
            <a:custGeom>
              <a:avLst/>
              <a:gdLst>
                <a:gd name="connsiteX0" fmla="*/ 0 w 338366"/>
                <a:gd name="connsiteY0" fmla="*/ 0 h 419561"/>
                <a:gd name="connsiteX1" fmla="*/ 0 w 338366"/>
                <a:gd name="connsiteY1" fmla="*/ 39928 h 419561"/>
                <a:gd name="connsiteX2" fmla="*/ 15812 w 338366"/>
                <a:gd name="connsiteY2" fmla="*/ 39928 h 419561"/>
                <a:gd name="connsiteX3" fmla="*/ 15812 w 338366"/>
                <a:gd name="connsiteY3" fmla="*/ 15844 h 419561"/>
                <a:gd name="connsiteX4" fmla="*/ 322555 w 338366"/>
                <a:gd name="connsiteY4" fmla="*/ 15844 h 419561"/>
                <a:gd name="connsiteX5" fmla="*/ 322555 w 338366"/>
                <a:gd name="connsiteY5" fmla="*/ 403717 h 419561"/>
                <a:gd name="connsiteX6" fmla="*/ 187208 w 338366"/>
                <a:gd name="connsiteY6" fmla="*/ 403717 h 419561"/>
                <a:gd name="connsiteX7" fmla="*/ 187208 w 338366"/>
                <a:gd name="connsiteY7" fmla="*/ 419561 h 419561"/>
                <a:gd name="connsiteX8" fmla="*/ 338366 w 338366"/>
                <a:gd name="connsiteY8" fmla="*/ 419561 h 419561"/>
                <a:gd name="connsiteX9" fmla="*/ 338366 w 338366"/>
                <a:gd name="connsiteY9" fmla="*/ 0 h 41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366" h="419561">
                  <a:moveTo>
                    <a:pt x="0" y="0"/>
                  </a:moveTo>
                  <a:lnTo>
                    <a:pt x="0" y="39928"/>
                  </a:lnTo>
                  <a:lnTo>
                    <a:pt x="15812" y="39928"/>
                  </a:lnTo>
                  <a:lnTo>
                    <a:pt x="15812" y="15844"/>
                  </a:lnTo>
                  <a:lnTo>
                    <a:pt x="322555" y="15844"/>
                  </a:lnTo>
                  <a:lnTo>
                    <a:pt x="322555" y="403717"/>
                  </a:lnTo>
                  <a:lnTo>
                    <a:pt x="187208" y="403717"/>
                  </a:lnTo>
                  <a:lnTo>
                    <a:pt x="187208" y="419561"/>
                  </a:lnTo>
                  <a:lnTo>
                    <a:pt x="338366" y="419561"/>
                  </a:lnTo>
                  <a:lnTo>
                    <a:pt x="338366" y="0"/>
                  </a:lnTo>
                  <a:close/>
                </a:path>
              </a:pathLst>
            </a:custGeom>
            <a:solidFill>
              <a:schemeClr val="accent2"/>
            </a:solidFill>
            <a:ln w="6271" cap="flat">
              <a:noFill/>
              <a:prstDash val="solid"/>
              <a:miter/>
            </a:ln>
          </p:spPr>
          <p:txBody>
            <a:bodyPr rtlCol="0" anchor="ctr"/>
            <a:lstStyle/>
            <a:p>
              <a:endParaRPr lang="en-US"/>
            </a:p>
          </p:txBody>
        </p:sp>
        <p:grpSp>
          <p:nvGrpSpPr>
            <p:cNvPr id="65" name="Picture Placeholder 78">
              <a:extLst>
                <a:ext uri="{FF2B5EF4-FFF2-40B4-BE49-F238E27FC236}">
                  <a16:creationId xmlns:a16="http://schemas.microsoft.com/office/drawing/2014/main" id="{35045FAE-452E-C6B6-A548-7792733E75B3}"/>
                </a:ext>
              </a:extLst>
            </p:cNvPr>
            <p:cNvGrpSpPr/>
            <p:nvPr/>
          </p:nvGrpSpPr>
          <p:grpSpPr>
            <a:xfrm>
              <a:off x="5813135" y="834518"/>
              <a:ext cx="418056" cy="466797"/>
              <a:chOff x="5813135" y="834518"/>
              <a:chExt cx="418056" cy="466797"/>
            </a:xfrm>
            <a:solidFill>
              <a:schemeClr val="accent2"/>
            </a:solidFill>
          </p:grpSpPr>
          <p:sp>
            <p:nvSpPr>
              <p:cNvPr id="73" name="Picture Placeholder 78">
                <a:extLst>
                  <a:ext uri="{FF2B5EF4-FFF2-40B4-BE49-F238E27FC236}">
                    <a16:creationId xmlns:a16="http://schemas.microsoft.com/office/drawing/2014/main" id="{946471A4-B0C3-ECA8-5D24-64AA3EB377C8}"/>
                  </a:ext>
                </a:extLst>
              </p:cNvPr>
              <p:cNvSpPr/>
              <p:nvPr/>
            </p:nvSpPr>
            <p:spPr>
              <a:xfrm>
                <a:off x="5813135" y="1084860"/>
                <a:ext cx="418056" cy="215484"/>
              </a:xfrm>
              <a:custGeom>
                <a:avLst/>
                <a:gdLst>
                  <a:gd name="connsiteX0" fmla="*/ 209344 w 418056"/>
                  <a:gd name="connsiteY0" fmla="*/ 15844 h 215484"/>
                  <a:gd name="connsiteX1" fmla="*/ 396552 w 418056"/>
                  <a:gd name="connsiteY1" fmla="*/ 106475 h 215484"/>
                  <a:gd name="connsiteX2" fmla="*/ 401612 w 418056"/>
                  <a:gd name="connsiteY2" fmla="*/ 120418 h 215484"/>
                  <a:gd name="connsiteX3" fmla="*/ 401612 w 418056"/>
                  <a:gd name="connsiteY3" fmla="*/ 179993 h 215484"/>
                  <a:gd name="connsiteX4" fmla="*/ 383271 w 418056"/>
                  <a:gd name="connsiteY4" fmla="*/ 199640 h 215484"/>
                  <a:gd name="connsiteX5" fmla="*/ 34153 w 418056"/>
                  <a:gd name="connsiteY5" fmla="*/ 199640 h 215484"/>
                  <a:gd name="connsiteX6" fmla="*/ 15812 w 418056"/>
                  <a:gd name="connsiteY6" fmla="*/ 179993 h 215484"/>
                  <a:gd name="connsiteX7" fmla="*/ 15812 w 418056"/>
                  <a:gd name="connsiteY7" fmla="*/ 120418 h 215484"/>
                  <a:gd name="connsiteX8" fmla="*/ 20871 w 418056"/>
                  <a:gd name="connsiteY8" fmla="*/ 106475 h 215484"/>
                  <a:gd name="connsiteX9" fmla="*/ 31623 w 418056"/>
                  <a:gd name="connsiteY9" fmla="*/ 95067 h 215484"/>
                  <a:gd name="connsiteX10" fmla="*/ 209344 w 418056"/>
                  <a:gd name="connsiteY10" fmla="*/ 15844 h 215484"/>
                  <a:gd name="connsiteX11" fmla="*/ 209344 w 418056"/>
                  <a:gd name="connsiteY11" fmla="*/ 0 h 215484"/>
                  <a:gd name="connsiteX12" fmla="*/ 20239 w 418056"/>
                  <a:gd name="connsiteY12" fmla="*/ 83659 h 215484"/>
                  <a:gd name="connsiteX13" fmla="*/ 8854 w 418056"/>
                  <a:gd name="connsiteY13" fmla="*/ 95701 h 215484"/>
                  <a:gd name="connsiteX14" fmla="*/ 0 w 418056"/>
                  <a:gd name="connsiteY14" fmla="*/ 120418 h 215484"/>
                  <a:gd name="connsiteX15" fmla="*/ 0 w 418056"/>
                  <a:gd name="connsiteY15" fmla="*/ 179993 h 215484"/>
                  <a:gd name="connsiteX16" fmla="*/ 34153 w 418056"/>
                  <a:gd name="connsiteY16" fmla="*/ 215485 h 215484"/>
                  <a:gd name="connsiteX17" fmla="*/ 383903 w 418056"/>
                  <a:gd name="connsiteY17" fmla="*/ 215485 h 215484"/>
                  <a:gd name="connsiteX18" fmla="*/ 418056 w 418056"/>
                  <a:gd name="connsiteY18" fmla="*/ 179993 h 215484"/>
                  <a:gd name="connsiteX19" fmla="*/ 418056 w 418056"/>
                  <a:gd name="connsiteY19" fmla="*/ 120418 h 215484"/>
                  <a:gd name="connsiteX20" fmla="*/ 409202 w 418056"/>
                  <a:gd name="connsiteY20" fmla="*/ 95701 h 215484"/>
                  <a:gd name="connsiteX21" fmla="*/ 209344 w 418056"/>
                  <a:gd name="connsiteY21" fmla="*/ 0 h 215484"/>
                  <a:gd name="connsiteX22" fmla="*/ 209344 w 418056"/>
                  <a:gd name="connsiteY22" fmla="*/ 0 h 21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8056" h="215484">
                    <a:moveTo>
                      <a:pt x="209344" y="15844"/>
                    </a:moveTo>
                    <a:cubicBezTo>
                      <a:pt x="277650" y="15844"/>
                      <a:pt x="344058" y="48167"/>
                      <a:pt x="396552" y="106475"/>
                    </a:cubicBezTo>
                    <a:cubicBezTo>
                      <a:pt x="399715" y="110277"/>
                      <a:pt x="401612" y="115348"/>
                      <a:pt x="401612" y="120418"/>
                    </a:cubicBezTo>
                    <a:lnTo>
                      <a:pt x="401612" y="179993"/>
                    </a:lnTo>
                    <a:cubicBezTo>
                      <a:pt x="401612" y="190767"/>
                      <a:pt x="393390" y="199640"/>
                      <a:pt x="383271" y="199640"/>
                    </a:cubicBezTo>
                    <a:lnTo>
                      <a:pt x="34153" y="199640"/>
                    </a:lnTo>
                    <a:cubicBezTo>
                      <a:pt x="24033" y="199640"/>
                      <a:pt x="15812" y="190767"/>
                      <a:pt x="15812" y="179993"/>
                    </a:cubicBezTo>
                    <a:lnTo>
                      <a:pt x="15812" y="120418"/>
                    </a:lnTo>
                    <a:cubicBezTo>
                      <a:pt x="15812" y="115348"/>
                      <a:pt x="17709" y="110277"/>
                      <a:pt x="20871" y="106475"/>
                    </a:cubicBezTo>
                    <a:cubicBezTo>
                      <a:pt x="24033" y="102672"/>
                      <a:pt x="27828" y="98869"/>
                      <a:pt x="31623" y="95067"/>
                    </a:cubicBezTo>
                    <a:cubicBezTo>
                      <a:pt x="84117" y="43097"/>
                      <a:pt x="145466" y="15844"/>
                      <a:pt x="209344" y="15844"/>
                    </a:cubicBezTo>
                    <a:moveTo>
                      <a:pt x="209344" y="0"/>
                    </a:moveTo>
                    <a:cubicBezTo>
                      <a:pt x="142936" y="0"/>
                      <a:pt x="76528" y="27886"/>
                      <a:pt x="20239" y="83659"/>
                    </a:cubicBezTo>
                    <a:cubicBezTo>
                      <a:pt x="16444" y="87461"/>
                      <a:pt x="12649" y="91264"/>
                      <a:pt x="8854" y="95701"/>
                    </a:cubicBezTo>
                    <a:cubicBezTo>
                      <a:pt x="3162" y="102038"/>
                      <a:pt x="0" y="110911"/>
                      <a:pt x="0" y="120418"/>
                    </a:cubicBezTo>
                    <a:lnTo>
                      <a:pt x="0" y="179993"/>
                    </a:lnTo>
                    <a:cubicBezTo>
                      <a:pt x="0" y="199640"/>
                      <a:pt x="15179" y="215485"/>
                      <a:pt x="34153" y="215485"/>
                    </a:cubicBezTo>
                    <a:lnTo>
                      <a:pt x="383903" y="215485"/>
                    </a:lnTo>
                    <a:cubicBezTo>
                      <a:pt x="402877" y="215485"/>
                      <a:pt x="418056" y="199640"/>
                      <a:pt x="418056" y="179993"/>
                    </a:cubicBezTo>
                    <a:lnTo>
                      <a:pt x="418056" y="120418"/>
                    </a:lnTo>
                    <a:cubicBezTo>
                      <a:pt x="418056" y="111545"/>
                      <a:pt x="414894" y="102672"/>
                      <a:pt x="409202" y="95701"/>
                    </a:cubicBezTo>
                    <a:cubicBezTo>
                      <a:pt x="351648" y="32323"/>
                      <a:pt x="280812" y="0"/>
                      <a:pt x="209344" y="0"/>
                    </a:cubicBezTo>
                    <a:lnTo>
                      <a:pt x="209344" y="0"/>
                    </a:lnTo>
                    <a:close/>
                  </a:path>
                </a:pathLst>
              </a:custGeom>
              <a:solidFill>
                <a:schemeClr val="accent2"/>
              </a:solidFill>
              <a:ln w="6271" cap="flat">
                <a:noFill/>
                <a:prstDash val="solid"/>
                <a:miter/>
              </a:ln>
            </p:spPr>
            <p:txBody>
              <a:bodyPr rtlCol="0" anchor="ctr"/>
              <a:lstStyle/>
              <a:p>
                <a:endParaRPr lang="en-US"/>
              </a:p>
            </p:txBody>
          </p:sp>
          <p:sp>
            <p:nvSpPr>
              <p:cNvPr id="74" name="Picture Placeholder 78">
                <a:extLst>
                  <a:ext uri="{FF2B5EF4-FFF2-40B4-BE49-F238E27FC236}">
                    <a16:creationId xmlns:a16="http://schemas.microsoft.com/office/drawing/2014/main" id="{8D739C2B-0D4C-A8DB-C460-F69779C7F021}"/>
                  </a:ext>
                </a:extLst>
              </p:cNvPr>
              <p:cNvSpPr/>
              <p:nvPr/>
            </p:nvSpPr>
            <p:spPr>
              <a:xfrm>
                <a:off x="5902944" y="834518"/>
                <a:ext cx="237804" cy="238300"/>
              </a:xfrm>
              <a:custGeom>
                <a:avLst/>
                <a:gdLst>
                  <a:gd name="connsiteX0" fmla="*/ 118902 w 237804"/>
                  <a:gd name="connsiteY0" fmla="*/ 15844 h 238300"/>
                  <a:gd name="connsiteX1" fmla="*/ 221993 w 237804"/>
                  <a:gd name="connsiteY1" fmla="*/ 119150 h 238300"/>
                  <a:gd name="connsiteX2" fmla="*/ 118902 w 237804"/>
                  <a:gd name="connsiteY2" fmla="*/ 222456 h 238300"/>
                  <a:gd name="connsiteX3" fmla="*/ 15812 w 237804"/>
                  <a:gd name="connsiteY3" fmla="*/ 119150 h 238300"/>
                  <a:gd name="connsiteX4" fmla="*/ 118902 w 237804"/>
                  <a:gd name="connsiteY4" fmla="*/ 15844 h 238300"/>
                  <a:gd name="connsiteX5" fmla="*/ 118902 w 237804"/>
                  <a:gd name="connsiteY5" fmla="*/ 0 h 238300"/>
                  <a:gd name="connsiteX6" fmla="*/ 0 w 237804"/>
                  <a:gd name="connsiteY6" fmla="*/ 119150 h 238300"/>
                  <a:gd name="connsiteX7" fmla="*/ 118902 w 237804"/>
                  <a:gd name="connsiteY7" fmla="*/ 238301 h 238300"/>
                  <a:gd name="connsiteX8" fmla="*/ 237805 w 237804"/>
                  <a:gd name="connsiteY8" fmla="*/ 119150 h 238300"/>
                  <a:gd name="connsiteX9" fmla="*/ 118902 w 237804"/>
                  <a:gd name="connsiteY9" fmla="*/ 0 h 238300"/>
                  <a:gd name="connsiteX10" fmla="*/ 118902 w 237804"/>
                  <a:gd name="connsiteY10" fmla="*/ 0 h 238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7804" h="238300">
                    <a:moveTo>
                      <a:pt x="118902" y="15844"/>
                    </a:moveTo>
                    <a:cubicBezTo>
                      <a:pt x="175824" y="15844"/>
                      <a:pt x="221993" y="62110"/>
                      <a:pt x="221993" y="119150"/>
                    </a:cubicBezTo>
                    <a:cubicBezTo>
                      <a:pt x="221993" y="176190"/>
                      <a:pt x="175824" y="222456"/>
                      <a:pt x="118902" y="222456"/>
                    </a:cubicBezTo>
                    <a:cubicBezTo>
                      <a:pt x="61981" y="222456"/>
                      <a:pt x="15812" y="176190"/>
                      <a:pt x="15812" y="119150"/>
                    </a:cubicBezTo>
                    <a:cubicBezTo>
                      <a:pt x="15812" y="62110"/>
                      <a:pt x="62614" y="15844"/>
                      <a:pt x="118902" y="15844"/>
                    </a:cubicBezTo>
                    <a:moveTo>
                      <a:pt x="118902" y="0"/>
                    </a:moveTo>
                    <a:cubicBezTo>
                      <a:pt x="53127" y="0"/>
                      <a:pt x="0" y="53237"/>
                      <a:pt x="0" y="119150"/>
                    </a:cubicBezTo>
                    <a:cubicBezTo>
                      <a:pt x="0" y="185063"/>
                      <a:pt x="53127" y="238301"/>
                      <a:pt x="118902" y="238301"/>
                    </a:cubicBezTo>
                    <a:cubicBezTo>
                      <a:pt x="184678" y="238301"/>
                      <a:pt x="237805" y="185063"/>
                      <a:pt x="237805" y="119150"/>
                    </a:cubicBezTo>
                    <a:cubicBezTo>
                      <a:pt x="237805" y="53237"/>
                      <a:pt x="184678" y="0"/>
                      <a:pt x="118902" y="0"/>
                    </a:cubicBezTo>
                    <a:lnTo>
                      <a:pt x="118902" y="0"/>
                    </a:lnTo>
                    <a:close/>
                  </a:path>
                </a:pathLst>
              </a:custGeom>
              <a:solidFill>
                <a:schemeClr val="accent2"/>
              </a:solidFill>
              <a:ln w="6271" cap="flat">
                <a:noFill/>
                <a:prstDash val="solid"/>
                <a:miter/>
              </a:ln>
            </p:spPr>
            <p:txBody>
              <a:bodyPr rtlCol="0" anchor="ctr"/>
              <a:lstStyle/>
              <a:p>
                <a:endParaRPr lang="en-US"/>
              </a:p>
            </p:txBody>
          </p:sp>
        </p:grpSp>
      </p:grpSp>
      <p:grpSp>
        <p:nvGrpSpPr>
          <p:cNvPr id="118" name="Group 117">
            <a:extLst>
              <a:ext uri="{FF2B5EF4-FFF2-40B4-BE49-F238E27FC236}">
                <a16:creationId xmlns:a16="http://schemas.microsoft.com/office/drawing/2014/main" id="{20859317-5A8F-19CD-D6DF-056DF81ED6A1}"/>
              </a:ext>
            </a:extLst>
          </p:cNvPr>
          <p:cNvGrpSpPr/>
          <p:nvPr/>
        </p:nvGrpSpPr>
        <p:grpSpPr>
          <a:xfrm>
            <a:off x="1667547" y="2109788"/>
            <a:ext cx="272906" cy="330993"/>
            <a:chOff x="1381297" y="2109788"/>
            <a:chExt cx="272906" cy="330993"/>
          </a:xfrm>
        </p:grpSpPr>
        <p:sp>
          <p:nvSpPr>
            <p:cNvPr id="104" name="Rectangle 103">
              <a:extLst>
                <a:ext uri="{FF2B5EF4-FFF2-40B4-BE49-F238E27FC236}">
                  <a16:creationId xmlns:a16="http://schemas.microsoft.com/office/drawing/2014/main" id="{2E06A2B4-2A4B-6CF1-6A69-30225CE0EEC8}"/>
                </a:ext>
              </a:extLst>
            </p:cNvPr>
            <p:cNvSpPr/>
            <p:nvPr/>
          </p:nvSpPr>
          <p:spPr bwMode="gray">
            <a:xfrm>
              <a:off x="1381297" y="2109788"/>
              <a:ext cx="272906" cy="330993"/>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grpSp>
          <p:nvGrpSpPr>
            <p:cNvPr id="105" name="Group 104">
              <a:extLst>
                <a:ext uri="{FF2B5EF4-FFF2-40B4-BE49-F238E27FC236}">
                  <a16:creationId xmlns:a16="http://schemas.microsoft.com/office/drawing/2014/main" id="{DDFCFD01-03AC-67CB-A17D-336CD983AD06}"/>
                </a:ext>
              </a:extLst>
            </p:cNvPr>
            <p:cNvGrpSpPr/>
            <p:nvPr/>
          </p:nvGrpSpPr>
          <p:grpSpPr>
            <a:xfrm>
              <a:off x="1419948" y="2120542"/>
              <a:ext cx="195605" cy="297903"/>
              <a:chOff x="1776964" y="2136141"/>
              <a:chExt cx="195605" cy="297903"/>
            </a:xfrm>
          </p:grpSpPr>
          <p:cxnSp>
            <p:nvCxnSpPr>
              <p:cNvPr id="97" name="Straight Connector 96">
                <a:extLst>
                  <a:ext uri="{FF2B5EF4-FFF2-40B4-BE49-F238E27FC236}">
                    <a16:creationId xmlns:a16="http://schemas.microsoft.com/office/drawing/2014/main" id="{D4DB1B5B-4EAA-6E94-EBB6-6C30908E9D81}"/>
                  </a:ext>
                </a:extLst>
              </p:cNvPr>
              <p:cNvCxnSpPr>
                <a:cxnSpLocks/>
              </p:cNvCxnSpPr>
              <p:nvPr/>
            </p:nvCxnSpPr>
            <p:spPr bwMode="gray">
              <a:xfrm>
                <a:off x="1776964" y="2136141"/>
                <a:ext cx="195605" cy="0"/>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6454CBB-AEE3-A5A5-19A6-2246F1AFA95A}"/>
                  </a:ext>
                </a:extLst>
              </p:cNvPr>
              <p:cNvCxnSpPr>
                <a:cxnSpLocks/>
              </p:cNvCxnSpPr>
              <p:nvPr/>
            </p:nvCxnSpPr>
            <p:spPr bwMode="gray">
              <a:xfrm>
                <a:off x="1776964" y="2195722"/>
                <a:ext cx="195605" cy="0"/>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14162FE2-50EB-B8CF-B679-61B4B62C1800}"/>
                  </a:ext>
                </a:extLst>
              </p:cNvPr>
              <p:cNvCxnSpPr>
                <a:cxnSpLocks/>
              </p:cNvCxnSpPr>
              <p:nvPr/>
            </p:nvCxnSpPr>
            <p:spPr bwMode="gray">
              <a:xfrm>
                <a:off x="1776964" y="2255303"/>
                <a:ext cx="195605" cy="0"/>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B9AD06F6-68CE-CF58-F1E9-60C4D6E61023}"/>
                  </a:ext>
                </a:extLst>
              </p:cNvPr>
              <p:cNvCxnSpPr>
                <a:cxnSpLocks/>
              </p:cNvCxnSpPr>
              <p:nvPr/>
            </p:nvCxnSpPr>
            <p:spPr bwMode="gray">
              <a:xfrm>
                <a:off x="1776964" y="2314884"/>
                <a:ext cx="195605" cy="0"/>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EABCF1D5-6117-8763-A8E0-2BD34092018B}"/>
                  </a:ext>
                </a:extLst>
              </p:cNvPr>
              <p:cNvCxnSpPr>
                <a:cxnSpLocks/>
              </p:cNvCxnSpPr>
              <p:nvPr/>
            </p:nvCxnSpPr>
            <p:spPr bwMode="gray">
              <a:xfrm>
                <a:off x="1776964" y="2374465"/>
                <a:ext cx="195605" cy="0"/>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7FC7F315-C15B-F3E2-B122-8EDA0436AEC4}"/>
                  </a:ext>
                </a:extLst>
              </p:cNvPr>
              <p:cNvCxnSpPr>
                <a:cxnSpLocks/>
              </p:cNvCxnSpPr>
              <p:nvPr/>
            </p:nvCxnSpPr>
            <p:spPr bwMode="gray">
              <a:xfrm>
                <a:off x="1776964" y="2434044"/>
                <a:ext cx="195605" cy="0"/>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8594113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500"/>
                                        <p:tgtEl>
                                          <p:spTgt spid="45"/>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par>
                          <p:cTn id="11" fill="hold">
                            <p:stCondLst>
                              <p:cond delay="500"/>
                            </p:stCondLst>
                            <p:childTnLst>
                              <p:par>
                                <p:cTn id="12" presetID="16" presetClass="entr" presetSubtype="37" fill="hold" grpId="0" nodeType="afterEffect">
                                  <p:stCondLst>
                                    <p:cond delay="1000"/>
                                  </p:stCondLst>
                                  <p:childTnLst>
                                    <p:set>
                                      <p:cBhvr>
                                        <p:cTn id="13" dur="1" fill="hold">
                                          <p:stCondLst>
                                            <p:cond delay="0"/>
                                          </p:stCondLst>
                                        </p:cTn>
                                        <p:tgtEl>
                                          <p:spTgt spid="142"/>
                                        </p:tgtEl>
                                        <p:attrNameLst>
                                          <p:attrName>style.visibility</p:attrName>
                                        </p:attrNameLst>
                                      </p:cBhvr>
                                      <p:to>
                                        <p:strVal val="visible"/>
                                      </p:to>
                                    </p:set>
                                    <p:animEffect transition="in" filter="barn(outVertical)">
                                      <p:cBhvr>
                                        <p:cTn id="14" dur="500"/>
                                        <p:tgtEl>
                                          <p:spTgt spid="142"/>
                                        </p:tgtEl>
                                      </p:cBhvr>
                                    </p:animEffect>
                                  </p:childTnLst>
                                </p:cTn>
                              </p:par>
                            </p:childTnLst>
                          </p:cTn>
                        </p:par>
                        <p:par>
                          <p:cTn id="15" fill="hold">
                            <p:stCondLst>
                              <p:cond delay="2000"/>
                            </p:stCondLst>
                            <p:childTnLst>
                              <p:par>
                                <p:cTn id="16" presetID="10" presetClass="entr" presetSubtype="0" fill="hold" grpId="0" nodeType="afterEffect">
                                  <p:stCondLst>
                                    <p:cond delay="0"/>
                                  </p:stCondLst>
                                  <p:childTnLst>
                                    <p:set>
                                      <p:cBhvr>
                                        <p:cTn id="17" dur="1" fill="hold">
                                          <p:stCondLst>
                                            <p:cond delay="0"/>
                                          </p:stCondLst>
                                        </p:cTn>
                                        <p:tgtEl>
                                          <p:spTgt spid="71"/>
                                        </p:tgtEl>
                                        <p:attrNameLst>
                                          <p:attrName>style.visibility</p:attrName>
                                        </p:attrNameLst>
                                      </p:cBhvr>
                                      <p:to>
                                        <p:strVal val="visible"/>
                                      </p:to>
                                    </p:set>
                                    <p:animEffect transition="in" filter="fade">
                                      <p:cBhvr>
                                        <p:cTn id="18" dur="500"/>
                                        <p:tgtEl>
                                          <p:spTgt spid="7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66"/>
                                        </p:tgtEl>
                                        <p:attrNameLst>
                                          <p:attrName>style.visibility</p:attrName>
                                        </p:attrNameLst>
                                      </p:cBhvr>
                                      <p:to>
                                        <p:strVal val="visible"/>
                                      </p:to>
                                    </p:set>
                                    <p:animEffect transition="in" filter="fade">
                                      <p:cBhvr>
                                        <p:cTn id="21" dur="500"/>
                                        <p:tgtEl>
                                          <p:spTgt spid="66"/>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67"/>
                                        </p:tgtEl>
                                        <p:attrNameLst>
                                          <p:attrName>style.visibility</p:attrName>
                                        </p:attrNameLst>
                                      </p:cBhvr>
                                      <p:to>
                                        <p:strVal val="visible"/>
                                      </p:to>
                                    </p:set>
                                    <p:animEffect transition="in" filter="fade">
                                      <p:cBhvr>
                                        <p:cTn id="24" dur="500"/>
                                        <p:tgtEl>
                                          <p:spTgt spid="67"/>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0"/>
                                        </p:tgtEl>
                                        <p:attrNameLst>
                                          <p:attrName>style.visibility</p:attrName>
                                        </p:attrNameLst>
                                      </p:cBhvr>
                                      <p:to>
                                        <p:strVal val="visible"/>
                                      </p:to>
                                    </p:set>
                                    <p:animEffect transition="in" filter="fade">
                                      <p:cBhvr>
                                        <p:cTn id="27" dur="500"/>
                                        <p:tgtEl>
                                          <p:spTgt spid="70"/>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68"/>
                                        </p:tgtEl>
                                        <p:attrNameLst>
                                          <p:attrName>style.visibility</p:attrName>
                                        </p:attrNameLst>
                                      </p:cBhvr>
                                      <p:to>
                                        <p:strVal val="visible"/>
                                      </p:to>
                                    </p:set>
                                    <p:animEffect transition="in" filter="fade">
                                      <p:cBhvr>
                                        <p:cTn id="30" dur="500"/>
                                        <p:tgtEl>
                                          <p:spTgt spid="6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69"/>
                                        </p:tgtEl>
                                        <p:attrNameLst>
                                          <p:attrName>style.visibility</p:attrName>
                                        </p:attrNameLst>
                                      </p:cBhvr>
                                      <p:to>
                                        <p:strVal val="visible"/>
                                      </p:to>
                                    </p:set>
                                    <p:animEffect transition="in" filter="fade">
                                      <p:cBhvr>
                                        <p:cTn id="33" dur="500"/>
                                        <p:tgtEl>
                                          <p:spTgt spid="69"/>
                                        </p:tgtEl>
                                      </p:cBhvr>
                                    </p:animEffect>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127"/>
                                        </p:tgtEl>
                                        <p:attrNameLst>
                                          <p:attrName>style.visibility</p:attrName>
                                        </p:attrNameLst>
                                      </p:cBhvr>
                                      <p:to>
                                        <p:strVal val="visible"/>
                                      </p:to>
                                    </p:set>
                                    <p:animEffect transition="in" filter="fade">
                                      <p:cBhvr>
                                        <p:cTn id="37" dur="500"/>
                                        <p:tgtEl>
                                          <p:spTgt spid="127"/>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28"/>
                                        </p:tgtEl>
                                        <p:attrNameLst>
                                          <p:attrName>style.visibility</p:attrName>
                                        </p:attrNameLst>
                                      </p:cBhvr>
                                      <p:to>
                                        <p:strVal val="visible"/>
                                      </p:to>
                                    </p:set>
                                    <p:animEffect transition="in" filter="fade">
                                      <p:cBhvr>
                                        <p:cTn id="40" dur="500"/>
                                        <p:tgtEl>
                                          <p:spTgt spid="128"/>
                                        </p:tgtEl>
                                      </p:cBhvr>
                                    </p:animEffect>
                                  </p:childTnLst>
                                </p:cTn>
                              </p:par>
                            </p:childTnLst>
                          </p:cTn>
                        </p:par>
                        <p:par>
                          <p:cTn id="41" fill="hold">
                            <p:stCondLst>
                              <p:cond delay="3000"/>
                            </p:stCondLst>
                            <p:childTnLst>
                              <p:par>
                                <p:cTn id="42" presetID="16" presetClass="entr" presetSubtype="42" fill="hold" nodeType="afterEffect">
                                  <p:stCondLst>
                                    <p:cond delay="0"/>
                                  </p:stCondLst>
                                  <p:childTnLst>
                                    <p:set>
                                      <p:cBhvr>
                                        <p:cTn id="43" dur="1" fill="hold">
                                          <p:stCondLst>
                                            <p:cond delay="0"/>
                                          </p:stCondLst>
                                        </p:cTn>
                                        <p:tgtEl>
                                          <p:spTgt spid="124"/>
                                        </p:tgtEl>
                                        <p:attrNameLst>
                                          <p:attrName>style.visibility</p:attrName>
                                        </p:attrNameLst>
                                      </p:cBhvr>
                                      <p:to>
                                        <p:strVal val="visible"/>
                                      </p:to>
                                    </p:set>
                                    <p:animEffect transition="in" filter="barn(outHorizontal)">
                                      <p:cBhvr>
                                        <p:cTn id="44" dur="500"/>
                                        <p:tgtEl>
                                          <p:spTgt spid="124"/>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25"/>
                                        </p:tgtEl>
                                        <p:attrNameLst>
                                          <p:attrName>style.visibility</p:attrName>
                                        </p:attrNameLst>
                                      </p:cBhvr>
                                      <p:to>
                                        <p:strVal val="visible"/>
                                      </p:to>
                                    </p:set>
                                    <p:animEffect transition="in" filter="fade">
                                      <p:cBhvr>
                                        <p:cTn id="47" dur="500"/>
                                        <p:tgtEl>
                                          <p:spTgt spid="125"/>
                                        </p:tgtEl>
                                      </p:cBhvr>
                                    </p:animEffect>
                                  </p:childTnLst>
                                </p:cTn>
                              </p:par>
                            </p:childTnLst>
                          </p:cTn>
                        </p:par>
                        <p:par>
                          <p:cTn id="48" fill="hold">
                            <p:stCondLst>
                              <p:cond delay="3500"/>
                            </p:stCondLst>
                            <p:childTnLst>
                              <p:par>
                                <p:cTn id="49" presetID="10" presetClass="entr" presetSubtype="0" fill="hold" nodeType="afterEffect">
                                  <p:stCondLst>
                                    <p:cond delay="1000"/>
                                  </p:stCondLst>
                                  <p:childTnLst>
                                    <p:set>
                                      <p:cBhvr>
                                        <p:cTn id="50" dur="1" fill="hold">
                                          <p:stCondLst>
                                            <p:cond delay="0"/>
                                          </p:stCondLst>
                                        </p:cTn>
                                        <p:tgtEl>
                                          <p:spTgt spid="84"/>
                                        </p:tgtEl>
                                        <p:attrNameLst>
                                          <p:attrName>style.visibility</p:attrName>
                                        </p:attrNameLst>
                                      </p:cBhvr>
                                      <p:to>
                                        <p:strVal val="visible"/>
                                      </p:to>
                                    </p:set>
                                    <p:animEffect transition="in" filter="fade">
                                      <p:cBhvr>
                                        <p:cTn id="51" dur="500"/>
                                        <p:tgtEl>
                                          <p:spTgt spid="84"/>
                                        </p:tgtEl>
                                      </p:cBhvr>
                                    </p:animEffect>
                                  </p:childTnLst>
                                </p:cTn>
                              </p:par>
                              <p:par>
                                <p:cTn id="52" presetID="10" presetClass="entr" presetSubtype="0" fill="hold" nodeType="withEffect">
                                  <p:stCondLst>
                                    <p:cond delay="1000"/>
                                  </p:stCondLst>
                                  <p:childTnLst>
                                    <p:set>
                                      <p:cBhvr>
                                        <p:cTn id="53" dur="1" fill="hold">
                                          <p:stCondLst>
                                            <p:cond delay="0"/>
                                          </p:stCondLst>
                                        </p:cTn>
                                        <p:tgtEl>
                                          <p:spTgt spid="83"/>
                                        </p:tgtEl>
                                        <p:attrNameLst>
                                          <p:attrName>style.visibility</p:attrName>
                                        </p:attrNameLst>
                                      </p:cBhvr>
                                      <p:to>
                                        <p:strVal val="visible"/>
                                      </p:to>
                                    </p:set>
                                    <p:animEffect transition="in" filter="fade">
                                      <p:cBhvr>
                                        <p:cTn id="54" dur="500"/>
                                        <p:tgtEl>
                                          <p:spTgt spid="83"/>
                                        </p:tgtEl>
                                      </p:cBhvr>
                                    </p:animEffect>
                                  </p:childTnLst>
                                </p:cTn>
                              </p:par>
                              <p:par>
                                <p:cTn id="55" presetID="10" presetClass="entr" presetSubtype="0" fill="hold" nodeType="withEffect">
                                  <p:stCondLst>
                                    <p:cond delay="1000"/>
                                  </p:stCondLst>
                                  <p:childTnLst>
                                    <p:set>
                                      <p:cBhvr>
                                        <p:cTn id="56" dur="1" fill="hold">
                                          <p:stCondLst>
                                            <p:cond delay="0"/>
                                          </p:stCondLst>
                                        </p:cTn>
                                        <p:tgtEl>
                                          <p:spTgt spid="82"/>
                                        </p:tgtEl>
                                        <p:attrNameLst>
                                          <p:attrName>style.visibility</p:attrName>
                                        </p:attrNameLst>
                                      </p:cBhvr>
                                      <p:to>
                                        <p:strVal val="visible"/>
                                      </p:to>
                                    </p:set>
                                    <p:animEffect transition="in" filter="fade">
                                      <p:cBhvr>
                                        <p:cTn id="57" dur="500"/>
                                        <p:tgtEl>
                                          <p:spTgt spid="82"/>
                                        </p:tgtEl>
                                      </p:cBhvr>
                                    </p:animEffect>
                                  </p:childTnLst>
                                </p:cTn>
                              </p:par>
                              <p:par>
                                <p:cTn id="58" presetID="10" presetClass="entr" presetSubtype="0" fill="hold" nodeType="withEffect">
                                  <p:stCondLst>
                                    <p:cond delay="1000"/>
                                  </p:stCondLst>
                                  <p:childTnLst>
                                    <p:set>
                                      <p:cBhvr>
                                        <p:cTn id="59" dur="1" fill="hold">
                                          <p:stCondLst>
                                            <p:cond delay="0"/>
                                          </p:stCondLst>
                                        </p:cTn>
                                        <p:tgtEl>
                                          <p:spTgt spid="81"/>
                                        </p:tgtEl>
                                        <p:attrNameLst>
                                          <p:attrName>style.visibility</p:attrName>
                                        </p:attrNameLst>
                                      </p:cBhvr>
                                      <p:to>
                                        <p:strVal val="visible"/>
                                      </p:to>
                                    </p:set>
                                    <p:animEffect transition="in" filter="fade">
                                      <p:cBhvr>
                                        <p:cTn id="60" dur="500"/>
                                        <p:tgtEl>
                                          <p:spTgt spid="81"/>
                                        </p:tgtEl>
                                      </p:cBhvr>
                                    </p:animEffect>
                                  </p:childTnLst>
                                </p:cTn>
                              </p:par>
                            </p:childTnLst>
                          </p:cTn>
                        </p:par>
                        <p:par>
                          <p:cTn id="61" fill="hold">
                            <p:stCondLst>
                              <p:cond delay="5000"/>
                            </p:stCondLst>
                            <p:childTnLst>
                              <p:par>
                                <p:cTn id="62" presetID="10" presetClass="entr" presetSubtype="0" fill="hold" grpId="0" nodeType="afterEffect">
                                  <p:stCondLst>
                                    <p:cond delay="0"/>
                                  </p:stCondLst>
                                  <p:childTnLst>
                                    <p:set>
                                      <p:cBhvr>
                                        <p:cTn id="63" dur="1" fill="hold">
                                          <p:stCondLst>
                                            <p:cond delay="0"/>
                                          </p:stCondLst>
                                        </p:cTn>
                                        <p:tgtEl>
                                          <p:spTgt spid="93"/>
                                        </p:tgtEl>
                                        <p:attrNameLst>
                                          <p:attrName>style.visibility</p:attrName>
                                        </p:attrNameLst>
                                      </p:cBhvr>
                                      <p:to>
                                        <p:strVal val="visible"/>
                                      </p:to>
                                    </p:set>
                                    <p:animEffect transition="in" filter="fade">
                                      <p:cBhvr>
                                        <p:cTn id="64" dur="500"/>
                                        <p:tgtEl>
                                          <p:spTgt spid="93"/>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109"/>
                                        </p:tgtEl>
                                        <p:attrNameLst>
                                          <p:attrName>style.visibility</p:attrName>
                                        </p:attrNameLst>
                                      </p:cBhvr>
                                      <p:to>
                                        <p:strVal val="visible"/>
                                      </p:to>
                                    </p:set>
                                    <p:animEffect transition="in" filter="fade">
                                      <p:cBhvr>
                                        <p:cTn id="67" dur="500"/>
                                        <p:tgtEl>
                                          <p:spTgt spid="109"/>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77"/>
                                        </p:tgtEl>
                                        <p:attrNameLst>
                                          <p:attrName>style.visibility</p:attrName>
                                        </p:attrNameLst>
                                      </p:cBhvr>
                                      <p:to>
                                        <p:strVal val="visible"/>
                                      </p:to>
                                    </p:set>
                                    <p:animEffect transition="in" filter="fade">
                                      <p:cBhvr>
                                        <p:cTn id="70" dur="500"/>
                                        <p:tgtEl>
                                          <p:spTgt spid="77"/>
                                        </p:tgtEl>
                                      </p:cBhvr>
                                    </p:animEffect>
                                  </p:childTnLst>
                                </p:cTn>
                              </p:par>
                            </p:childTnLst>
                          </p:cTn>
                        </p:par>
                        <p:par>
                          <p:cTn id="71" fill="hold">
                            <p:stCondLst>
                              <p:cond delay="5500"/>
                            </p:stCondLst>
                            <p:childTnLst>
                              <p:par>
                                <p:cTn id="72" presetID="10" presetClass="entr" presetSubtype="0" fill="hold" nodeType="afterEffect">
                                  <p:stCondLst>
                                    <p:cond delay="1000"/>
                                  </p:stCondLst>
                                  <p:childTnLst>
                                    <p:set>
                                      <p:cBhvr>
                                        <p:cTn id="73" dur="1" fill="hold">
                                          <p:stCondLst>
                                            <p:cond delay="0"/>
                                          </p:stCondLst>
                                        </p:cTn>
                                        <p:tgtEl>
                                          <p:spTgt spid="85"/>
                                        </p:tgtEl>
                                        <p:attrNameLst>
                                          <p:attrName>style.visibility</p:attrName>
                                        </p:attrNameLst>
                                      </p:cBhvr>
                                      <p:to>
                                        <p:strVal val="visible"/>
                                      </p:to>
                                    </p:set>
                                    <p:animEffect transition="in" filter="fade">
                                      <p:cBhvr>
                                        <p:cTn id="74" dur="500"/>
                                        <p:tgtEl>
                                          <p:spTgt spid="85"/>
                                        </p:tgtEl>
                                      </p:cBhvr>
                                    </p:animEffect>
                                  </p:childTnLst>
                                </p:cTn>
                              </p:par>
                              <p:par>
                                <p:cTn id="75" presetID="10" presetClass="entr" presetSubtype="0" fill="hold" nodeType="withEffect">
                                  <p:stCondLst>
                                    <p:cond delay="1000"/>
                                  </p:stCondLst>
                                  <p:childTnLst>
                                    <p:set>
                                      <p:cBhvr>
                                        <p:cTn id="76" dur="1" fill="hold">
                                          <p:stCondLst>
                                            <p:cond delay="0"/>
                                          </p:stCondLst>
                                        </p:cTn>
                                        <p:tgtEl>
                                          <p:spTgt spid="87"/>
                                        </p:tgtEl>
                                        <p:attrNameLst>
                                          <p:attrName>style.visibility</p:attrName>
                                        </p:attrNameLst>
                                      </p:cBhvr>
                                      <p:to>
                                        <p:strVal val="visible"/>
                                      </p:to>
                                    </p:set>
                                    <p:animEffect transition="in" filter="fade">
                                      <p:cBhvr>
                                        <p:cTn id="77" dur="500"/>
                                        <p:tgtEl>
                                          <p:spTgt spid="87"/>
                                        </p:tgtEl>
                                      </p:cBhvr>
                                    </p:animEffect>
                                  </p:childTnLst>
                                </p:cTn>
                              </p:par>
                              <p:par>
                                <p:cTn id="78" presetID="10" presetClass="entr" presetSubtype="0" fill="hold" nodeType="withEffect">
                                  <p:stCondLst>
                                    <p:cond delay="1000"/>
                                  </p:stCondLst>
                                  <p:childTnLst>
                                    <p:set>
                                      <p:cBhvr>
                                        <p:cTn id="79" dur="1" fill="hold">
                                          <p:stCondLst>
                                            <p:cond delay="0"/>
                                          </p:stCondLst>
                                        </p:cTn>
                                        <p:tgtEl>
                                          <p:spTgt spid="86"/>
                                        </p:tgtEl>
                                        <p:attrNameLst>
                                          <p:attrName>style.visibility</p:attrName>
                                        </p:attrNameLst>
                                      </p:cBhvr>
                                      <p:to>
                                        <p:strVal val="visible"/>
                                      </p:to>
                                    </p:set>
                                    <p:animEffect transition="in" filter="fade">
                                      <p:cBhvr>
                                        <p:cTn id="80" dur="500"/>
                                        <p:tgtEl>
                                          <p:spTgt spid="86"/>
                                        </p:tgtEl>
                                      </p:cBhvr>
                                    </p:animEffect>
                                  </p:childTnLst>
                                </p:cTn>
                              </p:par>
                            </p:childTnLst>
                          </p:cTn>
                        </p:par>
                        <p:par>
                          <p:cTn id="81" fill="hold">
                            <p:stCondLst>
                              <p:cond delay="7000"/>
                            </p:stCondLst>
                            <p:childTnLst>
                              <p:par>
                                <p:cTn id="82" presetID="22" presetClass="entr" presetSubtype="1" fill="hold" nodeType="afterEffect">
                                  <p:stCondLst>
                                    <p:cond delay="0"/>
                                  </p:stCondLst>
                                  <p:childTnLst>
                                    <p:set>
                                      <p:cBhvr>
                                        <p:cTn id="83" dur="1" fill="hold">
                                          <p:stCondLst>
                                            <p:cond delay="0"/>
                                          </p:stCondLst>
                                        </p:cTn>
                                        <p:tgtEl>
                                          <p:spTgt spid="175"/>
                                        </p:tgtEl>
                                        <p:attrNameLst>
                                          <p:attrName>style.visibility</p:attrName>
                                        </p:attrNameLst>
                                      </p:cBhvr>
                                      <p:to>
                                        <p:strVal val="visible"/>
                                      </p:to>
                                    </p:set>
                                    <p:animEffect transition="in" filter="wipe(up)">
                                      <p:cBhvr>
                                        <p:cTn id="84" dur="500"/>
                                        <p:tgtEl>
                                          <p:spTgt spid="175"/>
                                        </p:tgtEl>
                                      </p:cBhvr>
                                    </p:animEffect>
                                  </p:childTnLst>
                                </p:cTn>
                              </p:par>
                              <p:par>
                                <p:cTn id="85" presetID="22" presetClass="entr" presetSubtype="1" fill="hold" nodeType="withEffect">
                                  <p:stCondLst>
                                    <p:cond delay="0"/>
                                  </p:stCondLst>
                                  <p:childTnLst>
                                    <p:set>
                                      <p:cBhvr>
                                        <p:cTn id="86" dur="1" fill="hold">
                                          <p:stCondLst>
                                            <p:cond delay="0"/>
                                          </p:stCondLst>
                                        </p:cTn>
                                        <p:tgtEl>
                                          <p:spTgt spid="200"/>
                                        </p:tgtEl>
                                        <p:attrNameLst>
                                          <p:attrName>style.visibility</p:attrName>
                                        </p:attrNameLst>
                                      </p:cBhvr>
                                      <p:to>
                                        <p:strVal val="visible"/>
                                      </p:to>
                                    </p:set>
                                    <p:animEffect transition="in" filter="wipe(up)">
                                      <p:cBhvr>
                                        <p:cTn id="87" dur="500"/>
                                        <p:tgtEl>
                                          <p:spTgt spid="200"/>
                                        </p:tgtEl>
                                      </p:cBhvr>
                                    </p:animEffect>
                                  </p:childTnLst>
                                </p:cTn>
                              </p:par>
                              <p:par>
                                <p:cTn id="88" presetID="22" presetClass="entr" presetSubtype="1" fill="hold" nodeType="withEffect">
                                  <p:stCondLst>
                                    <p:cond delay="0"/>
                                  </p:stCondLst>
                                  <p:childTnLst>
                                    <p:set>
                                      <p:cBhvr>
                                        <p:cTn id="89" dur="1" fill="hold">
                                          <p:stCondLst>
                                            <p:cond delay="0"/>
                                          </p:stCondLst>
                                        </p:cTn>
                                        <p:tgtEl>
                                          <p:spTgt spid="201"/>
                                        </p:tgtEl>
                                        <p:attrNameLst>
                                          <p:attrName>style.visibility</p:attrName>
                                        </p:attrNameLst>
                                      </p:cBhvr>
                                      <p:to>
                                        <p:strVal val="visible"/>
                                      </p:to>
                                    </p:set>
                                    <p:animEffect transition="in" filter="wipe(up)">
                                      <p:cBhvr>
                                        <p:cTn id="90" dur="500"/>
                                        <p:tgtEl>
                                          <p:spTgt spid="201"/>
                                        </p:tgtEl>
                                      </p:cBhvr>
                                    </p:animEffect>
                                  </p:childTnLst>
                                </p:cTn>
                              </p:par>
                            </p:childTnLst>
                          </p:cTn>
                        </p:par>
                        <p:par>
                          <p:cTn id="91" fill="hold">
                            <p:stCondLst>
                              <p:cond delay="7500"/>
                            </p:stCondLst>
                            <p:childTnLst>
                              <p:par>
                                <p:cTn id="92" presetID="10" presetClass="entr" presetSubtype="0" fill="hold" nodeType="afterEffect">
                                  <p:stCondLst>
                                    <p:cond delay="0"/>
                                  </p:stCondLst>
                                  <p:childTnLst>
                                    <p:set>
                                      <p:cBhvr>
                                        <p:cTn id="93" dur="1" fill="hold">
                                          <p:stCondLst>
                                            <p:cond delay="0"/>
                                          </p:stCondLst>
                                        </p:cTn>
                                        <p:tgtEl>
                                          <p:spTgt spid="63"/>
                                        </p:tgtEl>
                                        <p:attrNameLst>
                                          <p:attrName>style.visibility</p:attrName>
                                        </p:attrNameLst>
                                      </p:cBhvr>
                                      <p:to>
                                        <p:strVal val="visible"/>
                                      </p:to>
                                    </p:set>
                                    <p:animEffect transition="in" filter="fade">
                                      <p:cBhvr>
                                        <p:cTn id="94" dur="500"/>
                                        <p:tgtEl>
                                          <p:spTgt spid="63"/>
                                        </p:tgtEl>
                                      </p:cBhvr>
                                    </p:animEffect>
                                  </p:childTnLst>
                                </p:cTn>
                              </p:par>
                            </p:childTnLst>
                          </p:cTn>
                        </p:par>
                        <p:par>
                          <p:cTn id="95" fill="hold">
                            <p:stCondLst>
                              <p:cond delay="8000"/>
                            </p:stCondLst>
                            <p:childTnLst>
                              <p:par>
                                <p:cTn id="96" presetID="22" presetClass="entr" presetSubtype="1" fill="hold" nodeType="afterEffect">
                                  <p:stCondLst>
                                    <p:cond delay="0"/>
                                  </p:stCondLst>
                                  <p:childTnLst>
                                    <p:set>
                                      <p:cBhvr>
                                        <p:cTn id="97" dur="1" fill="hold">
                                          <p:stCondLst>
                                            <p:cond delay="0"/>
                                          </p:stCondLst>
                                        </p:cTn>
                                        <p:tgtEl>
                                          <p:spTgt spid="158"/>
                                        </p:tgtEl>
                                        <p:attrNameLst>
                                          <p:attrName>style.visibility</p:attrName>
                                        </p:attrNameLst>
                                      </p:cBhvr>
                                      <p:to>
                                        <p:strVal val="visible"/>
                                      </p:to>
                                    </p:set>
                                    <p:animEffect transition="in" filter="wipe(up)">
                                      <p:cBhvr>
                                        <p:cTn id="98" dur="250"/>
                                        <p:tgtEl>
                                          <p:spTgt spid="158"/>
                                        </p:tgtEl>
                                      </p:cBhvr>
                                    </p:animEffect>
                                  </p:childTnLst>
                                </p:cTn>
                              </p:par>
                              <p:par>
                                <p:cTn id="99" presetID="22" presetClass="entr" presetSubtype="1" fill="hold" nodeType="withEffect">
                                  <p:stCondLst>
                                    <p:cond delay="0"/>
                                  </p:stCondLst>
                                  <p:childTnLst>
                                    <p:set>
                                      <p:cBhvr>
                                        <p:cTn id="100" dur="1" fill="hold">
                                          <p:stCondLst>
                                            <p:cond delay="0"/>
                                          </p:stCondLst>
                                        </p:cTn>
                                        <p:tgtEl>
                                          <p:spTgt spid="193"/>
                                        </p:tgtEl>
                                        <p:attrNameLst>
                                          <p:attrName>style.visibility</p:attrName>
                                        </p:attrNameLst>
                                      </p:cBhvr>
                                      <p:to>
                                        <p:strVal val="visible"/>
                                      </p:to>
                                    </p:set>
                                    <p:animEffect transition="in" filter="wipe(up)">
                                      <p:cBhvr>
                                        <p:cTn id="101" dur="250"/>
                                        <p:tgtEl>
                                          <p:spTgt spid="193"/>
                                        </p:tgtEl>
                                      </p:cBhvr>
                                    </p:animEffect>
                                  </p:childTnLst>
                                </p:cTn>
                              </p:par>
                              <p:par>
                                <p:cTn id="102" presetID="22" presetClass="entr" presetSubtype="1" fill="hold" nodeType="withEffect">
                                  <p:stCondLst>
                                    <p:cond delay="0"/>
                                  </p:stCondLst>
                                  <p:childTnLst>
                                    <p:set>
                                      <p:cBhvr>
                                        <p:cTn id="103" dur="1" fill="hold">
                                          <p:stCondLst>
                                            <p:cond delay="0"/>
                                          </p:stCondLst>
                                        </p:cTn>
                                        <p:tgtEl>
                                          <p:spTgt spid="196"/>
                                        </p:tgtEl>
                                        <p:attrNameLst>
                                          <p:attrName>style.visibility</p:attrName>
                                        </p:attrNameLst>
                                      </p:cBhvr>
                                      <p:to>
                                        <p:strVal val="visible"/>
                                      </p:to>
                                    </p:set>
                                    <p:animEffect transition="in" filter="wipe(up)">
                                      <p:cBhvr>
                                        <p:cTn id="104" dur="250"/>
                                        <p:tgtEl>
                                          <p:spTgt spid="196"/>
                                        </p:tgtEl>
                                      </p:cBhvr>
                                    </p:animEffect>
                                  </p:childTnLst>
                                </p:cTn>
                              </p:par>
                            </p:childTnLst>
                          </p:cTn>
                        </p:par>
                        <p:par>
                          <p:cTn id="105" fill="hold">
                            <p:stCondLst>
                              <p:cond delay="8250"/>
                            </p:stCondLst>
                            <p:childTnLst>
                              <p:par>
                                <p:cTn id="106" presetID="22" presetClass="entr" presetSubtype="4" fill="hold" nodeType="afterEffect">
                                  <p:stCondLst>
                                    <p:cond delay="0"/>
                                  </p:stCondLst>
                                  <p:childTnLst>
                                    <p:set>
                                      <p:cBhvr>
                                        <p:cTn id="107" dur="1" fill="hold">
                                          <p:stCondLst>
                                            <p:cond delay="0"/>
                                          </p:stCondLst>
                                        </p:cTn>
                                        <p:tgtEl>
                                          <p:spTgt spid="188"/>
                                        </p:tgtEl>
                                        <p:attrNameLst>
                                          <p:attrName>style.visibility</p:attrName>
                                        </p:attrNameLst>
                                      </p:cBhvr>
                                      <p:to>
                                        <p:strVal val="visible"/>
                                      </p:to>
                                    </p:set>
                                    <p:animEffect transition="in" filter="wipe(down)">
                                      <p:cBhvr>
                                        <p:cTn id="108" dur="250"/>
                                        <p:tgtEl>
                                          <p:spTgt spid="188"/>
                                        </p:tgtEl>
                                      </p:cBhvr>
                                    </p:animEffect>
                                  </p:childTnLst>
                                </p:cTn>
                              </p:par>
                              <p:par>
                                <p:cTn id="109" presetID="22" presetClass="entr" presetSubtype="4" fill="hold" nodeType="withEffect">
                                  <p:stCondLst>
                                    <p:cond delay="0"/>
                                  </p:stCondLst>
                                  <p:childTnLst>
                                    <p:set>
                                      <p:cBhvr>
                                        <p:cTn id="110" dur="1" fill="hold">
                                          <p:stCondLst>
                                            <p:cond delay="0"/>
                                          </p:stCondLst>
                                        </p:cTn>
                                        <p:tgtEl>
                                          <p:spTgt spid="194"/>
                                        </p:tgtEl>
                                        <p:attrNameLst>
                                          <p:attrName>style.visibility</p:attrName>
                                        </p:attrNameLst>
                                      </p:cBhvr>
                                      <p:to>
                                        <p:strVal val="visible"/>
                                      </p:to>
                                    </p:set>
                                    <p:animEffect transition="in" filter="wipe(down)">
                                      <p:cBhvr>
                                        <p:cTn id="111" dur="250"/>
                                        <p:tgtEl>
                                          <p:spTgt spid="194"/>
                                        </p:tgtEl>
                                      </p:cBhvr>
                                    </p:animEffect>
                                  </p:childTnLst>
                                </p:cTn>
                              </p:par>
                              <p:par>
                                <p:cTn id="112" presetID="22" presetClass="entr" presetSubtype="4" fill="hold" nodeType="withEffect">
                                  <p:stCondLst>
                                    <p:cond delay="0"/>
                                  </p:stCondLst>
                                  <p:childTnLst>
                                    <p:set>
                                      <p:cBhvr>
                                        <p:cTn id="113" dur="1" fill="hold">
                                          <p:stCondLst>
                                            <p:cond delay="0"/>
                                          </p:stCondLst>
                                        </p:cTn>
                                        <p:tgtEl>
                                          <p:spTgt spid="197"/>
                                        </p:tgtEl>
                                        <p:attrNameLst>
                                          <p:attrName>style.visibility</p:attrName>
                                        </p:attrNameLst>
                                      </p:cBhvr>
                                      <p:to>
                                        <p:strVal val="visible"/>
                                      </p:to>
                                    </p:set>
                                    <p:animEffect transition="in" filter="wipe(down)">
                                      <p:cBhvr>
                                        <p:cTn id="114" dur="250"/>
                                        <p:tgtEl>
                                          <p:spTgt spid="197"/>
                                        </p:tgtEl>
                                      </p:cBhvr>
                                    </p:animEffect>
                                  </p:childTnLst>
                                </p:cTn>
                              </p:par>
                            </p:childTnLst>
                          </p:cTn>
                        </p:par>
                        <p:par>
                          <p:cTn id="115" fill="hold">
                            <p:stCondLst>
                              <p:cond delay="8500"/>
                            </p:stCondLst>
                            <p:childTnLst>
                              <p:par>
                                <p:cTn id="116" presetID="10" presetClass="entr" presetSubtype="0" fill="hold" grpId="0" nodeType="afterEffect">
                                  <p:stCondLst>
                                    <p:cond delay="0"/>
                                  </p:stCondLst>
                                  <p:childTnLst>
                                    <p:set>
                                      <p:cBhvr>
                                        <p:cTn id="117" dur="1" fill="hold">
                                          <p:stCondLst>
                                            <p:cond delay="0"/>
                                          </p:stCondLst>
                                        </p:cTn>
                                        <p:tgtEl>
                                          <p:spTgt spid="205"/>
                                        </p:tgtEl>
                                        <p:attrNameLst>
                                          <p:attrName>style.visibility</p:attrName>
                                        </p:attrNameLst>
                                      </p:cBhvr>
                                      <p:to>
                                        <p:strVal val="visible"/>
                                      </p:to>
                                    </p:set>
                                    <p:animEffect transition="in" filter="fade">
                                      <p:cBhvr>
                                        <p:cTn id="118" dur="500"/>
                                        <p:tgtEl>
                                          <p:spTgt spid="205"/>
                                        </p:tgtEl>
                                      </p:cBhvr>
                                    </p:animEffect>
                                  </p:childTnLst>
                                </p:cTn>
                              </p:par>
                              <p:par>
                                <p:cTn id="119" presetID="22" presetClass="entr" presetSubtype="1" repeatCount="indefinite" fill="hold" nodeType="withEffect">
                                  <p:stCondLst>
                                    <p:cond delay="0"/>
                                  </p:stCondLst>
                                  <p:childTnLst>
                                    <p:set>
                                      <p:cBhvr>
                                        <p:cTn id="120" dur="1" fill="hold">
                                          <p:stCondLst>
                                            <p:cond delay="0"/>
                                          </p:stCondLst>
                                        </p:cTn>
                                        <p:tgtEl>
                                          <p:spTgt spid="118"/>
                                        </p:tgtEl>
                                        <p:attrNameLst>
                                          <p:attrName>style.visibility</p:attrName>
                                        </p:attrNameLst>
                                      </p:cBhvr>
                                      <p:to>
                                        <p:strVal val="visible"/>
                                      </p:to>
                                    </p:set>
                                    <p:animEffect transition="in" filter="wipe(up)">
                                      <p:cBhvr>
                                        <p:cTn id="121" dur="750"/>
                                        <p:tgtEl>
                                          <p:spTgt spid="118"/>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159"/>
                                        </p:tgtEl>
                                        <p:attrNameLst>
                                          <p:attrName>style.visibility</p:attrName>
                                        </p:attrNameLst>
                                      </p:cBhvr>
                                      <p:to>
                                        <p:strVal val="visible"/>
                                      </p:to>
                                    </p:set>
                                    <p:animEffect transition="in" filter="fade">
                                      <p:cBhvr>
                                        <p:cTn id="124" dur="500"/>
                                        <p:tgtEl>
                                          <p:spTgt spid="159"/>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185"/>
                                        </p:tgtEl>
                                        <p:attrNameLst>
                                          <p:attrName>style.visibility</p:attrName>
                                        </p:attrNameLst>
                                      </p:cBhvr>
                                      <p:to>
                                        <p:strVal val="visible"/>
                                      </p:to>
                                    </p:set>
                                    <p:animEffect transition="in" filter="fade">
                                      <p:cBhvr>
                                        <p:cTn id="127" dur="500"/>
                                        <p:tgtEl>
                                          <p:spTgt spid="185"/>
                                        </p:tgtEl>
                                      </p:cBhvr>
                                    </p:animEffect>
                                  </p:childTnLst>
                                </p:cTn>
                              </p:par>
                            </p:childTnLst>
                          </p:cTn>
                        </p:par>
                        <p:par>
                          <p:cTn id="128" fill="hold">
                            <p:stCondLst>
                              <p:cond delay="9250"/>
                            </p:stCondLst>
                            <p:childTnLst>
                              <p:par>
                                <p:cTn id="129" presetID="26" presetClass="emph" presetSubtype="0" repeatCount="indefinite" fill="hold" nodeType="afterEffect">
                                  <p:stCondLst>
                                    <p:cond delay="0"/>
                                  </p:stCondLst>
                                  <p:childTnLst>
                                    <p:animEffect transition="out" filter="fade">
                                      <p:cBhvr>
                                        <p:cTn id="130" dur="500" tmFilter="0, 0; .2, .5; .8, .5; 1, 0"/>
                                        <p:tgtEl>
                                          <p:spTgt spid="158"/>
                                        </p:tgtEl>
                                      </p:cBhvr>
                                    </p:animEffect>
                                    <p:animScale>
                                      <p:cBhvr>
                                        <p:cTn id="131" dur="250" autoRev="1" fill="hold"/>
                                        <p:tgtEl>
                                          <p:spTgt spid="158"/>
                                        </p:tgtEl>
                                      </p:cBhvr>
                                      <p:by x="105000" y="105000"/>
                                    </p:animScale>
                                  </p:childTnLst>
                                </p:cTn>
                              </p:par>
                              <p:par>
                                <p:cTn id="132" presetID="26" presetClass="emph" presetSubtype="0" repeatCount="indefinite" fill="hold" nodeType="withEffect">
                                  <p:stCondLst>
                                    <p:cond delay="250"/>
                                  </p:stCondLst>
                                  <p:childTnLst>
                                    <p:animEffect transition="out" filter="fade">
                                      <p:cBhvr>
                                        <p:cTn id="133" dur="500" tmFilter="0, 0; .2, .5; .8, .5; 1, 0"/>
                                        <p:tgtEl>
                                          <p:spTgt spid="193"/>
                                        </p:tgtEl>
                                      </p:cBhvr>
                                    </p:animEffect>
                                    <p:animScale>
                                      <p:cBhvr>
                                        <p:cTn id="134" dur="250" autoRev="1" fill="hold"/>
                                        <p:tgtEl>
                                          <p:spTgt spid="193"/>
                                        </p:tgtEl>
                                      </p:cBhvr>
                                      <p:by x="105000" y="105000"/>
                                    </p:animScale>
                                  </p:childTnLst>
                                </p:cTn>
                              </p:par>
                              <p:par>
                                <p:cTn id="135" presetID="26" presetClass="emph" presetSubtype="0" repeatCount="indefinite" fill="hold" nodeType="withEffect">
                                  <p:stCondLst>
                                    <p:cond delay="300"/>
                                  </p:stCondLst>
                                  <p:childTnLst>
                                    <p:animEffect transition="out" filter="fade">
                                      <p:cBhvr>
                                        <p:cTn id="136" dur="500" tmFilter="0, 0; .2, .5; .8, .5; 1, 0"/>
                                        <p:tgtEl>
                                          <p:spTgt spid="196"/>
                                        </p:tgtEl>
                                      </p:cBhvr>
                                    </p:animEffect>
                                    <p:animScale>
                                      <p:cBhvr>
                                        <p:cTn id="137" dur="250" autoRev="1" fill="hold"/>
                                        <p:tgtEl>
                                          <p:spTgt spid="196"/>
                                        </p:tgtEl>
                                      </p:cBhvr>
                                      <p:by x="105000" y="105000"/>
                                    </p:animScale>
                                  </p:childTnLst>
                                </p:cTn>
                              </p:par>
                              <p:par>
                                <p:cTn id="138" presetID="26" presetClass="emph" presetSubtype="0" repeatCount="indefinite" fill="hold" nodeType="withEffect">
                                  <p:stCondLst>
                                    <p:cond delay="150"/>
                                  </p:stCondLst>
                                  <p:childTnLst>
                                    <p:animEffect transition="out" filter="fade">
                                      <p:cBhvr>
                                        <p:cTn id="139" dur="500" tmFilter="0, 0; .2, .5; .8, .5; 1, 0"/>
                                        <p:tgtEl>
                                          <p:spTgt spid="188"/>
                                        </p:tgtEl>
                                      </p:cBhvr>
                                    </p:animEffect>
                                    <p:animScale>
                                      <p:cBhvr>
                                        <p:cTn id="140" dur="250" autoRev="1" fill="hold"/>
                                        <p:tgtEl>
                                          <p:spTgt spid="188"/>
                                        </p:tgtEl>
                                      </p:cBhvr>
                                      <p:by x="105000" y="105000"/>
                                    </p:animScale>
                                  </p:childTnLst>
                                </p:cTn>
                              </p:par>
                              <p:par>
                                <p:cTn id="141" presetID="26" presetClass="emph" presetSubtype="0" repeatCount="indefinite" fill="hold" nodeType="withEffect">
                                  <p:stCondLst>
                                    <p:cond delay="400"/>
                                  </p:stCondLst>
                                  <p:childTnLst>
                                    <p:animEffect transition="out" filter="fade">
                                      <p:cBhvr>
                                        <p:cTn id="142" dur="500" tmFilter="0, 0; .2, .5; .8, .5; 1, 0"/>
                                        <p:tgtEl>
                                          <p:spTgt spid="194"/>
                                        </p:tgtEl>
                                      </p:cBhvr>
                                    </p:animEffect>
                                    <p:animScale>
                                      <p:cBhvr>
                                        <p:cTn id="143" dur="250" autoRev="1" fill="hold"/>
                                        <p:tgtEl>
                                          <p:spTgt spid="194"/>
                                        </p:tgtEl>
                                      </p:cBhvr>
                                      <p:by x="105000" y="105000"/>
                                    </p:animScale>
                                  </p:childTnLst>
                                </p:cTn>
                              </p:par>
                              <p:par>
                                <p:cTn id="144" presetID="26" presetClass="emph" presetSubtype="0" repeatCount="indefinite" fill="hold" nodeType="withEffect">
                                  <p:stCondLst>
                                    <p:cond delay="0"/>
                                  </p:stCondLst>
                                  <p:childTnLst>
                                    <p:animEffect transition="out" filter="fade">
                                      <p:cBhvr>
                                        <p:cTn id="145" dur="500" tmFilter="0, 0; .2, .5; .8, .5; 1, 0"/>
                                        <p:tgtEl>
                                          <p:spTgt spid="197"/>
                                        </p:tgtEl>
                                      </p:cBhvr>
                                    </p:animEffect>
                                    <p:animScale>
                                      <p:cBhvr>
                                        <p:cTn id="146" dur="250" autoRev="1" fill="hold"/>
                                        <p:tgtEl>
                                          <p:spTgt spid="197"/>
                                        </p:tgtEl>
                                      </p:cBhvr>
                                      <p:by x="105000" y="105000"/>
                                    </p:animScale>
                                  </p:childTnLst>
                                </p:cTn>
                              </p:par>
                            </p:childTnLst>
                          </p:cTn>
                        </p:par>
                        <p:par>
                          <p:cTn id="147" fill="hold">
                            <p:stCondLst>
                              <p:cond delay="10150"/>
                            </p:stCondLst>
                            <p:childTnLst>
                              <p:par>
                                <p:cTn id="148" presetID="26" presetClass="emph" presetSubtype="0" repeatCount="2000" fill="hold" grpId="1" nodeType="afterEffect">
                                  <p:stCondLst>
                                    <p:cond delay="0"/>
                                  </p:stCondLst>
                                  <p:childTnLst>
                                    <p:animEffect transition="out" filter="fade">
                                      <p:cBhvr>
                                        <p:cTn id="149" dur="500" tmFilter="0, 0; .2, .5; .8, .5; 1, 0"/>
                                        <p:tgtEl>
                                          <p:spTgt spid="205"/>
                                        </p:tgtEl>
                                      </p:cBhvr>
                                    </p:animEffect>
                                    <p:animScale>
                                      <p:cBhvr>
                                        <p:cTn id="150" dur="250" autoRev="1" fill="hold"/>
                                        <p:tgtEl>
                                          <p:spTgt spid="205"/>
                                        </p:tgtEl>
                                      </p:cBhvr>
                                      <p:by x="105000" y="105000"/>
                                    </p:animScale>
                                  </p:childTnLst>
                                </p:cTn>
                              </p:par>
                              <p:par>
                                <p:cTn id="151" presetID="26" presetClass="emph" presetSubtype="0" repeatCount="2000" fill="hold" grpId="1" nodeType="withEffect">
                                  <p:stCondLst>
                                    <p:cond delay="0"/>
                                  </p:stCondLst>
                                  <p:childTnLst>
                                    <p:animEffect transition="out" filter="fade">
                                      <p:cBhvr>
                                        <p:cTn id="152" dur="500" tmFilter="0, 0; .2, .5; .8, .5; 1, 0"/>
                                        <p:tgtEl>
                                          <p:spTgt spid="185"/>
                                        </p:tgtEl>
                                      </p:cBhvr>
                                    </p:animEffect>
                                    <p:animScale>
                                      <p:cBhvr>
                                        <p:cTn id="153" dur="250" autoRev="1" fill="hold"/>
                                        <p:tgtEl>
                                          <p:spTgt spid="185"/>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animBg="1"/>
      <p:bldP spid="66" grpId="0" animBg="1"/>
      <p:bldP spid="67" grpId="0"/>
      <p:bldP spid="68" grpId="0" animBg="1"/>
      <p:bldP spid="69" grpId="0"/>
      <p:bldP spid="70" grpId="0" animBg="1"/>
      <p:bldP spid="71" grpId="0"/>
      <p:bldP spid="109" grpId="0" animBg="1"/>
      <p:bldP spid="93" grpId="0" animBg="1"/>
      <p:bldP spid="77" grpId="0" animBg="1"/>
      <p:bldP spid="125" grpId="0"/>
      <p:bldP spid="128" grpId="0"/>
      <p:bldP spid="142" grpId="0" animBg="1"/>
      <p:bldP spid="205" grpId="0" animBg="1"/>
      <p:bldP spid="205" grpId="1" animBg="1"/>
      <p:bldP spid="185" grpId="0"/>
      <p:bldP spid="185" grpId="1"/>
      <p:bldP spid="159"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417D03-B970-9CF1-1F31-7B9808DBB1E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795DA5A-0324-6F3B-3AEE-6E0C1E856039}"/>
              </a:ext>
            </a:extLst>
          </p:cNvPr>
          <p:cNvSpPr>
            <a:spLocks noGrp="1"/>
          </p:cNvSpPr>
          <p:nvPr>
            <p:ph type="title"/>
          </p:nvPr>
        </p:nvSpPr>
        <p:spPr/>
        <p:txBody>
          <a:bodyPr/>
          <a:lstStyle/>
          <a:p>
            <a:r>
              <a:rPr lang="en-US" dirty="0"/>
              <a:t>Secure and Cyber</a:t>
            </a:r>
            <a:br>
              <a:rPr lang="en-US" dirty="0"/>
            </a:br>
            <a:r>
              <a:rPr lang="en-US" dirty="0"/>
              <a:t>Resilient Storage</a:t>
            </a:r>
          </a:p>
        </p:txBody>
      </p:sp>
      <p:sp>
        <p:nvSpPr>
          <p:cNvPr id="3" name="Subtitle 2">
            <a:extLst>
              <a:ext uri="{FF2B5EF4-FFF2-40B4-BE49-F238E27FC236}">
                <a16:creationId xmlns:a16="http://schemas.microsoft.com/office/drawing/2014/main" id="{33D953C0-E7D8-BDF4-E111-9A97B4964261}"/>
              </a:ext>
            </a:extLst>
          </p:cNvPr>
          <p:cNvSpPr>
            <a:spLocks noGrp="1"/>
          </p:cNvSpPr>
          <p:nvPr>
            <p:ph type="subTitle" idx="10"/>
          </p:nvPr>
        </p:nvSpPr>
        <p:spPr/>
        <p:txBody>
          <a:bodyPr/>
          <a:lstStyle/>
          <a:p>
            <a:r>
              <a:rPr lang="en-US" dirty="0"/>
              <a:t>Easily protect and secure your data</a:t>
            </a:r>
          </a:p>
        </p:txBody>
      </p:sp>
    </p:spTree>
    <p:extLst>
      <p:ext uri="{BB962C8B-B14F-4D97-AF65-F5344CB8AC3E}">
        <p14:creationId xmlns:p14="http://schemas.microsoft.com/office/powerpoint/2010/main" val="4142878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84104-81CD-C10A-A761-1BD025E46C1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C696BFE-C745-ABB2-9E6B-C0FB1049B1AA}"/>
              </a:ext>
            </a:extLst>
          </p:cNvPr>
          <p:cNvSpPr>
            <a:spLocks noGrp="1"/>
          </p:cNvSpPr>
          <p:nvPr>
            <p:ph type="title"/>
          </p:nvPr>
        </p:nvSpPr>
        <p:spPr/>
        <p:txBody>
          <a:bodyPr/>
          <a:lstStyle/>
          <a:p>
            <a:r>
              <a:rPr lang="en-US" dirty="0"/>
              <a:t>Secure End-to-End Encryption of Storage using vSAN Storage Clusters</a:t>
            </a:r>
          </a:p>
        </p:txBody>
      </p:sp>
      <p:sp>
        <p:nvSpPr>
          <p:cNvPr id="3" name="Subtitle 2">
            <a:extLst>
              <a:ext uri="{FF2B5EF4-FFF2-40B4-BE49-F238E27FC236}">
                <a16:creationId xmlns:a16="http://schemas.microsoft.com/office/drawing/2014/main" id="{5950FA9E-B169-3D27-E63F-C7DA9D3C6FF4}"/>
              </a:ext>
            </a:extLst>
          </p:cNvPr>
          <p:cNvSpPr>
            <a:spLocks noGrp="1"/>
          </p:cNvSpPr>
          <p:nvPr>
            <p:ph type="subTitle" idx="10"/>
          </p:nvPr>
        </p:nvSpPr>
        <p:spPr/>
        <p:txBody>
          <a:bodyPr/>
          <a:lstStyle/>
          <a:p>
            <a:r>
              <a:rPr lang="en-US" dirty="0"/>
              <a:t>Data-in-Transit encryption for vSAN storage clusters</a:t>
            </a:r>
          </a:p>
        </p:txBody>
      </p:sp>
      <p:sp>
        <p:nvSpPr>
          <p:cNvPr id="4" name="Text Placeholder 3">
            <a:extLst>
              <a:ext uri="{FF2B5EF4-FFF2-40B4-BE49-F238E27FC236}">
                <a16:creationId xmlns:a16="http://schemas.microsoft.com/office/drawing/2014/main" id="{8D2E08D0-C5AA-84E2-2CD1-7C4D559DBD42}"/>
              </a:ext>
            </a:extLst>
          </p:cNvPr>
          <p:cNvSpPr>
            <a:spLocks noGrp="1"/>
          </p:cNvSpPr>
          <p:nvPr>
            <p:ph type="body" sz="quarter" idx="17"/>
          </p:nvPr>
        </p:nvSpPr>
        <p:spPr/>
        <p:txBody>
          <a:bodyPr/>
          <a:lstStyle/>
          <a:p>
            <a:r>
              <a:rPr lang="en-US" dirty="0"/>
              <a:t>Easily provide </a:t>
            </a:r>
            <a:r>
              <a:rPr lang="en-US" b="1" dirty="0"/>
              <a:t>end-to-end encryption</a:t>
            </a:r>
            <a:r>
              <a:rPr lang="en-US" dirty="0"/>
              <a:t> of vSAN storage across disaggregated topologies</a:t>
            </a:r>
          </a:p>
          <a:p>
            <a:r>
              <a:rPr lang="en-US" dirty="0"/>
              <a:t>Supported with</a:t>
            </a:r>
          </a:p>
          <a:p>
            <a:pPr lvl="1"/>
            <a:r>
              <a:rPr lang="en-US" dirty="0"/>
              <a:t>vSAN storage clusters</a:t>
            </a:r>
          </a:p>
          <a:p>
            <a:pPr lvl="1"/>
            <a:r>
              <a:rPr lang="en-US" dirty="0"/>
              <a:t>vSAN HCI clusters</a:t>
            </a:r>
          </a:p>
          <a:p>
            <a:r>
              <a:rPr lang="en-US" b="1" dirty="0"/>
              <a:t>Encrypts storage traffic </a:t>
            </a:r>
            <a:r>
              <a:rPr lang="en-US" dirty="0"/>
              <a:t>between the clusters that mount the datastore and the server cluster that provides the datastore</a:t>
            </a:r>
          </a:p>
          <a:p>
            <a:r>
              <a:rPr lang="en-US" dirty="0"/>
              <a:t>Can be </a:t>
            </a:r>
            <a:r>
              <a:rPr lang="en-US" b="1" dirty="0"/>
              <a:t>used in combination </a:t>
            </a:r>
            <a:r>
              <a:rPr lang="en-US" dirty="0"/>
              <a:t>with </a:t>
            </a:r>
            <a:r>
              <a:rPr lang="en-US" b="1" dirty="0"/>
              <a:t>vSAN Data-at-Rest encryption </a:t>
            </a:r>
            <a:r>
              <a:rPr lang="en-US" dirty="0"/>
              <a:t>on the storage cluster</a:t>
            </a:r>
          </a:p>
          <a:p>
            <a:endParaRPr lang="en-US" dirty="0"/>
          </a:p>
        </p:txBody>
      </p:sp>
      <p:pic>
        <p:nvPicPr>
          <p:cNvPr id="15" name="Graphic 14">
            <a:extLst>
              <a:ext uri="{FF2B5EF4-FFF2-40B4-BE49-F238E27FC236}">
                <a16:creationId xmlns:a16="http://schemas.microsoft.com/office/drawing/2014/main" id="{92F6C64F-B9AA-469A-0EFD-00707B01D9F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696431" y="3944442"/>
            <a:ext cx="180257" cy="211848"/>
          </a:xfrm>
          <a:prstGeom prst="rect">
            <a:avLst/>
          </a:prstGeom>
        </p:spPr>
      </p:pic>
      <p:sp>
        <p:nvSpPr>
          <p:cNvPr id="16" name="TextBox 15">
            <a:extLst>
              <a:ext uri="{FF2B5EF4-FFF2-40B4-BE49-F238E27FC236}">
                <a16:creationId xmlns:a16="http://schemas.microsoft.com/office/drawing/2014/main" id="{C96CA982-F289-9EAB-B327-6E594381317A}"/>
              </a:ext>
            </a:extLst>
          </p:cNvPr>
          <p:cNvSpPr txBox="1"/>
          <p:nvPr/>
        </p:nvSpPr>
        <p:spPr>
          <a:xfrm>
            <a:off x="3708110" y="3233181"/>
            <a:ext cx="2156898" cy="338554"/>
          </a:xfrm>
          <a:prstGeom prst="rect">
            <a:avLst/>
          </a:prstGeom>
          <a:ln>
            <a:noFill/>
          </a:ln>
        </p:spPr>
        <p:txBody>
          <a:bodyPr wrap="square" lIns="0" tIns="0" rIns="0" bIns="0" rtlCol="0">
            <a:spAutoFit/>
          </a:bodyPr>
          <a:lstStyle/>
          <a:p>
            <a:pPr algn="ctr">
              <a:spcAft>
                <a:spcPts val="600"/>
              </a:spcAft>
            </a:pPr>
            <a:r>
              <a:rPr lang="en-US" sz="1200" dirty="0">
                <a:solidFill>
                  <a:schemeClr val="accent4"/>
                </a:solidFill>
              </a:rPr>
              <a:t>vSAN compute cluster</a:t>
            </a:r>
            <a:br>
              <a:rPr lang="en-US" sz="1200" dirty="0">
                <a:solidFill>
                  <a:schemeClr val="accent4"/>
                </a:solidFill>
              </a:rPr>
            </a:br>
            <a:r>
              <a:rPr lang="en-US" sz="1000" dirty="0">
                <a:solidFill>
                  <a:schemeClr val="accent4"/>
                </a:solidFill>
              </a:rPr>
              <a:t>(vSphere cluster)</a:t>
            </a:r>
          </a:p>
        </p:txBody>
      </p:sp>
      <p:grpSp>
        <p:nvGrpSpPr>
          <p:cNvPr id="143" name="Group 142">
            <a:extLst>
              <a:ext uri="{FF2B5EF4-FFF2-40B4-BE49-F238E27FC236}">
                <a16:creationId xmlns:a16="http://schemas.microsoft.com/office/drawing/2014/main" id="{9D4CAFB4-56AD-EF93-2BD2-ACB6116CD3FB}"/>
              </a:ext>
            </a:extLst>
          </p:cNvPr>
          <p:cNvGrpSpPr/>
          <p:nvPr/>
        </p:nvGrpSpPr>
        <p:grpSpPr>
          <a:xfrm>
            <a:off x="3659287" y="5353815"/>
            <a:ext cx="2254544" cy="707766"/>
            <a:chOff x="3659287" y="5353815"/>
            <a:chExt cx="2254544" cy="707766"/>
          </a:xfrm>
        </p:grpSpPr>
        <p:grpSp>
          <p:nvGrpSpPr>
            <p:cNvPr id="6" name="Group 5">
              <a:extLst>
                <a:ext uri="{FF2B5EF4-FFF2-40B4-BE49-F238E27FC236}">
                  <a16:creationId xmlns:a16="http://schemas.microsoft.com/office/drawing/2014/main" id="{F858F8B6-066F-B186-27D8-77D7DA555C79}"/>
                </a:ext>
              </a:extLst>
            </p:cNvPr>
            <p:cNvGrpSpPr/>
            <p:nvPr/>
          </p:nvGrpSpPr>
          <p:grpSpPr>
            <a:xfrm>
              <a:off x="3662822" y="5623786"/>
              <a:ext cx="2247474" cy="184666"/>
              <a:chOff x="994157" y="5796896"/>
              <a:chExt cx="2247474" cy="184666"/>
            </a:xfrm>
          </p:grpSpPr>
          <p:sp>
            <p:nvSpPr>
              <p:cNvPr id="9" name="TextBox 8">
                <a:extLst>
                  <a:ext uri="{FF2B5EF4-FFF2-40B4-BE49-F238E27FC236}">
                    <a16:creationId xmlns:a16="http://schemas.microsoft.com/office/drawing/2014/main" id="{641575D9-F0AF-632D-0008-D8C23508FFAD}"/>
                  </a:ext>
                </a:extLst>
              </p:cNvPr>
              <p:cNvSpPr txBox="1"/>
              <p:nvPr/>
            </p:nvSpPr>
            <p:spPr>
              <a:xfrm>
                <a:off x="1332487" y="5796896"/>
                <a:ext cx="1596741" cy="184666"/>
              </a:xfrm>
              <a:prstGeom prst="rect">
                <a:avLst/>
              </a:prstGeom>
              <a:ln>
                <a:noFill/>
              </a:ln>
            </p:spPr>
            <p:txBody>
              <a:bodyPr wrap="square" lIns="0" tIns="0" rIns="0" bIns="0" rtlCol="0">
                <a:spAutoFit/>
              </a:bodyPr>
              <a:lstStyle/>
              <a:p>
                <a:pPr algn="ctr">
                  <a:spcAft>
                    <a:spcPts val="600"/>
                  </a:spcAft>
                </a:pPr>
                <a:r>
                  <a:rPr lang="en-US" sz="1200" dirty="0">
                    <a:solidFill>
                      <a:schemeClr val="accent2"/>
                    </a:solidFill>
                  </a:rPr>
                  <a:t>vSAN storage cluster</a:t>
                </a:r>
                <a:endParaRPr lang="en-US" sz="1200" dirty="0">
                  <a:solidFill>
                    <a:schemeClr val="accent5"/>
                  </a:solidFill>
                </a:endParaRPr>
              </a:p>
            </p:txBody>
          </p:sp>
          <p:cxnSp>
            <p:nvCxnSpPr>
              <p:cNvPr id="10" name="Straight Connector 9">
                <a:extLst>
                  <a:ext uri="{FF2B5EF4-FFF2-40B4-BE49-F238E27FC236}">
                    <a16:creationId xmlns:a16="http://schemas.microsoft.com/office/drawing/2014/main" id="{DE82426C-785F-276F-BD2B-9009A87DA291}"/>
                  </a:ext>
                </a:extLst>
              </p:cNvPr>
              <p:cNvCxnSpPr>
                <a:cxnSpLocks/>
              </p:cNvCxnSpPr>
              <p:nvPr/>
            </p:nvCxnSpPr>
            <p:spPr bwMode="gray">
              <a:xfrm>
                <a:off x="994157" y="5801106"/>
                <a:ext cx="0" cy="8806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4B1C6E5-82D5-54D7-AA8F-17F79D1B58E5}"/>
                  </a:ext>
                </a:extLst>
              </p:cNvPr>
              <p:cNvCxnSpPr>
                <a:cxnSpLocks/>
                <a:stCxn id="9" idx="3"/>
              </p:cNvCxnSpPr>
              <p:nvPr/>
            </p:nvCxnSpPr>
            <p:spPr bwMode="gray">
              <a:xfrm flipV="1">
                <a:off x="2929228" y="5889174"/>
                <a:ext cx="312403" cy="55"/>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21FB529-6B5A-CEA2-AB57-5173DEAD218C}"/>
                  </a:ext>
                </a:extLst>
              </p:cNvPr>
              <p:cNvCxnSpPr>
                <a:cxnSpLocks/>
              </p:cNvCxnSpPr>
              <p:nvPr/>
            </p:nvCxnSpPr>
            <p:spPr bwMode="gray">
              <a:xfrm>
                <a:off x="3241631" y="5801106"/>
                <a:ext cx="0" cy="8806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9029C8AB-A696-AE8B-8766-4C199C498E4F}"/>
                  </a:ext>
                </a:extLst>
              </p:cNvPr>
              <p:cNvCxnSpPr>
                <a:cxnSpLocks/>
                <a:endCxn id="9" idx="1"/>
              </p:cNvCxnSpPr>
              <p:nvPr/>
            </p:nvCxnSpPr>
            <p:spPr bwMode="gray">
              <a:xfrm>
                <a:off x="994157" y="5889174"/>
                <a:ext cx="338330" cy="55"/>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grpSp>
        <p:pic>
          <p:nvPicPr>
            <p:cNvPr id="14" name="Graphic 13">
              <a:extLst>
                <a:ext uri="{FF2B5EF4-FFF2-40B4-BE49-F238E27FC236}">
                  <a16:creationId xmlns:a16="http://schemas.microsoft.com/office/drawing/2014/main" id="{545DF55A-58AB-C0D6-E6F9-667F8319E87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696431" y="5849733"/>
              <a:ext cx="180257" cy="211848"/>
            </a:xfrm>
            <a:prstGeom prst="rect">
              <a:avLst/>
            </a:prstGeom>
          </p:spPr>
        </p:pic>
        <p:grpSp>
          <p:nvGrpSpPr>
            <p:cNvPr id="20" name="Group 19">
              <a:extLst>
                <a:ext uri="{FF2B5EF4-FFF2-40B4-BE49-F238E27FC236}">
                  <a16:creationId xmlns:a16="http://schemas.microsoft.com/office/drawing/2014/main" id="{5BEAEA4C-5384-B15F-69A8-DD4362CF4638}"/>
                </a:ext>
              </a:extLst>
            </p:cNvPr>
            <p:cNvGrpSpPr/>
            <p:nvPr/>
          </p:nvGrpSpPr>
          <p:grpSpPr>
            <a:xfrm>
              <a:off x="3659287" y="5353815"/>
              <a:ext cx="2254544" cy="232334"/>
              <a:chOff x="3343849" y="6274399"/>
              <a:chExt cx="2254544" cy="232334"/>
            </a:xfrm>
          </p:grpSpPr>
          <p:grpSp>
            <p:nvGrpSpPr>
              <p:cNvPr id="21" name="Group 20">
                <a:extLst>
                  <a:ext uri="{FF2B5EF4-FFF2-40B4-BE49-F238E27FC236}">
                    <a16:creationId xmlns:a16="http://schemas.microsoft.com/office/drawing/2014/main" id="{293C5C81-E939-7040-018B-1861F06E685C}"/>
                  </a:ext>
                </a:extLst>
              </p:cNvPr>
              <p:cNvGrpSpPr/>
              <p:nvPr/>
            </p:nvGrpSpPr>
            <p:grpSpPr>
              <a:xfrm>
                <a:off x="3343849" y="6274399"/>
                <a:ext cx="2254544" cy="94392"/>
                <a:chOff x="3343849" y="6274399"/>
                <a:chExt cx="2254544" cy="94392"/>
              </a:xfrm>
            </p:grpSpPr>
            <p:sp>
              <p:nvSpPr>
                <p:cNvPr id="29" name="Rectangle 28">
                  <a:extLst>
                    <a:ext uri="{FF2B5EF4-FFF2-40B4-BE49-F238E27FC236}">
                      <a16:creationId xmlns:a16="http://schemas.microsoft.com/office/drawing/2014/main" id="{2E740A65-89EB-3BF2-A3C9-088C83BA6F67}"/>
                    </a:ext>
                  </a:extLst>
                </p:cNvPr>
                <p:cNvSpPr/>
                <p:nvPr/>
              </p:nvSpPr>
              <p:spPr>
                <a:xfrm>
                  <a:off x="3343849"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0" name="Rectangle 29">
                  <a:extLst>
                    <a:ext uri="{FF2B5EF4-FFF2-40B4-BE49-F238E27FC236}">
                      <a16:creationId xmlns:a16="http://schemas.microsoft.com/office/drawing/2014/main" id="{6EA32F29-FEDD-CF7D-5693-DBB34BFB22CF}"/>
                    </a:ext>
                  </a:extLst>
                </p:cNvPr>
                <p:cNvSpPr/>
                <p:nvPr/>
              </p:nvSpPr>
              <p:spPr>
                <a:xfrm>
                  <a:off x="3803564"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1" name="Rectangle 30">
                  <a:extLst>
                    <a:ext uri="{FF2B5EF4-FFF2-40B4-BE49-F238E27FC236}">
                      <a16:creationId xmlns:a16="http://schemas.microsoft.com/office/drawing/2014/main" id="{5040CEF7-7B1F-3DC4-24F4-68B046D76E34}"/>
                    </a:ext>
                  </a:extLst>
                </p:cNvPr>
                <p:cNvSpPr/>
                <p:nvPr/>
              </p:nvSpPr>
              <p:spPr>
                <a:xfrm>
                  <a:off x="4263279"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2" name="Rectangle 31">
                  <a:extLst>
                    <a:ext uri="{FF2B5EF4-FFF2-40B4-BE49-F238E27FC236}">
                      <a16:creationId xmlns:a16="http://schemas.microsoft.com/office/drawing/2014/main" id="{96FC4331-BEB7-78DD-2632-D8BDCC88DA4F}"/>
                    </a:ext>
                  </a:extLst>
                </p:cNvPr>
                <p:cNvSpPr/>
                <p:nvPr/>
              </p:nvSpPr>
              <p:spPr>
                <a:xfrm>
                  <a:off x="4722994"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3" name="Rectangle 32">
                  <a:extLst>
                    <a:ext uri="{FF2B5EF4-FFF2-40B4-BE49-F238E27FC236}">
                      <a16:creationId xmlns:a16="http://schemas.microsoft.com/office/drawing/2014/main" id="{702C0155-3AEC-208F-9550-1D97CD7D7CA8}"/>
                    </a:ext>
                  </a:extLst>
                </p:cNvPr>
                <p:cNvSpPr/>
                <p:nvPr/>
              </p:nvSpPr>
              <p:spPr>
                <a:xfrm>
                  <a:off x="5182709"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22" name="Group 21">
                <a:extLst>
                  <a:ext uri="{FF2B5EF4-FFF2-40B4-BE49-F238E27FC236}">
                    <a16:creationId xmlns:a16="http://schemas.microsoft.com/office/drawing/2014/main" id="{207C4F17-E71E-FE28-A032-122444B30B57}"/>
                  </a:ext>
                </a:extLst>
              </p:cNvPr>
              <p:cNvGrpSpPr/>
              <p:nvPr/>
            </p:nvGrpSpPr>
            <p:grpSpPr>
              <a:xfrm>
                <a:off x="3343849" y="6412341"/>
                <a:ext cx="2254544" cy="94392"/>
                <a:chOff x="3343849" y="6274399"/>
                <a:chExt cx="2254544" cy="94392"/>
              </a:xfrm>
            </p:grpSpPr>
            <p:sp>
              <p:nvSpPr>
                <p:cNvPr id="23" name="Rectangle 22">
                  <a:extLst>
                    <a:ext uri="{FF2B5EF4-FFF2-40B4-BE49-F238E27FC236}">
                      <a16:creationId xmlns:a16="http://schemas.microsoft.com/office/drawing/2014/main" id="{714811B0-A864-3896-95A7-A3B140C7DA4B}"/>
                    </a:ext>
                  </a:extLst>
                </p:cNvPr>
                <p:cNvSpPr/>
                <p:nvPr/>
              </p:nvSpPr>
              <p:spPr>
                <a:xfrm>
                  <a:off x="3343849"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5" name="Rectangle 24">
                  <a:extLst>
                    <a:ext uri="{FF2B5EF4-FFF2-40B4-BE49-F238E27FC236}">
                      <a16:creationId xmlns:a16="http://schemas.microsoft.com/office/drawing/2014/main" id="{9BDD7B52-0B23-5185-8C71-65729B5D24E4}"/>
                    </a:ext>
                  </a:extLst>
                </p:cNvPr>
                <p:cNvSpPr/>
                <p:nvPr/>
              </p:nvSpPr>
              <p:spPr>
                <a:xfrm>
                  <a:off x="3803564"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6" name="Rectangle 25">
                  <a:extLst>
                    <a:ext uri="{FF2B5EF4-FFF2-40B4-BE49-F238E27FC236}">
                      <a16:creationId xmlns:a16="http://schemas.microsoft.com/office/drawing/2014/main" id="{C11325D9-EC0C-6DA1-588A-10CC8B911A02}"/>
                    </a:ext>
                  </a:extLst>
                </p:cNvPr>
                <p:cNvSpPr/>
                <p:nvPr/>
              </p:nvSpPr>
              <p:spPr>
                <a:xfrm>
                  <a:off x="4263279"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7" name="Rectangle 26">
                  <a:extLst>
                    <a:ext uri="{FF2B5EF4-FFF2-40B4-BE49-F238E27FC236}">
                      <a16:creationId xmlns:a16="http://schemas.microsoft.com/office/drawing/2014/main" id="{8A705D2A-DD70-08B5-CB77-3448C2EA630A}"/>
                    </a:ext>
                  </a:extLst>
                </p:cNvPr>
                <p:cNvSpPr/>
                <p:nvPr/>
              </p:nvSpPr>
              <p:spPr>
                <a:xfrm>
                  <a:off x="4722994"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8" name="Rectangle 27">
                  <a:extLst>
                    <a:ext uri="{FF2B5EF4-FFF2-40B4-BE49-F238E27FC236}">
                      <a16:creationId xmlns:a16="http://schemas.microsoft.com/office/drawing/2014/main" id="{9C651663-2C56-3CFA-B417-94C7428BD025}"/>
                    </a:ext>
                  </a:extLst>
                </p:cNvPr>
                <p:cNvSpPr/>
                <p:nvPr/>
              </p:nvSpPr>
              <p:spPr>
                <a:xfrm>
                  <a:off x="5182709" y="6274399"/>
                  <a:ext cx="415684" cy="94392"/>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grpSp>
      <p:grpSp>
        <p:nvGrpSpPr>
          <p:cNvPr id="34" name="Group 33">
            <a:extLst>
              <a:ext uri="{FF2B5EF4-FFF2-40B4-BE49-F238E27FC236}">
                <a16:creationId xmlns:a16="http://schemas.microsoft.com/office/drawing/2014/main" id="{BB869AB1-E857-28AF-FB59-0A1606AF23A2}"/>
              </a:ext>
            </a:extLst>
          </p:cNvPr>
          <p:cNvGrpSpPr/>
          <p:nvPr/>
        </p:nvGrpSpPr>
        <p:grpSpPr>
          <a:xfrm>
            <a:off x="3889145" y="3652302"/>
            <a:ext cx="1794829" cy="232334"/>
            <a:chOff x="662717" y="5549478"/>
            <a:chExt cx="1794829" cy="232334"/>
          </a:xfrm>
          <a:solidFill>
            <a:schemeClr val="accent4">
              <a:lumMod val="20000"/>
              <a:lumOff val="80000"/>
            </a:schemeClr>
          </a:solidFill>
        </p:grpSpPr>
        <p:grpSp>
          <p:nvGrpSpPr>
            <p:cNvPr id="35" name="Group 34">
              <a:extLst>
                <a:ext uri="{FF2B5EF4-FFF2-40B4-BE49-F238E27FC236}">
                  <a16:creationId xmlns:a16="http://schemas.microsoft.com/office/drawing/2014/main" id="{7D0B644B-4D1D-D821-ABAC-95DBE938DA0C}"/>
                </a:ext>
              </a:extLst>
            </p:cNvPr>
            <p:cNvGrpSpPr/>
            <p:nvPr/>
          </p:nvGrpSpPr>
          <p:grpSpPr>
            <a:xfrm>
              <a:off x="662717" y="5549478"/>
              <a:ext cx="1794829" cy="94392"/>
              <a:chOff x="3343849" y="6274399"/>
              <a:chExt cx="1794829" cy="94392"/>
            </a:xfrm>
            <a:grpFill/>
          </p:grpSpPr>
          <p:sp>
            <p:nvSpPr>
              <p:cNvPr id="42" name="Rectangle 41">
                <a:extLst>
                  <a:ext uri="{FF2B5EF4-FFF2-40B4-BE49-F238E27FC236}">
                    <a16:creationId xmlns:a16="http://schemas.microsoft.com/office/drawing/2014/main" id="{D4F3E000-9050-DEF0-F3B0-D2E61E946CE1}"/>
                  </a:ext>
                </a:extLst>
              </p:cNvPr>
              <p:cNvSpPr/>
              <p:nvPr/>
            </p:nvSpPr>
            <p:spPr>
              <a:xfrm>
                <a:off x="3343849"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3" name="Rectangle 42">
                <a:extLst>
                  <a:ext uri="{FF2B5EF4-FFF2-40B4-BE49-F238E27FC236}">
                    <a16:creationId xmlns:a16="http://schemas.microsoft.com/office/drawing/2014/main" id="{E10F3D94-DCBC-071B-1090-03B6ACFF92D1}"/>
                  </a:ext>
                </a:extLst>
              </p:cNvPr>
              <p:cNvSpPr/>
              <p:nvPr/>
            </p:nvSpPr>
            <p:spPr>
              <a:xfrm>
                <a:off x="3803564"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4" name="Rectangle 43">
                <a:extLst>
                  <a:ext uri="{FF2B5EF4-FFF2-40B4-BE49-F238E27FC236}">
                    <a16:creationId xmlns:a16="http://schemas.microsoft.com/office/drawing/2014/main" id="{5EAF641B-1195-4C74-784B-0E24611A25FB}"/>
                  </a:ext>
                </a:extLst>
              </p:cNvPr>
              <p:cNvSpPr/>
              <p:nvPr/>
            </p:nvSpPr>
            <p:spPr>
              <a:xfrm>
                <a:off x="4263279"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5" name="Rectangle 44">
                <a:extLst>
                  <a:ext uri="{FF2B5EF4-FFF2-40B4-BE49-F238E27FC236}">
                    <a16:creationId xmlns:a16="http://schemas.microsoft.com/office/drawing/2014/main" id="{11307BD2-E3D2-6363-6BE4-802E0B607B77}"/>
                  </a:ext>
                </a:extLst>
              </p:cNvPr>
              <p:cNvSpPr/>
              <p:nvPr/>
            </p:nvSpPr>
            <p:spPr>
              <a:xfrm>
                <a:off x="4722994"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36" name="Group 35">
              <a:extLst>
                <a:ext uri="{FF2B5EF4-FFF2-40B4-BE49-F238E27FC236}">
                  <a16:creationId xmlns:a16="http://schemas.microsoft.com/office/drawing/2014/main" id="{0D04DAFD-5E85-BB73-5042-5B7AE608F908}"/>
                </a:ext>
              </a:extLst>
            </p:cNvPr>
            <p:cNvGrpSpPr/>
            <p:nvPr/>
          </p:nvGrpSpPr>
          <p:grpSpPr>
            <a:xfrm>
              <a:off x="662717" y="5687420"/>
              <a:ext cx="1794829" cy="94392"/>
              <a:chOff x="3343849" y="6274399"/>
              <a:chExt cx="1794829" cy="94392"/>
            </a:xfrm>
            <a:grpFill/>
          </p:grpSpPr>
          <p:sp>
            <p:nvSpPr>
              <p:cNvPr id="37" name="Rectangle 36">
                <a:extLst>
                  <a:ext uri="{FF2B5EF4-FFF2-40B4-BE49-F238E27FC236}">
                    <a16:creationId xmlns:a16="http://schemas.microsoft.com/office/drawing/2014/main" id="{5EB5C0A3-1DBB-5807-1F3B-7B0F6FAA1D3E}"/>
                  </a:ext>
                </a:extLst>
              </p:cNvPr>
              <p:cNvSpPr/>
              <p:nvPr/>
            </p:nvSpPr>
            <p:spPr>
              <a:xfrm>
                <a:off x="3343849"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8" name="Rectangle 37">
                <a:extLst>
                  <a:ext uri="{FF2B5EF4-FFF2-40B4-BE49-F238E27FC236}">
                    <a16:creationId xmlns:a16="http://schemas.microsoft.com/office/drawing/2014/main" id="{1581FAA1-CF01-94EF-E598-C34E48D797E2}"/>
                  </a:ext>
                </a:extLst>
              </p:cNvPr>
              <p:cNvSpPr/>
              <p:nvPr/>
            </p:nvSpPr>
            <p:spPr>
              <a:xfrm>
                <a:off x="3803564"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0" name="Rectangle 39">
                <a:extLst>
                  <a:ext uri="{FF2B5EF4-FFF2-40B4-BE49-F238E27FC236}">
                    <a16:creationId xmlns:a16="http://schemas.microsoft.com/office/drawing/2014/main" id="{3EC27350-C24C-D796-7E41-B235767C5E6F}"/>
                  </a:ext>
                </a:extLst>
              </p:cNvPr>
              <p:cNvSpPr/>
              <p:nvPr/>
            </p:nvSpPr>
            <p:spPr>
              <a:xfrm>
                <a:off x="4263279"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1" name="Rectangle 40">
                <a:extLst>
                  <a:ext uri="{FF2B5EF4-FFF2-40B4-BE49-F238E27FC236}">
                    <a16:creationId xmlns:a16="http://schemas.microsoft.com/office/drawing/2014/main" id="{932C6EA1-C1D3-ABF1-02E2-3563757BEA3F}"/>
                  </a:ext>
                </a:extLst>
              </p:cNvPr>
              <p:cNvSpPr/>
              <p:nvPr/>
            </p:nvSpPr>
            <p:spPr>
              <a:xfrm>
                <a:off x="4722994" y="6274399"/>
                <a:ext cx="415684" cy="94392"/>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cxnSp>
        <p:nvCxnSpPr>
          <p:cNvPr id="46" name="Straight Connector 45">
            <a:extLst>
              <a:ext uri="{FF2B5EF4-FFF2-40B4-BE49-F238E27FC236}">
                <a16:creationId xmlns:a16="http://schemas.microsoft.com/office/drawing/2014/main" id="{772CC31A-1B8D-C68E-4D19-09001E08C83C}"/>
              </a:ext>
            </a:extLst>
          </p:cNvPr>
          <p:cNvCxnSpPr>
            <a:cxnSpLocks/>
          </p:cNvCxnSpPr>
          <p:nvPr/>
        </p:nvCxnSpPr>
        <p:spPr bwMode="gray">
          <a:xfrm flipV="1">
            <a:off x="4786559" y="4257253"/>
            <a:ext cx="0" cy="952285"/>
          </a:xfrm>
          <a:prstGeom prst="line">
            <a:avLst/>
          </a:prstGeom>
          <a:ln w="25400">
            <a:solidFill>
              <a:schemeClr val="accent2"/>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grpSp>
        <p:nvGrpSpPr>
          <p:cNvPr id="381" name="Group 380">
            <a:extLst>
              <a:ext uri="{FF2B5EF4-FFF2-40B4-BE49-F238E27FC236}">
                <a16:creationId xmlns:a16="http://schemas.microsoft.com/office/drawing/2014/main" id="{86AB13AE-D956-B386-899E-267F30F3EA3F}"/>
              </a:ext>
            </a:extLst>
          </p:cNvPr>
          <p:cNvGrpSpPr/>
          <p:nvPr/>
        </p:nvGrpSpPr>
        <p:grpSpPr>
          <a:xfrm>
            <a:off x="4737755" y="2684636"/>
            <a:ext cx="549096" cy="177470"/>
            <a:chOff x="3761321" y="3186773"/>
            <a:chExt cx="549096" cy="177470"/>
          </a:xfrm>
        </p:grpSpPr>
        <p:sp>
          <p:nvSpPr>
            <p:cNvPr id="154" name="Rectangle 153">
              <a:extLst>
                <a:ext uri="{FF2B5EF4-FFF2-40B4-BE49-F238E27FC236}">
                  <a16:creationId xmlns:a16="http://schemas.microsoft.com/office/drawing/2014/main" id="{2D964736-953D-44B6-CC17-CDB65BC6A050}"/>
                </a:ext>
              </a:extLst>
            </p:cNvPr>
            <p:cNvSpPr/>
            <p:nvPr/>
          </p:nvSpPr>
          <p:spPr>
            <a:xfrm>
              <a:off x="3761321" y="3186773"/>
              <a:ext cx="549096" cy="177470"/>
            </a:xfrm>
            <a:prstGeom prst="rect">
              <a:avLst/>
            </a:prstGeom>
            <a:solidFill>
              <a:schemeClr val="accent3"/>
            </a:solid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55" name="TextBox 154">
              <a:extLst>
                <a:ext uri="{FF2B5EF4-FFF2-40B4-BE49-F238E27FC236}">
                  <a16:creationId xmlns:a16="http://schemas.microsoft.com/office/drawing/2014/main" id="{1D924BDB-E073-59CC-DEF0-E744F7E3DBC1}"/>
                </a:ext>
              </a:extLst>
            </p:cNvPr>
            <p:cNvSpPr txBox="1"/>
            <p:nvPr/>
          </p:nvSpPr>
          <p:spPr>
            <a:xfrm>
              <a:off x="3810105" y="3206259"/>
              <a:ext cx="477369" cy="138499"/>
            </a:xfrm>
            <a:prstGeom prst="rect">
              <a:avLst/>
            </a:prstGeom>
            <a:ln>
              <a:solidFill>
                <a:schemeClr val="accent3"/>
              </a:solidFill>
            </a:ln>
          </p:spPr>
          <p:txBody>
            <a:bodyPr wrap="square" lIns="0" tIns="0" rIns="0" bIns="0" rtlCol="0">
              <a:spAutoFit/>
            </a:bodyPr>
            <a:lstStyle/>
            <a:p>
              <a:pPr algn="ctr">
                <a:spcAft>
                  <a:spcPts val="600"/>
                </a:spcAft>
              </a:pPr>
              <a:r>
                <a:rPr lang="en-US" sz="900" dirty="0">
                  <a:solidFill>
                    <a:schemeClr val="bg1"/>
                  </a:solidFill>
                </a:rPr>
                <a:t>NEXT</a:t>
              </a:r>
            </a:p>
          </p:txBody>
        </p:sp>
      </p:grpSp>
      <p:grpSp>
        <p:nvGrpSpPr>
          <p:cNvPr id="156" name="Group 155">
            <a:extLst>
              <a:ext uri="{FF2B5EF4-FFF2-40B4-BE49-F238E27FC236}">
                <a16:creationId xmlns:a16="http://schemas.microsoft.com/office/drawing/2014/main" id="{2D51FBAA-5A15-3DC8-4E1D-2531AC5F0A42}"/>
              </a:ext>
            </a:extLst>
          </p:cNvPr>
          <p:cNvGrpSpPr/>
          <p:nvPr/>
        </p:nvGrpSpPr>
        <p:grpSpPr>
          <a:xfrm>
            <a:off x="4097570" y="2684636"/>
            <a:ext cx="549096" cy="177470"/>
            <a:chOff x="2463039" y="1378072"/>
            <a:chExt cx="720802" cy="177470"/>
          </a:xfrm>
        </p:grpSpPr>
        <p:sp>
          <p:nvSpPr>
            <p:cNvPr id="168" name="Rectangle 167">
              <a:extLst>
                <a:ext uri="{FF2B5EF4-FFF2-40B4-BE49-F238E27FC236}">
                  <a16:creationId xmlns:a16="http://schemas.microsoft.com/office/drawing/2014/main" id="{7892770C-7471-362B-6C24-64B0DCE524DD}"/>
                </a:ext>
              </a:extLst>
            </p:cNvPr>
            <p:cNvSpPr/>
            <p:nvPr/>
          </p:nvSpPr>
          <p:spPr>
            <a:xfrm>
              <a:off x="2463039" y="1378072"/>
              <a:ext cx="720802" cy="177470"/>
            </a:xfrm>
            <a:prstGeom prst="rect">
              <a:avLst/>
            </a:prstGeom>
            <a:no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69" name="TextBox 168">
              <a:extLst>
                <a:ext uri="{FF2B5EF4-FFF2-40B4-BE49-F238E27FC236}">
                  <a16:creationId xmlns:a16="http://schemas.microsoft.com/office/drawing/2014/main" id="{F19353A8-0655-E95B-DB74-B8B363EB7E50}"/>
                </a:ext>
              </a:extLst>
            </p:cNvPr>
            <p:cNvSpPr txBox="1"/>
            <p:nvPr/>
          </p:nvSpPr>
          <p:spPr>
            <a:xfrm>
              <a:off x="2511823" y="1397558"/>
              <a:ext cx="623234" cy="138499"/>
            </a:xfrm>
            <a:prstGeom prst="rect">
              <a:avLst/>
            </a:prstGeom>
          </p:spPr>
          <p:txBody>
            <a:bodyPr wrap="square" lIns="0" tIns="0" rIns="0" bIns="0" rtlCol="0">
              <a:spAutoFit/>
            </a:bodyPr>
            <a:lstStyle/>
            <a:p>
              <a:pPr algn="ctr">
                <a:spcAft>
                  <a:spcPts val="600"/>
                </a:spcAft>
              </a:pPr>
              <a:r>
                <a:rPr lang="en-US" sz="900" dirty="0">
                  <a:solidFill>
                    <a:schemeClr val="accent3"/>
                  </a:solidFill>
                </a:rPr>
                <a:t>BACK</a:t>
              </a:r>
            </a:p>
          </p:txBody>
        </p:sp>
      </p:grpSp>
      <p:grpSp>
        <p:nvGrpSpPr>
          <p:cNvPr id="369" name="Group 368" descr="Security 2&#10;">
            <a:extLst>
              <a:ext uri="{FF2B5EF4-FFF2-40B4-BE49-F238E27FC236}">
                <a16:creationId xmlns:a16="http://schemas.microsoft.com/office/drawing/2014/main" id="{10B99D84-44E1-9C44-DA94-0D752DA486DA}"/>
              </a:ext>
            </a:extLst>
          </p:cNvPr>
          <p:cNvGrpSpPr/>
          <p:nvPr/>
        </p:nvGrpSpPr>
        <p:grpSpPr>
          <a:xfrm>
            <a:off x="6013781" y="5320348"/>
            <a:ext cx="308296" cy="308938"/>
            <a:chOff x="11076199" y="3177613"/>
            <a:chExt cx="600837" cy="602089"/>
          </a:xfrm>
          <a:solidFill>
            <a:schemeClr val="accent5"/>
          </a:solidFill>
        </p:grpSpPr>
        <p:sp>
          <p:nvSpPr>
            <p:cNvPr id="370" name="Picture Placeholder 100">
              <a:extLst>
                <a:ext uri="{FF2B5EF4-FFF2-40B4-BE49-F238E27FC236}">
                  <a16:creationId xmlns:a16="http://schemas.microsoft.com/office/drawing/2014/main" id="{3C3129A1-88BD-62BE-7A44-84B6D00C27C1}"/>
                </a:ext>
              </a:extLst>
            </p:cNvPr>
            <p:cNvSpPr/>
            <p:nvPr/>
          </p:nvSpPr>
          <p:spPr>
            <a:xfrm>
              <a:off x="11076199" y="3177613"/>
              <a:ext cx="600837" cy="602089"/>
            </a:xfrm>
            <a:custGeom>
              <a:avLst/>
              <a:gdLst>
                <a:gd name="connsiteX0" fmla="*/ 300419 w 600837"/>
                <a:gd name="connsiteY0" fmla="*/ 15844 h 602089"/>
                <a:gd name="connsiteX1" fmla="*/ 585026 w 600837"/>
                <a:gd name="connsiteY1" fmla="*/ 301045 h 602089"/>
                <a:gd name="connsiteX2" fmla="*/ 300419 w 600837"/>
                <a:gd name="connsiteY2" fmla="*/ 586245 h 602089"/>
                <a:gd name="connsiteX3" fmla="*/ 15812 w 600837"/>
                <a:gd name="connsiteY3" fmla="*/ 301045 h 602089"/>
                <a:gd name="connsiteX4" fmla="*/ 300419 w 600837"/>
                <a:gd name="connsiteY4" fmla="*/ 15844 h 602089"/>
                <a:gd name="connsiteX5" fmla="*/ 300419 w 600837"/>
                <a:gd name="connsiteY5" fmla="*/ 0 h 602089"/>
                <a:gd name="connsiteX6" fmla="*/ 0 w 600837"/>
                <a:gd name="connsiteY6" fmla="*/ 301045 h 602089"/>
                <a:gd name="connsiteX7" fmla="*/ 300419 w 600837"/>
                <a:gd name="connsiteY7" fmla="*/ 602089 h 602089"/>
                <a:gd name="connsiteX8" fmla="*/ 600837 w 600837"/>
                <a:gd name="connsiteY8" fmla="*/ 301045 h 602089"/>
                <a:gd name="connsiteX9" fmla="*/ 300545 w 600837"/>
                <a:gd name="connsiteY9" fmla="*/ 0 h 602089"/>
                <a:gd name="connsiteX10" fmla="*/ 300419 w 600837"/>
                <a:gd name="connsiteY10" fmla="*/ 0 h 602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837" h="602089">
                  <a:moveTo>
                    <a:pt x="300419" y="15844"/>
                  </a:moveTo>
                  <a:cubicBezTo>
                    <a:pt x="457603" y="15844"/>
                    <a:pt x="585026" y="143533"/>
                    <a:pt x="585026" y="301045"/>
                  </a:cubicBezTo>
                  <a:cubicBezTo>
                    <a:pt x="585026" y="458556"/>
                    <a:pt x="457603" y="586245"/>
                    <a:pt x="300419" y="586245"/>
                  </a:cubicBezTo>
                  <a:cubicBezTo>
                    <a:pt x="143234" y="586245"/>
                    <a:pt x="15812" y="458556"/>
                    <a:pt x="15812" y="301045"/>
                  </a:cubicBezTo>
                  <a:cubicBezTo>
                    <a:pt x="15812" y="143533"/>
                    <a:pt x="143234" y="15844"/>
                    <a:pt x="300419" y="15844"/>
                  </a:cubicBezTo>
                  <a:moveTo>
                    <a:pt x="300419" y="0"/>
                  </a:moveTo>
                  <a:cubicBezTo>
                    <a:pt x="134502" y="0"/>
                    <a:pt x="0" y="134782"/>
                    <a:pt x="0" y="301045"/>
                  </a:cubicBezTo>
                  <a:cubicBezTo>
                    <a:pt x="0" y="467307"/>
                    <a:pt x="134502" y="602089"/>
                    <a:pt x="300419" y="602089"/>
                  </a:cubicBezTo>
                  <a:cubicBezTo>
                    <a:pt x="466335" y="602089"/>
                    <a:pt x="600837" y="467307"/>
                    <a:pt x="600837" y="301045"/>
                  </a:cubicBezTo>
                  <a:cubicBezTo>
                    <a:pt x="600875" y="134817"/>
                    <a:pt x="466427" y="35"/>
                    <a:pt x="300545" y="0"/>
                  </a:cubicBezTo>
                  <a:cubicBezTo>
                    <a:pt x="300503" y="0"/>
                    <a:pt x="300461" y="0"/>
                    <a:pt x="300419" y="0"/>
                  </a:cubicBezTo>
                  <a:close/>
                </a:path>
              </a:pathLst>
            </a:custGeom>
            <a:grpFill/>
            <a:ln w="6271" cap="flat">
              <a:noFill/>
              <a:prstDash val="solid"/>
              <a:miter/>
            </a:ln>
          </p:spPr>
          <p:txBody>
            <a:bodyPr rtlCol="0" anchor="ctr"/>
            <a:lstStyle/>
            <a:p>
              <a:endParaRPr lang="en-US"/>
            </a:p>
          </p:txBody>
        </p:sp>
        <p:sp>
          <p:nvSpPr>
            <p:cNvPr id="371" name="Picture Placeholder 100">
              <a:extLst>
                <a:ext uri="{FF2B5EF4-FFF2-40B4-BE49-F238E27FC236}">
                  <a16:creationId xmlns:a16="http://schemas.microsoft.com/office/drawing/2014/main" id="{C8F5680F-D6F4-4295-4C76-14D419DAC122}"/>
                </a:ext>
              </a:extLst>
            </p:cNvPr>
            <p:cNvSpPr/>
            <p:nvPr/>
          </p:nvSpPr>
          <p:spPr>
            <a:xfrm>
              <a:off x="11278017" y="3452356"/>
              <a:ext cx="85571" cy="85686"/>
            </a:xfrm>
            <a:custGeom>
              <a:avLst/>
              <a:gdLst>
                <a:gd name="connsiteX0" fmla="*/ 85572 w 85571"/>
                <a:gd name="connsiteY0" fmla="*/ 7922 h 85686"/>
                <a:gd name="connsiteX1" fmla="*/ 77666 w 85571"/>
                <a:gd name="connsiteY1" fmla="*/ 0 h 85686"/>
                <a:gd name="connsiteX2" fmla="*/ 0 w 85571"/>
                <a:gd name="connsiteY2" fmla="*/ 77765 h 85686"/>
                <a:gd name="connsiteX3" fmla="*/ 7906 w 85571"/>
                <a:gd name="connsiteY3" fmla="*/ 85687 h 85686"/>
                <a:gd name="connsiteX4" fmla="*/ 15812 w 85571"/>
                <a:gd name="connsiteY4" fmla="*/ 77765 h 85686"/>
                <a:gd name="connsiteX5" fmla="*/ 77666 w 85571"/>
                <a:gd name="connsiteY5" fmla="*/ 15844 h 85686"/>
                <a:gd name="connsiteX6" fmla="*/ 85572 w 85571"/>
                <a:gd name="connsiteY6" fmla="*/ 7922 h 85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571" h="85686">
                  <a:moveTo>
                    <a:pt x="85572" y="7922"/>
                  </a:moveTo>
                  <a:cubicBezTo>
                    <a:pt x="85572" y="3547"/>
                    <a:pt x="82033" y="0"/>
                    <a:pt x="77666" y="0"/>
                  </a:cubicBezTo>
                  <a:cubicBezTo>
                    <a:pt x="34811" y="35"/>
                    <a:pt x="70" y="34820"/>
                    <a:pt x="0" y="77765"/>
                  </a:cubicBezTo>
                  <a:cubicBezTo>
                    <a:pt x="0" y="82140"/>
                    <a:pt x="3539" y="85687"/>
                    <a:pt x="7906" y="85687"/>
                  </a:cubicBezTo>
                  <a:cubicBezTo>
                    <a:pt x="12272" y="85687"/>
                    <a:pt x="15812" y="82140"/>
                    <a:pt x="15812" y="77765"/>
                  </a:cubicBezTo>
                  <a:cubicBezTo>
                    <a:pt x="15881" y="43571"/>
                    <a:pt x="43544" y="15879"/>
                    <a:pt x="77666" y="15844"/>
                  </a:cubicBezTo>
                  <a:cubicBezTo>
                    <a:pt x="82033" y="15844"/>
                    <a:pt x="85572" y="12298"/>
                    <a:pt x="85572" y="7922"/>
                  </a:cubicBezTo>
                  <a:close/>
                </a:path>
              </a:pathLst>
            </a:custGeom>
            <a:grpFill/>
            <a:ln w="6271" cap="flat">
              <a:noFill/>
              <a:prstDash val="solid"/>
              <a:miter/>
            </a:ln>
          </p:spPr>
          <p:txBody>
            <a:bodyPr rtlCol="0" anchor="ctr"/>
            <a:lstStyle/>
            <a:p>
              <a:endParaRPr lang="en-US"/>
            </a:p>
          </p:txBody>
        </p:sp>
        <p:sp>
          <p:nvSpPr>
            <p:cNvPr id="372" name="Picture Placeholder 100">
              <a:extLst>
                <a:ext uri="{FF2B5EF4-FFF2-40B4-BE49-F238E27FC236}">
                  <a16:creationId xmlns:a16="http://schemas.microsoft.com/office/drawing/2014/main" id="{5C9AF695-0BD6-4B9A-5A64-9AE4321FFD58}"/>
                </a:ext>
              </a:extLst>
            </p:cNvPr>
            <p:cNvSpPr/>
            <p:nvPr/>
          </p:nvSpPr>
          <p:spPr>
            <a:xfrm>
              <a:off x="11226544" y="3256836"/>
              <a:ext cx="300714" cy="443646"/>
            </a:xfrm>
            <a:custGeom>
              <a:avLst/>
              <a:gdLst>
                <a:gd name="connsiteX0" fmla="*/ 228182 w 300714"/>
                <a:gd name="connsiteY0" fmla="*/ 164275 h 443646"/>
                <a:gd name="connsiteX1" fmla="*/ 233115 w 300714"/>
                <a:gd name="connsiteY1" fmla="*/ 164275 h 443646"/>
                <a:gd name="connsiteX2" fmla="*/ 233115 w 300714"/>
                <a:gd name="connsiteY2" fmla="*/ 78969 h 443646"/>
                <a:gd name="connsiteX3" fmla="*/ 156903 w 300714"/>
                <a:gd name="connsiteY3" fmla="*/ 0 h 443646"/>
                <a:gd name="connsiteX4" fmla="*/ 143179 w 300714"/>
                <a:gd name="connsiteY4" fmla="*/ 0 h 443646"/>
                <a:gd name="connsiteX5" fmla="*/ 67284 w 300714"/>
                <a:gd name="connsiteY5" fmla="*/ 78969 h 443646"/>
                <a:gd name="connsiteX6" fmla="*/ 67284 w 300714"/>
                <a:gd name="connsiteY6" fmla="*/ 164275 h 443646"/>
                <a:gd name="connsiteX7" fmla="*/ 72217 w 300714"/>
                <a:gd name="connsiteY7" fmla="*/ 164275 h 443646"/>
                <a:gd name="connsiteX8" fmla="*/ 21925 w 300714"/>
                <a:gd name="connsiteY8" fmla="*/ 371279 h 443646"/>
                <a:gd name="connsiteX9" fmla="*/ 228498 w 300714"/>
                <a:gd name="connsiteY9" fmla="*/ 421675 h 443646"/>
                <a:gd name="connsiteX10" fmla="*/ 278790 w 300714"/>
                <a:gd name="connsiteY10" fmla="*/ 214672 h 443646"/>
                <a:gd name="connsiteX11" fmla="*/ 228498 w 300714"/>
                <a:gd name="connsiteY11" fmla="*/ 164275 h 443646"/>
                <a:gd name="connsiteX12" fmla="*/ 82716 w 300714"/>
                <a:gd name="connsiteY12" fmla="*/ 78969 h 443646"/>
                <a:gd name="connsiteX13" fmla="*/ 143116 w 300714"/>
                <a:gd name="connsiteY13" fmla="*/ 15591 h 443646"/>
                <a:gd name="connsiteX14" fmla="*/ 156840 w 300714"/>
                <a:gd name="connsiteY14" fmla="*/ 15591 h 443646"/>
                <a:gd name="connsiteX15" fmla="*/ 217242 w 300714"/>
                <a:gd name="connsiteY15" fmla="*/ 78872 h 443646"/>
                <a:gd name="connsiteX16" fmla="*/ 217240 w 300714"/>
                <a:gd name="connsiteY16" fmla="*/ 78969 h 443646"/>
                <a:gd name="connsiteX17" fmla="*/ 217240 w 300714"/>
                <a:gd name="connsiteY17" fmla="*/ 158254 h 443646"/>
                <a:gd name="connsiteX18" fmla="*/ 82716 w 300714"/>
                <a:gd name="connsiteY18" fmla="*/ 158254 h 443646"/>
                <a:gd name="connsiteX19" fmla="*/ 150010 w 300714"/>
                <a:gd name="connsiteY19" fmla="*/ 427547 h 443646"/>
                <a:gd name="connsiteX20" fmla="*/ 15485 w 300714"/>
                <a:gd name="connsiteY20" fmla="*/ 292742 h 443646"/>
                <a:gd name="connsiteX21" fmla="*/ 150010 w 300714"/>
                <a:gd name="connsiteY21" fmla="*/ 157938 h 443646"/>
                <a:gd name="connsiteX22" fmla="*/ 284534 w 300714"/>
                <a:gd name="connsiteY22" fmla="*/ 292742 h 443646"/>
                <a:gd name="connsiteX23" fmla="*/ 284534 w 300714"/>
                <a:gd name="connsiteY23" fmla="*/ 292932 h 443646"/>
                <a:gd name="connsiteX24" fmla="*/ 150073 w 300714"/>
                <a:gd name="connsiteY24" fmla="*/ 427737 h 4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00714" h="443646">
                  <a:moveTo>
                    <a:pt x="228182" y="164275"/>
                  </a:moveTo>
                  <a:lnTo>
                    <a:pt x="233115" y="164275"/>
                  </a:lnTo>
                  <a:lnTo>
                    <a:pt x="233115" y="78969"/>
                  </a:lnTo>
                  <a:cubicBezTo>
                    <a:pt x="233749" y="36105"/>
                    <a:pt x="199675" y="798"/>
                    <a:pt x="156903" y="0"/>
                  </a:cubicBezTo>
                  <a:lnTo>
                    <a:pt x="143179" y="0"/>
                  </a:lnTo>
                  <a:cubicBezTo>
                    <a:pt x="100532" y="970"/>
                    <a:pt x="66648" y="36227"/>
                    <a:pt x="67284" y="78969"/>
                  </a:cubicBezTo>
                  <a:lnTo>
                    <a:pt x="67284" y="164275"/>
                  </a:lnTo>
                  <a:lnTo>
                    <a:pt x="72217" y="164275"/>
                  </a:lnTo>
                  <a:cubicBezTo>
                    <a:pt x="1286" y="207521"/>
                    <a:pt x="-21231" y="300200"/>
                    <a:pt x="21925" y="371279"/>
                  </a:cubicBezTo>
                  <a:cubicBezTo>
                    <a:pt x="65081" y="442358"/>
                    <a:pt x="157567" y="464921"/>
                    <a:pt x="228498" y="421675"/>
                  </a:cubicBezTo>
                  <a:cubicBezTo>
                    <a:pt x="299429" y="378430"/>
                    <a:pt x="321946" y="285752"/>
                    <a:pt x="278790" y="214672"/>
                  </a:cubicBezTo>
                  <a:cubicBezTo>
                    <a:pt x="266290" y="194084"/>
                    <a:pt x="249043" y="176801"/>
                    <a:pt x="228498" y="164275"/>
                  </a:cubicBezTo>
                  <a:close/>
                  <a:moveTo>
                    <a:pt x="82716" y="78969"/>
                  </a:moveTo>
                  <a:cubicBezTo>
                    <a:pt x="81939" y="44757"/>
                    <a:pt x="108976" y="16387"/>
                    <a:pt x="143116" y="15591"/>
                  </a:cubicBezTo>
                  <a:lnTo>
                    <a:pt x="156840" y="15591"/>
                  </a:lnTo>
                  <a:cubicBezTo>
                    <a:pt x="190958" y="16351"/>
                    <a:pt x="218001" y="44683"/>
                    <a:pt x="217242" y="78872"/>
                  </a:cubicBezTo>
                  <a:cubicBezTo>
                    <a:pt x="217241" y="78905"/>
                    <a:pt x="217241" y="78936"/>
                    <a:pt x="217240" y="78969"/>
                  </a:cubicBezTo>
                  <a:lnTo>
                    <a:pt x="217240" y="158254"/>
                  </a:lnTo>
                  <a:cubicBezTo>
                    <a:pt x="174896" y="137048"/>
                    <a:pt x="125060" y="137048"/>
                    <a:pt x="82716" y="158254"/>
                  </a:cubicBezTo>
                  <a:close/>
                  <a:moveTo>
                    <a:pt x="150010" y="427547"/>
                  </a:moveTo>
                  <a:cubicBezTo>
                    <a:pt x="75714" y="427547"/>
                    <a:pt x="15485" y="367193"/>
                    <a:pt x="15485" y="292742"/>
                  </a:cubicBezTo>
                  <a:cubicBezTo>
                    <a:pt x="15485" y="218292"/>
                    <a:pt x="75714" y="157938"/>
                    <a:pt x="150010" y="157938"/>
                  </a:cubicBezTo>
                  <a:cubicBezTo>
                    <a:pt x="224305" y="157938"/>
                    <a:pt x="284534" y="218292"/>
                    <a:pt x="284534" y="292742"/>
                  </a:cubicBezTo>
                  <a:cubicBezTo>
                    <a:pt x="284534" y="292806"/>
                    <a:pt x="284534" y="292869"/>
                    <a:pt x="284534" y="292932"/>
                  </a:cubicBezTo>
                  <a:cubicBezTo>
                    <a:pt x="284464" y="367329"/>
                    <a:pt x="224315" y="427632"/>
                    <a:pt x="150073" y="427737"/>
                  </a:cubicBezTo>
                  <a:close/>
                </a:path>
              </a:pathLst>
            </a:custGeom>
            <a:grpFill/>
            <a:ln w="6271" cap="flat">
              <a:noFill/>
              <a:prstDash val="solid"/>
              <a:miter/>
            </a:ln>
          </p:spPr>
          <p:txBody>
            <a:bodyPr rtlCol="0" anchor="ctr"/>
            <a:lstStyle/>
            <a:p>
              <a:endParaRPr lang="en-US"/>
            </a:p>
          </p:txBody>
        </p:sp>
        <p:sp>
          <p:nvSpPr>
            <p:cNvPr id="373" name="Picture Placeholder 100">
              <a:extLst>
                <a:ext uri="{FF2B5EF4-FFF2-40B4-BE49-F238E27FC236}">
                  <a16:creationId xmlns:a16="http://schemas.microsoft.com/office/drawing/2014/main" id="{CEC93803-4887-E33A-9865-66B451F7E4A0}"/>
                </a:ext>
              </a:extLst>
            </p:cNvPr>
            <p:cNvSpPr/>
            <p:nvPr/>
          </p:nvSpPr>
          <p:spPr>
            <a:xfrm>
              <a:off x="11351603" y="3510535"/>
              <a:ext cx="48952" cy="78464"/>
            </a:xfrm>
            <a:custGeom>
              <a:avLst/>
              <a:gdLst>
                <a:gd name="connsiteX0" fmla="*/ 25014 w 48952"/>
                <a:gd name="connsiteY0" fmla="*/ 3 h 78464"/>
                <a:gd name="connsiteX1" fmla="*/ 2 w 48952"/>
                <a:gd name="connsiteY1" fmla="*/ 24369 h 78464"/>
                <a:gd name="connsiteX2" fmla="*/ 12365 w 48952"/>
                <a:gd name="connsiteY2" fmla="*/ 46142 h 78464"/>
                <a:gd name="connsiteX3" fmla="*/ 12365 w 48952"/>
                <a:gd name="connsiteY3" fmla="*/ 72126 h 78464"/>
                <a:gd name="connsiteX4" fmla="*/ 18689 w 48952"/>
                <a:gd name="connsiteY4" fmla="*/ 78464 h 78464"/>
                <a:gd name="connsiteX5" fmla="*/ 30263 w 48952"/>
                <a:gd name="connsiteY5" fmla="*/ 78464 h 78464"/>
                <a:gd name="connsiteX6" fmla="*/ 36588 w 48952"/>
                <a:gd name="connsiteY6" fmla="*/ 72126 h 78464"/>
                <a:gd name="connsiteX7" fmla="*/ 36588 w 48952"/>
                <a:gd name="connsiteY7" fmla="*/ 46142 h 78464"/>
                <a:gd name="connsiteX8" fmla="*/ 45659 w 48952"/>
                <a:gd name="connsiteY8" fmla="*/ 12388 h 78464"/>
                <a:gd name="connsiteX9" fmla="*/ 24255 w 48952"/>
                <a:gd name="connsiteY9" fmla="*/ 3 h 78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952" h="78464">
                  <a:moveTo>
                    <a:pt x="25014" y="3"/>
                  </a:moveTo>
                  <a:cubicBezTo>
                    <a:pt x="11392" y="-190"/>
                    <a:pt x="195" y="10719"/>
                    <a:pt x="2" y="24369"/>
                  </a:cubicBezTo>
                  <a:cubicBezTo>
                    <a:pt x="-124" y="33336"/>
                    <a:pt x="4607" y="41669"/>
                    <a:pt x="12365" y="46142"/>
                  </a:cubicBezTo>
                  <a:lnTo>
                    <a:pt x="12365" y="72126"/>
                  </a:lnTo>
                  <a:cubicBezTo>
                    <a:pt x="12365" y="75627"/>
                    <a:pt x="15196" y="78464"/>
                    <a:pt x="18689" y="78464"/>
                  </a:cubicBezTo>
                  <a:lnTo>
                    <a:pt x="30263" y="78464"/>
                  </a:lnTo>
                  <a:cubicBezTo>
                    <a:pt x="33756" y="78464"/>
                    <a:pt x="36588" y="75627"/>
                    <a:pt x="36588" y="72126"/>
                  </a:cubicBezTo>
                  <a:lnTo>
                    <a:pt x="36588" y="46142"/>
                  </a:lnTo>
                  <a:cubicBezTo>
                    <a:pt x="48394" y="39331"/>
                    <a:pt x="52456" y="24220"/>
                    <a:pt x="45659" y="12388"/>
                  </a:cubicBezTo>
                  <a:cubicBezTo>
                    <a:pt x="41253" y="4717"/>
                    <a:pt x="33088" y="-8"/>
                    <a:pt x="24255" y="3"/>
                  </a:cubicBezTo>
                  <a:close/>
                </a:path>
              </a:pathLst>
            </a:custGeom>
            <a:grpFill/>
            <a:ln w="6271" cap="flat">
              <a:noFill/>
              <a:prstDash val="solid"/>
              <a:miter/>
            </a:ln>
          </p:spPr>
          <p:txBody>
            <a:bodyPr rtlCol="0" anchor="ctr"/>
            <a:lstStyle/>
            <a:p>
              <a:endParaRPr lang="en-US"/>
            </a:p>
          </p:txBody>
        </p:sp>
      </p:grpSp>
      <p:sp>
        <p:nvSpPr>
          <p:cNvPr id="374" name="Rectangle 373">
            <a:extLst>
              <a:ext uri="{FF2B5EF4-FFF2-40B4-BE49-F238E27FC236}">
                <a16:creationId xmlns:a16="http://schemas.microsoft.com/office/drawing/2014/main" id="{0F8DDD16-B784-54BA-1976-4F95E48F3DD1}"/>
              </a:ext>
            </a:extLst>
          </p:cNvPr>
          <p:cNvSpPr/>
          <p:nvPr/>
        </p:nvSpPr>
        <p:spPr>
          <a:xfrm>
            <a:off x="2964920" y="2204589"/>
            <a:ext cx="1984546" cy="14598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Remote Data-in-transit encryption</a:t>
            </a:r>
          </a:p>
        </p:txBody>
      </p:sp>
      <p:sp>
        <p:nvSpPr>
          <p:cNvPr id="375" name="Oval 374">
            <a:extLst>
              <a:ext uri="{FF2B5EF4-FFF2-40B4-BE49-F238E27FC236}">
                <a16:creationId xmlns:a16="http://schemas.microsoft.com/office/drawing/2014/main" id="{58AB4EB0-B952-5B75-F5D8-48765541A0E6}"/>
              </a:ext>
            </a:extLst>
          </p:cNvPr>
          <p:cNvSpPr/>
          <p:nvPr/>
        </p:nvSpPr>
        <p:spPr>
          <a:xfrm>
            <a:off x="2519219" y="2186356"/>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6" name="Oval 375">
            <a:extLst>
              <a:ext uri="{FF2B5EF4-FFF2-40B4-BE49-F238E27FC236}">
                <a16:creationId xmlns:a16="http://schemas.microsoft.com/office/drawing/2014/main" id="{A29CCDC2-318C-E394-E0AF-51DF829D7B4B}"/>
              </a:ext>
            </a:extLst>
          </p:cNvPr>
          <p:cNvSpPr/>
          <p:nvPr/>
        </p:nvSpPr>
        <p:spPr>
          <a:xfrm>
            <a:off x="2700755" y="2186356"/>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7" name="Rectangle 376">
            <a:extLst>
              <a:ext uri="{FF2B5EF4-FFF2-40B4-BE49-F238E27FC236}">
                <a16:creationId xmlns:a16="http://schemas.microsoft.com/office/drawing/2014/main" id="{6D7788B6-729C-1412-E6E3-FF0F120C75B9}"/>
              </a:ext>
            </a:extLst>
          </p:cNvPr>
          <p:cNvSpPr/>
          <p:nvPr/>
        </p:nvSpPr>
        <p:spPr>
          <a:xfrm>
            <a:off x="2598958" y="2186356"/>
            <a:ext cx="185202" cy="164215"/>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8" name="Oval 377">
            <a:extLst>
              <a:ext uri="{FF2B5EF4-FFF2-40B4-BE49-F238E27FC236}">
                <a16:creationId xmlns:a16="http://schemas.microsoft.com/office/drawing/2014/main" id="{604EC8EA-02BD-2761-9C41-CF9F6738D011}"/>
              </a:ext>
            </a:extLst>
          </p:cNvPr>
          <p:cNvSpPr/>
          <p:nvPr/>
        </p:nvSpPr>
        <p:spPr>
          <a:xfrm>
            <a:off x="2535065" y="2198741"/>
            <a:ext cx="139446" cy="139446"/>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88" name="Rectangle 387">
            <a:extLst>
              <a:ext uri="{FF2B5EF4-FFF2-40B4-BE49-F238E27FC236}">
                <a16:creationId xmlns:a16="http://schemas.microsoft.com/office/drawing/2014/main" id="{5388B348-66CD-83E7-2B6B-235797EF8359}"/>
              </a:ext>
            </a:extLst>
          </p:cNvPr>
          <p:cNvSpPr/>
          <p:nvPr/>
        </p:nvSpPr>
        <p:spPr>
          <a:xfrm>
            <a:off x="3444449" y="2404547"/>
            <a:ext cx="569211" cy="1524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Default</a:t>
            </a:r>
          </a:p>
        </p:txBody>
      </p:sp>
      <p:sp>
        <p:nvSpPr>
          <p:cNvPr id="389" name="Rectangle 388">
            <a:extLst>
              <a:ext uri="{FF2B5EF4-FFF2-40B4-BE49-F238E27FC236}">
                <a16:creationId xmlns:a16="http://schemas.microsoft.com/office/drawing/2014/main" id="{5F7C8A93-7CA0-4C6F-F74B-DAA463BDF635}"/>
              </a:ext>
            </a:extLst>
          </p:cNvPr>
          <p:cNvSpPr/>
          <p:nvPr/>
        </p:nvSpPr>
        <p:spPr>
          <a:xfrm>
            <a:off x="4171919" y="2404547"/>
            <a:ext cx="569211" cy="1524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1 day</a:t>
            </a:r>
          </a:p>
        </p:txBody>
      </p:sp>
      <p:grpSp>
        <p:nvGrpSpPr>
          <p:cNvPr id="145" name="Group 144">
            <a:extLst>
              <a:ext uri="{FF2B5EF4-FFF2-40B4-BE49-F238E27FC236}">
                <a16:creationId xmlns:a16="http://schemas.microsoft.com/office/drawing/2014/main" id="{6F1B7946-079A-52BE-D49A-91DC582884AC}"/>
              </a:ext>
            </a:extLst>
          </p:cNvPr>
          <p:cNvGrpSpPr/>
          <p:nvPr/>
        </p:nvGrpSpPr>
        <p:grpSpPr>
          <a:xfrm>
            <a:off x="2483617" y="2404547"/>
            <a:ext cx="2177556" cy="158050"/>
            <a:chOff x="2483617" y="2404547"/>
            <a:chExt cx="2177556" cy="158050"/>
          </a:xfrm>
        </p:grpSpPr>
        <p:cxnSp>
          <p:nvCxnSpPr>
            <p:cNvPr id="386" name="Straight Connector 385">
              <a:extLst>
                <a:ext uri="{FF2B5EF4-FFF2-40B4-BE49-F238E27FC236}">
                  <a16:creationId xmlns:a16="http://schemas.microsoft.com/office/drawing/2014/main" id="{882B1E40-6363-8F4F-134E-DF6C80888870}"/>
                </a:ext>
              </a:extLst>
            </p:cNvPr>
            <p:cNvCxnSpPr>
              <a:cxnSpLocks/>
            </p:cNvCxnSpPr>
            <p:nvPr/>
          </p:nvCxnSpPr>
          <p:spPr bwMode="gray">
            <a:xfrm>
              <a:off x="3406365" y="2562597"/>
              <a:ext cx="487111" cy="0"/>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87" name="Straight Connector 386">
              <a:extLst>
                <a:ext uri="{FF2B5EF4-FFF2-40B4-BE49-F238E27FC236}">
                  <a16:creationId xmlns:a16="http://schemas.microsoft.com/office/drawing/2014/main" id="{A671851C-46B2-9B17-33F7-60451CF68E84}"/>
                </a:ext>
              </a:extLst>
            </p:cNvPr>
            <p:cNvCxnSpPr>
              <a:cxnSpLocks/>
            </p:cNvCxnSpPr>
            <p:nvPr/>
          </p:nvCxnSpPr>
          <p:spPr bwMode="gray">
            <a:xfrm>
              <a:off x="4174062" y="2562597"/>
              <a:ext cx="487111" cy="0"/>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90" name="Rectangle 389">
              <a:extLst>
                <a:ext uri="{FF2B5EF4-FFF2-40B4-BE49-F238E27FC236}">
                  <a16:creationId xmlns:a16="http://schemas.microsoft.com/office/drawing/2014/main" id="{A8B78B9A-CFC2-45BD-6B54-F87F6837720C}"/>
                </a:ext>
              </a:extLst>
            </p:cNvPr>
            <p:cNvSpPr/>
            <p:nvPr/>
          </p:nvSpPr>
          <p:spPr>
            <a:xfrm>
              <a:off x="2483617" y="2404547"/>
              <a:ext cx="893354" cy="1524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Rekey interval</a:t>
              </a:r>
            </a:p>
          </p:txBody>
        </p:sp>
      </p:grpSp>
      <p:grpSp>
        <p:nvGrpSpPr>
          <p:cNvPr id="146" name="Group 145">
            <a:extLst>
              <a:ext uri="{FF2B5EF4-FFF2-40B4-BE49-F238E27FC236}">
                <a16:creationId xmlns:a16="http://schemas.microsoft.com/office/drawing/2014/main" id="{162D110D-15F1-C121-353D-027D5942B2CB}"/>
              </a:ext>
            </a:extLst>
          </p:cNvPr>
          <p:cNvGrpSpPr/>
          <p:nvPr/>
        </p:nvGrpSpPr>
        <p:grpSpPr>
          <a:xfrm>
            <a:off x="1094412" y="1710820"/>
            <a:ext cx="4224362" cy="1192565"/>
            <a:chOff x="1094412" y="1710820"/>
            <a:chExt cx="4224362" cy="1192565"/>
          </a:xfrm>
        </p:grpSpPr>
        <p:sp>
          <p:nvSpPr>
            <p:cNvPr id="364" name="Rectangle 363">
              <a:extLst>
                <a:ext uri="{FF2B5EF4-FFF2-40B4-BE49-F238E27FC236}">
                  <a16:creationId xmlns:a16="http://schemas.microsoft.com/office/drawing/2014/main" id="{9DF67CFC-AAC7-8FF9-3076-E886BAAD79D8}"/>
                </a:ext>
              </a:extLst>
            </p:cNvPr>
            <p:cNvSpPr/>
            <p:nvPr/>
          </p:nvSpPr>
          <p:spPr>
            <a:xfrm>
              <a:off x="2483618" y="1831710"/>
              <a:ext cx="2381876"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Remote Data-in-transit encryption</a:t>
              </a:r>
              <a:endParaRPr lang="en-US" sz="1000" dirty="0">
                <a:solidFill>
                  <a:schemeClr val="tx2"/>
                </a:solidFill>
              </a:endParaRPr>
            </a:p>
          </p:txBody>
        </p:sp>
        <p:grpSp>
          <p:nvGrpSpPr>
            <p:cNvPr id="365" name="Group 364">
              <a:extLst>
                <a:ext uri="{FF2B5EF4-FFF2-40B4-BE49-F238E27FC236}">
                  <a16:creationId xmlns:a16="http://schemas.microsoft.com/office/drawing/2014/main" id="{A38253AF-1763-FE71-3433-3536A3D5473B}"/>
                </a:ext>
              </a:extLst>
            </p:cNvPr>
            <p:cNvGrpSpPr/>
            <p:nvPr/>
          </p:nvGrpSpPr>
          <p:grpSpPr>
            <a:xfrm rot="2749197">
              <a:off x="5028444" y="1863466"/>
              <a:ext cx="144588" cy="139700"/>
              <a:chOff x="6136031" y="697846"/>
              <a:chExt cx="144588" cy="139700"/>
            </a:xfrm>
          </p:grpSpPr>
          <p:cxnSp>
            <p:nvCxnSpPr>
              <p:cNvPr id="366" name="Straight Connector 365">
                <a:extLst>
                  <a:ext uri="{FF2B5EF4-FFF2-40B4-BE49-F238E27FC236}">
                    <a16:creationId xmlns:a16="http://schemas.microsoft.com/office/drawing/2014/main" id="{CDFEE6C8-CAFC-CE70-A1F2-2E42A1A8E4FE}"/>
                  </a:ext>
                </a:extLst>
              </p:cNvPr>
              <p:cNvCxnSpPr>
                <a:cxnSpLocks/>
              </p:cNvCxnSpPr>
              <p:nvPr/>
            </p:nvCxnSpPr>
            <p:spPr bwMode="gray">
              <a:xfrm>
                <a:off x="6136031" y="767696"/>
                <a:ext cx="144588" cy="0"/>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41D1B49D-4682-047A-121F-F9A87DBC5CF8}"/>
                  </a:ext>
                </a:extLst>
              </p:cNvPr>
              <p:cNvCxnSpPr>
                <a:cxnSpLocks/>
              </p:cNvCxnSpPr>
              <p:nvPr/>
            </p:nvCxnSpPr>
            <p:spPr bwMode="gray">
              <a:xfrm flipV="1">
                <a:off x="6208325" y="697846"/>
                <a:ext cx="0" cy="139700"/>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391" name="Rectangle 390">
              <a:extLst>
                <a:ext uri="{FF2B5EF4-FFF2-40B4-BE49-F238E27FC236}">
                  <a16:creationId xmlns:a16="http://schemas.microsoft.com/office/drawing/2014/main" id="{04AD266C-5BB3-19F7-D0FD-7138C30691BD}"/>
                </a:ext>
              </a:extLst>
            </p:cNvPr>
            <p:cNvSpPr/>
            <p:nvPr/>
          </p:nvSpPr>
          <p:spPr bwMode="gray">
            <a:xfrm>
              <a:off x="1094412" y="1710821"/>
              <a:ext cx="1304621" cy="1192564"/>
            </a:xfrm>
            <a:prstGeom prst="rect">
              <a:avLst/>
            </a:prstGeom>
            <a:solidFill>
              <a:schemeClr val="bg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350" name="Rectangle 349">
              <a:extLst>
                <a:ext uri="{FF2B5EF4-FFF2-40B4-BE49-F238E27FC236}">
                  <a16:creationId xmlns:a16="http://schemas.microsoft.com/office/drawing/2014/main" id="{6829F4A1-B3B3-B2E3-B2CB-3CA315DEC736}"/>
                </a:ext>
              </a:extLst>
            </p:cNvPr>
            <p:cNvSpPr/>
            <p:nvPr/>
          </p:nvSpPr>
          <p:spPr>
            <a:xfrm>
              <a:off x="1094412" y="1710820"/>
              <a:ext cx="4224362" cy="1192564"/>
            </a:xfrm>
            <a:prstGeom prst="rect">
              <a:avLst/>
            </a:prstGeom>
            <a:no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algn="ctr">
                <a:spcAft>
                  <a:spcPts val="800"/>
                </a:spcAft>
              </a:pPr>
              <a:endParaRPr lang="en-US" sz="1400" dirty="0">
                <a:solidFill>
                  <a:schemeClr val="tx1"/>
                </a:solidFill>
              </a:endParaRPr>
            </a:p>
          </p:txBody>
        </p:sp>
      </p:grpSp>
      <p:sp>
        <p:nvSpPr>
          <p:cNvPr id="17" name="TextBox 16">
            <a:extLst>
              <a:ext uri="{FF2B5EF4-FFF2-40B4-BE49-F238E27FC236}">
                <a16:creationId xmlns:a16="http://schemas.microsoft.com/office/drawing/2014/main" id="{9CF529E5-6898-592B-AF91-1D09E07CA0D1}"/>
              </a:ext>
            </a:extLst>
          </p:cNvPr>
          <p:cNvSpPr txBox="1"/>
          <p:nvPr/>
        </p:nvSpPr>
        <p:spPr>
          <a:xfrm>
            <a:off x="3511311" y="2704122"/>
            <a:ext cx="549096" cy="138499"/>
          </a:xfrm>
          <a:prstGeom prst="rect">
            <a:avLst/>
          </a:prstGeom>
        </p:spPr>
        <p:txBody>
          <a:bodyPr wrap="square" lIns="0" tIns="0" rIns="0" bIns="0" rtlCol="0">
            <a:spAutoFit/>
          </a:bodyPr>
          <a:lstStyle/>
          <a:p>
            <a:pPr algn="ctr">
              <a:spcAft>
                <a:spcPts val="600"/>
              </a:spcAft>
            </a:pPr>
            <a:r>
              <a:rPr lang="en-US" sz="900" dirty="0">
                <a:solidFill>
                  <a:schemeClr val="accent3"/>
                </a:solidFill>
              </a:rPr>
              <a:t>CANCEL</a:t>
            </a:r>
          </a:p>
        </p:txBody>
      </p:sp>
      <p:sp>
        <p:nvSpPr>
          <p:cNvPr id="47" name="Rectangle 46">
            <a:extLst>
              <a:ext uri="{FF2B5EF4-FFF2-40B4-BE49-F238E27FC236}">
                <a16:creationId xmlns:a16="http://schemas.microsoft.com/office/drawing/2014/main" id="{DF67C056-25A5-488F-C2D9-1057A790C6B7}"/>
              </a:ext>
            </a:extLst>
          </p:cNvPr>
          <p:cNvSpPr/>
          <p:nvPr/>
        </p:nvSpPr>
        <p:spPr>
          <a:xfrm>
            <a:off x="4908299" y="4494900"/>
            <a:ext cx="1526470"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accent5"/>
                </a:solidFill>
              </a:rPr>
              <a:t>I/O encrypted inflight</a:t>
            </a:r>
            <a:endParaRPr lang="en-US" sz="1000" dirty="0">
              <a:solidFill>
                <a:schemeClr val="accent5"/>
              </a:solidFill>
            </a:endParaRPr>
          </a:p>
        </p:txBody>
      </p:sp>
      <p:cxnSp>
        <p:nvCxnSpPr>
          <p:cNvPr id="48" name="Straight Connector 47">
            <a:extLst>
              <a:ext uri="{FF2B5EF4-FFF2-40B4-BE49-F238E27FC236}">
                <a16:creationId xmlns:a16="http://schemas.microsoft.com/office/drawing/2014/main" id="{3E2B5C60-2D35-FFA1-CD60-67EF094E9F6A}"/>
              </a:ext>
            </a:extLst>
          </p:cNvPr>
          <p:cNvCxnSpPr>
            <a:cxnSpLocks/>
          </p:cNvCxnSpPr>
          <p:nvPr/>
        </p:nvCxnSpPr>
        <p:spPr bwMode="gray">
          <a:xfrm flipH="1">
            <a:off x="3206593" y="3751391"/>
            <a:ext cx="501517" cy="0"/>
          </a:xfrm>
          <a:prstGeom prst="line">
            <a:avLst/>
          </a:prstGeom>
          <a:ln w="25400">
            <a:solidFill>
              <a:schemeClr val="accent5"/>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6ECAAD4-0DCD-EA04-FCDA-5F372D32B4BA}"/>
              </a:ext>
            </a:extLst>
          </p:cNvPr>
          <p:cNvCxnSpPr>
            <a:cxnSpLocks/>
          </p:cNvCxnSpPr>
          <p:nvPr/>
        </p:nvCxnSpPr>
        <p:spPr bwMode="gray">
          <a:xfrm>
            <a:off x="1094412" y="3036628"/>
            <a:ext cx="4224362"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735D4CE6-3B9F-13A2-7DD2-140A6B374282}"/>
              </a:ext>
            </a:extLst>
          </p:cNvPr>
          <p:cNvCxnSpPr>
            <a:cxnSpLocks/>
          </p:cNvCxnSpPr>
          <p:nvPr/>
        </p:nvCxnSpPr>
        <p:spPr bwMode="gray">
          <a:xfrm flipV="1">
            <a:off x="3206593" y="3036628"/>
            <a:ext cx="0" cy="714763"/>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2" name="Rectangle 61">
            <a:extLst>
              <a:ext uri="{FF2B5EF4-FFF2-40B4-BE49-F238E27FC236}">
                <a16:creationId xmlns:a16="http://schemas.microsoft.com/office/drawing/2014/main" id="{C963CD97-78F7-83A4-6FC5-0ED11DC72351}"/>
              </a:ext>
            </a:extLst>
          </p:cNvPr>
          <p:cNvSpPr/>
          <p:nvPr/>
        </p:nvSpPr>
        <p:spPr>
          <a:xfrm>
            <a:off x="1657316" y="5712030"/>
            <a:ext cx="1540784" cy="14598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Data-in-Transit encryption</a:t>
            </a:r>
          </a:p>
        </p:txBody>
      </p:sp>
      <p:sp>
        <p:nvSpPr>
          <p:cNvPr id="63" name="Oval 62">
            <a:extLst>
              <a:ext uri="{FF2B5EF4-FFF2-40B4-BE49-F238E27FC236}">
                <a16:creationId xmlns:a16="http://schemas.microsoft.com/office/drawing/2014/main" id="{D6E82240-FFE4-0609-B57E-F0548E9C584B}"/>
              </a:ext>
            </a:extLst>
          </p:cNvPr>
          <p:cNvSpPr/>
          <p:nvPr/>
        </p:nvSpPr>
        <p:spPr>
          <a:xfrm>
            <a:off x="1211615" y="5693797"/>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28" name="Oval 127">
            <a:extLst>
              <a:ext uri="{FF2B5EF4-FFF2-40B4-BE49-F238E27FC236}">
                <a16:creationId xmlns:a16="http://schemas.microsoft.com/office/drawing/2014/main" id="{91FB5727-6631-5BA4-AAFF-E68B00614C94}"/>
              </a:ext>
            </a:extLst>
          </p:cNvPr>
          <p:cNvSpPr/>
          <p:nvPr/>
        </p:nvSpPr>
        <p:spPr>
          <a:xfrm>
            <a:off x="1393151" y="5693797"/>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29" name="Rectangle 128">
            <a:extLst>
              <a:ext uri="{FF2B5EF4-FFF2-40B4-BE49-F238E27FC236}">
                <a16:creationId xmlns:a16="http://schemas.microsoft.com/office/drawing/2014/main" id="{0061D2F6-4BF2-31E8-ED46-9E2B9F2AF9CF}"/>
              </a:ext>
            </a:extLst>
          </p:cNvPr>
          <p:cNvSpPr/>
          <p:nvPr/>
        </p:nvSpPr>
        <p:spPr>
          <a:xfrm>
            <a:off x="1291354" y="5693797"/>
            <a:ext cx="185202" cy="164215"/>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0" name="Oval 129">
            <a:extLst>
              <a:ext uri="{FF2B5EF4-FFF2-40B4-BE49-F238E27FC236}">
                <a16:creationId xmlns:a16="http://schemas.microsoft.com/office/drawing/2014/main" id="{697B690D-659C-1A13-ADC4-41DEC53CF0C8}"/>
              </a:ext>
            </a:extLst>
          </p:cNvPr>
          <p:cNvSpPr/>
          <p:nvPr/>
        </p:nvSpPr>
        <p:spPr>
          <a:xfrm>
            <a:off x="1227461" y="5706182"/>
            <a:ext cx="139446" cy="139446"/>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1" name="Rectangle 130">
            <a:extLst>
              <a:ext uri="{FF2B5EF4-FFF2-40B4-BE49-F238E27FC236}">
                <a16:creationId xmlns:a16="http://schemas.microsoft.com/office/drawing/2014/main" id="{6D829187-8B80-4B4C-0C88-5417358A82D2}"/>
              </a:ext>
            </a:extLst>
          </p:cNvPr>
          <p:cNvSpPr/>
          <p:nvPr/>
        </p:nvSpPr>
        <p:spPr>
          <a:xfrm>
            <a:off x="1657316" y="5452350"/>
            <a:ext cx="1472540" cy="14598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Data-at-Rest encryption</a:t>
            </a:r>
          </a:p>
        </p:txBody>
      </p:sp>
      <p:sp>
        <p:nvSpPr>
          <p:cNvPr id="132" name="Oval 131">
            <a:extLst>
              <a:ext uri="{FF2B5EF4-FFF2-40B4-BE49-F238E27FC236}">
                <a16:creationId xmlns:a16="http://schemas.microsoft.com/office/drawing/2014/main" id="{F8C61AEF-3702-0941-022C-7520937A64D1}"/>
              </a:ext>
            </a:extLst>
          </p:cNvPr>
          <p:cNvSpPr/>
          <p:nvPr/>
        </p:nvSpPr>
        <p:spPr>
          <a:xfrm>
            <a:off x="1211615" y="5434117"/>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3" name="Oval 132">
            <a:extLst>
              <a:ext uri="{FF2B5EF4-FFF2-40B4-BE49-F238E27FC236}">
                <a16:creationId xmlns:a16="http://schemas.microsoft.com/office/drawing/2014/main" id="{AF37983B-2BBA-DD12-5C11-DA9ACFD75599}"/>
              </a:ext>
            </a:extLst>
          </p:cNvPr>
          <p:cNvSpPr/>
          <p:nvPr/>
        </p:nvSpPr>
        <p:spPr>
          <a:xfrm>
            <a:off x="1393151" y="5434117"/>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4" name="Rectangle 133">
            <a:extLst>
              <a:ext uri="{FF2B5EF4-FFF2-40B4-BE49-F238E27FC236}">
                <a16:creationId xmlns:a16="http://schemas.microsoft.com/office/drawing/2014/main" id="{0E2CFE63-1FC5-94BA-3854-E8A35F15275E}"/>
              </a:ext>
            </a:extLst>
          </p:cNvPr>
          <p:cNvSpPr/>
          <p:nvPr/>
        </p:nvSpPr>
        <p:spPr>
          <a:xfrm>
            <a:off x="1291354" y="5434117"/>
            <a:ext cx="185202" cy="164215"/>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5" name="Oval 134">
            <a:extLst>
              <a:ext uri="{FF2B5EF4-FFF2-40B4-BE49-F238E27FC236}">
                <a16:creationId xmlns:a16="http://schemas.microsoft.com/office/drawing/2014/main" id="{5F22D8C8-646E-ED48-2CEC-2A2FB1592F7B}"/>
              </a:ext>
            </a:extLst>
          </p:cNvPr>
          <p:cNvSpPr/>
          <p:nvPr/>
        </p:nvSpPr>
        <p:spPr>
          <a:xfrm>
            <a:off x="1227461" y="5446502"/>
            <a:ext cx="139446" cy="139446"/>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6" name="Rectangle 135">
            <a:extLst>
              <a:ext uri="{FF2B5EF4-FFF2-40B4-BE49-F238E27FC236}">
                <a16:creationId xmlns:a16="http://schemas.microsoft.com/office/drawing/2014/main" id="{FE8E9899-5A4A-A10F-4A10-AC772D8E1663}"/>
              </a:ext>
            </a:extLst>
          </p:cNvPr>
          <p:cNvSpPr/>
          <p:nvPr/>
        </p:nvSpPr>
        <p:spPr>
          <a:xfrm>
            <a:off x="1211616" y="4868112"/>
            <a:ext cx="2040906" cy="47259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solidFill>
                  <a:schemeClr val="tx2"/>
                </a:solidFill>
              </a:rPr>
              <a:t>Optional/Independent storage cluster settings</a:t>
            </a:r>
          </a:p>
        </p:txBody>
      </p:sp>
      <p:cxnSp>
        <p:nvCxnSpPr>
          <p:cNvPr id="138" name="Straight Connector 137">
            <a:extLst>
              <a:ext uri="{FF2B5EF4-FFF2-40B4-BE49-F238E27FC236}">
                <a16:creationId xmlns:a16="http://schemas.microsoft.com/office/drawing/2014/main" id="{B2C5CC35-167A-4A7B-A740-26829F624BAB}"/>
              </a:ext>
            </a:extLst>
          </p:cNvPr>
          <p:cNvCxnSpPr>
            <a:cxnSpLocks/>
          </p:cNvCxnSpPr>
          <p:nvPr/>
        </p:nvCxnSpPr>
        <p:spPr bwMode="gray">
          <a:xfrm>
            <a:off x="1211615" y="5340702"/>
            <a:ext cx="2040907" cy="0"/>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1" name="Rectangle 140">
            <a:extLst>
              <a:ext uri="{FF2B5EF4-FFF2-40B4-BE49-F238E27FC236}">
                <a16:creationId xmlns:a16="http://schemas.microsoft.com/office/drawing/2014/main" id="{C7027E97-8F11-DDA7-0CF7-E214795664F1}"/>
              </a:ext>
            </a:extLst>
          </p:cNvPr>
          <p:cNvSpPr/>
          <p:nvPr/>
        </p:nvSpPr>
        <p:spPr>
          <a:xfrm>
            <a:off x="6094412" y="3657661"/>
            <a:ext cx="1793524"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accent5"/>
                </a:solidFill>
              </a:rPr>
              <a:t>Built-in key management</a:t>
            </a:r>
            <a:br>
              <a:rPr lang="en-US" sz="1200" dirty="0">
                <a:solidFill>
                  <a:schemeClr val="accent5"/>
                </a:solidFill>
              </a:rPr>
            </a:br>
            <a:r>
              <a:rPr lang="en-US" sz="1200" dirty="0">
                <a:solidFill>
                  <a:schemeClr val="accent5"/>
                </a:solidFill>
              </a:rPr>
              <a:t>(No KMS used)</a:t>
            </a:r>
            <a:endParaRPr lang="en-US" sz="1000" dirty="0">
              <a:solidFill>
                <a:schemeClr val="accent5"/>
              </a:solidFill>
            </a:endParaRPr>
          </a:p>
        </p:txBody>
      </p:sp>
      <p:pic>
        <p:nvPicPr>
          <p:cNvPr id="142" name="Graphic 141">
            <a:extLst>
              <a:ext uri="{FF2B5EF4-FFF2-40B4-BE49-F238E27FC236}">
                <a16:creationId xmlns:a16="http://schemas.microsoft.com/office/drawing/2014/main" id="{2C10E328-6BCA-DB0E-0957-C9557E9CDA9C}"/>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782008" y="3666456"/>
            <a:ext cx="204026" cy="204026"/>
          </a:xfrm>
          <a:prstGeom prst="rect">
            <a:avLst/>
          </a:prstGeom>
        </p:spPr>
      </p:pic>
      <p:grpSp>
        <p:nvGrpSpPr>
          <p:cNvPr id="147" name="Group 146">
            <a:extLst>
              <a:ext uri="{FF2B5EF4-FFF2-40B4-BE49-F238E27FC236}">
                <a16:creationId xmlns:a16="http://schemas.microsoft.com/office/drawing/2014/main" id="{7EF21CCC-26DE-9D2A-9580-7E1261261BE0}"/>
              </a:ext>
            </a:extLst>
          </p:cNvPr>
          <p:cNvGrpSpPr/>
          <p:nvPr/>
        </p:nvGrpSpPr>
        <p:grpSpPr>
          <a:xfrm>
            <a:off x="1102519" y="1856803"/>
            <a:ext cx="1296514" cy="702493"/>
            <a:chOff x="1102519" y="1856803"/>
            <a:chExt cx="1296514" cy="702493"/>
          </a:xfrm>
        </p:grpSpPr>
        <p:sp>
          <p:nvSpPr>
            <p:cNvPr id="395" name="Rectangle 394">
              <a:extLst>
                <a:ext uri="{FF2B5EF4-FFF2-40B4-BE49-F238E27FC236}">
                  <a16:creationId xmlns:a16="http://schemas.microsoft.com/office/drawing/2014/main" id="{D97CBF52-9597-3CB9-B2E5-DE162DEC4FC5}"/>
                </a:ext>
              </a:extLst>
            </p:cNvPr>
            <p:cNvSpPr/>
            <p:nvPr/>
          </p:nvSpPr>
          <p:spPr bwMode="gray">
            <a:xfrm>
              <a:off x="1102519" y="2097242"/>
              <a:ext cx="1296514" cy="231254"/>
            </a:xfrm>
            <a:prstGeom prst="rect">
              <a:avLst/>
            </a:prstGeom>
            <a:solidFill>
              <a:schemeClr val="bg1">
                <a:lumMod val="85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392" name="Rectangle 391">
              <a:extLst>
                <a:ext uri="{FF2B5EF4-FFF2-40B4-BE49-F238E27FC236}">
                  <a16:creationId xmlns:a16="http://schemas.microsoft.com/office/drawing/2014/main" id="{B4DB355E-B59B-334C-5F49-5705F960468D}"/>
                </a:ext>
              </a:extLst>
            </p:cNvPr>
            <p:cNvSpPr/>
            <p:nvPr/>
          </p:nvSpPr>
          <p:spPr>
            <a:xfrm>
              <a:off x="1188311" y="1856803"/>
              <a:ext cx="1021220"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1. Mount</a:t>
              </a:r>
              <a:endParaRPr lang="en-US" sz="1000" dirty="0">
                <a:solidFill>
                  <a:schemeClr val="tx2"/>
                </a:solidFill>
              </a:endParaRPr>
            </a:p>
          </p:txBody>
        </p:sp>
        <p:sp>
          <p:nvSpPr>
            <p:cNvPr id="393" name="Rectangle 392">
              <a:extLst>
                <a:ext uri="{FF2B5EF4-FFF2-40B4-BE49-F238E27FC236}">
                  <a16:creationId xmlns:a16="http://schemas.microsoft.com/office/drawing/2014/main" id="{DC69B690-2A8F-60DC-4864-F6C5FCFDD244}"/>
                </a:ext>
              </a:extLst>
            </p:cNvPr>
            <p:cNvSpPr/>
            <p:nvPr/>
          </p:nvSpPr>
          <p:spPr>
            <a:xfrm>
              <a:off x="1188311" y="2097242"/>
              <a:ext cx="1021220"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2. Encryption</a:t>
              </a:r>
              <a:endParaRPr lang="en-US" sz="1000" dirty="0">
                <a:solidFill>
                  <a:schemeClr val="tx2"/>
                </a:solidFill>
              </a:endParaRPr>
            </a:p>
          </p:txBody>
        </p:sp>
        <p:sp>
          <p:nvSpPr>
            <p:cNvPr id="394" name="Rectangle 393">
              <a:extLst>
                <a:ext uri="{FF2B5EF4-FFF2-40B4-BE49-F238E27FC236}">
                  <a16:creationId xmlns:a16="http://schemas.microsoft.com/office/drawing/2014/main" id="{B54BB7E3-9264-A1A3-1F81-3A071231DB5C}"/>
                </a:ext>
              </a:extLst>
            </p:cNvPr>
            <p:cNvSpPr/>
            <p:nvPr/>
          </p:nvSpPr>
          <p:spPr>
            <a:xfrm>
              <a:off x="1188310" y="2337680"/>
              <a:ext cx="117264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3. Compatibility</a:t>
              </a:r>
              <a:endParaRPr lang="en-US" sz="1000" dirty="0">
                <a:solidFill>
                  <a:schemeClr val="tx2"/>
                </a:solidFill>
              </a:endParaRPr>
            </a:p>
          </p:txBody>
        </p:sp>
      </p:grpSp>
      <p:grpSp>
        <p:nvGrpSpPr>
          <p:cNvPr id="7" name="Group 6">
            <a:extLst>
              <a:ext uri="{FF2B5EF4-FFF2-40B4-BE49-F238E27FC236}">
                <a16:creationId xmlns:a16="http://schemas.microsoft.com/office/drawing/2014/main" id="{300A7B90-40EF-37E5-43A9-6411FDFB2B9C}"/>
              </a:ext>
            </a:extLst>
          </p:cNvPr>
          <p:cNvGrpSpPr/>
          <p:nvPr/>
        </p:nvGrpSpPr>
        <p:grpSpPr>
          <a:xfrm>
            <a:off x="4446871" y="4461669"/>
            <a:ext cx="249560" cy="292341"/>
            <a:chOff x="5906765" y="6263327"/>
            <a:chExt cx="249560" cy="292341"/>
          </a:xfrm>
        </p:grpSpPr>
        <p:pic>
          <p:nvPicPr>
            <p:cNvPr id="18" name="Graphic 17">
              <a:extLst>
                <a:ext uri="{FF2B5EF4-FFF2-40B4-BE49-F238E27FC236}">
                  <a16:creationId xmlns:a16="http://schemas.microsoft.com/office/drawing/2014/main" id="{A7CBF951-4587-E6AB-E8F6-053A34092C2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906765" y="6263327"/>
              <a:ext cx="249560" cy="292341"/>
            </a:xfrm>
            <a:prstGeom prst="rect">
              <a:avLst/>
            </a:prstGeom>
          </p:spPr>
        </p:pic>
        <p:sp>
          <p:nvSpPr>
            <p:cNvPr id="19" name="TextBox 18">
              <a:extLst>
                <a:ext uri="{FF2B5EF4-FFF2-40B4-BE49-F238E27FC236}">
                  <a16:creationId xmlns:a16="http://schemas.microsoft.com/office/drawing/2014/main" id="{F065CCC8-65CF-86C4-F981-F1F214ACCFE2}"/>
                </a:ext>
              </a:extLst>
            </p:cNvPr>
            <p:cNvSpPr txBox="1"/>
            <p:nvPr/>
          </p:nvSpPr>
          <p:spPr>
            <a:xfrm>
              <a:off x="5906765" y="6347942"/>
              <a:ext cx="249560" cy="123111"/>
            </a:xfrm>
            <a:prstGeom prst="rect">
              <a:avLst/>
            </a:prstGeom>
          </p:spPr>
          <p:txBody>
            <a:bodyPr wrap="square" lIns="0" tIns="0" rIns="0" bIns="0" rtlCol="0">
              <a:spAutoFit/>
            </a:bodyPr>
            <a:lstStyle/>
            <a:p>
              <a:pPr algn="ctr">
                <a:spcAft>
                  <a:spcPts val="600"/>
                </a:spcAft>
              </a:pPr>
              <a:r>
                <a:rPr lang="en-US" sz="800" dirty="0">
                  <a:solidFill>
                    <a:schemeClr val="accent5"/>
                  </a:solidFill>
                </a:rPr>
                <a:t>DiT</a:t>
              </a:r>
            </a:p>
          </p:txBody>
        </p:sp>
      </p:grpSp>
      <p:sp>
        <p:nvSpPr>
          <p:cNvPr id="24" name="Rectangle 23">
            <a:extLst>
              <a:ext uri="{FF2B5EF4-FFF2-40B4-BE49-F238E27FC236}">
                <a16:creationId xmlns:a16="http://schemas.microsoft.com/office/drawing/2014/main" id="{423C0535-1A8A-C940-44AB-982705D45B1E}"/>
              </a:ext>
            </a:extLst>
          </p:cNvPr>
          <p:cNvSpPr/>
          <p:nvPr/>
        </p:nvSpPr>
        <p:spPr>
          <a:xfrm>
            <a:off x="6399526" y="5294608"/>
            <a:ext cx="1186745" cy="329178"/>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200" dirty="0">
                <a:solidFill>
                  <a:schemeClr val="accent5"/>
                </a:solidFill>
              </a:rPr>
              <a:t>Data-at-Rest encryption</a:t>
            </a:r>
          </a:p>
        </p:txBody>
      </p:sp>
    </p:spTree>
    <p:extLst>
      <p:ext uri="{BB962C8B-B14F-4D97-AF65-F5344CB8AC3E}">
        <p14:creationId xmlns:p14="http://schemas.microsoft.com/office/powerpoint/2010/main" val="4461230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250"/>
                                  </p:stCondLst>
                                  <p:childTnLst>
                                    <p:set>
                                      <p:cBhvr>
                                        <p:cTn id="6" dur="1" fill="hold">
                                          <p:stCondLst>
                                            <p:cond delay="0"/>
                                          </p:stCondLst>
                                        </p:cTn>
                                        <p:tgtEl>
                                          <p:spTgt spid="143"/>
                                        </p:tgtEl>
                                        <p:attrNameLst>
                                          <p:attrName>style.visibility</p:attrName>
                                        </p:attrNameLst>
                                      </p:cBhvr>
                                      <p:to>
                                        <p:strVal val="visible"/>
                                      </p:to>
                                    </p:set>
                                    <p:animEffect transition="in" filter="fade">
                                      <p:cBhvr>
                                        <p:cTn id="7" dur="500"/>
                                        <p:tgtEl>
                                          <p:spTgt spid="143"/>
                                        </p:tgtEl>
                                      </p:cBhvr>
                                    </p:animEffect>
                                  </p:childTnLst>
                                </p:cTn>
                              </p:par>
                              <p:par>
                                <p:cTn id="8" presetID="10" presetClass="entr" presetSubtype="0" fill="hold" nodeType="withEffect">
                                  <p:stCondLst>
                                    <p:cond delay="250"/>
                                  </p:stCondLst>
                                  <p:childTnLst>
                                    <p:set>
                                      <p:cBhvr>
                                        <p:cTn id="9" dur="1" fill="hold">
                                          <p:stCondLst>
                                            <p:cond delay="0"/>
                                          </p:stCondLst>
                                        </p:cTn>
                                        <p:tgtEl>
                                          <p:spTgt spid="34"/>
                                        </p:tgtEl>
                                        <p:attrNameLst>
                                          <p:attrName>style.visibility</p:attrName>
                                        </p:attrNameLst>
                                      </p:cBhvr>
                                      <p:to>
                                        <p:strVal val="visible"/>
                                      </p:to>
                                    </p:set>
                                    <p:animEffect transition="in" filter="fade">
                                      <p:cBhvr>
                                        <p:cTn id="10" dur="500"/>
                                        <p:tgtEl>
                                          <p:spTgt spid="34"/>
                                        </p:tgtEl>
                                      </p:cBhvr>
                                    </p:animEffect>
                                  </p:childTnLst>
                                </p:cTn>
                              </p:par>
                              <p:par>
                                <p:cTn id="11" presetID="10" presetClass="entr" presetSubtype="0" fill="hold" grpId="0" nodeType="withEffect">
                                  <p:stCondLst>
                                    <p:cond delay="25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childTnLst>
                          </p:cTn>
                        </p:par>
                        <p:par>
                          <p:cTn id="14" fill="hold">
                            <p:stCondLst>
                              <p:cond delay="750"/>
                            </p:stCondLst>
                            <p:childTnLst>
                              <p:par>
                                <p:cTn id="15" presetID="10" presetClass="entr" presetSubtype="0" fill="hold" nodeType="afterEffect">
                                  <p:stCondLst>
                                    <p:cond delay="500"/>
                                  </p:stCondLst>
                                  <p:childTnLst>
                                    <p:set>
                                      <p:cBhvr>
                                        <p:cTn id="16" dur="1" fill="hold">
                                          <p:stCondLst>
                                            <p:cond delay="0"/>
                                          </p:stCondLst>
                                        </p:cTn>
                                        <p:tgtEl>
                                          <p:spTgt spid="145"/>
                                        </p:tgtEl>
                                        <p:attrNameLst>
                                          <p:attrName>style.visibility</p:attrName>
                                        </p:attrNameLst>
                                      </p:cBhvr>
                                      <p:to>
                                        <p:strVal val="visible"/>
                                      </p:to>
                                    </p:set>
                                    <p:animEffect transition="in" filter="fade">
                                      <p:cBhvr>
                                        <p:cTn id="17" dur="500"/>
                                        <p:tgtEl>
                                          <p:spTgt spid="145"/>
                                        </p:tgtEl>
                                      </p:cBhvr>
                                    </p:animEffect>
                                  </p:childTnLst>
                                </p:cTn>
                              </p:par>
                              <p:par>
                                <p:cTn id="18" presetID="10" presetClass="entr" presetSubtype="0" fill="hold" nodeType="withEffect">
                                  <p:stCondLst>
                                    <p:cond delay="500"/>
                                  </p:stCondLst>
                                  <p:childTnLst>
                                    <p:set>
                                      <p:cBhvr>
                                        <p:cTn id="19" dur="1" fill="hold">
                                          <p:stCondLst>
                                            <p:cond delay="0"/>
                                          </p:stCondLst>
                                        </p:cTn>
                                        <p:tgtEl>
                                          <p:spTgt spid="156"/>
                                        </p:tgtEl>
                                        <p:attrNameLst>
                                          <p:attrName>style.visibility</p:attrName>
                                        </p:attrNameLst>
                                      </p:cBhvr>
                                      <p:to>
                                        <p:strVal val="visible"/>
                                      </p:to>
                                    </p:set>
                                    <p:animEffect transition="in" filter="fade">
                                      <p:cBhvr>
                                        <p:cTn id="20" dur="500"/>
                                        <p:tgtEl>
                                          <p:spTgt spid="156"/>
                                        </p:tgtEl>
                                      </p:cBhvr>
                                    </p:animEffect>
                                  </p:childTnLst>
                                </p:cTn>
                              </p:par>
                              <p:par>
                                <p:cTn id="21" presetID="10" presetClass="entr" presetSubtype="0" fill="hold" nodeType="withEffect">
                                  <p:stCondLst>
                                    <p:cond delay="500"/>
                                  </p:stCondLst>
                                  <p:childTnLst>
                                    <p:set>
                                      <p:cBhvr>
                                        <p:cTn id="22" dur="1" fill="hold">
                                          <p:stCondLst>
                                            <p:cond delay="0"/>
                                          </p:stCondLst>
                                        </p:cTn>
                                        <p:tgtEl>
                                          <p:spTgt spid="146"/>
                                        </p:tgtEl>
                                        <p:attrNameLst>
                                          <p:attrName>style.visibility</p:attrName>
                                        </p:attrNameLst>
                                      </p:cBhvr>
                                      <p:to>
                                        <p:strVal val="visible"/>
                                      </p:to>
                                    </p:set>
                                    <p:animEffect transition="in" filter="fade">
                                      <p:cBhvr>
                                        <p:cTn id="23" dur="500"/>
                                        <p:tgtEl>
                                          <p:spTgt spid="146"/>
                                        </p:tgtEl>
                                      </p:cBhvr>
                                    </p:animEffect>
                                  </p:childTnLst>
                                </p:cTn>
                              </p:par>
                              <p:par>
                                <p:cTn id="24" presetID="10" presetClass="entr" presetSubtype="0" fill="hold" nodeType="withEffect">
                                  <p:stCondLst>
                                    <p:cond delay="500"/>
                                  </p:stCondLst>
                                  <p:childTnLst>
                                    <p:set>
                                      <p:cBhvr>
                                        <p:cTn id="25" dur="1" fill="hold">
                                          <p:stCondLst>
                                            <p:cond delay="0"/>
                                          </p:stCondLst>
                                        </p:cTn>
                                        <p:tgtEl>
                                          <p:spTgt spid="147"/>
                                        </p:tgtEl>
                                        <p:attrNameLst>
                                          <p:attrName>style.visibility</p:attrName>
                                        </p:attrNameLst>
                                      </p:cBhvr>
                                      <p:to>
                                        <p:strVal val="visible"/>
                                      </p:to>
                                    </p:set>
                                    <p:animEffect transition="in" filter="fade">
                                      <p:cBhvr>
                                        <p:cTn id="26" dur="500"/>
                                        <p:tgtEl>
                                          <p:spTgt spid="147"/>
                                        </p:tgtEl>
                                      </p:cBhvr>
                                    </p:animEffect>
                                  </p:childTnLst>
                                </p:cTn>
                              </p:par>
                              <p:par>
                                <p:cTn id="27" presetID="10" presetClass="entr" presetSubtype="0" fill="hold" nodeType="withEffect">
                                  <p:stCondLst>
                                    <p:cond delay="500"/>
                                  </p:stCondLst>
                                  <p:childTnLst>
                                    <p:set>
                                      <p:cBhvr>
                                        <p:cTn id="28" dur="1" fill="hold">
                                          <p:stCondLst>
                                            <p:cond delay="0"/>
                                          </p:stCondLst>
                                        </p:cTn>
                                        <p:tgtEl>
                                          <p:spTgt spid="381"/>
                                        </p:tgtEl>
                                        <p:attrNameLst>
                                          <p:attrName>style.visibility</p:attrName>
                                        </p:attrNameLst>
                                      </p:cBhvr>
                                      <p:to>
                                        <p:strVal val="visible"/>
                                      </p:to>
                                    </p:set>
                                    <p:animEffect transition="in" filter="fade">
                                      <p:cBhvr>
                                        <p:cTn id="29" dur="500"/>
                                        <p:tgtEl>
                                          <p:spTgt spid="381"/>
                                        </p:tgtEl>
                                      </p:cBhvr>
                                    </p:animEffect>
                                  </p:childTnLst>
                                </p:cTn>
                              </p:par>
                              <p:par>
                                <p:cTn id="30" presetID="10" presetClass="entr" presetSubtype="0" fill="hold" grpId="0" nodeType="withEffect">
                                  <p:stCondLst>
                                    <p:cond delay="50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par>
                          <p:cTn id="33" fill="hold">
                            <p:stCondLst>
                              <p:cond delay="1750"/>
                            </p:stCondLst>
                            <p:childTnLst>
                              <p:par>
                                <p:cTn id="34" presetID="10" presetClass="entr" presetSubtype="0" fill="hold" grpId="0" nodeType="afterEffect">
                                  <p:stCondLst>
                                    <p:cond delay="0"/>
                                  </p:stCondLst>
                                  <p:childTnLst>
                                    <p:set>
                                      <p:cBhvr>
                                        <p:cTn id="35" dur="1" fill="hold">
                                          <p:stCondLst>
                                            <p:cond delay="0"/>
                                          </p:stCondLst>
                                        </p:cTn>
                                        <p:tgtEl>
                                          <p:spTgt spid="375"/>
                                        </p:tgtEl>
                                        <p:attrNameLst>
                                          <p:attrName>style.visibility</p:attrName>
                                        </p:attrNameLst>
                                      </p:cBhvr>
                                      <p:to>
                                        <p:strVal val="visible"/>
                                      </p:to>
                                    </p:set>
                                    <p:animEffect transition="in" filter="fade">
                                      <p:cBhvr>
                                        <p:cTn id="36" dur="500"/>
                                        <p:tgtEl>
                                          <p:spTgt spid="37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74"/>
                                        </p:tgtEl>
                                        <p:attrNameLst>
                                          <p:attrName>style.visibility</p:attrName>
                                        </p:attrNameLst>
                                      </p:cBhvr>
                                      <p:to>
                                        <p:strVal val="visible"/>
                                      </p:to>
                                    </p:set>
                                    <p:animEffect transition="in" filter="fade">
                                      <p:cBhvr>
                                        <p:cTn id="39" dur="500"/>
                                        <p:tgtEl>
                                          <p:spTgt spid="37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376"/>
                                        </p:tgtEl>
                                        <p:attrNameLst>
                                          <p:attrName>style.visibility</p:attrName>
                                        </p:attrNameLst>
                                      </p:cBhvr>
                                      <p:to>
                                        <p:strVal val="visible"/>
                                      </p:to>
                                    </p:set>
                                    <p:animEffect transition="in" filter="fade">
                                      <p:cBhvr>
                                        <p:cTn id="42" dur="500"/>
                                        <p:tgtEl>
                                          <p:spTgt spid="376"/>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77"/>
                                        </p:tgtEl>
                                        <p:attrNameLst>
                                          <p:attrName>style.visibility</p:attrName>
                                        </p:attrNameLst>
                                      </p:cBhvr>
                                      <p:to>
                                        <p:strVal val="visible"/>
                                      </p:to>
                                    </p:set>
                                    <p:animEffect transition="in" filter="fade">
                                      <p:cBhvr>
                                        <p:cTn id="45" dur="500"/>
                                        <p:tgtEl>
                                          <p:spTgt spid="377"/>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78"/>
                                        </p:tgtEl>
                                        <p:attrNameLst>
                                          <p:attrName>style.visibility</p:attrName>
                                        </p:attrNameLst>
                                      </p:cBhvr>
                                      <p:to>
                                        <p:strVal val="visible"/>
                                      </p:to>
                                    </p:set>
                                    <p:animEffect transition="in" filter="fade">
                                      <p:cBhvr>
                                        <p:cTn id="48" dur="500"/>
                                        <p:tgtEl>
                                          <p:spTgt spid="378"/>
                                        </p:tgtEl>
                                      </p:cBhvr>
                                    </p:animEffect>
                                  </p:childTnLst>
                                </p:cTn>
                              </p:par>
                            </p:childTnLst>
                          </p:cTn>
                        </p:par>
                        <p:par>
                          <p:cTn id="49" fill="hold">
                            <p:stCondLst>
                              <p:cond delay="2250"/>
                            </p:stCondLst>
                            <p:childTnLst>
                              <p:par>
                                <p:cTn id="50" presetID="16" presetClass="entr" presetSubtype="21" fill="hold" nodeType="afterEffect">
                                  <p:stCondLst>
                                    <p:cond delay="0"/>
                                  </p:stCondLst>
                                  <p:childTnLst>
                                    <p:set>
                                      <p:cBhvr>
                                        <p:cTn id="51" dur="1" fill="hold">
                                          <p:stCondLst>
                                            <p:cond delay="0"/>
                                          </p:stCondLst>
                                        </p:cTn>
                                        <p:tgtEl>
                                          <p:spTgt spid="50"/>
                                        </p:tgtEl>
                                        <p:attrNameLst>
                                          <p:attrName>style.visibility</p:attrName>
                                        </p:attrNameLst>
                                      </p:cBhvr>
                                      <p:to>
                                        <p:strVal val="visible"/>
                                      </p:to>
                                    </p:set>
                                    <p:animEffect transition="in" filter="barn(inVertical)">
                                      <p:cBhvr>
                                        <p:cTn id="52" dur="500"/>
                                        <p:tgtEl>
                                          <p:spTgt spid="50"/>
                                        </p:tgtEl>
                                      </p:cBhvr>
                                    </p:animEffect>
                                  </p:childTnLst>
                                </p:cTn>
                              </p:par>
                            </p:childTnLst>
                          </p:cTn>
                        </p:par>
                        <p:par>
                          <p:cTn id="53" fill="hold">
                            <p:stCondLst>
                              <p:cond delay="2750"/>
                            </p:stCondLst>
                            <p:childTnLst>
                              <p:par>
                                <p:cTn id="54" presetID="22" presetClass="entr" presetSubtype="1" fill="hold" nodeType="afterEffect">
                                  <p:stCondLst>
                                    <p:cond delay="0"/>
                                  </p:stCondLst>
                                  <p:childTnLst>
                                    <p:set>
                                      <p:cBhvr>
                                        <p:cTn id="55" dur="1" fill="hold">
                                          <p:stCondLst>
                                            <p:cond delay="0"/>
                                          </p:stCondLst>
                                        </p:cTn>
                                        <p:tgtEl>
                                          <p:spTgt spid="57"/>
                                        </p:tgtEl>
                                        <p:attrNameLst>
                                          <p:attrName>style.visibility</p:attrName>
                                        </p:attrNameLst>
                                      </p:cBhvr>
                                      <p:to>
                                        <p:strVal val="visible"/>
                                      </p:to>
                                    </p:set>
                                    <p:animEffect transition="in" filter="wipe(up)">
                                      <p:cBhvr>
                                        <p:cTn id="56" dur="500"/>
                                        <p:tgtEl>
                                          <p:spTgt spid="57"/>
                                        </p:tgtEl>
                                      </p:cBhvr>
                                    </p:animEffect>
                                  </p:childTnLst>
                                </p:cTn>
                              </p:par>
                            </p:childTnLst>
                          </p:cTn>
                        </p:par>
                        <p:par>
                          <p:cTn id="57" fill="hold">
                            <p:stCondLst>
                              <p:cond delay="3250"/>
                            </p:stCondLst>
                            <p:childTnLst>
                              <p:par>
                                <p:cTn id="58" presetID="22" presetClass="entr" presetSubtype="8" fill="hold" nodeType="after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wipe(left)">
                                      <p:cBhvr>
                                        <p:cTn id="60" dur="500"/>
                                        <p:tgtEl>
                                          <p:spTgt spid="48"/>
                                        </p:tgtEl>
                                      </p:cBhvr>
                                    </p:animEffect>
                                  </p:childTnLst>
                                </p:cTn>
                              </p:par>
                            </p:childTnLst>
                          </p:cTn>
                        </p:par>
                        <p:par>
                          <p:cTn id="61" fill="hold">
                            <p:stCondLst>
                              <p:cond delay="3750"/>
                            </p:stCondLst>
                            <p:childTnLst>
                              <p:par>
                                <p:cTn id="62" presetID="42" presetClass="path" presetSubtype="0" accel="50000" decel="50000" fill="hold" grpId="1" nodeType="afterEffect">
                                  <p:stCondLst>
                                    <p:cond delay="500"/>
                                  </p:stCondLst>
                                  <p:childTnLst>
                                    <p:animMotion origin="layout" path="M 2.46679E-6 2.96296E-6 L 0.01419 2.96296E-6 " pathEditMode="relative" rAng="0" ptsTypes="AA">
                                      <p:cBhvr>
                                        <p:cTn id="63" dur="500" fill="hold"/>
                                        <p:tgtEl>
                                          <p:spTgt spid="378"/>
                                        </p:tgtEl>
                                        <p:attrNameLst>
                                          <p:attrName>ppt_x</p:attrName>
                                          <p:attrName>ppt_y</p:attrName>
                                        </p:attrNameLst>
                                      </p:cBhvr>
                                      <p:rCtr x="703" y="0"/>
                                    </p:animMotion>
                                  </p:childTnLst>
                                </p:cTn>
                              </p:par>
                              <p:par>
                                <p:cTn id="64" presetID="1" presetClass="emph" presetSubtype="2" fill="hold" nodeType="withEffect">
                                  <p:stCondLst>
                                    <p:cond delay="500"/>
                                  </p:stCondLst>
                                  <p:childTnLst>
                                    <p:animClr clrSpc="rgb" dir="cw">
                                      <p:cBhvr>
                                        <p:cTn id="65" dur="500" fill="hold"/>
                                        <p:tgtEl>
                                          <p:spTgt spid="375"/>
                                        </p:tgtEl>
                                        <p:attrNameLst>
                                          <p:attrName>fillcolor</p:attrName>
                                        </p:attrNameLst>
                                      </p:cBhvr>
                                      <p:to>
                                        <a:srgbClr val="78BE20"/>
                                      </p:to>
                                    </p:animClr>
                                    <p:set>
                                      <p:cBhvr>
                                        <p:cTn id="66" dur="500" fill="hold"/>
                                        <p:tgtEl>
                                          <p:spTgt spid="375"/>
                                        </p:tgtEl>
                                        <p:attrNameLst>
                                          <p:attrName>fill.type</p:attrName>
                                        </p:attrNameLst>
                                      </p:cBhvr>
                                      <p:to>
                                        <p:strVal val="solid"/>
                                      </p:to>
                                    </p:set>
                                    <p:set>
                                      <p:cBhvr>
                                        <p:cTn id="67" dur="500" fill="hold"/>
                                        <p:tgtEl>
                                          <p:spTgt spid="375"/>
                                        </p:tgtEl>
                                        <p:attrNameLst>
                                          <p:attrName>fill.on</p:attrName>
                                        </p:attrNameLst>
                                      </p:cBhvr>
                                      <p:to>
                                        <p:strVal val="true"/>
                                      </p:to>
                                    </p:set>
                                  </p:childTnLst>
                                </p:cTn>
                              </p:par>
                              <p:par>
                                <p:cTn id="68" presetID="1" presetClass="emph" presetSubtype="2" fill="hold" nodeType="withEffect">
                                  <p:stCondLst>
                                    <p:cond delay="500"/>
                                  </p:stCondLst>
                                  <p:childTnLst>
                                    <p:animClr clrSpc="rgb" dir="cw">
                                      <p:cBhvr>
                                        <p:cTn id="69" dur="500" fill="hold"/>
                                        <p:tgtEl>
                                          <p:spTgt spid="376"/>
                                        </p:tgtEl>
                                        <p:attrNameLst>
                                          <p:attrName>fillcolor</p:attrName>
                                        </p:attrNameLst>
                                      </p:cBhvr>
                                      <p:to>
                                        <a:srgbClr val="78BE20"/>
                                      </p:to>
                                    </p:animClr>
                                    <p:set>
                                      <p:cBhvr>
                                        <p:cTn id="70" dur="500" fill="hold"/>
                                        <p:tgtEl>
                                          <p:spTgt spid="376"/>
                                        </p:tgtEl>
                                        <p:attrNameLst>
                                          <p:attrName>fill.type</p:attrName>
                                        </p:attrNameLst>
                                      </p:cBhvr>
                                      <p:to>
                                        <p:strVal val="solid"/>
                                      </p:to>
                                    </p:set>
                                    <p:set>
                                      <p:cBhvr>
                                        <p:cTn id="71" dur="500" fill="hold"/>
                                        <p:tgtEl>
                                          <p:spTgt spid="376"/>
                                        </p:tgtEl>
                                        <p:attrNameLst>
                                          <p:attrName>fill.on</p:attrName>
                                        </p:attrNameLst>
                                      </p:cBhvr>
                                      <p:to>
                                        <p:strVal val="true"/>
                                      </p:to>
                                    </p:set>
                                  </p:childTnLst>
                                </p:cTn>
                              </p:par>
                              <p:par>
                                <p:cTn id="72" presetID="1" presetClass="emph" presetSubtype="2" fill="hold" nodeType="withEffect">
                                  <p:stCondLst>
                                    <p:cond delay="500"/>
                                  </p:stCondLst>
                                  <p:childTnLst>
                                    <p:animClr clrSpc="rgb" dir="cw">
                                      <p:cBhvr>
                                        <p:cTn id="73" dur="500" fill="hold"/>
                                        <p:tgtEl>
                                          <p:spTgt spid="377"/>
                                        </p:tgtEl>
                                        <p:attrNameLst>
                                          <p:attrName>fillcolor</p:attrName>
                                        </p:attrNameLst>
                                      </p:cBhvr>
                                      <p:to>
                                        <a:srgbClr val="78BE20"/>
                                      </p:to>
                                    </p:animClr>
                                    <p:set>
                                      <p:cBhvr>
                                        <p:cTn id="74" dur="500" fill="hold"/>
                                        <p:tgtEl>
                                          <p:spTgt spid="377"/>
                                        </p:tgtEl>
                                        <p:attrNameLst>
                                          <p:attrName>fill.type</p:attrName>
                                        </p:attrNameLst>
                                      </p:cBhvr>
                                      <p:to>
                                        <p:strVal val="solid"/>
                                      </p:to>
                                    </p:set>
                                    <p:set>
                                      <p:cBhvr>
                                        <p:cTn id="75" dur="500" fill="hold"/>
                                        <p:tgtEl>
                                          <p:spTgt spid="377"/>
                                        </p:tgtEl>
                                        <p:attrNameLst>
                                          <p:attrName>fill.on</p:attrName>
                                        </p:attrNameLst>
                                      </p:cBhvr>
                                      <p:to>
                                        <p:strVal val="true"/>
                                      </p:to>
                                    </p:set>
                                  </p:childTnLst>
                                </p:cTn>
                              </p:par>
                            </p:childTnLst>
                          </p:cTn>
                        </p:par>
                        <p:par>
                          <p:cTn id="76" fill="hold">
                            <p:stCondLst>
                              <p:cond delay="4750"/>
                            </p:stCondLst>
                            <p:childTnLst>
                              <p:par>
                                <p:cTn id="77" presetID="26" presetClass="emph" presetSubtype="0" fill="hold" grpId="1" nodeType="afterEffect">
                                  <p:stCondLst>
                                    <p:cond delay="0"/>
                                  </p:stCondLst>
                                  <p:childTnLst>
                                    <p:animEffect transition="out" filter="fade">
                                      <p:cBhvr>
                                        <p:cTn id="78" dur="500" tmFilter="0, 0; .2, .5; .8, .5; 1, 0"/>
                                        <p:tgtEl>
                                          <p:spTgt spid="374"/>
                                        </p:tgtEl>
                                      </p:cBhvr>
                                    </p:animEffect>
                                    <p:animScale>
                                      <p:cBhvr>
                                        <p:cTn id="79" dur="250" autoRev="1" fill="hold"/>
                                        <p:tgtEl>
                                          <p:spTgt spid="374"/>
                                        </p:tgtEl>
                                      </p:cBhvr>
                                      <p:by x="105000" y="105000"/>
                                    </p:animScale>
                                  </p:childTnLst>
                                </p:cTn>
                              </p:par>
                            </p:childTnLst>
                          </p:cTn>
                        </p:par>
                        <p:par>
                          <p:cTn id="80" fill="hold">
                            <p:stCondLst>
                              <p:cond delay="5250"/>
                            </p:stCondLst>
                            <p:childTnLst>
                              <p:par>
                                <p:cTn id="81" presetID="10" presetClass="entr" presetSubtype="0" fill="hold" grpId="0" nodeType="afterEffect">
                                  <p:stCondLst>
                                    <p:cond delay="0"/>
                                  </p:stCondLst>
                                  <p:childTnLst>
                                    <p:set>
                                      <p:cBhvr>
                                        <p:cTn id="82" dur="1" fill="hold">
                                          <p:stCondLst>
                                            <p:cond delay="0"/>
                                          </p:stCondLst>
                                        </p:cTn>
                                        <p:tgtEl>
                                          <p:spTgt spid="388"/>
                                        </p:tgtEl>
                                        <p:attrNameLst>
                                          <p:attrName>style.visibility</p:attrName>
                                        </p:attrNameLst>
                                      </p:cBhvr>
                                      <p:to>
                                        <p:strVal val="visible"/>
                                      </p:to>
                                    </p:set>
                                    <p:animEffect transition="in" filter="fade">
                                      <p:cBhvr>
                                        <p:cTn id="83" dur="500"/>
                                        <p:tgtEl>
                                          <p:spTgt spid="388"/>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389"/>
                                        </p:tgtEl>
                                        <p:attrNameLst>
                                          <p:attrName>style.visibility</p:attrName>
                                        </p:attrNameLst>
                                      </p:cBhvr>
                                      <p:to>
                                        <p:strVal val="visible"/>
                                      </p:to>
                                    </p:set>
                                    <p:animEffect transition="in" filter="fade">
                                      <p:cBhvr>
                                        <p:cTn id="86" dur="500"/>
                                        <p:tgtEl>
                                          <p:spTgt spid="389"/>
                                        </p:tgtEl>
                                      </p:cBhvr>
                                    </p:animEffect>
                                  </p:childTnLst>
                                </p:cTn>
                              </p:par>
                            </p:childTnLst>
                          </p:cTn>
                        </p:par>
                        <p:par>
                          <p:cTn id="87" fill="hold">
                            <p:stCondLst>
                              <p:cond delay="5750"/>
                            </p:stCondLst>
                            <p:childTnLst>
                              <p:par>
                                <p:cTn id="88" presetID="22" presetClass="entr" presetSubtype="4" fill="hold" nodeType="afterEffect">
                                  <p:stCondLst>
                                    <p:cond delay="0"/>
                                  </p:stCondLst>
                                  <p:childTnLst>
                                    <p:set>
                                      <p:cBhvr>
                                        <p:cTn id="89" dur="1" fill="hold">
                                          <p:stCondLst>
                                            <p:cond delay="0"/>
                                          </p:stCondLst>
                                        </p:cTn>
                                        <p:tgtEl>
                                          <p:spTgt spid="46"/>
                                        </p:tgtEl>
                                        <p:attrNameLst>
                                          <p:attrName>style.visibility</p:attrName>
                                        </p:attrNameLst>
                                      </p:cBhvr>
                                      <p:to>
                                        <p:strVal val="visible"/>
                                      </p:to>
                                    </p:set>
                                    <p:animEffect transition="in" filter="wipe(down)">
                                      <p:cBhvr>
                                        <p:cTn id="90" dur="500"/>
                                        <p:tgtEl>
                                          <p:spTgt spid="46"/>
                                        </p:tgtEl>
                                      </p:cBhvr>
                                    </p:animEffect>
                                  </p:childTnLst>
                                </p:cTn>
                              </p:par>
                            </p:childTnLst>
                          </p:cTn>
                        </p:par>
                        <p:par>
                          <p:cTn id="91" fill="hold">
                            <p:stCondLst>
                              <p:cond delay="6250"/>
                            </p:stCondLst>
                            <p:childTnLst>
                              <p:par>
                                <p:cTn id="92" presetID="10" presetClass="entr" presetSubtype="0" fill="hold" nodeType="afterEffect">
                                  <p:stCondLst>
                                    <p:cond delay="0"/>
                                  </p:stCondLst>
                                  <p:childTnLst>
                                    <p:set>
                                      <p:cBhvr>
                                        <p:cTn id="93" dur="1" fill="hold">
                                          <p:stCondLst>
                                            <p:cond delay="0"/>
                                          </p:stCondLst>
                                        </p:cTn>
                                        <p:tgtEl>
                                          <p:spTgt spid="15"/>
                                        </p:tgtEl>
                                        <p:attrNameLst>
                                          <p:attrName>style.visibility</p:attrName>
                                        </p:attrNameLst>
                                      </p:cBhvr>
                                      <p:to>
                                        <p:strVal val="visible"/>
                                      </p:to>
                                    </p:set>
                                    <p:animEffect transition="in" filter="fade">
                                      <p:cBhvr>
                                        <p:cTn id="94" dur="500"/>
                                        <p:tgtEl>
                                          <p:spTgt spid="15"/>
                                        </p:tgtEl>
                                      </p:cBhvr>
                                    </p:animEffect>
                                  </p:childTnLst>
                                </p:cTn>
                              </p:par>
                            </p:childTnLst>
                          </p:cTn>
                        </p:par>
                        <p:par>
                          <p:cTn id="95" fill="hold">
                            <p:stCondLst>
                              <p:cond delay="6750"/>
                            </p:stCondLst>
                            <p:childTnLst>
                              <p:par>
                                <p:cTn id="96" presetID="26" presetClass="emph" presetSubtype="0" fill="hold" nodeType="afterEffect">
                                  <p:stCondLst>
                                    <p:cond delay="500"/>
                                  </p:stCondLst>
                                  <p:childTnLst>
                                    <p:animEffect transition="out" filter="fade">
                                      <p:cBhvr>
                                        <p:cTn id="97" dur="500" tmFilter="0, 0; .2, .5; .8, .5; 1, 0"/>
                                        <p:tgtEl>
                                          <p:spTgt spid="15"/>
                                        </p:tgtEl>
                                      </p:cBhvr>
                                    </p:animEffect>
                                    <p:animScale>
                                      <p:cBhvr>
                                        <p:cTn id="98" dur="250" autoRev="1" fill="hold"/>
                                        <p:tgtEl>
                                          <p:spTgt spid="15"/>
                                        </p:tgtEl>
                                      </p:cBhvr>
                                      <p:by x="105000" y="105000"/>
                                    </p:animScale>
                                  </p:childTnLst>
                                </p:cTn>
                              </p:par>
                              <p:par>
                                <p:cTn id="99" presetID="10" presetClass="entr" presetSubtype="0" fill="hold" nodeType="withEffect">
                                  <p:stCondLst>
                                    <p:cond delay="0"/>
                                  </p:stCondLst>
                                  <p:childTnLst>
                                    <p:set>
                                      <p:cBhvr>
                                        <p:cTn id="100" dur="1" fill="hold">
                                          <p:stCondLst>
                                            <p:cond delay="0"/>
                                          </p:stCondLst>
                                        </p:cTn>
                                        <p:tgtEl>
                                          <p:spTgt spid="7"/>
                                        </p:tgtEl>
                                        <p:attrNameLst>
                                          <p:attrName>style.visibility</p:attrName>
                                        </p:attrNameLst>
                                      </p:cBhvr>
                                      <p:to>
                                        <p:strVal val="visible"/>
                                      </p:to>
                                    </p:set>
                                    <p:animEffect transition="in" filter="fade">
                                      <p:cBhvr>
                                        <p:cTn id="101" dur="500"/>
                                        <p:tgtEl>
                                          <p:spTgt spid="7"/>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47"/>
                                        </p:tgtEl>
                                        <p:attrNameLst>
                                          <p:attrName>style.visibility</p:attrName>
                                        </p:attrNameLst>
                                      </p:cBhvr>
                                      <p:to>
                                        <p:strVal val="visible"/>
                                      </p:to>
                                    </p:set>
                                    <p:animEffect transition="in" filter="fade">
                                      <p:cBhvr>
                                        <p:cTn id="104" dur="500"/>
                                        <p:tgtEl>
                                          <p:spTgt spid="47"/>
                                        </p:tgtEl>
                                      </p:cBhvr>
                                    </p:animEffect>
                                  </p:childTnLst>
                                </p:cTn>
                              </p:par>
                              <p:par>
                                <p:cTn id="105" presetID="26" presetClass="emph" presetSubtype="0" fill="hold" nodeType="withEffect">
                                  <p:stCondLst>
                                    <p:cond delay="500"/>
                                  </p:stCondLst>
                                  <p:childTnLst>
                                    <p:animEffect transition="out" filter="fade">
                                      <p:cBhvr>
                                        <p:cTn id="106" dur="500" tmFilter="0, 0; .2, .5; .8, .5; 1, 0"/>
                                        <p:tgtEl>
                                          <p:spTgt spid="7"/>
                                        </p:tgtEl>
                                      </p:cBhvr>
                                    </p:animEffect>
                                    <p:animScale>
                                      <p:cBhvr>
                                        <p:cTn id="107" dur="250" autoRev="1" fill="hold"/>
                                        <p:tgtEl>
                                          <p:spTgt spid="7"/>
                                        </p:tgtEl>
                                      </p:cBhvr>
                                      <p:by x="105000" y="105000"/>
                                    </p:animScale>
                                  </p:childTnLst>
                                </p:cTn>
                              </p:par>
                              <p:par>
                                <p:cTn id="108" presetID="26" presetClass="emph" presetSubtype="0" fill="hold" grpId="1" nodeType="withEffect">
                                  <p:stCondLst>
                                    <p:cond delay="500"/>
                                  </p:stCondLst>
                                  <p:childTnLst>
                                    <p:animEffect transition="out" filter="fade">
                                      <p:cBhvr>
                                        <p:cTn id="109" dur="500" tmFilter="0, 0; .2, .5; .8, .5; 1, 0"/>
                                        <p:tgtEl>
                                          <p:spTgt spid="47"/>
                                        </p:tgtEl>
                                      </p:cBhvr>
                                    </p:animEffect>
                                    <p:animScale>
                                      <p:cBhvr>
                                        <p:cTn id="110" dur="250" autoRev="1" fill="hold"/>
                                        <p:tgtEl>
                                          <p:spTgt spid="47"/>
                                        </p:tgtEl>
                                      </p:cBhvr>
                                      <p:by x="105000" y="105000"/>
                                    </p:animScale>
                                  </p:childTnLst>
                                </p:cTn>
                              </p:par>
                            </p:childTnLst>
                          </p:cTn>
                        </p:par>
                        <p:par>
                          <p:cTn id="111" fill="hold">
                            <p:stCondLst>
                              <p:cond delay="7750"/>
                            </p:stCondLst>
                            <p:childTnLst>
                              <p:par>
                                <p:cTn id="112" presetID="10" presetClass="entr" presetSubtype="0" fill="hold" grpId="0" nodeType="afterEffect">
                                  <p:stCondLst>
                                    <p:cond delay="0"/>
                                  </p:stCondLst>
                                  <p:childTnLst>
                                    <p:set>
                                      <p:cBhvr>
                                        <p:cTn id="113" dur="1" fill="hold">
                                          <p:stCondLst>
                                            <p:cond delay="0"/>
                                          </p:stCondLst>
                                        </p:cTn>
                                        <p:tgtEl>
                                          <p:spTgt spid="141"/>
                                        </p:tgtEl>
                                        <p:attrNameLst>
                                          <p:attrName>style.visibility</p:attrName>
                                        </p:attrNameLst>
                                      </p:cBhvr>
                                      <p:to>
                                        <p:strVal val="visible"/>
                                      </p:to>
                                    </p:set>
                                    <p:animEffect transition="in" filter="fade">
                                      <p:cBhvr>
                                        <p:cTn id="114" dur="500"/>
                                        <p:tgtEl>
                                          <p:spTgt spid="141"/>
                                        </p:tgtEl>
                                      </p:cBhvr>
                                    </p:animEffect>
                                  </p:childTnLst>
                                </p:cTn>
                              </p:par>
                              <p:par>
                                <p:cTn id="115" presetID="10" presetClass="entr" presetSubtype="0" fill="hold" nodeType="withEffect">
                                  <p:stCondLst>
                                    <p:cond delay="0"/>
                                  </p:stCondLst>
                                  <p:childTnLst>
                                    <p:set>
                                      <p:cBhvr>
                                        <p:cTn id="116" dur="1" fill="hold">
                                          <p:stCondLst>
                                            <p:cond delay="0"/>
                                          </p:stCondLst>
                                        </p:cTn>
                                        <p:tgtEl>
                                          <p:spTgt spid="142"/>
                                        </p:tgtEl>
                                        <p:attrNameLst>
                                          <p:attrName>style.visibility</p:attrName>
                                        </p:attrNameLst>
                                      </p:cBhvr>
                                      <p:to>
                                        <p:strVal val="visible"/>
                                      </p:to>
                                    </p:set>
                                    <p:animEffect transition="in" filter="fade">
                                      <p:cBhvr>
                                        <p:cTn id="117" dur="500"/>
                                        <p:tgtEl>
                                          <p:spTgt spid="142"/>
                                        </p:tgtEl>
                                      </p:cBhvr>
                                    </p:animEffect>
                                  </p:childTnLst>
                                </p:cTn>
                              </p:par>
                            </p:childTnLst>
                          </p:cTn>
                        </p:par>
                        <p:par>
                          <p:cTn id="118" fill="hold">
                            <p:stCondLst>
                              <p:cond delay="8250"/>
                            </p:stCondLst>
                            <p:childTnLst>
                              <p:par>
                                <p:cTn id="119" presetID="26" presetClass="emph" presetSubtype="0" fill="hold" grpId="1" nodeType="afterEffect">
                                  <p:stCondLst>
                                    <p:cond delay="500"/>
                                  </p:stCondLst>
                                  <p:childTnLst>
                                    <p:animEffect transition="out" filter="fade">
                                      <p:cBhvr>
                                        <p:cTn id="120" dur="500" tmFilter="0, 0; .2, .5; .8, .5; 1, 0"/>
                                        <p:tgtEl>
                                          <p:spTgt spid="141"/>
                                        </p:tgtEl>
                                      </p:cBhvr>
                                    </p:animEffect>
                                    <p:animScale>
                                      <p:cBhvr>
                                        <p:cTn id="121" dur="250" autoRev="1" fill="hold"/>
                                        <p:tgtEl>
                                          <p:spTgt spid="141"/>
                                        </p:tgtEl>
                                      </p:cBhvr>
                                      <p:by x="105000" y="105000"/>
                                    </p:animScale>
                                  </p:childTnLst>
                                </p:cTn>
                              </p:par>
                              <p:par>
                                <p:cTn id="122" presetID="26" presetClass="emph" presetSubtype="0" fill="hold" nodeType="withEffect">
                                  <p:stCondLst>
                                    <p:cond delay="500"/>
                                  </p:stCondLst>
                                  <p:childTnLst>
                                    <p:animEffect transition="out" filter="fade">
                                      <p:cBhvr>
                                        <p:cTn id="123" dur="500" tmFilter="0, 0; .2, .5; .8, .5; 1, 0"/>
                                        <p:tgtEl>
                                          <p:spTgt spid="142"/>
                                        </p:tgtEl>
                                      </p:cBhvr>
                                    </p:animEffect>
                                    <p:animScale>
                                      <p:cBhvr>
                                        <p:cTn id="124" dur="250" autoRev="1" fill="hold"/>
                                        <p:tgtEl>
                                          <p:spTgt spid="142"/>
                                        </p:tgtEl>
                                      </p:cBhvr>
                                      <p:by x="105000" y="105000"/>
                                    </p:animScale>
                                  </p:childTnLst>
                                </p:cTn>
                              </p:par>
                            </p:childTnLst>
                          </p:cTn>
                        </p:par>
                        <p:par>
                          <p:cTn id="125" fill="hold">
                            <p:stCondLst>
                              <p:cond delay="9250"/>
                            </p:stCondLst>
                            <p:childTnLst>
                              <p:par>
                                <p:cTn id="126" presetID="16" presetClass="entr" presetSubtype="37" fill="hold" nodeType="afterEffect">
                                  <p:stCondLst>
                                    <p:cond delay="0"/>
                                  </p:stCondLst>
                                  <p:childTnLst>
                                    <p:set>
                                      <p:cBhvr>
                                        <p:cTn id="127" dur="1" fill="hold">
                                          <p:stCondLst>
                                            <p:cond delay="0"/>
                                          </p:stCondLst>
                                        </p:cTn>
                                        <p:tgtEl>
                                          <p:spTgt spid="138"/>
                                        </p:tgtEl>
                                        <p:attrNameLst>
                                          <p:attrName>style.visibility</p:attrName>
                                        </p:attrNameLst>
                                      </p:cBhvr>
                                      <p:to>
                                        <p:strVal val="visible"/>
                                      </p:to>
                                    </p:set>
                                    <p:animEffect transition="in" filter="barn(outVertical)">
                                      <p:cBhvr>
                                        <p:cTn id="128" dur="500"/>
                                        <p:tgtEl>
                                          <p:spTgt spid="138"/>
                                        </p:tgtEl>
                                      </p:cBhvr>
                                    </p:animEffect>
                                  </p:childTnLst>
                                </p:cTn>
                              </p:par>
                            </p:childTnLst>
                          </p:cTn>
                        </p:par>
                        <p:par>
                          <p:cTn id="129" fill="hold">
                            <p:stCondLst>
                              <p:cond delay="9750"/>
                            </p:stCondLst>
                            <p:childTnLst>
                              <p:par>
                                <p:cTn id="130" presetID="10" presetClass="entr" presetSubtype="0" fill="hold" grpId="0" nodeType="afterEffect">
                                  <p:stCondLst>
                                    <p:cond delay="0"/>
                                  </p:stCondLst>
                                  <p:childTnLst>
                                    <p:set>
                                      <p:cBhvr>
                                        <p:cTn id="131" dur="1" fill="hold">
                                          <p:stCondLst>
                                            <p:cond delay="0"/>
                                          </p:stCondLst>
                                        </p:cTn>
                                        <p:tgtEl>
                                          <p:spTgt spid="136"/>
                                        </p:tgtEl>
                                        <p:attrNameLst>
                                          <p:attrName>style.visibility</p:attrName>
                                        </p:attrNameLst>
                                      </p:cBhvr>
                                      <p:to>
                                        <p:strVal val="visible"/>
                                      </p:to>
                                    </p:set>
                                    <p:animEffect transition="in" filter="fade">
                                      <p:cBhvr>
                                        <p:cTn id="132" dur="500"/>
                                        <p:tgtEl>
                                          <p:spTgt spid="136"/>
                                        </p:tgtEl>
                                      </p:cBhvr>
                                    </p:animEffect>
                                  </p:childTnLst>
                                </p:cTn>
                              </p:par>
                            </p:childTnLst>
                          </p:cTn>
                        </p:par>
                        <p:par>
                          <p:cTn id="133" fill="hold">
                            <p:stCondLst>
                              <p:cond delay="10250"/>
                            </p:stCondLst>
                            <p:childTnLst>
                              <p:par>
                                <p:cTn id="134" presetID="10" presetClass="entr" presetSubtype="0" fill="hold" grpId="0" nodeType="afterEffect">
                                  <p:stCondLst>
                                    <p:cond delay="0"/>
                                  </p:stCondLst>
                                  <p:childTnLst>
                                    <p:set>
                                      <p:cBhvr>
                                        <p:cTn id="135" dur="1" fill="hold">
                                          <p:stCondLst>
                                            <p:cond delay="0"/>
                                          </p:stCondLst>
                                        </p:cTn>
                                        <p:tgtEl>
                                          <p:spTgt spid="132"/>
                                        </p:tgtEl>
                                        <p:attrNameLst>
                                          <p:attrName>style.visibility</p:attrName>
                                        </p:attrNameLst>
                                      </p:cBhvr>
                                      <p:to>
                                        <p:strVal val="visible"/>
                                      </p:to>
                                    </p:set>
                                    <p:animEffect transition="in" filter="fade">
                                      <p:cBhvr>
                                        <p:cTn id="136" dur="500"/>
                                        <p:tgtEl>
                                          <p:spTgt spid="132"/>
                                        </p:tgtEl>
                                      </p:cBhvr>
                                    </p:animEffect>
                                  </p:childTnLst>
                                </p:cTn>
                              </p:par>
                              <p:par>
                                <p:cTn id="137" presetID="10" presetClass="entr" presetSubtype="0" fill="hold" grpId="0" nodeType="withEffect">
                                  <p:stCondLst>
                                    <p:cond delay="0"/>
                                  </p:stCondLst>
                                  <p:childTnLst>
                                    <p:set>
                                      <p:cBhvr>
                                        <p:cTn id="138" dur="1" fill="hold">
                                          <p:stCondLst>
                                            <p:cond delay="0"/>
                                          </p:stCondLst>
                                        </p:cTn>
                                        <p:tgtEl>
                                          <p:spTgt spid="131"/>
                                        </p:tgtEl>
                                        <p:attrNameLst>
                                          <p:attrName>style.visibility</p:attrName>
                                        </p:attrNameLst>
                                      </p:cBhvr>
                                      <p:to>
                                        <p:strVal val="visible"/>
                                      </p:to>
                                    </p:set>
                                    <p:animEffect transition="in" filter="fade">
                                      <p:cBhvr>
                                        <p:cTn id="139" dur="500"/>
                                        <p:tgtEl>
                                          <p:spTgt spid="131"/>
                                        </p:tgtEl>
                                      </p:cBhvr>
                                    </p:animEffect>
                                  </p:childTnLst>
                                </p:cTn>
                              </p:par>
                              <p:par>
                                <p:cTn id="140" presetID="10" presetClass="entr" presetSubtype="0" fill="hold" grpId="0" nodeType="withEffect">
                                  <p:stCondLst>
                                    <p:cond delay="0"/>
                                  </p:stCondLst>
                                  <p:childTnLst>
                                    <p:set>
                                      <p:cBhvr>
                                        <p:cTn id="141" dur="1" fill="hold">
                                          <p:stCondLst>
                                            <p:cond delay="0"/>
                                          </p:stCondLst>
                                        </p:cTn>
                                        <p:tgtEl>
                                          <p:spTgt spid="133"/>
                                        </p:tgtEl>
                                        <p:attrNameLst>
                                          <p:attrName>style.visibility</p:attrName>
                                        </p:attrNameLst>
                                      </p:cBhvr>
                                      <p:to>
                                        <p:strVal val="visible"/>
                                      </p:to>
                                    </p:set>
                                    <p:animEffect transition="in" filter="fade">
                                      <p:cBhvr>
                                        <p:cTn id="142" dur="500"/>
                                        <p:tgtEl>
                                          <p:spTgt spid="133"/>
                                        </p:tgtEl>
                                      </p:cBhvr>
                                    </p:animEffect>
                                  </p:childTnLst>
                                </p:cTn>
                              </p:par>
                              <p:par>
                                <p:cTn id="143" presetID="10" presetClass="entr" presetSubtype="0" fill="hold" grpId="0" nodeType="withEffect">
                                  <p:stCondLst>
                                    <p:cond delay="0"/>
                                  </p:stCondLst>
                                  <p:childTnLst>
                                    <p:set>
                                      <p:cBhvr>
                                        <p:cTn id="144" dur="1" fill="hold">
                                          <p:stCondLst>
                                            <p:cond delay="0"/>
                                          </p:stCondLst>
                                        </p:cTn>
                                        <p:tgtEl>
                                          <p:spTgt spid="134"/>
                                        </p:tgtEl>
                                        <p:attrNameLst>
                                          <p:attrName>style.visibility</p:attrName>
                                        </p:attrNameLst>
                                      </p:cBhvr>
                                      <p:to>
                                        <p:strVal val="visible"/>
                                      </p:to>
                                    </p:set>
                                    <p:animEffect transition="in" filter="fade">
                                      <p:cBhvr>
                                        <p:cTn id="145" dur="500"/>
                                        <p:tgtEl>
                                          <p:spTgt spid="134"/>
                                        </p:tgtEl>
                                      </p:cBhvr>
                                    </p:animEffect>
                                  </p:childTnLst>
                                </p:cTn>
                              </p:par>
                              <p:par>
                                <p:cTn id="146" presetID="10" presetClass="entr" presetSubtype="0" fill="hold" grpId="0" nodeType="withEffect">
                                  <p:stCondLst>
                                    <p:cond delay="0"/>
                                  </p:stCondLst>
                                  <p:childTnLst>
                                    <p:set>
                                      <p:cBhvr>
                                        <p:cTn id="147" dur="1" fill="hold">
                                          <p:stCondLst>
                                            <p:cond delay="0"/>
                                          </p:stCondLst>
                                        </p:cTn>
                                        <p:tgtEl>
                                          <p:spTgt spid="135"/>
                                        </p:tgtEl>
                                        <p:attrNameLst>
                                          <p:attrName>style.visibility</p:attrName>
                                        </p:attrNameLst>
                                      </p:cBhvr>
                                      <p:to>
                                        <p:strVal val="visible"/>
                                      </p:to>
                                    </p:set>
                                    <p:animEffect transition="in" filter="fade">
                                      <p:cBhvr>
                                        <p:cTn id="148" dur="500"/>
                                        <p:tgtEl>
                                          <p:spTgt spid="135"/>
                                        </p:tgtEl>
                                      </p:cBhvr>
                                    </p:animEffect>
                                  </p:childTnLst>
                                </p:cTn>
                              </p:par>
                            </p:childTnLst>
                          </p:cTn>
                        </p:par>
                        <p:par>
                          <p:cTn id="149" fill="hold">
                            <p:stCondLst>
                              <p:cond delay="10750"/>
                            </p:stCondLst>
                            <p:childTnLst>
                              <p:par>
                                <p:cTn id="150" presetID="42" presetClass="path" presetSubtype="0" accel="50000" decel="50000" fill="hold" grpId="1" nodeType="afterEffect">
                                  <p:stCondLst>
                                    <p:cond delay="500"/>
                                  </p:stCondLst>
                                  <p:childTnLst>
                                    <p:animMotion origin="layout" path="M 2.08127E-6 1.85185E-6 L 0.01419 1.85185E-6 " pathEditMode="relative" rAng="0" ptsTypes="AA">
                                      <p:cBhvr>
                                        <p:cTn id="151" dur="500" fill="hold"/>
                                        <p:tgtEl>
                                          <p:spTgt spid="135"/>
                                        </p:tgtEl>
                                        <p:attrNameLst>
                                          <p:attrName>ppt_x</p:attrName>
                                          <p:attrName>ppt_y</p:attrName>
                                        </p:attrNameLst>
                                      </p:cBhvr>
                                      <p:rCtr x="703" y="0"/>
                                    </p:animMotion>
                                  </p:childTnLst>
                                </p:cTn>
                              </p:par>
                              <p:par>
                                <p:cTn id="152" presetID="1" presetClass="emph" presetSubtype="2" fill="hold" nodeType="withEffect">
                                  <p:stCondLst>
                                    <p:cond delay="500"/>
                                  </p:stCondLst>
                                  <p:childTnLst>
                                    <p:animClr clrSpc="rgb" dir="cw">
                                      <p:cBhvr>
                                        <p:cTn id="153" dur="500" fill="hold"/>
                                        <p:tgtEl>
                                          <p:spTgt spid="132"/>
                                        </p:tgtEl>
                                        <p:attrNameLst>
                                          <p:attrName>fillcolor</p:attrName>
                                        </p:attrNameLst>
                                      </p:cBhvr>
                                      <p:to>
                                        <a:srgbClr val="78BE20"/>
                                      </p:to>
                                    </p:animClr>
                                    <p:set>
                                      <p:cBhvr>
                                        <p:cTn id="154" dur="500" fill="hold"/>
                                        <p:tgtEl>
                                          <p:spTgt spid="132"/>
                                        </p:tgtEl>
                                        <p:attrNameLst>
                                          <p:attrName>fill.type</p:attrName>
                                        </p:attrNameLst>
                                      </p:cBhvr>
                                      <p:to>
                                        <p:strVal val="solid"/>
                                      </p:to>
                                    </p:set>
                                    <p:set>
                                      <p:cBhvr>
                                        <p:cTn id="155" dur="500" fill="hold"/>
                                        <p:tgtEl>
                                          <p:spTgt spid="132"/>
                                        </p:tgtEl>
                                        <p:attrNameLst>
                                          <p:attrName>fill.on</p:attrName>
                                        </p:attrNameLst>
                                      </p:cBhvr>
                                      <p:to>
                                        <p:strVal val="true"/>
                                      </p:to>
                                    </p:set>
                                  </p:childTnLst>
                                </p:cTn>
                              </p:par>
                              <p:par>
                                <p:cTn id="156" presetID="1" presetClass="emph" presetSubtype="2" fill="hold" nodeType="withEffect">
                                  <p:stCondLst>
                                    <p:cond delay="500"/>
                                  </p:stCondLst>
                                  <p:childTnLst>
                                    <p:animClr clrSpc="rgb" dir="cw">
                                      <p:cBhvr>
                                        <p:cTn id="157" dur="500" fill="hold"/>
                                        <p:tgtEl>
                                          <p:spTgt spid="133"/>
                                        </p:tgtEl>
                                        <p:attrNameLst>
                                          <p:attrName>fillcolor</p:attrName>
                                        </p:attrNameLst>
                                      </p:cBhvr>
                                      <p:to>
                                        <a:srgbClr val="78BE20"/>
                                      </p:to>
                                    </p:animClr>
                                    <p:set>
                                      <p:cBhvr>
                                        <p:cTn id="158" dur="500" fill="hold"/>
                                        <p:tgtEl>
                                          <p:spTgt spid="133"/>
                                        </p:tgtEl>
                                        <p:attrNameLst>
                                          <p:attrName>fill.type</p:attrName>
                                        </p:attrNameLst>
                                      </p:cBhvr>
                                      <p:to>
                                        <p:strVal val="solid"/>
                                      </p:to>
                                    </p:set>
                                    <p:set>
                                      <p:cBhvr>
                                        <p:cTn id="159" dur="500" fill="hold"/>
                                        <p:tgtEl>
                                          <p:spTgt spid="133"/>
                                        </p:tgtEl>
                                        <p:attrNameLst>
                                          <p:attrName>fill.on</p:attrName>
                                        </p:attrNameLst>
                                      </p:cBhvr>
                                      <p:to>
                                        <p:strVal val="true"/>
                                      </p:to>
                                    </p:set>
                                  </p:childTnLst>
                                </p:cTn>
                              </p:par>
                              <p:par>
                                <p:cTn id="160" presetID="1" presetClass="emph" presetSubtype="2" fill="hold" nodeType="withEffect">
                                  <p:stCondLst>
                                    <p:cond delay="500"/>
                                  </p:stCondLst>
                                  <p:childTnLst>
                                    <p:animClr clrSpc="rgb" dir="cw">
                                      <p:cBhvr>
                                        <p:cTn id="161" dur="500" fill="hold"/>
                                        <p:tgtEl>
                                          <p:spTgt spid="134"/>
                                        </p:tgtEl>
                                        <p:attrNameLst>
                                          <p:attrName>fillcolor</p:attrName>
                                        </p:attrNameLst>
                                      </p:cBhvr>
                                      <p:to>
                                        <a:srgbClr val="78BE20"/>
                                      </p:to>
                                    </p:animClr>
                                    <p:set>
                                      <p:cBhvr>
                                        <p:cTn id="162" dur="500" fill="hold"/>
                                        <p:tgtEl>
                                          <p:spTgt spid="134"/>
                                        </p:tgtEl>
                                        <p:attrNameLst>
                                          <p:attrName>fill.type</p:attrName>
                                        </p:attrNameLst>
                                      </p:cBhvr>
                                      <p:to>
                                        <p:strVal val="solid"/>
                                      </p:to>
                                    </p:set>
                                    <p:set>
                                      <p:cBhvr>
                                        <p:cTn id="163" dur="500" fill="hold"/>
                                        <p:tgtEl>
                                          <p:spTgt spid="134"/>
                                        </p:tgtEl>
                                        <p:attrNameLst>
                                          <p:attrName>fill.on</p:attrName>
                                        </p:attrNameLst>
                                      </p:cBhvr>
                                      <p:to>
                                        <p:strVal val="true"/>
                                      </p:to>
                                    </p:set>
                                  </p:childTnLst>
                                </p:cTn>
                              </p:par>
                            </p:childTnLst>
                          </p:cTn>
                        </p:par>
                        <p:par>
                          <p:cTn id="164" fill="hold">
                            <p:stCondLst>
                              <p:cond delay="11750"/>
                            </p:stCondLst>
                            <p:childTnLst>
                              <p:par>
                                <p:cTn id="165" presetID="26" presetClass="emph" presetSubtype="0" fill="hold" grpId="1" nodeType="afterEffect">
                                  <p:stCondLst>
                                    <p:cond delay="0"/>
                                  </p:stCondLst>
                                  <p:childTnLst>
                                    <p:animEffect transition="out" filter="fade">
                                      <p:cBhvr>
                                        <p:cTn id="166" dur="500" tmFilter="0, 0; .2, .5; .8, .5; 1, 0"/>
                                        <p:tgtEl>
                                          <p:spTgt spid="131"/>
                                        </p:tgtEl>
                                      </p:cBhvr>
                                    </p:animEffect>
                                    <p:animScale>
                                      <p:cBhvr>
                                        <p:cTn id="167" dur="250" autoRev="1" fill="hold"/>
                                        <p:tgtEl>
                                          <p:spTgt spid="131"/>
                                        </p:tgtEl>
                                      </p:cBhvr>
                                      <p:by x="105000" y="105000"/>
                                    </p:animScale>
                                  </p:childTnLst>
                                </p:cTn>
                              </p:par>
                            </p:childTnLst>
                          </p:cTn>
                        </p:par>
                        <p:par>
                          <p:cTn id="168" fill="hold">
                            <p:stCondLst>
                              <p:cond delay="12250"/>
                            </p:stCondLst>
                            <p:childTnLst>
                              <p:par>
                                <p:cTn id="169" presetID="10" presetClass="entr" presetSubtype="0" fill="hold" grpId="0" nodeType="afterEffect">
                                  <p:stCondLst>
                                    <p:cond delay="0"/>
                                  </p:stCondLst>
                                  <p:childTnLst>
                                    <p:set>
                                      <p:cBhvr>
                                        <p:cTn id="170" dur="1" fill="hold">
                                          <p:stCondLst>
                                            <p:cond delay="0"/>
                                          </p:stCondLst>
                                        </p:cTn>
                                        <p:tgtEl>
                                          <p:spTgt spid="63"/>
                                        </p:tgtEl>
                                        <p:attrNameLst>
                                          <p:attrName>style.visibility</p:attrName>
                                        </p:attrNameLst>
                                      </p:cBhvr>
                                      <p:to>
                                        <p:strVal val="visible"/>
                                      </p:to>
                                    </p:set>
                                    <p:animEffect transition="in" filter="fade">
                                      <p:cBhvr>
                                        <p:cTn id="171" dur="500"/>
                                        <p:tgtEl>
                                          <p:spTgt spid="63"/>
                                        </p:tgtEl>
                                      </p:cBhvr>
                                    </p:animEffect>
                                  </p:childTnLst>
                                </p:cTn>
                              </p:par>
                              <p:par>
                                <p:cTn id="172" presetID="10" presetClass="entr" presetSubtype="0" fill="hold" grpId="0" nodeType="withEffect">
                                  <p:stCondLst>
                                    <p:cond delay="0"/>
                                  </p:stCondLst>
                                  <p:childTnLst>
                                    <p:set>
                                      <p:cBhvr>
                                        <p:cTn id="173" dur="1" fill="hold">
                                          <p:stCondLst>
                                            <p:cond delay="0"/>
                                          </p:stCondLst>
                                        </p:cTn>
                                        <p:tgtEl>
                                          <p:spTgt spid="62"/>
                                        </p:tgtEl>
                                        <p:attrNameLst>
                                          <p:attrName>style.visibility</p:attrName>
                                        </p:attrNameLst>
                                      </p:cBhvr>
                                      <p:to>
                                        <p:strVal val="visible"/>
                                      </p:to>
                                    </p:set>
                                    <p:animEffect transition="in" filter="fade">
                                      <p:cBhvr>
                                        <p:cTn id="174" dur="500"/>
                                        <p:tgtEl>
                                          <p:spTgt spid="62"/>
                                        </p:tgtEl>
                                      </p:cBhvr>
                                    </p:animEffect>
                                  </p:childTnLst>
                                </p:cTn>
                              </p:par>
                              <p:par>
                                <p:cTn id="175" presetID="10" presetClass="entr" presetSubtype="0" fill="hold" grpId="0" nodeType="withEffect">
                                  <p:stCondLst>
                                    <p:cond delay="0"/>
                                  </p:stCondLst>
                                  <p:childTnLst>
                                    <p:set>
                                      <p:cBhvr>
                                        <p:cTn id="176" dur="1" fill="hold">
                                          <p:stCondLst>
                                            <p:cond delay="0"/>
                                          </p:stCondLst>
                                        </p:cTn>
                                        <p:tgtEl>
                                          <p:spTgt spid="128"/>
                                        </p:tgtEl>
                                        <p:attrNameLst>
                                          <p:attrName>style.visibility</p:attrName>
                                        </p:attrNameLst>
                                      </p:cBhvr>
                                      <p:to>
                                        <p:strVal val="visible"/>
                                      </p:to>
                                    </p:set>
                                    <p:animEffect transition="in" filter="fade">
                                      <p:cBhvr>
                                        <p:cTn id="177" dur="500"/>
                                        <p:tgtEl>
                                          <p:spTgt spid="128"/>
                                        </p:tgtEl>
                                      </p:cBhvr>
                                    </p:animEffect>
                                  </p:childTnLst>
                                </p:cTn>
                              </p:par>
                              <p:par>
                                <p:cTn id="178" presetID="10" presetClass="entr" presetSubtype="0" fill="hold" grpId="0" nodeType="withEffect">
                                  <p:stCondLst>
                                    <p:cond delay="0"/>
                                  </p:stCondLst>
                                  <p:childTnLst>
                                    <p:set>
                                      <p:cBhvr>
                                        <p:cTn id="179" dur="1" fill="hold">
                                          <p:stCondLst>
                                            <p:cond delay="0"/>
                                          </p:stCondLst>
                                        </p:cTn>
                                        <p:tgtEl>
                                          <p:spTgt spid="129"/>
                                        </p:tgtEl>
                                        <p:attrNameLst>
                                          <p:attrName>style.visibility</p:attrName>
                                        </p:attrNameLst>
                                      </p:cBhvr>
                                      <p:to>
                                        <p:strVal val="visible"/>
                                      </p:to>
                                    </p:set>
                                    <p:animEffect transition="in" filter="fade">
                                      <p:cBhvr>
                                        <p:cTn id="180" dur="500"/>
                                        <p:tgtEl>
                                          <p:spTgt spid="129"/>
                                        </p:tgtEl>
                                      </p:cBhvr>
                                    </p:animEffect>
                                  </p:childTnLst>
                                </p:cTn>
                              </p:par>
                              <p:par>
                                <p:cTn id="181" presetID="10" presetClass="entr" presetSubtype="0" fill="hold" grpId="0" nodeType="withEffect">
                                  <p:stCondLst>
                                    <p:cond delay="0"/>
                                  </p:stCondLst>
                                  <p:childTnLst>
                                    <p:set>
                                      <p:cBhvr>
                                        <p:cTn id="182" dur="1" fill="hold">
                                          <p:stCondLst>
                                            <p:cond delay="0"/>
                                          </p:stCondLst>
                                        </p:cTn>
                                        <p:tgtEl>
                                          <p:spTgt spid="130"/>
                                        </p:tgtEl>
                                        <p:attrNameLst>
                                          <p:attrName>style.visibility</p:attrName>
                                        </p:attrNameLst>
                                      </p:cBhvr>
                                      <p:to>
                                        <p:strVal val="visible"/>
                                      </p:to>
                                    </p:set>
                                    <p:animEffect transition="in" filter="fade">
                                      <p:cBhvr>
                                        <p:cTn id="183" dur="500"/>
                                        <p:tgtEl>
                                          <p:spTgt spid="130"/>
                                        </p:tgtEl>
                                      </p:cBhvr>
                                    </p:animEffect>
                                  </p:childTnLst>
                                </p:cTn>
                              </p:par>
                              <p:par>
                                <p:cTn id="184" presetID="10" presetClass="entr" presetSubtype="0" fill="hold" grpId="0" nodeType="withEffect">
                                  <p:stCondLst>
                                    <p:cond delay="0"/>
                                  </p:stCondLst>
                                  <p:childTnLst>
                                    <p:set>
                                      <p:cBhvr>
                                        <p:cTn id="185" dur="1" fill="hold">
                                          <p:stCondLst>
                                            <p:cond delay="0"/>
                                          </p:stCondLst>
                                        </p:cTn>
                                        <p:tgtEl>
                                          <p:spTgt spid="24"/>
                                        </p:tgtEl>
                                        <p:attrNameLst>
                                          <p:attrName>style.visibility</p:attrName>
                                        </p:attrNameLst>
                                      </p:cBhvr>
                                      <p:to>
                                        <p:strVal val="visible"/>
                                      </p:to>
                                    </p:set>
                                    <p:animEffect transition="in" filter="fade">
                                      <p:cBhvr>
                                        <p:cTn id="186" dur="500"/>
                                        <p:tgtEl>
                                          <p:spTgt spid="24"/>
                                        </p:tgtEl>
                                      </p:cBhvr>
                                    </p:animEffect>
                                  </p:childTnLst>
                                </p:cTn>
                              </p:par>
                            </p:childTnLst>
                          </p:cTn>
                        </p:par>
                        <p:par>
                          <p:cTn id="187" fill="hold">
                            <p:stCondLst>
                              <p:cond delay="12750"/>
                            </p:stCondLst>
                            <p:childTnLst>
                              <p:par>
                                <p:cTn id="188" presetID="10" presetClass="entr" presetSubtype="0" fill="hold" nodeType="afterEffect">
                                  <p:stCondLst>
                                    <p:cond delay="0"/>
                                  </p:stCondLst>
                                  <p:childTnLst>
                                    <p:set>
                                      <p:cBhvr>
                                        <p:cTn id="189" dur="1" fill="hold">
                                          <p:stCondLst>
                                            <p:cond delay="0"/>
                                          </p:stCondLst>
                                        </p:cTn>
                                        <p:tgtEl>
                                          <p:spTgt spid="369"/>
                                        </p:tgtEl>
                                        <p:attrNameLst>
                                          <p:attrName>style.visibility</p:attrName>
                                        </p:attrNameLst>
                                      </p:cBhvr>
                                      <p:to>
                                        <p:strVal val="visible"/>
                                      </p:to>
                                    </p:set>
                                    <p:animEffect transition="in" filter="fade">
                                      <p:cBhvr>
                                        <p:cTn id="190" dur="500"/>
                                        <p:tgtEl>
                                          <p:spTgt spid="369"/>
                                        </p:tgtEl>
                                      </p:cBhvr>
                                    </p:animEffect>
                                  </p:childTnLst>
                                </p:cTn>
                              </p:par>
                            </p:childTnLst>
                          </p:cTn>
                        </p:par>
                        <p:par>
                          <p:cTn id="191" fill="hold">
                            <p:stCondLst>
                              <p:cond delay="13250"/>
                            </p:stCondLst>
                            <p:childTnLst>
                              <p:par>
                                <p:cTn id="192" presetID="26" presetClass="emph" presetSubtype="0" fill="hold" grpId="1" nodeType="afterEffect">
                                  <p:stCondLst>
                                    <p:cond delay="500"/>
                                  </p:stCondLst>
                                  <p:childTnLst>
                                    <p:animEffect transition="out" filter="fade">
                                      <p:cBhvr>
                                        <p:cTn id="193" dur="500" tmFilter="0, 0; .2, .5; .8, .5; 1, 0"/>
                                        <p:tgtEl>
                                          <p:spTgt spid="24"/>
                                        </p:tgtEl>
                                      </p:cBhvr>
                                    </p:animEffect>
                                    <p:animScale>
                                      <p:cBhvr>
                                        <p:cTn id="194" dur="250" autoRev="1" fill="hold"/>
                                        <p:tgtEl>
                                          <p:spTgt spid="24"/>
                                        </p:tgtEl>
                                      </p:cBhvr>
                                      <p:by x="105000" y="105000"/>
                                    </p:animScale>
                                  </p:childTnLst>
                                </p:cTn>
                              </p:par>
                              <p:par>
                                <p:cTn id="195" presetID="26" presetClass="emph" presetSubtype="0" fill="hold" nodeType="withEffect">
                                  <p:stCondLst>
                                    <p:cond delay="500"/>
                                  </p:stCondLst>
                                  <p:childTnLst>
                                    <p:animEffect transition="out" filter="fade">
                                      <p:cBhvr>
                                        <p:cTn id="196" dur="500" tmFilter="0, 0; .2, .5; .8, .5; 1, 0"/>
                                        <p:tgtEl>
                                          <p:spTgt spid="369"/>
                                        </p:tgtEl>
                                      </p:cBhvr>
                                    </p:animEffect>
                                    <p:animScale>
                                      <p:cBhvr>
                                        <p:cTn id="197" dur="250" autoRev="1" fill="hold"/>
                                        <p:tgtEl>
                                          <p:spTgt spid="369"/>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374" grpId="0"/>
      <p:bldP spid="374" grpId="1"/>
      <p:bldP spid="375" grpId="0" animBg="1"/>
      <p:bldP spid="376" grpId="0" animBg="1"/>
      <p:bldP spid="377" grpId="0" animBg="1"/>
      <p:bldP spid="378" grpId="0" animBg="1"/>
      <p:bldP spid="378" grpId="1" animBg="1"/>
      <p:bldP spid="388" grpId="0"/>
      <p:bldP spid="389" grpId="0"/>
      <p:bldP spid="17" grpId="0"/>
      <p:bldP spid="47" grpId="0"/>
      <p:bldP spid="47" grpId="1"/>
      <p:bldP spid="62" grpId="0"/>
      <p:bldP spid="63" grpId="0" animBg="1"/>
      <p:bldP spid="128" grpId="0" animBg="1"/>
      <p:bldP spid="129" grpId="0" animBg="1"/>
      <p:bldP spid="130" grpId="0" animBg="1"/>
      <p:bldP spid="131" grpId="0"/>
      <p:bldP spid="131" grpId="1"/>
      <p:bldP spid="132" grpId="0" animBg="1"/>
      <p:bldP spid="133" grpId="0" animBg="1"/>
      <p:bldP spid="134" grpId="0" animBg="1"/>
      <p:bldP spid="135" grpId="0" animBg="1"/>
      <p:bldP spid="135" grpId="1" animBg="1"/>
      <p:bldP spid="136" grpId="0"/>
      <p:bldP spid="141" grpId="0"/>
      <p:bldP spid="141" grpId="1"/>
      <p:bldP spid="24" grpId="0"/>
      <p:bldP spid="24" grpId="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BB9624-47E4-D589-677F-D944D37A3277}"/>
            </a:ext>
          </a:extLst>
        </p:cNvPr>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662283E2-1FE9-BE36-2498-9677FB6A3FC3}"/>
              </a:ext>
            </a:extLst>
          </p:cNvPr>
          <p:cNvSpPr/>
          <p:nvPr/>
        </p:nvSpPr>
        <p:spPr bwMode="gray">
          <a:xfrm>
            <a:off x="785842" y="4743450"/>
            <a:ext cx="4876772" cy="974725"/>
          </a:xfrm>
          <a:prstGeom prst="roundRect">
            <a:avLst/>
          </a:prstGeom>
          <a:solidFill>
            <a:schemeClr val="accent2">
              <a:alpha val="10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2" name="Title 1">
            <a:extLst>
              <a:ext uri="{FF2B5EF4-FFF2-40B4-BE49-F238E27FC236}">
                <a16:creationId xmlns:a16="http://schemas.microsoft.com/office/drawing/2014/main" id="{846A4E3B-FAD8-F18B-2B23-4DE77626BDA0}"/>
              </a:ext>
            </a:extLst>
          </p:cNvPr>
          <p:cNvSpPr>
            <a:spLocks noGrp="1"/>
          </p:cNvSpPr>
          <p:nvPr>
            <p:ph type="title"/>
          </p:nvPr>
        </p:nvSpPr>
        <p:spPr/>
        <p:txBody>
          <a:bodyPr/>
          <a:lstStyle/>
          <a:p>
            <a:r>
              <a:rPr lang="en-US" dirty="0"/>
              <a:t>High Levels of Security while Driving Down Storage Costs</a:t>
            </a:r>
          </a:p>
        </p:txBody>
      </p:sp>
      <p:sp>
        <p:nvSpPr>
          <p:cNvPr id="3" name="Subtitle 2">
            <a:extLst>
              <a:ext uri="{FF2B5EF4-FFF2-40B4-BE49-F238E27FC236}">
                <a16:creationId xmlns:a16="http://schemas.microsoft.com/office/drawing/2014/main" id="{D729A212-F742-1060-0C13-DD5D61B94B3B}"/>
              </a:ext>
            </a:extLst>
          </p:cNvPr>
          <p:cNvSpPr>
            <a:spLocks noGrp="1"/>
          </p:cNvSpPr>
          <p:nvPr>
            <p:ph type="subTitle" idx="10"/>
          </p:nvPr>
        </p:nvSpPr>
        <p:spPr/>
        <p:txBody>
          <a:bodyPr/>
          <a:lstStyle/>
          <a:p>
            <a:r>
              <a:rPr lang="en-US" dirty="0"/>
              <a:t>Support of vSAN data-at-rest encryption with GA of vSAN Global Deduplication</a:t>
            </a:r>
          </a:p>
        </p:txBody>
      </p:sp>
      <p:sp>
        <p:nvSpPr>
          <p:cNvPr id="4" name="Text Placeholder 3">
            <a:extLst>
              <a:ext uri="{FF2B5EF4-FFF2-40B4-BE49-F238E27FC236}">
                <a16:creationId xmlns:a16="http://schemas.microsoft.com/office/drawing/2014/main" id="{FB8AB71E-14E8-F3EF-F83E-C1D584A71DD3}"/>
              </a:ext>
            </a:extLst>
          </p:cNvPr>
          <p:cNvSpPr>
            <a:spLocks noGrp="1"/>
          </p:cNvSpPr>
          <p:nvPr>
            <p:ph type="body" sz="quarter" idx="17"/>
          </p:nvPr>
        </p:nvSpPr>
        <p:spPr/>
        <p:txBody>
          <a:bodyPr/>
          <a:lstStyle/>
          <a:p>
            <a:r>
              <a:rPr lang="en-US" dirty="0"/>
              <a:t>Run </a:t>
            </a:r>
            <a:r>
              <a:rPr lang="en-US" b="1" dirty="0"/>
              <a:t>vSAN Data-at-Rest encryption </a:t>
            </a:r>
            <a:r>
              <a:rPr lang="en-US" dirty="0"/>
              <a:t>on clusters </a:t>
            </a:r>
            <a:r>
              <a:rPr lang="en-US" b="1" dirty="0"/>
              <a:t>with vSAN Global Deduplication</a:t>
            </a:r>
          </a:p>
          <a:p>
            <a:pPr>
              <a:buNone/>
            </a:pPr>
            <a:r>
              <a:rPr lang="en-US" dirty="0"/>
              <a:t>Encrypt data </a:t>
            </a:r>
            <a:r>
              <a:rPr lang="en-US" b="1" dirty="0"/>
              <a:t>without any negative impact </a:t>
            </a:r>
            <a:r>
              <a:rPr lang="en-US" dirty="0"/>
              <a:t>on data reduction ratios offered by vSAN</a:t>
            </a:r>
          </a:p>
          <a:p>
            <a:pPr>
              <a:buNone/>
            </a:pPr>
            <a:r>
              <a:rPr lang="en-US" dirty="0"/>
              <a:t>Easily enable using </a:t>
            </a:r>
            <a:r>
              <a:rPr lang="en-US" b="1" dirty="0"/>
              <a:t>cluster-based toggles</a:t>
            </a:r>
          </a:p>
          <a:p>
            <a:pPr>
              <a:buNone/>
            </a:pPr>
            <a:r>
              <a:rPr lang="en-US" dirty="0"/>
              <a:t>New enhancements for </a:t>
            </a:r>
            <a:r>
              <a:rPr lang="en-US" b="1" dirty="0"/>
              <a:t>improved processing efficiency </a:t>
            </a:r>
            <a:r>
              <a:rPr lang="en-US" dirty="0"/>
              <a:t>and </a:t>
            </a:r>
            <a:r>
              <a:rPr lang="en-US" b="1" dirty="0"/>
              <a:t>durability </a:t>
            </a:r>
            <a:r>
              <a:rPr lang="en-US" dirty="0"/>
              <a:t>of deduplication</a:t>
            </a:r>
          </a:p>
          <a:p>
            <a:pPr>
              <a:buNone/>
            </a:pPr>
            <a:r>
              <a:rPr lang="en-US" dirty="0"/>
              <a:t>Deduplication now supports between 3 and 64 hosts</a:t>
            </a:r>
          </a:p>
          <a:p>
            <a:pPr>
              <a:buNone/>
            </a:pPr>
            <a:endParaRPr lang="en-US" dirty="0"/>
          </a:p>
          <a:p>
            <a:endParaRPr lang="en-US" dirty="0"/>
          </a:p>
        </p:txBody>
      </p:sp>
      <p:grpSp>
        <p:nvGrpSpPr>
          <p:cNvPr id="6" name="Group 5">
            <a:extLst>
              <a:ext uri="{FF2B5EF4-FFF2-40B4-BE49-F238E27FC236}">
                <a16:creationId xmlns:a16="http://schemas.microsoft.com/office/drawing/2014/main" id="{88D9C44E-EBEE-2162-FBFA-A1C308899C14}"/>
              </a:ext>
            </a:extLst>
          </p:cNvPr>
          <p:cNvGrpSpPr/>
          <p:nvPr/>
        </p:nvGrpSpPr>
        <p:grpSpPr>
          <a:xfrm>
            <a:off x="670626" y="3108532"/>
            <a:ext cx="5044376" cy="337184"/>
            <a:chOff x="1410325" y="3527309"/>
            <a:chExt cx="5044376" cy="337184"/>
          </a:xfrm>
        </p:grpSpPr>
        <p:sp>
          <p:nvSpPr>
            <p:cNvPr id="8" name="Rectangle 7">
              <a:extLst>
                <a:ext uri="{FF2B5EF4-FFF2-40B4-BE49-F238E27FC236}">
                  <a16:creationId xmlns:a16="http://schemas.microsoft.com/office/drawing/2014/main" id="{606F2916-B9AB-B70A-8D54-B782586955C9}"/>
                </a:ext>
              </a:extLst>
            </p:cNvPr>
            <p:cNvSpPr/>
            <p:nvPr/>
          </p:nvSpPr>
          <p:spPr>
            <a:xfrm>
              <a:off x="1410325" y="3527309"/>
              <a:ext cx="5044376" cy="337184"/>
            </a:xfrm>
            <a:prstGeom prst="rect">
              <a:avLst/>
            </a:prstGeom>
            <a:noFill/>
            <a:ln w="9525">
              <a:gradFill flip="none" rotWithShape="1">
                <a:gsLst>
                  <a:gs pos="60000">
                    <a:srgbClr val="316E60"/>
                  </a:gs>
                  <a:gs pos="100000">
                    <a:schemeClr val="accent2"/>
                  </a:gs>
                  <a:gs pos="0">
                    <a:schemeClr val="accent4"/>
                  </a:gs>
                </a:gsLst>
                <a:lin ang="10800000" scaled="1"/>
                <a:tileRect/>
              </a:gradFill>
            </a:ln>
          </p:spPr>
          <p:txBody>
            <a:bodyPr wrap="square" anchor="ctr">
              <a:noAutofit/>
            </a:bodyPr>
            <a:lstStyle/>
            <a:p>
              <a:pPr algn="ctr"/>
              <a:endParaRPr lang="en-US" sz="1200" dirty="0">
                <a:solidFill>
                  <a:prstClr val="white"/>
                </a:solidFill>
                <a:latin typeface="Arial" panose="020B0604020202020204" pitchFamily="34" charset="0"/>
              </a:endParaRPr>
            </a:p>
          </p:txBody>
        </p:sp>
        <p:sp>
          <p:nvSpPr>
            <p:cNvPr id="9" name="Rectangle 8">
              <a:extLst>
                <a:ext uri="{FF2B5EF4-FFF2-40B4-BE49-F238E27FC236}">
                  <a16:creationId xmlns:a16="http://schemas.microsoft.com/office/drawing/2014/main" id="{D1D89A76-A7CF-0EB5-1646-D50457732A65}"/>
                </a:ext>
              </a:extLst>
            </p:cNvPr>
            <p:cNvSpPr/>
            <p:nvPr/>
          </p:nvSpPr>
          <p:spPr>
            <a:xfrm>
              <a:off x="1459107" y="3567421"/>
              <a:ext cx="815040" cy="261610"/>
            </a:xfrm>
            <a:prstGeom prst="rect">
              <a:avLst/>
            </a:prstGeom>
          </p:spPr>
          <p:txBody>
            <a:bodyPr wrap="square" anchor="ctr">
              <a:spAutoFit/>
            </a:bodyPr>
            <a:lstStyle/>
            <a:p>
              <a:pPr algn="ctr" defTabSz="914126">
                <a:defRPr/>
              </a:pPr>
              <a:r>
                <a:rPr lang="en-US" sz="1100" dirty="0">
                  <a:solidFill>
                    <a:schemeClr val="tx2"/>
                  </a:solidFill>
                  <a:latin typeface="Arial" panose="020B0604020202020204" pitchFamily="34" charset="0"/>
                </a:rPr>
                <a:t>vSphere</a:t>
              </a:r>
            </a:p>
          </p:txBody>
        </p:sp>
        <p:sp>
          <p:nvSpPr>
            <p:cNvPr id="10" name="Rectangle 9">
              <a:extLst>
                <a:ext uri="{FF2B5EF4-FFF2-40B4-BE49-F238E27FC236}">
                  <a16:creationId xmlns:a16="http://schemas.microsoft.com/office/drawing/2014/main" id="{F22C1463-A42A-6D18-E947-BE2335205086}"/>
                </a:ext>
              </a:extLst>
            </p:cNvPr>
            <p:cNvSpPr/>
            <p:nvPr/>
          </p:nvSpPr>
          <p:spPr>
            <a:xfrm>
              <a:off x="5511216" y="3567421"/>
              <a:ext cx="917810" cy="261610"/>
            </a:xfrm>
            <a:prstGeom prst="rect">
              <a:avLst/>
            </a:prstGeom>
          </p:spPr>
          <p:txBody>
            <a:bodyPr wrap="square" anchor="ctr">
              <a:spAutoFit/>
            </a:bodyPr>
            <a:lstStyle/>
            <a:p>
              <a:pPr algn="ctr" defTabSz="914126">
                <a:defRPr/>
              </a:pPr>
              <a:r>
                <a:rPr lang="en-US" sz="1100" dirty="0">
                  <a:solidFill>
                    <a:schemeClr val="tx2"/>
                  </a:solidFill>
                  <a:latin typeface="Arial" panose="020B0604020202020204" pitchFamily="34" charset="0"/>
                </a:rPr>
                <a:t>vSAN ESA</a:t>
              </a:r>
            </a:p>
          </p:txBody>
        </p:sp>
        <p:cxnSp>
          <p:nvCxnSpPr>
            <p:cNvPr id="11" name="Straight Connector 10">
              <a:extLst>
                <a:ext uri="{FF2B5EF4-FFF2-40B4-BE49-F238E27FC236}">
                  <a16:creationId xmlns:a16="http://schemas.microsoft.com/office/drawing/2014/main" id="{C5BD9799-4F80-EFA8-264D-5B4BFE637B78}"/>
                </a:ext>
              </a:extLst>
            </p:cNvPr>
            <p:cNvCxnSpPr>
              <a:cxnSpLocks/>
            </p:cNvCxnSpPr>
            <p:nvPr/>
          </p:nvCxnSpPr>
          <p:spPr bwMode="gray">
            <a:xfrm flipH="1">
              <a:off x="2271066" y="3698226"/>
              <a:ext cx="1661447"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FD658F4-6661-6564-2A01-A466249368C6}"/>
                </a:ext>
              </a:extLst>
            </p:cNvPr>
            <p:cNvCxnSpPr>
              <a:cxnSpLocks/>
              <a:endCxn id="10" idx="1"/>
            </p:cNvCxnSpPr>
            <p:nvPr/>
          </p:nvCxnSpPr>
          <p:spPr bwMode="gray">
            <a:xfrm>
              <a:off x="3932513" y="3698226"/>
              <a:ext cx="1578703" cy="0"/>
            </a:xfrm>
            <a:prstGeom prst="line">
              <a:avLst/>
            </a:prstGeom>
            <a:ln w="9525">
              <a:gradFill flip="none" rotWithShape="1">
                <a:gsLst>
                  <a:gs pos="100000">
                    <a:schemeClr val="accent2"/>
                  </a:gs>
                  <a:gs pos="0">
                    <a:schemeClr val="accent4"/>
                  </a:gs>
                </a:gsLst>
                <a:lin ang="10800000" scaled="1"/>
                <a:tileRect/>
              </a:gradFill>
              <a:miter lim="800000"/>
              <a:tailEnd type="triangle" w="lg" len="med"/>
            </a:ln>
          </p:spPr>
          <p:style>
            <a:lnRef idx="1">
              <a:schemeClr val="accent1"/>
            </a:lnRef>
            <a:fillRef idx="0">
              <a:schemeClr val="accent1"/>
            </a:fillRef>
            <a:effectRef idx="0">
              <a:schemeClr val="accent1"/>
            </a:effectRef>
            <a:fontRef idx="minor">
              <a:schemeClr val="tx1"/>
            </a:fontRef>
          </p:style>
        </p:cxnSp>
      </p:grpSp>
      <p:sp>
        <p:nvSpPr>
          <p:cNvPr id="13" name="Rectangle 12">
            <a:extLst>
              <a:ext uri="{FF2B5EF4-FFF2-40B4-BE49-F238E27FC236}">
                <a16:creationId xmlns:a16="http://schemas.microsoft.com/office/drawing/2014/main" id="{E354253D-C6E1-783E-91F1-23674FAADE72}"/>
              </a:ext>
            </a:extLst>
          </p:cNvPr>
          <p:cNvSpPr/>
          <p:nvPr/>
        </p:nvSpPr>
        <p:spPr>
          <a:xfrm>
            <a:off x="670626" y="3957310"/>
            <a:ext cx="5047488" cy="2009305"/>
          </a:xfrm>
          <a:prstGeom prst="rect">
            <a:avLst/>
          </a:prstGeom>
          <a:noFill/>
          <a:ln w="127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dirty="0">
              <a:solidFill>
                <a:schemeClr val="bg1"/>
              </a:solidFill>
              <a:latin typeface="Arial" panose="020B0604020202020204" pitchFamily="34" charset="0"/>
            </a:endParaRPr>
          </a:p>
        </p:txBody>
      </p:sp>
      <p:cxnSp>
        <p:nvCxnSpPr>
          <p:cNvPr id="14" name="Straight Connector 13">
            <a:extLst>
              <a:ext uri="{FF2B5EF4-FFF2-40B4-BE49-F238E27FC236}">
                <a16:creationId xmlns:a16="http://schemas.microsoft.com/office/drawing/2014/main" id="{91D3314B-794D-E625-7BCB-60174C420293}"/>
              </a:ext>
            </a:extLst>
          </p:cNvPr>
          <p:cNvCxnSpPr>
            <a:cxnSpLocks/>
          </p:cNvCxnSpPr>
          <p:nvPr/>
        </p:nvCxnSpPr>
        <p:spPr bwMode="gray">
          <a:xfrm flipV="1">
            <a:off x="1036132" y="4805873"/>
            <a:ext cx="0" cy="231610"/>
          </a:xfrm>
          <a:prstGeom prst="line">
            <a:avLst/>
          </a:prstGeom>
          <a:ln w="25400">
            <a:solidFill>
              <a:schemeClr val="accent5">
                <a:lumMod val="60000"/>
                <a:lumOff val="40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51D485DD-5872-A7F1-1878-0E9E50C23849}"/>
              </a:ext>
            </a:extLst>
          </p:cNvPr>
          <p:cNvGrpSpPr/>
          <p:nvPr/>
        </p:nvGrpSpPr>
        <p:grpSpPr>
          <a:xfrm>
            <a:off x="670626" y="3573054"/>
            <a:ext cx="5047488" cy="288476"/>
            <a:chOff x="1410325" y="2155843"/>
            <a:chExt cx="5047488" cy="288476"/>
          </a:xfrm>
        </p:grpSpPr>
        <p:grpSp>
          <p:nvGrpSpPr>
            <p:cNvPr id="16" name="Group 15">
              <a:extLst>
                <a:ext uri="{FF2B5EF4-FFF2-40B4-BE49-F238E27FC236}">
                  <a16:creationId xmlns:a16="http://schemas.microsoft.com/office/drawing/2014/main" id="{8F275065-124C-AFDF-E145-586981CBB04F}"/>
                </a:ext>
              </a:extLst>
            </p:cNvPr>
            <p:cNvGrpSpPr>
              <a:grpSpLocks noChangeAspect="1"/>
            </p:cNvGrpSpPr>
            <p:nvPr/>
          </p:nvGrpSpPr>
          <p:grpSpPr>
            <a:xfrm>
              <a:off x="4003439" y="2155843"/>
              <a:ext cx="1157816" cy="288476"/>
              <a:chOff x="5060950" y="5251450"/>
              <a:chExt cx="1236133" cy="332317"/>
            </a:xfrm>
          </p:grpSpPr>
          <p:sp>
            <p:nvSpPr>
              <p:cNvPr id="47" name="Line 5">
                <a:extLst>
                  <a:ext uri="{FF2B5EF4-FFF2-40B4-BE49-F238E27FC236}">
                    <a16:creationId xmlns:a16="http://schemas.microsoft.com/office/drawing/2014/main" id="{9AE39DE0-D866-17AD-E260-2C6E91F3BA0B}"/>
                  </a:ext>
                </a:extLst>
              </p:cNvPr>
              <p:cNvSpPr>
                <a:spLocks noChangeShapeType="1"/>
              </p:cNvSpPr>
              <p:nvPr/>
            </p:nvSpPr>
            <p:spPr bwMode="auto">
              <a:xfrm>
                <a:off x="601042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8" name="Line 6">
                <a:extLst>
                  <a:ext uri="{FF2B5EF4-FFF2-40B4-BE49-F238E27FC236}">
                    <a16:creationId xmlns:a16="http://schemas.microsoft.com/office/drawing/2014/main" id="{8697F100-74CB-5F8A-C3B6-C6338208B37D}"/>
                  </a:ext>
                </a:extLst>
              </p:cNvPr>
              <p:cNvSpPr>
                <a:spLocks noChangeShapeType="1"/>
              </p:cNvSpPr>
              <p:nvPr/>
            </p:nvSpPr>
            <p:spPr bwMode="auto">
              <a:xfrm>
                <a:off x="609712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9" name="Line 7">
                <a:extLst>
                  <a:ext uri="{FF2B5EF4-FFF2-40B4-BE49-F238E27FC236}">
                    <a16:creationId xmlns:a16="http://schemas.microsoft.com/office/drawing/2014/main" id="{B04159FC-A69F-266E-1C17-33E227CC8F30}"/>
                  </a:ext>
                </a:extLst>
              </p:cNvPr>
              <p:cNvSpPr>
                <a:spLocks noChangeShapeType="1"/>
              </p:cNvSpPr>
              <p:nvPr/>
            </p:nvSpPr>
            <p:spPr bwMode="auto">
              <a:xfrm>
                <a:off x="618381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0" name="Line 8">
                <a:extLst>
                  <a:ext uri="{FF2B5EF4-FFF2-40B4-BE49-F238E27FC236}">
                    <a16:creationId xmlns:a16="http://schemas.microsoft.com/office/drawing/2014/main" id="{7B734D35-2504-83D7-DD40-665A74361621}"/>
                  </a:ext>
                </a:extLst>
              </p:cNvPr>
              <p:cNvSpPr>
                <a:spLocks noChangeShapeType="1"/>
              </p:cNvSpPr>
              <p:nvPr/>
            </p:nvSpPr>
            <p:spPr bwMode="auto">
              <a:xfrm>
                <a:off x="517058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1" name="Line 9">
                <a:extLst>
                  <a:ext uri="{FF2B5EF4-FFF2-40B4-BE49-F238E27FC236}">
                    <a16:creationId xmlns:a16="http://schemas.microsoft.com/office/drawing/2014/main" id="{A3710286-F0C4-AEE2-7200-179CE92E8835}"/>
                  </a:ext>
                </a:extLst>
              </p:cNvPr>
              <p:cNvSpPr>
                <a:spLocks noChangeShapeType="1"/>
              </p:cNvSpPr>
              <p:nvPr/>
            </p:nvSpPr>
            <p:spPr bwMode="auto">
              <a:xfrm>
                <a:off x="525728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2" name="Line 10">
                <a:extLst>
                  <a:ext uri="{FF2B5EF4-FFF2-40B4-BE49-F238E27FC236}">
                    <a16:creationId xmlns:a16="http://schemas.microsoft.com/office/drawing/2014/main" id="{27009008-0211-0F0B-FF2A-C205D11D3127}"/>
                  </a:ext>
                </a:extLst>
              </p:cNvPr>
              <p:cNvSpPr>
                <a:spLocks noChangeShapeType="1"/>
              </p:cNvSpPr>
              <p:nvPr/>
            </p:nvSpPr>
            <p:spPr bwMode="auto">
              <a:xfrm>
                <a:off x="534668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3" name="Oval 11">
                <a:extLst>
                  <a:ext uri="{FF2B5EF4-FFF2-40B4-BE49-F238E27FC236}">
                    <a16:creationId xmlns:a16="http://schemas.microsoft.com/office/drawing/2014/main" id="{01B394A2-788D-E14B-BA69-13ABC6AA1B27}"/>
                  </a:ext>
                </a:extLst>
              </p:cNvPr>
              <p:cNvSpPr>
                <a:spLocks noChangeArrowheads="1"/>
              </p:cNvSpPr>
              <p:nvPr/>
            </p:nvSpPr>
            <p:spPr bwMode="auto">
              <a:xfrm>
                <a:off x="5609471" y="5345848"/>
                <a:ext cx="135458" cy="140877"/>
              </a:xfrm>
              <a:prstGeom prst="ellips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4" name="Rectangle 53">
                <a:extLst>
                  <a:ext uri="{FF2B5EF4-FFF2-40B4-BE49-F238E27FC236}">
                    <a16:creationId xmlns:a16="http://schemas.microsoft.com/office/drawing/2014/main" id="{905364E9-8113-D853-A181-2159D5C1A089}"/>
                  </a:ext>
                </a:extLst>
              </p:cNvPr>
              <p:cNvSpPr/>
              <p:nvPr/>
            </p:nvSpPr>
            <p:spPr>
              <a:xfrm>
                <a:off x="5060950" y="5251450"/>
                <a:ext cx="1236133" cy="332317"/>
              </a:xfrm>
              <a:prstGeom prst="rect">
                <a:avLst/>
              </a:prstGeom>
              <a:noFill/>
              <a:ln w="25400">
                <a:solidFill>
                  <a:schemeClr val="bg1">
                    <a:lumMod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nvGrpSpPr>
            <p:cNvPr id="17" name="Group 16">
              <a:extLst>
                <a:ext uri="{FF2B5EF4-FFF2-40B4-BE49-F238E27FC236}">
                  <a16:creationId xmlns:a16="http://schemas.microsoft.com/office/drawing/2014/main" id="{1409BB33-482E-5804-AF66-70DCC6C3D02E}"/>
                </a:ext>
              </a:extLst>
            </p:cNvPr>
            <p:cNvGrpSpPr>
              <a:grpSpLocks noChangeAspect="1"/>
            </p:cNvGrpSpPr>
            <p:nvPr/>
          </p:nvGrpSpPr>
          <p:grpSpPr>
            <a:xfrm>
              <a:off x="1410325" y="2155843"/>
              <a:ext cx="1157816" cy="288476"/>
              <a:chOff x="5060950" y="5251450"/>
              <a:chExt cx="1236133" cy="332317"/>
            </a:xfrm>
          </p:grpSpPr>
          <p:sp>
            <p:nvSpPr>
              <p:cNvPr id="38" name="Line 5">
                <a:extLst>
                  <a:ext uri="{FF2B5EF4-FFF2-40B4-BE49-F238E27FC236}">
                    <a16:creationId xmlns:a16="http://schemas.microsoft.com/office/drawing/2014/main" id="{3989D217-24FB-FEEA-CCAB-BACEE261A3B7}"/>
                  </a:ext>
                </a:extLst>
              </p:cNvPr>
              <p:cNvSpPr>
                <a:spLocks noChangeShapeType="1"/>
              </p:cNvSpPr>
              <p:nvPr/>
            </p:nvSpPr>
            <p:spPr bwMode="auto">
              <a:xfrm>
                <a:off x="601042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0" name="Line 6">
                <a:extLst>
                  <a:ext uri="{FF2B5EF4-FFF2-40B4-BE49-F238E27FC236}">
                    <a16:creationId xmlns:a16="http://schemas.microsoft.com/office/drawing/2014/main" id="{CE450BBC-965B-4BED-8A60-D6BC4C375289}"/>
                  </a:ext>
                </a:extLst>
              </p:cNvPr>
              <p:cNvSpPr>
                <a:spLocks noChangeShapeType="1"/>
              </p:cNvSpPr>
              <p:nvPr/>
            </p:nvSpPr>
            <p:spPr bwMode="auto">
              <a:xfrm>
                <a:off x="609712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1" name="Line 7">
                <a:extLst>
                  <a:ext uri="{FF2B5EF4-FFF2-40B4-BE49-F238E27FC236}">
                    <a16:creationId xmlns:a16="http://schemas.microsoft.com/office/drawing/2014/main" id="{DB867183-1D15-31F4-894C-ED633E356558}"/>
                  </a:ext>
                </a:extLst>
              </p:cNvPr>
              <p:cNvSpPr>
                <a:spLocks noChangeShapeType="1"/>
              </p:cNvSpPr>
              <p:nvPr/>
            </p:nvSpPr>
            <p:spPr bwMode="auto">
              <a:xfrm>
                <a:off x="618381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2" name="Line 8">
                <a:extLst>
                  <a:ext uri="{FF2B5EF4-FFF2-40B4-BE49-F238E27FC236}">
                    <a16:creationId xmlns:a16="http://schemas.microsoft.com/office/drawing/2014/main" id="{EF2416CC-A7E5-8F8A-8152-314CD65EF5AA}"/>
                  </a:ext>
                </a:extLst>
              </p:cNvPr>
              <p:cNvSpPr>
                <a:spLocks noChangeShapeType="1"/>
              </p:cNvSpPr>
              <p:nvPr/>
            </p:nvSpPr>
            <p:spPr bwMode="auto">
              <a:xfrm>
                <a:off x="517058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3" name="Line 9">
                <a:extLst>
                  <a:ext uri="{FF2B5EF4-FFF2-40B4-BE49-F238E27FC236}">
                    <a16:creationId xmlns:a16="http://schemas.microsoft.com/office/drawing/2014/main" id="{31F91093-B402-1E3A-6709-0146B67F6B5E}"/>
                  </a:ext>
                </a:extLst>
              </p:cNvPr>
              <p:cNvSpPr>
                <a:spLocks noChangeShapeType="1"/>
              </p:cNvSpPr>
              <p:nvPr/>
            </p:nvSpPr>
            <p:spPr bwMode="auto">
              <a:xfrm>
                <a:off x="525728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4" name="Line 10">
                <a:extLst>
                  <a:ext uri="{FF2B5EF4-FFF2-40B4-BE49-F238E27FC236}">
                    <a16:creationId xmlns:a16="http://schemas.microsoft.com/office/drawing/2014/main" id="{7E4AFF1A-5CB3-A394-E3E8-2D41B5726DAF}"/>
                  </a:ext>
                </a:extLst>
              </p:cNvPr>
              <p:cNvSpPr>
                <a:spLocks noChangeShapeType="1"/>
              </p:cNvSpPr>
              <p:nvPr/>
            </p:nvSpPr>
            <p:spPr bwMode="auto">
              <a:xfrm>
                <a:off x="534668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5" name="Oval 11">
                <a:extLst>
                  <a:ext uri="{FF2B5EF4-FFF2-40B4-BE49-F238E27FC236}">
                    <a16:creationId xmlns:a16="http://schemas.microsoft.com/office/drawing/2014/main" id="{063EDA2B-48AD-3A51-9218-DD1D9A2D33EB}"/>
                  </a:ext>
                </a:extLst>
              </p:cNvPr>
              <p:cNvSpPr>
                <a:spLocks noChangeArrowheads="1"/>
              </p:cNvSpPr>
              <p:nvPr/>
            </p:nvSpPr>
            <p:spPr bwMode="auto">
              <a:xfrm>
                <a:off x="5609471" y="5345848"/>
                <a:ext cx="135458" cy="140877"/>
              </a:xfrm>
              <a:prstGeom prst="ellips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6" name="Rectangle 45">
                <a:extLst>
                  <a:ext uri="{FF2B5EF4-FFF2-40B4-BE49-F238E27FC236}">
                    <a16:creationId xmlns:a16="http://schemas.microsoft.com/office/drawing/2014/main" id="{876022FE-A251-7209-52FF-C68B017074AE}"/>
                  </a:ext>
                </a:extLst>
              </p:cNvPr>
              <p:cNvSpPr/>
              <p:nvPr/>
            </p:nvSpPr>
            <p:spPr>
              <a:xfrm>
                <a:off x="5060950" y="5251450"/>
                <a:ext cx="1236133" cy="332317"/>
              </a:xfrm>
              <a:prstGeom prst="rect">
                <a:avLst/>
              </a:prstGeom>
              <a:noFill/>
              <a:ln w="25400">
                <a:solidFill>
                  <a:schemeClr val="bg1">
                    <a:lumMod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nvGrpSpPr>
            <p:cNvPr id="18" name="Group 17">
              <a:extLst>
                <a:ext uri="{FF2B5EF4-FFF2-40B4-BE49-F238E27FC236}">
                  <a16:creationId xmlns:a16="http://schemas.microsoft.com/office/drawing/2014/main" id="{51D599A6-B01B-F41B-118B-EA35ECD0FA20}"/>
                </a:ext>
              </a:extLst>
            </p:cNvPr>
            <p:cNvGrpSpPr>
              <a:grpSpLocks noChangeAspect="1"/>
            </p:cNvGrpSpPr>
            <p:nvPr/>
          </p:nvGrpSpPr>
          <p:grpSpPr>
            <a:xfrm>
              <a:off x="2706882" y="2155843"/>
              <a:ext cx="1157816" cy="288476"/>
              <a:chOff x="5060950" y="5251450"/>
              <a:chExt cx="1236133" cy="332317"/>
            </a:xfrm>
          </p:grpSpPr>
          <p:sp>
            <p:nvSpPr>
              <p:cNvPr id="30" name="Line 5">
                <a:extLst>
                  <a:ext uri="{FF2B5EF4-FFF2-40B4-BE49-F238E27FC236}">
                    <a16:creationId xmlns:a16="http://schemas.microsoft.com/office/drawing/2014/main" id="{D39752CB-8F21-7AD1-80DE-A7DE5EA2624F}"/>
                  </a:ext>
                </a:extLst>
              </p:cNvPr>
              <p:cNvSpPr>
                <a:spLocks noChangeShapeType="1"/>
              </p:cNvSpPr>
              <p:nvPr/>
            </p:nvSpPr>
            <p:spPr bwMode="auto">
              <a:xfrm>
                <a:off x="601042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1" name="Line 6">
                <a:extLst>
                  <a:ext uri="{FF2B5EF4-FFF2-40B4-BE49-F238E27FC236}">
                    <a16:creationId xmlns:a16="http://schemas.microsoft.com/office/drawing/2014/main" id="{65069195-FE39-5C7A-0059-A092EABAF40D}"/>
                  </a:ext>
                </a:extLst>
              </p:cNvPr>
              <p:cNvSpPr>
                <a:spLocks noChangeShapeType="1"/>
              </p:cNvSpPr>
              <p:nvPr/>
            </p:nvSpPr>
            <p:spPr bwMode="auto">
              <a:xfrm>
                <a:off x="609712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2" name="Line 7">
                <a:extLst>
                  <a:ext uri="{FF2B5EF4-FFF2-40B4-BE49-F238E27FC236}">
                    <a16:creationId xmlns:a16="http://schemas.microsoft.com/office/drawing/2014/main" id="{E28D8F81-1600-D76F-AC24-65081F28E928}"/>
                  </a:ext>
                </a:extLst>
              </p:cNvPr>
              <p:cNvSpPr>
                <a:spLocks noChangeShapeType="1"/>
              </p:cNvSpPr>
              <p:nvPr/>
            </p:nvSpPr>
            <p:spPr bwMode="auto">
              <a:xfrm>
                <a:off x="618381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3" name="Line 8">
                <a:extLst>
                  <a:ext uri="{FF2B5EF4-FFF2-40B4-BE49-F238E27FC236}">
                    <a16:creationId xmlns:a16="http://schemas.microsoft.com/office/drawing/2014/main" id="{6BEE3B49-E339-4E93-38BD-886502F47036}"/>
                  </a:ext>
                </a:extLst>
              </p:cNvPr>
              <p:cNvSpPr>
                <a:spLocks noChangeShapeType="1"/>
              </p:cNvSpPr>
              <p:nvPr/>
            </p:nvSpPr>
            <p:spPr bwMode="auto">
              <a:xfrm>
                <a:off x="517058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4" name="Line 9">
                <a:extLst>
                  <a:ext uri="{FF2B5EF4-FFF2-40B4-BE49-F238E27FC236}">
                    <a16:creationId xmlns:a16="http://schemas.microsoft.com/office/drawing/2014/main" id="{40915A0D-C1F5-6345-FFD6-2F8AA4B389B3}"/>
                  </a:ext>
                </a:extLst>
              </p:cNvPr>
              <p:cNvSpPr>
                <a:spLocks noChangeShapeType="1"/>
              </p:cNvSpPr>
              <p:nvPr/>
            </p:nvSpPr>
            <p:spPr bwMode="auto">
              <a:xfrm>
                <a:off x="525728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5" name="Line 10">
                <a:extLst>
                  <a:ext uri="{FF2B5EF4-FFF2-40B4-BE49-F238E27FC236}">
                    <a16:creationId xmlns:a16="http://schemas.microsoft.com/office/drawing/2014/main" id="{42222423-49C1-B9AA-5660-29B42DAD9984}"/>
                  </a:ext>
                </a:extLst>
              </p:cNvPr>
              <p:cNvSpPr>
                <a:spLocks noChangeShapeType="1"/>
              </p:cNvSpPr>
              <p:nvPr/>
            </p:nvSpPr>
            <p:spPr bwMode="auto">
              <a:xfrm>
                <a:off x="534668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6" name="Oval 11">
                <a:extLst>
                  <a:ext uri="{FF2B5EF4-FFF2-40B4-BE49-F238E27FC236}">
                    <a16:creationId xmlns:a16="http://schemas.microsoft.com/office/drawing/2014/main" id="{60FCD91A-15E6-EDCE-90CD-DCC248B2CA21}"/>
                  </a:ext>
                </a:extLst>
              </p:cNvPr>
              <p:cNvSpPr>
                <a:spLocks noChangeArrowheads="1"/>
              </p:cNvSpPr>
              <p:nvPr/>
            </p:nvSpPr>
            <p:spPr bwMode="auto">
              <a:xfrm>
                <a:off x="5609471" y="5345848"/>
                <a:ext cx="135458" cy="140877"/>
              </a:xfrm>
              <a:prstGeom prst="ellips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7" name="Rectangle 36">
                <a:extLst>
                  <a:ext uri="{FF2B5EF4-FFF2-40B4-BE49-F238E27FC236}">
                    <a16:creationId xmlns:a16="http://schemas.microsoft.com/office/drawing/2014/main" id="{DBEFAE9D-90B2-E820-980C-8CF2700620C5}"/>
                  </a:ext>
                </a:extLst>
              </p:cNvPr>
              <p:cNvSpPr/>
              <p:nvPr/>
            </p:nvSpPr>
            <p:spPr>
              <a:xfrm>
                <a:off x="5060950" y="5251450"/>
                <a:ext cx="1236133" cy="332317"/>
              </a:xfrm>
              <a:prstGeom prst="rect">
                <a:avLst/>
              </a:prstGeom>
              <a:noFill/>
              <a:ln w="25400">
                <a:solidFill>
                  <a:schemeClr val="bg1">
                    <a:lumMod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nvGrpSpPr>
            <p:cNvPr id="20" name="Group 19">
              <a:extLst>
                <a:ext uri="{FF2B5EF4-FFF2-40B4-BE49-F238E27FC236}">
                  <a16:creationId xmlns:a16="http://schemas.microsoft.com/office/drawing/2014/main" id="{751E9799-AFD2-49DB-9260-BB8D36B92BE3}"/>
                </a:ext>
              </a:extLst>
            </p:cNvPr>
            <p:cNvGrpSpPr>
              <a:grpSpLocks noChangeAspect="1"/>
            </p:cNvGrpSpPr>
            <p:nvPr/>
          </p:nvGrpSpPr>
          <p:grpSpPr>
            <a:xfrm>
              <a:off x="5299997" y="2155843"/>
              <a:ext cx="1157816" cy="288476"/>
              <a:chOff x="5060950" y="5251450"/>
              <a:chExt cx="1236133" cy="332317"/>
            </a:xfrm>
          </p:grpSpPr>
          <p:sp>
            <p:nvSpPr>
              <p:cNvPr id="21" name="Line 5">
                <a:extLst>
                  <a:ext uri="{FF2B5EF4-FFF2-40B4-BE49-F238E27FC236}">
                    <a16:creationId xmlns:a16="http://schemas.microsoft.com/office/drawing/2014/main" id="{C2A27EA6-94CD-78CA-3807-086484008A53}"/>
                  </a:ext>
                </a:extLst>
              </p:cNvPr>
              <p:cNvSpPr>
                <a:spLocks noChangeShapeType="1"/>
              </p:cNvSpPr>
              <p:nvPr/>
            </p:nvSpPr>
            <p:spPr bwMode="auto">
              <a:xfrm>
                <a:off x="601042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2" name="Line 6">
                <a:extLst>
                  <a:ext uri="{FF2B5EF4-FFF2-40B4-BE49-F238E27FC236}">
                    <a16:creationId xmlns:a16="http://schemas.microsoft.com/office/drawing/2014/main" id="{AB9C4CFD-96C9-5B51-1AE7-20C0CDBF7A1D}"/>
                  </a:ext>
                </a:extLst>
              </p:cNvPr>
              <p:cNvSpPr>
                <a:spLocks noChangeShapeType="1"/>
              </p:cNvSpPr>
              <p:nvPr/>
            </p:nvSpPr>
            <p:spPr bwMode="auto">
              <a:xfrm>
                <a:off x="609712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3" name="Line 7">
                <a:extLst>
                  <a:ext uri="{FF2B5EF4-FFF2-40B4-BE49-F238E27FC236}">
                    <a16:creationId xmlns:a16="http://schemas.microsoft.com/office/drawing/2014/main" id="{C03693C1-35C0-EB0F-637E-B13933945244}"/>
                  </a:ext>
                </a:extLst>
              </p:cNvPr>
              <p:cNvSpPr>
                <a:spLocks noChangeShapeType="1"/>
              </p:cNvSpPr>
              <p:nvPr/>
            </p:nvSpPr>
            <p:spPr bwMode="auto">
              <a:xfrm>
                <a:off x="618381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5" name="Line 8">
                <a:extLst>
                  <a:ext uri="{FF2B5EF4-FFF2-40B4-BE49-F238E27FC236}">
                    <a16:creationId xmlns:a16="http://schemas.microsoft.com/office/drawing/2014/main" id="{E0BA29A4-5DF6-BA6B-D1F7-44F0BA7E3F90}"/>
                  </a:ext>
                </a:extLst>
              </p:cNvPr>
              <p:cNvSpPr>
                <a:spLocks noChangeShapeType="1"/>
              </p:cNvSpPr>
              <p:nvPr/>
            </p:nvSpPr>
            <p:spPr bwMode="auto">
              <a:xfrm>
                <a:off x="5170587"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6" name="Line 9">
                <a:extLst>
                  <a:ext uri="{FF2B5EF4-FFF2-40B4-BE49-F238E27FC236}">
                    <a16:creationId xmlns:a16="http://schemas.microsoft.com/office/drawing/2014/main" id="{364B398E-5A40-CEB1-E774-694F6A9622A7}"/>
                  </a:ext>
                </a:extLst>
              </p:cNvPr>
              <p:cNvSpPr>
                <a:spLocks noChangeShapeType="1"/>
              </p:cNvSpPr>
              <p:nvPr/>
            </p:nvSpPr>
            <p:spPr bwMode="auto">
              <a:xfrm>
                <a:off x="5257280"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7" name="Line 10">
                <a:extLst>
                  <a:ext uri="{FF2B5EF4-FFF2-40B4-BE49-F238E27FC236}">
                    <a16:creationId xmlns:a16="http://schemas.microsoft.com/office/drawing/2014/main" id="{DE8B2685-3E8C-2E0E-F4A7-A2FF0FD55FD3}"/>
                  </a:ext>
                </a:extLst>
              </p:cNvPr>
              <p:cNvSpPr>
                <a:spLocks noChangeShapeType="1"/>
              </p:cNvSpPr>
              <p:nvPr/>
            </p:nvSpPr>
            <p:spPr bwMode="auto">
              <a:xfrm>
                <a:off x="5346683" y="5324175"/>
                <a:ext cx="0" cy="184223"/>
              </a:xfrm>
              <a:prstGeom prst="lin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8" name="Oval 11">
                <a:extLst>
                  <a:ext uri="{FF2B5EF4-FFF2-40B4-BE49-F238E27FC236}">
                    <a16:creationId xmlns:a16="http://schemas.microsoft.com/office/drawing/2014/main" id="{CDB78DCD-8C6D-C053-E6A4-5163C6C3259D}"/>
                  </a:ext>
                </a:extLst>
              </p:cNvPr>
              <p:cNvSpPr>
                <a:spLocks noChangeArrowheads="1"/>
              </p:cNvSpPr>
              <p:nvPr/>
            </p:nvSpPr>
            <p:spPr bwMode="auto">
              <a:xfrm>
                <a:off x="5609471" y="5345848"/>
                <a:ext cx="135458" cy="140877"/>
              </a:xfrm>
              <a:prstGeom prst="ellipse">
                <a:avLst/>
              </a:prstGeom>
              <a:noFill/>
              <a:ln w="254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9" name="Rectangle 28">
                <a:extLst>
                  <a:ext uri="{FF2B5EF4-FFF2-40B4-BE49-F238E27FC236}">
                    <a16:creationId xmlns:a16="http://schemas.microsoft.com/office/drawing/2014/main" id="{C1141A78-2AB5-4673-91BA-C57B7E4E5A26}"/>
                  </a:ext>
                </a:extLst>
              </p:cNvPr>
              <p:cNvSpPr/>
              <p:nvPr/>
            </p:nvSpPr>
            <p:spPr>
              <a:xfrm>
                <a:off x="5060950" y="5251450"/>
                <a:ext cx="1236133" cy="332317"/>
              </a:xfrm>
              <a:prstGeom prst="rect">
                <a:avLst/>
              </a:prstGeom>
              <a:noFill/>
              <a:ln w="25400">
                <a:solidFill>
                  <a:schemeClr val="bg1">
                    <a:lumMod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grpSp>
        <p:nvGrpSpPr>
          <p:cNvPr id="55" name="Group 54">
            <a:extLst>
              <a:ext uri="{FF2B5EF4-FFF2-40B4-BE49-F238E27FC236}">
                <a16:creationId xmlns:a16="http://schemas.microsoft.com/office/drawing/2014/main" id="{CE39358A-6CE0-EF9E-BE8E-581FEF11C6F4}"/>
              </a:ext>
            </a:extLst>
          </p:cNvPr>
          <p:cNvGrpSpPr/>
          <p:nvPr/>
        </p:nvGrpSpPr>
        <p:grpSpPr>
          <a:xfrm>
            <a:off x="921910" y="4486078"/>
            <a:ext cx="3217451" cy="221069"/>
            <a:chOff x="1415361" y="4589580"/>
            <a:chExt cx="3217451" cy="221069"/>
          </a:xfrm>
          <a:solidFill>
            <a:schemeClr val="bg1">
              <a:lumMod val="75000"/>
            </a:schemeClr>
          </a:solidFill>
        </p:grpSpPr>
        <p:sp>
          <p:nvSpPr>
            <p:cNvPr id="56" name="Rectangle 55">
              <a:extLst>
                <a:ext uri="{FF2B5EF4-FFF2-40B4-BE49-F238E27FC236}">
                  <a16:creationId xmlns:a16="http://schemas.microsoft.com/office/drawing/2014/main" id="{ED26AC52-FCB3-A7DD-AA44-A40AE7EC3176}"/>
                </a:ext>
              </a:extLst>
            </p:cNvPr>
            <p:cNvSpPr/>
            <p:nvPr/>
          </p:nvSpPr>
          <p:spPr>
            <a:xfrm>
              <a:off x="1415361" y="4589580"/>
              <a:ext cx="3217451" cy="22106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bg1"/>
                </a:solidFill>
                <a:latin typeface="Arial" panose="020B0604020202020204" pitchFamily="34" charset="0"/>
              </a:endParaRPr>
            </a:p>
          </p:txBody>
        </p:sp>
        <p:sp>
          <p:nvSpPr>
            <p:cNvPr id="57" name="TextBox 56">
              <a:extLst>
                <a:ext uri="{FF2B5EF4-FFF2-40B4-BE49-F238E27FC236}">
                  <a16:creationId xmlns:a16="http://schemas.microsoft.com/office/drawing/2014/main" id="{48C924CE-72CC-CC59-EFE1-453640F7E5D3}"/>
                </a:ext>
              </a:extLst>
            </p:cNvPr>
            <p:cNvSpPr txBox="1"/>
            <p:nvPr/>
          </p:nvSpPr>
          <p:spPr>
            <a:xfrm>
              <a:off x="2279713" y="4623170"/>
              <a:ext cx="1488747" cy="153888"/>
            </a:xfrm>
            <a:prstGeom prst="rect">
              <a:avLst/>
            </a:prstGeom>
            <a:grpFill/>
          </p:spPr>
          <p:txBody>
            <a:bodyPr wrap="square" lIns="0" tIns="0" rIns="0" bIns="0" rtlCol="0">
              <a:spAutoFit/>
            </a:bodyPr>
            <a:lstStyle/>
            <a:p>
              <a:pPr algn="ctr">
                <a:spcAft>
                  <a:spcPts val="600"/>
                </a:spcAft>
              </a:pPr>
              <a:r>
                <a:rPr lang="en-US" sz="1000" dirty="0">
                  <a:latin typeface="Arial" panose="020B0604020202020204" pitchFamily="34" charset="0"/>
                </a:rPr>
                <a:t>Dedup data object</a:t>
              </a:r>
            </a:p>
          </p:txBody>
        </p:sp>
      </p:grpSp>
      <p:grpSp>
        <p:nvGrpSpPr>
          <p:cNvPr id="58" name="Group 57">
            <a:extLst>
              <a:ext uri="{FF2B5EF4-FFF2-40B4-BE49-F238E27FC236}">
                <a16:creationId xmlns:a16="http://schemas.microsoft.com/office/drawing/2014/main" id="{10455AAB-8FA7-7830-CEC1-FD17D55CAD06}"/>
              </a:ext>
            </a:extLst>
          </p:cNvPr>
          <p:cNvGrpSpPr/>
          <p:nvPr/>
        </p:nvGrpSpPr>
        <p:grpSpPr>
          <a:xfrm>
            <a:off x="921910" y="4170574"/>
            <a:ext cx="3217451" cy="221069"/>
            <a:chOff x="1415361" y="4264811"/>
            <a:chExt cx="3217451" cy="221069"/>
          </a:xfrm>
          <a:solidFill>
            <a:schemeClr val="bg1">
              <a:lumMod val="75000"/>
            </a:schemeClr>
          </a:solidFill>
        </p:grpSpPr>
        <p:sp>
          <p:nvSpPr>
            <p:cNvPr id="59" name="Rectangle 58">
              <a:extLst>
                <a:ext uri="{FF2B5EF4-FFF2-40B4-BE49-F238E27FC236}">
                  <a16:creationId xmlns:a16="http://schemas.microsoft.com/office/drawing/2014/main" id="{FC869C55-5756-23D7-E9B7-2F73D7CFBFFA}"/>
                </a:ext>
              </a:extLst>
            </p:cNvPr>
            <p:cNvSpPr/>
            <p:nvPr/>
          </p:nvSpPr>
          <p:spPr>
            <a:xfrm>
              <a:off x="1415361" y="4264811"/>
              <a:ext cx="3217451" cy="22106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bg1"/>
                </a:solidFill>
                <a:latin typeface="Arial" panose="020B0604020202020204" pitchFamily="34" charset="0"/>
              </a:endParaRPr>
            </a:p>
          </p:txBody>
        </p:sp>
        <p:sp>
          <p:nvSpPr>
            <p:cNvPr id="60" name="TextBox 59">
              <a:extLst>
                <a:ext uri="{FF2B5EF4-FFF2-40B4-BE49-F238E27FC236}">
                  <a16:creationId xmlns:a16="http://schemas.microsoft.com/office/drawing/2014/main" id="{9EB12A9A-76C3-207A-8B74-B46757FD7E30}"/>
                </a:ext>
              </a:extLst>
            </p:cNvPr>
            <p:cNvSpPr txBox="1"/>
            <p:nvPr/>
          </p:nvSpPr>
          <p:spPr>
            <a:xfrm>
              <a:off x="2075320" y="4298401"/>
              <a:ext cx="1897533" cy="153888"/>
            </a:xfrm>
            <a:prstGeom prst="rect">
              <a:avLst/>
            </a:prstGeom>
            <a:grpFill/>
          </p:spPr>
          <p:txBody>
            <a:bodyPr wrap="square" lIns="0" tIns="0" rIns="0" bIns="0" rtlCol="0">
              <a:spAutoFit/>
            </a:bodyPr>
            <a:lstStyle/>
            <a:p>
              <a:pPr algn="ctr">
                <a:spcAft>
                  <a:spcPts val="600"/>
                </a:spcAft>
              </a:pPr>
              <a:r>
                <a:rPr lang="en-US" sz="1000" dirty="0">
                  <a:latin typeface="Arial" panose="020B0604020202020204" pitchFamily="34" charset="0"/>
                </a:rPr>
                <a:t>Dedup metadata object</a:t>
              </a:r>
            </a:p>
          </p:txBody>
        </p:sp>
      </p:grpSp>
      <p:grpSp>
        <p:nvGrpSpPr>
          <p:cNvPr id="61" name="Picture Placeholder 87" descr="Security 2&#10;">
            <a:extLst>
              <a:ext uri="{FF2B5EF4-FFF2-40B4-BE49-F238E27FC236}">
                <a16:creationId xmlns:a16="http://schemas.microsoft.com/office/drawing/2014/main" id="{9E4D3F11-0426-40F8-8F2D-CB75CF336F04}"/>
              </a:ext>
            </a:extLst>
          </p:cNvPr>
          <p:cNvGrpSpPr/>
          <p:nvPr/>
        </p:nvGrpSpPr>
        <p:grpSpPr>
          <a:xfrm>
            <a:off x="3161377" y="4512559"/>
            <a:ext cx="119981" cy="174803"/>
            <a:chOff x="5912431" y="1949843"/>
            <a:chExt cx="411098" cy="598939"/>
          </a:xfrm>
          <a:solidFill>
            <a:schemeClr val="tx1"/>
          </a:solidFill>
        </p:grpSpPr>
        <p:sp>
          <p:nvSpPr>
            <p:cNvPr id="62" name="Picture Placeholder 87">
              <a:extLst>
                <a:ext uri="{FF2B5EF4-FFF2-40B4-BE49-F238E27FC236}">
                  <a16:creationId xmlns:a16="http://schemas.microsoft.com/office/drawing/2014/main" id="{74A3BE5E-EC1F-2B8E-0822-40EC8BFD893D}"/>
                </a:ext>
              </a:extLst>
            </p:cNvPr>
            <p:cNvSpPr/>
            <p:nvPr/>
          </p:nvSpPr>
          <p:spPr>
            <a:xfrm>
              <a:off x="5958601" y="2179426"/>
              <a:ext cx="166336" cy="166336"/>
            </a:xfrm>
            <a:custGeom>
              <a:avLst/>
              <a:gdLst>
                <a:gd name="connsiteX0" fmla="*/ 7590 w 166336"/>
                <a:gd name="connsiteY0" fmla="*/ 166337 h 166336"/>
                <a:gd name="connsiteX1" fmla="*/ 0 w 166336"/>
                <a:gd name="connsiteY1" fmla="*/ 158747 h 166336"/>
                <a:gd name="connsiteX2" fmla="*/ 158747 w 166336"/>
                <a:gd name="connsiteY2" fmla="*/ 0 h 166336"/>
                <a:gd name="connsiteX3" fmla="*/ 166337 w 166336"/>
                <a:gd name="connsiteY3" fmla="*/ 7590 h 166336"/>
                <a:gd name="connsiteX4" fmla="*/ 158747 w 166336"/>
                <a:gd name="connsiteY4" fmla="*/ 15179 h 166336"/>
                <a:gd name="connsiteX5" fmla="*/ 15812 w 166336"/>
                <a:gd name="connsiteY5" fmla="*/ 158115 h 166336"/>
                <a:gd name="connsiteX6" fmla="*/ 7590 w 166336"/>
                <a:gd name="connsiteY6" fmla="*/ 166337 h 16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6" h="166336">
                  <a:moveTo>
                    <a:pt x="7590" y="166337"/>
                  </a:moveTo>
                  <a:cubicBezTo>
                    <a:pt x="3162" y="166337"/>
                    <a:pt x="0" y="162542"/>
                    <a:pt x="0" y="158747"/>
                  </a:cubicBezTo>
                  <a:cubicBezTo>
                    <a:pt x="0" y="71468"/>
                    <a:pt x="71468" y="0"/>
                    <a:pt x="158747" y="0"/>
                  </a:cubicBezTo>
                  <a:cubicBezTo>
                    <a:pt x="163175" y="0"/>
                    <a:pt x="166337" y="3795"/>
                    <a:pt x="166337" y="7590"/>
                  </a:cubicBezTo>
                  <a:cubicBezTo>
                    <a:pt x="166337" y="11384"/>
                    <a:pt x="162542" y="15179"/>
                    <a:pt x="158747" y="15179"/>
                  </a:cubicBezTo>
                  <a:cubicBezTo>
                    <a:pt x="79690" y="15179"/>
                    <a:pt x="15812" y="79058"/>
                    <a:pt x="15812" y="158115"/>
                  </a:cubicBezTo>
                  <a:cubicBezTo>
                    <a:pt x="15179" y="162542"/>
                    <a:pt x="12017" y="166337"/>
                    <a:pt x="7590" y="166337"/>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nvGrpSpPr>
            <p:cNvPr id="63" name="Picture Placeholder 87">
              <a:extLst>
                <a:ext uri="{FF2B5EF4-FFF2-40B4-BE49-F238E27FC236}">
                  <a16:creationId xmlns:a16="http://schemas.microsoft.com/office/drawing/2014/main" id="{FA2D1A36-0BE4-8CC7-2827-160B7A4D2DEA}"/>
                </a:ext>
              </a:extLst>
            </p:cNvPr>
            <p:cNvGrpSpPr/>
            <p:nvPr/>
          </p:nvGrpSpPr>
          <p:grpSpPr>
            <a:xfrm>
              <a:off x="5912431" y="1949843"/>
              <a:ext cx="411098" cy="598939"/>
              <a:chOff x="5912431" y="1949843"/>
              <a:chExt cx="411098" cy="598939"/>
            </a:xfrm>
            <a:grpFill/>
          </p:grpSpPr>
          <p:sp>
            <p:nvSpPr>
              <p:cNvPr id="64" name="Picture Placeholder 87">
                <a:extLst>
                  <a:ext uri="{FF2B5EF4-FFF2-40B4-BE49-F238E27FC236}">
                    <a16:creationId xmlns:a16="http://schemas.microsoft.com/office/drawing/2014/main" id="{D61F27A4-7C90-2543-8B87-C7CF70FD40FC}"/>
                  </a:ext>
                </a:extLst>
              </p:cNvPr>
              <p:cNvSpPr/>
              <p:nvPr/>
            </p:nvSpPr>
            <p:spPr>
              <a:xfrm>
                <a:off x="5912431" y="1949843"/>
                <a:ext cx="411098" cy="598939"/>
              </a:xfrm>
              <a:custGeom>
                <a:avLst/>
                <a:gdLst>
                  <a:gd name="connsiteX0" fmla="*/ 316230 w 411098"/>
                  <a:gd name="connsiteY0" fmla="*/ 220096 h 598939"/>
                  <a:gd name="connsiteX1" fmla="*/ 316230 w 411098"/>
                  <a:gd name="connsiteY1" fmla="*/ 104988 h 598939"/>
                  <a:gd name="connsiteX2" fmla="*/ 215036 w 411098"/>
                  <a:gd name="connsiteY2" fmla="*/ 0 h 598939"/>
                  <a:gd name="connsiteX3" fmla="*/ 196063 w 411098"/>
                  <a:gd name="connsiteY3" fmla="*/ 0 h 598939"/>
                  <a:gd name="connsiteX4" fmla="*/ 94869 w 411098"/>
                  <a:gd name="connsiteY4" fmla="*/ 104988 h 598939"/>
                  <a:gd name="connsiteX5" fmla="*/ 94869 w 411098"/>
                  <a:gd name="connsiteY5" fmla="*/ 220096 h 598939"/>
                  <a:gd name="connsiteX6" fmla="*/ 0 w 411098"/>
                  <a:gd name="connsiteY6" fmla="*/ 393390 h 598939"/>
                  <a:gd name="connsiteX7" fmla="*/ 205549 w 411098"/>
                  <a:gd name="connsiteY7" fmla="*/ 598940 h 598939"/>
                  <a:gd name="connsiteX8" fmla="*/ 411099 w 411098"/>
                  <a:gd name="connsiteY8" fmla="*/ 393390 h 598939"/>
                  <a:gd name="connsiteX9" fmla="*/ 316230 w 411098"/>
                  <a:gd name="connsiteY9" fmla="*/ 220096 h 598939"/>
                  <a:gd name="connsiteX10" fmla="*/ 110680 w 411098"/>
                  <a:gd name="connsiteY10" fmla="*/ 104988 h 598939"/>
                  <a:gd name="connsiteX11" fmla="*/ 196063 w 411098"/>
                  <a:gd name="connsiteY11" fmla="*/ 15812 h 598939"/>
                  <a:gd name="connsiteX12" fmla="*/ 215036 w 411098"/>
                  <a:gd name="connsiteY12" fmla="*/ 15812 h 598939"/>
                  <a:gd name="connsiteX13" fmla="*/ 300419 w 411098"/>
                  <a:gd name="connsiteY13" fmla="*/ 104988 h 598939"/>
                  <a:gd name="connsiteX14" fmla="*/ 300419 w 411098"/>
                  <a:gd name="connsiteY14" fmla="*/ 211242 h 598939"/>
                  <a:gd name="connsiteX15" fmla="*/ 205549 w 411098"/>
                  <a:gd name="connsiteY15" fmla="*/ 187841 h 598939"/>
                  <a:gd name="connsiteX16" fmla="*/ 110680 w 411098"/>
                  <a:gd name="connsiteY16" fmla="*/ 211242 h 598939"/>
                  <a:gd name="connsiteX17" fmla="*/ 110680 w 411098"/>
                  <a:gd name="connsiteY17" fmla="*/ 104988 h 598939"/>
                  <a:gd name="connsiteX18" fmla="*/ 205549 w 411098"/>
                  <a:gd name="connsiteY18" fmla="*/ 583128 h 598939"/>
                  <a:gd name="connsiteX19" fmla="*/ 15812 w 411098"/>
                  <a:gd name="connsiteY19" fmla="*/ 393390 h 598939"/>
                  <a:gd name="connsiteX20" fmla="*/ 205549 w 411098"/>
                  <a:gd name="connsiteY20" fmla="*/ 203652 h 598939"/>
                  <a:gd name="connsiteX21" fmla="*/ 395288 w 411098"/>
                  <a:gd name="connsiteY21" fmla="*/ 393390 h 598939"/>
                  <a:gd name="connsiteX22" fmla="*/ 205549 w 411098"/>
                  <a:gd name="connsiteY22" fmla="*/ 583128 h 59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1098" h="598939">
                    <a:moveTo>
                      <a:pt x="316230" y="220096"/>
                    </a:moveTo>
                    <a:lnTo>
                      <a:pt x="316230" y="104988"/>
                    </a:lnTo>
                    <a:cubicBezTo>
                      <a:pt x="316230" y="47435"/>
                      <a:pt x="270693" y="0"/>
                      <a:pt x="215036" y="0"/>
                    </a:cubicBezTo>
                    <a:lnTo>
                      <a:pt x="196063" y="0"/>
                    </a:lnTo>
                    <a:cubicBezTo>
                      <a:pt x="140406" y="0"/>
                      <a:pt x="94869" y="46802"/>
                      <a:pt x="94869" y="104988"/>
                    </a:cubicBezTo>
                    <a:lnTo>
                      <a:pt x="94869" y="220096"/>
                    </a:lnTo>
                    <a:cubicBezTo>
                      <a:pt x="37948" y="256779"/>
                      <a:pt x="0" y="320657"/>
                      <a:pt x="0" y="393390"/>
                    </a:cubicBezTo>
                    <a:cubicBezTo>
                      <a:pt x="0" y="506600"/>
                      <a:pt x="92339" y="598940"/>
                      <a:pt x="205549" y="598940"/>
                    </a:cubicBezTo>
                    <a:cubicBezTo>
                      <a:pt x="318760" y="598940"/>
                      <a:pt x="411099" y="506600"/>
                      <a:pt x="411099" y="393390"/>
                    </a:cubicBezTo>
                    <a:cubicBezTo>
                      <a:pt x="411099" y="320025"/>
                      <a:pt x="373151" y="256146"/>
                      <a:pt x="316230" y="220096"/>
                    </a:cubicBezTo>
                    <a:close/>
                    <a:moveTo>
                      <a:pt x="110680" y="104988"/>
                    </a:moveTo>
                    <a:cubicBezTo>
                      <a:pt x="110680" y="55656"/>
                      <a:pt x="149261" y="15812"/>
                      <a:pt x="196063" y="15812"/>
                    </a:cubicBezTo>
                    <a:lnTo>
                      <a:pt x="215036" y="15812"/>
                    </a:lnTo>
                    <a:cubicBezTo>
                      <a:pt x="262471" y="15812"/>
                      <a:pt x="300419" y="55656"/>
                      <a:pt x="300419" y="104988"/>
                    </a:cubicBezTo>
                    <a:lnTo>
                      <a:pt x="300419" y="211242"/>
                    </a:lnTo>
                    <a:cubicBezTo>
                      <a:pt x="271958" y="196695"/>
                      <a:pt x="239702" y="187841"/>
                      <a:pt x="205549" y="187841"/>
                    </a:cubicBezTo>
                    <a:cubicBezTo>
                      <a:pt x="171397" y="187841"/>
                      <a:pt x="139141" y="196063"/>
                      <a:pt x="110680" y="211242"/>
                    </a:cubicBezTo>
                    <a:lnTo>
                      <a:pt x="110680" y="104988"/>
                    </a:lnTo>
                    <a:close/>
                    <a:moveTo>
                      <a:pt x="205549" y="583128"/>
                    </a:moveTo>
                    <a:cubicBezTo>
                      <a:pt x="101194" y="583128"/>
                      <a:pt x="15812" y="497746"/>
                      <a:pt x="15812" y="393390"/>
                    </a:cubicBezTo>
                    <a:cubicBezTo>
                      <a:pt x="15812" y="289034"/>
                      <a:pt x="101194" y="203652"/>
                      <a:pt x="205549" y="203652"/>
                    </a:cubicBezTo>
                    <a:cubicBezTo>
                      <a:pt x="309905" y="203652"/>
                      <a:pt x="395288" y="289034"/>
                      <a:pt x="395288" y="393390"/>
                    </a:cubicBezTo>
                    <a:cubicBezTo>
                      <a:pt x="395288" y="497746"/>
                      <a:pt x="309905" y="583128"/>
                      <a:pt x="205549" y="583128"/>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65" name="Picture Placeholder 87">
                <a:extLst>
                  <a:ext uri="{FF2B5EF4-FFF2-40B4-BE49-F238E27FC236}">
                    <a16:creationId xmlns:a16="http://schemas.microsoft.com/office/drawing/2014/main" id="{523F286E-2F39-1860-5B8D-71BA9FB588BA}"/>
                  </a:ext>
                </a:extLst>
              </p:cNvPr>
              <p:cNvSpPr/>
              <p:nvPr/>
            </p:nvSpPr>
            <p:spPr>
              <a:xfrm>
                <a:off x="6084460" y="2289474"/>
                <a:ext cx="67673" cy="106253"/>
              </a:xfrm>
              <a:custGeom>
                <a:avLst/>
                <a:gdLst>
                  <a:gd name="connsiteX0" fmla="*/ 33520 w 67673"/>
                  <a:gd name="connsiteY0" fmla="*/ 0 h 106253"/>
                  <a:gd name="connsiteX1" fmla="*/ 0 w 67673"/>
                  <a:gd name="connsiteY1" fmla="*/ 33520 h 106253"/>
                  <a:gd name="connsiteX2" fmla="*/ 17076 w 67673"/>
                  <a:gd name="connsiteY2" fmla="*/ 62614 h 106253"/>
                  <a:gd name="connsiteX3" fmla="*/ 17076 w 67673"/>
                  <a:gd name="connsiteY3" fmla="*/ 97399 h 106253"/>
                  <a:gd name="connsiteX4" fmla="*/ 25931 w 67673"/>
                  <a:gd name="connsiteY4" fmla="*/ 106253 h 106253"/>
                  <a:gd name="connsiteX5" fmla="*/ 41742 w 67673"/>
                  <a:gd name="connsiteY5" fmla="*/ 106253 h 106253"/>
                  <a:gd name="connsiteX6" fmla="*/ 50597 w 67673"/>
                  <a:gd name="connsiteY6" fmla="*/ 97399 h 106253"/>
                  <a:gd name="connsiteX7" fmla="*/ 50597 w 67673"/>
                  <a:gd name="connsiteY7" fmla="*/ 62614 h 106253"/>
                  <a:gd name="connsiteX8" fmla="*/ 67673 w 67673"/>
                  <a:gd name="connsiteY8" fmla="*/ 33520 h 106253"/>
                  <a:gd name="connsiteX9" fmla="*/ 33520 w 67673"/>
                  <a:gd name="connsiteY9" fmla="*/ 0 h 10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673" h="106253">
                    <a:moveTo>
                      <a:pt x="33520" y="0"/>
                    </a:moveTo>
                    <a:cubicBezTo>
                      <a:pt x="15179" y="0"/>
                      <a:pt x="0" y="15179"/>
                      <a:pt x="0" y="33520"/>
                    </a:cubicBezTo>
                    <a:cubicBezTo>
                      <a:pt x="0" y="46170"/>
                      <a:pt x="6957" y="56921"/>
                      <a:pt x="17076" y="62614"/>
                    </a:cubicBezTo>
                    <a:lnTo>
                      <a:pt x="17076" y="97399"/>
                    </a:lnTo>
                    <a:cubicBezTo>
                      <a:pt x="17076" y="102459"/>
                      <a:pt x="20871" y="106253"/>
                      <a:pt x="25931" y="106253"/>
                    </a:cubicBezTo>
                    <a:lnTo>
                      <a:pt x="41742" y="106253"/>
                    </a:lnTo>
                    <a:cubicBezTo>
                      <a:pt x="46802" y="106253"/>
                      <a:pt x="50597" y="102459"/>
                      <a:pt x="50597" y="97399"/>
                    </a:cubicBezTo>
                    <a:lnTo>
                      <a:pt x="50597" y="62614"/>
                    </a:lnTo>
                    <a:cubicBezTo>
                      <a:pt x="60716" y="56921"/>
                      <a:pt x="67673" y="46170"/>
                      <a:pt x="67673" y="33520"/>
                    </a:cubicBezTo>
                    <a:cubicBezTo>
                      <a:pt x="67041" y="15179"/>
                      <a:pt x="51862" y="0"/>
                      <a:pt x="33520" y="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grpSp>
      <p:grpSp>
        <p:nvGrpSpPr>
          <p:cNvPr id="66" name="Picture Placeholder 87" descr="Security 2&#10;">
            <a:extLst>
              <a:ext uri="{FF2B5EF4-FFF2-40B4-BE49-F238E27FC236}">
                <a16:creationId xmlns:a16="http://schemas.microsoft.com/office/drawing/2014/main" id="{9B1076E1-CB2D-2A91-17DC-6593DB187A2F}"/>
              </a:ext>
            </a:extLst>
          </p:cNvPr>
          <p:cNvGrpSpPr/>
          <p:nvPr/>
        </p:nvGrpSpPr>
        <p:grpSpPr>
          <a:xfrm>
            <a:off x="3313787" y="4195288"/>
            <a:ext cx="119981" cy="174803"/>
            <a:chOff x="5912431" y="1949843"/>
            <a:chExt cx="411098" cy="598939"/>
          </a:xfrm>
          <a:solidFill>
            <a:schemeClr val="tx1"/>
          </a:solidFill>
        </p:grpSpPr>
        <p:sp>
          <p:nvSpPr>
            <p:cNvPr id="67" name="Picture Placeholder 87">
              <a:extLst>
                <a:ext uri="{FF2B5EF4-FFF2-40B4-BE49-F238E27FC236}">
                  <a16:creationId xmlns:a16="http://schemas.microsoft.com/office/drawing/2014/main" id="{4734A61B-469D-48CE-6228-95E57E884F49}"/>
                </a:ext>
              </a:extLst>
            </p:cNvPr>
            <p:cNvSpPr/>
            <p:nvPr/>
          </p:nvSpPr>
          <p:spPr>
            <a:xfrm>
              <a:off x="5958601" y="2179426"/>
              <a:ext cx="166336" cy="166336"/>
            </a:xfrm>
            <a:custGeom>
              <a:avLst/>
              <a:gdLst>
                <a:gd name="connsiteX0" fmla="*/ 7590 w 166336"/>
                <a:gd name="connsiteY0" fmla="*/ 166337 h 166336"/>
                <a:gd name="connsiteX1" fmla="*/ 0 w 166336"/>
                <a:gd name="connsiteY1" fmla="*/ 158747 h 166336"/>
                <a:gd name="connsiteX2" fmla="*/ 158747 w 166336"/>
                <a:gd name="connsiteY2" fmla="*/ 0 h 166336"/>
                <a:gd name="connsiteX3" fmla="*/ 166337 w 166336"/>
                <a:gd name="connsiteY3" fmla="*/ 7590 h 166336"/>
                <a:gd name="connsiteX4" fmla="*/ 158747 w 166336"/>
                <a:gd name="connsiteY4" fmla="*/ 15179 h 166336"/>
                <a:gd name="connsiteX5" fmla="*/ 15812 w 166336"/>
                <a:gd name="connsiteY5" fmla="*/ 158115 h 166336"/>
                <a:gd name="connsiteX6" fmla="*/ 7590 w 166336"/>
                <a:gd name="connsiteY6" fmla="*/ 166337 h 16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6" h="166336">
                  <a:moveTo>
                    <a:pt x="7590" y="166337"/>
                  </a:moveTo>
                  <a:cubicBezTo>
                    <a:pt x="3162" y="166337"/>
                    <a:pt x="0" y="162542"/>
                    <a:pt x="0" y="158747"/>
                  </a:cubicBezTo>
                  <a:cubicBezTo>
                    <a:pt x="0" y="71468"/>
                    <a:pt x="71468" y="0"/>
                    <a:pt x="158747" y="0"/>
                  </a:cubicBezTo>
                  <a:cubicBezTo>
                    <a:pt x="163175" y="0"/>
                    <a:pt x="166337" y="3795"/>
                    <a:pt x="166337" y="7590"/>
                  </a:cubicBezTo>
                  <a:cubicBezTo>
                    <a:pt x="166337" y="11384"/>
                    <a:pt x="162542" y="15179"/>
                    <a:pt x="158747" y="15179"/>
                  </a:cubicBezTo>
                  <a:cubicBezTo>
                    <a:pt x="79690" y="15179"/>
                    <a:pt x="15812" y="79058"/>
                    <a:pt x="15812" y="158115"/>
                  </a:cubicBezTo>
                  <a:cubicBezTo>
                    <a:pt x="15179" y="162542"/>
                    <a:pt x="12017" y="166337"/>
                    <a:pt x="7590" y="166337"/>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nvGrpSpPr>
            <p:cNvPr id="68" name="Picture Placeholder 87">
              <a:extLst>
                <a:ext uri="{FF2B5EF4-FFF2-40B4-BE49-F238E27FC236}">
                  <a16:creationId xmlns:a16="http://schemas.microsoft.com/office/drawing/2014/main" id="{61AC5C45-E615-0572-A194-7212B8EB4312}"/>
                </a:ext>
              </a:extLst>
            </p:cNvPr>
            <p:cNvGrpSpPr/>
            <p:nvPr/>
          </p:nvGrpSpPr>
          <p:grpSpPr>
            <a:xfrm>
              <a:off x="5912431" y="1949843"/>
              <a:ext cx="411098" cy="598939"/>
              <a:chOff x="5912431" y="1949843"/>
              <a:chExt cx="411098" cy="598939"/>
            </a:xfrm>
            <a:grpFill/>
          </p:grpSpPr>
          <p:sp>
            <p:nvSpPr>
              <p:cNvPr id="69" name="Picture Placeholder 87">
                <a:extLst>
                  <a:ext uri="{FF2B5EF4-FFF2-40B4-BE49-F238E27FC236}">
                    <a16:creationId xmlns:a16="http://schemas.microsoft.com/office/drawing/2014/main" id="{08DFB601-6D37-34CC-2A41-3134C810FAFF}"/>
                  </a:ext>
                </a:extLst>
              </p:cNvPr>
              <p:cNvSpPr/>
              <p:nvPr/>
            </p:nvSpPr>
            <p:spPr>
              <a:xfrm>
                <a:off x="5912431" y="1949843"/>
                <a:ext cx="411098" cy="598939"/>
              </a:xfrm>
              <a:custGeom>
                <a:avLst/>
                <a:gdLst>
                  <a:gd name="connsiteX0" fmla="*/ 316230 w 411098"/>
                  <a:gd name="connsiteY0" fmla="*/ 220096 h 598939"/>
                  <a:gd name="connsiteX1" fmla="*/ 316230 w 411098"/>
                  <a:gd name="connsiteY1" fmla="*/ 104988 h 598939"/>
                  <a:gd name="connsiteX2" fmla="*/ 215036 w 411098"/>
                  <a:gd name="connsiteY2" fmla="*/ 0 h 598939"/>
                  <a:gd name="connsiteX3" fmla="*/ 196063 w 411098"/>
                  <a:gd name="connsiteY3" fmla="*/ 0 h 598939"/>
                  <a:gd name="connsiteX4" fmla="*/ 94869 w 411098"/>
                  <a:gd name="connsiteY4" fmla="*/ 104988 h 598939"/>
                  <a:gd name="connsiteX5" fmla="*/ 94869 w 411098"/>
                  <a:gd name="connsiteY5" fmla="*/ 220096 h 598939"/>
                  <a:gd name="connsiteX6" fmla="*/ 0 w 411098"/>
                  <a:gd name="connsiteY6" fmla="*/ 393390 h 598939"/>
                  <a:gd name="connsiteX7" fmla="*/ 205549 w 411098"/>
                  <a:gd name="connsiteY7" fmla="*/ 598940 h 598939"/>
                  <a:gd name="connsiteX8" fmla="*/ 411099 w 411098"/>
                  <a:gd name="connsiteY8" fmla="*/ 393390 h 598939"/>
                  <a:gd name="connsiteX9" fmla="*/ 316230 w 411098"/>
                  <a:gd name="connsiteY9" fmla="*/ 220096 h 598939"/>
                  <a:gd name="connsiteX10" fmla="*/ 110680 w 411098"/>
                  <a:gd name="connsiteY10" fmla="*/ 104988 h 598939"/>
                  <a:gd name="connsiteX11" fmla="*/ 196063 w 411098"/>
                  <a:gd name="connsiteY11" fmla="*/ 15812 h 598939"/>
                  <a:gd name="connsiteX12" fmla="*/ 215036 w 411098"/>
                  <a:gd name="connsiteY12" fmla="*/ 15812 h 598939"/>
                  <a:gd name="connsiteX13" fmla="*/ 300419 w 411098"/>
                  <a:gd name="connsiteY13" fmla="*/ 104988 h 598939"/>
                  <a:gd name="connsiteX14" fmla="*/ 300419 w 411098"/>
                  <a:gd name="connsiteY14" fmla="*/ 211242 h 598939"/>
                  <a:gd name="connsiteX15" fmla="*/ 205549 w 411098"/>
                  <a:gd name="connsiteY15" fmla="*/ 187841 h 598939"/>
                  <a:gd name="connsiteX16" fmla="*/ 110680 w 411098"/>
                  <a:gd name="connsiteY16" fmla="*/ 211242 h 598939"/>
                  <a:gd name="connsiteX17" fmla="*/ 110680 w 411098"/>
                  <a:gd name="connsiteY17" fmla="*/ 104988 h 598939"/>
                  <a:gd name="connsiteX18" fmla="*/ 205549 w 411098"/>
                  <a:gd name="connsiteY18" fmla="*/ 583128 h 598939"/>
                  <a:gd name="connsiteX19" fmla="*/ 15812 w 411098"/>
                  <a:gd name="connsiteY19" fmla="*/ 393390 h 598939"/>
                  <a:gd name="connsiteX20" fmla="*/ 205549 w 411098"/>
                  <a:gd name="connsiteY20" fmla="*/ 203652 h 598939"/>
                  <a:gd name="connsiteX21" fmla="*/ 395288 w 411098"/>
                  <a:gd name="connsiteY21" fmla="*/ 393390 h 598939"/>
                  <a:gd name="connsiteX22" fmla="*/ 205549 w 411098"/>
                  <a:gd name="connsiteY22" fmla="*/ 583128 h 59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1098" h="598939">
                    <a:moveTo>
                      <a:pt x="316230" y="220096"/>
                    </a:moveTo>
                    <a:lnTo>
                      <a:pt x="316230" y="104988"/>
                    </a:lnTo>
                    <a:cubicBezTo>
                      <a:pt x="316230" y="47435"/>
                      <a:pt x="270693" y="0"/>
                      <a:pt x="215036" y="0"/>
                    </a:cubicBezTo>
                    <a:lnTo>
                      <a:pt x="196063" y="0"/>
                    </a:lnTo>
                    <a:cubicBezTo>
                      <a:pt x="140406" y="0"/>
                      <a:pt x="94869" y="46802"/>
                      <a:pt x="94869" y="104988"/>
                    </a:cubicBezTo>
                    <a:lnTo>
                      <a:pt x="94869" y="220096"/>
                    </a:lnTo>
                    <a:cubicBezTo>
                      <a:pt x="37948" y="256779"/>
                      <a:pt x="0" y="320657"/>
                      <a:pt x="0" y="393390"/>
                    </a:cubicBezTo>
                    <a:cubicBezTo>
                      <a:pt x="0" y="506600"/>
                      <a:pt x="92339" y="598940"/>
                      <a:pt x="205549" y="598940"/>
                    </a:cubicBezTo>
                    <a:cubicBezTo>
                      <a:pt x="318760" y="598940"/>
                      <a:pt x="411099" y="506600"/>
                      <a:pt x="411099" y="393390"/>
                    </a:cubicBezTo>
                    <a:cubicBezTo>
                      <a:pt x="411099" y="320025"/>
                      <a:pt x="373151" y="256146"/>
                      <a:pt x="316230" y="220096"/>
                    </a:cubicBezTo>
                    <a:close/>
                    <a:moveTo>
                      <a:pt x="110680" y="104988"/>
                    </a:moveTo>
                    <a:cubicBezTo>
                      <a:pt x="110680" y="55656"/>
                      <a:pt x="149261" y="15812"/>
                      <a:pt x="196063" y="15812"/>
                    </a:cubicBezTo>
                    <a:lnTo>
                      <a:pt x="215036" y="15812"/>
                    </a:lnTo>
                    <a:cubicBezTo>
                      <a:pt x="262471" y="15812"/>
                      <a:pt x="300419" y="55656"/>
                      <a:pt x="300419" y="104988"/>
                    </a:cubicBezTo>
                    <a:lnTo>
                      <a:pt x="300419" y="211242"/>
                    </a:lnTo>
                    <a:cubicBezTo>
                      <a:pt x="271958" y="196695"/>
                      <a:pt x="239702" y="187841"/>
                      <a:pt x="205549" y="187841"/>
                    </a:cubicBezTo>
                    <a:cubicBezTo>
                      <a:pt x="171397" y="187841"/>
                      <a:pt x="139141" y="196063"/>
                      <a:pt x="110680" y="211242"/>
                    </a:cubicBezTo>
                    <a:lnTo>
                      <a:pt x="110680" y="104988"/>
                    </a:lnTo>
                    <a:close/>
                    <a:moveTo>
                      <a:pt x="205549" y="583128"/>
                    </a:moveTo>
                    <a:cubicBezTo>
                      <a:pt x="101194" y="583128"/>
                      <a:pt x="15812" y="497746"/>
                      <a:pt x="15812" y="393390"/>
                    </a:cubicBezTo>
                    <a:cubicBezTo>
                      <a:pt x="15812" y="289034"/>
                      <a:pt x="101194" y="203652"/>
                      <a:pt x="205549" y="203652"/>
                    </a:cubicBezTo>
                    <a:cubicBezTo>
                      <a:pt x="309905" y="203652"/>
                      <a:pt x="395288" y="289034"/>
                      <a:pt x="395288" y="393390"/>
                    </a:cubicBezTo>
                    <a:cubicBezTo>
                      <a:pt x="395288" y="497746"/>
                      <a:pt x="309905" y="583128"/>
                      <a:pt x="205549" y="583128"/>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70" name="Picture Placeholder 87">
                <a:extLst>
                  <a:ext uri="{FF2B5EF4-FFF2-40B4-BE49-F238E27FC236}">
                    <a16:creationId xmlns:a16="http://schemas.microsoft.com/office/drawing/2014/main" id="{1A6F0023-1C1F-6698-5656-99F2E9ACA8CD}"/>
                  </a:ext>
                </a:extLst>
              </p:cNvPr>
              <p:cNvSpPr/>
              <p:nvPr/>
            </p:nvSpPr>
            <p:spPr>
              <a:xfrm>
                <a:off x="6084460" y="2289474"/>
                <a:ext cx="67673" cy="106253"/>
              </a:xfrm>
              <a:custGeom>
                <a:avLst/>
                <a:gdLst>
                  <a:gd name="connsiteX0" fmla="*/ 33520 w 67673"/>
                  <a:gd name="connsiteY0" fmla="*/ 0 h 106253"/>
                  <a:gd name="connsiteX1" fmla="*/ 0 w 67673"/>
                  <a:gd name="connsiteY1" fmla="*/ 33520 h 106253"/>
                  <a:gd name="connsiteX2" fmla="*/ 17076 w 67673"/>
                  <a:gd name="connsiteY2" fmla="*/ 62614 h 106253"/>
                  <a:gd name="connsiteX3" fmla="*/ 17076 w 67673"/>
                  <a:gd name="connsiteY3" fmla="*/ 97399 h 106253"/>
                  <a:gd name="connsiteX4" fmla="*/ 25931 w 67673"/>
                  <a:gd name="connsiteY4" fmla="*/ 106253 h 106253"/>
                  <a:gd name="connsiteX5" fmla="*/ 41742 w 67673"/>
                  <a:gd name="connsiteY5" fmla="*/ 106253 h 106253"/>
                  <a:gd name="connsiteX6" fmla="*/ 50597 w 67673"/>
                  <a:gd name="connsiteY6" fmla="*/ 97399 h 106253"/>
                  <a:gd name="connsiteX7" fmla="*/ 50597 w 67673"/>
                  <a:gd name="connsiteY7" fmla="*/ 62614 h 106253"/>
                  <a:gd name="connsiteX8" fmla="*/ 67673 w 67673"/>
                  <a:gd name="connsiteY8" fmla="*/ 33520 h 106253"/>
                  <a:gd name="connsiteX9" fmla="*/ 33520 w 67673"/>
                  <a:gd name="connsiteY9" fmla="*/ 0 h 10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673" h="106253">
                    <a:moveTo>
                      <a:pt x="33520" y="0"/>
                    </a:moveTo>
                    <a:cubicBezTo>
                      <a:pt x="15179" y="0"/>
                      <a:pt x="0" y="15179"/>
                      <a:pt x="0" y="33520"/>
                    </a:cubicBezTo>
                    <a:cubicBezTo>
                      <a:pt x="0" y="46170"/>
                      <a:pt x="6957" y="56921"/>
                      <a:pt x="17076" y="62614"/>
                    </a:cubicBezTo>
                    <a:lnTo>
                      <a:pt x="17076" y="97399"/>
                    </a:lnTo>
                    <a:cubicBezTo>
                      <a:pt x="17076" y="102459"/>
                      <a:pt x="20871" y="106253"/>
                      <a:pt x="25931" y="106253"/>
                    </a:cubicBezTo>
                    <a:lnTo>
                      <a:pt x="41742" y="106253"/>
                    </a:lnTo>
                    <a:cubicBezTo>
                      <a:pt x="46802" y="106253"/>
                      <a:pt x="50597" y="102459"/>
                      <a:pt x="50597" y="97399"/>
                    </a:cubicBezTo>
                    <a:lnTo>
                      <a:pt x="50597" y="62614"/>
                    </a:lnTo>
                    <a:cubicBezTo>
                      <a:pt x="60716" y="56921"/>
                      <a:pt x="67673" y="46170"/>
                      <a:pt x="67673" y="33520"/>
                    </a:cubicBezTo>
                    <a:cubicBezTo>
                      <a:pt x="67041" y="15179"/>
                      <a:pt x="51862" y="0"/>
                      <a:pt x="33520" y="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grpSp>
      <p:sp>
        <p:nvSpPr>
          <p:cNvPr id="71" name="Rectangle 70">
            <a:extLst>
              <a:ext uri="{FF2B5EF4-FFF2-40B4-BE49-F238E27FC236}">
                <a16:creationId xmlns:a16="http://schemas.microsoft.com/office/drawing/2014/main" id="{3D071EE0-1524-97CE-554F-D4451025B98A}"/>
              </a:ext>
            </a:extLst>
          </p:cNvPr>
          <p:cNvSpPr/>
          <p:nvPr/>
        </p:nvSpPr>
        <p:spPr>
          <a:xfrm>
            <a:off x="6058534" y="2378928"/>
            <a:ext cx="1962273" cy="164433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000" dirty="0">
              <a:solidFill>
                <a:schemeClr val="bg1"/>
              </a:solidFill>
              <a:latin typeface="Arial" panose="020B0604020202020204" pitchFamily="34" charset="0"/>
            </a:endParaRPr>
          </a:p>
        </p:txBody>
      </p:sp>
      <p:cxnSp>
        <p:nvCxnSpPr>
          <p:cNvPr id="72" name="Straight Connector 71">
            <a:extLst>
              <a:ext uri="{FF2B5EF4-FFF2-40B4-BE49-F238E27FC236}">
                <a16:creationId xmlns:a16="http://schemas.microsoft.com/office/drawing/2014/main" id="{E7C1A201-1344-810C-6798-60CB6D3F0A62}"/>
              </a:ext>
            </a:extLst>
          </p:cNvPr>
          <p:cNvCxnSpPr>
            <a:cxnSpLocks/>
          </p:cNvCxnSpPr>
          <p:nvPr/>
        </p:nvCxnSpPr>
        <p:spPr bwMode="gray">
          <a:xfrm>
            <a:off x="6058535" y="2378927"/>
            <a:ext cx="0" cy="1644332"/>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A66E0D31-F57C-1C8A-8ADE-7EA2FD5C82A6}"/>
              </a:ext>
            </a:extLst>
          </p:cNvPr>
          <p:cNvCxnSpPr>
            <a:cxnSpLocks/>
          </p:cNvCxnSpPr>
          <p:nvPr/>
        </p:nvCxnSpPr>
        <p:spPr bwMode="gray">
          <a:xfrm>
            <a:off x="5815303" y="3277124"/>
            <a:ext cx="243230"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4222D8D0-840D-F1E1-2646-708226AB3254}"/>
              </a:ext>
            </a:extLst>
          </p:cNvPr>
          <p:cNvSpPr txBox="1"/>
          <p:nvPr/>
        </p:nvSpPr>
        <p:spPr>
          <a:xfrm>
            <a:off x="6393358" y="2469876"/>
            <a:ext cx="1621937" cy="215444"/>
          </a:xfrm>
          <a:prstGeom prst="rect">
            <a:avLst/>
          </a:prstGeom>
        </p:spPr>
        <p:txBody>
          <a:bodyPr wrap="square" lIns="0" tIns="0" rIns="0" bIns="0" rtlCol="0">
            <a:spAutoFit/>
          </a:bodyPr>
          <a:lstStyle/>
          <a:p>
            <a:pPr algn="ctr">
              <a:spcAft>
                <a:spcPts val="600"/>
              </a:spcAft>
            </a:pPr>
            <a:r>
              <a:rPr lang="en-US" sz="1400" dirty="0">
                <a:solidFill>
                  <a:schemeClr val="accent2"/>
                </a:solidFill>
                <a:latin typeface="Arial" panose="020B0604020202020204" pitchFamily="34" charset="0"/>
              </a:rPr>
              <a:t>Writing Data (inline)</a:t>
            </a:r>
          </a:p>
        </p:txBody>
      </p:sp>
      <p:cxnSp>
        <p:nvCxnSpPr>
          <p:cNvPr id="75" name="Straight Connector 74">
            <a:extLst>
              <a:ext uri="{FF2B5EF4-FFF2-40B4-BE49-F238E27FC236}">
                <a16:creationId xmlns:a16="http://schemas.microsoft.com/office/drawing/2014/main" id="{BB9D227C-FF15-C336-A15A-A17B810FC16D}"/>
              </a:ext>
            </a:extLst>
          </p:cNvPr>
          <p:cNvCxnSpPr>
            <a:cxnSpLocks/>
          </p:cNvCxnSpPr>
          <p:nvPr/>
        </p:nvCxnSpPr>
        <p:spPr bwMode="gray">
          <a:xfrm>
            <a:off x="5539740" y="5254422"/>
            <a:ext cx="518793"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pic>
        <p:nvPicPr>
          <p:cNvPr id="76" name="Graphic 75">
            <a:extLst>
              <a:ext uri="{FF2B5EF4-FFF2-40B4-BE49-F238E27FC236}">
                <a16:creationId xmlns:a16="http://schemas.microsoft.com/office/drawing/2014/main" id="{2C025473-E826-D9E5-F6EA-BD9BDED06CB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9337" y="2378928"/>
            <a:ext cx="377952" cy="377952"/>
          </a:xfrm>
          <a:prstGeom prst="rect">
            <a:avLst/>
          </a:prstGeom>
        </p:spPr>
      </p:pic>
      <p:cxnSp>
        <p:nvCxnSpPr>
          <p:cNvPr id="77" name="Straight Connector 76">
            <a:extLst>
              <a:ext uri="{FF2B5EF4-FFF2-40B4-BE49-F238E27FC236}">
                <a16:creationId xmlns:a16="http://schemas.microsoft.com/office/drawing/2014/main" id="{E6D53D36-E19F-EF3A-AFD6-3BA9D6B65180}"/>
              </a:ext>
            </a:extLst>
          </p:cNvPr>
          <p:cNvCxnSpPr>
            <a:cxnSpLocks/>
          </p:cNvCxnSpPr>
          <p:nvPr/>
        </p:nvCxnSpPr>
        <p:spPr bwMode="gray">
          <a:xfrm>
            <a:off x="785841"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CBFCAF7D-393A-2278-2F1A-1E66038EAB4E}"/>
              </a:ext>
            </a:extLst>
          </p:cNvPr>
          <p:cNvCxnSpPr>
            <a:cxnSpLocks/>
          </p:cNvCxnSpPr>
          <p:nvPr/>
        </p:nvCxnSpPr>
        <p:spPr bwMode="gray">
          <a:xfrm flipV="1">
            <a:off x="930311"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pic>
        <p:nvPicPr>
          <p:cNvPr id="79" name="Graphic 78">
            <a:extLst>
              <a:ext uri="{FF2B5EF4-FFF2-40B4-BE49-F238E27FC236}">
                <a16:creationId xmlns:a16="http://schemas.microsoft.com/office/drawing/2014/main" id="{9C217EFC-D74D-E0F1-213A-4CF34B8E399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716321" y="2378928"/>
            <a:ext cx="377952" cy="377952"/>
          </a:xfrm>
          <a:prstGeom prst="rect">
            <a:avLst/>
          </a:prstGeom>
        </p:spPr>
      </p:pic>
      <p:cxnSp>
        <p:nvCxnSpPr>
          <p:cNvPr id="80" name="Straight Connector 79">
            <a:extLst>
              <a:ext uri="{FF2B5EF4-FFF2-40B4-BE49-F238E27FC236}">
                <a16:creationId xmlns:a16="http://schemas.microsoft.com/office/drawing/2014/main" id="{02C0E812-D107-66A8-C4F8-34A14CA9886E}"/>
              </a:ext>
            </a:extLst>
          </p:cNvPr>
          <p:cNvCxnSpPr>
            <a:cxnSpLocks/>
          </p:cNvCxnSpPr>
          <p:nvPr/>
        </p:nvCxnSpPr>
        <p:spPr bwMode="gray">
          <a:xfrm>
            <a:off x="1822825"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5D1FFDC6-B3A3-E3D7-4514-B4742184251A}"/>
              </a:ext>
            </a:extLst>
          </p:cNvPr>
          <p:cNvCxnSpPr>
            <a:cxnSpLocks/>
          </p:cNvCxnSpPr>
          <p:nvPr/>
        </p:nvCxnSpPr>
        <p:spPr bwMode="gray">
          <a:xfrm flipV="1">
            <a:off x="1967295"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pic>
        <p:nvPicPr>
          <p:cNvPr id="82" name="Graphic 81">
            <a:extLst>
              <a:ext uri="{FF2B5EF4-FFF2-40B4-BE49-F238E27FC236}">
                <a16:creationId xmlns:a16="http://schemas.microsoft.com/office/drawing/2014/main" id="{DD49A71D-E789-F598-DF18-403388CEEFB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197829" y="2378928"/>
            <a:ext cx="377952" cy="377952"/>
          </a:xfrm>
          <a:prstGeom prst="rect">
            <a:avLst/>
          </a:prstGeom>
        </p:spPr>
      </p:pic>
      <p:cxnSp>
        <p:nvCxnSpPr>
          <p:cNvPr id="83" name="Straight Connector 82">
            <a:extLst>
              <a:ext uri="{FF2B5EF4-FFF2-40B4-BE49-F238E27FC236}">
                <a16:creationId xmlns:a16="http://schemas.microsoft.com/office/drawing/2014/main" id="{CBFB55D0-C7B6-C717-7FB5-84D1BB0C7F50}"/>
              </a:ext>
            </a:extLst>
          </p:cNvPr>
          <p:cNvCxnSpPr>
            <a:cxnSpLocks/>
          </p:cNvCxnSpPr>
          <p:nvPr/>
        </p:nvCxnSpPr>
        <p:spPr bwMode="gray">
          <a:xfrm>
            <a:off x="1304333"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F30242BF-D7E4-0E23-9081-2DAE4667E97B}"/>
              </a:ext>
            </a:extLst>
          </p:cNvPr>
          <p:cNvCxnSpPr>
            <a:cxnSpLocks/>
          </p:cNvCxnSpPr>
          <p:nvPr/>
        </p:nvCxnSpPr>
        <p:spPr bwMode="gray">
          <a:xfrm flipV="1">
            <a:off x="1448803"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pic>
        <p:nvPicPr>
          <p:cNvPr id="85" name="Graphic 84">
            <a:extLst>
              <a:ext uri="{FF2B5EF4-FFF2-40B4-BE49-F238E27FC236}">
                <a16:creationId xmlns:a16="http://schemas.microsoft.com/office/drawing/2014/main" id="{7E65CDF1-AAE5-0873-548F-E2388A2C064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234813" y="2378928"/>
            <a:ext cx="377952" cy="377952"/>
          </a:xfrm>
          <a:prstGeom prst="rect">
            <a:avLst/>
          </a:prstGeom>
        </p:spPr>
      </p:pic>
      <p:cxnSp>
        <p:nvCxnSpPr>
          <p:cNvPr id="86" name="Straight Connector 85">
            <a:extLst>
              <a:ext uri="{FF2B5EF4-FFF2-40B4-BE49-F238E27FC236}">
                <a16:creationId xmlns:a16="http://schemas.microsoft.com/office/drawing/2014/main" id="{E96EB6B7-7F7E-2779-3ACA-09AD9992BC4B}"/>
              </a:ext>
            </a:extLst>
          </p:cNvPr>
          <p:cNvCxnSpPr>
            <a:cxnSpLocks/>
          </p:cNvCxnSpPr>
          <p:nvPr/>
        </p:nvCxnSpPr>
        <p:spPr bwMode="gray">
          <a:xfrm>
            <a:off x="2341317"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B4F29A8-C498-DA0E-D72C-39530F081E91}"/>
              </a:ext>
            </a:extLst>
          </p:cNvPr>
          <p:cNvCxnSpPr>
            <a:cxnSpLocks/>
          </p:cNvCxnSpPr>
          <p:nvPr/>
        </p:nvCxnSpPr>
        <p:spPr bwMode="gray">
          <a:xfrm flipV="1">
            <a:off x="2485787"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pic>
        <p:nvPicPr>
          <p:cNvPr id="88" name="Graphic 87">
            <a:extLst>
              <a:ext uri="{FF2B5EF4-FFF2-40B4-BE49-F238E27FC236}">
                <a16:creationId xmlns:a16="http://schemas.microsoft.com/office/drawing/2014/main" id="{16C3901F-87F6-74E2-E708-E9F2108E01B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271797" y="2378928"/>
            <a:ext cx="377952" cy="377952"/>
          </a:xfrm>
          <a:prstGeom prst="rect">
            <a:avLst/>
          </a:prstGeom>
        </p:spPr>
      </p:pic>
      <p:cxnSp>
        <p:nvCxnSpPr>
          <p:cNvPr id="89" name="Straight Connector 88">
            <a:extLst>
              <a:ext uri="{FF2B5EF4-FFF2-40B4-BE49-F238E27FC236}">
                <a16:creationId xmlns:a16="http://schemas.microsoft.com/office/drawing/2014/main" id="{623A1766-7525-184C-9341-7FC0F5D969CE}"/>
              </a:ext>
            </a:extLst>
          </p:cNvPr>
          <p:cNvCxnSpPr>
            <a:cxnSpLocks/>
          </p:cNvCxnSpPr>
          <p:nvPr/>
        </p:nvCxnSpPr>
        <p:spPr bwMode="gray">
          <a:xfrm>
            <a:off x="3378301"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C17553A9-CF8F-F629-5435-C73CC6AB22AF}"/>
              </a:ext>
            </a:extLst>
          </p:cNvPr>
          <p:cNvCxnSpPr>
            <a:cxnSpLocks/>
          </p:cNvCxnSpPr>
          <p:nvPr/>
        </p:nvCxnSpPr>
        <p:spPr bwMode="gray">
          <a:xfrm flipV="1">
            <a:off x="3522771"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pic>
        <p:nvPicPr>
          <p:cNvPr id="91" name="Graphic 90">
            <a:extLst>
              <a:ext uri="{FF2B5EF4-FFF2-40B4-BE49-F238E27FC236}">
                <a16:creationId xmlns:a16="http://schemas.microsoft.com/office/drawing/2014/main" id="{C4AA8D20-8C2C-D40E-2C97-FDFA88CB33A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753305" y="2378928"/>
            <a:ext cx="377952" cy="377952"/>
          </a:xfrm>
          <a:prstGeom prst="rect">
            <a:avLst/>
          </a:prstGeom>
        </p:spPr>
      </p:pic>
      <p:cxnSp>
        <p:nvCxnSpPr>
          <p:cNvPr id="92" name="Straight Connector 91">
            <a:extLst>
              <a:ext uri="{FF2B5EF4-FFF2-40B4-BE49-F238E27FC236}">
                <a16:creationId xmlns:a16="http://schemas.microsoft.com/office/drawing/2014/main" id="{1B73E6AB-9E37-CDE6-0144-0FCF55E3DA5E}"/>
              </a:ext>
            </a:extLst>
          </p:cNvPr>
          <p:cNvCxnSpPr>
            <a:cxnSpLocks/>
          </p:cNvCxnSpPr>
          <p:nvPr/>
        </p:nvCxnSpPr>
        <p:spPr bwMode="gray">
          <a:xfrm>
            <a:off x="2859809"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8B0EF628-8294-48E6-5E75-043C798FE1A7}"/>
              </a:ext>
            </a:extLst>
          </p:cNvPr>
          <p:cNvCxnSpPr>
            <a:cxnSpLocks/>
          </p:cNvCxnSpPr>
          <p:nvPr/>
        </p:nvCxnSpPr>
        <p:spPr bwMode="gray">
          <a:xfrm flipV="1">
            <a:off x="3004279"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pic>
        <p:nvPicPr>
          <p:cNvPr id="94" name="Graphic 93">
            <a:extLst>
              <a:ext uri="{FF2B5EF4-FFF2-40B4-BE49-F238E27FC236}">
                <a16:creationId xmlns:a16="http://schemas.microsoft.com/office/drawing/2014/main" id="{CA80E013-8452-66C5-60F5-BE22B41FCC6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308781" y="2378928"/>
            <a:ext cx="377952" cy="377952"/>
          </a:xfrm>
          <a:prstGeom prst="rect">
            <a:avLst/>
          </a:prstGeom>
        </p:spPr>
      </p:pic>
      <p:cxnSp>
        <p:nvCxnSpPr>
          <p:cNvPr id="95" name="Straight Connector 94">
            <a:extLst>
              <a:ext uri="{FF2B5EF4-FFF2-40B4-BE49-F238E27FC236}">
                <a16:creationId xmlns:a16="http://schemas.microsoft.com/office/drawing/2014/main" id="{36B79BD0-CEC0-1078-A55D-7BD233EE0ABC}"/>
              </a:ext>
            </a:extLst>
          </p:cNvPr>
          <p:cNvCxnSpPr>
            <a:cxnSpLocks/>
          </p:cNvCxnSpPr>
          <p:nvPr/>
        </p:nvCxnSpPr>
        <p:spPr bwMode="gray">
          <a:xfrm>
            <a:off x="4415285"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016BAAB0-5A47-2D7E-12F1-675C4AD82CAD}"/>
              </a:ext>
            </a:extLst>
          </p:cNvPr>
          <p:cNvCxnSpPr>
            <a:cxnSpLocks/>
          </p:cNvCxnSpPr>
          <p:nvPr/>
        </p:nvCxnSpPr>
        <p:spPr bwMode="gray">
          <a:xfrm flipV="1">
            <a:off x="4559755"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pic>
        <p:nvPicPr>
          <p:cNvPr id="97" name="Graphic 96">
            <a:extLst>
              <a:ext uri="{FF2B5EF4-FFF2-40B4-BE49-F238E27FC236}">
                <a16:creationId xmlns:a16="http://schemas.microsoft.com/office/drawing/2014/main" id="{F606960E-2516-2B5A-EBE0-A1B10C535BF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345761" y="2378928"/>
            <a:ext cx="377952" cy="377952"/>
          </a:xfrm>
          <a:prstGeom prst="rect">
            <a:avLst/>
          </a:prstGeom>
        </p:spPr>
      </p:pic>
      <p:cxnSp>
        <p:nvCxnSpPr>
          <p:cNvPr id="98" name="Straight Connector 97">
            <a:extLst>
              <a:ext uri="{FF2B5EF4-FFF2-40B4-BE49-F238E27FC236}">
                <a16:creationId xmlns:a16="http://schemas.microsoft.com/office/drawing/2014/main" id="{EEBE1B6F-B50F-B970-4F15-B8C103706386}"/>
              </a:ext>
            </a:extLst>
          </p:cNvPr>
          <p:cNvCxnSpPr>
            <a:cxnSpLocks/>
          </p:cNvCxnSpPr>
          <p:nvPr/>
        </p:nvCxnSpPr>
        <p:spPr bwMode="gray">
          <a:xfrm>
            <a:off x="5452265"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F81754A-32DB-261D-43A3-4BC59D3F143A}"/>
              </a:ext>
            </a:extLst>
          </p:cNvPr>
          <p:cNvCxnSpPr>
            <a:cxnSpLocks/>
          </p:cNvCxnSpPr>
          <p:nvPr/>
        </p:nvCxnSpPr>
        <p:spPr bwMode="gray">
          <a:xfrm flipV="1">
            <a:off x="5596735"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pic>
        <p:nvPicPr>
          <p:cNvPr id="100" name="Graphic 99">
            <a:extLst>
              <a:ext uri="{FF2B5EF4-FFF2-40B4-BE49-F238E27FC236}">
                <a16:creationId xmlns:a16="http://schemas.microsoft.com/office/drawing/2014/main" id="{0638274A-BD03-A8D4-2D71-F24571E193D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827273" y="2378928"/>
            <a:ext cx="377952" cy="377952"/>
          </a:xfrm>
          <a:prstGeom prst="rect">
            <a:avLst/>
          </a:prstGeom>
        </p:spPr>
      </p:pic>
      <p:cxnSp>
        <p:nvCxnSpPr>
          <p:cNvPr id="101" name="Straight Connector 100">
            <a:extLst>
              <a:ext uri="{FF2B5EF4-FFF2-40B4-BE49-F238E27FC236}">
                <a16:creationId xmlns:a16="http://schemas.microsoft.com/office/drawing/2014/main" id="{C4D636FE-978E-CA3F-3A1B-8246D475EAE8}"/>
              </a:ext>
            </a:extLst>
          </p:cNvPr>
          <p:cNvCxnSpPr>
            <a:cxnSpLocks/>
          </p:cNvCxnSpPr>
          <p:nvPr/>
        </p:nvCxnSpPr>
        <p:spPr bwMode="gray">
          <a:xfrm>
            <a:off x="4933777"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7430C499-ACD9-915A-67B7-09C71C0107FE}"/>
              </a:ext>
            </a:extLst>
          </p:cNvPr>
          <p:cNvCxnSpPr>
            <a:cxnSpLocks/>
          </p:cNvCxnSpPr>
          <p:nvPr/>
        </p:nvCxnSpPr>
        <p:spPr bwMode="gray">
          <a:xfrm flipV="1">
            <a:off x="5078247"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pic>
        <p:nvPicPr>
          <p:cNvPr id="103" name="Graphic 102">
            <a:extLst>
              <a:ext uri="{FF2B5EF4-FFF2-40B4-BE49-F238E27FC236}">
                <a16:creationId xmlns:a16="http://schemas.microsoft.com/office/drawing/2014/main" id="{CC32177B-CABF-0AD1-0E06-FC7D3C7E404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0289" y="2378928"/>
            <a:ext cx="377952" cy="377952"/>
          </a:xfrm>
          <a:prstGeom prst="rect">
            <a:avLst/>
          </a:prstGeom>
        </p:spPr>
      </p:pic>
      <p:cxnSp>
        <p:nvCxnSpPr>
          <p:cNvPr id="104" name="Straight Connector 103">
            <a:extLst>
              <a:ext uri="{FF2B5EF4-FFF2-40B4-BE49-F238E27FC236}">
                <a16:creationId xmlns:a16="http://schemas.microsoft.com/office/drawing/2014/main" id="{9EB72EB5-091B-2267-6B95-A212038CBA50}"/>
              </a:ext>
            </a:extLst>
          </p:cNvPr>
          <p:cNvCxnSpPr>
            <a:cxnSpLocks/>
          </p:cNvCxnSpPr>
          <p:nvPr/>
        </p:nvCxnSpPr>
        <p:spPr bwMode="gray">
          <a:xfrm>
            <a:off x="3896793"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0EE03F97-321E-8C22-45B9-7793F2FC2A3D}"/>
              </a:ext>
            </a:extLst>
          </p:cNvPr>
          <p:cNvCxnSpPr>
            <a:cxnSpLocks/>
          </p:cNvCxnSpPr>
          <p:nvPr/>
        </p:nvCxnSpPr>
        <p:spPr bwMode="gray">
          <a:xfrm flipV="1">
            <a:off x="4041263" y="2802713"/>
            <a:ext cx="0" cy="194788"/>
          </a:xfrm>
          <a:prstGeom prst="line">
            <a:avLst/>
          </a:prstGeom>
          <a:ln w="19050">
            <a:solidFill>
              <a:schemeClr val="accent3">
                <a:lumMod val="75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sp>
        <p:nvSpPr>
          <p:cNvPr id="106" name="Rectangle 105">
            <a:extLst>
              <a:ext uri="{FF2B5EF4-FFF2-40B4-BE49-F238E27FC236}">
                <a16:creationId xmlns:a16="http://schemas.microsoft.com/office/drawing/2014/main" id="{3E2D7B30-1FB2-53C0-95C6-B4FDF5AD6876}"/>
              </a:ext>
            </a:extLst>
          </p:cNvPr>
          <p:cNvSpPr/>
          <p:nvPr/>
        </p:nvSpPr>
        <p:spPr>
          <a:xfrm>
            <a:off x="2226102" y="5432590"/>
            <a:ext cx="3217451" cy="221069"/>
          </a:xfrm>
          <a:prstGeom prst="rect">
            <a:avLst/>
          </a:prstGeom>
          <a:solidFill>
            <a:schemeClr val="accent3">
              <a:lumMod val="75000"/>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bg1"/>
              </a:solidFill>
              <a:latin typeface="Arial" panose="020B0604020202020204" pitchFamily="34" charset="0"/>
            </a:endParaRPr>
          </a:p>
        </p:txBody>
      </p:sp>
      <p:sp>
        <p:nvSpPr>
          <p:cNvPr id="107" name="TextBox 106">
            <a:extLst>
              <a:ext uri="{FF2B5EF4-FFF2-40B4-BE49-F238E27FC236}">
                <a16:creationId xmlns:a16="http://schemas.microsoft.com/office/drawing/2014/main" id="{505EF576-8D48-7988-3AC8-C659236236D0}"/>
              </a:ext>
            </a:extLst>
          </p:cNvPr>
          <p:cNvSpPr txBox="1"/>
          <p:nvPr/>
        </p:nvSpPr>
        <p:spPr>
          <a:xfrm>
            <a:off x="3374502" y="5466180"/>
            <a:ext cx="843437" cy="153888"/>
          </a:xfrm>
          <a:prstGeom prst="rect">
            <a:avLst/>
          </a:prstGeom>
          <a:noFill/>
        </p:spPr>
        <p:txBody>
          <a:bodyPr wrap="square" lIns="0" tIns="0" rIns="0" bIns="0" rtlCol="0">
            <a:spAutoFit/>
          </a:bodyPr>
          <a:lstStyle/>
          <a:p>
            <a:pPr algn="ctr">
              <a:spcAft>
                <a:spcPts val="600"/>
              </a:spcAft>
            </a:pPr>
            <a:r>
              <a:rPr lang="en-US" sz="1000" dirty="0">
                <a:latin typeface="Arial" panose="020B0604020202020204" pitchFamily="34" charset="0"/>
              </a:rPr>
              <a:t>VM object</a:t>
            </a:r>
          </a:p>
        </p:txBody>
      </p:sp>
      <p:grpSp>
        <p:nvGrpSpPr>
          <p:cNvPr id="108" name="Picture Placeholder 87" descr="Security 2&#10;">
            <a:extLst>
              <a:ext uri="{FF2B5EF4-FFF2-40B4-BE49-F238E27FC236}">
                <a16:creationId xmlns:a16="http://schemas.microsoft.com/office/drawing/2014/main" id="{A8429E36-D182-004D-E2E2-5FE504563A07}"/>
              </a:ext>
            </a:extLst>
          </p:cNvPr>
          <p:cNvGrpSpPr/>
          <p:nvPr/>
        </p:nvGrpSpPr>
        <p:grpSpPr>
          <a:xfrm>
            <a:off x="4160285" y="5461202"/>
            <a:ext cx="119981" cy="174803"/>
            <a:chOff x="5912431" y="1949843"/>
            <a:chExt cx="411098" cy="598939"/>
          </a:xfrm>
          <a:solidFill>
            <a:schemeClr val="tx1"/>
          </a:solidFill>
        </p:grpSpPr>
        <p:sp>
          <p:nvSpPr>
            <p:cNvPr id="109" name="Picture Placeholder 87">
              <a:extLst>
                <a:ext uri="{FF2B5EF4-FFF2-40B4-BE49-F238E27FC236}">
                  <a16:creationId xmlns:a16="http://schemas.microsoft.com/office/drawing/2014/main" id="{4FE0E593-1501-BC2F-32A1-0F97C3113138}"/>
                </a:ext>
              </a:extLst>
            </p:cNvPr>
            <p:cNvSpPr/>
            <p:nvPr/>
          </p:nvSpPr>
          <p:spPr>
            <a:xfrm>
              <a:off x="5958601" y="2179426"/>
              <a:ext cx="166336" cy="166336"/>
            </a:xfrm>
            <a:custGeom>
              <a:avLst/>
              <a:gdLst>
                <a:gd name="connsiteX0" fmla="*/ 7590 w 166336"/>
                <a:gd name="connsiteY0" fmla="*/ 166337 h 166336"/>
                <a:gd name="connsiteX1" fmla="*/ 0 w 166336"/>
                <a:gd name="connsiteY1" fmla="*/ 158747 h 166336"/>
                <a:gd name="connsiteX2" fmla="*/ 158747 w 166336"/>
                <a:gd name="connsiteY2" fmla="*/ 0 h 166336"/>
                <a:gd name="connsiteX3" fmla="*/ 166337 w 166336"/>
                <a:gd name="connsiteY3" fmla="*/ 7590 h 166336"/>
                <a:gd name="connsiteX4" fmla="*/ 158747 w 166336"/>
                <a:gd name="connsiteY4" fmla="*/ 15179 h 166336"/>
                <a:gd name="connsiteX5" fmla="*/ 15812 w 166336"/>
                <a:gd name="connsiteY5" fmla="*/ 158115 h 166336"/>
                <a:gd name="connsiteX6" fmla="*/ 7590 w 166336"/>
                <a:gd name="connsiteY6" fmla="*/ 166337 h 16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6" h="166336">
                  <a:moveTo>
                    <a:pt x="7590" y="166337"/>
                  </a:moveTo>
                  <a:cubicBezTo>
                    <a:pt x="3162" y="166337"/>
                    <a:pt x="0" y="162542"/>
                    <a:pt x="0" y="158747"/>
                  </a:cubicBezTo>
                  <a:cubicBezTo>
                    <a:pt x="0" y="71468"/>
                    <a:pt x="71468" y="0"/>
                    <a:pt x="158747" y="0"/>
                  </a:cubicBezTo>
                  <a:cubicBezTo>
                    <a:pt x="163175" y="0"/>
                    <a:pt x="166337" y="3795"/>
                    <a:pt x="166337" y="7590"/>
                  </a:cubicBezTo>
                  <a:cubicBezTo>
                    <a:pt x="166337" y="11384"/>
                    <a:pt x="162542" y="15179"/>
                    <a:pt x="158747" y="15179"/>
                  </a:cubicBezTo>
                  <a:cubicBezTo>
                    <a:pt x="79690" y="15179"/>
                    <a:pt x="15812" y="79058"/>
                    <a:pt x="15812" y="158115"/>
                  </a:cubicBezTo>
                  <a:cubicBezTo>
                    <a:pt x="15179" y="162542"/>
                    <a:pt x="12017" y="166337"/>
                    <a:pt x="7590" y="166337"/>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nvGrpSpPr>
            <p:cNvPr id="110" name="Picture Placeholder 87">
              <a:extLst>
                <a:ext uri="{FF2B5EF4-FFF2-40B4-BE49-F238E27FC236}">
                  <a16:creationId xmlns:a16="http://schemas.microsoft.com/office/drawing/2014/main" id="{7C643672-0A6D-F874-C23F-948D63C4AABD}"/>
                </a:ext>
              </a:extLst>
            </p:cNvPr>
            <p:cNvGrpSpPr/>
            <p:nvPr/>
          </p:nvGrpSpPr>
          <p:grpSpPr>
            <a:xfrm>
              <a:off x="5912431" y="1949843"/>
              <a:ext cx="411098" cy="598939"/>
              <a:chOff x="5912431" y="1949843"/>
              <a:chExt cx="411098" cy="598939"/>
            </a:xfrm>
            <a:grpFill/>
          </p:grpSpPr>
          <p:sp>
            <p:nvSpPr>
              <p:cNvPr id="111" name="Picture Placeholder 87">
                <a:extLst>
                  <a:ext uri="{FF2B5EF4-FFF2-40B4-BE49-F238E27FC236}">
                    <a16:creationId xmlns:a16="http://schemas.microsoft.com/office/drawing/2014/main" id="{4993D125-3CEC-E1F5-9400-6726C87A2505}"/>
                  </a:ext>
                </a:extLst>
              </p:cNvPr>
              <p:cNvSpPr/>
              <p:nvPr/>
            </p:nvSpPr>
            <p:spPr>
              <a:xfrm>
                <a:off x="5912431" y="1949843"/>
                <a:ext cx="411098" cy="598939"/>
              </a:xfrm>
              <a:custGeom>
                <a:avLst/>
                <a:gdLst>
                  <a:gd name="connsiteX0" fmla="*/ 316230 w 411098"/>
                  <a:gd name="connsiteY0" fmla="*/ 220096 h 598939"/>
                  <a:gd name="connsiteX1" fmla="*/ 316230 w 411098"/>
                  <a:gd name="connsiteY1" fmla="*/ 104988 h 598939"/>
                  <a:gd name="connsiteX2" fmla="*/ 215036 w 411098"/>
                  <a:gd name="connsiteY2" fmla="*/ 0 h 598939"/>
                  <a:gd name="connsiteX3" fmla="*/ 196063 w 411098"/>
                  <a:gd name="connsiteY3" fmla="*/ 0 h 598939"/>
                  <a:gd name="connsiteX4" fmla="*/ 94869 w 411098"/>
                  <a:gd name="connsiteY4" fmla="*/ 104988 h 598939"/>
                  <a:gd name="connsiteX5" fmla="*/ 94869 w 411098"/>
                  <a:gd name="connsiteY5" fmla="*/ 220096 h 598939"/>
                  <a:gd name="connsiteX6" fmla="*/ 0 w 411098"/>
                  <a:gd name="connsiteY6" fmla="*/ 393390 h 598939"/>
                  <a:gd name="connsiteX7" fmla="*/ 205549 w 411098"/>
                  <a:gd name="connsiteY7" fmla="*/ 598940 h 598939"/>
                  <a:gd name="connsiteX8" fmla="*/ 411099 w 411098"/>
                  <a:gd name="connsiteY8" fmla="*/ 393390 h 598939"/>
                  <a:gd name="connsiteX9" fmla="*/ 316230 w 411098"/>
                  <a:gd name="connsiteY9" fmla="*/ 220096 h 598939"/>
                  <a:gd name="connsiteX10" fmla="*/ 110680 w 411098"/>
                  <a:gd name="connsiteY10" fmla="*/ 104988 h 598939"/>
                  <a:gd name="connsiteX11" fmla="*/ 196063 w 411098"/>
                  <a:gd name="connsiteY11" fmla="*/ 15812 h 598939"/>
                  <a:gd name="connsiteX12" fmla="*/ 215036 w 411098"/>
                  <a:gd name="connsiteY12" fmla="*/ 15812 h 598939"/>
                  <a:gd name="connsiteX13" fmla="*/ 300419 w 411098"/>
                  <a:gd name="connsiteY13" fmla="*/ 104988 h 598939"/>
                  <a:gd name="connsiteX14" fmla="*/ 300419 w 411098"/>
                  <a:gd name="connsiteY14" fmla="*/ 211242 h 598939"/>
                  <a:gd name="connsiteX15" fmla="*/ 205549 w 411098"/>
                  <a:gd name="connsiteY15" fmla="*/ 187841 h 598939"/>
                  <a:gd name="connsiteX16" fmla="*/ 110680 w 411098"/>
                  <a:gd name="connsiteY16" fmla="*/ 211242 h 598939"/>
                  <a:gd name="connsiteX17" fmla="*/ 110680 w 411098"/>
                  <a:gd name="connsiteY17" fmla="*/ 104988 h 598939"/>
                  <a:gd name="connsiteX18" fmla="*/ 205549 w 411098"/>
                  <a:gd name="connsiteY18" fmla="*/ 583128 h 598939"/>
                  <a:gd name="connsiteX19" fmla="*/ 15812 w 411098"/>
                  <a:gd name="connsiteY19" fmla="*/ 393390 h 598939"/>
                  <a:gd name="connsiteX20" fmla="*/ 205549 w 411098"/>
                  <a:gd name="connsiteY20" fmla="*/ 203652 h 598939"/>
                  <a:gd name="connsiteX21" fmla="*/ 395288 w 411098"/>
                  <a:gd name="connsiteY21" fmla="*/ 393390 h 598939"/>
                  <a:gd name="connsiteX22" fmla="*/ 205549 w 411098"/>
                  <a:gd name="connsiteY22" fmla="*/ 583128 h 59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1098" h="598939">
                    <a:moveTo>
                      <a:pt x="316230" y="220096"/>
                    </a:moveTo>
                    <a:lnTo>
                      <a:pt x="316230" y="104988"/>
                    </a:lnTo>
                    <a:cubicBezTo>
                      <a:pt x="316230" y="47435"/>
                      <a:pt x="270693" y="0"/>
                      <a:pt x="215036" y="0"/>
                    </a:cubicBezTo>
                    <a:lnTo>
                      <a:pt x="196063" y="0"/>
                    </a:lnTo>
                    <a:cubicBezTo>
                      <a:pt x="140406" y="0"/>
                      <a:pt x="94869" y="46802"/>
                      <a:pt x="94869" y="104988"/>
                    </a:cubicBezTo>
                    <a:lnTo>
                      <a:pt x="94869" y="220096"/>
                    </a:lnTo>
                    <a:cubicBezTo>
                      <a:pt x="37948" y="256779"/>
                      <a:pt x="0" y="320657"/>
                      <a:pt x="0" y="393390"/>
                    </a:cubicBezTo>
                    <a:cubicBezTo>
                      <a:pt x="0" y="506600"/>
                      <a:pt x="92339" y="598940"/>
                      <a:pt x="205549" y="598940"/>
                    </a:cubicBezTo>
                    <a:cubicBezTo>
                      <a:pt x="318760" y="598940"/>
                      <a:pt x="411099" y="506600"/>
                      <a:pt x="411099" y="393390"/>
                    </a:cubicBezTo>
                    <a:cubicBezTo>
                      <a:pt x="411099" y="320025"/>
                      <a:pt x="373151" y="256146"/>
                      <a:pt x="316230" y="220096"/>
                    </a:cubicBezTo>
                    <a:close/>
                    <a:moveTo>
                      <a:pt x="110680" y="104988"/>
                    </a:moveTo>
                    <a:cubicBezTo>
                      <a:pt x="110680" y="55656"/>
                      <a:pt x="149261" y="15812"/>
                      <a:pt x="196063" y="15812"/>
                    </a:cubicBezTo>
                    <a:lnTo>
                      <a:pt x="215036" y="15812"/>
                    </a:lnTo>
                    <a:cubicBezTo>
                      <a:pt x="262471" y="15812"/>
                      <a:pt x="300419" y="55656"/>
                      <a:pt x="300419" y="104988"/>
                    </a:cubicBezTo>
                    <a:lnTo>
                      <a:pt x="300419" y="211242"/>
                    </a:lnTo>
                    <a:cubicBezTo>
                      <a:pt x="271958" y="196695"/>
                      <a:pt x="239702" y="187841"/>
                      <a:pt x="205549" y="187841"/>
                    </a:cubicBezTo>
                    <a:cubicBezTo>
                      <a:pt x="171397" y="187841"/>
                      <a:pt x="139141" y="196063"/>
                      <a:pt x="110680" y="211242"/>
                    </a:cubicBezTo>
                    <a:lnTo>
                      <a:pt x="110680" y="104988"/>
                    </a:lnTo>
                    <a:close/>
                    <a:moveTo>
                      <a:pt x="205549" y="583128"/>
                    </a:moveTo>
                    <a:cubicBezTo>
                      <a:pt x="101194" y="583128"/>
                      <a:pt x="15812" y="497746"/>
                      <a:pt x="15812" y="393390"/>
                    </a:cubicBezTo>
                    <a:cubicBezTo>
                      <a:pt x="15812" y="289034"/>
                      <a:pt x="101194" y="203652"/>
                      <a:pt x="205549" y="203652"/>
                    </a:cubicBezTo>
                    <a:cubicBezTo>
                      <a:pt x="309905" y="203652"/>
                      <a:pt x="395288" y="289034"/>
                      <a:pt x="395288" y="393390"/>
                    </a:cubicBezTo>
                    <a:cubicBezTo>
                      <a:pt x="395288" y="497746"/>
                      <a:pt x="309905" y="583128"/>
                      <a:pt x="205549" y="583128"/>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112" name="Picture Placeholder 87">
                <a:extLst>
                  <a:ext uri="{FF2B5EF4-FFF2-40B4-BE49-F238E27FC236}">
                    <a16:creationId xmlns:a16="http://schemas.microsoft.com/office/drawing/2014/main" id="{DF6EC723-DFA9-5C3F-92EB-13A16CBB1A3B}"/>
                  </a:ext>
                </a:extLst>
              </p:cNvPr>
              <p:cNvSpPr/>
              <p:nvPr/>
            </p:nvSpPr>
            <p:spPr>
              <a:xfrm>
                <a:off x="6084460" y="2289474"/>
                <a:ext cx="67673" cy="106253"/>
              </a:xfrm>
              <a:custGeom>
                <a:avLst/>
                <a:gdLst>
                  <a:gd name="connsiteX0" fmla="*/ 33520 w 67673"/>
                  <a:gd name="connsiteY0" fmla="*/ 0 h 106253"/>
                  <a:gd name="connsiteX1" fmla="*/ 0 w 67673"/>
                  <a:gd name="connsiteY1" fmla="*/ 33520 h 106253"/>
                  <a:gd name="connsiteX2" fmla="*/ 17076 w 67673"/>
                  <a:gd name="connsiteY2" fmla="*/ 62614 h 106253"/>
                  <a:gd name="connsiteX3" fmla="*/ 17076 w 67673"/>
                  <a:gd name="connsiteY3" fmla="*/ 97399 h 106253"/>
                  <a:gd name="connsiteX4" fmla="*/ 25931 w 67673"/>
                  <a:gd name="connsiteY4" fmla="*/ 106253 h 106253"/>
                  <a:gd name="connsiteX5" fmla="*/ 41742 w 67673"/>
                  <a:gd name="connsiteY5" fmla="*/ 106253 h 106253"/>
                  <a:gd name="connsiteX6" fmla="*/ 50597 w 67673"/>
                  <a:gd name="connsiteY6" fmla="*/ 97399 h 106253"/>
                  <a:gd name="connsiteX7" fmla="*/ 50597 w 67673"/>
                  <a:gd name="connsiteY7" fmla="*/ 62614 h 106253"/>
                  <a:gd name="connsiteX8" fmla="*/ 67673 w 67673"/>
                  <a:gd name="connsiteY8" fmla="*/ 33520 h 106253"/>
                  <a:gd name="connsiteX9" fmla="*/ 33520 w 67673"/>
                  <a:gd name="connsiteY9" fmla="*/ 0 h 10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673" h="106253">
                    <a:moveTo>
                      <a:pt x="33520" y="0"/>
                    </a:moveTo>
                    <a:cubicBezTo>
                      <a:pt x="15179" y="0"/>
                      <a:pt x="0" y="15179"/>
                      <a:pt x="0" y="33520"/>
                    </a:cubicBezTo>
                    <a:cubicBezTo>
                      <a:pt x="0" y="46170"/>
                      <a:pt x="6957" y="56921"/>
                      <a:pt x="17076" y="62614"/>
                    </a:cubicBezTo>
                    <a:lnTo>
                      <a:pt x="17076" y="97399"/>
                    </a:lnTo>
                    <a:cubicBezTo>
                      <a:pt x="17076" y="102459"/>
                      <a:pt x="20871" y="106253"/>
                      <a:pt x="25931" y="106253"/>
                    </a:cubicBezTo>
                    <a:lnTo>
                      <a:pt x="41742" y="106253"/>
                    </a:lnTo>
                    <a:cubicBezTo>
                      <a:pt x="46802" y="106253"/>
                      <a:pt x="50597" y="102459"/>
                      <a:pt x="50597" y="97399"/>
                    </a:cubicBezTo>
                    <a:lnTo>
                      <a:pt x="50597" y="62614"/>
                    </a:lnTo>
                    <a:cubicBezTo>
                      <a:pt x="60716" y="56921"/>
                      <a:pt x="67673" y="46170"/>
                      <a:pt x="67673" y="33520"/>
                    </a:cubicBezTo>
                    <a:cubicBezTo>
                      <a:pt x="67041" y="15179"/>
                      <a:pt x="51862" y="0"/>
                      <a:pt x="33520" y="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grpSp>
      <p:sp>
        <p:nvSpPr>
          <p:cNvPr id="113" name="Rectangle 112">
            <a:extLst>
              <a:ext uri="{FF2B5EF4-FFF2-40B4-BE49-F238E27FC236}">
                <a16:creationId xmlns:a16="http://schemas.microsoft.com/office/drawing/2014/main" id="{7D1018BD-E413-D85E-B2A2-6319A9302177}"/>
              </a:ext>
            </a:extLst>
          </p:cNvPr>
          <p:cNvSpPr/>
          <p:nvPr/>
        </p:nvSpPr>
        <p:spPr>
          <a:xfrm>
            <a:off x="4359645"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14" name="Rectangle 113">
            <a:extLst>
              <a:ext uri="{FF2B5EF4-FFF2-40B4-BE49-F238E27FC236}">
                <a16:creationId xmlns:a16="http://schemas.microsoft.com/office/drawing/2014/main" id="{4E328689-F5CF-6DD2-E5AB-9030CBCE79D9}"/>
              </a:ext>
            </a:extLst>
          </p:cNvPr>
          <p:cNvSpPr/>
          <p:nvPr/>
        </p:nvSpPr>
        <p:spPr>
          <a:xfrm>
            <a:off x="4512045"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15" name="Rectangle 114">
            <a:extLst>
              <a:ext uri="{FF2B5EF4-FFF2-40B4-BE49-F238E27FC236}">
                <a16:creationId xmlns:a16="http://schemas.microsoft.com/office/drawing/2014/main" id="{3AAEAF1B-771A-CCB0-1F98-ED85C392BAF0}"/>
              </a:ext>
            </a:extLst>
          </p:cNvPr>
          <p:cNvSpPr/>
          <p:nvPr/>
        </p:nvSpPr>
        <p:spPr>
          <a:xfrm>
            <a:off x="4664445"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16" name="Rectangle 115">
            <a:extLst>
              <a:ext uri="{FF2B5EF4-FFF2-40B4-BE49-F238E27FC236}">
                <a16:creationId xmlns:a16="http://schemas.microsoft.com/office/drawing/2014/main" id="{CA9BB082-32A6-7149-1C99-92C8131143D1}"/>
              </a:ext>
            </a:extLst>
          </p:cNvPr>
          <p:cNvSpPr/>
          <p:nvPr/>
        </p:nvSpPr>
        <p:spPr>
          <a:xfrm>
            <a:off x="4816845"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17" name="Rectangle 116">
            <a:extLst>
              <a:ext uri="{FF2B5EF4-FFF2-40B4-BE49-F238E27FC236}">
                <a16:creationId xmlns:a16="http://schemas.microsoft.com/office/drawing/2014/main" id="{CCD39A37-8E25-151A-649A-02E8B8D91DE9}"/>
              </a:ext>
            </a:extLst>
          </p:cNvPr>
          <p:cNvSpPr/>
          <p:nvPr/>
        </p:nvSpPr>
        <p:spPr>
          <a:xfrm>
            <a:off x="4969245"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18" name="Rectangle 117">
            <a:extLst>
              <a:ext uri="{FF2B5EF4-FFF2-40B4-BE49-F238E27FC236}">
                <a16:creationId xmlns:a16="http://schemas.microsoft.com/office/drawing/2014/main" id="{F5C01D4E-3079-7854-FDDE-D849D65788F3}"/>
              </a:ext>
            </a:extLst>
          </p:cNvPr>
          <p:cNvSpPr/>
          <p:nvPr/>
        </p:nvSpPr>
        <p:spPr>
          <a:xfrm>
            <a:off x="5121645"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19" name="Rectangle 118">
            <a:extLst>
              <a:ext uri="{FF2B5EF4-FFF2-40B4-BE49-F238E27FC236}">
                <a16:creationId xmlns:a16="http://schemas.microsoft.com/office/drawing/2014/main" id="{C569F473-4C3C-4148-237C-545D3E4C6B82}"/>
              </a:ext>
            </a:extLst>
          </p:cNvPr>
          <p:cNvSpPr/>
          <p:nvPr/>
        </p:nvSpPr>
        <p:spPr>
          <a:xfrm>
            <a:off x="5274045"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20" name="Rectangle 119">
            <a:extLst>
              <a:ext uri="{FF2B5EF4-FFF2-40B4-BE49-F238E27FC236}">
                <a16:creationId xmlns:a16="http://schemas.microsoft.com/office/drawing/2014/main" id="{440E5B4C-599A-F2A8-76C1-5104FE4DDD37}"/>
              </a:ext>
            </a:extLst>
          </p:cNvPr>
          <p:cNvSpPr/>
          <p:nvPr/>
        </p:nvSpPr>
        <p:spPr>
          <a:xfrm>
            <a:off x="2278414"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21" name="Rectangle 120">
            <a:extLst>
              <a:ext uri="{FF2B5EF4-FFF2-40B4-BE49-F238E27FC236}">
                <a16:creationId xmlns:a16="http://schemas.microsoft.com/office/drawing/2014/main" id="{994909E5-570A-770A-65E7-FBF239D06CC0}"/>
              </a:ext>
            </a:extLst>
          </p:cNvPr>
          <p:cNvSpPr/>
          <p:nvPr/>
        </p:nvSpPr>
        <p:spPr>
          <a:xfrm>
            <a:off x="2430814"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22" name="Rectangle 121">
            <a:extLst>
              <a:ext uri="{FF2B5EF4-FFF2-40B4-BE49-F238E27FC236}">
                <a16:creationId xmlns:a16="http://schemas.microsoft.com/office/drawing/2014/main" id="{F09BA847-AD80-47A4-761F-28BCBE64E2D8}"/>
              </a:ext>
            </a:extLst>
          </p:cNvPr>
          <p:cNvSpPr/>
          <p:nvPr/>
        </p:nvSpPr>
        <p:spPr>
          <a:xfrm>
            <a:off x="2583214"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23" name="Rectangle 122">
            <a:extLst>
              <a:ext uri="{FF2B5EF4-FFF2-40B4-BE49-F238E27FC236}">
                <a16:creationId xmlns:a16="http://schemas.microsoft.com/office/drawing/2014/main" id="{4BB60E84-4525-768A-05C6-CACF960F1E75}"/>
              </a:ext>
            </a:extLst>
          </p:cNvPr>
          <p:cNvSpPr/>
          <p:nvPr/>
        </p:nvSpPr>
        <p:spPr>
          <a:xfrm>
            <a:off x="2735614"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24" name="Rectangle 123">
            <a:extLst>
              <a:ext uri="{FF2B5EF4-FFF2-40B4-BE49-F238E27FC236}">
                <a16:creationId xmlns:a16="http://schemas.microsoft.com/office/drawing/2014/main" id="{6CDB75CA-6139-1E8C-1DD0-5417A8677F82}"/>
              </a:ext>
            </a:extLst>
          </p:cNvPr>
          <p:cNvSpPr/>
          <p:nvPr/>
        </p:nvSpPr>
        <p:spPr>
          <a:xfrm>
            <a:off x="2888014"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25" name="Rectangle 124">
            <a:extLst>
              <a:ext uri="{FF2B5EF4-FFF2-40B4-BE49-F238E27FC236}">
                <a16:creationId xmlns:a16="http://schemas.microsoft.com/office/drawing/2014/main" id="{81894F4D-20A6-08D8-D1EC-8C92589069F6}"/>
              </a:ext>
            </a:extLst>
          </p:cNvPr>
          <p:cNvSpPr/>
          <p:nvPr/>
        </p:nvSpPr>
        <p:spPr>
          <a:xfrm>
            <a:off x="3040414"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26" name="Rectangle 125">
            <a:extLst>
              <a:ext uri="{FF2B5EF4-FFF2-40B4-BE49-F238E27FC236}">
                <a16:creationId xmlns:a16="http://schemas.microsoft.com/office/drawing/2014/main" id="{706A614F-AF8C-4B62-FEE7-0C4677CFDAA3}"/>
              </a:ext>
            </a:extLst>
          </p:cNvPr>
          <p:cNvSpPr/>
          <p:nvPr/>
        </p:nvSpPr>
        <p:spPr>
          <a:xfrm>
            <a:off x="3192814" y="5486837"/>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27" name="TextBox 126">
            <a:extLst>
              <a:ext uri="{FF2B5EF4-FFF2-40B4-BE49-F238E27FC236}">
                <a16:creationId xmlns:a16="http://schemas.microsoft.com/office/drawing/2014/main" id="{DA86C4F9-D8F2-422D-F63F-C26A33CCF6C4}"/>
              </a:ext>
            </a:extLst>
          </p:cNvPr>
          <p:cNvSpPr txBox="1"/>
          <p:nvPr/>
        </p:nvSpPr>
        <p:spPr>
          <a:xfrm>
            <a:off x="6451173" y="5076583"/>
            <a:ext cx="1555142" cy="553998"/>
          </a:xfrm>
          <a:prstGeom prst="rect">
            <a:avLst/>
          </a:prstGeom>
        </p:spPr>
        <p:txBody>
          <a:bodyPr wrap="square" lIns="0" tIns="0" rIns="0" bIns="0" rtlCol="0">
            <a:spAutoFit/>
          </a:bodyPr>
          <a:lstStyle/>
          <a:p>
            <a:r>
              <a:rPr lang="en-US" sz="1200" dirty="0">
                <a:latin typeface="Arial" panose="020B0604020202020204" pitchFamily="34" charset="0"/>
              </a:rPr>
              <a:t>Deduplication post processed and adaptively throttled</a:t>
            </a:r>
          </a:p>
        </p:txBody>
      </p:sp>
      <p:cxnSp>
        <p:nvCxnSpPr>
          <p:cNvPr id="128" name="Straight Connector 127">
            <a:extLst>
              <a:ext uri="{FF2B5EF4-FFF2-40B4-BE49-F238E27FC236}">
                <a16:creationId xmlns:a16="http://schemas.microsoft.com/office/drawing/2014/main" id="{E4127179-10C1-1227-D697-ADBDCD1E9BDD}"/>
              </a:ext>
            </a:extLst>
          </p:cNvPr>
          <p:cNvCxnSpPr>
            <a:cxnSpLocks/>
          </p:cNvCxnSpPr>
          <p:nvPr/>
        </p:nvCxnSpPr>
        <p:spPr bwMode="gray">
          <a:xfrm>
            <a:off x="6162502" y="2490532"/>
            <a:ext cx="0" cy="194788"/>
          </a:xfrm>
          <a:prstGeom prst="line">
            <a:avLst/>
          </a:prstGeom>
          <a:ln w="19050">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B55473A9-54BD-566C-2E94-8005E27C9BE8}"/>
              </a:ext>
            </a:extLst>
          </p:cNvPr>
          <p:cNvCxnSpPr>
            <a:cxnSpLocks/>
          </p:cNvCxnSpPr>
          <p:nvPr/>
        </p:nvCxnSpPr>
        <p:spPr bwMode="gray">
          <a:xfrm flipV="1">
            <a:off x="6306972" y="2490532"/>
            <a:ext cx="0" cy="194788"/>
          </a:xfrm>
          <a:prstGeom prst="line">
            <a:avLst/>
          </a:prstGeom>
          <a:ln w="19050">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sp>
        <p:nvSpPr>
          <p:cNvPr id="130" name="Rectangle 129">
            <a:extLst>
              <a:ext uri="{FF2B5EF4-FFF2-40B4-BE49-F238E27FC236}">
                <a16:creationId xmlns:a16="http://schemas.microsoft.com/office/drawing/2014/main" id="{F7503A71-4AB1-2363-B177-17D0A9EDB0BF}"/>
              </a:ext>
            </a:extLst>
          </p:cNvPr>
          <p:cNvSpPr/>
          <p:nvPr/>
        </p:nvSpPr>
        <p:spPr>
          <a:xfrm>
            <a:off x="921910" y="5117086"/>
            <a:ext cx="3217451" cy="221069"/>
          </a:xfrm>
          <a:prstGeom prst="rect">
            <a:avLst/>
          </a:prstGeom>
          <a:solidFill>
            <a:schemeClr val="accent3">
              <a:lumMod val="75000"/>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bg1"/>
              </a:solidFill>
              <a:latin typeface="Arial" panose="020B0604020202020204" pitchFamily="34" charset="0"/>
            </a:endParaRPr>
          </a:p>
        </p:txBody>
      </p:sp>
      <p:sp>
        <p:nvSpPr>
          <p:cNvPr id="131" name="TextBox 130">
            <a:extLst>
              <a:ext uri="{FF2B5EF4-FFF2-40B4-BE49-F238E27FC236}">
                <a16:creationId xmlns:a16="http://schemas.microsoft.com/office/drawing/2014/main" id="{AC07E8A1-6CEE-8DC4-41DE-BCC83BBCE9AD}"/>
              </a:ext>
            </a:extLst>
          </p:cNvPr>
          <p:cNvSpPr txBox="1"/>
          <p:nvPr/>
        </p:nvSpPr>
        <p:spPr>
          <a:xfrm>
            <a:off x="2070310" y="5150676"/>
            <a:ext cx="843437" cy="153888"/>
          </a:xfrm>
          <a:prstGeom prst="rect">
            <a:avLst/>
          </a:prstGeom>
          <a:noFill/>
        </p:spPr>
        <p:txBody>
          <a:bodyPr wrap="square" lIns="0" tIns="0" rIns="0" bIns="0" rtlCol="0">
            <a:spAutoFit/>
          </a:bodyPr>
          <a:lstStyle/>
          <a:p>
            <a:pPr algn="ctr">
              <a:spcAft>
                <a:spcPts val="600"/>
              </a:spcAft>
            </a:pPr>
            <a:r>
              <a:rPr lang="en-US" sz="1000" dirty="0">
                <a:latin typeface="Arial" panose="020B0604020202020204" pitchFamily="34" charset="0"/>
              </a:rPr>
              <a:t>VM object</a:t>
            </a:r>
          </a:p>
        </p:txBody>
      </p:sp>
      <p:grpSp>
        <p:nvGrpSpPr>
          <p:cNvPr id="132" name="Picture Placeholder 87" descr="Security 2&#10;">
            <a:extLst>
              <a:ext uri="{FF2B5EF4-FFF2-40B4-BE49-F238E27FC236}">
                <a16:creationId xmlns:a16="http://schemas.microsoft.com/office/drawing/2014/main" id="{83A536DC-E296-CEE4-0FAA-3BB8285FC1FB}"/>
              </a:ext>
            </a:extLst>
          </p:cNvPr>
          <p:cNvGrpSpPr/>
          <p:nvPr/>
        </p:nvGrpSpPr>
        <p:grpSpPr>
          <a:xfrm>
            <a:off x="2856093" y="5145698"/>
            <a:ext cx="119981" cy="174803"/>
            <a:chOff x="5912431" y="1949843"/>
            <a:chExt cx="411098" cy="598939"/>
          </a:xfrm>
          <a:solidFill>
            <a:schemeClr val="tx1"/>
          </a:solidFill>
        </p:grpSpPr>
        <p:sp>
          <p:nvSpPr>
            <p:cNvPr id="133" name="Picture Placeholder 87">
              <a:extLst>
                <a:ext uri="{FF2B5EF4-FFF2-40B4-BE49-F238E27FC236}">
                  <a16:creationId xmlns:a16="http://schemas.microsoft.com/office/drawing/2014/main" id="{6D50BA25-74B1-020E-D77A-84F865D3C583}"/>
                </a:ext>
              </a:extLst>
            </p:cNvPr>
            <p:cNvSpPr/>
            <p:nvPr/>
          </p:nvSpPr>
          <p:spPr>
            <a:xfrm>
              <a:off x="5958601" y="2179426"/>
              <a:ext cx="166336" cy="166336"/>
            </a:xfrm>
            <a:custGeom>
              <a:avLst/>
              <a:gdLst>
                <a:gd name="connsiteX0" fmla="*/ 7590 w 166336"/>
                <a:gd name="connsiteY0" fmla="*/ 166337 h 166336"/>
                <a:gd name="connsiteX1" fmla="*/ 0 w 166336"/>
                <a:gd name="connsiteY1" fmla="*/ 158747 h 166336"/>
                <a:gd name="connsiteX2" fmla="*/ 158747 w 166336"/>
                <a:gd name="connsiteY2" fmla="*/ 0 h 166336"/>
                <a:gd name="connsiteX3" fmla="*/ 166337 w 166336"/>
                <a:gd name="connsiteY3" fmla="*/ 7590 h 166336"/>
                <a:gd name="connsiteX4" fmla="*/ 158747 w 166336"/>
                <a:gd name="connsiteY4" fmla="*/ 15179 h 166336"/>
                <a:gd name="connsiteX5" fmla="*/ 15812 w 166336"/>
                <a:gd name="connsiteY5" fmla="*/ 158115 h 166336"/>
                <a:gd name="connsiteX6" fmla="*/ 7590 w 166336"/>
                <a:gd name="connsiteY6" fmla="*/ 166337 h 16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6" h="166336">
                  <a:moveTo>
                    <a:pt x="7590" y="166337"/>
                  </a:moveTo>
                  <a:cubicBezTo>
                    <a:pt x="3162" y="166337"/>
                    <a:pt x="0" y="162542"/>
                    <a:pt x="0" y="158747"/>
                  </a:cubicBezTo>
                  <a:cubicBezTo>
                    <a:pt x="0" y="71468"/>
                    <a:pt x="71468" y="0"/>
                    <a:pt x="158747" y="0"/>
                  </a:cubicBezTo>
                  <a:cubicBezTo>
                    <a:pt x="163175" y="0"/>
                    <a:pt x="166337" y="3795"/>
                    <a:pt x="166337" y="7590"/>
                  </a:cubicBezTo>
                  <a:cubicBezTo>
                    <a:pt x="166337" y="11384"/>
                    <a:pt x="162542" y="15179"/>
                    <a:pt x="158747" y="15179"/>
                  </a:cubicBezTo>
                  <a:cubicBezTo>
                    <a:pt x="79690" y="15179"/>
                    <a:pt x="15812" y="79058"/>
                    <a:pt x="15812" y="158115"/>
                  </a:cubicBezTo>
                  <a:cubicBezTo>
                    <a:pt x="15179" y="162542"/>
                    <a:pt x="12017" y="166337"/>
                    <a:pt x="7590" y="166337"/>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nvGrpSpPr>
            <p:cNvPr id="134" name="Picture Placeholder 87">
              <a:extLst>
                <a:ext uri="{FF2B5EF4-FFF2-40B4-BE49-F238E27FC236}">
                  <a16:creationId xmlns:a16="http://schemas.microsoft.com/office/drawing/2014/main" id="{C4A18659-25FB-968E-8B51-1F0ED66ED504}"/>
                </a:ext>
              </a:extLst>
            </p:cNvPr>
            <p:cNvGrpSpPr/>
            <p:nvPr/>
          </p:nvGrpSpPr>
          <p:grpSpPr>
            <a:xfrm>
              <a:off x="5912431" y="1949843"/>
              <a:ext cx="411098" cy="598939"/>
              <a:chOff x="5912431" y="1949843"/>
              <a:chExt cx="411098" cy="598939"/>
            </a:xfrm>
            <a:grpFill/>
          </p:grpSpPr>
          <p:sp>
            <p:nvSpPr>
              <p:cNvPr id="135" name="Picture Placeholder 87">
                <a:extLst>
                  <a:ext uri="{FF2B5EF4-FFF2-40B4-BE49-F238E27FC236}">
                    <a16:creationId xmlns:a16="http://schemas.microsoft.com/office/drawing/2014/main" id="{15F63C95-3191-5ECD-76D7-E80CE12D33D5}"/>
                  </a:ext>
                </a:extLst>
              </p:cNvPr>
              <p:cNvSpPr/>
              <p:nvPr/>
            </p:nvSpPr>
            <p:spPr>
              <a:xfrm>
                <a:off x="5912431" y="1949843"/>
                <a:ext cx="411098" cy="598939"/>
              </a:xfrm>
              <a:custGeom>
                <a:avLst/>
                <a:gdLst>
                  <a:gd name="connsiteX0" fmla="*/ 316230 w 411098"/>
                  <a:gd name="connsiteY0" fmla="*/ 220096 h 598939"/>
                  <a:gd name="connsiteX1" fmla="*/ 316230 w 411098"/>
                  <a:gd name="connsiteY1" fmla="*/ 104988 h 598939"/>
                  <a:gd name="connsiteX2" fmla="*/ 215036 w 411098"/>
                  <a:gd name="connsiteY2" fmla="*/ 0 h 598939"/>
                  <a:gd name="connsiteX3" fmla="*/ 196063 w 411098"/>
                  <a:gd name="connsiteY3" fmla="*/ 0 h 598939"/>
                  <a:gd name="connsiteX4" fmla="*/ 94869 w 411098"/>
                  <a:gd name="connsiteY4" fmla="*/ 104988 h 598939"/>
                  <a:gd name="connsiteX5" fmla="*/ 94869 w 411098"/>
                  <a:gd name="connsiteY5" fmla="*/ 220096 h 598939"/>
                  <a:gd name="connsiteX6" fmla="*/ 0 w 411098"/>
                  <a:gd name="connsiteY6" fmla="*/ 393390 h 598939"/>
                  <a:gd name="connsiteX7" fmla="*/ 205549 w 411098"/>
                  <a:gd name="connsiteY7" fmla="*/ 598940 h 598939"/>
                  <a:gd name="connsiteX8" fmla="*/ 411099 w 411098"/>
                  <a:gd name="connsiteY8" fmla="*/ 393390 h 598939"/>
                  <a:gd name="connsiteX9" fmla="*/ 316230 w 411098"/>
                  <a:gd name="connsiteY9" fmla="*/ 220096 h 598939"/>
                  <a:gd name="connsiteX10" fmla="*/ 110680 w 411098"/>
                  <a:gd name="connsiteY10" fmla="*/ 104988 h 598939"/>
                  <a:gd name="connsiteX11" fmla="*/ 196063 w 411098"/>
                  <a:gd name="connsiteY11" fmla="*/ 15812 h 598939"/>
                  <a:gd name="connsiteX12" fmla="*/ 215036 w 411098"/>
                  <a:gd name="connsiteY12" fmla="*/ 15812 h 598939"/>
                  <a:gd name="connsiteX13" fmla="*/ 300419 w 411098"/>
                  <a:gd name="connsiteY13" fmla="*/ 104988 h 598939"/>
                  <a:gd name="connsiteX14" fmla="*/ 300419 w 411098"/>
                  <a:gd name="connsiteY14" fmla="*/ 211242 h 598939"/>
                  <a:gd name="connsiteX15" fmla="*/ 205549 w 411098"/>
                  <a:gd name="connsiteY15" fmla="*/ 187841 h 598939"/>
                  <a:gd name="connsiteX16" fmla="*/ 110680 w 411098"/>
                  <a:gd name="connsiteY16" fmla="*/ 211242 h 598939"/>
                  <a:gd name="connsiteX17" fmla="*/ 110680 w 411098"/>
                  <a:gd name="connsiteY17" fmla="*/ 104988 h 598939"/>
                  <a:gd name="connsiteX18" fmla="*/ 205549 w 411098"/>
                  <a:gd name="connsiteY18" fmla="*/ 583128 h 598939"/>
                  <a:gd name="connsiteX19" fmla="*/ 15812 w 411098"/>
                  <a:gd name="connsiteY19" fmla="*/ 393390 h 598939"/>
                  <a:gd name="connsiteX20" fmla="*/ 205549 w 411098"/>
                  <a:gd name="connsiteY20" fmla="*/ 203652 h 598939"/>
                  <a:gd name="connsiteX21" fmla="*/ 395288 w 411098"/>
                  <a:gd name="connsiteY21" fmla="*/ 393390 h 598939"/>
                  <a:gd name="connsiteX22" fmla="*/ 205549 w 411098"/>
                  <a:gd name="connsiteY22" fmla="*/ 583128 h 59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1098" h="598939">
                    <a:moveTo>
                      <a:pt x="316230" y="220096"/>
                    </a:moveTo>
                    <a:lnTo>
                      <a:pt x="316230" y="104988"/>
                    </a:lnTo>
                    <a:cubicBezTo>
                      <a:pt x="316230" y="47435"/>
                      <a:pt x="270693" y="0"/>
                      <a:pt x="215036" y="0"/>
                    </a:cubicBezTo>
                    <a:lnTo>
                      <a:pt x="196063" y="0"/>
                    </a:lnTo>
                    <a:cubicBezTo>
                      <a:pt x="140406" y="0"/>
                      <a:pt x="94869" y="46802"/>
                      <a:pt x="94869" y="104988"/>
                    </a:cubicBezTo>
                    <a:lnTo>
                      <a:pt x="94869" y="220096"/>
                    </a:lnTo>
                    <a:cubicBezTo>
                      <a:pt x="37948" y="256779"/>
                      <a:pt x="0" y="320657"/>
                      <a:pt x="0" y="393390"/>
                    </a:cubicBezTo>
                    <a:cubicBezTo>
                      <a:pt x="0" y="506600"/>
                      <a:pt x="92339" y="598940"/>
                      <a:pt x="205549" y="598940"/>
                    </a:cubicBezTo>
                    <a:cubicBezTo>
                      <a:pt x="318760" y="598940"/>
                      <a:pt x="411099" y="506600"/>
                      <a:pt x="411099" y="393390"/>
                    </a:cubicBezTo>
                    <a:cubicBezTo>
                      <a:pt x="411099" y="320025"/>
                      <a:pt x="373151" y="256146"/>
                      <a:pt x="316230" y="220096"/>
                    </a:cubicBezTo>
                    <a:close/>
                    <a:moveTo>
                      <a:pt x="110680" y="104988"/>
                    </a:moveTo>
                    <a:cubicBezTo>
                      <a:pt x="110680" y="55656"/>
                      <a:pt x="149261" y="15812"/>
                      <a:pt x="196063" y="15812"/>
                    </a:cubicBezTo>
                    <a:lnTo>
                      <a:pt x="215036" y="15812"/>
                    </a:lnTo>
                    <a:cubicBezTo>
                      <a:pt x="262471" y="15812"/>
                      <a:pt x="300419" y="55656"/>
                      <a:pt x="300419" y="104988"/>
                    </a:cubicBezTo>
                    <a:lnTo>
                      <a:pt x="300419" y="211242"/>
                    </a:lnTo>
                    <a:cubicBezTo>
                      <a:pt x="271958" y="196695"/>
                      <a:pt x="239702" y="187841"/>
                      <a:pt x="205549" y="187841"/>
                    </a:cubicBezTo>
                    <a:cubicBezTo>
                      <a:pt x="171397" y="187841"/>
                      <a:pt x="139141" y="196063"/>
                      <a:pt x="110680" y="211242"/>
                    </a:cubicBezTo>
                    <a:lnTo>
                      <a:pt x="110680" y="104988"/>
                    </a:lnTo>
                    <a:close/>
                    <a:moveTo>
                      <a:pt x="205549" y="583128"/>
                    </a:moveTo>
                    <a:cubicBezTo>
                      <a:pt x="101194" y="583128"/>
                      <a:pt x="15812" y="497746"/>
                      <a:pt x="15812" y="393390"/>
                    </a:cubicBezTo>
                    <a:cubicBezTo>
                      <a:pt x="15812" y="289034"/>
                      <a:pt x="101194" y="203652"/>
                      <a:pt x="205549" y="203652"/>
                    </a:cubicBezTo>
                    <a:cubicBezTo>
                      <a:pt x="309905" y="203652"/>
                      <a:pt x="395288" y="289034"/>
                      <a:pt x="395288" y="393390"/>
                    </a:cubicBezTo>
                    <a:cubicBezTo>
                      <a:pt x="395288" y="497746"/>
                      <a:pt x="309905" y="583128"/>
                      <a:pt x="205549" y="583128"/>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136" name="Picture Placeholder 87">
                <a:extLst>
                  <a:ext uri="{FF2B5EF4-FFF2-40B4-BE49-F238E27FC236}">
                    <a16:creationId xmlns:a16="http://schemas.microsoft.com/office/drawing/2014/main" id="{223A9216-A9F2-D6D3-9406-32D39049D2AC}"/>
                  </a:ext>
                </a:extLst>
              </p:cNvPr>
              <p:cNvSpPr/>
              <p:nvPr/>
            </p:nvSpPr>
            <p:spPr>
              <a:xfrm>
                <a:off x="6084460" y="2289474"/>
                <a:ext cx="67673" cy="106253"/>
              </a:xfrm>
              <a:custGeom>
                <a:avLst/>
                <a:gdLst>
                  <a:gd name="connsiteX0" fmla="*/ 33520 w 67673"/>
                  <a:gd name="connsiteY0" fmla="*/ 0 h 106253"/>
                  <a:gd name="connsiteX1" fmla="*/ 0 w 67673"/>
                  <a:gd name="connsiteY1" fmla="*/ 33520 h 106253"/>
                  <a:gd name="connsiteX2" fmla="*/ 17076 w 67673"/>
                  <a:gd name="connsiteY2" fmla="*/ 62614 h 106253"/>
                  <a:gd name="connsiteX3" fmla="*/ 17076 w 67673"/>
                  <a:gd name="connsiteY3" fmla="*/ 97399 h 106253"/>
                  <a:gd name="connsiteX4" fmla="*/ 25931 w 67673"/>
                  <a:gd name="connsiteY4" fmla="*/ 106253 h 106253"/>
                  <a:gd name="connsiteX5" fmla="*/ 41742 w 67673"/>
                  <a:gd name="connsiteY5" fmla="*/ 106253 h 106253"/>
                  <a:gd name="connsiteX6" fmla="*/ 50597 w 67673"/>
                  <a:gd name="connsiteY6" fmla="*/ 97399 h 106253"/>
                  <a:gd name="connsiteX7" fmla="*/ 50597 w 67673"/>
                  <a:gd name="connsiteY7" fmla="*/ 62614 h 106253"/>
                  <a:gd name="connsiteX8" fmla="*/ 67673 w 67673"/>
                  <a:gd name="connsiteY8" fmla="*/ 33520 h 106253"/>
                  <a:gd name="connsiteX9" fmla="*/ 33520 w 67673"/>
                  <a:gd name="connsiteY9" fmla="*/ 0 h 10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673" h="106253">
                    <a:moveTo>
                      <a:pt x="33520" y="0"/>
                    </a:moveTo>
                    <a:cubicBezTo>
                      <a:pt x="15179" y="0"/>
                      <a:pt x="0" y="15179"/>
                      <a:pt x="0" y="33520"/>
                    </a:cubicBezTo>
                    <a:cubicBezTo>
                      <a:pt x="0" y="46170"/>
                      <a:pt x="6957" y="56921"/>
                      <a:pt x="17076" y="62614"/>
                    </a:cubicBezTo>
                    <a:lnTo>
                      <a:pt x="17076" y="97399"/>
                    </a:lnTo>
                    <a:cubicBezTo>
                      <a:pt x="17076" y="102459"/>
                      <a:pt x="20871" y="106253"/>
                      <a:pt x="25931" y="106253"/>
                    </a:cubicBezTo>
                    <a:lnTo>
                      <a:pt x="41742" y="106253"/>
                    </a:lnTo>
                    <a:cubicBezTo>
                      <a:pt x="46802" y="106253"/>
                      <a:pt x="50597" y="102459"/>
                      <a:pt x="50597" y="97399"/>
                    </a:cubicBezTo>
                    <a:lnTo>
                      <a:pt x="50597" y="62614"/>
                    </a:lnTo>
                    <a:cubicBezTo>
                      <a:pt x="60716" y="56921"/>
                      <a:pt x="67673" y="46170"/>
                      <a:pt x="67673" y="33520"/>
                    </a:cubicBezTo>
                    <a:cubicBezTo>
                      <a:pt x="67041" y="15179"/>
                      <a:pt x="51862" y="0"/>
                      <a:pt x="33520" y="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grpSp>
      <p:sp>
        <p:nvSpPr>
          <p:cNvPr id="137" name="Rectangle 136">
            <a:extLst>
              <a:ext uri="{FF2B5EF4-FFF2-40B4-BE49-F238E27FC236}">
                <a16:creationId xmlns:a16="http://schemas.microsoft.com/office/drawing/2014/main" id="{517CC7FA-0B95-8BC7-5A6E-4EBABBAE97A4}"/>
              </a:ext>
            </a:extLst>
          </p:cNvPr>
          <p:cNvSpPr/>
          <p:nvPr/>
        </p:nvSpPr>
        <p:spPr>
          <a:xfrm>
            <a:off x="3055453"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38" name="Rectangle 137">
            <a:extLst>
              <a:ext uri="{FF2B5EF4-FFF2-40B4-BE49-F238E27FC236}">
                <a16:creationId xmlns:a16="http://schemas.microsoft.com/office/drawing/2014/main" id="{A46EFF90-BF05-5B4C-B606-E35D203519C0}"/>
              </a:ext>
            </a:extLst>
          </p:cNvPr>
          <p:cNvSpPr/>
          <p:nvPr/>
        </p:nvSpPr>
        <p:spPr>
          <a:xfrm>
            <a:off x="3207853"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39" name="Rectangle 138">
            <a:extLst>
              <a:ext uri="{FF2B5EF4-FFF2-40B4-BE49-F238E27FC236}">
                <a16:creationId xmlns:a16="http://schemas.microsoft.com/office/drawing/2014/main" id="{564CFA2F-AD1E-F91A-ADFD-09C6881E4AFB}"/>
              </a:ext>
            </a:extLst>
          </p:cNvPr>
          <p:cNvSpPr/>
          <p:nvPr/>
        </p:nvSpPr>
        <p:spPr>
          <a:xfrm>
            <a:off x="3360253"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40" name="Rectangle 139">
            <a:extLst>
              <a:ext uri="{FF2B5EF4-FFF2-40B4-BE49-F238E27FC236}">
                <a16:creationId xmlns:a16="http://schemas.microsoft.com/office/drawing/2014/main" id="{4C737E16-1610-DF94-8485-96643F71C5D3}"/>
              </a:ext>
            </a:extLst>
          </p:cNvPr>
          <p:cNvSpPr/>
          <p:nvPr/>
        </p:nvSpPr>
        <p:spPr>
          <a:xfrm>
            <a:off x="3512653"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41" name="Rectangle 140">
            <a:extLst>
              <a:ext uri="{FF2B5EF4-FFF2-40B4-BE49-F238E27FC236}">
                <a16:creationId xmlns:a16="http://schemas.microsoft.com/office/drawing/2014/main" id="{3971AAA3-7BC4-6DEE-7165-1D9530D85D94}"/>
              </a:ext>
            </a:extLst>
          </p:cNvPr>
          <p:cNvSpPr/>
          <p:nvPr/>
        </p:nvSpPr>
        <p:spPr>
          <a:xfrm>
            <a:off x="3665053"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42" name="Rectangle 141">
            <a:extLst>
              <a:ext uri="{FF2B5EF4-FFF2-40B4-BE49-F238E27FC236}">
                <a16:creationId xmlns:a16="http://schemas.microsoft.com/office/drawing/2014/main" id="{AD525F58-8783-7440-328F-F88E33D307AE}"/>
              </a:ext>
            </a:extLst>
          </p:cNvPr>
          <p:cNvSpPr/>
          <p:nvPr/>
        </p:nvSpPr>
        <p:spPr>
          <a:xfrm>
            <a:off x="3817453"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43" name="Rectangle 142">
            <a:extLst>
              <a:ext uri="{FF2B5EF4-FFF2-40B4-BE49-F238E27FC236}">
                <a16:creationId xmlns:a16="http://schemas.microsoft.com/office/drawing/2014/main" id="{FB800AE1-E9D5-81BF-63FE-D1BA7EBC305C}"/>
              </a:ext>
            </a:extLst>
          </p:cNvPr>
          <p:cNvSpPr/>
          <p:nvPr/>
        </p:nvSpPr>
        <p:spPr>
          <a:xfrm>
            <a:off x="3969853"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44" name="Rectangle 143">
            <a:extLst>
              <a:ext uri="{FF2B5EF4-FFF2-40B4-BE49-F238E27FC236}">
                <a16:creationId xmlns:a16="http://schemas.microsoft.com/office/drawing/2014/main" id="{58BFD0B4-5512-8DBF-FCDE-CC1E2403A76E}"/>
              </a:ext>
            </a:extLst>
          </p:cNvPr>
          <p:cNvSpPr/>
          <p:nvPr/>
        </p:nvSpPr>
        <p:spPr>
          <a:xfrm>
            <a:off x="974222"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45" name="Rectangle 144">
            <a:extLst>
              <a:ext uri="{FF2B5EF4-FFF2-40B4-BE49-F238E27FC236}">
                <a16:creationId xmlns:a16="http://schemas.microsoft.com/office/drawing/2014/main" id="{57EDF20C-7AF2-4151-F1B4-760156F424F9}"/>
              </a:ext>
            </a:extLst>
          </p:cNvPr>
          <p:cNvSpPr/>
          <p:nvPr/>
        </p:nvSpPr>
        <p:spPr>
          <a:xfrm>
            <a:off x="1126622"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46" name="Rectangle 145">
            <a:extLst>
              <a:ext uri="{FF2B5EF4-FFF2-40B4-BE49-F238E27FC236}">
                <a16:creationId xmlns:a16="http://schemas.microsoft.com/office/drawing/2014/main" id="{C15719B5-366F-947F-3DC9-6406CCAC09E4}"/>
              </a:ext>
            </a:extLst>
          </p:cNvPr>
          <p:cNvSpPr/>
          <p:nvPr/>
        </p:nvSpPr>
        <p:spPr>
          <a:xfrm>
            <a:off x="1279022"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47" name="Rectangle 146">
            <a:extLst>
              <a:ext uri="{FF2B5EF4-FFF2-40B4-BE49-F238E27FC236}">
                <a16:creationId xmlns:a16="http://schemas.microsoft.com/office/drawing/2014/main" id="{BAD4103D-80C2-7C20-CF11-2368E4B6D059}"/>
              </a:ext>
            </a:extLst>
          </p:cNvPr>
          <p:cNvSpPr/>
          <p:nvPr/>
        </p:nvSpPr>
        <p:spPr>
          <a:xfrm>
            <a:off x="1431422"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48" name="Rectangle 147">
            <a:extLst>
              <a:ext uri="{FF2B5EF4-FFF2-40B4-BE49-F238E27FC236}">
                <a16:creationId xmlns:a16="http://schemas.microsoft.com/office/drawing/2014/main" id="{393F4560-DEB1-6A86-06B5-00C9B516F69E}"/>
              </a:ext>
            </a:extLst>
          </p:cNvPr>
          <p:cNvSpPr/>
          <p:nvPr/>
        </p:nvSpPr>
        <p:spPr>
          <a:xfrm>
            <a:off x="1583822"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49" name="Rectangle 148">
            <a:extLst>
              <a:ext uri="{FF2B5EF4-FFF2-40B4-BE49-F238E27FC236}">
                <a16:creationId xmlns:a16="http://schemas.microsoft.com/office/drawing/2014/main" id="{17A936D2-799D-30ED-CDA4-DF9D877DCD55}"/>
              </a:ext>
            </a:extLst>
          </p:cNvPr>
          <p:cNvSpPr/>
          <p:nvPr/>
        </p:nvSpPr>
        <p:spPr>
          <a:xfrm>
            <a:off x="1736222"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50" name="Rectangle 149">
            <a:extLst>
              <a:ext uri="{FF2B5EF4-FFF2-40B4-BE49-F238E27FC236}">
                <a16:creationId xmlns:a16="http://schemas.microsoft.com/office/drawing/2014/main" id="{9CC9546B-9813-1486-5DC4-E956A24B8494}"/>
              </a:ext>
            </a:extLst>
          </p:cNvPr>
          <p:cNvSpPr/>
          <p:nvPr/>
        </p:nvSpPr>
        <p:spPr>
          <a:xfrm>
            <a:off x="1888622" y="5171333"/>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51" name="Rectangle 150">
            <a:extLst>
              <a:ext uri="{FF2B5EF4-FFF2-40B4-BE49-F238E27FC236}">
                <a16:creationId xmlns:a16="http://schemas.microsoft.com/office/drawing/2014/main" id="{01BEC554-DF0A-7464-CEFF-3F66B11FBA7B}"/>
              </a:ext>
            </a:extLst>
          </p:cNvPr>
          <p:cNvSpPr/>
          <p:nvPr/>
        </p:nvSpPr>
        <p:spPr>
          <a:xfrm>
            <a:off x="2226102" y="4801582"/>
            <a:ext cx="3217451" cy="221069"/>
          </a:xfrm>
          <a:prstGeom prst="rect">
            <a:avLst/>
          </a:prstGeom>
          <a:solidFill>
            <a:schemeClr val="accent3">
              <a:lumMod val="75000"/>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bg1"/>
              </a:solidFill>
              <a:latin typeface="Arial" panose="020B0604020202020204" pitchFamily="34" charset="0"/>
            </a:endParaRPr>
          </a:p>
        </p:txBody>
      </p:sp>
      <p:sp>
        <p:nvSpPr>
          <p:cNvPr id="152" name="TextBox 151">
            <a:extLst>
              <a:ext uri="{FF2B5EF4-FFF2-40B4-BE49-F238E27FC236}">
                <a16:creationId xmlns:a16="http://schemas.microsoft.com/office/drawing/2014/main" id="{AB6313E5-CBA9-A009-EF55-C96592039D86}"/>
              </a:ext>
            </a:extLst>
          </p:cNvPr>
          <p:cNvSpPr txBox="1"/>
          <p:nvPr/>
        </p:nvSpPr>
        <p:spPr>
          <a:xfrm>
            <a:off x="3374502" y="4835172"/>
            <a:ext cx="843437" cy="153888"/>
          </a:xfrm>
          <a:prstGeom prst="rect">
            <a:avLst/>
          </a:prstGeom>
          <a:noFill/>
        </p:spPr>
        <p:txBody>
          <a:bodyPr wrap="square" lIns="0" tIns="0" rIns="0" bIns="0" rtlCol="0">
            <a:spAutoFit/>
          </a:bodyPr>
          <a:lstStyle/>
          <a:p>
            <a:pPr algn="ctr">
              <a:spcAft>
                <a:spcPts val="600"/>
              </a:spcAft>
            </a:pPr>
            <a:r>
              <a:rPr lang="en-US" sz="1000" dirty="0">
                <a:latin typeface="Arial" panose="020B0604020202020204" pitchFamily="34" charset="0"/>
              </a:rPr>
              <a:t>VM object</a:t>
            </a:r>
          </a:p>
        </p:txBody>
      </p:sp>
      <p:grpSp>
        <p:nvGrpSpPr>
          <p:cNvPr id="153" name="Picture Placeholder 87" descr="Security 2&#10;">
            <a:extLst>
              <a:ext uri="{FF2B5EF4-FFF2-40B4-BE49-F238E27FC236}">
                <a16:creationId xmlns:a16="http://schemas.microsoft.com/office/drawing/2014/main" id="{7B765AB8-44F4-EAD6-3228-76F3CB7884F6}"/>
              </a:ext>
            </a:extLst>
          </p:cNvPr>
          <p:cNvGrpSpPr/>
          <p:nvPr/>
        </p:nvGrpSpPr>
        <p:grpSpPr>
          <a:xfrm>
            <a:off x="4160285" y="4830194"/>
            <a:ext cx="119981" cy="174803"/>
            <a:chOff x="5912431" y="1949843"/>
            <a:chExt cx="411098" cy="598939"/>
          </a:xfrm>
          <a:solidFill>
            <a:schemeClr val="tx1"/>
          </a:solidFill>
        </p:grpSpPr>
        <p:sp>
          <p:nvSpPr>
            <p:cNvPr id="154" name="Picture Placeholder 87">
              <a:extLst>
                <a:ext uri="{FF2B5EF4-FFF2-40B4-BE49-F238E27FC236}">
                  <a16:creationId xmlns:a16="http://schemas.microsoft.com/office/drawing/2014/main" id="{374600C8-733B-89BE-02AC-8AE200E6E87E}"/>
                </a:ext>
              </a:extLst>
            </p:cNvPr>
            <p:cNvSpPr/>
            <p:nvPr/>
          </p:nvSpPr>
          <p:spPr>
            <a:xfrm>
              <a:off x="5958601" y="2179426"/>
              <a:ext cx="166336" cy="166336"/>
            </a:xfrm>
            <a:custGeom>
              <a:avLst/>
              <a:gdLst>
                <a:gd name="connsiteX0" fmla="*/ 7590 w 166336"/>
                <a:gd name="connsiteY0" fmla="*/ 166337 h 166336"/>
                <a:gd name="connsiteX1" fmla="*/ 0 w 166336"/>
                <a:gd name="connsiteY1" fmla="*/ 158747 h 166336"/>
                <a:gd name="connsiteX2" fmla="*/ 158747 w 166336"/>
                <a:gd name="connsiteY2" fmla="*/ 0 h 166336"/>
                <a:gd name="connsiteX3" fmla="*/ 166337 w 166336"/>
                <a:gd name="connsiteY3" fmla="*/ 7590 h 166336"/>
                <a:gd name="connsiteX4" fmla="*/ 158747 w 166336"/>
                <a:gd name="connsiteY4" fmla="*/ 15179 h 166336"/>
                <a:gd name="connsiteX5" fmla="*/ 15812 w 166336"/>
                <a:gd name="connsiteY5" fmla="*/ 158115 h 166336"/>
                <a:gd name="connsiteX6" fmla="*/ 7590 w 166336"/>
                <a:gd name="connsiteY6" fmla="*/ 166337 h 16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6" h="166336">
                  <a:moveTo>
                    <a:pt x="7590" y="166337"/>
                  </a:moveTo>
                  <a:cubicBezTo>
                    <a:pt x="3162" y="166337"/>
                    <a:pt x="0" y="162542"/>
                    <a:pt x="0" y="158747"/>
                  </a:cubicBezTo>
                  <a:cubicBezTo>
                    <a:pt x="0" y="71468"/>
                    <a:pt x="71468" y="0"/>
                    <a:pt x="158747" y="0"/>
                  </a:cubicBezTo>
                  <a:cubicBezTo>
                    <a:pt x="163175" y="0"/>
                    <a:pt x="166337" y="3795"/>
                    <a:pt x="166337" y="7590"/>
                  </a:cubicBezTo>
                  <a:cubicBezTo>
                    <a:pt x="166337" y="11384"/>
                    <a:pt x="162542" y="15179"/>
                    <a:pt x="158747" y="15179"/>
                  </a:cubicBezTo>
                  <a:cubicBezTo>
                    <a:pt x="79690" y="15179"/>
                    <a:pt x="15812" y="79058"/>
                    <a:pt x="15812" y="158115"/>
                  </a:cubicBezTo>
                  <a:cubicBezTo>
                    <a:pt x="15179" y="162542"/>
                    <a:pt x="12017" y="166337"/>
                    <a:pt x="7590" y="166337"/>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nvGrpSpPr>
            <p:cNvPr id="155" name="Picture Placeholder 87">
              <a:extLst>
                <a:ext uri="{FF2B5EF4-FFF2-40B4-BE49-F238E27FC236}">
                  <a16:creationId xmlns:a16="http://schemas.microsoft.com/office/drawing/2014/main" id="{79DC9827-B3F6-07C0-3DD1-C3CA7DA3DE03}"/>
                </a:ext>
              </a:extLst>
            </p:cNvPr>
            <p:cNvGrpSpPr/>
            <p:nvPr/>
          </p:nvGrpSpPr>
          <p:grpSpPr>
            <a:xfrm>
              <a:off x="5912431" y="1949843"/>
              <a:ext cx="411098" cy="598939"/>
              <a:chOff x="5912431" y="1949843"/>
              <a:chExt cx="411098" cy="598939"/>
            </a:xfrm>
            <a:grpFill/>
          </p:grpSpPr>
          <p:sp>
            <p:nvSpPr>
              <p:cNvPr id="156" name="Picture Placeholder 87">
                <a:extLst>
                  <a:ext uri="{FF2B5EF4-FFF2-40B4-BE49-F238E27FC236}">
                    <a16:creationId xmlns:a16="http://schemas.microsoft.com/office/drawing/2014/main" id="{9601A339-29B8-D32E-1417-855BB21FBA8B}"/>
                  </a:ext>
                </a:extLst>
              </p:cNvPr>
              <p:cNvSpPr/>
              <p:nvPr/>
            </p:nvSpPr>
            <p:spPr>
              <a:xfrm>
                <a:off x="5912431" y="1949843"/>
                <a:ext cx="411098" cy="598939"/>
              </a:xfrm>
              <a:custGeom>
                <a:avLst/>
                <a:gdLst>
                  <a:gd name="connsiteX0" fmla="*/ 316230 w 411098"/>
                  <a:gd name="connsiteY0" fmla="*/ 220096 h 598939"/>
                  <a:gd name="connsiteX1" fmla="*/ 316230 w 411098"/>
                  <a:gd name="connsiteY1" fmla="*/ 104988 h 598939"/>
                  <a:gd name="connsiteX2" fmla="*/ 215036 w 411098"/>
                  <a:gd name="connsiteY2" fmla="*/ 0 h 598939"/>
                  <a:gd name="connsiteX3" fmla="*/ 196063 w 411098"/>
                  <a:gd name="connsiteY3" fmla="*/ 0 h 598939"/>
                  <a:gd name="connsiteX4" fmla="*/ 94869 w 411098"/>
                  <a:gd name="connsiteY4" fmla="*/ 104988 h 598939"/>
                  <a:gd name="connsiteX5" fmla="*/ 94869 w 411098"/>
                  <a:gd name="connsiteY5" fmla="*/ 220096 h 598939"/>
                  <a:gd name="connsiteX6" fmla="*/ 0 w 411098"/>
                  <a:gd name="connsiteY6" fmla="*/ 393390 h 598939"/>
                  <a:gd name="connsiteX7" fmla="*/ 205549 w 411098"/>
                  <a:gd name="connsiteY7" fmla="*/ 598940 h 598939"/>
                  <a:gd name="connsiteX8" fmla="*/ 411099 w 411098"/>
                  <a:gd name="connsiteY8" fmla="*/ 393390 h 598939"/>
                  <a:gd name="connsiteX9" fmla="*/ 316230 w 411098"/>
                  <a:gd name="connsiteY9" fmla="*/ 220096 h 598939"/>
                  <a:gd name="connsiteX10" fmla="*/ 110680 w 411098"/>
                  <a:gd name="connsiteY10" fmla="*/ 104988 h 598939"/>
                  <a:gd name="connsiteX11" fmla="*/ 196063 w 411098"/>
                  <a:gd name="connsiteY11" fmla="*/ 15812 h 598939"/>
                  <a:gd name="connsiteX12" fmla="*/ 215036 w 411098"/>
                  <a:gd name="connsiteY12" fmla="*/ 15812 h 598939"/>
                  <a:gd name="connsiteX13" fmla="*/ 300419 w 411098"/>
                  <a:gd name="connsiteY13" fmla="*/ 104988 h 598939"/>
                  <a:gd name="connsiteX14" fmla="*/ 300419 w 411098"/>
                  <a:gd name="connsiteY14" fmla="*/ 211242 h 598939"/>
                  <a:gd name="connsiteX15" fmla="*/ 205549 w 411098"/>
                  <a:gd name="connsiteY15" fmla="*/ 187841 h 598939"/>
                  <a:gd name="connsiteX16" fmla="*/ 110680 w 411098"/>
                  <a:gd name="connsiteY16" fmla="*/ 211242 h 598939"/>
                  <a:gd name="connsiteX17" fmla="*/ 110680 w 411098"/>
                  <a:gd name="connsiteY17" fmla="*/ 104988 h 598939"/>
                  <a:gd name="connsiteX18" fmla="*/ 205549 w 411098"/>
                  <a:gd name="connsiteY18" fmla="*/ 583128 h 598939"/>
                  <a:gd name="connsiteX19" fmla="*/ 15812 w 411098"/>
                  <a:gd name="connsiteY19" fmla="*/ 393390 h 598939"/>
                  <a:gd name="connsiteX20" fmla="*/ 205549 w 411098"/>
                  <a:gd name="connsiteY20" fmla="*/ 203652 h 598939"/>
                  <a:gd name="connsiteX21" fmla="*/ 395288 w 411098"/>
                  <a:gd name="connsiteY21" fmla="*/ 393390 h 598939"/>
                  <a:gd name="connsiteX22" fmla="*/ 205549 w 411098"/>
                  <a:gd name="connsiteY22" fmla="*/ 583128 h 59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1098" h="598939">
                    <a:moveTo>
                      <a:pt x="316230" y="220096"/>
                    </a:moveTo>
                    <a:lnTo>
                      <a:pt x="316230" y="104988"/>
                    </a:lnTo>
                    <a:cubicBezTo>
                      <a:pt x="316230" y="47435"/>
                      <a:pt x="270693" y="0"/>
                      <a:pt x="215036" y="0"/>
                    </a:cubicBezTo>
                    <a:lnTo>
                      <a:pt x="196063" y="0"/>
                    </a:lnTo>
                    <a:cubicBezTo>
                      <a:pt x="140406" y="0"/>
                      <a:pt x="94869" y="46802"/>
                      <a:pt x="94869" y="104988"/>
                    </a:cubicBezTo>
                    <a:lnTo>
                      <a:pt x="94869" y="220096"/>
                    </a:lnTo>
                    <a:cubicBezTo>
                      <a:pt x="37948" y="256779"/>
                      <a:pt x="0" y="320657"/>
                      <a:pt x="0" y="393390"/>
                    </a:cubicBezTo>
                    <a:cubicBezTo>
                      <a:pt x="0" y="506600"/>
                      <a:pt x="92339" y="598940"/>
                      <a:pt x="205549" y="598940"/>
                    </a:cubicBezTo>
                    <a:cubicBezTo>
                      <a:pt x="318760" y="598940"/>
                      <a:pt x="411099" y="506600"/>
                      <a:pt x="411099" y="393390"/>
                    </a:cubicBezTo>
                    <a:cubicBezTo>
                      <a:pt x="411099" y="320025"/>
                      <a:pt x="373151" y="256146"/>
                      <a:pt x="316230" y="220096"/>
                    </a:cubicBezTo>
                    <a:close/>
                    <a:moveTo>
                      <a:pt x="110680" y="104988"/>
                    </a:moveTo>
                    <a:cubicBezTo>
                      <a:pt x="110680" y="55656"/>
                      <a:pt x="149261" y="15812"/>
                      <a:pt x="196063" y="15812"/>
                    </a:cubicBezTo>
                    <a:lnTo>
                      <a:pt x="215036" y="15812"/>
                    </a:lnTo>
                    <a:cubicBezTo>
                      <a:pt x="262471" y="15812"/>
                      <a:pt x="300419" y="55656"/>
                      <a:pt x="300419" y="104988"/>
                    </a:cubicBezTo>
                    <a:lnTo>
                      <a:pt x="300419" y="211242"/>
                    </a:lnTo>
                    <a:cubicBezTo>
                      <a:pt x="271958" y="196695"/>
                      <a:pt x="239702" y="187841"/>
                      <a:pt x="205549" y="187841"/>
                    </a:cubicBezTo>
                    <a:cubicBezTo>
                      <a:pt x="171397" y="187841"/>
                      <a:pt x="139141" y="196063"/>
                      <a:pt x="110680" y="211242"/>
                    </a:cubicBezTo>
                    <a:lnTo>
                      <a:pt x="110680" y="104988"/>
                    </a:lnTo>
                    <a:close/>
                    <a:moveTo>
                      <a:pt x="205549" y="583128"/>
                    </a:moveTo>
                    <a:cubicBezTo>
                      <a:pt x="101194" y="583128"/>
                      <a:pt x="15812" y="497746"/>
                      <a:pt x="15812" y="393390"/>
                    </a:cubicBezTo>
                    <a:cubicBezTo>
                      <a:pt x="15812" y="289034"/>
                      <a:pt x="101194" y="203652"/>
                      <a:pt x="205549" y="203652"/>
                    </a:cubicBezTo>
                    <a:cubicBezTo>
                      <a:pt x="309905" y="203652"/>
                      <a:pt x="395288" y="289034"/>
                      <a:pt x="395288" y="393390"/>
                    </a:cubicBezTo>
                    <a:cubicBezTo>
                      <a:pt x="395288" y="497746"/>
                      <a:pt x="309905" y="583128"/>
                      <a:pt x="205549" y="583128"/>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157" name="Picture Placeholder 87">
                <a:extLst>
                  <a:ext uri="{FF2B5EF4-FFF2-40B4-BE49-F238E27FC236}">
                    <a16:creationId xmlns:a16="http://schemas.microsoft.com/office/drawing/2014/main" id="{21B5422F-3474-C590-9D7D-8DBBBF9D46E3}"/>
                  </a:ext>
                </a:extLst>
              </p:cNvPr>
              <p:cNvSpPr/>
              <p:nvPr/>
            </p:nvSpPr>
            <p:spPr>
              <a:xfrm>
                <a:off x="6084460" y="2289474"/>
                <a:ext cx="67673" cy="106253"/>
              </a:xfrm>
              <a:custGeom>
                <a:avLst/>
                <a:gdLst>
                  <a:gd name="connsiteX0" fmla="*/ 33520 w 67673"/>
                  <a:gd name="connsiteY0" fmla="*/ 0 h 106253"/>
                  <a:gd name="connsiteX1" fmla="*/ 0 w 67673"/>
                  <a:gd name="connsiteY1" fmla="*/ 33520 h 106253"/>
                  <a:gd name="connsiteX2" fmla="*/ 17076 w 67673"/>
                  <a:gd name="connsiteY2" fmla="*/ 62614 h 106253"/>
                  <a:gd name="connsiteX3" fmla="*/ 17076 w 67673"/>
                  <a:gd name="connsiteY3" fmla="*/ 97399 h 106253"/>
                  <a:gd name="connsiteX4" fmla="*/ 25931 w 67673"/>
                  <a:gd name="connsiteY4" fmla="*/ 106253 h 106253"/>
                  <a:gd name="connsiteX5" fmla="*/ 41742 w 67673"/>
                  <a:gd name="connsiteY5" fmla="*/ 106253 h 106253"/>
                  <a:gd name="connsiteX6" fmla="*/ 50597 w 67673"/>
                  <a:gd name="connsiteY6" fmla="*/ 97399 h 106253"/>
                  <a:gd name="connsiteX7" fmla="*/ 50597 w 67673"/>
                  <a:gd name="connsiteY7" fmla="*/ 62614 h 106253"/>
                  <a:gd name="connsiteX8" fmla="*/ 67673 w 67673"/>
                  <a:gd name="connsiteY8" fmla="*/ 33520 h 106253"/>
                  <a:gd name="connsiteX9" fmla="*/ 33520 w 67673"/>
                  <a:gd name="connsiteY9" fmla="*/ 0 h 10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673" h="106253">
                    <a:moveTo>
                      <a:pt x="33520" y="0"/>
                    </a:moveTo>
                    <a:cubicBezTo>
                      <a:pt x="15179" y="0"/>
                      <a:pt x="0" y="15179"/>
                      <a:pt x="0" y="33520"/>
                    </a:cubicBezTo>
                    <a:cubicBezTo>
                      <a:pt x="0" y="46170"/>
                      <a:pt x="6957" y="56921"/>
                      <a:pt x="17076" y="62614"/>
                    </a:cubicBezTo>
                    <a:lnTo>
                      <a:pt x="17076" y="97399"/>
                    </a:lnTo>
                    <a:cubicBezTo>
                      <a:pt x="17076" y="102459"/>
                      <a:pt x="20871" y="106253"/>
                      <a:pt x="25931" y="106253"/>
                    </a:cubicBezTo>
                    <a:lnTo>
                      <a:pt x="41742" y="106253"/>
                    </a:lnTo>
                    <a:cubicBezTo>
                      <a:pt x="46802" y="106253"/>
                      <a:pt x="50597" y="102459"/>
                      <a:pt x="50597" y="97399"/>
                    </a:cubicBezTo>
                    <a:lnTo>
                      <a:pt x="50597" y="62614"/>
                    </a:lnTo>
                    <a:cubicBezTo>
                      <a:pt x="60716" y="56921"/>
                      <a:pt x="67673" y="46170"/>
                      <a:pt x="67673" y="33520"/>
                    </a:cubicBezTo>
                    <a:cubicBezTo>
                      <a:pt x="67041" y="15179"/>
                      <a:pt x="51862" y="0"/>
                      <a:pt x="33520" y="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grpSp>
      <p:sp>
        <p:nvSpPr>
          <p:cNvPr id="158" name="Rectangle 157">
            <a:extLst>
              <a:ext uri="{FF2B5EF4-FFF2-40B4-BE49-F238E27FC236}">
                <a16:creationId xmlns:a16="http://schemas.microsoft.com/office/drawing/2014/main" id="{8E7AED71-3ECC-F27E-3385-E1F5395EFA00}"/>
              </a:ext>
            </a:extLst>
          </p:cNvPr>
          <p:cNvSpPr/>
          <p:nvPr/>
        </p:nvSpPr>
        <p:spPr>
          <a:xfrm>
            <a:off x="4359645"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59" name="Rectangle 158">
            <a:extLst>
              <a:ext uri="{FF2B5EF4-FFF2-40B4-BE49-F238E27FC236}">
                <a16:creationId xmlns:a16="http://schemas.microsoft.com/office/drawing/2014/main" id="{81146AE0-817E-3638-90B1-4C044F76EE78}"/>
              </a:ext>
            </a:extLst>
          </p:cNvPr>
          <p:cNvSpPr/>
          <p:nvPr/>
        </p:nvSpPr>
        <p:spPr>
          <a:xfrm>
            <a:off x="4512045"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60" name="Rectangle 159">
            <a:extLst>
              <a:ext uri="{FF2B5EF4-FFF2-40B4-BE49-F238E27FC236}">
                <a16:creationId xmlns:a16="http://schemas.microsoft.com/office/drawing/2014/main" id="{7494B229-9C36-321A-CDAF-77A444795522}"/>
              </a:ext>
            </a:extLst>
          </p:cNvPr>
          <p:cNvSpPr/>
          <p:nvPr/>
        </p:nvSpPr>
        <p:spPr>
          <a:xfrm>
            <a:off x="4664445"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61" name="Rectangle 160">
            <a:extLst>
              <a:ext uri="{FF2B5EF4-FFF2-40B4-BE49-F238E27FC236}">
                <a16:creationId xmlns:a16="http://schemas.microsoft.com/office/drawing/2014/main" id="{563E09CE-9376-F09B-EFAD-076C1A738EBA}"/>
              </a:ext>
            </a:extLst>
          </p:cNvPr>
          <p:cNvSpPr/>
          <p:nvPr/>
        </p:nvSpPr>
        <p:spPr>
          <a:xfrm>
            <a:off x="4816845"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62" name="Rectangle 161">
            <a:extLst>
              <a:ext uri="{FF2B5EF4-FFF2-40B4-BE49-F238E27FC236}">
                <a16:creationId xmlns:a16="http://schemas.microsoft.com/office/drawing/2014/main" id="{D8269E16-A4F7-36AB-AE97-81CEE4DA44EB}"/>
              </a:ext>
            </a:extLst>
          </p:cNvPr>
          <p:cNvSpPr/>
          <p:nvPr/>
        </p:nvSpPr>
        <p:spPr>
          <a:xfrm>
            <a:off x="4969245"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63" name="Rectangle 162">
            <a:extLst>
              <a:ext uri="{FF2B5EF4-FFF2-40B4-BE49-F238E27FC236}">
                <a16:creationId xmlns:a16="http://schemas.microsoft.com/office/drawing/2014/main" id="{C4FC68CE-CC6D-FC70-8DE3-B96F7F4B39CE}"/>
              </a:ext>
            </a:extLst>
          </p:cNvPr>
          <p:cNvSpPr/>
          <p:nvPr/>
        </p:nvSpPr>
        <p:spPr>
          <a:xfrm>
            <a:off x="5121645"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64" name="Rectangle 163">
            <a:extLst>
              <a:ext uri="{FF2B5EF4-FFF2-40B4-BE49-F238E27FC236}">
                <a16:creationId xmlns:a16="http://schemas.microsoft.com/office/drawing/2014/main" id="{7B9D6ACC-89C6-4053-8608-BA192B00EC89}"/>
              </a:ext>
            </a:extLst>
          </p:cNvPr>
          <p:cNvSpPr/>
          <p:nvPr/>
        </p:nvSpPr>
        <p:spPr>
          <a:xfrm>
            <a:off x="5274045"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65" name="Rectangle 164">
            <a:extLst>
              <a:ext uri="{FF2B5EF4-FFF2-40B4-BE49-F238E27FC236}">
                <a16:creationId xmlns:a16="http://schemas.microsoft.com/office/drawing/2014/main" id="{3A08CBEA-0394-8D5F-E1E1-5C71F46687FD}"/>
              </a:ext>
            </a:extLst>
          </p:cNvPr>
          <p:cNvSpPr/>
          <p:nvPr/>
        </p:nvSpPr>
        <p:spPr>
          <a:xfrm>
            <a:off x="2278414"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66" name="Rectangle 165">
            <a:extLst>
              <a:ext uri="{FF2B5EF4-FFF2-40B4-BE49-F238E27FC236}">
                <a16:creationId xmlns:a16="http://schemas.microsoft.com/office/drawing/2014/main" id="{ECFF11DF-DB9E-27AA-B80F-6FD4B32070D3}"/>
              </a:ext>
            </a:extLst>
          </p:cNvPr>
          <p:cNvSpPr/>
          <p:nvPr/>
        </p:nvSpPr>
        <p:spPr>
          <a:xfrm>
            <a:off x="2430814"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67" name="Rectangle 166">
            <a:extLst>
              <a:ext uri="{FF2B5EF4-FFF2-40B4-BE49-F238E27FC236}">
                <a16:creationId xmlns:a16="http://schemas.microsoft.com/office/drawing/2014/main" id="{F7A0FABD-C93E-AC70-9AAB-963CCB84C7E1}"/>
              </a:ext>
            </a:extLst>
          </p:cNvPr>
          <p:cNvSpPr/>
          <p:nvPr/>
        </p:nvSpPr>
        <p:spPr>
          <a:xfrm>
            <a:off x="2583214"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68" name="Rectangle 167">
            <a:extLst>
              <a:ext uri="{FF2B5EF4-FFF2-40B4-BE49-F238E27FC236}">
                <a16:creationId xmlns:a16="http://schemas.microsoft.com/office/drawing/2014/main" id="{D7499369-6F3D-8988-5168-CE326A6231F1}"/>
              </a:ext>
            </a:extLst>
          </p:cNvPr>
          <p:cNvSpPr/>
          <p:nvPr/>
        </p:nvSpPr>
        <p:spPr>
          <a:xfrm>
            <a:off x="2735614"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69" name="Rectangle 168">
            <a:extLst>
              <a:ext uri="{FF2B5EF4-FFF2-40B4-BE49-F238E27FC236}">
                <a16:creationId xmlns:a16="http://schemas.microsoft.com/office/drawing/2014/main" id="{07BC563E-357A-AF74-1E0B-A94EA8BFCD12}"/>
              </a:ext>
            </a:extLst>
          </p:cNvPr>
          <p:cNvSpPr/>
          <p:nvPr/>
        </p:nvSpPr>
        <p:spPr>
          <a:xfrm>
            <a:off x="2888014"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70" name="Rectangle 169">
            <a:extLst>
              <a:ext uri="{FF2B5EF4-FFF2-40B4-BE49-F238E27FC236}">
                <a16:creationId xmlns:a16="http://schemas.microsoft.com/office/drawing/2014/main" id="{238E8BF9-152B-1E05-CE9A-0CDE429F37BC}"/>
              </a:ext>
            </a:extLst>
          </p:cNvPr>
          <p:cNvSpPr/>
          <p:nvPr/>
        </p:nvSpPr>
        <p:spPr>
          <a:xfrm>
            <a:off x="3040414"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71" name="Rectangle 170">
            <a:extLst>
              <a:ext uri="{FF2B5EF4-FFF2-40B4-BE49-F238E27FC236}">
                <a16:creationId xmlns:a16="http://schemas.microsoft.com/office/drawing/2014/main" id="{BEA923F9-ED94-7FAF-1AAA-FD86F604B505}"/>
              </a:ext>
            </a:extLst>
          </p:cNvPr>
          <p:cNvSpPr/>
          <p:nvPr/>
        </p:nvSpPr>
        <p:spPr>
          <a:xfrm>
            <a:off x="3192814" y="4855829"/>
            <a:ext cx="123821" cy="123821"/>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cxnSp>
        <p:nvCxnSpPr>
          <p:cNvPr id="172" name="Straight Connector 171">
            <a:extLst>
              <a:ext uri="{FF2B5EF4-FFF2-40B4-BE49-F238E27FC236}">
                <a16:creationId xmlns:a16="http://schemas.microsoft.com/office/drawing/2014/main" id="{37491246-4853-7DC2-2DA1-885A38B001E8}"/>
              </a:ext>
            </a:extLst>
          </p:cNvPr>
          <p:cNvCxnSpPr>
            <a:cxnSpLocks/>
          </p:cNvCxnSpPr>
          <p:nvPr/>
        </p:nvCxnSpPr>
        <p:spPr bwMode="gray">
          <a:xfrm flipV="1">
            <a:off x="1492456" y="4805873"/>
            <a:ext cx="0" cy="231610"/>
          </a:xfrm>
          <a:prstGeom prst="line">
            <a:avLst/>
          </a:prstGeom>
          <a:ln w="25400">
            <a:solidFill>
              <a:schemeClr val="accent5">
                <a:lumMod val="60000"/>
                <a:lumOff val="40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9A912E80-68A1-51CF-7392-217E13AC8507}"/>
              </a:ext>
            </a:extLst>
          </p:cNvPr>
          <p:cNvCxnSpPr>
            <a:cxnSpLocks/>
          </p:cNvCxnSpPr>
          <p:nvPr/>
        </p:nvCxnSpPr>
        <p:spPr bwMode="gray">
          <a:xfrm flipH="1">
            <a:off x="4223827" y="4596612"/>
            <a:ext cx="350128" cy="0"/>
          </a:xfrm>
          <a:prstGeom prst="line">
            <a:avLst/>
          </a:prstGeom>
          <a:ln w="25400">
            <a:solidFill>
              <a:schemeClr val="accent5">
                <a:lumMod val="60000"/>
                <a:lumOff val="40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0B71B918-565E-FE86-8659-D3A02334227B}"/>
              </a:ext>
            </a:extLst>
          </p:cNvPr>
          <p:cNvCxnSpPr>
            <a:cxnSpLocks/>
          </p:cNvCxnSpPr>
          <p:nvPr/>
        </p:nvCxnSpPr>
        <p:spPr bwMode="gray">
          <a:xfrm>
            <a:off x="4573955" y="4596612"/>
            <a:ext cx="0" cy="149754"/>
          </a:xfrm>
          <a:prstGeom prst="line">
            <a:avLst/>
          </a:prstGeom>
          <a:ln w="25400">
            <a:solidFill>
              <a:schemeClr val="accent5">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32770673-8223-2F0F-4D37-8EB0C87E6B7C}"/>
              </a:ext>
            </a:extLst>
          </p:cNvPr>
          <p:cNvCxnSpPr>
            <a:cxnSpLocks/>
          </p:cNvCxnSpPr>
          <p:nvPr/>
        </p:nvCxnSpPr>
        <p:spPr bwMode="gray">
          <a:xfrm flipH="1">
            <a:off x="4827273" y="4596612"/>
            <a:ext cx="350128" cy="0"/>
          </a:xfrm>
          <a:prstGeom prst="line">
            <a:avLst/>
          </a:prstGeom>
          <a:ln w="25400">
            <a:solidFill>
              <a:schemeClr val="accent5">
                <a:lumMod val="60000"/>
                <a:lumOff val="40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014A3DA9-1CFF-FD4C-7FB3-51871F1076DA}"/>
              </a:ext>
            </a:extLst>
          </p:cNvPr>
          <p:cNvCxnSpPr>
            <a:cxnSpLocks/>
          </p:cNvCxnSpPr>
          <p:nvPr/>
        </p:nvCxnSpPr>
        <p:spPr bwMode="gray">
          <a:xfrm>
            <a:off x="5177401" y="4596612"/>
            <a:ext cx="0" cy="149754"/>
          </a:xfrm>
          <a:prstGeom prst="line">
            <a:avLst/>
          </a:prstGeom>
          <a:ln w="25400">
            <a:solidFill>
              <a:schemeClr val="accent5">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CCB60399-5729-9314-3753-5260D2445F58}"/>
              </a:ext>
            </a:extLst>
          </p:cNvPr>
          <p:cNvCxnSpPr>
            <a:cxnSpLocks/>
          </p:cNvCxnSpPr>
          <p:nvPr/>
        </p:nvCxnSpPr>
        <p:spPr bwMode="gray">
          <a:xfrm flipV="1">
            <a:off x="2052347" y="5388458"/>
            <a:ext cx="0" cy="161574"/>
          </a:xfrm>
          <a:prstGeom prst="line">
            <a:avLst/>
          </a:prstGeom>
          <a:ln w="25400">
            <a:solidFill>
              <a:srgbClr val="A78CC3"/>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A8814505-F0AC-54FD-17C8-1D28E84740C3}"/>
              </a:ext>
            </a:extLst>
          </p:cNvPr>
          <p:cNvCxnSpPr>
            <a:cxnSpLocks/>
          </p:cNvCxnSpPr>
          <p:nvPr/>
        </p:nvCxnSpPr>
        <p:spPr bwMode="gray">
          <a:xfrm>
            <a:off x="2052347" y="5550032"/>
            <a:ext cx="136022" cy="0"/>
          </a:xfrm>
          <a:prstGeom prst="line">
            <a:avLst/>
          </a:prstGeom>
          <a:ln w="25400">
            <a:solidFill>
              <a:schemeClr val="accent5">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24A469A3-8538-AA64-EAE6-FBEF4623AE55}"/>
              </a:ext>
            </a:extLst>
          </p:cNvPr>
          <p:cNvCxnSpPr>
            <a:cxnSpLocks/>
          </p:cNvCxnSpPr>
          <p:nvPr/>
        </p:nvCxnSpPr>
        <p:spPr bwMode="gray">
          <a:xfrm flipV="1">
            <a:off x="4878755" y="5160026"/>
            <a:ext cx="0" cy="231610"/>
          </a:xfrm>
          <a:prstGeom prst="line">
            <a:avLst/>
          </a:prstGeom>
          <a:ln w="25400">
            <a:solidFill>
              <a:schemeClr val="accent5">
                <a:lumMod val="60000"/>
                <a:lumOff val="40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sp>
        <p:nvSpPr>
          <p:cNvPr id="180" name="Rectangle 179">
            <a:extLst>
              <a:ext uri="{FF2B5EF4-FFF2-40B4-BE49-F238E27FC236}">
                <a16:creationId xmlns:a16="http://schemas.microsoft.com/office/drawing/2014/main" id="{C378A4E9-9B8E-C60D-386A-ACAC46B239BD}"/>
              </a:ext>
            </a:extLst>
          </p:cNvPr>
          <p:cNvSpPr/>
          <p:nvPr/>
        </p:nvSpPr>
        <p:spPr>
          <a:xfrm>
            <a:off x="2206498" y="5772716"/>
            <a:ext cx="1975745" cy="193899"/>
          </a:xfrm>
          <a:prstGeom prst="rect">
            <a:avLst/>
          </a:prstGeom>
          <a:noFill/>
        </p:spPr>
        <p:txBody>
          <a:bodyPr wrap="square" lIns="0" tIns="0" rIns="0" bIns="0">
            <a:spAutoFit/>
          </a:bodyPr>
          <a:lstStyle/>
          <a:p>
            <a:pPr lvl="0" algn="ctr">
              <a:lnSpc>
                <a:spcPct val="90000"/>
              </a:lnSpc>
              <a:defRPr/>
            </a:pPr>
            <a:r>
              <a:rPr lang="en-US" sz="1400" kern="0" dirty="0">
                <a:latin typeface="Arial" panose="020B0604020202020204" pitchFamily="34" charset="0"/>
              </a:rPr>
              <a:t>vSAN ESA Datastore</a:t>
            </a:r>
          </a:p>
        </p:txBody>
      </p:sp>
      <p:sp>
        <p:nvSpPr>
          <p:cNvPr id="181" name="Rectangle 180">
            <a:extLst>
              <a:ext uri="{FF2B5EF4-FFF2-40B4-BE49-F238E27FC236}">
                <a16:creationId xmlns:a16="http://schemas.microsoft.com/office/drawing/2014/main" id="{97B538BB-ED46-0198-53C8-6F7E67D70A67}"/>
              </a:ext>
            </a:extLst>
          </p:cNvPr>
          <p:cNvSpPr/>
          <p:nvPr/>
        </p:nvSpPr>
        <p:spPr>
          <a:xfrm>
            <a:off x="974222" y="4534702"/>
            <a:ext cx="123821" cy="123821"/>
          </a:xfrm>
          <a:prstGeom prst="rect">
            <a:avLst/>
          </a:prstGeom>
          <a:solidFill>
            <a:schemeClr val="accent5">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82" name="Rectangle 181">
            <a:extLst>
              <a:ext uri="{FF2B5EF4-FFF2-40B4-BE49-F238E27FC236}">
                <a16:creationId xmlns:a16="http://schemas.microsoft.com/office/drawing/2014/main" id="{DC813FC0-B78A-0A5B-B45A-BA6157A74E4F}"/>
              </a:ext>
            </a:extLst>
          </p:cNvPr>
          <p:cNvSpPr/>
          <p:nvPr/>
        </p:nvSpPr>
        <p:spPr>
          <a:xfrm>
            <a:off x="1126622" y="4534702"/>
            <a:ext cx="123821" cy="123821"/>
          </a:xfrm>
          <a:prstGeom prst="rect">
            <a:avLst/>
          </a:prstGeom>
          <a:solidFill>
            <a:schemeClr val="accent5">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83" name="Rectangle 182">
            <a:extLst>
              <a:ext uri="{FF2B5EF4-FFF2-40B4-BE49-F238E27FC236}">
                <a16:creationId xmlns:a16="http://schemas.microsoft.com/office/drawing/2014/main" id="{2670F4B6-34F3-99D4-96CB-D6742CD564F8}"/>
              </a:ext>
            </a:extLst>
          </p:cNvPr>
          <p:cNvSpPr/>
          <p:nvPr/>
        </p:nvSpPr>
        <p:spPr>
          <a:xfrm>
            <a:off x="1279022" y="4534702"/>
            <a:ext cx="123821" cy="123821"/>
          </a:xfrm>
          <a:prstGeom prst="rect">
            <a:avLst/>
          </a:prstGeom>
          <a:solidFill>
            <a:schemeClr val="accent5">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84" name="Rectangle 183">
            <a:extLst>
              <a:ext uri="{FF2B5EF4-FFF2-40B4-BE49-F238E27FC236}">
                <a16:creationId xmlns:a16="http://schemas.microsoft.com/office/drawing/2014/main" id="{8E3D5B36-E68F-AFAD-86F5-81F59DCA8F01}"/>
              </a:ext>
            </a:extLst>
          </p:cNvPr>
          <p:cNvSpPr/>
          <p:nvPr/>
        </p:nvSpPr>
        <p:spPr>
          <a:xfrm>
            <a:off x="974222" y="4219198"/>
            <a:ext cx="123821" cy="123821"/>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sp>
        <p:nvSpPr>
          <p:cNvPr id="185" name="TextBox 184">
            <a:extLst>
              <a:ext uri="{FF2B5EF4-FFF2-40B4-BE49-F238E27FC236}">
                <a16:creationId xmlns:a16="http://schemas.microsoft.com/office/drawing/2014/main" id="{EA0F0B7A-C256-E835-880C-EB998A8350EC}"/>
              </a:ext>
            </a:extLst>
          </p:cNvPr>
          <p:cNvSpPr txBox="1"/>
          <p:nvPr/>
        </p:nvSpPr>
        <p:spPr>
          <a:xfrm>
            <a:off x="1812312" y="1728160"/>
            <a:ext cx="2764117" cy="430887"/>
          </a:xfrm>
          <a:prstGeom prst="rect">
            <a:avLst/>
          </a:prstGeom>
          <a:noFill/>
        </p:spPr>
        <p:txBody>
          <a:bodyPr wrap="square" lIns="0" tIns="0" rIns="0" bIns="0">
            <a:spAutoFit/>
          </a:bodyPr>
          <a:lstStyle/>
          <a:p>
            <a:pPr algn="ctr"/>
            <a:r>
              <a:rPr lang="en-US" sz="1400" dirty="0">
                <a:solidFill>
                  <a:schemeClr val="accent5"/>
                </a:solidFill>
                <a:latin typeface="Arial" panose="020B0604020202020204" pitchFamily="34" charset="0"/>
              </a:rPr>
              <a:t>Encrypted VMs stored with</a:t>
            </a:r>
            <a:br>
              <a:rPr lang="en-US" sz="1400" dirty="0">
                <a:solidFill>
                  <a:schemeClr val="accent5"/>
                </a:solidFill>
                <a:latin typeface="Arial" panose="020B0604020202020204" pitchFamily="34" charset="0"/>
              </a:rPr>
            </a:br>
            <a:r>
              <a:rPr lang="en-US" sz="1400" dirty="0">
                <a:solidFill>
                  <a:schemeClr val="accent5"/>
                </a:solidFill>
                <a:latin typeface="Arial" panose="020B0604020202020204" pitchFamily="34" charset="0"/>
              </a:rPr>
              <a:t>maximum space efficiency</a:t>
            </a:r>
          </a:p>
        </p:txBody>
      </p:sp>
      <p:sp>
        <p:nvSpPr>
          <p:cNvPr id="186" name="Rectangle 185">
            <a:extLst>
              <a:ext uri="{FF2B5EF4-FFF2-40B4-BE49-F238E27FC236}">
                <a16:creationId xmlns:a16="http://schemas.microsoft.com/office/drawing/2014/main" id="{9AB0067A-23D4-AB91-17AE-A5980103458A}"/>
              </a:ext>
            </a:extLst>
          </p:cNvPr>
          <p:cNvSpPr/>
          <p:nvPr/>
        </p:nvSpPr>
        <p:spPr>
          <a:xfrm>
            <a:off x="1126622" y="4219198"/>
            <a:ext cx="123821" cy="123821"/>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grpSp>
        <p:nvGrpSpPr>
          <p:cNvPr id="187" name="Picture Placeholder 87" descr="Security 2&#10;">
            <a:extLst>
              <a:ext uri="{FF2B5EF4-FFF2-40B4-BE49-F238E27FC236}">
                <a16:creationId xmlns:a16="http://schemas.microsoft.com/office/drawing/2014/main" id="{CF5B02D6-47A7-B25C-3060-2283EEFFB59B}"/>
              </a:ext>
            </a:extLst>
          </p:cNvPr>
          <p:cNvGrpSpPr/>
          <p:nvPr/>
        </p:nvGrpSpPr>
        <p:grpSpPr>
          <a:xfrm>
            <a:off x="1684534" y="1760779"/>
            <a:ext cx="254894" cy="371361"/>
            <a:chOff x="5912431" y="1949843"/>
            <a:chExt cx="411098" cy="598939"/>
          </a:xfrm>
          <a:solidFill>
            <a:schemeClr val="accent5"/>
          </a:solidFill>
        </p:grpSpPr>
        <p:sp>
          <p:nvSpPr>
            <p:cNvPr id="188" name="Picture Placeholder 87">
              <a:extLst>
                <a:ext uri="{FF2B5EF4-FFF2-40B4-BE49-F238E27FC236}">
                  <a16:creationId xmlns:a16="http://schemas.microsoft.com/office/drawing/2014/main" id="{E1D7D373-7351-ABA5-DBEA-59C7B38118C6}"/>
                </a:ext>
              </a:extLst>
            </p:cNvPr>
            <p:cNvSpPr/>
            <p:nvPr/>
          </p:nvSpPr>
          <p:spPr>
            <a:xfrm>
              <a:off x="5958601" y="2179426"/>
              <a:ext cx="166336" cy="166336"/>
            </a:xfrm>
            <a:custGeom>
              <a:avLst/>
              <a:gdLst>
                <a:gd name="connsiteX0" fmla="*/ 7590 w 166336"/>
                <a:gd name="connsiteY0" fmla="*/ 166337 h 166336"/>
                <a:gd name="connsiteX1" fmla="*/ 0 w 166336"/>
                <a:gd name="connsiteY1" fmla="*/ 158747 h 166336"/>
                <a:gd name="connsiteX2" fmla="*/ 158747 w 166336"/>
                <a:gd name="connsiteY2" fmla="*/ 0 h 166336"/>
                <a:gd name="connsiteX3" fmla="*/ 166337 w 166336"/>
                <a:gd name="connsiteY3" fmla="*/ 7590 h 166336"/>
                <a:gd name="connsiteX4" fmla="*/ 158747 w 166336"/>
                <a:gd name="connsiteY4" fmla="*/ 15179 h 166336"/>
                <a:gd name="connsiteX5" fmla="*/ 15812 w 166336"/>
                <a:gd name="connsiteY5" fmla="*/ 158115 h 166336"/>
                <a:gd name="connsiteX6" fmla="*/ 7590 w 166336"/>
                <a:gd name="connsiteY6" fmla="*/ 166337 h 16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6" h="166336">
                  <a:moveTo>
                    <a:pt x="7590" y="166337"/>
                  </a:moveTo>
                  <a:cubicBezTo>
                    <a:pt x="3162" y="166337"/>
                    <a:pt x="0" y="162542"/>
                    <a:pt x="0" y="158747"/>
                  </a:cubicBezTo>
                  <a:cubicBezTo>
                    <a:pt x="0" y="71468"/>
                    <a:pt x="71468" y="0"/>
                    <a:pt x="158747" y="0"/>
                  </a:cubicBezTo>
                  <a:cubicBezTo>
                    <a:pt x="163175" y="0"/>
                    <a:pt x="166337" y="3795"/>
                    <a:pt x="166337" y="7590"/>
                  </a:cubicBezTo>
                  <a:cubicBezTo>
                    <a:pt x="166337" y="11384"/>
                    <a:pt x="162542" y="15179"/>
                    <a:pt x="158747" y="15179"/>
                  </a:cubicBezTo>
                  <a:cubicBezTo>
                    <a:pt x="79690" y="15179"/>
                    <a:pt x="15812" y="79058"/>
                    <a:pt x="15812" y="158115"/>
                  </a:cubicBezTo>
                  <a:cubicBezTo>
                    <a:pt x="15179" y="162542"/>
                    <a:pt x="12017" y="166337"/>
                    <a:pt x="7590" y="166337"/>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nvGrpSpPr>
            <p:cNvPr id="189" name="Picture Placeholder 87">
              <a:extLst>
                <a:ext uri="{FF2B5EF4-FFF2-40B4-BE49-F238E27FC236}">
                  <a16:creationId xmlns:a16="http://schemas.microsoft.com/office/drawing/2014/main" id="{D832AB26-5ABA-8EF2-4C4F-E9C707356BE1}"/>
                </a:ext>
              </a:extLst>
            </p:cNvPr>
            <p:cNvGrpSpPr/>
            <p:nvPr/>
          </p:nvGrpSpPr>
          <p:grpSpPr>
            <a:xfrm>
              <a:off x="5912431" y="1949843"/>
              <a:ext cx="411098" cy="598939"/>
              <a:chOff x="5912431" y="1949843"/>
              <a:chExt cx="411098" cy="598939"/>
            </a:xfrm>
            <a:grpFill/>
          </p:grpSpPr>
          <p:sp>
            <p:nvSpPr>
              <p:cNvPr id="190" name="Picture Placeholder 87">
                <a:extLst>
                  <a:ext uri="{FF2B5EF4-FFF2-40B4-BE49-F238E27FC236}">
                    <a16:creationId xmlns:a16="http://schemas.microsoft.com/office/drawing/2014/main" id="{2647151D-F994-E5EF-DA6B-A22BA736E13E}"/>
                  </a:ext>
                </a:extLst>
              </p:cNvPr>
              <p:cNvSpPr/>
              <p:nvPr/>
            </p:nvSpPr>
            <p:spPr>
              <a:xfrm>
                <a:off x="5912431" y="1949843"/>
                <a:ext cx="411098" cy="598939"/>
              </a:xfrm>
              <a:custGeom>
                <a:avLst/>
                <a:gdLst>
                  <a:gd name="connsiteX0" fmla="*/ 316230 w 411098"/>
                  <a:gd name="connsiteY0" fmla="*/ 220096 h 598939"/>
                  <a:gd name="connsiteX1" fmla="*/ 316230 w 411098"/>
                  <a:gd name="connsiteY1" fmla="*/ 104988 h 598939"/>
                  <a:gd name="connsiteX2" fmla="*/ 215036 w 411098"/>
                  <a:gd name="connsiteY2" fmla="*/ 0 h 598939"/>
                  <a:gd name="connsiteX3" fmla="*/ 196063 w 411098"/>
                  <a:gd name="connsiteY3" fmla="*/ 0 h 598939"/>
                  <a:gd name="connsiteX4" fmla="*/ 94869 w 411098"/>
                  <a:gd name="connsiteY4" fmla="*/ 104988 h 598939"/>
                  <a:gd name="connsiteX5" fmla="*/ 94869 w 411098"/>
                  <a:gd name="connsiteY5" fmla="*/ 220096 h 598939"/>
                  <a:gd name="connsiteX6" fmla="*/ 0 w 411098"/>
                  <a:gd name="connsiteY6" fmla="*/ 393390 h 598939"/>
                  <a:gd name="connsiteX7" fmla="*/ 205549 w 411098"/>
                  <a:gd name="connsiteY7" fmla="*/ 598940 h 598939"/>
                  <a:gd name="connsiteX8" fmla="*/ 411099 w 411098"/>
                  <a:gd name="connsiteY8" fmla="*/ 393390 h 598939"/>
                  <a:gd name="connsiteX9" fmla="*/ 316230 w 411098"/>
                  <a:gd name="connsiteY9" fmla="*/ 220096 h 598939"/>
                  <a:gd name="connsiteX10" fmla="*/ 110680 w 411098"/>
                  <a:gd name="connsiteY10" fmla="*/ 104988 h 598939"/>
                  <a:gd name="connsiteX11" fmla="*/ 196063 w 411098"/>
                  <a:gd name="connsiteY11" fmla="*/ 15812 h 598939"/>
                  <a:gd name="connsiteX12" fmla="*/ 215036 w 411098"/>
                  <a:gd name="connsiteY12" fmla="*/ 15812 h 598939"/>
                  <a:gd name="connsiteX13" fmla="*/ 300419 w 411098"/>
                  <a:gd name="connsiteY13" fmla="*/ 104988 h 598939"/>
                  <a:gd name="connsiteX14" fmla="*/ 300419 w 411098"/>
                  <a:gd name="connsiteY14" fmla="*/ 211242 h 598939"/>
                  <a:gd name="connsiteX15" fmla="*/ 205549 w 411098"/>
                  <a:gd name="connsiteY15" fmla="*/ 187841 h 598939"/>
                  <a:gd name="connsiteX16" fmla="*/ 110680 w 411098"/>
                  <a:gd name="connsiteY16" fmla="*/ 211242 h 598939"/>
                  <a:gd name="connsiteX17" fmla="*/ 110680 w 411098"/>
                  <a:gd name="connsiteY17" fmla="*/ 104988 h 598939"/>
                  <a:gd name="connsiteX18" fmla="*/ 205549 w 411098"/>
                  <a:gd name="connsiteY18" fmla="*/ 583128 h 598939"/>
                  <a:gd name="connsiteX19" fmla="*/ 15812 w 411098"/>
                  <a:gd name="connsiteY19" fmla="*/ 393390 h 598939"/>
                  <a:gd name="connsiteX20" fmla="*/ 205549 w 411098"/>
                  <a:gd name="connsiteY20" fmla="*/ 203652 h 598939"/>
                  <a:gd name="connsiteX21" fmla="*/ 395288 w 411098"/>
                  <a:gd name="connsiteY21" fmla="*/ 393390 h 598939"/>
                  <a:gd name="connsiteX22" fmla="*/ 205549 w 411098"/>
                  <a:gd name="connsiteY22" fmla="*/ 583128 h 59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1098" h="598939">
                    <a:moveTo>
                      <a:pt x="316230" y="220096"/>
                    </a:moveTo>
                    <a:lnTo>
                      <a:pt x="316230" y="104988"/>
                    </a:lnTo>
                    <a:cubicBezTo>
                      <a:pt x="316230" y="47435"/>
                      <a:pt x="270693" y="0"/>
                      <a:pt x="215036" y="0"/>
                    </a:cubicBezTo>
                    <a:lnTo>
                      <a:pt x="196063" y="0"/>
                    </a:lnTo>
                    <a:cubicBezTo>
                      <a:pt x="140406" y="0"/>
                      <a:pt x="94869" y="46802"/>
                      <a:pt x="94869" y="104988"/>
                    </a:cubicBezTo>
                    <a:lnTo>
                      <a:pt x="94869" y="220096"/>
                    </a:lnTo>
                    <a:cubicBezTo>
                      <a:pt x="37948" y="256779"/>
                      <a:pt x="0" y="320657"/>
                      <a:pt x="0" y="393390"/>
                    </a:cubicBezTo>
                    <a:cubicBezTo>
                      <a:pt x="0" y="506600"/>
                      <a:pt x="92339" y="598940"/>
                      <a:pt x="205549" y="598940"/>
                    </a:cubicBezTo>
                    <a:cubicBezTo>
                      <a:pt x="318760" y="598940"/>
                      <a:pt x="411099" y="506600"/>
                      <a:pt x="411099" y="393390"/>
                    </a:cubicBezTo>
                    <a:cubicBezTo>
                      <a:pt x="411099" y="320025"/>
                      <a:pt x="373151" y="256146"/>
                      <a:pt x="316230" y="220096"/>
                    </a:cubicBezTo>
                    <a:close/>
                    <a:moveTo>
                      <a:pt x="110680" y="104988"/>
                    </a:moveTo>
                    <a:cubicBezTo>
                      <a:pt x="110680" y="55656"/>
                      <a:pt x="149261" y="15812"/>
                      <a:pt x="196063" y="15812"/>
                    </a:cubicBezTo>
                    <a:lnTo>
                      <a:pt x="215036" y="15812"/>
                    </a:lnTo>
                    <a:cubicBezTo>
                      <a:pt x="262471" y="15812"/>
                      <a:pt x="300419" y="55656"/>
                      <a:pt x="300419" y="104988"/>
                    </a:cubicBezTo>
                    <a:lnTo>
                      <a:pt x="300419" y="211242"/>
                    </a:lnTo>
                    <a:cubicBezTo>
                      <a:pt x="271958" y="196695"/>
                      <a:pt x="239702" y="187841"/>
                      <a:pt x="205549" y="187841"/>
                    </a:cubicBezTo>
                    <a:cubicBezTo>
                      <a:pt x="171397" y="187841"/>
                      <a:pt x="139141" y="196063"/>
                      <a:pt x="110680" y="211242"/>
                    </a:cubicBezTo>
                    <a:lnTo>
                      <a:pt x="110680" y="104988"/>
                    </a:lnTo>
                    <a:close/>
                    <a:moveTo>
                      <a:pt x="205549" y="583128"/>
                    </a:moveTo>
                    <a:cubicBezTo>
                      <a:pt x="101194" y="583128"/>
                      <a:pt x="15812" y="497746"/>
                      <a:pt x="15812" y="393390"/>
                    </a:cubicBezTo>
                    <a:cubicBezTo>
                      <a:pt x="15812" y="289034"/>
                      <a:pt x="101194" y="203652"/>
                      <a:pt x="205549" y="203652"/>
                    </a:cubicBezTo>
                    <a:cubicBezTo>
                      <a:pt x="309905" y="203652"/>
                      <a:pt x="395288" y="289034"/>
                      <a:pt x="395288" y="393390"/>
                    </a:cubicBezTo>
                    <a:cubicBezTo>
                      <a:pt x="395288" y="497746"/>
                      <a:pt x="309905" y="583128"/>
                      <a:pt x="205549" y="583128"/>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191" name="Picture Placeholder 87">
                <a:extLst>
                  <a:ext uri="{FF2B5EF4-FFF2-40B4-BE49-F238E27FC236}">
                    <a16:creationId xmlns:a16="http://schemas.microsoft.com/office/drawing/2014/main" id="{1E527DE4-1917-BFF8-A9F1-7F531458B272}"/>
                  </a:ext>
                </a:extLst>
              </p:cNvPr>
              <p:cNvSpPr/>
              <p:nvPr/>
            </p:nvSpPr>
            <p:spPr>
              <a:xfrm>
                <a:off x="6084460" y="2289474"/>
                <a:ext cx="67673" cy="106253"/>
              </a:xfrm>
              <a:custGeom>
                <a:avLst/>
                <a:gdLst>
                  <a:gd name="connsiteX0" fmla="*/ 33520 w 67673"/>
                  <a:gd name="connsiteY0" fmla="*/ 0 h 106253"/>
                  <a:gd name="connsiteX1" fmla="*/ 0 w 67673"/>
                  <a:gd name="connsiteY1" fmla="*/ 33520 h 106253"/>
                  <a:gd name="connsiteX2" fmla="*/ 17076 w 67673"/>
                  <a:gd name="connsiteY2" fmla="*/ 62614 h 106253"/>
                  <a:gd name="connsiteX3" fmla="*/ 17076 w 67673"/>
                  <a:gd name="connsiteY3" fmla="*/ 97399 h 106253"/>
                  <a:gd name="connsiteX4" fmla="*/ 25931 w 67673"/>
                  <a:gd name="connsiteY4" fmla="*/ 106253 h 106253"/>
                  <a:gd name="connsiteX5" fmla="*/ 41742 w 67673"/>
                  <a:gd name="connsiteY5" fmla="*/ 106253 h 106253"/>
                  <a:gd name="connsiteX6" fmla="*/ 50597 w 67673"/>
                  <a:gd name="connsiteY6" fmla="*/ 97399 h 106253"/>
                  <a:gd name="connsiteX7" fmla="*/ 50597 w 67673"/>
                  <a:gd name="connsiteY7" fmla="*/ 62614 h 106253"/>
                  <a:gd name="connsiteX8" fmla="*/ 67673 w 67673"/>
                  <a:gd name="connsiteY8" fmla="*/ 33520 h 106253"/>
                  <a:gd name="connsiteX9" fmla="*/ 33520 w 67673"/>
                  <a:gd name="connsiteY9" fmla="*/ 0 h 10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673" h="106253">
                    <a:moveTo>
                      <a:pt x="33520" y="0"/>
                    </a:moveTo>
                    <a:cubicBezTo>
                      <a:pt x="15179" y="0"/>
                      <a:pt x="0" y="15179"/>
                      <a:pt x="0" y="33520"/>
                    </a:cubicBezTo>
                    <a:cubicBezTo>
                      <a:pt x="0" y="46170"/>
                      <a:pt x="6957" y="56921"/>
                      <a:pt x="17076" y="62614"/>
                    </a:cubicBezTo>
                    <a:lnTo>
                      <a:pt x="17076" y="97399"/>
                    </a:lnTo>
                    <a:cubicBezTo>
                      <a:pt x="17076" y="102459"/>
                      <a:pt x="20871" y="106253"/>
                      <a:pt x="25931" y="106253"/>
                    </a:cubicBezTo>
                    <a:lnTo>
                      <a:pt x="41742" y="106253"/>
                    </a:lnTo>
                    <a:cubicBezTo>
                      <a:pt x="46802" y="106253"/>
                      <a:pt x="50597" y="102459"/>
                      <a:pt x="50597" y="97399"/>
                    </a:cubicBezTo>
                    <a:lnTo>
                      <a:pt x="50597" y="62614"/>
                    </a:lnTo>
                    <a:cubicBezTo>
                      <a:pt x="60716" y="56921"/>
                      <a:pt x="67673" y="46170"/>
                      <a:pt x="67673" y="33520"/>
                    </a:cubicBezTo>
                    <a:cubicBezTo>
                      <a:pt x="67041" y="15179"/>
                      <a:pt x="51862" y="0"/>
                      <a:pt x="33520" y="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grpSp>
      <p:cxnSp>
        <p:nvCxnSpPr>
          <p:cNvPr id="192" name="Straight Connector 191">
            <a:extLst>
              <a:ext uri="{FF2B5EF4-FFF2-40B4-BE49-F238E27FC236}">
                <a16:creationId xmlns:a16="http://schemas.microsoft.com/office/drawing/2014/main" id="{78969F6C-23B8-0D52-9229-1810B5B9304E}"/>
              </a:ext>
            </a:extLst>
          </p:cNvPr>
          <p:cNvCxnSpPr>
            <a:cxnSpLocks/>
          </p:cNvCxnSpPr>
          <p:nvPr/>
        </p:nvCxnSpPr>
        <p:spPr bwMode="gray">
          <a:xfrm flipH="1">
            <a:off x="4217939" y="4284968"/>
            <a:ext cx="1179927" cy="0"/>
          </a:xfrm>
          <a:prstGeom prst="line">
            <a:avLst/>
          </a:prstGeom>
          <a:ln w="25400">
            <a:solidFill>
              <a:schemeClr val="accent5">
                <a:lumMod val="60000"/>
                <a:lumOff val="40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grpSp>
        <p:nvGrpSpPr>
          <p:cNvPr id="193" name="Picture Placeholder 96" descr="Detections 2&#10;">
            <a:extLst>
              <a:ext uri="{FF2B5EF4-FFF2-40B4-BE49-F238E27FC236}">
                <a16:creationId xmlns:a16="http://schemas.microsoft.com/office/drawing/2014/main" id="{6F3E4EE8-5AF2-5140-523E-FA07013E0053}"/>
              </a:ext>
            </a:extLst>
          </p:cNvPr>
          <p:cNvGrpSpPr>
            <a:grpSpLocks noChangeAspect="1"/>
          </p:cNvGrpSpPr>
          <p:nvPr/>
        </p:nvGrpSpPr>
        <p:grpSpPr>
          <a:xfrm>
            <a:off x="5463999" y="4161056"/>
            <a:ext cx="220436" cy="281484"/>
            <a:chOff x="9831695" y="721858"/>
            <a:chExt cx="469285" cy="599250"/>
          </a:xfrm>
          <a:solidFill>
            <a:schemeClr val="accent5"/>
          </a:solidFill>
        </p:grpSpPr>
        <p:sp>
          <p:nvSpPr>
            <p:cNvPr id="194" name="Picture Placeholder 96">
              <a:extLst>
                <a:ext uri="{FF2B5EF4-FFF2-40B4-BE49-F238E27FC236}">
                  <a16:creationId xmlns:a16="http://schemas.microsoft.com/office/drawing/2014/main" id="{40D026C4-C75B-522A-2B38-FC1A44902729}"/>
                </a:ext>
              </a:extLst>
            </p:cNvPr>
            <p:cNvSpPr/>
            <p:nvPr/>
          </p:nvSpPr>
          <p:spPr>
            <a:xfrm>
              <a:off x="9964512" y="1194616"/>
              <a:ext cx="224523" cy="101193"/>
            </a:xfrm>
            <a:custGeom>
              <a:avLst/>
              <a:gdLst>
                <a:gd name="connsiteX0" fmla="*/ 4427 w 224523"/>
                <a:gd name="connsiteY0" fmla="*/ 101194 h 101193"/>
                <a:gd name="connsiteX1" fmla="*/ 0 w 224523"/>
                <a:gd name="connsiteY1" fmla="*/ 86015 h 101193"/>
                <a:gd name="connsiteX2" fmla="*/ 125860 w 224523"/>
                <a:gd name="connsiteY2" fmla="*/ 0 h 101193"/>
                <a:gd name="connsiteX3" fmla="*/ 139141 w 224523"/>
                <a:gd name="connsiteY3" fmla="*/ 0 h 101193"/>
                <a:gd name="connsiteX4" fmla="*/ 224523 w 224523"/>
                <a:gd name="connsiteY4" fmla="*/ 65776 h 101193"/>
                <a:gd name="connsiteX5" fmla="*/ 219464 w 224523"/>
                <a:gd name="connsiteY5" fmla="*/ 80955 h 101193"/>
                <a:gd name="connsiteX6" fmla="*/ 132817 w 224523"/>
                <a:gd name="connsiteY6" fmla="*/ 18341 h 101193"/>
                <a:gd name="connsiteX7" fmla="*/ 4427 w 224523"/>
                <a:gd name="connsiteY7" fmla="*/ 101194 h 101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523" h="101193">
                  <a:moveTo>
                    <a:pt x="4427" y="101194"/>
                  </a:moveTo>
                  <a:lnTo>
                    <a:pt x="0" y="86015"/>
                  </a:lnTo>
                  <a:cubicBezTo>
                    <a:pt x="632" y="86015"/>
                    <a:pt x="84750" y="60716"/>
                    <a:pt x="125860" y="0"/>
                  </a:cubicBezTo>
                  <a:lnTo>
                    <a:pt x="139141" y="0"/>
                  </a:lnTo>
                  <a:cubicBezTo>
                    <a:pt x="139141" y="632"/>
                    <a:pt x="170132" y="47435"/>
                    <a:pt x="224523" y="65776"/>
                  </a:cubicBezTo>
                  <a:lnTo>
                    <a:pt x="219464" y="80955"/>
                  </a:lnTo>
                  <a:cubicBezTo>
                    <a:pt x="175191" y="65776"/>
                    <a:pt x="145466" y="34153"/>
                    <a:pt x="132817" y="18341"/>
                  </a:cubicBezTo>
                  <a:cubicBezTo>
                    <a:pt x="86647" y="77160"/>
                    <a:pt x="8222" y="100561"/>
                    <a:pt x="4427" y="101194"/>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195" name="Picture Placeholder 96">
              <a:extLst>
                <a:ext uri="{FF2B5EF4-FFF2-40B4-BE49-F238E27FC236}">
                  <a16:creationId xmlns:a16="http://schemas.microsoft.com/office/drawing/2014/main" id="{52179E96-76B7-E96A-075C-28359F809AC9}"/>
                </a:ext>
              </a:extLst>
            </p:cNvPr>
            <p:cNvSpPr/>
            <p:nvPr/>
          </p:nvSpPr>
          <p:spPr>
            <a:xfrm>
              <a:off x="10039142" y="1256598"/>
              <a:ext cx="77160" cy="64510"/>
            </a:xfrm>
            <a:custGeom>
              <a:avLst/>
              <a:gdLst>
                <a:gd name="connsiteX0" fmla="*/ 3162 w 77160"/>
                <a:gd name="connsiteY0" fmla="*/ 64511 h 64510"/>
                <a:gd name="connsiteX1" fmla="*/ 0 w 77160"/>
                <a:gd name="connsiteY1" fmla="*/ 49332 h 64510"/>
                <a:gd name="connsiteX2" fmla="*/ 1897 w 77160"/>
                <a:gd name="connsiteY2" fmla="*/ 56921 h 64510"/>
                <a:gd name="connsiteX3" fmla="*/ 0 w 77160"/>
                <a:gd name="connsiteY3" fmla="*/ 49332 h 64510"/>
                <a:gd name="connsiteX4" fmla="*/ 63246 w 77160"/>
                <a:gd name="connsiteY4" fmla="*/ 0 h 64510"/>
                <a:gd name="connsiteX5" fmla="*/ 77160 w 77160"/>
                <a:gd name="connsiteY5" fmla="*/ 7590 h 64510"/>
                <a:gd name="connsiteX6" fmla="*/ 3162 w 77160"/>
                <a:gd name="connsiteY6" fmla="*/ 64511 h 6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160" h="64510">
                  <a:moveTo>
                    <a:pt x="3162" y="64511"/>
                  </a:moveTo>
                  <a:lnTo>
                    <a:pt x="0" y="49332"/>
                  </a:lnTo>
                  <a:lnTo>
                    <a:pt x="1897" y="56921"/>
                  </a:lnTo>
                  <a:lnTo>
                    <a:pt x="0" y="49332"/>
                  </a:lnTo>
                  <a:cubicBezTo>
                    <a:pt x="632" y="49332"/>
                    <a:pt x="41110" y="39213"/>
                    <a:pt x="63246" y="0"/>
                  </a:cubicBezTo>
                  <a:lnTo>
                    <a:pt x="77160" y="7590"/>
                  </a:lnTo>
                  <a:cubicBezTo>
                    <a:pt x="51229" y="53127"/>
                    <a:pt x="5060" y="63878"/>
                    <a:pt x="3162" y="64511"/>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196" name="Picture Placeholder 96">
              <a:extLst>
                <a:ext uri="{FF2B5EF4-FFF2-40B4-BE49-F238E27FC236}">
                  <a16:creationId xmlns:a16="http://schemas.microsoft.com/office/drawing/2014/main" id="{26706FD7-5B0C-3CEE-6448-F51F8DF7FCD7}"/>
                </a:ext>
              </a:extLst>
            </p:cNvPr>
            <p:cNvSpPr/>
            <p:nvPr/>
          </p:nvSpPr>
          <p:spPr>
            <a:xfrm>
              <a:off x="10125789" y="1135165"/>
              <a:ext cx="114475" cy="86647"/>
            </a:xfrm>
            <a:custGeom>
              <a:avLst/>
              <a:gdLst>
                <a:gd name="connsiteX0" fmla="*/ 111313 w 114475"/>
                <a:gd name="connsiteY0" fmla="*/ 86647 h 86647"/>
                <a:gd name="connsiteX1" fmla="*/ 0 w 114475"/>
                <a:gd name="connsiteY1" fmla="*/ 5060 h 86647"/>
                <a:gd name="connsiteX2" fmla="*/ 15179 w 114475"/>
                <a:gd name="connsiteY2" fmla="*/ 0 h 86647"/>
                <a:gd name="connsiteX3" fmla="*/ 114475 w 114475"/>
                <a:gd name="connsiteY3" fmla="*/ 70836 h 86647"/>
                <a:gd name="connsiteX4" fmla="*/ 111313 w 114475"/>
                <a:gd name="connsiteY4" fmla="*/ 86647 h 86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475" h="86647">
                  <a:moveTo>
                    <a:pt x="111313" y="86647"/>
                  </a:moveTo>
                  <a:cubicBezTo>
                    <a:pt x="107518" y="86015"/>
                    <a:pt x="23401" y="71468"/>
                    <a:pt x="0" y="5060"/>
                  </a:cubicBezTo>
                  <a:lnTo>
                    <a:pt x="15179" y="0"/>
                  </a:lnTo>
                  <a:cubicBezTo>
                    <a:pt x="36050" y="57554"/>
                    <a:pt x="113843" y="70836"/>
                    <a:pt x="114475" y="70836"/>
                  </a:cubicBezTo>
                  <a:lnTo>
                    <a:pt x="111313" y="86647"/>
                  </a:ln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197" name="Picture Placeholder 96">
              <a:extLst>
                <a:ext uri="{FF2B5EF4-FFF2-40B4-BE49-F238E27FC236}">
                  <a16:creationId xmlns:a16="http://schemas.microsoft.com/office/drawing/2014/main" id="{18848E33-5AAF-EFA4-ED30-22EBFFCE5ADC}"/>
                </a:ext>
              </a:extLst>
            </p:cNvPr>
            <p:cNvSpPr/>
            <p:nvPr/>
          </p:nvSpPr>
          <p:spPr>
            <a:xfrm>
              <a:off x="9841815" y="845855"/>
              <a:ext cx="421218" cy="327889"/>
            </a:xfrm>
            <a:custGeom>
              <a:avLst/>
              <a:gdLst>
                <a:gd name="connsiteX0" fmla="*/ 419321 w 421218"/>
                <a:gd name="connsiteY0" fmla="*/ 327890 h 327889"/>
                <a:gd name="connsiteX1" fmla="*/ 340264 w 421218"/>
                <a:gd name="connsiteY1" fmla="*/ 248200 h 327889"/>
                <a:gd name="connsiteX2" fmla="*/ 356707 w 421218"/>
                <a:gd name="connsiteY2" fmla="*/ 200133 h 327889"/>
                <a:gd name="connsiteX3" fmla="*/ 367459 w 421218"/>
                <a:gd name="connsiteY3" fmla="*/ 85025 h 327889"/>
                <a:gd name="connsiteX4" fmla="*/ 294094 w 421218"/>
                <a:gd name="connsiteY4" fmla="*/ 23677 h 327889"/>
                <a:gd name="connsiteX5" fmla="*/ 191635 w 421218"/>
                <a:gd name="connsiteY5" fmla="*/ 28736 h 327889"/>
                <a:gd name="connsiteX6" fmla="*/ 134082 w 421218"/>
                <a:gd name="connsiteY6" fmla="*/ 115383 h 327889"/>
                <a:gd name="connsiteX7" fmla="*/ 5060 w 421218"/>
                <a:gd name="connsiteY7" fmla="*/ 253260 h 327889"/>
                <a:gd name="connsiteX8" fmla="*/ 0 w 421218"/>
                <a:gd name="connsiteY8" fmla="*/ 238713 h 327889"/>
                <a:gd name="connsiteX9" fmla="*/ 118902 w 421218"/>
                <a:gd name="connsiteY9" fmla="*/ 111589 h 327889"/>
                <a:gd name="connsiteX10" fmla="*/ 184046 w 421218"/>
                <a:gd name="connsiteY10" fmla="*/ 15455 h 327889"/>
                <a:gd name="connsiteX11" fmla="*/ 299154 w 421218"/>
                <a:gd name="connsiteY11" fmla="*/ 9130 h 327889"/>
                <a:gd name="connsiteX12" fmla="*/ 381373 w 421218"/>
                <a:gd name="connsiteY12" fmla="*/ 78701 h 327889"/>
                <a:gd name="connsiteX13" fmla="*/ 370622 w 421218"/>
                <a:gd name="connsiteY13" fmla="*/ 206458 h 327889"/>
                <a:gd name="connsiteX14" fmla="*/ 354810 w 421218"/>
                <a:gd name="connsiteY14" fmla="*/ 251362 h 327889"/>
                <a:gd name="connsiteX15" fmla="*/ 421218 w 421218"/>
                <a:gd name="connsiteY15" fmla="*/ 312711 h 327889"/>
                <a:gd name="connsiteX16" fmla="*/ 419321 w 421218"/>
                <a:gd name="connsiteY16" fmla="*/ 327890 h 327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1218" h="327889">
                  <a:moveTo>
                    <a:pt x="419321" y="327890"/>
                  </a:moveTo>
                  <a:cubicBezTo>
                    <a:pt x="387698" y="322198"/>
                    <a:pt x="330777" y="297532"/>
                    <a:pt x="340264" y="248200"/>
                  </a:cubicBezTo>
                  <a:cubicBezTo>
                    <a:pt x="343426" y="231756"/>
                    <a:pt x="349750" y="216577"/>
                    <a:pt x="356707" y="200133"/>
                  </a:cubicBezTo>
                  <a:cubicBezTo>
                    <a:pt x="371254" y="165348"/>
                    <a:pt x="386433" y="129930"/>
                    <a:pt x="367459" y="85025"/>
                  </a:cubicBezTo>
                  <a:cubicBezTo>
                    <a:pt x="356707" y="59094"/>
                    <a:pt x="328247" y="35693"/>
                    <a:pt x="294094" y="23677"/>
                  </a:cubicBezTo>
                  <a:cubicBezTo>
                    <a:pt x="258044" y="11028"/>
                    <a:pt x="221993" y="12925"/>
                    <a:pt x="191635" y="28736"/>
                  </a:cubicBezTo>
                  <a:cubicBezTo>
                    <a:pt x="153055" y="49608"/>
                    <a:pt x="144201" y="79966"/>
                    <a:pt x="134082" y="115383"/>
                  </a:cubicBezTo>
                  <a:cubicBezTo>
                    <a:pt x="120167" y="164083"/>
                    <a:pt x="104356" y="219107"/>
                    <a:pt x="5060" y="253260"/>
                  </a:cubicBezTo>
                  <a:lnTo>
                    <a:pt x="0" y="238713"/>
                  </a:lnTo>
                  <a:cubicBezTo>
                    <a:pt x="91707" y="207723"/>
                    <a:pt x="105621" y="159023"/>
                    <a:pt x="118902" y="111589"/>
                  </a:cubicBezTo>
                  <a:cubicBezTo>
                    <a:pt x="129022" y="76171"/>
                    <a:pt x="139774" y="38856"/>
                    <a:pt x="184046" y="15455"/>
                  </a:cubicBezTo>
                  <a:cubicBezTo>
                    <a:pt x="218199" y="-2887"/>
                    <a:pt x="258676" y="-4784"/>
                    <a:pt x="299154" y="9130"/>
                  </a:cubicBezTo>
                  <a:cubicBezTo>
                    <a:pt x="337101" y="22412"/>
                    <a:pt x="368724" y="48975"/>
                    <a:pt x="381373" y="78701"/>
                  </a:cubicBezTo>
                  <a:cubicBezTo>
                    <a:pt x="403510" y="129930"/>
                    <a:pt x="385801" y="170407"/>
                    <a:pt x="370622" y="206458"/>
                  </a:cubicBezTo>
                  <a:cubicBezTo>
                    <a:pt x="364297" y="222269"/>
                    <a:pt x="357972" y="236816"/>
                    <a:pt x="354810" y="251362"/>
                  </a:cubicBezTo>
                  <a:cubicBezTo>
                    <a:pt x="345956" y="297532"/>
                    <a:pt x="420586" y="312079"/>
                    <a:pt x="421218" y="312711"/>
                  </a:cubicBezTo>
                  <a:lnTo>
                    <a:pt x="419321" y="327890"/>
                  </a:ln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198" name="Picture Placeholder 96">
              <a:extLst>
                <a:ext uri="{FF2B5EF4-FFF2-40B4-BE49-F238E27FC236}">
                  <a16:creationId xmlns:a16="http://schemas.microsoft.com/office/drawing/2014/main" id="{C70B28C9-7ABF-54E6-066F-EA06AB74A8D5}"/>
                </a:ext>
              </a:extLst>
            </p:cNvPr>
            <p:cNvSpPr/>
            <p:nvPr/>
          </p:nvSpPr>
          <p:spPr>
            <a:xfrm>
              <a:off x="9854464" y="911093"/>
              <a:ext cx="303404" cy="349932"/>
            </a:xfrm>
            <a:custGeom>
              <a:avLst/>
              <a:gdLst>
                <a:gd name="connsiteX0" fmla="*/ 67673 w 303404"/>
                <a:gd name="connsiteY0" fmla="*/ 349932 h 349932"/>
                <a:gd name="connsiteX1" fmla="*/ 61349 w 303404"/>
                <a:gd name="connsiteY1" fmla="*/ 335386 h 349932"/>
                <a:gd name="connsiteX2" fmla="*/ 258676 w 303404"/>
                <a:gd name="connsiteY2" fmla="*/ 172843 h 349932"/>
                <a:gd name="connsiteX3" fmla="*/ 282077 w 303404"/>
                <a:gd name="connsiteY3" fmla="*/ 40027 h 349932"/>
                <a:gd name="connsiteX4" fmla="*/ 245395 w 303404"/>
                <a:gd name="connsiteY4" fmla="*/ 15361 h 349932"/>
                <a:gd name="connsiteX5" fmla="*/ 177089 w 303404"/>
                <a:gd name="connsiteY5" fmla="*/ 84931 h 349932"/>
                <a:gd name="connsiteX6" fmla="*/ 150525 w 303404"/>
                <a:gd name="connsiteY6" fmla="*/ 143750 h 349932"/>
                <a:gd name="connsiteX7" fmla="*/ 5692 w 303404"/>
                <a:gd name="connsiteY7" fmla="*/ 251268 h 349932"/>
                <a:gd name="connsiteX8" fmla="*/ 0 w 303404"/>
                <a:gd name="connsiteY8" fmla="*/ 236722 h 349932"/>
                <a:gd name="connsiteX9" fmla="*/ 135979 w 303404"/>
                <a:gd name="connsiteY9" fmla="*/ 136793 h 349932"/>
                <a:gd name="connsiteX10" fmla="*/ 161277 w 303404"/>
                <a:gd name="connsiteY10" fmla="*/ 79872 h 349932"/>
                <a:gd name="connsiteX11" fmla="*/ 245395 w 303404"/>
                <a:gd name="connsiteY11" fmla="*/ 182 h 349932"/>
                <a:gd name="connsiteX12" fmla="*/ 295359 w 303404"/>
                <a:gd name="connsiteY12" fmla="*/ 33702 h 349932"/>
                <a:gd name="connsiteX13" fmla="*/ 270060 w 303404"/>
                <a:gd name="connsiteY13" fmla="*/ 182330 h 349932"/>
                <a:gd name="connsiteX14" fmla="*/ 67673 w 303404"/>
                <a:gd name="connsiteY14" fmla="*/ 349932 h 349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3404" h="349932">
                  <a:moveTo>
                    <a:pt x="67673" y="349932"/>
                  </a:moveTo>
                  <a:lnTo>
                    <a:pt x="61349" y="335386"/>
                  </a:lnTo>
                  <a:cubicBezTo>
                    <a:pt x="156850" y="293643"/>
                    <a:pt x="221361" y="224073"/>
                    <a:pt x="258676" y="172843"/>
                  </a:cubicBezTo>
                  <a:cubicBezTo>
                    <a:pt x="283342" y="139323"/>
                    <a:pt x="298521" y="75444"/>
                    <a:pt x="282077" y="40027"/>
                  </a:cubicBezTo>
                  <a:cubicBezTo>
                    <a:pt x="275120" y="24848"/>
                    <a:pt x="262471" y="16626"/>
                    <a:pt x="245395" y="15361"/>
                  </a:cubicBezTo>
                  <a:cubicBezTo>
                    <a:pt x="206814" y="12831"/>
                    <a:pt x="195430" y="37497"/>
                    <a:pt x="177089" y="84931"/>
                  </a:cubicBezTo>
                  <a:cubicBezTo>
                    <a:pt x="170132" y="102640"/>
                    <a:pt x="161910" y="123511"/>
                    <a:pt x="150525" y="143750"/>
                  </a:cubicBezTo>
                  <a:cubicBezTo>
                    <a:pt x="110681" y="215218"/>
                    <a:pt x="10119" y="250003"/>
                    <a:pt x="5692" y="251268"/>
                  </a:cubicBezTo>
                  <a:lnTo>
                    <a:pt x="0" y="236722"/>
                  </a:lnTo>
                  <a:cubicBezTo>
                    <a:pt x="1265" y="236089"/>
                    <a:pt x="99296" y="202569"/>
                    <a:pt x="135979" y="136793"/>
                  </a:cubicBezTo>
                  <a:cubicBezTo>
                    <a:pt x="146731" y="117187"/>
                    <a:pt x="154320" y="97581"/>
                    <a:pt x="161277" y="79872"/>
                  </a:cubicBezTo>
                  <a:cubicBezTo>
                    <a:pt x="178354" y="35599"/>
                    <a:pt x="193533" y="-2981"/>
                    <a:pt x="245395" y="182"/>
                  </a:cubicBezTo>
                  <a:cubicBezTo>
                    <a:pt x="268796" y="1447"/>
                    <a:pt x="285872" y="13463"/>
                    <a:pt x="295359" y="33702"/>
                  </a:cubicBezTo>
                  <a:cubicBezTo>
                    <a:pt x="314333" y="74812"/>
                    <a:pt x="297256" y="145015"/>
                    <a:pt x="270060" y="182330"/>
                  </a:cubicBezTo>
                  <a:cubicBezTo>
                    <a:pt x="232745" y="234824"/>
                    <a:pt x="166337" y="306925"/>
                    <a:pt x="67673" y="349932"/>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199" name="Picture Placeholder 96">
              <a:extLst>
                <a:ext uri="{FF2B5EF4-FFF2-40B4-BE49-F238E27FC236}">
                  <a16:creationId xmlns:a16="http://schemas.microsoft.com/office/drawing/2014/main" id="{F1706CD2-3BDD-CDD0-4957-081267A9FC68}"/>
                </a:ext>
              </a:extLst>
            </p:cNvPr>
            <p:cNvSpPr/>
            <p:nvPr/>
          </p:nvSpPr>
          <p:spPr>
            <a:xfrm>
              <a:off x="9879130" y="980845"/>
              <a:ext cx="218831" cy="230847"/>
            </a:xfrm>
            <a:custGeom>
              <a:avLst/>
              <a:gdLst>
                <a:gd name="connsiteX0" fmla="*/ 5060 w 218831"/>
                <a:gd name="connsiteY0" fmla="*/ 230848 h 230847"/>
                <a:gd name="connsiteX1" fmla="*/ 0 w 218831"/>
                <a:gd name="connsiteY1" fmla="*/ 216301 h 230847"/>
                <a:gd name="connsiteX2" fmla="*/ 203020 w 218831"/>
                <a:gd name="connsiteY2" fmla="*/ 0 h 230847"/>
                <a:gd name="connsiteX3" fmla="*/ 218831 w 218831"/>
                <a:gd name="connsiteY3" fmla="*/ 632 h 230847"/>
                <a:gd name="connsiteX4" fmla="*/ 108151 w 218831"/>
                <a:gd name="connsiteY4" fmla="*/ 175824 h 230847"/>
                <a:gd name="connsiteX5" fmla="*/ 5060 w 218831"/>
                <a:gd name="connsiteY5" fmla="*/ 230848 h 23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831" h="230847">
                  <a:moveTo>
                    <a:pt x="5060" y="230848"/>
                  </a:moveTo>
                  <a:lnTo>
                    <a:pt x="0" y="216301"/>
                  </a:lnTo>
                  <a:cubicBezTo>
                    <a:pt x="1897" y="215669"/>
                    <a:pt x="194165" y="146098"/>
                    <a:pt x="203020" y="0"/>
                  </a:cubicBezTo>
                  <a:lnTo>
                    <a:pt x="218831" y="632"/>
                  </a:lnTo>
                  <a:cubicBezTo>
                    <a:pt x="215036" y="65776"/>
                    <a:pt x="176456" y="126492"/>
                    <a:pt x="108151" y="175824"/>
                  </a:cubicBezTo>
                  <a:cubicBezTo>
                    <a:pt x="56921" y="212507"/>
                    <a:pt x="7590" y="230215"/>
                    <a:pt x="5060" y="230848"/>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00" name="Picture Placeholder 96">
              <a:extLst>
                <a:ext uri="{FF2B5EF4-FFF2-40B4-BE49-F238E27FC236}">
                  <a16:creationId xmlns:a16="http://schemas.microsoft.com/office/drawing/2014/main" id="{4575E9BC-7CDB-C305-DA12-82D74C649316}"/>
                </a:ext>
              </a:extLst>
            </p:cNvPr>
            <p:cNvSpPr/>
            <p:nvPr/>
          </p:nvSpPr>
          <p:spPr>
            <a:xfrm>
              <a:off x="9831695" y="786357"/>
              <a:ext cx="467233" cy="330466"/>
            </a:xfrm>
            <a:custGeom>
              <a:avLst/>
              <a:gdLst>
                <a:gd name="connsiteX0" fmla="*/ 431338 w 467233"/>
                <a:gd name="connsiteY0" fmla="*/ 330466 h 330466"/>
                <a:gd name="connsiteX1" fmla="*/ 417424 w 467233"/>
                <a:gd name="connsiteY1" fmla="*/ 323509 h 330466"/>
                <a:gd name="connsiteX2" fmla="*/ 441457 w 467233"/>
                <a:gd name="connsiteY2" fmla="*/ 138199 h 330466"/>
                <a:gd name="connsiteX3" fmla="*/ 344058 w 467233"/>
                <a:gd name="connsiteY3" fmla="*/ 37637 h 330466"/>
                <a:gd name="connsiteX4" fmla="*/ 129022 w 467233"/>
                <a:gd name="connsiteY4" fmla="*/ 62303 h 330466"/>
                <a:gd name="connsiteX5" fmla="*/ 80322 w 467233"/>
                <a:gd name="connsiteY5" fmla="*/ 154010 h 330466"/>
                <a:gd name="connsiteX6" fmla="*/ 0 w 467233"/>
                <a:gd name="connsiteY6" fmla="*/ 236862 h 330466"/>
                <a:gd name="connsiteX7" fmla="*/ 0 w 467233"/>
                <a:gd name="connsiteY7" fmla="*/ 221051 h 330466"/>
                <a:gd name="connsiteX8" fmla="*/ 65143 w 467233"/>
                <a:gd name="connsiteY8" fmla="*/ 148950 h 330466"/>
                <a:gd name="connsiteX9" fmla="*/ 117638 w 467233"/>
                <a:gd name="connsiteY9" fmla="*/ 50919 h 330466"/>
                <a:gd name="connsiteX10" fmla="*/ 349750 w 467233"/>
                <a:gd name="connsiteY10" fmla="*/ 23091 h 330466"/>
                <a:gd name="connsiteX11" fmla="*/ 456004 w 467233"/>
                <a:gd name="connsiteY11" fmla="*/ 133139 h 330466"/>
                <a:gd name="connsiteX12" fmla="*/ 431338 w 467233"/>
                <a:gd name="connsiteY12" fmla="*/ 330466 h 330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7233" h="330466">
                  <a:moveTo>
                    <a:pt x="431338" y="330466"/>
                  </a:moveTo>
                  <a:lnTo>
                    <a:pt x="417424" y="323509"/>
                  </a:lnTo>
                  <a:cubicBezTo>
                    <a:pt x="452841" y="254571"/>
                    <a:pt x="461063" y="191958"/>
                    <a:pt x="441457" y="138199"/>
                  </a:cubicBezTo>
                  <a:cubicBezTo>
                    <a:pt x="421851" y="85704"/>
                    <a:pt x="378844" y="51552"/>
                    <a:pt x="344058" y="37637"/>
                  </a:cubicBezTo>
                  <a:cubicBezTo>
                    <a:pt x="293461" y="16766"/>
                    <a:pt x="199225" y="-7267"/>
                    <a:pt x="129022" y="62303"/>
                  </a:cubicBezTo>
                  <a:cubicBezTo>
                    <a:pt x="101826" y="88867"/>
                    <a:pt x="90442" y="123652"/>
                    <a:pt x="80322" y="154010"/>
                  </a:cubicBezTo>
                  <a:cubicBezTo>
                    <a:pt x="66408" y="197017"/>
                    <a:pt x="52494" y="236862"/>
                    <a:pt x="0" y="236862"/>
                  </a:cubicBezTo>
                  <a:lnTo>
                    <a:pt x="0" y="221051"/>
                  </a:lnTo>
                  <a:cubicBezTo>
                    <a:pt x="39213" y="221051"/>
                    <a:pt x="49964" y="195120"/>
                    <a:pt x="65143" y="148950"/>
                  </a:cubicBezTo>
                  <a:cubicBezTo>
                    <a:pt x="75895" y="116695"/>
                    <a:pt x="87912" y="80645"/>
                    <a:pt x="117638" y="50919"/>
                  </a:cubicBezTo>
                  <a:cubicBezTo>
                    <a:pt x="194165" y="-24976"/>
                    <a:pt x="295991" y="322"/>
                    <a:pt x="349750" y="23091"/>
                  </a:cubicBezTo>
                  <a:cubicBezTo>
                    <a:pt x="368092" y="30680"/>
                    <a:pt x="429440" y="60406"/>
                    <a:pt x="456004" y="133139"/>
                  </a:cubicBezTo>
                  <a:cubicBezTo>
                    <a:pt x="476875" y="190693"/>
                    <a:pt x="468653" y="257101"/>
                    <a:pt x="431338" y="330466"/>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01" name="Picture Placeholder 96">
              <a:extLst>
                <a:ext uri="{FF2B5EF4-FFF2-40B4-BE49-F238E27FC236}">
                  <a16:creationId xmlns:a16="http://schemas.microsoft.com/office/drawing/2014/main" id="{7245E5B9-66B1-DA87-A548-2769B3247A4A}"/>
                </a:ext>
              </a:extLst>
            </p:cNvPr>
            <p:cNvSpPr/>
            <p:nvPr/>
          </p:nvSpPr>
          <p:spPr>
            <a:xfrm>
              <a:off x="9835490" y="721858"/>
              <a:ext cx="465490" cy="233688"/>
            </a:xfrm>
            <a:custGeom>
              <a:avLst/>
              <a:gdLst>
                <a:gd name="connsiteX0" fmla="*/ 15812 w 465490"/>
                <a:gd name="connsiteY0" fmla="*/ 233688 h 233688"/>
                <a:gd name="connsiteX1" fmla="*/ 0 w 465490"/>
                <a:gd name="connsiteY1" fmla="*/ 233688 h 233688"/>
                <a:gd name="connsiteX2" fmla="*/ 160012 w 465490"/>
                <a:gd name="connsiteY2" fmla="*/ 10430 h 233688"/>
                <a:gd name="connsiteX3" fmla="*/ 465491 w 465490"/>
                <a:gd name="connsiteY3" fmla="*/ 103402 h 233688"/>
                <a:gd name="connsiteX4" fmla="*/ 452841 w 465490"/>
                <a:gd name="connsiteY4" fmla="*/ 112889 h 233688"/>
                <a:gd name="connsiteX5" fmla="*/ 163175 w 465490"/>
                <a:gd name="connsiteY5" fmla="*/ 25609 h 233688"/>
                <a:gd name="connsiteX6" fmla="*/ 15812 w 465490"/>
                <a:gd name="connsiteY6" fmla="*/ 233688 h 233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490" h="233688">
                  <a:moveTo>
                    <a:pt x="15812" y="233688"/>
                  </a:moveTo>
                  <a:lnTo>
                    <a:pt x="0" y="233688"/>
                  </a:lnTo>
                  <a:cubicBezTo>
                    <a:pt x="0" y="231791"/>
                    <a:pt x="5060" y="43950"/>
                    <a:pt x="160012" y="10430"/>
                  </a:cubicBezTo>
                  <a:cubicBezTo>
                    <a:pt x="329512" y="-26253"/>
                    <a:pt x="419953" y="40788"/>
                    <a:pt x="465491" y="103402"/>
                  </a:cubicBezTo>
                  <a:lnTo>
                    <a:pt x="452841" y="112889"/>
                  </a:lnTo>
                  <a:cubicBezTo>
                    <a:pt x="409834" y="54070"/>
                    <a:pt x="324452" y="-9176"/>
                    <a:pt x="163175" y="25609"/>
                  </a:cubicBezTo>
                  <a:cubicBezTo>
                    <a:pt x="20239" y="56600"/>
                    <a:pt x="15812" y="231791"/>
                    <a:pt x="15812" y="233688"/>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sp>
        <p:nvSpPr>
          <p:cNvPr id="202" name="TextBox 201">
            <a:extLst>
              <a:ext uri="{FF2B5EF4-FFF2-40B4-BE49-F238E27FC236}">
                <a16:creationId xmlns:a16="http://schemas.microsoft.com/office/drawing/2014/main" id="{E5DCD1DA-4BC9-C9E8-28B3-237296E741F4}"/>
              </a:ext>
            </a:extLst>
          </p:cNvPr>
          <p:cNvSpPr txBox="1"/>
          <p:nvPr/>
        </p:nvSpPr>
        <p:spPr>
          <a:xfrm>
            <a:off x="5215477" y="3991063"/>
            <a:ext cx="716538" cy="153888"/>
          </a:xfrm>
          <a:prstGeom prst="rect">
            <a:avLst/>
          </a:prstGeom>
          <a:solidFill>
            <a:schemeClr val="bg1"/>
          </a:solidFill>
        </p:spPr>
        <p:txBody>
          <a:bodyPr wrap="square" lIns="0" tIns="0" rIns="0" bIns="0">
            <a:spAutoFit/>
          </a:bodyPr>
          <a:lstStyle/>
          <a:p>
            <a:pPr algn="ctr" fontAlgn="ctr"/>
            <a:r>
              <a:rPr lang="en-US" sz="1000" b="0" i="0" dirty="0">
                <a:solidFill>
                  <a:schemeClr val="accent5"/>
                </a:solidFill>
                <a:effectLst/>
                <a:latin typeface="Arial" panose="020B0604020202020204" pitchFamily="34" charset="0"/>
              </a:rPr>
              <a:t>#ABCDEF</a:t>
            </a:r>
            <a:endParaRPr lang="en-US" sz="1000" dirty="0">
              <a:solidFill>
                <a:schemeClr val="accent5"/>
              </a:solidFill>
              <a:latin typeface="Arial" panose="020B0604020202020204" pitchFamily="34" charset="0"/>
            </a:endParaRPr>
          </a:p>
        </p:txBody>
      </p:sp>
      <p:sp>
        <p:nvSpPr>
          <p:cNvPr id="203" name="TextBox 202">
            <a:extLst>
              <a:ext uri="{FF2B5EF4-FFF2-40B4-BE49-F238E27FC236}">
                <a16:creationId xmlns:a16="http://schemas.microsoft.com/office/drawing/2014/main" id="{39C6F16B-D3C0-2C81-D7FB-8A0A6D619449}"/>
              </a:ext>
            </a:extLst>
          </p:cNvPr>
          <p:cNvSpPr txBox="1"/>
          <p:nvPr/>
        </p:nvSpPr>
        <p:spPr>
          <a:xfrm>
            <a:off x="4176227" y="4077451"/>
            <a:ext cx="1250851" cy="153888"/>
          </a:xfrm>
          <a:prstGeom prst="rect">
            <a:avLst/>
          </a:prstGeom>
        </p:spPr>
        <p:txBody>
          <a:bodyPr wrap="square" lIns="0" tIns="0" rIns="0" bIns="0" rtlCol="0">
            <a:spAutoFit/>
          </a:bodyPr>
          <a:lstStyle/>
          <a:p>
            <a:r>
              <a:rPr lang="en-US" sz="1000" dirty="0">
                <a:latin typeface="Arial" panose="020B0604020202020204" pitchFamily="34" charset="0"/>
              </a:rPr>
              <a:t>Find matching hash</a:t>
            </a:r>
          </a:p>
        </p:txBody>
      </p:sp>
      <p:grpSp>
        <p:nvGrpSpPr>
          <p:cNvPr id="205" name="Picture Placeholder 87" descr="Security 2&#10;">
            <a:extLst>
              <a:ext uri="{FF2B5EF4-FFF2-40B4-BE49-F238E27FC236}">
                <a16:creationId xmlns:a16="http://schemas.microsoft.com/office/drawing/2014/main" id="{08475697-1520-79F7-2071-54B5BE14FAAD}"/>
              </a:ext>
            </a:extLst>
          </p:cNvPr>
          <p:cNvGrpSpPr/>
          <p:nvPr/>
        </p:nvGrpSpPr>
        <p:grpSpPr>
          <a:xfrm>
            <a:off x="4432294" y="1760779"/>
            <a:ext cx="254894" cy="371361"/>
            <a:chOff x="5912431" y="1949843"/>
            <a:chExt cx="411098" cy="598939"/>
          </a:xfrm>
          <a:solidFill>
            <a:schemeClr val="accent5"/>
          </a:solidFill>
        </p:grpSpPr>
        <p:sp>
          <p:nvSpPr>
            <p:cNvPr id="206" name="Picture Placeholder 87">
              <a:extLst>
                <a:ext uri="{FF2B5EF4-FFF2-40B4-BE49-F238E27FC236}">
                  <a16:creationId xmlns:a16="http://schemas.microsoft.com/office/drawing/2014/main" id="{C2DFD0E3-B607-5666-774A-895077B89D17}"/>
                </a:ext>
              </a:extLst>
            </p:cNvPr>
            <p:cNvSpPr/>
            <p:nvPr/>
          </p:nvSpPr>
          <p:spPr>
            <a:xfrm>
              <a:off x="5958601" y="2179426"/>
              <a:ext cx="166336" cy="166336"/>
            </a:xfrm>
            <a:custGeom>
              <a:avLst/>
              <a:gdLst>
                <a:gd name="connsiteX0" fmla="*/ 7590 w 166336"/>
                <a:gd name="connsiteY0" fmla="*/ 166337 h 166336"/>
                <a:gd name="connsiteX1" fmla="*/ 0 w 166336"/>
                <a:gd name="connsiteY1" fmla="*/ 158747 h 166336"/>
                <a:gd name="connsiteX2" fmla="*/ 158747 w 166336"/>
                <a:gd name="connsiteY2" fmla="*/ 0 h 166336"/>
                <a:gd name="connsiteX3" fmla="*/ 166337 w 166336"/>
                <a:gd name="connsiteY3" fmla="*/ 7590 h 166336"/>
                <a:gd name="connsiteX4" fmla="*/ 158747 w 166336"/>
                <a:gd name="connsiteY4" fmla="*/ 15179 h 166336"/>
                <a:gd name="connsiteX5" fmla="*/ 15812 w 166336"/>
                <a:gd name="connsiteY5" fmla="*/ 158115 h 166336"/>
                <a:gd name="connsiteX6" fmla="*/ 7590 w 166336"/>
                <a:gd name="connsiteY6" fmla="*/ 166337 h 16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6" h="166336">
                  <a:moveTo>
                    <a:pt x="7590" y="166337"/>
                  </a:moveTo>
                  <a:cubicBezTo>
                    <a:pt x="3162" y="166337"/>
                    <a:pt x="0" y="162542"/>
                    <a:pt x="0" y="158747"/>
                  </a:cubicBezTo>
                  <a:cubicBezTo>
                    <a:pt x="0" y="71468"/>
                    <a:pt x="71468" y="0"/>
                    <a:pt x="158747" y="0"/>
                  </a:cubicBezTo>
                  <a:cubicBezTo>
                    <a:pt x="163175" y="0"/>
                    <a:pt x="166337" y="3795"/>
                    <a:pt x="166337" y="7590"/>
                  </a:cubicBezTo>
                  <a:cubicBezTo>
                    <a:pt x="166337" y="11384"/>
                    <a:pt x="162542" y="15179"/>
                    <a:pt x="158747" y="15179"/>
                  </a:cubicBezTo>
                  <a:cubicBezTo>
                    <a:pt x="79690" y="15179"/>
                    <a:pt x="15812" y="79058"/>
                    <a:pt x="15812" y="158115"/>
                  </a:cubicBezTo>
                  <a:cubicBezTo>
                    <a:pt x="15179" y="162542"/>
                    <a:pt x="12017" y="166337"/>
                    <a:pt x="7590" y="166337"/>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nvGrpSpPr>
            <p:cNvPr id="207" name="Picture Placeholder 87">
              <a:extLst>
                <a:ext uri="{FF2B5EF4-FFF2-40B4-BE49-F238E27FC236}">
                  <a16:creationId xmlns:a16="http://schemas.microsoft.com/office/drawing/2014/main" id="{88940B48-2BAA-2F95-D0DA-804BC1530FF6}"/>
                </a:ext>
              </a:extLst>
            </p:cNvPr>
            <p:cNvGrpSpPr/>
            <p:nvPr/>
          </p:nvGrpSpPr>
          <p:grpSpPr>
            <a:xfrm>
              <a:off x="5912431" y="1949843"/>
              <a:ext cx="411098" cy="598939"/>
              <a:chOff x="5912431" y="1949843"/>
              <a:chExt cx="411098" cy="598939"/>
            </a:xfrm>
            <a:grpFill/>
          </p:grpSpPr>
          <p:sp>
            <p:nvSpPr>
              <p:cNvPr id="208" name="Picture Placeholder 87">
                <a:extLst>
                  <a:ext uri="{FF2B5EF4-FFF2-40B4-BE49-F238E27FC236}">
                    <a16:creationId xmlns:a16="http://schemas.microsoft.com/office/drawing/2014/main" id="{5B39E125-FB9D-C5A6-CBCD-0BEC43454435}"/>
                  </a:ext>
                </a:extLst>
              </p:cNvPr>
              <p:cNvSpPr/>
              <p:nvPr/>
            </p:nvSpPr>
            <p:spPr>
              <a:xfrm>
                <a:off x="5912431" y="1949843"/>
                <a:ext cx="411098" cy="598939"/>
              </a:xfrm>
              <a:custGeom>
                <a:avLst/>
                <a:gdLst>
                  <a:gd name="connsiteX0" fmla="*/ 316230 w 411098"/>
                  <a:gd name="connsiteY0" fmla="*/ 220096 h 598939"/>
                  <a:gd name="connsiteX1" fmla="*/ 316230 w 411098"/>
                  <a:gd name="connsiteY1" fmla="*/ 104988 h 598939"/>
                  <a:gd name="connsiteX2" fmla="*/ 215036 w 411098"/>
                  <a:gd name="connsiteY2" fmla="*/ 0 h 598939"/>
                  <a:gd name="connsiteX3" fmla="*/ 196063 w 411098"/>
                  <a:gd name="connsiteY3" fmla="*/ 0 h 598939"/>
                  <a:gd name="connsiteX4" fmla="*/ 94869 w 411098"/>
                  <a:gd name="connsiteY4" fmla="*/ 104988 h 598939"/>
                  <a:gd name="connsiteX5" fmla="*/ 94869 w 411098"/>
                  <a:gd name="connsiteY5" fmla="*/ 220096 h 598939"/>
                  <a:gd name="connsiteX6" fmla="*/ 0 w 411098"/>
                  <a:gd name="connsiteY6" fmla="*/ 393390 h 598939"/>
                  <a:gd name="connsiteX7" fmla="*/ 205549 w 411098"/>
                  <a:gd name="connsiteY7" fmla="*/ 598940 h 598939"/>
                  <a:gd name="connsiteX8" fmla="*/ 411099 w 411098"/>
                  <a:gd name="connsiteY8" fmla="*/ 393390 h 598939"/>
                  <a:gd name="connsiteX9" fmla="*/ 316230 w 411098"/>
                  <a:gd name="connsiteY9" fmla="*/ 220096 h 598939"/>
                  <a:gd name="connsiteX10" fmla="*/ 110680 w 411098"/>
                  <a:gd name="connsiteY10" fmla="*/ 104988 h 598939"/>
                  <a:gd name="connsiteX11" fmla="*/ 196063 w 411098"/>
                  <a:gd name="connsiteY11" fmla="*/ 15812 h 598939"/>
                  <a:gd name="connsiteX12" fmla="*/ 215036 w 411098"/>
                  <a:gd name="connsiteY12" fmla="*/ 15812 h 598939"/>
                  <a:gd name="connsiteX13" fmla="*/ 300419 w 411098"/>
                  <a:gd name="connsiteY13" fmla="*/ 104988 h 598939"/>
                  <a:gd name="connsiteX14" fmla="*/ 300419 w 411098"/>
                  <a:gd name="connsiteY14" fmla="*/ 211242 h 598939"/>
                  <a:gd name="connsiteX15" fmla="*/ 205549 w 411098"/>
                  <a:gd name="connsiteY15" fmla="*/ 187841 h 598939"/>
                  <a:gd name="connsiteX16" fmla="*/ 110680 w 411098"/>
                  <a:gd name="connsiteY16" fmla="*/ 211242 h 598939"/>
                  <a:gd name="connsiteX17" fmla="*/ 110680 w 411098"/>
                  <a:gd name="connsiteY17" fmla="*/ 104988 h 598939"/>
                  <a:gd name="connsiteX18" fmla="*/ 205549 w 411098"/>
                  <a:gd name="connsiteY18" fmla="*/ 583128 h 598939"/>
                  <a:gd name="connsiteX19" fmla="*/ 15812 w 411098"/>
                  <a:gd name="connsiteY19" fmla="*/ 393390 h 598939"/>
                  <a:gd name="connsiteX20" fmla="*/ 205549 w 411098"/>
                  <a:gd name="connsiteY20" fmla="*/ 203652 h 598939"/>
                  <a:gd name="connsiteX21" fmla="*/ 395288 w 411098"/>
                  <a:gd name="connsiteY21" fmla="*/ 393390 h 598939"/>
                  <a:gd name="connsiteX22" fmla="*/ 205549 w 411098"/>
                  <a:gd name="connsiteY22" fmla="*/ 583128 h 59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1098" h="598939">
                    <a:moveTo>
                      <a:pt x="316230" y="220096"/>
                    </a:moveTo>
                    <a:lnTo>
                      <a:pt x="316230" y="104988"/>
                    </a:lnTo>
                    <a:cubicBezTo>
                      <a:pt x="316230" y="47435"/>
                      <a:pt x="270693" y="0"/>
                      <a:pt x="215036" y="0"/>
                    </a:cubicBezTo>
                    <a:lnTo>
                      <a:pt x="196063" y="0"/>
                    </a:lnTo>
                    <a:cubicBezTo>
                      <a:pt x="140406" y="0"/>
                      <a:pt x="94869" y="46802"/>
                      <a:pt x="94869" y="104988"/>
                    </a:cubicBezTo>
                    <a:lnTo>
                      <a:pt x="94869" y="220096"/>
                    </a:lnTo>
                    <a:cubicBezTo>
                      <a:pt x="37948" y="256779"/>
                      <a:pt x="0" y="320657"/>
                      <a:pt x="0" y="393390"/>
                    </a:cubicBezTo>
                    <a:cubicBezTo>
                      <a:pt x="0" y="506600"/>
                      <a:pt x="92339" y="598940"/>
                      <a:pt x="205549" y="598940"/>
                    </a:cubicBezTo>
                    <a:cubicBezTo>
                      <a:pt x="318760" y="598940"/>
                      <a:pt x="411099" y="506600"/>
                      <a:pt x="411099" y="393390"/>
                    </a:cubicBezTo>
                    <a:cubicBezTo>
                      <a:pt x="411099" y="320025"/>
                      <a:pt x="373151" y="256146"/>
                      <a:pt x="316230" y="220096"/>
                    </a:cubicBezTo>
                    <a:close/>
                    <a:moveTo>
                      <a:pt x="110680" y="104988"/>
                    </a:moveTo>
                    <a:cubicBezTo>
                      <a:pt x="110680" y="55656"/>
                      <a:pt x="149261" y="15812"/>
                      <a:pt x="196063" y="15812"/>
                    </a:cubicBezTo>
                    <a:lnTo>
                      <a:pt x="215036" y="15812"/>
                    </a:lnTo>
                    <a:cubicBezTo>
                      <a:pt x="262471" y="15812"/>
                      <a:pt x="300419" y="55656"/>
                      <a:pt x="300419" y="104988"/>
                    </a:cubicBezTo>
                    <a:lnTo>
                      <a:pt x="300419" y="211242"/>
                    </a:lnTo>
                    <a:cubicBezTo>
                      <a:pt x="271958" y="196695"/>
                      <a:pt x="239702" y="187841"/>
                      <a:pt x="205549" y="187841"/>
                    </a:cubicBezTo>
                    <a:cubicBezTo>
                      <a:pt x="171397" y="187841"/>
                      <a:pt x="139141" y="196063"/>
                      <a:pt x="110680" y="211242"/>
                    </a:cubicBezTo>
                    <a:lnTo>
                      <a:pt x="110680" y="104988"/>
                    </a:lnTo>
                    <a:close/>
                    <a:moveTo>
                      <a:pt x="205549" y="583128"/>
                    </a:moveTo>
                    <a:cubicBezTo>
                      <a:pt x="101194" y="583128"/>
                      <a:pt x="15812" y="497746"/>
                      <a:pt x="15812" y="393390"/>
                    </a:cubicBezTo>
                    <a:cubicBezTo>
                      <a:pt x="15812" y="289034"/>
                      <a:pt x="101194" y="203652"/>
                      <a:pt x="205549" y="203652"/>
                    </a:cubicBezTo>
                    <a:cubicBezTo>
                      <a:pt x="309905" y="203652"/>
                      <a:pt x="395288" y="289034"/>
                      <a:pt x="395288" y="393390"/>
                    </a:cubicBezTo>
                    <a:cubicBezTo>
                      <a:pt x="395288" y="497746"/>
                      <a:pt x="309905" y="583128"/>
                      <a:pt x="205549" y="583128"/>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09" name="Picture Placeholder 87">
                <a:extLst>
                  <a:ext uri="{FF2B5EF4-FFF2-40B4-BE49-F238E27FC236}">
                    <a16:creationId xmlns:a16="http://schemas.microsoft.com/office/drawing/2014/main" id="{23E4F731-9BC2-26E9-F072-C00AC1FE9CAB}"/>
                  </a:ext>
                </a:extLst>
              </p:cNvPr>
              <p:cNvSpPr/>
              <p:nvPr/>
            </p:nvSpPr>
            <p:spPr>
              <a:xfrm>
                <a:off x="6084460" y="2289474"/>
                <a:ext cx="67673" cy="106253"/>
              </a:xfrm>
              <a:custGeom>
                <a:avLst/>
                <a:gdLst>
                  <a:gd name="connsiteX0" fmla="*/ 33520 w 67673"/>
                  <a:gd name="connsiteY0" fmla="*/ 0 h 106253"/>
                  <a:gd name="connsiteX1" fmla="*/ 0 w 67673"/>
                  <a:gd name="connsiteY1" fmla="*/ 33520 h 106253"/>
                  <a:gd name="connsiteX2" fmla="*/ 17076 w 67673"/>
                  <a:gd name="connsiteY2" fmla="*/ 62614 h 106253"/>
                  <a:gd name="connsiteX3" fmla="*/ 17076 w 67673"/>
                  <a:gd name="connsiteY3" fmla="*/ 97399 h 106253"/>
                  <a:gd name="connsiteX4" fmla="*/ 25931 w 67673"/>
                  <a:gd name="connsiteY4" fmla="*/ 106253 h 106253"/>
                  <a:gd name="connsiteX5" fmla="*/ 41742 w 67673"/>
                  <a:gd name="connsiteY5" fmla="*/ 106253 h 106253"/>
                  <a:gd name="connsiteX6" fmla="*/ 50597 w 67673"/>
                  <a:gd name="connsiteY6" fmla="*/ 97399 h 106253"/>
                  <a:gd name="connsiteX7" fmla="*/ 50597 w 67673"/>
                  <a:gd name="connsiteY7" fmla="*/ 62614 h 106253"/>
                  <a:gd name="connsiteX8" fmla="*/ 67673 w 67673"/>
                  <a:gd name="connsiteY8" fmla="*/ 33520 h 106253"/>
                  <a:gd name="connsiteX9" fmla="*/ 33520 w 67673"/>
                  <a:gd name="connsiteY9" fmla="*/ 0 h 10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673" h="106253">
                    <a:moveTo>
                      <a:pt x="33520" y="0"/>
                    </a:moveTo>
                    <a:cubicBezTo>
                      <a:pt x="15179" y="0"/>
                      <a:pt x="0" y="15179"/>
                      <a:pt x="0" y="33520"/>
                    </a:cubicBezTo>
                    <a:cubicBezTo>
                      <a:pt x="0" y="46170"/>
                      <a:pt x="6957" y="56921"/>
                      <a:pt x="17076" y="62614"/>
                    </a:cubicBezTo>
                    <a:lnTo>
                      <a:pt x="17076" y="97399"/>
                    </a:lnTo>
                    <a:cubicBezTo>
                      <a:pt x="17076" y="102459"/>
                      <a:pt x="20871" y="106253"/>
                      <a:pt x="25931" y="106253"/>
                    </a:cubicBezTo>
                    <a:lnTo>
                      <a:pt x="41742" y="106253"/>
                    </a:lnTo>
                    <a:cubicBezTo>
                      <a:pt x="46802" y="106253"/>
                      <a:pt x="50597" y="102459"/>
                      <a:pt x="50597" y="97399"/>
                    </a:cubicBezTo>
                    <a:lnTo>
                      <a:pt x="50597" y="62614"/>
                    </a:lnTo>
                    <a:cubicBezTo>
                      <a:pt x="60716" y="56921"/>
                      <a:pt x="67673" y="46170"/>
                      <a:pt x="67673" y="33520"/>
                    </a:cubicBezTo>
                    <a:cubicBezTo>
                      <a:pt x="67041" y="15179"/>
                      <a:pt x="51862" y="0"/>
                      <a:pt x="33520" y="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grpSp>
      <p:cxnSp>
        <p:nvCxnSpPr>
          <p:cNvPr id="210" name="Straight Connector 209">
            <a:extLst>
              <a:ext uri="{FF2B5EF4-FFF2-40B4-BE49-F238E27FC236}">
                <a16:creationId xmlns:a16="http://schemas.microsoft.com/office/drawing/2014/main" id="{9C96FC30-16AD-19F1-9416-82D973AD8E97}"/>
              </a:ext>
            </a:extLst>
          </p:cNvPr>
          <p:cNvCxnSpPr>
            <a:cxnSpLocks/>
          </p:cNvCxnSpPr>
          <p:nvPr/>
        </p:nvCxnSpPr>
        <p:spPr bwMode="gray">
          <a:xfrm flipV="1">
            <a:off x="5579318" y="4504536"/>
            <a:ext cx="0" cy="417142"/>
          </a:xfrm>
          <a:prstGeom prst="line">
            <a:avLst/>
          </a:prstGeom>
          <a:ln w="25400">
            <a:solidFill>
              <a:schemeClr val="accent5">
                <a:lumMod val="60000"/>
                <a:lumOff val="40000"/>
              </a:schemeClr>
            </a:solidFill>
            <a:miter lim="800000"/>
            <a:tailEnd type="triangle" w="lg" len="med"/>
          </a:ln>
        </p:spPr>
        <p:style>
          <a:lnRef idx="1">
            <a:schemeClr val="accent1"/>
          </a:lnRef>
          <a:fillRef idx="0">
            <a:schemeClr val="accent1"/>
          </a:fillRef>
          <a:effectRef idx="0">
            <a:schemeClr val="accent1"/>
          </a:effectRef>
          <a:fontRef idx="minor">
            <a:schemeClr val="tx1"/>
          </a:fontRef>
        </p:style>
      </p:cxnSp>
      <p:grpSp>
        <p:nvGrpSpPr>
          <p:cNvPr id="214" name="Graphic 294">
            <a:extLst>
              <a:ext uri="{FF2B5EF4-FFF2-40B4-BE49-F238E27FC236}">
                <a16:creationId xmlns:a16="http://schemas.microsoft.com/office/drawing/2014/main" id="{B4F1F1B3-C399-27D3-97C3-DE417AC8EBE5}"/>
              </a:ext>
            </a:extLst>
          </p:cNvPr>
          <p:cNvGrpSpPr/>
          <p:nvPr/>
        </p:nvGrpSpPr>
        <p:grpSpPr>
          <a:xfrm>
            <a:off x="6117623" y="5128354"/>
            <a:ext cx="265790" cy="265790"/>
            <a:chOff x="7280596" y="3723863"/>
            <a:chExt cx="265790" cy="265790"/>
          </a:xfrm>
          <a:solidFill>
            <a:schemeClr val="accent5"/>
          </a:solidFill>
        </p:grpSpPr>
        <p:sp>
          <p:nvSpPr>
            <p:cNvPr id="215" name="Freeform: Shape 214">
              <a:extLst>
                <a:ext uri="{FF2B5EF4-FFF2-40B4-BE49-F238E27FC236}">
                  <a16:creationId xmlns:a16="http://schemas.microsoft.com/office/drawing/2014/main" id="{A315A3F1-2A45-D85F-48F1-9CB213E00742}"/>
                </a:ext>
              </a:extLst>
            </p:cNvPr>
            <p:cNvSpPr/>
            <p:nvPr/>
          </p:nvSpPr>
          <p:spPr>
            <a:xfrm>
              <a:off x="7337430" y="3781788"/>
              <a:ext cx="147848" cy="147845"/>
            </a:xfrm>
            <a:custGeom>
              <a:avLst/>
              <a:gdLst>
                <a:gd name="connsiteX0" fmla="*/ 73990 w 147848"/>
                <a:gd name="connsiteY0" fmla="*/ 147845 h 147845"/>
                <a:gd name="connsiteX1" fmla="*/ 73171 w 147848"/>
                <a:gd name="connsiteY1" fmla="*/ 147845 h 147845"/>
                <a:gd name="connsiteX2" fmla="*/ 65845 w 147848"/>
                <a:gd name="connsiteY2" fmla="*/ 140383 h 147845"/>
                <a:gd name="connsiteX3" fmla="*/ 73262 w 147848"/>
                <a:gd name="connsiteY3" fmla="*/ 133056 h 147845"/>
                <a:gd name="connsiteX4" fmla="*/ 73990 w 147848"/>
                <a:gd name="connsiteY4" fmla="*/ 133056 h 147845"/>
                <a:gd name="connsiteX5" fmla="*/ 133146 w 147848"/>
                <a:gd name="connsiteY5" fmla="*/ 74538 h 147845"/>
                <a:gd name="connsiteX6" fmla="*/ 74627 w 147848"/>
                <a:gd name="connsiteY6" fmla="*/ 14745 h 147845"/>
                <a:gd name="connsiteX7" fmla="*/ 32627 w 147848"/>
                <a:gd name="connsiteY7" fmla="*/ 31627 h 147845"/>
                <a:gd name="connsiteX8" fmla="*/ 14835 w 147848"/>
                <a:gd name="connsiteY8" fmla="*/ 73264 h 147845"/>
                <a:gd name="connsiteX9" fmla="*/ 7418 w 147848"/>
                <a:gd name="connsiteY9" fmla="*/ 80590 h 147845"/>
                <a:gd name="connsiteX10" fmla="*/ 7327 w 147848"/>
                <a:gd name="connsiteY10" fmla="*/ 80590 h 147845"/>
                <a:gd name="connsiteX11" fmla="*/ 0 w 147848"/>
                <a:gd name="connsiteY11" fmla="*/ 73127 h 147845"/>
                <a:gd name="connsiteX12" fmla="*/ 22207 w 147848"/>
                <a:gd name="connsiteY12" fmla="*/ 21070 h 147845"/>
                <a:gd name="connsiteX13" fmla="*/ 74718 w 147848"/>
                <a:gd name="connsiteY13" fmla="*/ 2 h 147845"/>
                <a:gd name="connsiteX14" fmla="*/ 147844 w 147848"/>
                <a:gd name="connsiteY14" fmla="*/ 74765 h 147845"/>
                <a:gd name="connsiteX15" fmla="*/ 73990 w 147848"/>
                <a:gd name="connsiteY15" fmla="*/ 147845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848" h="147845">
                  <a:moveTo>
                    <a:pt x="73990" y="147845"/>
                  </a:moveTo>
                  <a:cubicBezTo>
                    <a:pt x="73717" y="147845"/>
                    <a:pt x="73444" y="147845"/>
                    <a:pt x="73171" y="147845"/>
                  </a:cubicBezTo>
                  <a:cubicBezTo>
                    <a:pt x="69076" y="147800"/>
                    <a:pt x="65800" y="144433"/>
                    <a:pt x="65845" y="140383"/>
                  </a:cubicBezTo>
                  <a:cubicBezTo>
                    <a:pt x="65891" y="136333"/>
                    <a:pt x="69212" y="133056"/>
                    <a:pt x="73262" y="133056"/>
                  </a:cubicBezTo>
                  <a:cubicBezTo>
                    <a:pt x="73444" y="133056"/>
                    <a:pt x="73763" y="133056"/>
                    <a:pt x="73990" y="133056"/>
                  </a:cubicBezTo>
                  <a:cubicBezTo>
                    <a:pt x="106298" y="133056"/>
                    <a:pt x="132782" y="106937"/>
                    <a:pt x="133146" y="74538"/>
                  </a:cubicBezTo>
                  <a:cubicBezTo>
                    <a:pt x="133510" y="41911"/>
                    <a:pt x="107254" y="15109"/>
                    <a:pt x="74627" y="14745"/>
                  </a:cubicBezTo>
                  <a:cubicBezTo>
                    <a:pt x="58883" y="14654"/>
                    <a:pt x="43912" y="20570"/>
                    <a:pt x="32627" y="31627"/>
                  </a:cubicBezTo>
                  <a:cubicBezTo>
                    <a:pt x="21342" y="42685"/>
                    <a:pt x="15017" y="57474"/>
                    <a:pt x="14835" y="73264"/>
                  </a:cubicBezTo>
                  <a:cubicBezTo>
                    <a:pt x="14789" y="77314"/>
                    <a:pt x="11468" y="80590"/>
                    <a:pt x="7418" y="80590"/>
                  </a:cubicBezTo>
                  <a:cubicBezTo>
                    <a:pt x="7372" y="80590"/>
                    <a:pt x="7372" y="80590"/>
                    <a:pt x="7327" y="80590"/>
                  </a:cubicBezTo>
                  <a:cubicBezTo>
                    <a:pt x="3231" y="80544"/>
                    <a:pt x="-45" y="77177"/>
                    <a:pt x="0" y="73127"/>
                  </a:cubicBezTo>
                  <a:cubicBezTo>
                    <a:pt x="228" y="53378"/>
                    <a:pt x="8100" y="34904"/>
                    <a:pt x="22207" y="21070"/>
                  </a:cubicBezTo>
                  <a:cubicBezTo>
                    <a:pt x="36313" y="7237"/>
                    <a:pt x="55152" y="-135"/>
                    <a:pt x="74718" y="2"/>
                  </a:cubicBezTo>
                  <a:cubicBezTo>
                    <a:pt x="115490" y="457"/>
                    <a:pt x="148299" y="33994"/>
                    <a:pt x="147844" y="74765"/>
                  </a:cubicBezTo>
                  <a:cubicBezTo>
                    <a:pt x="147480" y="115173"/>
                    <a:pt x="114398" y="147845"/>
                    <a:pt x="73990" y="147845"/>
                  </a:cubicBezTo>
                  <a:close/>
                </a:path>
              </a:pathLst>
            </a:custGeom>
            <a:grpFill/>
            <a:ln w="4532" cap="flat">
              <a:noFill/>
              <a:prstDash val="solid"/>
              <a:miter/>
            </a:ln>
          </p:spPr>
          <p:txBody>
            <a:bodyPr rtlCol="0" anchor="ctr"/>
            <a:lstStyle/>
            <a:p>
              <a:endParaRPr lang="en-US" dirty="0">
                <a:latin typeface="Arial" panose="020B0604020202020204" pitchFamily="34" charset="0"/>
              </a:endParaRPr>
            </a:p>
          </p:txBody>
        </p:sp>
        <p:sp>
          <p:nvSpPr>
            <p:cNvPr id="216" name="Freeform: Shape 215">
              <a:extLst>
                <a:ext uri="{FF2B5EF4-FFF2-40B4-BE49-F238E27FC236}">
                  <a16:creationId xmlns:a16="http://schemas.microsoft.com/office/drawing/2014/main" id="{8382A4FA-6140-5619-20C9-74A0E20E5988}"/>
                </a:ext>
              </a:extLst>
            </p:cNvPr>
            <p:cNvSpPr/>
            <p:nvPr/>
          </p:nvSpPr>
          <p:spPr>
            <a:xfrm>
              <a:off x="7280596" y="3723863"/>
              <a:ext cx="265790" cy="265790"/>
            </a:xfrm>
            <a:custGeom>
              <a:avLst/>
              <a:gdLst>
                <a:gd name="connsiteX0" fmla="*/ 154624 w 265790"/>
                <a:gd name="connsiteY0" fmla="*/ 265791 h 265790"/>
                <a:gd name="connsiteX1" fmla="*/ 106799 w 265790"/>
                <a:gd name="connsiteY1" fmla="*/ 265290 h 265790"/>
                <a:gd name="connsiteX2" fmla="*/ 104842 w 265790"/>
                <a:gd name="connsiteY2" fmla="*/ 261104 h 265790"/>
                <a:gd name="connsiteX3" fmla="*/ 100564 w 265790"/>
                <a:gd name="connsiteY3" fmla="*/ 246906 h 265790"/>
                <a:gd name="connsiteX4" fmla="*/ 98380 w 265790"/>
                <a:gd name="connsiteY4" fmla="*/ 237942 h 265790"/>
                <a:gd name="connsiteX5" fmla="*/ 79997 w 265790"/>
                <a:gd name="connsiteY5" fmla="*/ 229478 h 265790"/>
                <a:gd name="connsiteX6" fmla="*/ 72306 w 265790"/>
                <a:gd name="connsiteY6" fmla="*/ 233437 h 265790"/>
                <a:gd name="connsiteX7" fmla="*/ 60293 w 265790"/>
                <a:gd name="connsiteY7" fmla="*/ 240035 h 265790"/>
                <a:gd name="connsiteX8" fmla="*/ 56607 w 265790"/>
                <a:gd name="connsiteY8" fmla="*/ 241628 h 265790"/>
                <a:gd name="connsiteX9" fmla="*/ 53286 w 265790"/>
                <a:gd name="connsiteY9" fmla="*/ 239398 h 265790"/>
                <a:gd name="connsiteX10" fmla="*/ 24436 w 265790"/>
                <a:gd name="connsiteY10" fmla="*/ 211504 h 265790"/>
                <a:gd name="connsiteX11" fmla="*/ 21478 w 265790"/>
                <a:gd name="connsiteY11" fmla="*/ 208410 h 265790"/>
                <a:gd name="connsiteX12" fmla="*/ 22661 w 265790"/>
                <a:gd name="connsiteY12" fmla="*/ 204314 h 265790"/>
                <a:gd name="connsiteX13" fmla="*/ 33946 w 265790"/>
                <a:gd name="connsiteY13" fmla="*/ 182973 h 265790"/>
                <a:gd name="connsiteX14" fmla="*/ 30078 w 265790"/>
                <a:gd name="connsiteY14" fmla="*/ 173963 h 265790"/>
                <a:gd name="connsiteX15" fmla="*/ 26529 w 265790"/>
                <a:gd name="connsiteY15" fmla="*/ 163497 h 265790"/>
                <a:gd name="connsiteX16" fmla="*/ 17838 w 265790"/>
                <a:gd name="connsiteY16" fmla="*/ 161313 h 265790"/>
                <a:gd name="connsiteX17" fmla="*/ 5916 w 265790"/>
                <a:gd name="connsiteY17" fmla="*/ 157991 h 265790"/>
                <a:gd name="connsiteX18" fmla="*/ 0 w 265790"/>
                <a:gd name="connsiteY18" fmla="*/ 156717 h 265790"/>
                <a:gd name="connsiteX19" fmla="*/ 546 w 265790"/>
                <a:gd name="connsiteY19" fmla="*/ 105115 h 265790"/>
                <a:gd name="connsiteX20" fmla="*/ 6280 w 265790"/>
                <a:gd name="connsiteY20" fmla="*/ 103841 h 265790"/>
                <a:gd name="connsiteX21" fmla="*/ 17838 w 265790"/>
                <a:gd name="connsiteY21" fmla="*/ 100747 h 265790"/>
                <a:gd name="connsiteX22" fmla="*/ 27303 w 265790"/>
                <a:gd name="connsiteY22" fmla="*/ 98471 h 265790"/>
                <a:gd name="connsiteX23" fmla="*/ 31307 w 265790"/>
                <a:gd name="connsiteY23" fmla="*/ 89552 h 265790"/>
                <a:gd name="connsiteX24" fmla="*/ 36039 w 265790"/>
                <a:gd name="connsiteY24" fmla="*/ 79860 h 265790"/>
                <a:gd name="connsiteX25" fmla="*/ 25892 w 265790"/>
                <a:gd name="connsiteY25" fmla="*/ 63069 h 265790"/>
                <a:gd name="connsiteX26" fmla="*/ 22070 w 265790"/>
                <a:gd name="connsiteY26" fmla="*/ 58701 h 265790"/>
                <a:gd name="connsiteX27" fmla="*/ 25437 w 265790"/>
                <a:gd name="connsiteY27" fmla="*/ 53968 h 265790"/>
                <a:gd name="connsiteX28" fmla="*/ 54560 w 265790"/>
                <a:gd name="connsiteY28" fmla="*/ 24390 h 265790"/>
                <a:gd name="connsiteX29" fmla="*/ 58336 w 265790"/>
                <a:gd name="connsiteY29" fmla="*/ 20795 h 265790"/>
                <a:gd name="connsiteX30" fmla="*/ 62978 w 265790"/>
                <a:gd name="connsiteY30" fmla="*/ 23116 h 265790"/>
                <a:gd name="connsiteX31" fmla="*/ 83500 w 265790"/>
                <a:gd name="connsiteY31" fmla="*/ 34811 h 265790"/>
                <a:gd name="connsiteX32" fmla="*/ 102021 w 265790"/>
                <a:gd name="connsiteY32" fmla="*/ 27712 h 265790"/>
                <a:gd name="connsiteX33" fmla="*/ 104614 w 265790"/>
                <a:gd name="connsiteY33" fmla="*/ 18520 h 265790"/>
                <a:gd name="connsiteX34" fmla="*/ 108528 w 265790"/>
                <a:gd name="connsiteY34" fmla="*/ 5187 h 265790"/>
                <a:gd name="connsiteX35" fmla="*/ 110211 w 265790"/>
                <a:gd name="connsiteY35" fmla="*/ 0 h 265790"/>
                <a:gd name="connsiteX36" fmla="*/ 159265 w 265790"/>
                <a:gd name="connsiteY36" fmla="*/ 546 h 265790"/>
                <a:gd name="connsiteX37" fmla="*/ 161085 w 265790"/>
                <a:gd name="connsiteY37" fmla="*/ 5187 h 265790"/>
                <a:gd name="connsiteX38" fmla="*/ 167547 w 265790"/>
                <a:gd name="connsiteY38" fmla="*/ 27940 h 265790"/>
                <a:gd name="connsiteX39" fmla="*/ 176375 w 265790"/>
                <a:gd name="connsiteY39" fmla="*/ 31443 h 265790"/>
                <a:gd name="connsiteX40" fmla="*/ 186477 w 265790"/>
                <a:gd name="connsiteY40" fmla="*/ 36221 h 265790"/>
                <a:gd name="connsiteX41" fmla="*/ 193211 w 265790"/>
                <a:gd name="connsiteY41" fmla="*/ 32536 h 265790"/>
                <a:gd name="connsiteX42" fmla="*/ 205679 w 265790"/>
                <a:gd name="connsiteY42" fmla="*/ 25755 h 265790"/>
                <a:gd name="connsiteX43" fmla="*/ 209183 w 265790"/>
                <a:gd name="connsiteY43" fmla="*/ 24345 h 265790"/>
                <a:gd name="connsiteX44" fmla="*/ 212414 w 265790"/>
                <a:gd name="connsiteY44" fmla="*/ 26347 h 265790"/>
                <a:gd name="connsiteX45" fmla="*/ 228568 w 265790"/>
                <a:gd name="connsiteY45" fmla="*/ 40726 h 265790"/>
                <a:gd name="connsiteX46" fmla="*/ 241810 w 265790"/>
                <a:gd name="connsiteY46" fmla="*/ 53741 h 265790"/>
                <a:gd name="connsiteX47" fmla="*/ 246588 w 265790"/>
                <a:gd name="connsiteY47" fmla="*/ 57654 h 265790"/>
                <a:gd name="connsiteX48" fmla="*/ 243584 w 265790"/>
                <a:gd name="connsiteY48" fmla="*/ 63069 h 265790"/>
                <a:gd name="connsiteX49" fmla="*/ 231708 w 265790"/>
                <a:gd name="connsiteY49" fmla="*/ 83273 h 265790"/>
                <a:gd name="connsiteX50" fmla="*/ 238124 w 265790"/>
                <a:gd name="connsiteY50" fmla="*/ 101975 h 265790"/>
                <a:gd name="connsiteX51" fmla="*/ 248089 w 265790"/>
                <a:gd name="connsiteY51" fmla="*/ 104523 h 265790"/>
                <a:gd name="connsiteX52" fmla="*/ 259829 w 265790"/>
                <a:gd name="connsiteY52" fmla="*/ 107800 h 265790"/>
                <a:gd name="connsiteX53" fmla="*/ 265790 w 265790"/>
                <a:gd name="connsiteY53" fmla="*/ 109028 h 265790"/>
                <a:gd name="connsiteX54" fmla="*/ 265244 w 265790"/>
                <a:gd name="connsiteY54" fmla="*/ 160585 h 265790"/>
                <a:gd name="connsiteX55" fmla="*/ 259511 w 265790"/>
                <a:gd name="connsiteY55" fmla="*/ 161859 h 265790"/>
                <a:gd name="connsiteX56" fmla="*/ 247953 w 265790"/>
                <a:gd name="connsiteY56" fmla="*/ 164953 h 265790"/>
                <a:gd name="connsiteX57" fmla="*/ 238442 w 265790"/>
                <a:gd name="connsiteY57" fmla="*/ 167228 h 265790"/>
                <a:gd name="connsiteX58" fmla="*/ 234757 w 265790"/>
                <a:gd name="connsiteY58" fmla="*/ 176056 h 265790"/>
                <a:gd name="connsiteX59" fmla="*/ 230070 w 265790"/>
                <a:gd name="connsiteY59" fmla="*/ 186022 h 265790"/>
                <a:gd name="connsiteX60" fmla="*/ 234074 w 265790"/>
                <a:gd name="connsiteY60" fmla="*/ 193166 h 265790"/>
                <a:gd name="connsiteX61" fmla="*/ 240217 w 265790"/>
                <a:gd name="connsiteY61" fmla="*/ 202995 h 265790"/>
                <a:gd name="connsiteX62" fmla="*/ 243493 w 265790"/>
                <a:gd name="connsiteY62" fmla="*/ 207318 h 265790"/>
                <a:gd name="connsiteX63" fmla="*/ 240354 w 265790"/>
                <a:gd name="connsiteY63" fmla="*/ 211732 h 265790"/>
                <a:gd name="connsiteX64" fmla="*/ 211413 w 265790"/>
                <a:gd name="connsiteY64" fmla="*/ 241309 h 265790"/>
                <a:gd name="connsiteX65" fmla="*/ 207682 w 265790"/>
                <a:gd name="connsiteY65" fmla="*/ 244859 h 265790"/>
                <a:gd name="connsiteX66" fmla="*/ 203040 w 265790"/>
                <a:gd name="connsiteY66" fmla="*/ 242583 h 265790"/>
                <a:gd name="connsiteX67" fmla="*/ 183018 w 265790"/>
                <a:gd name="connsiteY67" fmla="*/ 231071 h 265790"/>
                <a:gd name="connsiteX68" fmla="*/ 164134 w 265790"/>
                <a:gd name="connsiteY68" fmla="*/ 238261 h 265790"/>
                <a:gd name="connsiteX69" fmla="*/ 161631 w 265790"/>
                <a:gd name="connsiteY69" fmla="*/ 246542 h 265790"/>
                <a:gd name="connsiteX70" fmla="*/ 156853 w 265790"/>
                <a:gd name="connsiteY70" fmla="*/ 261559 h 265790"/>
                <a:gd name="connsiteX71" fmla="*/ 154624 w 265790"/>
                <a:gd name="connsiteY71" fmla="*/ 265791 h 265790"/>
                <a:gd name="connsiteX72" fmla="*/ 116718 w 265790"/>
                <a:gd name="connsiteY72" fmla="*/ 250592 h 265790"/>
                <a:gd name="connsiteX73" fmla="*/ 145068 w 265790"/>
                <a:gd name="connsiteY73" fmla="*/ 250911 h 265790"/>
                <a:gd name="connsiteX74" fmla="*/ 147115 w 265790"/>
                <a:gd name="connsiteY74" fmla="*/ 243221 h 265790"/>
                <a:gd name="connsiteX75" fmla="*/ 152758 w 265790"/>
                <a:gd name="connsiteY75" fmla="*/ 227977 h 265790"/>
                <a:gd name="connsiteX76" fmla="*/ 154533 w 265790"/>
                <a:gd name="connsiteY76" fmla="*/ 225155 h 265790"/>
                <a:gd name="connsiteX77" fmla="*/ 157763 w 265790"/>
                <a:gd name="connsiteY77" fmla="*/ 224609 h 265790"/>
                <a:gd name="connsiteX78" fmla="*/ 179696 w 265790"/>
                <a:gd name="connsiteY78" fmla="*/ 216145 h 265790"/>
                <a:gd name="connsiteX79" fmla="*/ 183792 w 265790"/>
                <a:gd name="connsiteY79" fmla="*/ 213825 h 265790"/>
                <a:gd name="connsiteX80" fmla="*/ 187614 w 265790"/>
                <a:gd name="connsiteY80" fmla="*/ 216510 h 265790"/>
                <a:gd name="connsiteX81" fmla="*/ 204860 w 265790"/>
                <a:gd name="connsiteY81" fmla="*/ 227112 h 265790"/>
                <a:gd name="connsiteX82" fmla="*/ 224928 w 265790"/>
                <a:gd name="connsiteY82" fmla="*/ 207090 h 265790"/>
                <a:gd name="connsiteX83" fmla="*/ 221014 w 265790"/>
                <a:gd name="connsiteY83" fmla="*/ 200446 h 265790"/>
                <a:gd name="connsiteX84" fmla="*/ 214826 w 265790"/>
                <a:gd name="connsiteY84" fmla="*/ 189525 h 265790"/>
                <a:gd name="connsiteX85" fmla="*/ 211777 w 265790"/>
                <a:gd name="connsiteY85" fmla="*/ 184611 h 265790"/>
                <a:gd name="connsiteX86" fmla="*/ 215827 w 265790"/>
                <a:gd name="connsiteY86" fmla="*/ 180470 h 265790"/>
                <a:gd name="connsiteX87" fmla="*/ 220832 w 265790"/>
                <a:gd name="connsiteY87" fmla="*/ 170914 h 265790"/>
                <a:gd name="connsiteX88" fmla="*/ 227248 w 265790"/>
                <a:gd name="connsiteY88" fmla="*/ 156717 h 265790"/>
                <a:gd name="connsiteX89" fmla="*/ 229114 w 265790"/>
                <a:gd name="connsiteY89" fmla="*/ 153759 h 265790"/>
                <a:gd name="connsiteX90" fmla="*/ 232572 w 265790"/>
                <a:gd name="connsiteY90" fmla="*/ 153304 h 265790"/>
                <a:gd name="connsiteX91" fmla="*/ 243812 w 265790"/>
                <a:gd name="connsiteY91" fmla="*/ 150847 h 265790"/>
                <a:gd name="connsiteX92" fmla="*/ 250456 w 265790"/>
                <a:gd name="connsiteY92" fmla="*/ 149027 h 265790"/>
                <a:gd name="connsiteX93" fmla="*/ 250774 w 265790"/>
                <a:gd name="connsiteY93" fmla="*/ 120859 h 265790"/>
                <a:gd name="connsiteX94" fmla="*/ 243675 w 265790"/>
                <a:gd name="connsiteY94" fmla="*/ 118766 h 265790"/>
                <a:gd name="connsiteX95" fmla="*/ 233664 w 265790"/>
                <a:gd name="connsiteY95" fmla="*/ 116309 h 265790"/>
                <a:gd name="connsiteX96" fmla="*/ 223335 w 265790"/>
                <a:gd name="connsiteY96" fmla="*/ 104751 h 265790"/>
                <a:gd name="connsiteX97" fmla="*/ 216464 w 265790"/>
                <a:gd name="connsiteY97" fmla="*/ 84593 h 265790"/>
                <a:gd name="connsiteX98" fmla="*/ 215281 w 265790"/>
                <a:gd name="connsiteY98" fmla="*/ 81089 h 265790"/>
                <a:gd name="connsiteX99" fmla="*/ 217419 w 265790"/>
                <a:gd name="connsiteY99" fmla="*/ 78040 h 265790"/>
                <a:gd name="connsiteX100" fmla="*/ 227749 w 265790"/>
                <a:gd name="connsiteY100" fmla="*/ 61067 h 265790"/>
                <a:gd name="connsiteX101" fmla="*/ 217647 w 265790"/>
                <a:gd name="connsiteY101" fmla="*/ 50828 h 265790"/>
                <a:gd name="connsiteX102" fmla="*/ 207727 w 265790"/>
                <a:gd name="connsiteY102" fmla="*/ 41227 h 265790"/>
                <a:gd name="connsiteX103" fmla="*/ 200947 w 265790"/>
                <a:gd name="connsiteY103" fmla="*/ 45140 h 265790"/>
                <a:gd name="connsiteX104" fmla="*/ 187205 w 265790"/>
                <a:gd name="connsiteY104" fmla="*/ 51602 h 265790"/>
                <a:gd name="connsiteX105" fmla="*/ 183655 w 265790"/>
                <a:gd name="connsiteY105" fmla="*/ 52557 h 265790"/>
                <a:gd name="connsiteX106" fmla="*/ 180789 w 265790"/>
                <a:gd name="connsiteY106" fmla="*/ 50282 h 265790"/>
                <a:gd name="connsiteX107" fmla="*/ 171005 w 265790"/>
                <a:gd name="connsiteY107" fmla="*/ 45277 h 265790"/>
                <a:gd name="connsiteX108" fmla="*/ 158127 w 265790"/>
                <a:gd name="connsiteY108" fmla="*/ 40044 h 265790"/>
                <a:gd name="connsiteX109" fmla="*/ 154988 w 265790"/>
                <a:gd name="connsiteY109" fmla="*/ 38542 h 265790"/>
                <a:gd name="connsiteX110" fmla="*/ 154123 w 265790"/>
                <a:gd name="connsiteY110" fmla="*/ 35129 h 265790"/>
                <a:gd name="connsiteX111" fmla="*/ 148844 w 265790"/>
                <a:gd name="connsiteY111" fmla="*/ 15244 h 265790"/>
                <a:gd name="connsiteX112" fmla="*/ 121041 w 265790"/>
                <a:gd name="connsiteY112" fmla="*/ 14925 h 265790"/>
                <a:gd name="connsiteX113" fmla="*/ 118903 w 265790"/>
                <a:gd name="connsiteY113" fmla="*/ 22479 h 265790"/>
                <a:gd name="connsiteX114" fmla="*/ 114989 w 265790"/>
                <a:gd name="connsiteY114" fmla="*/ 36221 h 265790"/>
                <a:gd name="connsiteX115" fmla="*/ 113397 w 265790"/>
                <a:gd name="connsiteY115" fmla="*/ 41181 h 265790"/>
                <a:gd name="connsiteX116" fmla="*/ 108209 w 265790"/>
                <a:gd name="connsiteY116" fmla="*/ 41363 h 265790"/>
                <a:gd name="connsiteX117" fmla="*/ 85457 w 265790"/>
                <a:gd name="connsiteY117" fmla="*/ 50100 h 265790"/>
                <a:gd name="connsiteX118" fmla="*/ 81498 w 265790"/>
                <a:gd name="connsiteY118" fmla="*/ 51784 h 265790"/>
                <a:gd name="connsiteX119" fmla="*/ 78085 w 265790"/>
                <a:gd name="connsiteY119" fmla="*/ 49145 h 265790"/>
                <a:gd name="connsiteX120" fmla="*/ 61067 w 265790"/>
                <a:gd name="connsiteY120" fmla="*/ 38724 h 265790"/>
                <a:gd name="connsiteX121" fmla="*/ 40954 w 265790"/>
                <a:gd name="connsiteY121" fmla="*/ 58655 h 265790"/>
                <a:gd name="connsiteX122" fmla="*/ 51192 w 265790"/>
                <a:gd name="connsiteY122" fmla="*/ 76811 h 265790"/>
                <a:gd name="connsiteX123" fmla="*/ 53286 w 265790"/>
                <a:gd name="connsiteY123" fmla="*/ 80816 h 265790"/>
                <a:gd name="connsiteX124" fmla="*/ 50646 w 265790"/>
                <a:gd name="connsiteY124" fmla="*/ 84502 h 265790"/>
                <a:gd name="connsiteX125" fmla="*/ 44958 w 265790"/>
                <a:gd name="connsiteY125" fmla="*/ 95468 h 265790"/>
                <a:gd name="connsiteX126" fmla="*/ 38633 w 265790"/>
                <a:gd name="connsiteY126" fmla="*/ 108892 h 265790"/>
                <a:gd name="connsiteX127" fmla="*/ 36813 w 265790"/>
                <a:gd name="connsiteY127" fmla="*/ 112077 h 265790"/>
                <a:gd name="connsiteX128" fmla="*/ 33173 w 265790"/>
                <a:gd name="connsiteY128" fmla="*/ 112532 h 265790"/>
                <a:gd name="connsiteX129" fmla="*/ 21888 w 265790"/>
                <a:gd name="connsiteY129" fmla="*/ 114989 h 265790"/>
                <a:gd name="connsiteX130" fmla="*/ 15289 w 265790"/>
                <a:gd name="connsiteY130" fmla="*/ 116810 h 265790"/>
                <a:gd name="connsiteX131" fmla="*/ 14971 w 265790"/>
                <a:gd name="connsiteY131" fmla="*/ 144977 h 265790"/>
                <a:gd name="connsiteX132" fmla="*/ 22070 w 265790"/>
                <a:gd name="connsiteY132" fmla="*/ 147070 h 265790"/>
                <a:gd name="connsiteX133" fmla="*/ 33901 w 265790"/>
                <a:gd name="connsiteY133" fmla="*/ 149755 h 265790"/>
                <a:gd name="connsiteX134" fmla="*/ 39452 w 265790"/>
                <a:gd name="connsiteY134" fmla="*/ 150528 h 265790"/>
                <a:gd name="connsiteX135" fmla="*/ 40180 w 265790"/>
                <a:gd name="connsiteY135" fmla="*/ 156080 h 265790"/>
                <a:gd name="connsiteX136" fmla="*/ 43730 w 265790"/>
                <a:gd name="connsiteY136" fmla="*/ 168047 h 265790"/>
                <a:gd name="connsiteX137" fmla="*/ 49236 w 265790"/>
                <a:gd name="connsiteY137" fmla="*/ 181244 h 265790"/>
                <a:gd name="connsiteX138" fmla="*/ 50282 w 265790"/>
                <a:gd name="connsiteY138" fmla="*/ 184429 h 265790"/>
                <a:gd name="connsiteX139" fmla="*/ 48553 w 265790"/>
                <a:gd name="connsiteY139" fmla="*/ 187296 h 265790"/>
                <a:gd name="connsiteX140" fmla="*/ 38633 w 265790"/>
                <a:gd name="connsiteY140" fmla="*/ 204724 h 265790"/>
                <a:gd name="connsiteX141" fmla="*/ 58382 w 265790"/>
                <a:gd name="connsiteY141" fmla="*/ 224336 h 265790"/>
                <a:gd name="connsiteX142" fmla="*/ 64753 w 265790"/>
                <a:gd name="connsiteY142" fmla="*/ 220605 h 265790"/>
                <a:gd name="connsiteX143" fmla="*/ 78495 w 265790"/>
                <a:gd name="connsiteY143" fmla="*/ 214189 h 265790"/>
                <a:gd name="connsiteX144" fmla="*/ 81862 w 265790"/>
                <a:gd name="connsiteY144" fmla="*/ 213188 h 265790"/>
                <a:gd name="connsiteX145" fmla="*/ 84774 w 265790"/>
                <a:gd name="connsiteY145" fmla="*/ 215190 h 265790"/>
                <a:gd name="connsiteX146" fmla="*/ 107572 w 265790"/>
                <a:gd name="connsiteY146" fmla="*/ 225610 h 265790"/>
                <a:gd name="connsiteX147" fmla="*/ 110393 w 265790"/>
                <a:gd name="connsiteY147" fmla="*/ 226884 h 265790"/>
                <a:gd name="connsiteX148" fmla="*/ 111440 w 265790"/>
                <a:gd name="connsiteY148" fmla="*/ 229797 h 265790"/>
                <a:gd name="connsiteX149" fmla="*/ 115080 w 265790"/>
                <a:gd name="connsiteY149" fmla="*/ 243539 h 265790"/>
                <a:gd name="connsiteX150" fmla="*/ 116718 w 265790"/>
                <a:gd name="connsiteY150" fmla="*/ 250592 h 265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265790" h="265790">
                  <a:moveTo>
                    <a:pt x="154624" y="265791"/>
                  </a:moveTo>
                  <a:lnTo>
                    <a:pt x="106799" y="265290"/>
                  </a:lnTo>
                  <a:lnTo>
                    <a:pt x="104842" y="261104"/>
                  </a:lnTo>
                  <a:cubicBezTo>
                    <a:pt x="103295" y="257873"/>
                    <a:pt x="101930" y="253186"/>
                    <a:pt x="100564" y="246906"/>
                  </a:cubicBezTo>
                  <a:cubicBezTo>
                    <a:pt x="99654" y="242720"/>
                    <a:pt x="98926" y="239899"/>
                    <a:pt x="98380" y="237942"/>
                  </a:cubicBezTo>
                  <a:cubicBezTo>
                    <a:pt x="88187" y="233301"/>
                    <a:pt x="82863" y="230843"/>
                    <a:pt x="79997" y="229478"/>
                  </a:cubicBezTo>
                  <a:cubicBezTo>
                    <a:pt x="77721" y="230388"/>
                    <a:pt x="75173" y="231708"/>
                    <a:pt x="72306" y="233437"/>
                  </a:cubicBezTo>
                  <a:cubicBezTo>
                    <a:pt x="66618" y="236895"/>
                    <a:pt x="62796" y="238989"/>
                    <a:pt x="60293" y="240035"/>
                  </a:cubicBezTo>
                  <a:lnTo>
                    <a:pt x="56607" y="241628"/>
                  </a:lnTo>
                  <a:lnTo>
                    <a:pt x="53286" y="239398"/>
                  </a:lnTo>
                  <a:cubicBezTo>
                    <a:pt x="50601" y="237624"/>
                    <a:pt x="44913" y="232846"/>
                    <a:pt x="24436" y="211504"/>
                  </a:cubicBezTo>
                  <a:lnTo>
                    <a:pt x="21478" y="208410"/>
                  </a:lnTo>
                  <a:lnTo>
                    <a:pt x="22661" y="204314"/>
                  </a:lnTo>
                  <a:cubicBezTo>
                    <a:pt x="23298" y="202130"/>
                    <a:pt x="25164" y="197807"/>
                    <a:pt x="33946" y="182973"/>
                  </a:cubicBezTo>
                  <a:cubicBezTo>
                    <a:pt x="33218" y="181198"/>
                    <a:pt x="31990" y="178377"/>
                    <a:pt x="30078" y="173963"/>
                  </a:cubicBezTo>
                  <a:cubicBezTo>
                    <a:pt x="28531" y="170232"/>
                    <a:pt x="27348" y="166773"/>
                    <a:pt x="26529" y="163497"/>
                  </a:cubicBezTo>
                  <a:cubicBezTo>
                    <a:pt x="23890" y="162951"/>
                    <a:pt x="20977" y="162177"/>
                    <a:pt x="17838" y="161313"/>
                  </a:cubicBezTo>
                  <a:cubicBezTo>
                    <a:pt x="10557" y="159129"/>
                    <a:pt x="7372" y="158264"/>
                    <a:pt x="5916" y="157991"/>
                  </a:cubicBezTo>
                  <a:lnTo>
                    <a:pt x="0" y="156717"/>
                  </a:lnTo>
                  <a:lnTo>
                    <a:pt x="546" y="105115"/>
                  </a:lnTo>
                  <a:lnTo>
                    <a:pt x="6280" y="103841"/>
                  </a:lnTo>
                  <a:cubicBezTo>
                    <a:pt x="8191" y="103431"/>
                    <a:pt x="12059" y="102385"/>
                    <a:pt x="17838" y="100747"/>
                  </a:cubicBezTo>
                  <a:cubicBezTo>
                    <a:pt x="21341" y="99745"/>
                    <a:pt x="24481" y="99017"/>
                    <a:pt x="27303" y="98471"/>
                  </a:cubicBezTo>
                  <a:cubicBezTo>
                    <a:pt x="28213" y="96560"/>
                    <a:pt x="29487" y="93739"/>
                    <a:pt x="31307" y="89552"/>
                  </a:cubicBezTo>
                  <a:cubicBezTo>
                    <a:pt x="32945" y="85685"/>
                    <a:pt x="34538" y="82499"/>
                    <a:pt x="36039" y="79860"/>
                  </a:cubicBezTo>
                  <a:cubicBezTo>
                    <a:pt x="29987" y="68438"/>
                    <a:pt x="27075" y="64434"/>
                    <a:pt x="25892" y="63069"/>
                  </a:cubicBezTo>
                  <a:lnTo>
                    <a:pt x="22070" y="58701"/>
                  </a:lnTo>
                  <a:lnTo>
                    <a:pt x="25437" y="53968"/>
                  </a:lnTo>
                  <a:cubicBezTo>
                    <a:pt x="27166" y="51556"/>
                    <a:pt x="32035" y="45868"/>
                    <a:pt x="54560" y="24390"/>
                  </a:cubicBezTo>
                  <a:lnTo>
                    <a:pt x="58336" y="20795"/>
                  </a:lnTo>
                  <a:lnTo>
                    <a:pt x="62978" y="23116"/>
                  </a:lnTo>
                  <a:cubicBezTo>
                    <a:pt x="71442" y="27348"/>
                    <a:pt x="78222" y="31216"/>
                    <a:pt x="83500" y="34811"/>
                  </a:cubicBezTo>
                  <a:cubicBezTo>
                    <a:pt x="92965" y="30852"/>
                    <a:pt x="98562" y="28804"/>
                    <a:pt x="102021" y="27712"/>
                  </a:cubicBezTo>
                  <a:cubicBezTo>
                    <a:pt x="102658" y="25482"/>
                    <a:pt x="103522" y="22434"/>
                    <a:pt x="104614" y="18520"/>
                  </a:cubicBezTo>
                  <a:cubicBezTo>
                    <a:pt x="106116" y="13105"/>
                    <a:pt x="107436" y="8646"/>
                    <a:pt x="108528" y="5187"/>
                  </a:cubicBezTo>
                  <a:lnTo>
                    <a:pt x="110211" y="0"/>
                  </a:lnTo>
                  <a:lnTo>
                    <a:pt x="159265" y="546"/>
                  </a:lnTo>
                  <a:lnTo>
                    <a:pt x="161085" y="5187"/>
                  </a:lnTo>
                  <a:cubicBezTo>
                    <a:pt x="161995" y="7463"/>
                    <a:pt x="163588" y="12286"/>
                    <a:pt x="167547" y="27940"/>
                  </a:cubicBezTo>
                  <a:cubicBezTo>
                    <a:pt x="169367" y="28668"/>
                    <a:pt x="172143" y="29805"/>
                    <a:pt x="176375" y="31443"/>
                  </a:cubicBezTo>
                  <a:cubicBezTo>
                    <a:pt x="180424" y="32991"/>
                    <a:pt x="183746" y="34583"/>
                    <a:pt x="186477" y="36221"/>
                  </a:cubicBezTo>
                  <a:cubicBezTo>
                    <a:pt x="188479" y="35357"/>
                    <a:pt x="190754" y="34128"/>
                    <a:pt x="193211" y="32536"/>
                  </a:cubicBezTo>
                  <a:cubicBezTo>
                    <a:pt x="199172" y="28941"/>
                    <a:pt x="203086" y="26802"/>
                    <a:pt x="205679" y="25755"/>
                  </a:cubicBezTo>
                  <a:lnTo>
                    <a:pt x="209183" y="24345"/>
                  </a:lnTo>
                  <a:lnTo>
                    <a:pt x="212414" y="26347"/>
                  </a:lnTo>
                  <a:cubicBezTo>
                    <a:pt x="217192" y="29350"/>
                    <a:pt x="222516" y="34037"/>
                    <a:pt x="228568" y="40726"/>
                  </a:cubicBezTo>
                  <a:cubicBezTo>
                    <a:pt x="236213" y="48781"/>
                    <a:pt x="239990" y="52239"/>
                    <a:pt x="241810" y="53741"/>
                  </a:cubicBezTo>
                  <a:lnTo>
                    <a:pt x="246588" y="57654"/>
                  </a:lnTo>
                  <a:lnTo>
                    <a:pt x="243584" y="63069"/>
                  </a:lnTo>
                  <a:cubicBezTo>
                    <a:pt x="238715" y="71851"/>
                    <a:pt x="234802" y="78495"/>
                    <a:pt x="231708" y="83273"/>
                  </a:cubicBezTo>
                  <a:cubicBezTo>
                    <a:pt x="235121" y="93420"/>
                    <a:pt x="237032" y="98972"/>
                    <a:pt x="238124" y="101975"/>
                  </a:cubicBezTo>
                  <a:cubicBezTo>
                    <a:pt x="241127" y="102567"/>
                    <a:pt x="244403" y="103386"/>
                    <a:pt x="248089" y="104523"/>
                  </a:cubicBezTo>
                  <a:cubicBezTo>
                    <a:pt x="253823" y="106253"/>
                    <a:pt x="257782" y="107390"/>
                    <a:pt x="259829" y="107800"/>
                  </a:cubicBezTo>
                  <a:lnTo>
                    <a:pt x="265790" y="109028"/>
                  </a:lnTo>
                  <a:lnTo>
                    <a:pt x="265244" y="160585"/>
                  </a:lnTo>
                  <a:lnTo>
                    <a:pt x="259511" y="161859"/>
                  </a:lnTo>
                  <a:cubicBezTo>
                    <a:pt x="257554" y="162268"/>
                    <a:pt x="253732" y="163315"/>
                    <a:pt x="247953" y="164953"/>
                  </a:cubicBezTo>
                  <a:cubicBezTo>
                    <a:pt x="244403" y="165954"/>
                    <a:pt x="241264" y="166682"/>
                    <a:pt x="238442" y="167228"/>
                  </a:cubicBezTo>
                  <a:cubicBezTo>
                    <a:pt x="237623" y="169003"/>
                    <a:pt x="236440" y="171779"/>
                    <a:pt x="234757" y="176056"/>
                  </a:cubicBezTo>
                  <a:cubicBezTo>
                    <a:pt x="233255" y="180061"/>
                    <a:pt x="231708" y="183337"/>
                    <a:pt x="230070" y="186022"/>
                  </a:cubicBezTo>
                  <a:cubicBezTo>
                    <a:pt x="231116" y="187887"/>
                    <a:pt x="232481" y="190254"/>
                    <a:pt x="234074" y="193166"/>
                  </a:cubicBezTo>
                  <a:cubicBezTo>
                    <a:pt x="236395" y="197398"/>
                    <a:pt x="238488" y="200720"/>
                    <a:pt x="240217" y="202995"/>
                  </a:cubicBezTo>
                  <a:lnTo>
                    <a:pt x="243493" y="207318"/>
                  </a:lnTo>
                  <a:lnTo>
                    <a:pt x="240354" y="211732"/>
                  </a:lnTo>
                  <a:cubicBezTo>
                    <a:pt x="238670" y="214143"/>
                    <a:pt x="233801" y="219831"/>
                    <a:pt x="211413" y="241309"/>
                  </a:cubicBezTo>
                  <a:lnTo>
                    <a:pt x="207682" y="244859"/>
                  </a:lnTo>
                  <a:lnTo>
                    <a:pt x="203040" y="242583"/>
                  </a:lnTo>
                  <a:cubicBezTo>
                    <a:pt x="196260" y="239262"/>
                    <a:pt x="189525" y="235394"/>
                    <a:pt x="183018" y="231071"/>
                  </a:cubicBezTo>
                  <a:cubicBezTo>
                    <a:pt x="176511" y="234438"/>
                    <a:pt x="170186" y="236850"/>
                    <a:pt x="164134" y="238261"/>
                  </a:cubicBezTo>
                  <a:cubicBezTo>
                    <a:pt x="163451" y="239990"/>
                    <a:pt x="162541" y="242629"/>
                    <a:pt x="161631" y="246542"/>
                  </a:cubicBezTo>
                  <a:cubicBezTo>
                    <a:pt x="159857" y="253869"/>
                    <a:pt x="158355" y="258646"/>
                    <a:pt x="156853" y="261559"/>
                  </a:cubicBezTo>
                  <a:lnTo>
                    <a:pt x="154624" y="265791"/>
                  </a:lnTo>
                  <a:close/>
                  <a:moveTo>
                    <a:pt x="116718" y="250592"/>
                  </a:moveTo>
                  <a:lnTo>
                    <a:pt x="145068" y="250911"/>
                  </a:lnTo>
                  <a:cubicBezTo>
                    <a:pt x="145614" y="249136"/>
                    <a:pt x="146296" y="246633"/>
                    <a:pt x="147115" y="243221"/>
                  </a:cubicBezTo>
                  <a:cubicBezTo>
                    <a:pt x="148799" y="236349"/>
                    <a:pt x="150619" y="231344"/>
                    <a:pt x="152758" y="227977"/>
                  </a:cubicBezTo>
                  <a:lnTo>
                    <a:pt x="154533" y="225155"/>
                  </a:lnTo>
                  <a:lnTo>
                    <a:pt x="157763" y="224609"/>
                  </a:lnTo>
                  <a:cubicBezTo>
                    <a:pt x="164498" y="223426"/>
                    <a:pt x="171870" y="220605"/>
                    <a:pt x="179696" y="216145"/>
                  </a:cubicBezTo>
                  <a:lnTo>
                    <a:pt x="183792" y="213825"/>
                  </a:lnTo>
                  <a:lnTo>
                    <a:pt x="187614" y="216510"/>
                  </a:lnTo>
                  <a:cubicBezTo>
                    <a:pt x="193257" y="220468"/>
                    <a:pt x="199036" y="224018"/>
                    <a:pt x="204860" y="227112"/>
                  </a:cubicBezTo>
                  <a:cubicBezTo>
                    <a:pt x="215872" y="216510"/>
                    <a:pt x="221788" y="210503"/>
                    <a:pt x="224928" y="207090"/>
                  </a:cubicBezTo>
                  <a:cubicBezTo>
                    <a:pt x="223699" y="205133"/>
                    <a:pt x="222425" y="202949"/>
                    <a:pt x="221014" y="200446"/>
                  </a:cubicBezTo>
                  <a:cubicBezTo>
                    <a:pt x="217692" y="194440"/>
                    <a:pt x="215599" y="190800"/>
                    <a:pt x="214826" y="189525"/>
                  </a:cubicBezTo>
                  <a:lnTo>
                    <a:pt x="211777" y="184611"/>
                  </a:lnTo>
                  <a:lnTo>
                    <a:pt x="215827" y="180470"/>
                  </a:lnTo>
                  <a:cubicBezTo>
                    <a:pt x="216509" y="179788"/>
                    <a:pt x="218375" y="177421"/>
                    <a:pt x="220832" y="170914"/>
                  </a:cubicBezTo>
                  <a:cubicBezTo>
                    <a:pt x="224473" y="161495"/>
                    <a:pt x="226247" y="158310"/>
                    <a:pt x="227248" y="156717"/>
                  </a:cubicBezTo>
                  <a:lnTo>
                    <a:pt x="229114" y="153759"/>
                  </a:lnTo>
                  <a:lnTo>
                    <a:pt x="232572" y="153304"/>
                  </a:lnTo>
                  <a:cubicBezTo>
                    <a:pt x="235576" y="152940"/>
                    <a:pt x="239352" y="152121"/>
                    <a:pt x="243812" y="150847"/>
                  </a:cubicBezTo>
                  <a:cubicBezTo>
                    <a:pt x="246360" y="150119"/>
                    <a:pt x="248590" y="149527"/>
                    <a:pt x="250456" y="149027"/>
                  </a:cubicBezTo>
                  <a:lnTo>
                    <a:pt x="250774" y="120859"/>
                  </a:lnTo>
                  <a:cubicBezTo>
                    <a:pt x="248772" y="120313"/>
                    <a:pt x="246451" y="119585"/>
                    <a:pt x="243675" y="118766"/>
                  </a:cubicBezTo>
                  <a:cubicBezTo>
                    <a:pt x="239853" y="117583"/>
                    <a:pt x="236486" y="116764"/>
                    <a:pt x="233664" y="116309"/>
                  </a:cubicBezTo>
                  <a:cubicBezTo>
                    <a:pt x="227703" y="117219"/>
                    <a:pt x="225929" y="112214"/>
                    <a:pt x="223335" y="104751"/>
                  </a:cubicBezTo>
                  <a:cubicBezTo>
                    <a:pt x="221788" y="100291"/>
                    <a:pt x="219467" y="93557"/>
                    <a:pt x="216464" y="84593"/>
                  </a:cubicBezTo>
                  <a:lnTo>
                    <a:pt x="215281" y="81089"/>
                  </a:lnTo>
                  <a:lnTo>
                    <a:pt x="217419" y="78040"/>
                  </a:lnTo>
                  <a:cubicBezTo>
                    <a:pt x="219922" y="74445"/>
                    <a:pt x="223380" y="68757"/>
                    <a:pt x="227749" y="61067"/>
                  </a:cubicBezTo>
                  <a:cubicBezTo>
                    <a:pt x="225019" y="58473"/>
                    <a:pt x="221697" y="55060"/>
                    <a:pt x="217647" y="50828"/>
                  </a:cubicBezTo>
                  <a:cubicBezTo>
                    <a:pt x="213916" y="46733"/>
                    <a:pt x="210594" y="43548"/>
                    <a:pt x="207727" y="41227"/>
                  </a:cubicBezTo>
                  <a:cubicBezTo>
                    <a:pt x="206089" y="42091"/>
                    <a:pt x="203905" y="43366"/>
                    <a:pt x="200947" y="45140"/>
                  </a:cubicBezTo>
                  <a:cubicBezTo>
                    <a:pt x="195941" y="48326"/>
                    <a:pt x="191391" y="50464"/>
                    <a:pt x="187205" y="51602"/>
                  </a:cubicBezTo>
                  <a:lnTo>
                    <a:pt x="183655" y="52557"/>
                  </a:lnTo>
                  <a:lnTo>
                    <a:pt x="180789" y="50282"/>
                  </a:lnTo>
                  <a:cubicBezTo>
                    <a:pt x="179423" y="49236"/>
                    <a:pt x="176602" y="47506"/>
                    <a:pt x="171005" y="45277"/>
                  </a:cubicBezTo>
                  <a:cubicBezTo>
                    <a:pt x="161722" y="41636"/>
                    <a:pt x="159219" y="40544"/>
                    <a:pt x="158127" y="40044"/>
                  </a:cubicBezTo>
                  <a:lnTo>
                    <a:pt x="154988" y="38542"/>
                  </a:lnTo>
                  <a:lnTo>
                    <a:pt x="154123" y="35129"/>
                  </a:lnTo>
                  <a:cubicBezTo>
                    <a:pt x="151620" y="25164"/>
                    <a:pt x="149937" y="19021"/>
                    <a:pt x="148844" y="15244"/>
                  </a:cubicBezTo>
                  <a:lnTo>
                    <a:pt x="121041" y="14925"/>
                  </a:lnTo>
                  <a:cubicBezTo>
                    <a:pt x="120404" y="17155"/>
                    <a:pt x="119676" y="19703"/>
                    <a:pt x="118903" y="22479"/>
                  </a:cubicBezTo>
                  <a:cubicBezTo>
                    <a:pt x="116764" y="30078"/>
                    <a:pt x="115444" y="34674"/>
                    <a:pt x="114989" y="36221"/>
                  </a:cubicBezTo>
                  <a:lnTo>
                    <a:pt x="113397" y="41181"/>
                  </a:lnTo>
                  <a:lnTo>
                    <a:pt x="108209" y="41363"/>
                  </a:lnTo>
                  <a:cubicBezTo>
                    <a:pt x="107618" y="41454"/>
                    <a:pt x="103522" y="42456"/>
                    <a:pt x="85457" y="50100"/>
                  </a:cubicBezTo>
                  <a:lnTo>
                    <a:pt x="81498" y="51784"/>
                  </a:lnTo>
                  <a:lnTo>
                    <a:pt x="78085" y="49145"/>
                  </a:lnTo>
                  <a:cubicBezTo>
                    <a:pt x="74081" y="46050"/>
                    <a:pt x="68347" y="42547"/>
                    <a:pt x="61067" y="38724"/>
                  </a:cubicBezTo>
                  <a:cubicBezTo>
                    <a:pt x="50100" y="49236"/>
                    <a:pt x="44185" y="55197"/>
                    <a:pt x="40954" y="58655"/>
                  </a:cubicBezTo>
                  <a:cubicBezTo>
                    <a:pt x="43229" y="62159"/>
                    <a:pt x="46460" y="67710"/>
                    <a:pt x="51192" y="76811"/>
                  </a:cubicBezTo>
                  <a:lnTo>
                    <a:pt x="53286" y="80816"/>
                  </a:lnTo>
                  <a:lnTo>
                    <a:pt x="50646" y="84502"/>
                  </a:lnTo>
                  <a:cubicBezTo>
                    <a:pt x="49554" y="86049"/>
                    <a:pt x="47643" y="89188"/>
                    <a:pt x="44958" y="95468"/>
                  </a:cubicBezTo>
                  <a:cubicBezTo>
                    <a:pt x="42000" y="102294"/>
                    <a:pt x="39998" y="106526"/>
                    <a:pt x="38633" y="108892"/>
                  </a:cubicBezTo>
                  <a:lnTo>
                    <a:pt x="36813" y="112077"/>
                  </a:lnTo>
                  <a:lnTo>
                    <a:pt x="33173" y="112532"/>
                  </a:lnTo>
                  <a:cubicBezTo>
                    <a:pt x="30169" y="112896"/>
                    <a:pt x="26392" y="113715"/>
                    <a:pt x="21888" y="114989"/>
                  </a:cubicBezTo>
                  <a:cubicBezTo>
                    <a:pt x="19339" y="115717"/>
                    <a:pt x="17110" y="116309"/>
                    <a:pt x="15289" y="116810"/>
                  </a:cubicBezTo>
                  <a:lnTo>
                    <a:pt x="14971" y="144977"/>
                  </a:lnTo>
                  <a:cubicBezTo>
                    <a:pt x="16973" y="145523"/>
                    <a:pt x="19339" y="146251"/>
                    <a:pt x="22070" y="147070"/>
                  </a:cubicBezTo>
                  <a:cubicBezTo>
                    <a:pt x="26711" y="148390"/>
                    <a:pt x="30761" y="149300"/>
                    <a:pt x="33901" y="149755"/>
                  </a:cubicBezTo>
                  <a:lnTo>
                    <a:pt x="39452" y="150528"/>
                  </a:lnTo>
                  <a:lnTo>
                    <a:pt x="40180" y="156080"/>
                  </a:lnTo>
                  <a:cubicBezTo>
                    <a:pt x="40635" y="159493"/>
                    <a:pt x="41818" y="163497"/>
                    <a:pt x="43730" y="168047"/>
                  </a:cubicBezTo>
                  <a:cubicBezTo>
                    <a:pt x="47916" y="177558"/>
                    <a:pt x="48872" y="180106"/>
                    <a:pt x="49236" y="181244"/>
                  </a:cubicBezTo>
                  <a:lnTo>
                    <a:pt x="50282" y="184429"/>
                  </a:lnTo>
                  <a:lnTo>
                    <a:pt x="48553" y="187296"/>
                  </a:lnTo>
                  <a:cubicBezTo>
                    <a:pt x="43047" y="196488"/>
                    <a:pt x="40180" y="201766"/>
                    <a:pt x="38633" y="204724"/>
                  </a:cubicBezTo>
                  <a:cubicBezTo>
                    <a:pt x="49463" y="215918"/>
                    <a:pt x="55288" y="221515"/>
                    <a:pt x="58382" y="224336"/>
                  </a:cubicBezTo>
                  <a:cubicBezTo>
                    <a:pt x="59929" y="223472"/>
                    <a:pt x="62022" y="222289"/>
                    <a:pt x="64753" y="220605"/>
                  </a:cubicBezTo>
                  <a:cubicBezTo>
                    <a:pt x="69940" y="217511"/>
                    <a:pt x="74445" y="215417"/>
                    <a:pt x="78495" y="214189"/>
                  </a:cubicBezTo>
                  <a:lnTo>
                    <a:pt x="81862" y="213188"/>
                  </a:lnTo>
                  <a:lnTo>
                    <a:pt x="84774" y="215190"/>
                  </a:lnTo>
                  <a:cubicBezTo>
                    <a:pt x="84956" y="215235"/>
                    <a:pt x="88415" y="216965"/>
                    <a:pt x="107572" y="225610"/>
                  </a:cubicBezTo>
                  <a:lnTo>
                    <a:pt x="110393" y="226884"/>
                  </a:lnTo>
                  <a:lnTo>
                    <a:pt x="111440" y="229797"/>
                  </a:lnTo>
                  <a:cubicBezTo>
                    <a:pt x="112487" y="232618"/>
                    <a:pt x="113670" y="237123"/>
                    <a:pt x="115080" y="243539"/>
                  </a:cubicBezTo>
                  <a:cubicBezTo>
                    <a:pt x="115626" y="246633"/>
                    <a:pt x="116218" y="248863"/>
                    <a:pt x="116718" y="250592"/>
                  </a:cubicBezTo>
                  <a:close/>
                </a:path>
              </a:pathLst>
            </a:custGeom>
            <a:grpFill/>
            <a:ln w="4532" cap="flat">
              <a:noFill/>
              <a:prstDash val="solid"/>
              <a:miter/>
            </a:ln>
          </p:spPr>
          <p:txBody>
            <a:bodyPr rtlCol="0" anchor="ctr"/>
            <a:lstStyle/>
            <a:p>
              <a:endParaRPr lang="en-US" dirty="0">
                <a:latin typeface="Arial" panose="020B0604020202020204" pitchFamily="34" charset="0"/>
              </a:endParaRPr>
            </a:p>
          </p:txBody>
        </p:sp>
      </p:grpSp>
      <p:grpSp>
        <p:nvGrpSpPr>
          <p:cNvPr id="217" name="Picture Placeholder 87" descr="Security 2&#10;">
            <a:extLst>
              <a:ext uri="{FF2B5EF4-FFF2-40B4-BE49-F238E27FC236}">
                <a16:creationId xmlns:a16="http://schemas.microsoft.com/office/drawing/2014/main" id="{4718D746-063E-F971-236E-4337416624CC}"/>
              </a:ext>
            </a:extLst>
          </p:cNvPr>
          <p:cNvGrpSpPr/>
          <p:nvPr/>
        </p:nvGrpSpPr>
        <p:grpSpPr>
          <a:xfrm>
            <a:off x="6266490" y="3259776"/>
            <a:ext cx="215556" cy="314048"/>
            <a:chOff x="5912431" y="1949843"/>
            <a:chExt cx="411098" cy="598939"/>
          </a:xfrm>
          <a:solidFill>
            <a:schemeClr val="accent2"/>
          </a:solidFill>
        </p:grpSpPr>
        <p:sp>
          <p:nvSpPr>
            <p:cNvPr id="218" name="Picture Placeholder 87">
              <a:extLst>
                <a:ext uri="{FF2B5EF4-FFF2-40B4-BE49-F238E27FC236}">
                  <a16:creationId xmlns:a16="http://schemas.microsoft.com/office/drawing/2014/main" id="{3947DE26-211A-3F90-E05F-8D847F57BB62}"/>
                </a:ext>
              </a:extLst>
            </p:cNvPr>
            <p:cNvSpPr/>
            <p:nvPr/>
          </p:nvSpPr>
          <p:spPr>
            <a:xfrm>
              <a:off x="5958601" y="2179426"/>
              <a:ext cx="166336" cy="166336"/>
            </a:xfrm>
            <a:custGeom>
              <a:avLst/>
              <a:gdLst>
                <a:gd name="connsiteX0" fmla="*/ 7590 w 166336"/>
                <a:gd name="connsiteY0" fmla="*/ 166337 h 166336"/>
                <a:gd name="connsiteX1" fmla="*/ 0 w 166336"/>
                <a:gd name="connsiteY1" fmla="*/ 158747 h 166336"/>
                <a:gd name="connsiteX2" fmla="*/ 158747 w 166336"/>
                <a:gd name="connsiteY2" fmla="*/ 0 h 166336"/>
                <a:gd name="connsiteX3" fmla="*/ 166337 w 166336"/>
                <a:gd name="connsiteY3" fmla="*/ 7590 h 166336"/>
                <a:gd name="connsiteX4" fmla="*/ 158747 w 166336"/>
                <a:gd name="connsiteY4" fmla="*/ 15179 h 166336"/>
                <a:gd name="connsiteX5" fmla="*/ 15812 w 166336"/>
                <a:gd name="connsiteY5" fmla="*/ 158115 h 166336"/>
                <a:gd name="connsiteX6" fmla="*/ 7590 w 166336"/>
                <a:gd name="connsiteY6" fmla="*/ 166337 h 16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6" h="166336">
                  <a:moveTo>
                    <a:pt x="7590" y="166337"/>
                  </a:moveTo>
                  <a:cubicBezTo>
                    <a:pt x="3162" y="166337"/>
                    <a:pt x="0" y="162542"/>
                    <a:pt x="0" y="158747"/>
                  </a:cubicBezTo>
                  <a:cubicBezTo>
                    <a:pt x="0" y="71468"/>
                    <a:pt x="71468" y="0"/>
                    <a:pt x="158747" y="0"/>
                  </a:cubicBezTo>
                  <a:cubicBezTo>
                    <a:pt x="163175" y="0"/>
                    <a:pt x="166337" y="3795"/>
                    <a:pt x="166337" y="7590"/>
                  </a:cubicBezTo>
                  <a:cubicBezTo>
                    <a:pt x="166337" y="11384"/>
                    <a:pt x="162542" y="15179"/>
                    <a:pt x="158747" y="15179"/>
                  </a:cubicBezTo>
                  <a:cubicBezTo>
                    <a:pt x="79690" y="15179"/>
                    <a:pt x="15812" y="79058"/>
                    <a:pt x="15812" y="158115"/>
                  </a:cubicBezTo>
                  <a:cubicBezTo>
                    <a:pt x="15179" y="162542"/>
                    <a:pt x="12017" y="166337"/>
                    <a:pt x="7590" y="166337"/>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nvGrpSpPr>
            <p:cNvPr id="219" name="Picture Placeholder 87">
              <a:extLst>
                <a:ext uri="{FF2B5EF4-FFF2-40B4-BE49-F238E27FC236}">
                  <a16:creationId xmlns:a16="http://schemas.microsoft.com/office/drawing/2014/main" id="{8AE5D7D8-A2E5-0934-2EF0-71F937BD1BDC}"/>
                </a:ext>
              </a:extLst>
            </p:cNvPr>
            <p:cNvGrpSpPr/>
            <p:nvPr/>
          </p:nvGrpSpPr>
          <p:grpSpPr>
            <a:xfrm>
              <a:off x="5912431" y="1949843"/>
              <a:ext cx="411098" cy="598939"/>
              <a:chOff x="5912431" y="1949843"/>
              <a:chExt cx="411098" cy="598939"/>
            </a:xfrm>
            <a:grpFill/>
          </p:grpSpPr>
          <p:sp>
            <p:nvSpPr>
              <p:cNvPr id="220" name="Picture Placeholder 87">
                <a:extLst>
                  <a:ext uri="{FF2B5EF4-FFF2-40B4-BE49-F238E27FC236}">
                    <a16:creationId xmlns:a16="http://schemas.microsoft.com/office/drawing/2014/main" id="{9C5444F1-4B4C-E775-9C96-70E6692736EC}"/>
                  </a:ext>
                </a:extLst>
              </p:cNvPr>
              <p:cNvSpPr/>
              <p:nvPr/>
            </p:nvSpPr>
            <p:spPr>
              <a:xfrm>
                <a:off x="5912431" y="1949843"/>
                <a:ext cx="411098" cy="598939"/>
              </a:xfrm>
              <a:custGeom>
                <a:avLst/>
                <a:gdLst>
                  <a:gd name="connsiteX0" fmla="*/ 316230 w 411098"/>
                  <a:gd name="connsiteY0" fmla="*/ 220096 h 598939"/>
                  <a:gd name="connsiteX1" fmla="*/ 316230 w 411098"/>
                  <a:gd name="connsiteY1" fmla="*/ 104988 h 598939"/>
                  <a:gd name="connsiteX2" fmla="*/ 215036 w 411098"/>
                  <a:gd name="connsiteY2" fmla="*/ 0 h 598939"/>
                  <a:gd name="connsiteX3" fmla="*/ 196063 w 411098"/>
                  <a:gd name="connsiteY3" fmla="*/ 0 h 598939"/>
                  <a:gd name="connsiteX4" fmla="*/ 94869 w 411098"/>
                  <a:gd name="connsiteY4" fmla="*/ 104988 h 598939"/>
                  <a:gd name="connsiteX5" fmla="*/ 94869 w 411098"/>
                  <a:gd name="connsiteY5" fmla="*/ 220096 h 598939"/>
                  <a:gd name="connsiteX6" fmla="*/ 0 w 411098"/>
                  <a:gd name="connsiteY6" fmla="*/ 393390 h 598939"/>
                  <a:gd name="connsiteX7" fmla="*/ 205549 w 411098"/>
                  <a:gd name="connsiteY7" fmla="*/ 598940 h 598939"/>
                  <a:gd name="connsiteX8" fmla="*/ 411099 w 411098"/>
                  <a:gd name="connsiteY8" fmla="*/ 393390 h 598939"/>
                  <a:gd name="connsiteX9" fmla="*/ 316230 w 411098"/>
                  <a:gd name="connsiteY9" fmla="*/ 220096 h 598939"/>
                  <a:gd name="connsiteX10" fmla="*/ 110680 w 411098"/>
                  <a:gd name="connsiteY10" fmla="*/ 104988 h 598939"/>
                  <a:gd name="connsiteX11" fmla="*/ 196063 w 411098"/>
                  <a:gd name="connsiteY11" fmla="*/ 15812 h 598939"/>
                  <a:gd name="connsiteX12" fmla="*/ 215036 w 411098"/>
                  <a:gd name="connsiteY12" fmla="*/ 15812 h 598939"/>
                  <a:gd name="connsiteX13" fmla="*/ 300419 w 411098"/>
                  <a:gd name="connsiteY13" fmla="*/ 104988 h 598939"/>
                  <a:gd name="connsiteX14" fmla="*/ 300419 w 411098"/>
                  <a:gd name="connsiteY14" fmla="*/ 211242 h 598939"/>
                  <a:gd name="connsiteX15" fmla="*/ 205549 w 411098"/>
                  <a:gd name="connsiteY15" fmla="*/ 187841 h 598939"/>
                  <a:gd name="connsiteX16" fmla="*/ 110680 w 411098"/>
                  <a:gd name="connsiteY16" fmla="*/ 211242 h 598939"/>
                  <a:gd name="connsiteX17" fmla="*/ 110680 w 411098"/>
                  <a:gd name="connsiteY17" fmla="*/ 104988 h 598939"/>
                  <a:gd name="connsiteX18" fmla="*/ 205549 w 411098"/>
                  <a:gd name="connsiteY18" fmla="*/ 583128 h 598939"/>
                  <a:gd name="connsiteX19" fmla="*/ 15812 w 411098"/>
                  <a:gd name="connsiteY19" fmla="*/ 393390 h 598939"/>
                  <a:gd name="connsiteX20" fmla="*/ 205549 w 411098"/>
                  <a:gd name="connsiteY20" fmla="*/ 203652 h 598939"/>
                  <a:gd name="connsiteX21" fmla="*/ 395288 w 411098"/>
                  <a:gd name="connsiteY21" fmla="*/ 393390 h 598939"/>
                  <a:gd name="connsiteX22" fmla="*/ 205549 w 411098"/>
                  <a:gd name="connsiteY22" fmla="*/ 583128 h 59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1098" h="598939">
                    <a:moveTo>
                      <a:pt x="316230" y="220096"/>
                    </a:moveTo>
                    <a:lnTo>
                      <a:pt x="316230" y="104988"/>
                    </a:lnTo>
                    <a:cubicBezTo>
                      <a:pt x="316230" y="47435"/>
                      <a:pt x="270693" y="0"/>
                      <a:pt x="215036" y="0"/>
                    </a:cubicBezTo>
                    <a:lnTo>
                      <a:pt x="196063" y="0"/>
                    </a:lnTo>
                    <a:cubicBezTo>
                      <a:pt x="140406" y="0"/>
                      <a:pt x="94869" y="46802"/>
                      <a:pt x="94869" y="104988"/>
                    </a:cubicBezTo>
                    <a:lnTo>
                      <a:pt x="94869" y="220096"/>
                    </a:lnTo>
                    <a:cubicBezTo>
                      <a:pt x="37948" y="256779"/>
                      <a:pt x="0" y="320657"/>
                      <a:pt x="0" y="393390"/>
                    </a:cubicBezTo>
                    <a:cubicBezTo>
                      <a:pt x="0" y="506600"/>
                      <a:pt x="92339" y="598940"/>
                      <a:pt x="205549" y="598940"/>
                    </a:cubicBezTo>
                    <a:cubicBezTo>
                      <a:pt x="318760" y="598940"/>
                      <a:pt x="411099" y="506600"/>
                      <a:pt x="411099" y="393390"/>
                    </a:cubicBezTo>
                    <a:cubicBezTo>
                      <a:pt x="411099" y="320025"/>
                      <a:pt x="373151" y="256146"/>
                      <a:pt x="316230" y="220096"/>
                    </a:cubicBezTo>
                    <a:close/>
                    <a:moveTo>
                      <a:pt x="110680" y="104988"/>
                    </a:moveTo>
                    <a:cubicBezTo>
                      <a:pt x="110680" y="55656"/>
                      <a:pt x="149261" y="15812"/>
                      <a:pt x="196063" y="15812"/>
                    </a:cubicBezTo>
                    <a:lnTo>
                      <a:pt x="215036" y="15812"/>
                    </a:lnTo>
                    <a:cubicBezTo>
                      <a:pt x="262471" y="15812"/>
                      <a:pt x="300419" y="55656"/>
                      <a:pt x="300419" y="104988"/>
                    </a:cubicBezTo>
                    <a:lnTo>
                      <a:pt x="300419" y="211242"/>
                    </a:lnTo>
                    <a:cubicBezTo>
                      <a:pt x="271958" y="196695"/>
                      <a:pt x="239702" y="187841"/>
                      <a:pt x="205549" y="187841"/>
                    </a:cubicBezTo>
                    <a:cubicBezTo>
                      <a:pt x="171397" y="187841"/>
                      <a:pt x="139141" y="196063"/>
                      <a:pt x="110680" y="211242"/>
                    </a:cubicBezTo>
                    <a:lnTo>
                      <a:pt x="110680" y="104988"/>
                    </a:lnTo>
                    <a:close/>
                    <a:moveTo>
                      <a:pt x="205549" y="583128"/>
                    </a:moveTo>
                    <a:cubicBezTo>
                      <a:pt x="101194" y="583128"/>
                      <a:pt x="15812" y="497746"/>
                      <a:pt x="15812" y="393390"/>
                    </a:cubicBezTo>
                    <a:cubicBezTo>
                      <a:pt x="15812" y="289034"/>
                      <a:pt x="101194" y="203652"/>
                      <a:pt x="205549" y="203652"/>
                    </a:cubicBezTo>
                    <a:cubicBezTo>
                      <a:pt x="309905" y="203652"/>
                      <a:pt x="395288" y="289034"/>
                      <a:pt x="395288" y="393390"/>
                    </a:cubicBezTo>
                    <a:cubicBezTo>
                      <a:pt x="395288" y="497746"/>
                      <a:pt x="309905" y="583128"/>
                      <a:pt x="205549" y="583128"/>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21" name="Picture Placeholder 87">
                <a:extLst>
                  <a:ext uri="{FF2B5EF4-FFF2-40B4-BE49-F238E27FC236}">
                    <a16:creationId xmlns:a16="http://schemas.microsoft.com/office/drawing/2014/main" id="{B4A90EB7-4235-C243-F613-6509E081EFC8}"/>
                  </a:ext>
                </a:extLst>
              </p:cNvPr>
              <p:cNvSpPr/>
              <p:nvPr/>
            </p:nvSpPr>
            <p:spPr>
              <a:xfrm>
                <a:off x="6084460" y="2289474"/>
                <a:ext cx="67673" cy="106253"/>
              </a:xfrm>
              <a:custGeom>
                <a:avLst/>
                <a:gdLst>
                  <a:gd name="connsiteX0" fmla="*/ 33520 w 67673"/>
                  <a:gd name="connsiteY0" fmla="*/ 0 h 106253"/>
                  <a:gd name="connsiteX1" fmla="*/ 0 w 67673"/>
                  <a:gd name="connsiteY1" fmla="*/ 33520 h 106253"/>
                  <a:gd name="connsiteX2" fmla="*/ 17076 w 67673"/>
                  <a:gd name="connsiteY2" fmla="*/ 62614 h 106253"/>
                  <a:gd name="connsiteX3" fmla="*/ 17076 w 67673"/>
                  <a:gd name="connsiteY3" fmla="*/ 97399 h 106253"/>
                  <a:gd name="connsiteX4" fmla="*/ 25931 w 67673"/>
                  <a:gd name="connsiteY4" fmla="*/ 106253 h 106253"/>
                  <a:gd name="connsiteX5" fmla="*/ 41742 w 67673"/>
                  <a:gd name="connsiteY5" fmla="*/ 106253 h 106253"/>
                  <a:gd name="connsiteX6" fmla="*/ 50597 w 67673"/>
                  <a:gd name="connsiteY6" fmla="*/ 97399 h 106253"/>
                  <a:gd name="connsiteX7" fmla="*/ 50597 w 67673"/>
                  <a:gd name="connsiteY7" fmla="*/ 62614 h 106253"/>
                  <a:gd name="connsiteX8" fmla="*/ 67673 w 67673"/>
                  <a:gd name="connsiteY8" fmla="*/ 33520 h 106253"/>
                  <a:gd name="connsiteX9" fmla="*/ 33520 w 67673"/>
                  <a:gd name="connsiteY9" fmla="*/ 0 h 10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673" h="106253">
                    <a:moveTo>
                      <a:pt x="33520" y="0"/>
                    </a:moveTo>
                    <a:cubicBezTo>
                      <a:pt x="15179" y="0"/>
                      <a:pt x="0" y="15179"/>
                      <a:pt x="0" y="33520"/>
                    </a:cubicBezTo>
                    <a:cubicBezTo>
                      <a:pt x="0" y="46170"/>
                      <a:pt x="6957" y="56921"/>
                      <a:pt x="17076" y="62614"/>
                    </a:cubicBezTo>
                    <a:lnTo>
                      <a:pt x="17076" y="97399"/>
                    </a:lnTo>
                    <a:cubicBezTo>
                      <a:pt x="17076" y="102459"/>
                      <a:pt x="20871" y="106253"/>
                      <a:pt x="25931" y="106253"/>
                    </a:cubicBezTo>
                    <a:lnTo>
                      <a:pt x="41742" y="106253"/>
                    </a:lnTo>
                    <a:cubicBezTo>
                      <a:pt x="46802" y="106253"/>
                      <a:pt x="50597" y="102459"/>
                      <a:pt x="50597" y="97399"/>
                    </a:cubicBezTo>
                    <a:lnTo>
                      <a:pt x="50597" y="62614"/>
                    </a:lnTo>
                    <a:cubicBezTo>
                      <a:pt x="60716" y="56921"/>
                      <a:pt x="67673" y="46170"/>
                      <a:pt x="67673" y="33520"/>
                    </a:cubicBezTo>
                    <a:cubicBezTo>
                      <a:pt x="67041" y="15179"/>
                      <a:pt x="51862" y="0"/>
                      <a:pt x="33520" y="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grpSp>
      <p:sp>
        <p:nvSpPr>
          <p:cNvPr id="222" name="TextBox 221">
            <a:extLst>
              <a:ext uri="{FF2B5EF4-FFF2-40B4-BE49-F238E27FC236}">
                <a16:creationId xmlns:a16="http://schemas.microsoft.com/office/drawing/2014/main" id="{71A54615-F282-4169-47D8-99852B4C048C}"/>
              </a:ext>
            </a:extLst>
          </p:cNvPr>
          <p:cNvSpPr txBox="1"/>
          <p:nvPr/>
        </p:nvSpPr>
        <p:spPr>
          <a:xfrm>
            <a:off x="6659692" y="3324467"/>
            <a:ext cx="1120445" cy="184666"/>
          </a:xfrm>
          <a:prstGeom prst="rect">
            <a:avLst/>
          </a:prstGeom>
        </p:spPr>
        <p:txBody>
          <a:bodyPr wrap="square" lIns="0" tIns="0" rIns="0" bIns="0" rtlCol="0">
            <a:spAutoFit/>
          </a:bodyPr>
          <a:lstStyle/>
          <a:p>
            <a:pPr>
              <a:spcAft>
                <a:spcPts val="600"/>
              </a:spcAft>
            </a:pPr>
            <a:r>
              <a:rPr lang="en-US" sz="1200" dirty="0">
                <a:solidFill>
                  <a:schemeClr val="tx2"/>
                </a:solidFill>
                <a:latin typeface="Arial" panose="020B0604020202020204" pitchFamily="34" charset="0"/>
              </a:rPr>
              <a:t>2. Encrypt</a:t>
            </a:r>
          </a:p>
        </p:txBody>
      </p:sp>
      <p:sp>
        <p:nvSpPr>
          <p:cNvPr id="223" name="TextBox 222">
            <a:extLst>
              <a:ext uri="{FF2B5EF4-FFF2-40B4-BE49-F238E27FC236}">
                <a16:creationId xmlns:a16="http://schemas.microsoft.com/office/drawing/2014/main" id="{1B65E1D1-3D03-5C85-9C1A-C0324760B4AA}"/>
              </a:ext>
            </a:extLst>
          </p:cNvPr>
          <p:cNvSpPr txBox="1"/>
          <p:nvPr/>
        </p:nvSpPr>
        <p:spPr>
          <a:xfrm>
            <a:off x="6659692" y="2923914"/>
            <a:ext cx="1120445" cy="184666"/>
          </a:xfrm>
          <a:prstGeom prst="rect">
            <a:avLst/>
          </a:prstGeom>
        </p:spPr>
        <p:txBody>
          <a:bodyPr wrap="square" lIns="0" tIns="0" rIns="0" bIns="0" rtlCol="0">
            <a:spAutoFit/>
          </a:bodyPr>
          <a:lstStyle/>
          <a:p>
            <a:pPr>
              <a:spcAft>
                <a:spcPts val="600"/>
              </a:spcAft>
            </a:pPr>
            <a:r>
              <a:rPr lang="en-US" sz="1200" dirty="0">
                <a:solidFill>
                  <a:schemeClr val="tx2"/>
                </a:solidFill>
                <a:latin typeface="Arial" panose="020B0604020202020204" pitchFamily="34" charset="0"/>
              </a:rPr>
              <a:t>1. Compress</a:t>
            </a:r>
          </a:p>
        </p:txBody>
      </p:sp>
      <p:grpSp>
        <p:nvGrpSpPr>
          <p:cNvPr id="224" name="Picture Placeholder 108" descr="Compression&#10;">
            <a:extLst>
              <a:ext uri="{FF2B5EF4-FFF2-40B4-BE49-F238E27FC236}">
                <a16:creationId xmlns:a16="http://schemas.microsoft.com/office/drawing/2014/main" id="{04CF091C-BBDB-DC8F-0B6D-2408DED44F8E}"/>
              </a:ext>
            </a:extLst>
          </p:cNvPr>
          <p:cNvGrpSpPr/>
          <p:nvPr/>
        </p:nvGrpSpPr>
        <p:grpSpPr>
          <a:xfrm>
            <a:off x="6191723" y="2859223"/>
            <a:ext cx="365091" cy="314048"/>
            <a:chOff x="9765919" y="4464462"/>
            <a:chExt cx="592615" cy="509762"/>
          </a:xfrm>
          <a:solidFill>
            <a:schemeClr val="accent2"/>
          </a:solidFill>
        </p:grpSpPr>
        <p:sp>
          <p:nvSpPr>
            <p:cNvPr id="225" name="Picture Placeholder 108">
              <a:extLst>
                <a:ext uri="{FF2B5EF4-FFF2-40B4-BE49-F238E27FC236}">
                  <a16:creationId xmlns:a16="http://schemas.microsoft.com/office/drawing/2014/main" id="{83D46855-A248-BA45-99BA-9D612431E0C6}"/>
                </a:ext>
              </a:extLst>
            </p:cNvPr>
            <p:cNvSpPr/>
            <p:nvPr/>
          </p:nvSpPr>
          <p:spPr>
            <a:xfrm>
              <a:off x="10223820" y="4535298"/>
              <a:ext cx="6324" cy="149260"/>
            </a:xfrm>
            <a:custGeom>
              <a:avLst/>
              <a:gdLst>
                <a:gd name="connsiteX0" fmla="*/ 0 w 6324"/>
                <a:gd name="connsiteY0" fmla="*/ 0 h 149260"/>
                <a:gd name="connsiteX1" fmla="*/ 0 w 6324"/>
                <a:gd name="connsiteY1" fmla="*/ 149261 h 149260"/>
              </a:gdLst>
              <a:ahLst/>
              <a:cxnLst>
                <a:cxn ang="0">
                  <a:pos x="connsiteX0" y="connsiteY0"/>
                </a:cxn>
                <a:cxn ang="0">
                  <a:pos x="connsiteX1" y="connsiteY1"/>
                </a:cxn>
              </a:cxnLst>
              <a:rect l="l" t="t" r="r" b="b"/>
              <a:pathLst>
                <a:path w="6324" h="149260">
                  <a:moveTo>
                    <a:pt x="0" y="0"/>
                  </a:moveTo>
                  <a:lnTo>
                    <a:pt x="0" y="149261"/>
                  </a:lnTo>
                </a:path>
              </a:pathLst>
            </a:custGeom>
            <a:grpFill/>
            <a:ln w="6271" cap="flat">
              <a:noFill/>
              <a:prstDash val="solid"/>
              <a:miter/>
            </a:ln>
          </p:spPr>
          <p:txBody>
            <a:bodyPr rtlCol="0" anchor="ctr"/>
            <a:lstStyle/>
            <a:p>
              <a:endParaRPr lang="en-US" dirty="0">
                <a:latin typeface="Arial" panose="020B0604020202020204" pitchFamily="34" charset="0"/>
              </a:endParaRPr>
            </a:p>
          </p:txBody>
        </p:sp>
        <p:grpSp>
          <p:nvGrpSpPr>
            <p:cNvPr id="226" name="Picture Placeholder 108">
              <a:extLst>
                <a:ext uri="{FF2B5EF4-FFF2-40B4-BE49-F238E27FC236}">
                  <a16:creationId xmlns:a16="http://schemas.microsoft.com/office/drawing/2014/main" id="{D6F0E450-137A-286E-816D-3C5292ECD3CC}"/>
                </a:ext>
              </a:extLst>
            </p:cNvPr>
            <p:cNvGrpSpPr/>
            <p:nvPr/>
          </p:nvGrpSpPr>
          <p:grpSpPr>
            <a:xfrm>
              <a:off x="10193462" y="4535298"/>
              <a:ext cx="60083" cy="149260"/>
              <a:chOff x="10193462" y="4535298"/>
              <a:chExt cx="60083" cy="149260"/>
            </a:xfrm>
            <a:grpFill/>
          </p:grpSpPr>
          <p:sp>
            <p:nvSpPr>
              <p:cNvPr id="242" name="Picture Placeholder 108">
                <a:extLst>
                  <a:ext uri="{FF2B5EF4-FFF2-40B4-BE49-F238E27FC236}">
                    <a16:creationId xmlns:a16="http://schemas.microsoft.com/office/drawing/2014/main" id="{B0C8B941-C11B-6FFD-7042-5B4C5E560CDE}"/>
                  </a:ext>
                </a:extLst>
              </p:cNvPr>
              <p:cNvSpPr/>
              <p:nvPr/>
            </p:nvSpPr>
            <p:spPr>
              <a:xfrm>
                <a:off x="10215598" y="4535298"/>
                <a:ext cx="15811" cy="106253"/>
              </a:xfrm>
              <a:custGeom>
                <a:avLst/>
                <a:gdLst>
                  <a:gd name="connsiteX0" fmla="*/ 0 w 15811"/>
                  <a:gd name="connsiteY0" fmla="*/ 0 h 106253"/>
                  <a:gd name="connsiteX1" fmla="*/ 15811 w 15811"/>
                  <a:gd name="connsiteY1" fmla="*/ 0 h 106253"/>
                  <a:gd name="connsiteX2" fmla="*/ 15811 w 15811"/>
                  <a:gd name="connsiteY2" fmla="*/ 106253 h 106253"/>
                  <a:gd name="connsiteX3" fmla="*/ 0 w 15811"/>
                  <a:gd name="connsiteY3" fmla="*/ 106253 h 106253"/>
                </a:gdLst>
                <a:ahLst/>
                <a:cxnLst>
                  <a:cxn ang="0">
                    <a:pos x="connsiteX0" y="connsiteY0"/>
                  </a:cxn>
                  <a:cxn ang="0">
                    <a:pos x="connsiteX1" y="connsiteY1"/>
                  </a:cxn>
                  <a:cxn ang="0">
                    <a:pos x="connsiteX2" y="connsiteY2"/>
                  </a:cxn>
                  <a:cxn ang="0">
                    <a:pos x="connsiteX3" y="connsiteY3"/>
                  </a:cxn>
                </a:cxnLst>
                <a:rect l="l" t="t" r="r" b="b"/>
                <a:pathLst>
                  <a:path w="15811" h="106253">
                    <a:moveTo>
                      <a:pt x="0" y="0"/>
                    </a:moveTo>
                    <a:lnTo>
                      <a:pt x="15811" y="0"/>
                    </a:lnTo>
                    <a:lnTo>
                      <a:pt x="15811" y="106253"/>
                    </a:lnTo>
                    <a:lnTo>
                      <a:pt x="0" y="106253"/>
                    </a:ln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43" name="Picture Placeholder 108">
                <a:extLst>
                  <a:ext uri="{FF2B5EF4-FFF2-40B4-BE49-F238E27FC236}">
                    <a16:creationId xmlns:a16="http://schemas.microsoft.com/office/drawing/2014/main" id="{88E74789-8336-C18A-A2AE-6E188C86C408}"/>
                  </a:ext>
                </a:extLst>
              </p:cNvPr>
              <p:cNvSpPr/>
              <p:nvPr/>
            </p:nvSpPr>
            <p:spPr>
              <a:xfrm>
                <a:off x="10193462" y="4632697"/>
                <a:ext cx="60083" cy="51861"/>
              </a:xfrm>
              <a:custGeom>
                <a:avLst/>
                <a:gdLst>
                  <a:gd name="connsiteX0" fmla="*/ 0 w 60083"/>
                  <a:gd name="connsiteY0" fmla="*/ 0 h 51861"/>
                  <a:gd name="connsiteX1" fmla="*/ 30358 w 60083"/>
                  <a:gd name="connsiteY1" fmla="*/ 51862 h 51861"/>
                  <a:gd name="connsiteX2" fmla="*/ 60084 w 60083"/>
                  <a:gd name="connsiteY2" fmla="*/ 0 h 51861"/>
                </a:gdLst>
                <a:ahLst/>
                <a:cxnLst>
                  <a:cxn ang="0">
                    <a:pos x="connsiteX0" y="connsiteY0"/>
                  </a:cxn>
                  <a:cxn ang="0">
                    <a:pos x="connsiteX1" y="connsiteY1"/>
                  </a:cxn>
                  <a:cxn ang="0">
                    <a:pos x="connsiteX2" y="connsiteY2"/>
                  </a:cxn>
                </a:cxnLst>
                <a:rect l="l" t="t" r="r" b="b"/>
                <a:pathLst>
                  <a:path w="60083" h="51861">
                    <a:moveTo>
                      <a:pt x="0" y="0"/>
                    </a:moveTo>
                    <a:lnTo>
                      <a:pt x="30358" y="51862"/>
                    </a:lnTo>
                    <a:lnTo>
                      <a:pt x="60084" y="0"/>
                    </a:ln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grpSp>
          <p:nvGrpSpPr>
            <p:cNvPr id="227" name="Picture Placeholder 108">
              <a:extLst>
                <a:ext uri="{FF2B5EF4-FFF2-40B4-BE49-F238E27FC236}">
                  <a16:creationId xmlns:a16="http://schemas.microsoft.com/office/drawing/2014/main" id="{89EC434D-79F6-79E8-807A-8A6A5D0E90D4}"/>
                </a:ext>
              </a:extLst>
            </p:cNvPr>
            <p:cNvGrpSpPr/>
            <p:nvPr/>
          </p:nvGrpSpPr>
          <p:grpSpPr>
            <a:xfrm>
              <a:off x="9765919" y="4464462"/>
              <a:ext cx="277017" cy="509762"/>
              <a:chOff x="9765919" y="4464462"/>
              <a:chExt cx="277017" cy="509762"/>
            </a:xfrm>
            <a:grpFill/>
          </p:grpSpPr>
          <p:grpSp>
            <p:nvGrpSpPr>
              <p:cNvPr id="234" name="Picture Placeholder 108">
                <a:extLst>
                  <a:ext uri="{FF2B5EF4-FFF2-40B4-BE49-F238E27FC236}">
                    <a16:creationId xmlns:a16="http://schemas.microsoft.com/office/drawing/2014/main" id="{3D345B8D-A9F2-CDF6-60D2-6C2DFB571AC0}"/>
                  </a:ext>
                </a:extLst>
              </p:cNvPr>
              <p:cNvGrpSpPr/>
              <p:nvPr/>
            </p:nvGrpSpPr>
            <p:grpSpPr>
              <a:xfrm>
                <a:off x="9765919" y="4464462"/>
                <a:ext cx="277017" cy="509762"/>
                <a:chOff x="9765919" y="4464462"/>
                <a:chExt cx="277017" cy="509762"/>
              </a:xfrm>
              <a:grpFill/>
            </p:grpSpPr>
            <p:sp>
              <p:nvSpPr>
                <p:cNvPr id="236" name="Picture Placeholder 108">
                  <a:extLst>
                    <a:ext uri="{FF2B5EF4-FFF2-40B4-BE49-F238E27FC236}">
                      <a16:creationId xmlns:a16="http://schemas.microsoft.com/office/drawing/2014/main" id="{36D1C498-F8D5-FE21-ACF5-D7A3322B6711}"/>
                    </a:ext>
                  </a:extLst>
                </p:cNvPr>
                <p:cNvSpPr/>
                <p:nvPr/>
              </p:nvSpPr>
              <p:spPr>
                <a:xfrm>
                  <a:off x="9765919" y="4464462"/>
                  <a:ext cx="277017" cy="88544"/>
                </a:xfrm>
                <a:custGeom>
                  <a:avLst/>
                  <a:gdLst>
                    <a:gd name="connsiteX0" fmla="*/ 138509 w 277017"/>
                    <a:gd name="connsiteY0" fmla="*/ 88544 h 88544"/>
                    <a:gd name="connsiteX1" fmla="*/ 0 w 277017"/>
                    <a:gd name="connsiteY1" fmla="*/ 44272 h 88544"/>
                    <a:gd name="connsiteX2" fmla="*/ 138509 w 277017"/>
                    <a:gd name="connsiteY2" fmla="*/ 0 h 88544"/>
                    <a:gd name="connsiteX3" fmla="*/ 277017 w 277017"/>
                    <a:gd name="connsiteY3" fmla="*/ 44272 h 88544"/>
                    <a:gd name="connsiteX4" fmla="*/ 138509 w 277017"/>
                    <a:gd name="connsiteY4" fmla="*/ 88544 h 88544"/>
                    <a:gd name="connsiteX5" fmla="*/ 138509 w 277017"/>
                    <a:gd name="connsiteY5" fmla="*/ 19606 h 88544"/>
                    <a:gd name="connsiteX6" fmla="*/ 18974 w 277017"/>
                    <a:gd name="connsiteY6" fmla="*/ 44905 h 88544"/>
                    <a:gd name="connsiteX7" fmla="*/ 138509 w 277017"/>
                    <a:gd name="connsiteY7" fmla="*/ 70203 h 88544"/>
                    <a:gd name="connsiteX8" fmla="*/ 258044 w 277017"/>
                    <a:gd name="connsiteY8" fmla="*/ 44905 h 88544"/>
                    <a:gd name="connsiteX9" fmla="*/ 138509 w 277017"/>
                    <a:gd name="connsiteY9" fmla="*/ 19606 h 8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7017" h="88544">
                      <a:moveTo>
                        <a:pt x="138509" y="88544"/>
                      </a:moveTo>
                      <a:cubicBezTo>
                        <a:pt x="72100" y="88544"/>
                        <a:pt x="0" y="74630"/>
                        <a:pt x="0" y="44272"/>
                      </a:cubicBezTo>
                      <a:cubicBezTo>
                        <a:pt x="0" y="13914"/>
                        <a:pt x="71468" y="0"/>
                        <a:pt x="138509" y="0"/>
                      </a:cubicBezTo>
                      <a:cubicBezTo>
                        <a:pt x="205550" y="0"/>
                        <a:pt x="277017" y="13914"/>
                        <a:pt x="277017" y="44272"/>
                      </a:cubicBezTo>
                      <a:cubicBezTo>
                        <a:pt x="276385" y="74630"/>
                        <a:pt x="204917" y="88544"/>
                        <a:pt x="138509" y="88544"/>
                      </a:cubicBezTo>
                      <a:close/>
                      <a:moveTo>
                        <a:pt x="138509" y="19606"/>
                      </a:moveTo>
                      <a:cubicBezTo>
                        <a:pt x="61349" y="19606"/>
                        <a:pt x="19606" y="37315"/>
                        <a:pt x="18974" y="44905"/>
                      </a:cubicBezTo>
                      <a:cubicBezTo>
                        <a:pt x="19606" y="52494"/>
                        <a:pt x="60716" y="70203"/>
                        <a:pt x="138509" y="70203"/>
                      </a:cubicBezTo>
                      <a:cubicBezTo>
                        <a:pt x="215669" y="70203"/>
                        <a:pt x="257411" y="52494"/>
                        <a:pt x="258044" y="44905"/>
                      </a:cubicBezTo>
                      <a:cubicBezTo>
                        <a:pt x="256779" y="36683"/>
                        <a:pt x="215669" y="19606"/>
                        <a:pt x="138509" y="19606"/>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37" name="Picture Placeholder 108">
                  <a:extLst>
                    <a:ext uri="{FF2B5EF4-FFF2-40B4-BE49-F238E27FC236}">
                      <a16:creationId xmlns:a16="http://schemas.microsoft.com/office/drawing/2014/main" id="{014E95A0-5BAB-0767-831C-2E030F2FC70A}"/>
                    </a:ext>
                  </a:extLst>
                </p:cNvPr>
                <p:cNvSpPr/>
                <p:nvPr/>
              </p:nvSpPr>
              <p:spPr>
                <a:xfrm>
                  <a:off x="9765919" y="4546050"/>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38" name="Picture Placeholder 108">
                  <a:extLst>
                    <a:ext uri="{FF2B5EF4-FFF2-40B4-BE49-F238E27FC236}">
                      <a16:creationId xmlns:a16="http://schemas.microsoft.com/office/drawing/2014/main" id="{C9083D60-2888-17B1-F7BF-EA42335A0F8D}"/>
                    </a:ext>
                  </a:extLst>
                </p:cNvPr>
                <p:cNvSpPr/>
                <p:nvPr/>
              </p:nvSpPr>
              <p:spPr>
                <a:xfrm>
                  <a:off x="9765919" y="4630167"/>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39" name="Picture Placeholder 108">
                  <a:extLst>
                    <a:ext uri="{FF2B5EF4-FFF2-40B4-BE49-F238E27FC236}">
                      <a16:creationId xmlns:a16="http://schemas.microsoft.com/office/drawing/2014/main" id="{EC5D726C-074A-6789-8049-757AB1D6E913}"/>
                    </a:ext>
                  </a:extLst>
                </p:cNvPr>
                <p:cNvSpPr/>
                <p:nvPr/>
              </p:nvSpPr>
              <p:spPr>
                <a:xfrm>
                  <a:off x="9765919" y="4713651"/>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40" name="Picture Placeholder 108">
                  <a:extLst>
                    <a:ext uri="{FF2B5EF4-FFF2-40B4-BE49-F238E27FC236}">
                      <a16:creationId xmlns:a16="http://schemas.microsoft.com/office/drawing/2014/main" id="{61400F31-CFD8-A8C4-BB6E-02EAE7886C04}"/>
                    </a:ext>
                  </a:extLst>
                </p:cNvPr>
                <p:cNvSpPr/>
                <p:nvPr/>
              </p:nvSpPr>
              <p:spPr>
                <a:xfrm>
                  <a:off x="9765919" y="4726301"/>
                  <a:ext cx="277017" cy="160012"/>
                </a:xfrm>
                <a:custGeom>
                  <a:avLst/>
                  <a:gdLst>
                    <a:gd name="connsiteX0" fmla="*/ 138509 w 277017"/>
                    <a:gd name="connsiteY0" fmla="*/ 160012 h 160012"/>
                    <a:gd name="connsiteX1" fmla="*/ 0 w 277017"/>
                    <a:gd name="connsiteY1" fmla="*/ 115740 h 160012"/>
                    <a:gd name="connsiteX2" fmla="*/ 0 w 277017"/>
                    <a:gd name="connsiteY2" fmla="*/ 77793 h 160012"/>
                    <a:gd name="connsiteX3" fmla="*/ 18974 w 277017"/>
                    <a:gd name="connsiteY3" fmla="*/ 77793 h 160012"/>
                    <a:gd name="connsiteX4" fmla="*/ 18974 w 277017"/>
                    <a:gd name="connsiteY4" fmla="*/ 115740 h 160012"/>
                    <a:gd name="connsiteX5" fmla="*/ 138509 w 277017"/>
                    <a:gd name="connsiteY5" fmla="*/ 141039 h 160012"/>
                    <a:gd name="connsiteX6" fmla="*/ 258044 w 277017"/>
                    <a:gd name="connsiteY6" fmla="*/ 115740 h 160012"/>
                    <a:gd name="connsiteX7" fmla="*/ 258044 w 277017"/>
                    <a:gd name="connsiteY7" fmla="*/ 0 h 160012"/>
                    <a:gd name="connsiteX8" fmla="*/ 277017 w 277017"/>
                    <a:gd name="connsiteY8" fmla="*/ 0 h 160012"/>
                    <a:gd name="connsiteX9" fmla="*/ 277017 w 277017"/>
                    <a:gd name="connsiteY9" fmla="*/ 115740 h 160012"/>
                    <a:gd name="connsiteX10" fmla="*/ 138509 w 277017"/>
                    <a:gd name="connsiteY10" fmla="*/ 160012 h 16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017" h="160012">
                      <a:moveTo>
                        <a:pt x="138509" y="160012"/>
                      </a:moveTo>
                      <a:cubicBezTo>
                        <a:pt x="72100" y="160012"/>
                        <a:pt x="0" y="146098"/>
                        <a:pt x="0" y="115740"/>
                      </a:cubicBezTo>
                      <a:lnTo>
                        <a:pt x="0" y="77793"/>
                      </a:lnTo>
                      <a:lnTo>
                        <a:pt x="18974" y="77793"/>
                      </a:lnTo>
                      <a:lnTo>
                        <a:pt x="18974" y="115740"/>
                      </a:lnTo>
                      <a:cubicBezTo>
                        <a:pt x="19606" y="123330"/>
                        <a:pt x="60716" y="141039"/>
                        <a:pt x="138509" y="141039"/>
                      </a:cubicBezTo>
                      <a:cubicBezTo>
                        <a:pt x="216301" y="141039"/>
                        <a:pt x="257411" y="123330"/>
                        <a:pt x="258044" y="115740"/>
                      </a:cubicBezTo>
                      <a:lnTo>
                        <a:pt x="258044" y="0"/>
                      </a:lnTo>
                      <a:lnTo>
                        <a:pt x="277017" y="0"/>
                      </a:lnTo>
                      <a:lnTo>
                        <a:pt x="277017" y="115740"/>
                      </a:lnTo>
                      <a:cubicBezTo>
                        <a:pt x="276385" y="146098"/>
                        <a:pt x="204917" y="160012"/>
                        <a:pt x="138509" y="160012"/>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41" name="Picture Placeholder 108">
                  <a:extLst>
                    <a:ext uri="{FF2B5EF4-FFF2-40B4-BE49-F238E27FC236}">
                      <a16:creationId xmlns:a16="http://schemas.microsoft.com/office/drawing/2014/main" id="{64233EDD-7021-64A2-C037-FF312C7839C2}"/>
                    </a:ext>
                  </a:extLst>
                </p:cNvPr>
                <p:cNvSpPr/>
                <p:nvPr/>
              </p:nvSpPr>
              <p:spPr>
                <a:xfrm>
                  <a:off x="9765919" y="4814845"/>
                  <a:ext cx="277017" cy="159379"/>
                </a:xfrm>
                <a:custGeom>
                  <a:avLst/>
                  <a:gdLst>
                    <a:gd name="connsiteX0" fmla="*/ 138509 w 277017"/>
                    <a:gd name="connsiteY0" fmla="*/ 159380 h 159379"/>
                    <a:gd name="connsiteX1" fmla="*/ 0 w 277017"/>
                    <a:gd name="connsiteY1" fmla="*/ 115108 h 159379"/>
                    <a:gd name="connsiteX2" fmla="*/ 0 w 277017"/>
                    <a:gd name="connsiteY2" fmla="*/ 77160 h 159379"/>
                    <a:gd name="connsiteX3" fmla="*/ 18974 w 277017"/>
                    <a:gd name="connsiteY3" fmla="*/ 77160 h 159379"/>
                    <a:gd name="connsiteX4" fmla="*/ 18974 w 277017"/>
                    <a:gd name="connsiteY4" fmla="*/ 115108 h 159379"/>
                    <a:gd name="connsiteX5" fmla="*/ 138509 w 277017"/>
                    <a:gd name="connsiteY5" fmla="*/ 140406 h 159379"/>
                    <a:gd name="connsiteX6" fmla="*/ 258044 w 277017"/>
                    <a:gd name="connsiteY6" fmla="*/ 115108 h 159379"/>
                    <a:gd name="connsiteX7" fmla="*/ 258044 w 277017"/>
                    <a:gd name="connsiteY7" fmla="*/ 0 h 159379"/>
                    <a:gd name="connsiteX8" fmla="*/ 277017 w 277017"/>
                    <a:gd name="connsiteY8" fmla="*/ 0 h 159379"/>
                    <a:gd name="connsiteX9" fmla="*/ 277017 w 277017"/>
                    <a:gd name="connsiteY9" fmla="*/ 115740 h 159379"/>
                    <a:gd name="connsiteX10" fmla="*/ 138509 w 277017"/>
                    <a:gd name="connsiteY10" fmla="*/ 159380 h 15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017" h="159379">
                      <a:moveTo>
                        <a:pt x="138509" y="159380"/>
                      </a:moveTo>
                      <a:cubicBezTo>
                        <a:pt x="72100" y="159380"/>
                        <a:pt x="0" y="145466"/>
                        <a:pt x="0" y="115108"/>
                      </a:cubicBezTo>
                      <a:lnTo>
                        <a:pt x="0" y="77160"/>
                      </a:lnTo>
                      <a:lnTo>
                        <a:pt x="18974" y="77160"/>
                      </a:lnTo>
                      <a:lnTo>
                        <a:pt x="18974" y="115108"/>
                      </a:lnTo>
                      <a:cubicBezTo>
                        <a:pt x="19606" y="122697"/>
                        <a:pt x="60716" y="140406"/>
                        <a:pt x="138509" y="140406"/>
                      </a:cubicBezTo>
                      <a:cubicBezTo>
                        <a:pt x="216301" y="140406"/>
                        <a:pt x="257411" y="122697"/>
                        <a:pt x="258044" y="115108"/>
                      </a:cubicBezTo>
                      <a:lnTo>
                        <a:pt x="258044" y="0"/>
                      </a:lnTo>
                      <a:lnTo>
                        <a:pt x="277017" y="0"/>
                      </a:lnTo>
                      <a:lnTo>
                        <a:pt x="277017" y="115740"/>
                      </a:lnTo>
                      <a:cubicBezTo>
                        <a:pt x="276385" y="145466"/>
                        <a:pt x="204917" y="159380"/>
                        <a:pt x="138509" y="15938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sp>
            <p:nvSpPr>
              <p:cNvPr id="235" name="Picture Placeholder 108">
                <a:extLst>
                  <a:ext uri="{FF2B5EF4-FFF2-40B4-BE49-F238E27FC236}">
                    <a16:creationId xmlns:a16="http://schemas.microsoft.com/office/drawing/2014/main" id="{E2C27AD0-DD88-BBC4-F999-7BEC8D824595}"/>
                  </a:ext>
                </a:extLst>
              </p:cNvPr>
              <p:cNvSpPr/>
              <p:nvPr/>
            </p:nvSpPr>
            <p:spPr>
              <a:xfrm>
                <a:off x="10023331" y="4508734"/>
                <a:ext cx="18973" cy="278282"/>
              </a:xfrm>
              <a:custGeom>
                <a:avLst/>
                <a:gdLst>
                  <a:gd name="connsiteX0" fmla="*/ 0 w 18973"/>
                  <a:gd name="connsiteY0" fmla="*/ 0 h 278282"/>
                  <a:gd name="connsiteX1" fmla="*/ 18974 w 18973"/>
                  <a:gd name="connsiteY1" fmla="*/ 0 h 278282"/>
                  <a:gd name="connsiteX2" fmla="*/ 18974 w 18973"/>
                  <a:gd name="connsiteY2" fmla="*/ 278282 h 278282"/>
                  <a:gd name="connsiteX3" fmla="*/ 0 w 18973"/>
                  <a:gd name="connsiteY3" fmla="*/ 278282 h 278282"/>
                </a:gdLst>
                <a:ahLst/>
                <a:cxnLst>
                  <a:cxn ang="0">
                    <a:pos x="connsiteX0" y="connsiteY0"/>
                  </a:cxn>
                  <a:cxn ang="0">
                    <a:pos x="connsiteX1" y="connsiteY1"/>
                  </a:cxn>
                  <a:cxn ang="0">
                    <a:pos x="connsiteX2" y="connsiteY2"/>
                  </a:cxn>
                  <a:cxn ang="0">
                    <a:pos x="connsiteX3" y="connsiteY3"/>
                  </a:cxn>
                </a:cxnLst>
                <a:rect l="l" t="t" r="r" b="b"/>
                <a:pathLst>
                  <a:path w="18973" h="278282">
                    <a:moveTo>
                      <a:pt x="0" y="0"/>
                    </a:moveTo>
                    <a:lnTo>
                      <a:pt x="18974" y="0"/>
                    </a:lnTo>
                    <a:lnTo>
                      <a:pt x="18974" y="278282"/>
                    </a:lnTo>
                    <a:lnTo>
                      <a:pt x="0" y="278282"/>
                    </a:ln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grpSp>
          <p:nvGrpSpPr>
            <p:cNvPr id="228" name="Picture Placeholder 108">
              <a:extLst>
                <a:ext uri="{FF2B5EF4-FFF2-40B4-BE49-F238E27FC236}">
                  <a16:creationId xmlns:a16="http://schemas.microsoft.com/office/drawing/2014/main" id="{60DDC448-CA38-7546-08C3-E06259CEB3AD}"/>
                </a:ext>
              </a:extLst>
            </p:cNvPr>
            <p:cNvGrpSpPr/>
            <p:nvPr/>
          </p:nvGrpSpPr>
          <p:grpSpPr>
            <a:xfrm>
              <a:off x="10081517" y="4643448"/>
              <a:ext cx="277017" cy="328246"/>
              <a:chOff x="10081517" y="4643448"/>
              <a:chExt cx="277017" cy="328246"/>
            </a:xfrm>
            <a:grpFill/>
          </p:grpSpPr>
          <p:sp>
            <p:nvSpPr>
              <p:cNvPr id="229" name="Picture Placeholder 108">
                <a:extLst>
                  <a:ext uri="{FF2B5EF4-FFF2-40B4-BE49-F238E27FC236}">
                    <a16:creationId xmlns:a16="http://schemas.microsoft.com/office/drawing/2014/main" id="{9CFCF9C0-F8E9-FF5D-FFD7-E55378DD295A}"/>
                  </a:ext>
                </a:extLst>
              </p:cNvPr>
              <p:cNvSpPr/>
              <p:nvPr/>
            </p:nvSpPr>
            <p:spPr>
              <a:xfrm>
                <a:off x="10081517" y="4643448"/>
                <a:ext cx="277017" cy="85382"/>
              </a:xfrm>
              <a:custGeom>
                <a:avLst/>
                <a:gdLst>
                  <a:gd name="connsiteX0" fmla="*/ 138509 w 277017"/>
                  <a:gd name="connsiteY0" fmla="*/ 85382 h 85382"/>
                  <a:gd name="connsiteX1" fmla="*/ 0 w 277017"/>
                  <a:gd name="connsiteY1" fmla="*/ 41110 h 85382"/>
                  <a:gd name="connsiteX2" fmla="*/ 84750 w 277017"/>
                  <a:gd name="connsiteY2" fmla="*/ 0 h 85382"/>
                  <a:gd name="connsiteX3" fmla="*/ 87279 w 277017"/>
                  <a:gd name="connsiteY3" fmla="*/ 18974 h 85382"/>
                  <a:gd name="connsiteX4" fmla="*/ 18974 w 277017"/>
                  <a:gd name="connsiteY4" fmla="*/ 41110 h 85382"/>
                  <a:gd name="connsiteX5" fmla="*/ 138509 w 277017"/>
                  <a:gd name="connsiteY5" fmla="*/ 66408 h 85382"/>
                  <a:gd name="connsiteX6" fmla="*/ 258044 w 277017"/>
                  <a:gd name="connsiteY6" fmla="*/ 41110 h 85382"/>
                  <a:gd name="connsiteX7" fmla="*/ 199225 w 277017"/>
                  <a:gd name="connsiteY7" fmla="*/ 20239 h 85382"/>
                  <a:gd name="connsiteX8" fmla="*/ 201755 w 277017"/>
                  <a:gd name="connsiteY8" fmla="*/ 1265 h 85382"/>
                  <a:gd name="connsiteX9" fmla="*/ 277017 w 277017"/>
                  <a:gd name="connsiteY9" fmla="*/ 41110 h 85382"/>
                  <a:gd name="connsiteX10" fmla="*/ 138509 w 277017"/>
                  <a:gd name="connsiteY10" fmla="*/ 85382 h 8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017" h="85382">
                    <a:moveTo>
                      <a:pt x="138509" y="85382"/>
                    </a:moveTo>
                    <a:cubicBezTo>
                      <a:pt x="72100" y="85382"/>
                      <a:pt x="0" y="71468"/>
                      <a:pt x="0" y="41110"/>
                    </a:cubicBezTo>
                    <a:cubicBezTo>
                      <a:pt x="0" y="14547"/>
                      <a:pt x="53127" y="3795"/>
                      <a:pt x="84750" y="0"/>
                    </a:cubicBezTo>
                    <a:lnTo>
                      <a:pt x="87279" y="18974"/>
                    </a:lnTo>
                    <a:cubicBezTo>
                      <a:pt x="36683" y="25298"/>
                      <a:pt x="19606" y="37315"/>
                      <a:pt x="18974" y="41110"/>
                    </a:cubicBezTo>
                    <a:cubicBezTo>
                      <a:pt x="19606" y="48699"/>
                      <a:pt x="60716" y="66408"/>
                      <a:pt x="138509" y="66408"/>
                    </a:cubicBezTo>
                    <a:cubicBezTo>
                      <a:pt x="216301" y="66408"/>
                      <a:pt x="257411" y="48699"/>
                      <a:pt x="258044" y="41110"/>
                    </a:cubicBezTo>
                    <a:cubicBezTo>
                      <a:pt x="258044" y="37948"/>
                      <a:pt x="243497" y="26563"/>
                      <a:pt x="199225" y="20239"/>
                    </a:cubicBezTo>
                    <a:lnTo>
                      <a:pt x="201755" y="1265"/>
                    </a:lnTo>
                    <a:cubicBezTo>
                      <a:pt x="235908" y="6325"/>
                      <a:pt x="277017" y="17076"/>
                      <a:pt x="277017" y="41110"/>
                    </a:cubicBezTo>
                    <a:cubicBezTo>
                      <a:pt x="276385" y="71468"/>
                      <a:pt x="204917" y="85382"/>
                      <a:pt x="138509" y="85382"/>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30" name="Picture Placeholder 108">
                <a:extLst>
                  <a:ext uri="{FF2B5EF4-FFF2-40B4-BE49-F238E27FC236}">
                    <a16:creationId xmlns:a16="http://schemas.microsoft.com/office/drawing/2014/main" id="{FA446594-292A-CEC2-F2EA-3714BE6E12A6}"/>
                  </a:ext>
                </a:extLst>
              </p:cNvPr>
              <p:cNvSpPr/>
              <p:nvPr/>
            </p:nvSpPr>
            <p:spPr>
              <a:xfrm>
                <a:off x="10081517" y="4721873"/>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31" name="Picture Placeholder 108">
                <a:extLst>
                  <a:ext uri="{FF2B5EF4-FFF2-40B4-BE49-F238E27FC236}">
                    <a16:creationId xmlns:a16="http://schemas.microsoft.com/office/drawing/2014/main" id="{7898105E-2D01-0123-C652-F4F7092F12CA}"/>
                  </a:ext>
                </a:extLst>
              </p:cNvPr>
              <p:cNvSpPr/>
              <p:nvPr/>
            </p:nvSpPr>
            <p:spPr>
              <a:xfrm>
                <a:off x="10081517" y="4805991"/>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32" name="Picture Placeholder 108">
                <a:extLst>
                  <a:ext uri="{FF2B5EF4-FFF2-40B4-BE49-F238E27FC236}">
                    <a16:creationId xmlns:a16="http://schemas.microsoft.com/office/drawing/2014/main" id="{71CE8265-443A-A5F8-6B5D-CB98DCFAE2E4}"/>
                  </a:ext>
                </a:extLst>
              </p:cNvPr>
              <p:cNvSpPr/>
              <p:nvPr/>
            </p:nvSpPr>
            <p:spPr>
              <a:xfrm>
                <a:off x="10081517" y="4889475"/>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938"/>
                      <a:pt x="204917" y="82220"/>
                      <a:pt x="138509" y="82220"/>
                    </a:cubicBez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sp>
            <p:nvSpPr>
              <p:cNvPr id="233" name="Picture Placeholder 108">
                <a:extLst>
                  <a:ext uri="{FF2B5EF4-FFF2-40B4-BE49-F238E27FC236}">
                    <a16:creationId xmlns:a16="http://schemas.microsoft.com/office/drawing/2014/main" id="{8ACABC12-F3A3-F709-86B6-4E3D0126D729}"/>
                  </a:ext>
                </a:extLst>
              </p:cNvPr>
              <p:cNvSpPr/>
              <p:nvPr/>
            </p:nvSpPr>
            <p:spPr>
              <a:xfrm>
                <a:off x="10338928" y="4684558"/>
                <a:ext cx="18973" cy="242864"/>
              </a:xfrm>
              <a:custGeom>
                <a:avLst/>
                <a:gdLst>
                  <a:gd name="connsiteX0" fmla="*/ 0 w 18973"/>
                  <a:gd name="connsiteY0" fmla="*/ 0 h 242864"/>
                  <a:gd name="connsiteX1" fmla="*/ 18974 w 18973"/>
                  <a:gd name="connsiteY1" fmla="*/ 0 h 242864"/>
                  <a:gd name="connsiteX2" fmla="*/ 18974 w 18973"/>
                  <a:gd name="connsiteY2" fmla="*/ 242865 h 242864"/>
                  <a:gd name="connsiteX3" fmla="*/ 0 w 18973"/>
                  <a:gd name="connsiteY3" fmla="*/ 242865 h 242864"/>
                </a:gdLst>
                <a:ahLst/>
                <a:cxnLst>
                  <a:cxn ang="0">
                    <a:pos x="connsiteX0" y="connsiteY0"/>
                  </a:cxn>
                  <a:cxn ang="0">
                    <a:pos x="connsiteX1" y="connsiteY1"/>
                  </a:cxn>
                  <a:cxn ang="0">
                    <a:pos x="connsiteX2" y="connsiteY2"/>
                  </a:cxn>
                  <a:cxn ang="0">
                    <a:pos x="connsiteX3" y="connsiteY3"/>
                  </a:cxn>
                </a:cxnLst>
                <a:rect l="l" t="t" r="r" b="b"/>
                <a:pathLst>
                  <a:path w="18973" h="242864">
                    <a:moveTo>
                      <a:pt x="0" y="0"/>
                    </a:moveTo>
                    <a:lnTo>
                      <a:pt x="18974" y="0"/>
                    </a:lnTo>
                    <a:lnTo>
                      <a:pt x="18974" y="242865"/>
                    </a:lnTo>
                    <a:lnTo>
                      <a:pt x="0" y="242865"/>
                    </a:lnTo>
                    <a:close/>
                  </a:path>
                </a:pathLst>
              </a:custGeom>
              <a:grpFill/>
              <a:ln w="6271" cap="flat">
                <a:noFill/>
                <a:prstDash val="solid"/>
                <a:miter/>
              </a:ln>
            </p:spPr>
            <p:txBody>
              <a:bodyPr rtlCol="0" anchor="ctr"/>
              <a:lstStyle/>
              <a:p>
                <a:endParaRPr lang="en-US" dirty="0">
                  <a:latin typeface="Arial" panose="020B0604020202020204" pitchFamily="34" charset="0"/>
                </a:endParaRPr>
              </a:p>
            </p:txBody>
          </p:sp>
        </p:grpSp>
      </p:grpSp>
      <p:pic>
        <p:nvPicPr>
          <p:cNvPr id="244" name="Picture Placeholder 74" descr="Execution&#10;">
            <a:extLst>
              <a:ext uri="{FF2B5EF4-FFF2-40B4-BE49-F238E27FC236}">
                <a16:creationId xmlns:a16="http://schemas.microsoft.com/office/drawing/2014/main" id="{0A9FF3E9-86BD-FCDA-BF9E-11CEF899FF1F}"/>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a:stretch/>
        </p:blipFill>
        <p:spPr>
          <a:xfrm>
            <a:off x="6218695" y="3608413"/>
            <a:ext cx="311147" cy="311147"/>
          </a:xfrm>
          <a:prstGeom prst="rect">
            <a:avLst/>
          </a:prstGeom>
        </p:spPr>
      </p:pic>
      <p:sp>
        <p:nvSpPr>
          <p:cNvPr id="245" name="TextBox 244">
            <a:extLst>
              <a:ext uri="{FF2B5EF4-FFF2-40B4-BE49-F238E27FC236}">
                <a16:creationId xmlns:a16="http://schemas.microsoft.com/office/drawing/2014/main" id="{21F08BCB-9743-F78B-7F55-A4A0699CAABD}"/>
              </a:ext>
            </a:extLst>
          </p:cNvPr>
          <p:cNvSpPr txBox="1"/>
          <p:nvPr/>
        </p:nvSpPr>
        <p:spPr>
          <a:xfrm>
            <a:off x="6659692" y="3671653"/>
            <a:ext cx="1120445" cy="184666"/>
          </a:xfrm>
          <a:prstGeom prst="rect">
            <a:avLst/>
          </a:prstGeom>
        </p:spPr>
        <p:txBody>
          <a:bodyPr wrap="square" lIns="0" tIns="0" rIns="0" bIns="0" rtlCol="0">
            <a:spAutoFit/>
          </a:bodyPr>
          <a:lstStyle/>
          <a:p>
            <a:pPr>
              <a:spcAft>
                <a:spcPts val="600"/>
              </a:spcAft>
            </a:pPr>
            <a:r>
              <a:rPr lang="en-US" sz="1200" dirty="0">
                <a:solidFill>
                  <a:schemeClr val="tx2"/>
                </a:solidFill>
                <a:latin typeface="Arial" panose="020B0604020202020204" pitchFamily="34" charset="0"/>
              </a:rPr>
              <a:t>3. Write</a:t>
            </a:r>
          </a:p>
        </p:txBody>
      </p:sp>
      <p:sp>
        <p:nvSpPr>
          <p:cNvPr id="246" name="TextBox 245">
            <a:extLst>
              <a:ext uri="{FF2B5EF4-FFF2-40B4-BE49-F238E27FC236}">
                <a16:creationId xmlns:a16="http://schemas.microsoft.com/office/drawing/2014/main" id="{009E1B96-86BE-4A0D-AC95-8CD45162AAB1}"/>
              </a:ext>
            </a:extLst>
          </p:cNvPr>
          <p:cNvSpPr txBox="1"/>
          <p:nvPr/>
        </p:nvSpPr>
        <p:spPr>
          <a:xfrm>
            <a:off x="6130874" y="4419793"/>
            <a:ext cx="1875441" cy="369332"/>
          </a:xfrm>
          <a:prstGeom prst="rect">
            <a:avLst/>
          </a:prstGeom>
        </p:spPr>
        <p:txBody>
          <a:bodyPr wrap="square" lIns="0" tIns="0" rIns="0" bIns="0" rtlCol="0">
            <a:spAutoFit/>
          </a:bodyPr>
          <a:lstStyle/>
          <a:p>
            <a:r>
              <a:rPr lang="en-US" sz="1200" dirty="0">
                <a:latin typeface="Arial" panose="020B0604020202020204" pitchFamily="34" charset="0"/>
              </a:rPr>
              <a:t>Read and decrypt prior to generating secure hash</a:t>
            </a:r>
          </a:p>
        </p:txBody>
      </p:sp>
      <p:cxnSp>
        <p:nvCxnSpPr>
          <p:cNvPr id="247" name="Straight Connector 246">
            <a:extLst>
              <a:ext uri="{FF2B5EF4-FFF2-40B4-BE49-F238E27FC236}">
                <a16:creationId xmlns:a16="http://schemas.microsoft.com/office/drawing/2014/main" id="{BF2C1DD9-EDB1-FEB6-B95D-2DBC422B3DE8}"/>
              </a:ext>
            </a:extLst>
          </p:cNvPr>
          <p:cNvCxnSpPr>
            <a:cxnSpLocks/>
          </p:cNvCxnSpPr>
          <p:nvPr/>
        </p:nvCxnSpPr>
        <p:spPr bwMode="gray">
          <a:xfrm>
            <a:off x="5815303" y="4510601"/>
            <a:ext cx="243230"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50C6DC97-B8D1-D300-87D9-B8E07F22DB3A}"/>
              </a:ext>
            </a:extLst>
          </p:cNvPr>
          <p:cNvCxnSpPr>
            <a:cxnSpLocks/>
          </p:cNvCxnSpPr>
          <p:nvPr/>
        </p:nvCxnSpPr>
        <p:spPr bwMode="gray">
          <a:xfrm>
            <a:off x="5505450" y="4912116"/>
            <a:ext cx="66675" cy="0"/>
          </a:xfrm>
          <a:prstGeom prst="line">
            <a:avLst/>
          </a:prstGeom>
          <a:ln w="25400">
            <a:solidFill>
              <a:schemeClr val="accent5">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50" name="Rectangle 249">
            <a:extLst>
              <a:ext uri="{FF2B5EF4-FFF2-40B4-BE49-F238E27FC236}">
                <a16:creationId xmlns:a16="http://schemas.microsoft.com/office/drawing/2014/main" id="{D92F3114-98A5-47D4-FAAF-E70455CBFF6D}"/>
              </a:ext>
            </a:extLst>
          </p:cNvPr>
          <p:cNvSpPr/>
          <p:nvPr/>
        </p:nvSpPr>
        <p:spPr>
          <a:xfrm>
            <a:off x="6130874" y="1980067"/>
            <a:ext cx="1670955" cy="14598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Data-at-rest encryption</a:t>
            </a:r>
          </a:p>
        </p:txBody>
      </p:sp>
      <p:sp>
        <p:nvSpPr>
          <p:cNvPr id="252" name="Oval 251">
            <a:extLst>
              <a:ext uri="{FF2B5EF4-FFF2-40B4-BE49-F238E27FC236}">
                <a16:creationId xmlns:a16="http://schemas.microsoft.com/office/drawing/2014/main" id="{D1DC863D-84B1-405A-42E9-64129CCB8E42}"/>
              </a:ext>
            </a:extLst>
          </p:cNvPr>
          <p:cNvSpPr/>
          <p:nvPr/>
        </p:nvSpPr>
        <p:spPr>
          <a:xfrm>
            <a:off x="5656069" y="1961834"/>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53" name="Oval 252">
            <a:extLst>
              <a:ext uri="{FF2B5EF4-FFF2-40B4-BE49-F238E27FC236}">
                <a16:creationId xmlns:a16="http://schemas.microsoft.com/office/drawing/2014/main" id="{55B25B44-28C1-8E81-955C-4D667B470EC3}"/>
              </a:ext>
            </a:extLst>
          </p:cNvPr>
          <p:cNvSpPr/>
          <p:nvPr/>
        </p:nvSpPr>
        <p:spPr>
          <a:xfrm>
            <a:off x="5837605" y="1961834"/>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54" name="Rectangle 253">
            <a:extLst>
              <a:ext uri="{FF2B5EF4-FFF2-40B4-BE49-F238E27FC236}">
                <a16:creationId xmlns:a16="http://schemas.microsoft.com/office/drawing/2014/main" id="{29C85A1A-8AF0-3B85-1394-A8AA17FF02BC}"/>
              </a:ext>
            </a:extLst>
          </p:cNvPr>
          <p:cNvSpPr/>
          <p:nvPr/>
        </p:nvSpPr>
        <p:spPr>
          <a:xfrm>
            <a:off x="5735808" y="1961834"/>
            <a:ext cx="185202" cy="164215"/>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55" name="Oval 254">
            <a:extLst>
              <a:ext uri="{FF2B5EF4-FFF2-40B4-BE49-F238E27FC236}">
                <a16:creationId xmlns:a16="http://schemas.microsoft.com/office/drawing/2014/main" id="{D688DCCE-83CB-D872-F47D-B46186DD30D8}"/>
              </a:ext>
            </a:extLst>
          </p:cNvPr>
          <p:cNvSpPr/>
          <p:nvPr/>
        </p:nvSpPr>
        <p:spPr>
          <a:xfrm>
            <a:off x="5671915" y="1974219"/>
            <a:ext cx="139446" cy="139446"/>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76" name="Rectangle 275">
            <a:extLst>
              <a:ext uri="{FF2B5EF4-FFF2-40B4-BE49-F238E27FC236}">
                <a16:creationId xmlns:a16="http://schemas.microsoft.com/office/drawing/2014/main" id="{341D8BB1-06D8-5ABD-DE44-A1C621E1F2F4}"/>
              </a:ext>
            </a:extLst>
          </p:cNvPr>
          <p:cNvSpPr/>
          <p:nvPr/>
        </p:nvSpPr>
        <p:spPr>
          <a:xfrm>
            <a:off x="6130874" y="1778613"/>
            <a:ext cx="1094287" cy="14598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Deduplication</a:t>
            </a:r>
          </a:p>
        </p:txBody>
      </p:sp>
      <p:sp>
        <p:nvSpPr>
          <p:cNvPr id="277" name="Oval 276">
            <a:extLst>
              <a:ext uri="{FF2B5EF4-FFF2-40B4-BE49-F238E27FC236}">
                <a16:creationId xmlns:a16="http://schemas.microsoft.com/office/drawing/2014/main" id="{9670B33A-D869-2213-41A5-0A00FDA9F4EA}"/>
              </a:ext>
            </a:extLst>
          </p:cNvPr>
          <p:cNvSpPr/>
          <p:nvPr/>
        </p:nvSpPr>
        <p:spPr>
          <a:xfrm>
            <a:off x="5655812" y="1760380"/>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78" name="Oval 277">
            <a:extLst>
              <a:ext uri="{FF2B5EF4-FFF2-40B4-BE49-F238E27FC236}">
                <a16:creationId xmlns:a16="http://schemas.microsoft.com/office/drawing/2014/main" id="{1F9F9221-69A3-B0DC-724C-DFBA6CD6A70C}"/>
              </a:ext>
            </a:extLst>
          </p:cNvPr>
          <p:cNvSpPr/>
          <p:nvPr/>
        </p:nvSpPr>
        <p:spPr>
          <a:xfrm>
            <a:off x="5837348" y="1760380"/>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79" name="Rectangle 278">
            <a:extLst>
              <a:ext uri="{FF2B5EF4-FFF2-40B4-BE49-F238E27FC236}">
                <a16:creationId xmlns:a16="http://schemas.microsoft.com/office/drawing/2014/main" id="{C1F747A2-2E04-2C8F-0CB1-BCD1B9966981}"/>
              </a:ext>
            </a:extLst>
          </p:cNvPr>
          <p:cNvSpPr/>
          <p:nvPr/>
        </p:nvSpPr>
        <p:spPr>
          <a:xfrm>
            <a:off x="5735551" y="1760380"/>
            <a:ext cx="185202" cy="164215"/>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80" name="Oval 279">
            <a:extLst>
              <a:ext uri="{FF2B5EF4-FFF2-40B4-BE49-F238E27FC236}">
                <a16:creationId xmlns:a16="http://schemas.microsoft.com/office/drawing/2014/main" id="{A952C62E-D33C-E478-CC51-02FE24B8185F}"/>
              </a:ext>
            </a:extLst>
          </p:cNvPr>
          <p:cNvSpPr/>
          <p:nvPr/>
        </p:nvSpPr>
        <p:spPr>
          <a:xfrm>
            <a:off x="5671658" y="1772765"/>
            <a:ext cx="139446" cy="139446"/>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cxnSp>
        <p:nvCxnSpPr>
          <p:cNvPr id="281" name="Straight Connector 280">
            <a:extLst>
              <a:ext uri="{FF2B5EF4-FFF2-40B4-BE49-F238E27FC236}">
                <a16:creationId xmlns:a16="http://schemas.microsoft.com/office/drawing/2014/main" id="{95A9BF83-735A-9476-6DDB-CE9C1E520935}"/>
              </a:ext>
            </a:extLst>
          </p:cNvPr>
          <p:cNvCxnSpPr>
            <a:cxnSpLocks/>
          </p:cNvCxnSpPr>
          <p:nvPr/>
        </p:nvCxnSpPr>
        <p:spPr bwMode="gray">
          <a:xfrm>
            <a:off x="4827273" y="1943603"/>
            <a:ext cx="711515"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53382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barn(outVertical)">
                                      <p:cBhvr>
                                        <p:cTn id="11" dur="500"/>
                                        <p:tgtEl>
                                          <p:spTgt spid="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80"/>
                                        </p:tgtEl>
                                        <p:attrNameLst>
                                          <p:attrName>style.visibility</p:attrName>
                                        </p:attrNameLst>
                                      </p:cBhvr>
                                      <p:to>
                                        <p:strVal val="visible"/>
                                      </p:to>
                                    </p:set>
                                    <p:animEffect transition="in" filter="fade">
                                      <p:cBhvr>
                                        <p:cTn id="18" dur="500"/>
                                        <p:tgtEl>
                                          <p:spTgt spid="180"/>
                                        </p:tgtEl>
                                      </p:cBhvr>
                                    </p:animEffect>
                                  </p:childTnLst>
                                </p:cTn>
                              </p:par>
                            </p:childTnLst>
                          </p:cTn>
                        </p:par>
                        <p:par>
                          <p:cTn id="19" fill="hold">
                            <p:stCondLst>
                              <p:cond delay="1500"/>
                            </p:stCondLst>
                            <p:childTnLst>
                              <p:par>
                                <p:cTn id="20" presetID="10" presetClass="entr" presetSubtype="0" fill="hold" nodeType="afterEffect">
                                  <p:stCondLst>
                                    <p:cond delay="0"/>
                                  </p:stCondLst>
                                  <p:childTnLst>
                                    <p:set>
                                      <p:cBhvr>
                                        <p:cTn id="21" dur="1" fill="hold">
                                          <p:stCondLst>
                                            <p:cond delay="0"/>
                                          </p:stCondLst>
                                        </p:cTn>
                                        <p:tgtEl>
                                          <p:spTgt spid="76"/>
                                        </p:tgtEl>
                                        <p:attrNameLst>
                                          <p:attrName>style.visibility</p:attrName>
                                        </p:attrNameLst>
                                      </p:cBhvr>
                                      <p:to>
                                        <p:strVal val="visible"/>
                                      </p:to>
                                    </p:set>
                                    <p:animEffect transition="in" filter="fade">
                                      <p:cBhvr>
                                        <p:cTn id="22" dur="500"/>
                                        <p:tgtEl>
                                          <p:spTgt spid="76"/>
                                        </p:tgtEl>
                                      </p:cBhvr>
                                    </p:animEffect>
                                  </p:childTnLst>
                                </p:cTn>
                              </p:par>
                              <p:par>
                                <p:cTn id="23" presetID="10" presetClass="entr" presetSubtype="0" fill="hold" nodeType="withEffect">
                                  <p:stCondLst>
                                    <p:cond delay="0"/>
                                  </p:stCondLst>
                                  <p:childTnLst>
                                    <p:set>
                                      <p:cBhvr>
                                        <p:cTn id="24" dur="1" fill="hold">
                                          <p:stCondLst>
                                            <p:cond delay="0"/>
                                          </p:stCondLst>
                                        </p:cTn>
                                        <p:tgtEl>
                                          <p:spTgt spid="79"/>
                                        </p:tgtEl>
                                        <p:attrNameLst>
                                          <p:attrName>style.visibility</p:attrName>
                                        </p:attrNameLst>
                                      </p:cBhvr>
                                      <p:to>
                                        <p:strVal val="visible"/>
                                      </p:to>
                                    </p:set>
                                    <p:animEffect transition="in" filter="fade">
                                      <p:cBhvr>
                                        <p:cTn id="25" dur="500"/>
                                        <p:tgtEl>
                                          <p:spTgt spid="79"/>
                                        </p:tgtEl>
                                      </p:cBhvr>
                                    </p:animEffect>
                                  </p:childTnLst>
                                </p:cTn>
                              </p:par>
                              <p:par>
                                <p:cTn id="26" presetID="10" presetClass="entr" presetSubtype="0" fill="hold" nodeType="withEffect">
                                  <p:stCondLst>
                                    <p:cond delay="0"/>
                                  </p:stCondLst>
                                  <p:childTnLst>
                                    <p:set>
                                      <p:cBhvr>
                                        <p:cTn id="27" dur="1" fill="hold">
                                          <p:stCondLst>
                                            <p:cond delay="0"/>
                                          </p:stCondLst>
                                        </p:cTn>
                                        <p:tgtEl>
                                          <p:spTgt spid="82"/>
                                        </p:tgtEl>
                                        <p:attrNameLst>
                                          <p:attrName>style.visibility</p:attrName>
                                        </p:attrNameLst>
                                      </p:cBhvr>
                                      <p:to>
                                        <p:strVal val="visible"/>
                                      </p:to>
                                    </p:set>
                                    <p:animEffect transition="in" filter="fade">
                                      <p:cBhvr>
                                        <p:cTn id="28" dur="500"/>
                                        <p:tgtEl>
                                          <p:spTgt spid="82"/>
                                        </p:tgtEl>
                                      </p:cBhvr>
                                    </p:animEffect>
                                  </p:childTnLst>
                                </p:cTn>
                              </p:par>
                              <p:par>
                                <p:cTn id="29" presetID="10" presetClass="entr" presetSubtype="0" fill="hold"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fade">
                                      <p:cBhvr>
                                        <p:cTn id="31" dur="500"/>
                                        <p:tgtEl>
                                          <p:spTgt spid="85"/>
                                        </p:tgtEl>
                                      </p:cBhvr>
                                    </p:animEffect>
                                  </p:childTnLst>
                                </p:cTn>
                              </p:par>
                              <p:par>
                                <p:cTn id="32" presetID="10" presetClass="entr" presetSubtype="0" fill="hold" nodeType="withEffect">
                                  <p:stCondLst>
                                    <p:cond delay="0"/>
                                  </p:stCondLst>
                                  <p:childTnLst>
                                    <p:set>
                                      <p:cBhvr>
                                        <p:cTn id="33" dur="1" fill="hold">
                                          <p:stCondLst>
                                            <p:cond delay="0"/>
                                          </p:stCondLst>
                                        </p:cTn>
                                        <p:tgtEl>
                                          <p:spTgt spid="88"/>
                                        </p:tgtEl>
                                        <p:attrNameLst>
                                          <p:attrName>style.visibility</p:attrName>
                                        </p:attrNameLst>
                                      </p:cBhvr>
                                      <p:to>
                                        <p:strVal val="visible"/>
                                      </p:to>
                                    </p:set>
                                    <p:animEffect transition="in" filter="fade">
                                      <p:cBhvr>
                                        <p:cTn id="34" dur="500"/>
                                        <p:tgtEl>
                                          <p:spTgt spid="88"/>
                                        </p:tgtEl>
                                      </p:cBhvr>
                                    </p:animEffect>
                                  </p:childTnLst>
                                </p:cTn>
                              </p:par>
                              <p:par>
                                <p:cTn id="35" presetID="10" presetClass="entr" presetSubtype="0" fill="hold" nodeType="withEffect">
                                  <p:stCondLst>
                                    <p:cond delay="0"/>
                                  </p:stCondLst>
                                  <p:childTnLst>
                                    <p:set>
                                      <p:cBhvr>
                                        <p:cTn id="36" dur="1" fill="hold">
                                          <p:stCondLst>
                                            <p:cond delay="0"/>
                                          </p:stCondLst>
                                        </p:cTn>
                                        <p:tgtEl>
                                          <p:spTgt spid="91"/>
                                        </p:tgtEl>
                                        <p:attrNameLst>
                                          <p:attrName>style.visibility</p:attrName>
                                        </p:attrNameLst>
                                      </p:cBhvr>
                                      <p:to>
                                        <p:strVal val="visible"/>
                                      </p:to>
                                    </p:set>
                                    <p:animEffect transition="in" filter="fade">
                                      <p:cBhvr>
                                        <p:cTn id="37" dur="500"/>
                                        <p:tgtEl>
                                          <p:spTgt spid="91"/>
                                        </p:tgtEl>
                                      </p:cBhvr>
                                    </p:animEffect>
                                  </p:childTnLst>
                                </p:cTn>
                              </p:par>
                              <p:par>
                                <p:cTn id="38" presetID="10" presetClass="entr" presetSubtype="0" fill="hold" nodeType="withEffect">
                                  <p:stCondLst>
                                    <p:cond delay="0"/>
                                  </p:stCondLst>
                                  <p:childTnLst>
                                    <p:set>
                                      <p:cBhvr>
                                        <p:cTn id="39" dur="1" fill="hold">
                                          <p:stCondLst>
                                            <p:cond delay="0"/>
                                          </p:stCondLst>
                                        </p:cTn>
                                        <p:tgtEl>
                                          <p:spTgt spid="94"/>
                                        </p:tgtEl>
                                        <p:attrNameLst>
                                          <p:attrName>style.visibility</p:attrName>
                                        </p:attrNameLst>
                                      </p:cBhvr>
                                      <p:to>
                                        <p:strVal val="visible"/>
                                      </p:to>
                                    </p:set>
                                    <p:animEffect transition="in" filter="fade">
                                      <p:cBhvr>
                                        <p:cTn id="40" dur="500"/>
                                        <p:tgtEl>
                                          <p:spTgt spid="94"/>
                                        </p:tgtEl>
                                      </p:cBhvr>
                                    </p:animEffect>
                                  </p:childTnLst>
                                </p:cTn>
                              </p:par>
                              <p:par>
                                <p:cTn id="41" presetID="10" presetClass="entr" presetSubtype="0" fill="hold" nodeType="withEffect">
                                  <p:stCondLst>
                                    <p:cond delay="0"/>
                                  </p:stCondLst>
                                  <p:childTnLst>
                                    <p:set>
                                      <p:cBhvr>
                                        <p:cTn id="42" dur="1" fill="hold">
                                          <p:stCondLst>
                                            <p:cond delay="0"/>
                                          </p:stCondLst>
                                        </p:cTn>
                                        <p:tgtEl>
                                          <p:spTgt spid="97"/>
                                        </p:tgtEl>
                                        <p:attrNameLst>
                                          <p:attrName>style.visibility</p:attrName>
                                        </p:attrNameLst>
                                      </p:cBhvr>
                                      <p:to>
                                        <p:strVal val="visible"/>
                                      </p:to>
                                    </p:set>
                                    <p:animEffect transition="in" filter="fade">
                                      <p:cBhvr>
                                        <p:cTn id="43" dur="500"/>
                                        <p:tgtEl>
                                          <p:spTgt spid="97"/>
                                        </p:tgtEl>
                                      </p:cBhvr>
                                    </p:animEffect>
                                  </p:childTnLst>
                                </p:cTn>
                              </p:par>
                              <p:par>
                                <p:cTn id="44" presetID="10" presetClass="entr" presetSubtype="0" fill="hold" nodeType="withEffect">
                                  <p:stCondLst>
                                    <p:cond delay="0"/>
                                  </p:stCondLst>
                                  <p:childTnLst>
                                    <p:set>
                                      <p:cBhvr>
                                        <p:cTn id="45" dur="1" fill="hold">
                                          <p:stCondLst>
                                            <p:cond delay="0"/>
                                          </p:stCondLst>
                                        </p:cTn>
                                        <p:tgtEl>
                                          <p:spTgt spid="100"/>
                                        </p:tgtEl>
                                        <p:attrNameLst>
                                          <p:attrName>style.visibility</p:attrName>
                                        </p:attrNameLst>
                                      </p:cBhvr>
                                      <p:to>
                                        <p:strVal val="visible"/>
                                      </p:to>
                                    </p:set>
                                    <p:animEffect transition="in" filter="fade">
                                      <p:cBhvr>
                                        <p:cTn id="46" dur="500"/>
                                        <p:tgtEl>
                                          <p:spTgt spid="100"/>
                                        </p:tgtEl>
                                      </p:cBhvr>
                                    </p:animEffect>
                                  </p:childTnLst>
                                </p:cTn>
                              </p:par>
                              <p:par>
                                <p:cTn id="47" presetID="10" presetClass="entr" presetSubtype="0" fill="hold" nodeType="withEffect">
                                  <p:stCondLst>
                                    <p:cond delay="0"/>
                                  </p:stCondLst>
                                  <p:childTnLst>
                                    <p:set>
                                      <p:cBhvr>
                                        <p:cTn id="48" dur="1" fill="hold">
                                          <p:stCondLst>
                                            <p:cond delay="0"/>
                                          </p:stCondLst>
                                        </p:cTn>
                                        <p:tgtEl>
                                          <p:spTgt spid="103"/>
                                        </p:tgtEl>
                                        <p:attrNameLst>
                                          <p:attrName>style.visibility</p:attrName>
                                        </p:attrNameLst>
                                      </p:cBhvr>
                                      <p:to>
                                        <p:strVal val="visible"/>
                                      </p:to>
                                    </p:set>
                                    <p:animEffect transition="in" filter="fade">
                                      <p:cBhvr>
                                        <p:cTn id="49" dur="500"/>
                                        <p:tgtEl>
                                          <p:spTgt spid="103"/>
                                        </p:tgtEl>
                                      </p:cBhvr>
                                    </p:animEffect>
                                  </p:childTnLst>
                                </p:cTn>
                              </p:par>
                            </p:childTnLst>
                          </p:cTn>
                        </p:par>
                        <p:par>
                          <p:cTn id="50" fill="hold">
                            <p:stCondLst>
                              <p:cond delay="2000"/>
                            </p:stCondLst>
                            <p:childTnLst>
                              <p:par>
                                <p:cTn id="51" presetID="22" presetClass="entr" presetSubtype="1" fill="hold" nodeType="afterEffect">
                                  <p:stCondLst>
                                    <p:cond delay="0"/>
                                  </p:stCondLst>
                                  <p:childTnLst>
                                    <p:set>
                                      <p:cBhvr>
                                        <p:cTn id="52" dur="1" fill="hold">
                                          <p:stCondLst>
                                            <p:cond delay="0"/>
                                          </p:stCondLst>
                                        </p:cTn>
                                        <p:tgtEl>
                                          <p:spTgt spid="77"/>
                                        </p:tgtEl>
                                        <p:attrNameLst>
                                          <p:attrName>style.visibility</p:attrName>
                                        </p:attrNameLst>
                                      </p:cBhvr>
                                      <p:to>
                                        <p:strVal val="visible"/>
                                      </p:to>
                                    </p:set>
                                    <p:animEffect transition="in" filter="wipe(up)">
                                      <p:cBhvr>
                                        <p:cTn id="53" dur="250"/>
                                        <p:tgtEl>
                                          <p:spTgt spid="77"/>
                                        </p:tgtEl>
                                      </p:cBhvr>
                                    </p:animEffect>
                                  </p:childTnLst>
                                </p:cTn>
                              </p:par>
                              <p:par>
                                <p:cTn id="54" presetID="22" presetClass="entr" presetSubtype="1" fill="hold" nodeType="withEffect">
                                  <p:stCondLst>
                                    <p:cond delay="0"/>
                                  </p:stCondLst>
                                  <p:childTnLst>
                                    <p:set>
                                      <p:cBhvr>
                                        <p:cTn id="55" dur="1" fill="hold">
                                          <p:stCondLst>
                                            <p:cond delay="0"/>
                                          </p:stCondLst>
                                        </p:cTn>
                                        <p:tgtEl>
                                          <p:spTgt spid="83"/>
                                        </p:tgtEl>
                                        <p:attrNameLst>
                                          <p:attrName>style.visibility</p:attrName>
                                        </p:attrNameLst>
                                      </p:cBhvr>
                                      <p:to>
                                        <p:strVal val="visible"/>
                                      </p:to>
                                    </p:set>
                                    <p:animEffect transition="in" filter="wipe(up)">
                                      <p:cBhvr>
                                        <p:cTn id="56" dur="250"/>
                                        <p:tgtEl>
                                          <p:spTgt spid="83"/>
                                        </p:tgtEl>
                                      </p:cBhvr>
                                    </p:animEffect>
                                  </p:childTnLst>
                                </p:cTn>
                              </p:par>
                              <p:par>
                                <p:cTn id="57" presetID="22" presetClass="entr" presetSubtype="1" fill="hold" nodeType="withEffect">
                                  <p:stCondLst>
                                    <p:cond delay="0"/>
                                  </p:stCondLst>
                                  <p:childTnLst>
                                    <p:set>
                                      <p:cBhvr>
                                        <p:cTn id="58" dur="1" fill="hold">
                                          <p:stCondLst>
                                            <p:cond delay="0"/>
                                          </p:stCondLst>
                                        </p:cTn>
                                        <p:tgtEl>
                                          <p:spTgt spid="80"/>
                                        </p:tgtEl>
                                        <p:attrNameLst>
                                          <p:attrName>style.visibility</p:attrName>
                                        </p:attrNameLst>
                                      </p:cBhvr>
                                      <p:to>
                                        <p:strVal val="visible"/>
                                      </p:to>
                                    </p:set>
                                    <p:animEffect transition="in" filter="wipe(up)">
                                      <p:cBhvr>
                                        <p:cTn id="59" dur="250"/>
                                        <p:tgtEl>
                                          <p:spTgt spid="80"/>
                                        </p:tgtEl>
                                      </p:cBhvr>
                                    </p:animEffect>
                                  </p:childTnLst>
                                </p:cTn>
                              </p:par>
                              <p:par>
                                <p:cTn id="60" presetID="22" presetClass="entr" presetSubtype="1" fill="hold" nodeType="withEffect">
                                  <p:stCondLst>
                                    <p:cond delay="0"/>
                                  </p:stCondLst>
                                  <p:childTnLst>
                                    <p:set>
                                      <p:cBhvr>
                                        <p:cTn id="61" dur="1" fill="hold">
                                          <p:stCondLst>
                                            <p:cond delay="0"/>
                                          </p:stCondLst>
                                        </p:cTn>
                                        <p:tgtEl>
                                          <p:spTgt spid="86"/>
                                        </p:tgtEl>
                                        <p:attrNameLst>
                                          <p:attrName>style.visibility</p:attrName>
                                        </p:attrNameLst>
                                      </p:cBhvr>
                                      <p:to>
                                        <p:strVal val="visible"/>
                                      </p:to>
                                    </p:set>
                                    <p:animEffect transition="in" filter="wipe(up)">
                                      <p:cBhvr>
                                        <p:cTn id="62" dur="250"/>
                                        <p:tgtEl>
                                          <p:spTgt spid="86"/>
                                        </p:tgtEl>
                                      </p:cBhvr>
                                    </p:animEffect>
                                  </p:childTnLst>
                                </p:cTn>
                              </p:par>
                              <p:par>
                                <p:cTn id="63" presetID="22" presetClass="entr" presetSubtype="1" fill="hold" nodeType="withEffect">
                                  <p:stCondLst>
                                    <p:cond delay="0"/>
                                  </p:stCondLst>
                                  <p:childTnLst>
                                    <p:set>
                                      <p:cBhvr>
                                        <p:cTn id="64" dur="1" fill="hold">
                                          <p:stCondLst>
                                            <p:cond delay="0"/>
                                          </p:stCondLst>
                                        </p:cTn>
                                        <p:tgtEl>
                                          <p:spTgt spid="92"/>
                                        </p:tgtEl>
                                        <p:attrNameLst>
                                          <p:attrName>style.visibility</p:attrName>
                                        </p:attrNameLst>
                                      </p:cBhvr>
                                      <p:to>
                                        <p:strVal val="visible"/>
                                      </p:to>
                                    </p:set>
                                    <p:animEffect transition="in" filter="wipe(up)">
                                      <p:cBhvr>
                                        <p:cTn id="65" dur="250"/>
                                        <p:tgtEl>
                                          <p:spTgt spid="92"/>
                                        </p:tgtEl>
                                      </p:cBhvr>
                                    </p:animEffect>
                                  </p:childTnLst>
                                </p:cTn>
                              </p:par>
                              <p:par>
                                <p:cTn id="66" presetID="22" presetClass="entr" presetSubtype="1" fill="hold" nodeType="withEffect">
                                  <p:stCondLst>
                                    <p:cond delay="0"/>
                                  </p:stCondLst>
                                  <p:childTnLst>
                                    <p:set>
                                      <p:cBhvr>
                                        <p:cTn id="67" dur="1" fill="hold">
                                          <p:stCondLst>
                                            <p:cond delay="0"/>
                                          </p:stCondLst>
                                        </p:cTn>
                                        <p:tgtEl>
                                          <p:spTgt spid="89"/>
                                        </p:tgtEl>
                                        <p:attrNameLst>
                                          <p:attrName>style.visibility</p:attrName>
                                        </p:attrNameLst>
                                      </p:cBhvr>
                                      <p:to>
                                        <p:strVal val="visible"/>
                                      </p:to>
                                    </p:set>
                                    <p:animEffect transition="in" filter="wipe(up)">
                                      <p:cBhvr>
                                        <p:cTn id="68" dur="250"/>
                                        <p:tgtEl>
                                          <p:spTgt spid="89"/>
                                        </p:tgtEl>
                                      </p:cBhvr>
                                    </p:animEffect>
                                  </p:childTnLst>
                                </p:cTn>
                              </p:par>
                              <p:par>
                                <p:cTn id="69" presetID="22" presetClass="entr" presetSubtype="1" fill="hold"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up)">
                                      <p:cBhvr>
                                        <p:cTn id="71" dur="250"/>
                                        <p:tgtEl>
                                          <p:spTgt spid="104"/>
                                        </p:tgtEl>
                                      </p:cBhvr>
                                    </p:animEffect>
                                  </p:childTnLst>
                                </p:cTn>
                              </p:par>
                              <p:par>
                                <p:cTn id="72" presetID="22" presetClass="entr" presetSubtype="1" fill="hold" nodeType="withEffect">
                                  <p:stCondLst>
                                    <p:cond delay="0"/>
                                  </p:stCondLst>
                                  <p:childTnLst>
                                    <p:set>
                                      <p:cBhvr>
                                        <p:cTn id="73" dur="1" fill="hold">
                                          <p:stCondLst>
                                            <p:cond delay="0"/>
                                          </p:stCondLst>
                                        </p:cTn>
                                        <p:tgtEl>
                                          <p:spTgt spid="95"/>
                                        </p:tgtEl>
                                        <p:attrNameLst>
                                          <p:attrName>style.visibility</p:attrName>
                                        </p:attrNameLst>
                                      </p:cBhvr>
                                      <p:to>
                                        <p:strVal val="visible"/>
                                      </p:to>
                                    </p:set>
                                    <p:animEffect transition="in" filter="wipe(up)">
                                      <p:cBhvr>
                                        <p:cTn id="74" dur="250"/>
                                        <p:tgtEl>
                                          <p:spTgt spid="95"/>
                                        </p:tgtEl>
                                      </p:cBhvr>
                                    </p:animEffect>
                                  </p:childTnLst>
                                </p:cTn>
                              </p:par>
                              <p:par>
                                <p:cTn id="75" presetID="22" presetClass="entr" presetSubtype="1" fill="hold" nodeType="withEffect">
                                  <p:stCondLst>
                                    <p:cond delay="0"/>
                                  </p:stCondLst>
                                  <p:childTnLst>
                                    <p:set>
                                      <p:cBhvr>
                                        <p:cTn id="76" dur="1" fill="hold">
                                          <p:stCondLst>
                                            <p:cond delay="0"/>
                                          </p:stCondLst>
                                        </p:cTn>
                                        <p:tgtEl>
                                          <p:spTgt spid="101"/>
                                        </p:tgtEl>
                                        <p:attrNameLst>
                                          <p:attrName>style.visibility</p:attrName>
                                        </p:attrNameLst>
                                      </p:cBhvr>
                                      <p:to>
                                        <p:strVal val="visible"/>
                                      </p:to>
                                    </p:set>
                                    <p:animEffect transition="in" filter="wipe(up)">
                                      <p:cBhvr>
                                        <p:cTn id="77" dur="250"/>
                                        <p:tgtEl>
                                          <p:spTgt spid="101"/>
                                        </p:tgtEl>
                                      </p:cBhvr>
                                    </p:animEffect>
                                  </p:childTnLst>
                                </p:cTn>
                              </p:par>
                              <p:par>
                                <p:cTn id="78" presetID="22" presetClass="entr" presetSubtype="1" fill="hold" nodeType="withEffect">
                                  <p:stCondLst>
                                    <p:cond delay="0"/>
                                  </p:stCondLst>
                                  <p:childTnLst>
                                    <p:set>
                                      <p:cBhvr>
                                        <p:cTn id="79" dur="1" fill="hold">
                                          <p:stCondLst>
                                            <p:cond delay="0"/>
                                          </p:stCondLst>
                                        </p:cTn>
                                        <p:tgtEl>
                                          <p:spTgt spid="98"/>
                                        </p:tgtEl>
                                        <p:attrNameLst>
                                          <p:attrName>style.visibility</p:attrName>
                                        </p:attrNameLst>
                                      </p:cBhvr>
                                      <p:to>
                                        <p:strVal val="visible"/>
                                      </p:to>
                                    </p:set>
                                    <p:animEffect transition="in" filter="wipe(up)">
                                      <p:cBhvr>
                                        <p:cTn id="80" dur="250"/>
                                        <p:tgtEl>
                                          <p:spTgt spid="98"/>
                                        </p:tgtEl>
                                      </p:cBhvr>
                                    </p:animEffect>
                                  </p:childTnLst>
                                </p:cTn>
                              </p:par>
                            </p:childTnLst>
                          </p:cTn>
                        </p:par>
                        <p:par>
                          <p:cTn id="81" fill="hold">
                            <p:stCondLst>
                              <p:cond delay="2250"/>
                            </p:stCondLst>
                            <p:childTnLst>
                              <p:par>
                                <p:cTn id="82" presetID="22" presetClass="entr" presetSubtype="4" fill="hold" nodeType="afterEffect">
                                  <p:stCondLst>
                                    <p:cond delay="0"/>
                                  </p:stCondLst>
                                  <p:childTnLst>
                                    <p:set>
                                      <p:cBhvr>
                                        <p:cTn id="83" dur="1" fill="hold">
                                          <p:stCondLst>
                                            <p:cond delay="0"/>
                                          </p:stCondLst>
                                        </p:cTn>
                                        <p:tgtEl>
                                          <p:spTgt spid="78"/>
                                        </p:tgtEl>
                                        <p:attrNameLst>
                                          <p:attrName>style.visibility</p:attrName>
                                        </p:attrNameLst>
                                      </p:cBhvr>
                                      <p:to>
                                        <p:strVal val="visible"/>
                                      </p:to>
                                    </p:set>
                                    <p:animEffect transition="in" filter="wipe(down)">
                                      <p:cBhvr>
                                        <p:cTn id="84" dur="250"/>
                                        <p:tgtEl>
                                          <p:spTgt spid="78"/>
                                        </p:tgtEl>
                                      </p:cBhvr>
                                    </p:animEffect>
                                  </p:childTnLst>
                                </p:cTn>
                              </p:par>
                              <p:par>
                                <p:cTn id="85" presetID="22" presetClass="entr" presetSubtype="4" fill="hold" nodeType="withEffect">
                                  <p:stCondLst>
                                    <p:cond delay="0"/>
                                  </p:stCondLst>
                                  <p:childTnLst>
                                    <p:set>
                                      <p:cBhvr>
                                        <p:cTn id="86" dur="1" fill="hold">
                                          <p:stCondLst>
                                            <p:cond delay="0"/>
                                          </p:stCondLst>
                                        </p:cTn>
                                        <p:tgtEl>
                                          <p:spTgt spid="84"/>
                                        </p:tgtEl>
                                        <p:attrNameLst>
                                          <p:attrName>style.visibility</p:attrName>
                                        </p:attrNameLst>
                                      </p:cBhvr>
                                      <p:to>
                                        <p:strVal val="visible"/>
                                      </p:to>
                                    </p:set>
                                    <p:animEffect transition="in" filter="wipe(down)">
                                      <p:cBhvr>
                                        <p:cTn id="87" dur="250"/>
                                        <p:tgtEl>
                                          <p:spTgt spid="84"/>
                                        </p:tgtEl>
                                      </p:cBhvr>
                                    </p:animEffect>
                                  </p:childTnLst>
                                </p:cTn>
                              </p:par>
                              <p:par>
                                <p:cTn id="88" presetID="22" presetClass="entr" presetSubtype="4" fill="hold" nodeType="withEffect">
                                  <p:stCondLst>
                                    <p:cond delay="0"/>
                                  </p:stCondLst>
                                  <p:childTnLst>
                                    <p:set>
                                      <p:cBhvr>
                                        <p:cTn id="89" dur="1" fill="hold">
                                          <p:stCondLst>
                                            <p:cond delay="0"/>
                                          </p:stCondLst>
                                        </p:cTn>
                                        <p:tgtEl>
                                          <p:spTgt spid="81"/>
                                        </p:tgtEl>
                                        <p:attrNameLst>
                                          <p:attrName>style.visibility</p:attrName>
                                        </p:attrNameLst>
                                      </p:cBhvr>
                                      <p:to>
                                        <p:strVal val="visible"/>
                                      </p:to>
                                    </p:set>
                                    <p:animEffect transition="in" filter="wipe(down)">
                                      <p:cBhvr>
                                        <p:cTn id="90" dur="250"/>
                                        <p:tgtEl>
                                          <p:spTgt spid="81"/>
                                        </p:tgtEl>
                                      </p:cBhvr>
                                    </p:animEffect>
                                  </p:childTnLst>
                                </p:cTn>
                              </p:par>
                              <p:par>
                                <p:cTn id="91" presetID="22" presetClass="entr" presetSubtype="4" fill="hold" nodeType="withEffect">
                                  <p:stCondLst>
                                    <p:cond delay="0"/>
                                  </p:stCondLst>
                                  <p:childTnLst>
                                    <p:set>
                                      <p:cBhvr>
                                        <p:cTn id="92" dur="1" fill="hold">
                                          <p:stCondLst>
                                            <p:cond delay="0"/>
                                          </p:stCondLst>
                                        </p:cTn>
                                        <p:tgtEl>
                                          <p:spTgt spid="87"/>
                                        </p:tgtEl>
                                        <p:attrNameLst>
                                          <p:attrName>style.visibility</p:attrName>
                                        </p:attrNameLst>
                                      </p:cBhvr>
                                      <p:to>
                                        <p:strVal val="visible"/>
                                      </p:to>
                                    </p:set>
                                    <p:animEffect transition="in" filter="wipe(down)">
                                      <p:cBhvr>
                                        <p:cTn id="93" dur="250"/>
                                        <p:tgtEl>
                                          <p:spTgt spid="87"/>
                                        </p:tgtEl>
                                      </p:cBhvr>
                                    </p:animEffect>
                                  </p:childTnLst>
                                </p:cTn>
                              </p:par>
                              <p:par>
                                <p:cTn id="94" presetID="22" presetClass="entr" presetSubtype="4" fill="hold" nodeType="withEffect">
                                  <p:stCondLst>
                                    <p:cond delay="0"/>
                                  </p:stCondLst>
                                  <p:childTnLst>
                                    <p:set>
                                      <p:cBhvr>
                                        <p:cTn id="95" dur="1" fill="hold">
                                          <p:stCondLst>
                                            <p:cond delay="0"/>
                                          </p:stCondLst>
                                        </p:cTn>
                                        <p:tgtEl>
                                          <p:spTgt spid="93"/>
                                        </p:tgtEl>
                                        <p:attrNameLst>
                                          <p:attrName>style.visibility</p:attrName>
                                        </p:attrNameLst>
                                      </p:cBhvr>
                                      <p:to>
                                        <p:strVal val="visible"/>
                                      </p:to>
                                    </p:set>
                                    <p:animEffect transition="in" filter="wipe(down)">
                                      <p:cBhvr>
                                        <p:cTn id="96" dur="250"/>
                                        <p:tgtEl>
                                          <p:spTgt spid="93"/>
                                        </p:tgtEl>
                                      </p:cBhvr>
                                    </p:animEffect>
                                  </p:childTnLst>
                                </p:cTn>
                              </p:par>
                              <p:par>
                                <p:cTn id="97" presetID="22" presetClass="entr" presetSubtype="4" fill="hold" nodeType="withEffect">
                                  <p:stCondLst>
                                    <p:cond delay="0"/>
                                  </p:stCondLst>
                                  <p:childTnLst>
                                    <p:set>
                                      <p:cBhvr>
                                        <p:cTn id="98" dur="1" fill="hold">
                                          <p:stCondLst>
                                            <p:cond delay="0"/>
                                          </p:stCondLst>
                                        </p:cTn>
                                        <p:tgtEl>
                                          <p:spTgt spid="90"/>
                                        </p:tgtEl>
                                        <p:attrNameLst>
                                          <p:attrName>style.visibility</p:attrName>
                                        </p:attrNameLst>
                                      </p:cBhvr>
                                      <p:to>
                                        <p:strVal val="visible"/>
                                      </p:to>
                                    </p:set>
                                    <p:animEffect transition="in" filter="wipe(down)">
                                      <p:cBhvr>
                                        <p:cTn id="99" dur="250"/>
                                        <p:tgtEl>
                                          <p:spTgt spid="90"/>
                                        </p:tgtEl>
                                      </p:cBhvr>
                                    </p:animEffect>
                                  </p:childTnLst>
                                </p:cTn>
                              </p:par>
                              <p:par>
                                <p:cTn id="100" presetID="22" presetClass="entr" presetSubtype="4" fill="hold" nodeType="withEffect">
                                  <p:stCondLst>
                                    <p:cond delay="0"/>
                                  </p:stCondLst>
                                  <p:childTnLst>
                                    <p:set>
                                      <p:cBhvr>
                                        <p:cTn id="101" dur="1" fill="hold">
                                          <p:stCondLst>
                                            <p:cond delay="0"/>
                                          </p:stCondLst>
                                        </p:cTn>
                                        <p:tgtEl>
                                          <p:spTgt spid="105"/>
                                        </p:tgtEl>
                                        <p:attrNameLst>
                                          <p:attrName>style.visibility</p:attrName>
                                        </p:attrNameLst>
                                      </p:cBhvr>
                                      <p:to>
                                        <p:strVal val="visible"/>
                                      </p:to>
                                    </p:set>
                                    <p:animEffect transition="in" filter="wipe(down)">
                                      <p:cBhvr>
                                        <p:cTn id="102" dur="250"/>
                                        <p:tgtEl>
                                          <p:spTgt spid="105"/>
                                        </p:tgtEl>
                                      </p:cBhvr>
                                    </p:animEffect>
                                  </p:childTnLst>
                                </p:cTn>
                              </p:par>
                              <p:par>
                                <p:cTn id="103" presetID="22" presetClass="entr" presetSubtype="4" fill="hold" nodeType="withEffect">
                                  <p:stCondLst>
                                    <p:cond delay="0"/>
                                  </p:stCondLst>
                                  <p:childTnLst>
                                    <p:set>
                                      <p:cBhvr>
                                        <p:cTn id="104" dur="1" fill="hold">
                                          <p:stCondLst>
                                            <p:cond delay="0"/>
                                          </p:stCondLst>
                                        </p:cTn>
                                        <p:tgtEl>
                                          <p:spTgt spid="96"/>
                                        </p:tgtEl>
                                        <p:attrNameLst>
                                          <p:attrName>style.visibility</p:attrName>
                                        </p:attrNameLst>
                                      </p:cBhvr>
                                      <p:to>
                                        <p:strVal val="visible"/>
                                      </p:to>
                                    </p:set>
                                    <p:animEffect transition="in" filter="wipe(down)">
                                      <p:cBhvr>
                                        <p:cTn id="105" dur="250"/>
                                        <p:tgtEl>
                                          <p:spTgt spid="96"/>
                                        </p:tgtEl>
                                      </p:cBhvr>
                                    </p:animEffect>
                                  </p:childTnLst>
                                </p:cTn>
                              </p:par>
                              <p:par>
                                <p:cTn id="106" presetID="22" presetClass="entr" presetSubtype="4" fill="hold" nodeType="withEffect">
                                  <p:stCondLst>
                                    <p:cond delay="0"/>
                                  </p:stCondLst>
                                  <p:childTnLst>
                                    <p:set>
                                      <p:cBhvr>
                                        <p:cTn id="107" dur="1" fill="hold">
                                          <p:stCondLst>
                                            <p:cond delay="0"/>
                                          </p:stCondLst>
                                        </p:cTn>
                                        <p:tgtEl>
                                          <p:spTgt spid="102"/>
                                        </p:tgtEl>
                                        <p:attrNameLst>
                                          <p:attrName>style.visibility</p:attrName>
                                        </p:attrNameLst>
                                      </p:cBhvr>
                                      <p:to>
                                        <p:strVal val="visible"/>
                                      </p:to>
                                    </p:set>
                                    <p:animEffect transition="in" filter="wipe(down)">
                                      <p:cBhvr>
                                        <p:cTn id="108" dur="250"/>
                                        <p:tgtEl>
                                          <p:spTgt spid="102"/>
                                        </p:tgtEl>
                                      </p:cBhvr>
                                    </p:animEffect>
                                  </p:childTnLst>
                                </p:cTn>
                              </p:par>
                              <p:par>
                                <p:cTn id="109" presetID="22" presetClass="entr" presetSubtype="4" fill="hold" nodeType="withEffect">
                                  <p:stCondLst>
                                    <p:cond delay="0"/>
                                  </p:stCondLst>
                                  <p:childTnLst>
                                    <p:set>
                                      <p:cBhvr>
                                        <p:cTn id="110" dur="1" fill="hold">
                                          <p:stCondLst>
                                            <p:cond delay="0"/>
                                          </p:stCondLst>
                                        </p:cTn>
                                        <p:tgtEl>
                                          <p:spTgt spid="99"/>
                                        </p:tgtEl>
                                        <p:attrNameLst>
                                          <p:attrName>style.visibility</p:attrName>
                                        </p:attrNameLst>
                                      </p:cBhvr>
                                      <p:to>
                                        <p:strVal val="visible"/>
                                      </p:to>
                                    </p:set>
                                    <p:animEffect transition="in" filter="wipe(down)">
                                      <p:cBhvr>
                                        <p:cTn id="111" dur="250"/>
                                        <p:tgtEl>
                                          <p:spTgt spid="99"/>
                                        </p:tgtEl>
                                      </p:cBhvr>
                                    </p:animEffect>
                                  </p:childTnLst>
                                </p:cTn>
                              </p:par>
                            </p:childTnLst>
                          </p:cTn>
                        </p:par>
                        <p:par>
                          <p:cTn id="112" fill="hold">
                            <p:stCondLst>
                              <p:cond delay="2500"/>
                            </p:stCondLst>
                            <p:childTnLst>
                              <p:par>
                                <p:cTn id="113" presetID="26" presetClass="emph" presetSubtype="0" repeatCount="indefinite" fill="hold" nodeType="afterEffect">
                                  <p:stCondLst>
                                    <p:cond delay="0"/>
                                  </p:stCondLst>
                                  <p:childTnLst>
                                    <p:animEffect transition="out" filter="fade">
                                      <p:cBhvr>
                                        <p:cTn id="114" dur="500" tmFilter="0, 0; .2, .5; .8, .5; 1, 0"/>
                                        <p:tgtEl>
                                          <p:spTgt spid="77"/>
                                        </p:tgtEl>
                                      </p:cBhvr>
                                    </p:animEffect>
                                    <p:animScale>
                                      <p:cBhvr>
                                        <p:cTn id="115" dur="250" autoRev="1" fill="hold"/>
                                        <p:tgtEl>
                                          <p:spTgt spid="77"/>
                                        </p:tgtEl>
                                      </p:cBhvr>
                                      <p:by x="105000" y="105000"/>
                                    </p:animScale>
                                  </p:childTnLst>
                                </p:cTn>
                              </p:par>
                              <p:par>
                                <p:cTn id="116" presetID="26" presetClass="emph" presetSubtype="0" repeatCount="indefinite" fill="hold" nodeType="withEffect">
                                  <p:stCondLst>
                                    <p:cond delay="250"/>
                                  </p:stCondLst>
                                  <p:childTnLst>
                                    <p:animEffect transition="out" filter="fade">
                                      <p:cBhvr>
                                        <p:cTn id="117" dur="500" tmFilter="0, 0; .2, .5; .8, .5; 1, 0"/>
                                        <p:tgtEl>
                                          <p:spTgt spid="83"/>
                                        </p:tgtEl>
                                      </p:cBhvr>
                                    </p:animEffect>
                                    <p:animScale>
                                      <p:cBhvr>
                                        <p:cTn id="118" dur="250" autoRev="1" fill="hold"/>
                                        <p:tgtEl>
                                          <p:spTgt spid="83"/>
                                        </p:tgtEl>
                                      </p:cBhvr>
                                      <p:by x="105000" y="105000"/>
                                    </p:animScale>
                                  </p:childTnLst>
                                </p:cTn>
                              </p:par>
                              <p:par>
                                <p:cTn id="119" presetID="26" presetClass="emph" presetSubtype="0" repeatCount="indefinite" fill="hold" nodeType="withEffect">
                                  <p:stCondLst>
                                    <p:cond delay="200"/>
                                  </p:stCondLst>
                                  <p:childTnLst>
                                    <p:animEffect transition="out" filter="fade">
                                      <p:cBhvr>
                                        <p:cTn id="120" dur="500" tmFilter="0, 0; .2, .5; .8, .5; 1, 0"/>
                                        <p:tgtEl>
                                          <p:spTgt spid="80"/>
                                        </p:tgtEl>
                                      </p:cBhvr>
                                    </p:animEffect>
                                    <p:animScale>
                                      <p:cBhvr>
                                        <p:cTn id="121" dur="250" autoRev="1" fill="hold"/>
                                        <p:tgtEl>
                                          <p:spTgt spid="80"/>
                                        </p:tgtEl>
                                      </p:cBhvr>
                                      <p:by x="105000" y="105000"/>
                                    </p:animScale>
                                  </p:childTnLst>
                                </p:cTn>
                              </p:par>
                              <p:par>
                                <p:cTn id="122" presetID="26" presetClass="emph" presetSubtype="0" repeatCount="indefinite" fill="hold" nodeType="withEffect">
                                  <p:stCondLst>
                                    <p:cond delay="0"/>
                                  </p:stCondLst>
                                  <p:childTnLst>
                                    <p:animEffect transition="out" filter="fade">
                                      <p:cBhvr>
                                        <p:cTn id="123" dur="500" tmFilter="0, 0; .2, .5; .8, .5; 1, 0"/>
                                        <p:tgtEl>
                                          <p:spTgt spid="86"/>
                                        </p:tgtEl>
                                      </p:cBhvr>
                                    </p:animEffect>
                                    <p:animScale>
                                      <p:cBhvr>
                                        <p:cTn id="124" dur="250" autoRev="1" fill="hold"/>
                                        <p:tgtEl>
                                          <p:spTgt spid="86"/>
                                        </p:tgtEl>
                                      </p:cBhvr>
                                      <p:by x="105000" y="105000"/>
                                    </p:animScale>
                                  </p:childTnLst>
                                </p:cTn>
                              </p:par>
                              <p:par>
                                <p:cTn id="125" presetID="26" presetClass="emph" presetSubtype="0" repeatCount="indefinite" fill="hold" nodeType="withEffect">
                                  <p:stCondLst>
                                    <p:cond delay="250"/>
                                  </p:stCondLst>
                                  <p:childTnLst>
                                    <p:animEffect transition="out" filter="fade">
                                      <p:cBhvr>
                                        <p:cTn id="126" dur="500" tmFilter="0, 0; .2, .5; .8, .5; 1, 0"/>
                                        <p:tgtEl>
                                          <p:spTgt spid="92"/>
                                        </p:tgtEl>
                                      </p:cBhvr>
                                    </p:animEffect>
                                    <p:animScale>
                                      <p:cBhvr>
                                        <p:cTn id="127" dur="250" autoRev="1" fill="hold"/>
                                        <p:tgtEl>
                                          <p:spTgt spid="92"/>
                                        </p:tgtEl>
                                      </p:cBhvr>
                                      <p:by x="105000" y="105000"/>
                                    </p:animScale>
                                  </p:childTnLst>
                                </p:cTn>
                              </p:par>
                              <p:par>
                                <p:cTn id="128" presetID="26" presetClass="emph" presetSubtype="0" repeatCount="indefinite" fill="hold" nodeType="withEffect">
                                  <p:stCondLst>
                                    <p:cond delay="0"/>
                                  </p:stCondLst>
                                  <p:childTnLst>
                                    <p:animEffect transition="out" filter="fade">
                                      <p:cBhvr>
                                        <p:cTn id="129" dur="500" tmFilter="0, 0; .2, .5; .8, .5; 1, 0"/>
                                        <p:tgtEl>
                                          <p:spTgt spid="89"/>
                                        </p:tgtEl>
                                      </p:cBhvr>
                                    </p:animEffect>
                                    <p:animScale>
                                      <p:cBhvr>
                                        <p:cTn id="130" dur="250" autoRev="1" fill="hold"/>
                                        <p:tgtEl>
                                          <p:spTgt spid="89"/>
                                        </p:tgtEl>
                                      </p:cBhvr>
                                      <p:by x="105000" y="105000"/>
                                    </p:animScale>
                                  </p:childTnLst>
                                </p:cTn>
                              </p:par>
                              <p:par>
                                <p:cTn id="131" presetID="26" presetClass="emph" presetSubtype="0" repeatCount="indefinite" fill="hold" nodeType="withEffect">
                                  <p:stCondLst>
                                    <p:cond delay="200"/>
                                  </p:stCondLst>
                                  <p:childTnLst>
                                    <p:animEffect transition="out" filter="fade">
                                      <p:cBhvr>
                                        <p:cTn id="132" dur="500" tmFilter="0, 0; .2, .5; .8, .5; 1, 0"/>
                                        <p:tgtEl>
                                          <p:spTgt spid="104"/>
                                        </p:tgtEl>
                                      </p:cBhvr>
                                    </p:animEffect>
                                    <p:animScale>
                                      <p:cBhvr>
                                        <p:cTn id="133" dur="250" autoRev="1" fill="hold"/>
                                        <p:tgtEl>
                                          <p:spTgt spid="104"/>
                                        </p:tgtEl>
                                      </p:cBhvr>
                                      <p:by x="105000" y="105000"/>
                                    </p:animScale>
                                  </p:childTnLst>
                                </p:cTn>
                              </p:par>
                              <p:par>
                                <p:cTn id="134" presetID="26" presetClass="emph" presetSubtype="0" repeatCount="indefinite" fill="hold" nodeType="withEffect">
                                  <p:stCondLst>
                                    <p:cond delay="0"/>
                                  </p:stCondLst>
                                  <p:childTnLst>
                                    <p:animEffect transition="out" filter="fade">
                                      <p:cBhvr>
                                        <p:cTn id="135" dur="500" tmFilter="0, 0; .2, .5; .8, .5; 1, 0"/>
                                        <p:tgtEl>
                                          <p:spTgt spid="95"/>
                                        </p:tgtEl>
                                      </p:cBhvr>
                                    </p:animEffect>
                                    <p:animScale>
                                      <p:cBhvr>
                                        <p:cTn id="136" dur="250" autoRev="1" fill="hold"/>
                                        <p:tgtEl>
                                          <p:spTgt spid="95"/>
                                        </p:tgtEl>
                                      </p:cBhvr>
                                      <p:by x="105000" y="105000"/>
                                    </p:animScale>
                                  </p:childTnLst>
                                </p:cTn>
                              </p:par>
                              <p:par>
                                <p:cTn id="137" presetID="26" presetClass="emph" presetSubtype="0" repeatCount="indefinite" fill="hold" nodeType="withEffect">
                                  <p:stCondLst>
                                    <p:cond delay="200"/>
                                  </p:stCondLst>
                                  <p:childTnLst>
                                    <p:animEffect transition="out" filter="fade">
                                      <p:cBhvr>
                                        <p:cTn id="138" dur="500" tmFilter="0, 0; .2, .5; .8, .5; 1, 0"/>
                                        <p:tgtEl>
                                          <p:spTgt spid="101"/>
                                        </p:tgtEl>
                                      </p:cBhvr>
                                    </p:animEffect>
                                    <p:animScale>
                                      <p:cBhvr>
                                        <p:cTn id="139" dur="250" autoRev="1" fill="hold"/>
                                        <p:tgtEl>
                                          <p:spTgt spid="101"/>
                                        </p:tgtEl>
                                      </p:cBhvr>
                                      <p:by x="105000" y="105000"/>
                                    </p:animScale>
                                  </p:childTnLst>
                                </p:cTn>
                              </p:par>
                              <p:par>
                                <p:cTn id="140" presetID="26" presetClass="emph" presetSubtype="0" repeatCount="indefinite" fill="hold" nodeType="withEffect">
                                  <p:stCondLst>
                                    <p:cond delay="150"/>
                                  </p:stCondLst>
                                  <p:childTnLst>
                                    <p:animEffect transition="out" filter="fade">
                                      <p:cBhvr>
                                        <p:cTn id="141" dur="500" tmFilter="0, 0; .2, .5; .8, .5; 1, 0"/>
                                        <p:tgtEl>
                                          <p:spTgt spid="98"/>
                                        </p:tgtEl>
                                      </p:cBhvr>
                                    </p:animEffect>
                                    <p:animScale>
                                      <p:cBhvr>
                                        <p:cTn id="142" dur="250" autoRev="1" fill="hold"/>
                                        <p:tgtEl>
                                          <p:spTgt spid="98"/>
                                        </p:tgtEl>
                                      </p:cBhvr>
                                      <p:by x="105000" y="105000"/>
                                    </p:animScale>
                                  </p:childTnLst>
                                </p:cTn>
                              </p:par>
                              <p:par>
                                <p:cTn id="143" presetID="26" presetClass="emph" presetSubtype="0" repeatCount="indefinite" fill="hold" nodeType="withEffect">
                                  <p:stCondLst>
                                    <p:cond delay="0"/>
                                  </p:stCondLst>
                                  <p:childTnLst>
                                    <p:animEffect transition="out" filter="fade">
                                      <p:cBhvr>
                                        <p:cTn id="144" dur="500" tmFilter="0, 0; .2, .5; .8, .5; 1, 0"/>
                                        <p:tgtEl>
                                          <p:spTgt spid="78"/>
                                        </p:tgtEl>
                                      </p:cBhvr>
                                    </p:animEffect>
                                    <p:animScale>
                                      <p:cBhvr>
                                        <p:cTn id="145" dur="250" autoRev="1" fill="hold"/>
                                        <p:tgtEl>
                                          <p:spTgt spid="78"/>
                                        </p:tgtEl>
                                      </p:cBhvr>
                                      <p:by x="105000" y="105000"/>
                                    </p:animScale>
                                  </p:childTnLst>
                                </p:cTn>
                              </p:par>
                              <p:par>
                                <p:cTn id="146" presetID="26" presetClass="emph" presetSubtype="0" repeatCount="indefinite" fill="hold" nodeType="withEffect">
                                  <p:stCondLst>
                                    <p:cond delay="200"/>
                                  </p:stCondLst>
                                  <p:childTnLst>
                                    <p:animEffect transition="out" filter="fade">
                                      <p:cBhvr>
                                        <p:cTn id="147" dur="500" tmFilter="0, 0; .2, .5; .8, .5; 1, 0"/>
                                        <p:tgtEl>
                                          <p:spTgt spid="84"/>
                                        </p:tgtEl>
                                      </p:cBhvr>
                                    </p:animEffect>
                                    <p:animScale>
                                      <p:cBhvr>
                                        <p:cTn id="148" dur="250" autoRev="1" fill="hold"/>
                                        <p:tgtEl>
                                          <p:spTgt spid="84"/>
                                        </p:tgtEl>
                                      </p:cBhvr>
                                      <p:by x="105000" y="105000"/>
                                    </p:animScale>
                                  </p:childTnLst>
                                </p:cTn>
                              </p:par>
                              <p:par>
                                <p:cTn id="149" presetID="26" presetClass="emph" presetSubtype="0" repeatCount="indefinite" fill="hold" nodeType="withEffect">
                                  <p:stCondLst>
                                    <p:cond delay="0"/>
                                  </p:stCondLst>
                                  <p:childTnLst>
                                    <p:animEffect transition="out" filter="fade">
                                      <p:cBhvr>
                                        <p:cTn id="150" dur="500" tmFilter="0, 0; .2, .5; .8, .5; 1, 0"/>
                                        <p:tgtEl>
                                          <p:spTgt spid="81"/>
                                        </p:tgtEl>
                                      </p:cBhvr>
                                    </p:animEffect>
                                    <p:animScale>
                                      <p:cBhvr>
                                        <p:cTn id="151" dur="250" autoRev="1" fill="hold"/>
                                        <p:tgtEl>
                                          <p:spTgt spid="81"/>
                                        </p:tgtEl>
                                      </p:cBhvr>
                                      <p:by x="105000" y="105000"/>
                                    </p:animScale>
                                  </p:childTnLst>
                                </p:cTn>
                              </p:par>
                              <p:par>
                                <p:cTn id="152" presetID="26" presetClass="emph" presetSubtype="0" repeatCount="indefinite" fill="hold" nodeType="withEffect">
                                  <p:stCondLst>
                                    <p:cond delay="250"/>
                                  </p:stCondLst>
                                  <p:childTnLst>
                                    <p:animEffect transition="out" filter="fade">
                                      <p:cBhvr>
                                        <p:cTn id="153" dur="500" tmFilter="0, 0; .2, .5; .8, .5; 1, 0"/>
                                        <p:tgtEl>
                                          <p:spTgt spid="87"/>
                                        </p:tgtEl>
                                      </p:cBhvr>
                                    </p:animEffect>
                                    <p:animScale>
                                      <p:cBhvr>
                                        <p:cTn id="154" dur="250" autoRev="1" fill="hold"/>
                                        <p:tgtEl>
                                          <p:spTgt spid="87"/>
                                        </p:tgtEl>
                                      </p:cBhvr>
                                      <p:by x="105000" y="105000"/>
                                    </p:animScale>
                                  </p:childTnLst>
                                </p:cTn>
                              </p:par>
                              <p:par>
                                <p:cTn id="155" presetID="26" presetClass="emph" presetSubtype="0" repeatCount="indefinite" fill="hold" nodeType="withEffect">
                                  <p:stCondLst>
                                    <p:cond delay="0"/>
                                  </p:stCondLst>
                                  <p:childTnLst>
                                    <p:animEffect transition="out" filter="fade">
                                      <p:cBhvr>
                                        <p:cTn id="156" dur="500" tmFilter="0, 0; .2, .5; .8, .5; 1, 0"/>
                                        <p:tgtEl>
                                          <p:spTgt spid="93"/>
                                        </p:tgtEl>
                                      </p:cBhvr>
                                    </p:animEffect>
                                    <p:animScale>
                                      <p:cBhvr>
                                        <p:cTn id="157" dur="250" autoRev="1" fill="hold"/>
                                        <p:tgtEl>
                                          <p:spTgt spid="93"/>
                                        </p:tgtEl>
                                      </p:cBhvr>
                                      <p:by x="105000" y="105000"/>
                                    </p:animScale>
                                  </p:childTnLst>
                                </p:cTn>
                              </p:par>
                              <p:par>
                                <p:cTn id="158" presetID="26" presetClass="emph" presetSubtype="0" repeatCount="indefinite" fill="hold" nodeType="withEffect">
                                  <p:stCondLst>
                                    <p:cond delay="200"/>
                                  </p:stCondLst>
                                  <p:childTnLst>
                                    <p:animEffect transition="out" filter="fade">
                                      <p:cBhvr>
                                        <p:cTn id="159" dur="500" tmFilter="0, 0; .2, .5; .8, .5; 1, 0"/>
                                        <p:tgtEl>
                                          <p:spTgt spid="90"/>
                                        </p:tgtEl>
                                      </p:cBhvr>
                                    </p:animEffect>
                                    <p:animScale>
                                      <p:cBhvr>
                                        <p:cTn id="160" dur="250" autoRev="1" fill="hold"/>
                                        <p:tgtEl>
                                          <p:spTgt spid="90"/>
                                        </p:tgtEl>
                                      </p:cBhvr>
                                      <p:by x="105000" y="105000"/>
                                    </p:animScale>
                                  </p:childTnLst>
                                </p:cTn>
                              </p:par>
                              <p:par>
                                <p:cTn id="161" presetID="26" presetClass="emph" presetSubtype="0" repeatCount="indefinite" fill="hold" nodeType="withEffect">
                                  <p:stCondLst>
                                    <p:cond delay="0"/>
                                  </p:stCondLst>
                                  <p:childTnLst>
                                    <p:animEffect transition="out" filter="fade">
                                      <p:cBhvr>
                                        <p:cTn id="162" dur="500" tmFilter="0, 0; .2, .5; .8, .5; 1, 0"/>
                                        <p:tgtEl>
                                          <p:spTgt spid="105"/>
                                        </p:tgtEl>
                                      </p:cBhvr>
                                    </p:animEffect>
                                    <p:animScale>
                                      <p:cBhvr>
                                        <p:cTn id="163" dur="250" autoRev="1" fill="hold"/>
                                        <p:tgtEl>
                                          <p:spTgt spid="105"/>
                                        </p:tgtEl>
                                      </p:cBhvr>
                                      <p:by x="105000" y="105000"/>
                                    </p:animScale>
                                  </p:childTnLst>
                                </p:cTn>
                              </p:par>
                              <p:par>
                                <p:cTn id="164" presetID="26" presetClass="emph" presetSubtype="0" repeatCount="indefinite" fill="hold" nodeType="withEffect">
                                  <p:stCondLst>
                                    <p:cond delay="250"/>
                                  </p:stCondLst>
                                  <p:childTnLst>
                                    <p:animEffect transition="out" filter="fade">
                                      <p:cBhvr>
                                        <p:cTn id="165" dur="500" tmFilter="0, 0; .2, .5; .8, .5; 1, 0"/>
                                        <p:tgtEl>
                                          <p:spTgt spid="96"/>
                                        </p:tgtEl>
                                      </p:cBhvr>
                                    </p:animEffect>
                                    <p:animScale>
                                      <p:cBhvr>
                                        <p:cTn id="166" dur="250" autoRev="1" fill="hold"/>
                                        <p:tgtEl>
                                          <p:spTgt spid="96"/>
                                        </p:tgtEl>
                                      </p:cBhvr>
                                      <p:by x="105000" y="105000"/>
                                    </p:animScale>
                                  </p:childTnLst>
                                </p:cTn>
                              </p:par>
                              <p:par>
                                <p:cTn id="167" presetID="26" presetClass="emph" presetSubtype="0" repeatCount="indefinite" fill="hold" nodeType="withEffect">
                                  <p:stCondLst>
                                    <p:cond delay="0"/>
                                  </p:stCondLst>
                                  <p:childTnLst>
                                    <p:animEffect transition="out" filter="fade">
                                      <p:cBhvr>
                                        <p:cTn id="168" dur="500" tmFilter="0, 0; .2, .5; .8, .5; 1, 0"/>
                                        <p:tgtEl>
                                          <p:spTgt spid="102"/>
                                        </p:tgtEl>
                                      </p:cBhvr>
                                    </p:animEffect>
                                    <p:animScale>
                                      <p:cBhvr>
                                        <p:cTn id="169" dur="250" autoRev="1" fill="hold"/>
                                        <p:tgtEl>
                                          <p:spTgt spid="102"/>
                                        </p:tgtEl>
                                      </p:cBhvr>
                                      <p:by x="105000" y="105000"/>
                                    </p:animScale>
                                  </p:childTnLst>
                                </p:cTn>
                              </p:par>
                              <p:par>
                                <p:cTn id="170" presetID="26" presetClass="emph" presetSubtype="0" repeatCount="indefinite" fill="hold" nodeType="withEffect">
                                  <p:stCondLst>
                                    <p:cond delay="150"/>
                                  </p:stCondLst>
                                  <p:childTnLst>
                                    <p:animEffect transition="out" filter="fade">
                                      <p:cBhvr>
                                        <p:cTn id="171" dur="500" tmFilter="0, 0; .2, .5; .8, .5; 1, 0"/>
                                        <p:tgtEl>
                                          <p:spTgt spid="99"/>
                                        </p:tgtEl>
                                      </p:cBhvr>
                                    </p:animEffect>
                                    <p:animScale>
                                      <p:cBhvr>
                                        <p:cTn id="172" dur="250" autoRev="1" fill="hold"/>
                                        <p:tgtEl>
                                          <p:spTgt spid="99"/>
                                        </p:tgtEl>
                                      </p:cBhvr>
                                      <p:by x="105000" y="105000"/>
                                    </p:animScale>
                                  </p:childTnLst>
                                </p:cTn>
                              </p:par>
                            </p:childTnLst>
                          </p:cTn>
                        </p:par>
                        <p:par>
                          <p:cTn id="173" fill="hold">
                            <p:stCondLst>
                              <p:cond delay="3250"/>
                            </p:stCondLst>
                            <p:childTnLst>
                              <p:par>
                                <p:cTn id="174" presetID="10" presetClass="entr" presetSubtype="0" fill="hold" grpId="0" nodeType="afterEffect">
                                  <p:stCondLst>
                                    <p:cond delay="0"/>
                                  </p:stCondLst>
                                  <p:childTnLst>
                                    <p:set>
                                      <p:cBhvr>
                                        <p:cTn id="175" dur="1" fill="hold">
                                          <p:stCondLst>
                                            <p:cond delay="0"/>
                                          </p:stCondLst>
                                        </p:cTn>
                                        <p:tgtEl>
                                          <p:spTgt spid="185"/>
                                        </p:tgtEl>
                                        <p:attrNameLst>
                                          <p:attrName>style.visibility</p:attrName>
                                        </p:attrNameLst>
                                      </p:cBhvr>
                                      <p:to>
                                        <p:strVal val="visible"/>
                                      </p:to>
                                    </p:set>
                                    <p:animEffect transition="in" filter="fade">
                                      <p:cBhvr>
                                        <p:cTn id="176" dur="500"/>
                                        <p:tgtEl>
                                          <p:spTgt spid="185"/>
                                        </p:tgtEl>
                                      </p:cBhvr>
                                    </p:animEffect>
                                  </p:childTnLst>
                                </p:cTn>
                              </p:par>
                              <p:par>
                                <p:cTn id="177" presetID="10" presetClass="entr" presetSubtype="0" fill="hold" nodeType="withEffect">
                                  <p:stCondLst>
                                    <p:cond delay="0"/>
                                  </p:stCondLst>
                                  <p:childTnLst>
                                    <p:set>
                                      <p:cBhvr>
                                        <p:cTn id="178" dur="1" fill="hold">
                                          <p:stCondLst>
                                            <p:cond delay="0"/>
                                          </p:stCondLst>
                                        </p:cTn>
                                        <p:tgtEl>
                                          <p:spTgt spid="187"/>
                                        </p:tgtEl>
                                        <p:attrNameLst>
                                          <p:attrName>style.visibility</p:attrName>
                                        </p:attrNameLst>
                                      </p:cBhvr>
                                      <p:to>
                                        <p:strVal val="visible"/>
                                      </p:to>
                                    </p:set>
                                    <p:animEffect transition="in" filter="fade">
                                      <p:cBhvr>
                                        <p:cTn id="179" dur="500"/>
                                        <p:tgtEl>
                                          <p:spTgt spid="187"/>
                                        </p:tgtEl>
                                      </p:cBhvr>
                                    </p:animEffect>
                                  </p:childTnLst>
                                </p:cTn>
                              </p:par>
                              <p:par>
                                <p:cTn id="180" presetID="10" presetClass="entr" presetSubtype="0" fill="hold" nodeType="withEffect">
                                  <p:stCondLst>
                                    <p:cond delay="0"/>
                                  </p:stCondLst>
                                  <p:childTnLst>
                                    <p:set>
                                      <p:cBhvr>
                                        <p:cTn id="181" dur="1" fill="hold">
                                          <p:stCondLst>
                                            <p:cond delay="0"/>
                                          </p:stCondLst>
                                        </p:cTn>
                                        <p:tgtEl>
                                          <p:spTgt spid="205"/>
                                        </p:tgtEl>
                                        <p:attrNameLst>
                                          <p:attrName>style.visibility</p:attrName>
                                        </p:attrNameLst>
                                      </p:cBhvr>
                                      <p:to>
                                        <p:strVal val="visible"/>
                                      </p:to>
                                    </p:set>
                                    <p:animEffect transition="in" filter="fade">
                                      <p:cBhvr>
                                        <p:cTn id="182" dur="500"/>
                                        <p:tgtEl>
                                          <p:spTgt spid="205"/>
                                        </p:tgtEl>
                                      </p:cBhvr>
                                    </p:animEffect>
                                  </p:childTnLst>
                                </p:cTn>
                              </p:par>
                            </p:childTnLst>
                          </p:cTn>
                        </p:par>
                        <p:par>
                          <p:cTn id="183" fill="hold">
                            <p:stCondLst>
                              <p:cond delay="4750"/>
                            </p:stCondLst>
                            <p:childTnLst>
                              <p:par>
                                <p:cTn id="184" presetID="10" presetClass="entr" presetSubtype="0" fill="hold" grpId="0" nodeType="afterEffect">
                                  <p:stCondLst>
                                    <p:cond delay="0"/>
                                  </p:stCondLst>
                                  <p:childTnLst>
                                    <p:set>
                                      <p:cBhvr>
                                        <p:cTn id="185" dur="1" fill="hold">
                                          <p:stCondLst>
                                            <p:cond delay="0"/>
                                          </p:stCondLst>
                                        </p:cTn>
                                        <p:tgtEl>
                                          <p:spTgt spid="252"/>
                                        </p:tgtEl>
                                        <p:attrNameLst>
                                          <p:attrName>style.visibility</p:attrName>
                                        </p:attrNameLst>
                                      </p:cBhvr>
                                      <p:to>
                                        <p:strVal val="visible"/>
                                      </p:to>
                                    </p:set>
                                    <p:animEffect transition="in" filter="fade">
                                      <p:cBhvr>
                                        <p:cTn id="186" dur="500"/>
                                        <p:tgtEl>
                                          <p:spTgt spid="252"/>
                                        </p:tgtEl>
                                      </p:cBhvr>
                                    </p:animEffect>
                                  </p:childTnLst>
                                </p:cTn>
                              </p:par>
                              <p:par>
                                <p:cTn id="187" presetID="10" presetClass="entr" presetSubtype="0" fill="hold" grpId="0" nodeType="withEffect">
                                  <p:stCondLst>
                                    <p:cond delay="0"/>
                                  </p:stCondLst>
                                  <p:childTnLst>
                                    <p:set>
                                      <p:cBhvr>
                                        <p:cTn id="188" dur="1" fill="hold">
                                          <p:stCondLst>
                                            <p:cond delay="0"/>
                                          </p:stCondLst>
                                        </p:cTn>
                                        <p:tgtEl>
                                          <p:spTgt spid="250"/>
                                        </p:tgtEl>
                                        <p:attrNameLst>
                                          <p:attrName>style.visibility</p:attrName>
                                        </p:attrNameLst>
                                      </p:cBhvr>
                                      <p:to>
                                        <p:strVal val="visible"/>
                                      </p:to>
                                    </p:set>
                                    <p:animEffect transition="in" filter="fade">
                                      <p:cBhvr>
                                        <p:cTn id="189" dur="500"/>
                                        <p:tgtEl>
                                          <p:spTgt spid="250"/>
                                        </p:tgtEl>
                                      </p:cBhvr>
                                    </p:animEffect>
                                  </p:childTnLst>
                                </p:cTn>
                              </p:par>
                              <p:par>
                                <p:cTn id="190" presetID="10" presetClass="entr" presetSubtype="0" fill="hold" grpId="0" nodeType="withEffect">
                                  <p:stCondLst>
                                    <p:cond delay="0"/>
                                  </p:stCondLst>
                                  <p:childTnLst>
                                    <p:set>
                                      <p:cBhvr>
                                        <p:cTn id="191" dur="1" fill="hold">
                                          <p:stCondLst>
                                            <p:cond delay="0"/>
                                          </p:stCondLst>
                                        </p:cTn>
                                        <p:tgtEl>
                                          <p:spTgt spid="253"/>
                                        </p:tgtEl>
                                        <p:attrNameLst>
                                          <p:attrName>style.visibility</p:attrName>
                                        </p:attrNameLst>
                                      </p:cBhvr>
                                      <p:to>
                                        <p:strVal val="visible"/>
                                      </p:to>
                                    </p:set>
                                    <p:animEffect transition="in" filter="fade">
                                      <p:cBhvr>
                                        <p:cTn id="192" dur="500"/>
                                        <p:tgtEl>
                                          <p:spTgt spid="253"/>
                                        </p:tgtEl>
                                      </p:cBhvr>
                                    </p:animEffect>
                                  </p:childTnLst>
                                </p:cTn>
                              </p:par>
                              <p:par>
                                <p:cTn id="193" presetID="10" presetClass="entr" presetSubtype="0" fill="hold" grpId="0" nodeType="withEffect">
                                  <p:stCondLst>
                                    <p:cond delay="0"/>
                                  </p:stCondLst>
                                  <p:childTnLst>
                                    <p:set>
                                      <p:cBhvr>
                                        <p:cTn id="194" dur="1" fill="hold">
                                          <p:stCondLst>
                                            <p:cond delay="0"/>
                                          </p:stCondLst>
                                        </p:cTn>
                                        <p:tgtEl>
                                          <p:spTgt spid="254"/>
                                        </p:tgtEl>
                                        <p:attrNameLst>
                                          <p:attrName>style.visibility</p:attrName>
                                        </p:attrNameLst>
                                      </p:cBhvr>
                                      <p:to>
                                        <p:strVal val="visible"/>
                                      </p:to>
                                    </p:set>
                                    <p:animEffect transition="in" filter="fade">
                                      <p:cBhvr>
                                        <p:cTn id="195" dur="500"/>
                                        <p:tgtEl>
                                          <p:spTgt spid="254"/>
                                        </p:tgtEl>
                                      </p:cBhvr>
                                    </p:animEffect>
                                  </p:childTnLst>
                                </p:cTn>
                              </p:par>
                              <p:par>
                                <p:cTn id="196" presetID="10" presetClass="entr" presetSubtype="0" fill="hold" grpId="0" nodeType="withEffect">
                                  <p:stCondLst>
                                    <p:cond delay="0"/>
                                  </p:stCondLst>
                                  <p:childTnLst>
                                    <p:set>
                                      <p:cBhvr>
                                        <p:cTn id="197" dur="1" fill="hold">
                                          <p:stCondLst>
                                            <p:cond delay="0"/>
                                          </p:stCondLst>
                                        </p:cTn>
                                        <p:tgtEl>
                                          <p:spTgt spid="255"/>
                                        </p:tgtEl>
                                        <p:attrNameLst>
                                          <p:attrName>style.visibility</p:attrName>
                                        </p:attrNameLst>
                                      </p:cBhvr>
                                      <p:to>
                                        <p:strVal val="visible"/>
                                      </p:to>
                                    </p:set>
                                    <p:animEffect transition="in" filter="fade">
                                      <p:cBhvr>
                                        <p:cTn id="198" dur="500"/>
                                        <p:tgtEl>
                                          <p:spTgt spid="255"/>
                                        </p:tgtEl>
                                      </p:cBhvr>
                                    </p:animEffect>
                                  </p:childTnLst>
                                </p:cTn>
                              </p:par>
                              <p:par>
                                <p:cTn id="199" presetID="10" presetClass="entr" presetSubtype="0" fill="hold" grpId="0" nodeType="withEffect">
                                  <p:stCondLst>
                                    <p:cond delay="0"/>
                                  </p:stCondLst>
                                  <p:childTnLst>
                                    <p:set>
                                      <p:cBhvr>
                                        <p:cTn id="200" dur="1" fill="hold">
                                          <p:stCondLst>
                                            <p:cond delay="0"/>
                                          </p:stCondLst>
                                        </p:cTn>
                                        <p:tgtEl>
                                          <p:spTgt spid="277"/>
                                        </p:tgtEl>
                                        <p:attrNameLst>
                                          <p:attrName>style.visibility</p:attrName>
                                        </p:attrNameLst>
                                      </p:cBhvr>
                                      <p:to>
                                        <p:strVal val="visible"/>
                                      </p:to>
                                    </p:set>
                                    <p:animEffect transition="in" filter="fade">
                                      <p:cBhvr>
                                        <p:cTn id="201" dur="500"/>
                                        <p:tgtEl>
                                          <p:spTgt spid="277"/>
                                        </p:tgtEl>
                                      </p:cBhvr>
                                    </p:animEffect>
                                  </p:childTnLst>
                                </p:cTn>
                              </p:par>
                              <p:par>
                                <p:cTn id="202" presetID="10" presetClass="entr" presetSubtype="0" fill="hold" grpId="0" nodeType="withEffect">
                                  <p:stCondLst>
                                    <p:cond delay="0"/>
                                  </p:stCondLst>
                                  <p:childTnLst>
                                    <p:set>
                                      <p:cBhvr>
                                        <p:cTn id="203" dur="1" fill="hold">
                                          <p:stCondLst>
                                            <p:cond delay="0"/>
                                          </p:stCondLst>
                                        </p:cTn>
                                        <p:tgtEl>
                                          <p:spTgt spid="276"/>
                                        </p:tgtEl>
                                        <p:attrNameLst>
                                          <p:attrName>style.visibility</p:attrName>
                                        </p:attrNameLst>
                                      </p:cBhvr>
                                      <p:to>
                                        <p:strVal val="visible"/>
                                      </p:to>
                                    </p:set>
                                    <p:animEffect transition="in" filter="fade">
                                      <p:cBhvr>
                                        <p:cTn id="204" dur="500"/>
                                        <p:tgtEl>
                                          <p:spTgt spid="276"/>
                                        </p:tgtEl>
                                      </p:cBhvr>
                                    </p:animEffect>
                                  </p:childTnLst>
                                </p:cTn>
                              </p:par>
                              <p:par>
                                <p:cTn id="205" presetID="10" presetClass="entr" presetSubtype="0" fill="hold" grpId="0" nodeType="withEffect">
                                  <p:stCondLst>
                                    <p:cond delay="0"/>
                                  </p:stCondLst>
                                  <p:childTnLst>
                                    <p:set>
                                      <p:cBhvr>
                                        <p:cTn id="206" dur="1" fill="hold">
                                          <p:stCondLst>
                                            <p:cond delay="0"/>
                                          </p:stCondLst>
                                        </p:cTn>
                                        <p:tgtEl>
                                          <p:spTgt spid="278"/>
                                        </p:tgtEl>
                                        <p:attrNameLst>
                                          <p:attrName>style.visibility</p:attrName>
                                        </p:attrNameLst>
                                      </p:cBhvr>
                                      <p:to>
                                        <p:strVal val="visible"/>
                                      </p:to>
                                    </p:set>
                                    <p:animEffect transition="in" filter="fade">
                                      <p:cBhvr>
                                        <p:cTn id="207" dur="500"/>
                                        <p:tgtEl>
                                          <p:spTgt spid="278"/>
                                        </p:tgtEl>
                                      </p:cBhvr>
                                    </p:animEffect>
                                  </p:childTnLst>
                                </p:cTn>
                              </p:par>
                              <p:par>
                                <p:cTn id="208" presetID="10" presetClass="entr" presetSubtype="0" fill="hold" grpId="0" nodeType="withEffect">
                                  <p:stCondLst>
                                    <p:cond delay="0"/>
                                  </p:stCondLst>
                                  <p:childTnLst>
                                    <p:set>
                                      <p:cBhvr>
                                        <p:cTn id="209" dur="1" fill="hold">
                                          <p:stCondLst>
                                            <p:cond delay="0"/>
                                          </p:stCondLst>
                                        </p:cTn>
                                        <p:tgtEl>
                                          <p:spTgt spid="279"/>
                                        </p:tgtEl>
                                        <p:attrNameLst>
                                          <p:attrName>style.visibility</p:attrName>
                                        </p:attrNameLst>
                                      </p:cBhvr>
                                      <p:to>
                                        <p:strVal val="visible"/>
                                      </p:to>
                                    </p:set>
                                    <p:animEffect transition="in" filter="fade">
                                      <p:cBhvr>
                                        <p:cTn id="210" dur="500"/>
                                        <p:tgtEl>
                                          <p:spTgt spid="279"/>
                                        </p:tgtEl>
                                      </p:cBhvr>
                                    </p:animEffect>
                                  </p:childTnLst>
                                </p:cTn>
                              </p:par>
                              <p:par>
                                <p:cTn id="211" presetID="10" presetClass="entr" presetSubtype="0" fill="hold" grpId="0" nodeType="withEffect">
                                  <p:stCondLst>
                                    <p:cond delay="0"/>
                                  </p:stCondLst>
                                  <p:childTnLst>
                                    <p:set>
                                      <p:cBhvr>
                                        <p:cTn id="212" dur="1" fill="hold">
                                          <p:stCondLst>
                                            <p:cond delay="0"/>
                                          </p:stCondLst>
                                        </p:cTn>
                                        <p:tgtEl>
                                          <p:spTgt spid="280"/>
                                        </p:tgtEl>
                                        <p:attrNameLst>
                                          <p:attrName>style.visibility</p:attrName>
                                        </p:attrNameLst>
                                      </p:cBhvr>
                                      <p:to>
                                        <p:strVal val="visible"/>
                                      </p:to>
                                    </p:set>
                                    <p:animEffect transition="in" filter="fade">
                                      <p:cBhvr>
                                        <p:cTn id="213" dur="500"/>
                                        <p:tgtEl>
                                          <p:spTgt spid="280"/>
                                        </p:tgtEl>
                                      </p:cBhvr>
                                    </p:animEffect>
                                  </p:childTnLst>
                                </p:cTn>
                              </p:par>
                            </p:childTnLst>
                          </p:cTn>
                        </p:par>
                        <p:par>
                          <p:cTn id="214" fill="hold">
                            <p:stCondLst>
                              <p:cond delay="5250"/>
                            </p:stCondLst>
                            <p:childTnLst>
                              <p:par>
                                <p:cTn id="215" presetID="22" presetClass="entr" presetSubtype="2" fill="hold" nodeType="afterEffect">
                                  <p:stCondLst>
                                    <p:cond delay="0"/>
                                  </p:stCondLst>
                                  <p:childTnLst>
                                    <p:set>
                                      <p:cBhvr>
                                        <p:cTn id="216" dur="1" fill="hold">
                                          <p:stCondLst>
                                            <p:cond delay="0"/>
                                          </p:stCondLst>
                                        </p:cTn>
                                        <p:tgtEl>
                                          <p:spTgt spid="281"/>
                                        </p:tgtEl>
                                        <p:attrNameLst>
                                          <p:attrName>style.visibility</p:attrName>
                                        </p:attrNameLst>
                                      </p:cBhvr>
                                      <p:to>
                                        <p:strVal val="visible"/>
                                      </p:to>
                                    </p:set>
                                    <p:animEffect transition="in" filter="wipe(right)">
                                      <p:cBhvr>
                                        <p:cTn id="217" dur="250"/>
                                        <p:tgtEl>
                                          <p:spTgt spid="281"/>
                                        </p:tgtEl>
                                      </p:cBhvr>
                                    </p:animEffect>
                                  </p:childTnLst>
                                </p:cTn>
                              </p:par>
                            </p:childTnLst>
                          </p:cTn>
                        </p:par>
                        <p:par>
                          <p:cTn id="218" fill="hold">
                            <p:stCondLst>
                              <p:cond delay="5500"/>
                            </p:stCondLst>
                            <p:childTnLst>
                              <p:par>
                                <p:cTn id="219" presetID="42" presetClass="path" presetSubtype="0" accel="50000" decel="50000" fill="hold" grpId="1" nodeType="afterEffect">
                                  <p:stCondLst>
                                    <p:cond delay="500"/>
                                  </p:stCondLst>
                                  <p:childTnLst>
                                    <p:animMotion origin="layout" path="M 3.77963E-6 3.33333E-6 L 0.01419 3.33333E-6 " pathEditMode="relative" rAng="0" ptsTypes="AA">
                                      <p:cBhvr>
                                        <p:cTn id="220" dur="500" fill="hold"/>
                                        <p:tgtEl>
                                          <p:spTgt spid="255"/>
                                        </p:tgtEl>
                                        <p:attrNameLst>
                                          <p:attrName>ppt_x</p:attrName>
                                          <p:attrName>ppt_y</p:attrName>
                                        </p:attrNameLst>
                                      </p:cBhvr>
                                      <p:rCtr x="703" y="0"/>
                                    </p:animMotion>
                                  </p:childTnLst>
                                </p:cTn>
                              </p:par>
                              <p:par>
                                <p:cTn id="221" presetID="1" presetClass="emph" presetSubtype="2" fill="hold" nodeType="withEffect">
                                  <p:stCondLst>
                                    <p:cond delay="500"/>
                                  </p:stCondLst>
                                  <p:childTnLst>
                                    <p:animClr clrSpc="rgb" dir="cw">
                                      <p:cBhvr>
                                        <p:cTn id="222" dur="500" fill="hold"/>
                                        <p:tgtEl>
                                          <p:spTgt spid="252"/>
                                        </p:tgtEl>
                                        <p:attrNameLst>
                                          <p:attrName>fillcolor</p:attrName>
                                        </p:attrNameLst>
                                      </p:cBhvr>
                                      <p:to>
                                        <a:srgbClr val="78BE20"/>
                                      </p:to>
                                    </p:animClr>
                                    <p:set>
                                      <p:cBhvr>
                                        <p:cTn id="223" dur="500" fill="hold"/>
                                        <p:tgtEl>
                                          <p:spTgt spid="252"/>
                                        </p:tgtEl>
                                        <p:attrNameLst>
                                          <p:attrName>fill.type</p:attrName>
                                        </p:attrNameLst>
                                      </p:cBhvr>
                                      <p:to>
                                        <p:strVal val="solid"/>
                                      </p:to>
                                    </p:set>
                                    <p:set>
                                      <p:cBhvr>
                                        <p:cTn id="224" dur="500" fill="hold"/>
                                        <p:tgtEl>
                                          <p:spTgt spid="252"/>
                                        </p:tgtEl>
                                        <p:attrNameLst>
                                          <p:attrName>fill.on</p:attrName>
                                        </p:attrNameLst>
                                      </p:cBhvr>
                                      <p:to>
                                        <p:strVal val="true"/>
                                      </p:to>
                                    </p:set>
                                  </p:childTnLst>
                                </p:cTn>
                              </p:par>
                              <p:par>
                                <p:cTn id="225" presetID="1" presetClass="emph" presetSubtype="2" fill="hold" nodeType="withEffect">
                                  <p:stCondLst>
                                    <p:cond delay="500"/>
                                  </p:stCondLst>
                                  <p:childTnLst>
                                    <p:animClr clrSpc="rgb" dir="cw">
                                      <p:cBhvr>
                                        <p:cTn id="226" dur="500" fill="hold"/>
                                        <p:tgtEl>
                                          <p:spTgt spid="253"/>
                                        </p:tgtEl>
                                        <p:attrNameLst>
                                          <p:attrName>fillcolor</p:attrName>
                                        </p:attrNameLst>
                                      </p:cBhvr>
                                      <p:to>
                                        <a:srgbClr val="78BE20"/>
                                      </p:to>
                                    </p:animClr>
                                    <p:set>
                                      <p:cBhvr>
                                        <p:cTn id="227" dur="500" fill="hold"/>
                                        <p:tgtEl>
                                          <p:spTgt spid="253"/>
                                        </p:tgtEl>
                                        <p:attrNameLst>
                                          <p:attrName>fill.type</p:attrName>
                                        </p:attrNameLst>
                                      </p:cBhvr>
                                      <p:to>
                                        <p:strVal val="solid"/>
                                      </p:to>
                                    </p:set>
                                    <p:set>
                                      <p:cBhvr>
                                        <p:cTn id="228" dur="500" fill="hold"/>
                                        <p:tgtEl>
                                          <p:spTgt spid="253"/>
                                        </p:tgtEl>
                                        <p:attrNameLst>
                                          <p:attrName>fill.on</p:attrName>
                                        </p:attrNameLst>
                                      </p:cBhvr>
                                      <p:to>
                                        <p:strVal val="true"/>
                                      </p:to>
                                    </p:set>
                                  </p:childTnLst>
                                </p:cTn>
                              </p:par>
                              <p:par>
                                <p:cTn id="229" presetID="1" presetClass="emph" presetSubtype="2" fill="hold" nodeType="withEffect">
                                  <p:stCondLst>
                                    <p:cond delay="500"/>
                                  </p:stCondLst>
                                  <p:childTnLst>
                                    <p:animClr clrSpc="rgb" dir="cw">
                                      <p:cBhvr>
                                        <p:cTn id="230" dur="500" fill="hold"/>
                                        <p:tgtEl>
                                          <p:spTgt spid="254"/>
                                        </p:tgtEl>
                                        <p:attrNameLst>
                                          <p:attrName>fillcolor</p:attrName>
                                        </p:attrNameLst>
                                      </p:cBhvr>
                                      <p:to>
                                        <a:srgbClr val="78BE20"/>
                                      </p:to>
                                    </p:animClr>
                                    <p:set>
                                      <p:cBhvr>
                                        <p:cTn id="231" dur="500" fill="hold"/>
                                        <p:tgtEl>
                                          <p:spTgt spid="254"/>
                                        </p:tgtEl>
                                        <p:attrNameLst>
                                          <p:attrName>fill.type</p:attrName>
                                        </p:attrNameLst>
                                      </p:cBhvr>
                                      <p:to>
                                        <p:strVal val="solid"/>
                                      </p:to>
                                    </p:set>
                                    <p:set>
                                      <p:cBhvr>
                                        <p:cTn id="232" dur="500" fill="hold"/>
                                        <p:tgtEl>
                                          <p:spTgt spid="254"/>
                                        </p:tgtEl>
                                        <p:attrNameLst>
                                          <p:attrName>fill.on</p:attrName>
                                        </p:attrNameLst>
                                      </p:cBhvr>
                                      <p:to>
                                        <p:strVal val="true"/>
                                      </p:to>
                                    </p:set>
                                  </p:childTnLst>
                                </p:cTn>
                              </p:par>
                              <p:par>
                                <p:cTn id="233" presetID="42" presetClass="path" presetSubtype="0" accel="50000" decel="50000" fill="hold" grpId="1" nodeType="withEffect">
                                  <p:stCondLst>
                                    <p:cond delay="500"/>
                                  </p:stCondLst>
                                  <p:childTnLst>
                                    <p:animMotion origin="layout" path="M 3.77963E-6 0 L 0.01419 0 " pathEditMode="relative" rAng="0" ptsTypes="AA">
                                      <p:cBhvr>
                                        <p:cTn id="234" dur="500" fill="hold"/>
                                        <p:tgtEl>
                                          <p:spTgt spid="280"/>
                                        </p:tgtEl>
                                        <p:attrNameLst>
                                          <p:attrName>ppt_x</p:attrName>
                                          <p:attrName>ppt_y</p:attrName>
                                        </p:attrNameLst>
                                      </p:cBhvr>
                                      <p:rCtr x="703" y="0"/>
                                    </p:animMotion>
                                  </p:childTnLst>
                                </p:cTn>
                              </p:par>
                              <p:par>
                                <p:cTn id="235" presetID="1" presetClass="emph" presetSubtype="2" fill="hold" nodeType="withEffect">
                                  <p:stCondLst>
                                    <p:cond delay="500"/>
                                  </p:stCondLst>
                                  <p:childTnLst>
                                    <p:animClr clrSpc="rgb" dir="cw">
                                      <p:cBhvr>
                                        <p:cTn id="236" dur="500" fill="hold"/>
                                        <p:tgtEl>
                                          <p:spTgt spid="277"/>
                                        </p:tgtEl>
                                        <p:attrNameLst>
                                          <p:attrName>fillcolor</p:attrName>
                                        </p:attrNameLst>
                                      </p:cBhvr>
                                      <p:to>
                                        <a:srgbClr val="78BE20"/>
                                      </p:to>
                                    </p:animClr>
                                    <p:set>
                                      <p:cBhvr>
                                        <p:cTn id="237" dur="500" fill="hold"/>
                                        <p:tgtEl>
                                          <p:spTgt spid="277"/>
                                        </p:tgtEl>
                                        <p:attrNameLst>
                                          <p:attrName>fill.type</p:attrName>
                                        </p:attrNameLst>
                                      </p:cBhvr>
                                      <p:to>
                                        <p:strVal val="solid"/>
                                      </p:to>
                                    </p:set>
                                    <p:set>
                                      <p:cBhvr>
                                        <p:cTn id="238" dur="500" fill="hold"/>
                                        <p:tgtEl>
                                          <p:spTgt spid="277"/>
                                        </p:tgtEl>
                                        <p:attrNameLst>
                                          <p:attrName>fill.on</p:attrName>
                                        </p:attrNameLst>
                                      </p:cBhvr>
                                      <p:to>
                                        <p:strVal val="true"/>
                                      </p:to>
                                    </p:set>
                                  </p:childTnLst>
                                </p:cTn>
                              </p:par>
                              <p:par>
                                <p:cTn id="239" presetID="1" presetClass="emph" presetSubtype="2" fill="hold" nodeType="withEffect">
                                  <p:stCondLst>
                                    <p:cond delay="500"/>
                                  </p:stCondLst>
                                  <p:childTnLst>
                                    <p:animClr clrSpc="rgb" dir="cw">
                                      <p:cBhvr>
                                        <p:cTn id="240" dur="500" fill="hold"/>
                                        <p:tgtEl>
                                          <p:spTgt spid="278"/>
                                        </p:tgtEl>
                                        <p:attrNameLst>
                                          <p:attrName>fillcolor</p:attrName>
                                        </p:attrNameLst>
                                      </p:cBhvr>
                                      <p:to>
                                        <a:srgbClr val="78BE20"/>
                                      </p:to>
                                    </p:animClr>
                                    <p:set>
                                      <p:cBhvr>
                                        <p:cTn id="241" dur="500" fill="hold"/>
                                        <p:tgtEl>
                                          <p:spTgt spid="278"/>
                                        </p:tgtEl>
                                        <p:attrNameLst>
                                          <p:attrName>fill.type</p:attrName>
                                        </p:attrNameLst>
                                      </p:cBhvr>
                                      <p:to>
                                        <p:strVal val="solid"/>
                                      </p:to>
                                    </p:set>
                                    <p:set>
                                      <p:cBhvr>
                                        <p:cTn id="242" dur="500" fill="hold"/>
                                        <p:tgtEl>
                                          <p:spTgt spid="278"/>
                                        </p:tgtEl>
                                        <p:attrNameLst>
                                          <p:attrName>fill.on</p:attrName>
                                        </p:attrNameLst>
                                      </p:cBhvr>
                                      <p:to>
                                        <p:strVal val="true"/>
                                      </p:to>
                                    </p:set>
                                  </p:childTnLst>
                                </p:cTn>
                              </p:par>
                              <p:par>
                                <p:cTn id="243" presetID="1" presetClass="emph" presetSubtype="2" fill="hold" nodeType="withEffect">
                                  <p:stCondLst>
                                    <p:cond delay="500"/>
                                  </p:stCondLst>
                                  <p:childTnLst>
                                    <p:animClr clrSpc="rgb" dir="cw">
                                      <p:cBhvr>
                                        <p:cTn id="244" dur="500" fill="hold"/>
                                        <p:tgtEl>
                                          <p:spTgt spid="279"/>
                                        </p:tgtEl>
                                        <p:attrNameLst>
                                          <p:attrName>fillcolor</p:attrName>
                                        </p:attrNameLst>
                                      </p:cBhvr>
                                      <p:to>
                                        <a:srgbClr val="78BE20"/>
                                      </p:to>
                                    </p:animClr>
                                    <p:set>
                                      <p:cBhvr>
                                        <p:cTn id="245" dur="500" fill="hold"/>
                                        <p:tgtEl>
                                          <p:spTgt spid="279"/>
                                        </p:tgtEl>
                                        <p:attrNameLst>
                                          <p:attrName>fill.type</p:attrName>
                                        </p:attrNameLst>
                                      </p:cBhvr>
                                      <p:to>
                                        <p:strVal val="solid"/>
                                      </p:to>
                                    </p:set>
                                    <p:set>
                                      <p:cBhvr>
                                        <p:cTn id="246" dur="500" fill="hold"/>
                                        <p:tgtEl>
                                          <p:spTgt spid="279"/>
                                        </p:tgtEl>
                                        <p:attrNameLst>
                                          <p:attrName>fill.on</p:attrName>
                                        </p:attrNameLst>
                                      </p:cBhvr>
                                      <p:to>
                                        <p:strVal val="true"/>
                                      </p:to>
                                    </p:set>
                                  </p:childTnLst>
                                </p:cTn>
                              </p:par>
                            </p:childTnLst>
                          </p:cTn>
                        </p:par>
                        <p:par>
                          <p:cTn id="247" fill="hold">
                            <p:stCondLst>
                              <p:cond delay="6500"/>
                            </p:stCondLst>
                            <p:childTnLst>
                              <p:par>
                                <p:cTn id="248" presetID="26" presetClass="emph" presetSubtype="0" fill="hold" grpId="1" nodeType="afterEffect">
                                  <p:stCondLst>
                                    <p:cond delay="0"/>
                                  </p:stCondLst>
                                  <p:childTnLst>
                                    <p:animEffect transition="out" filter="fade">
                                      <p:cBhvr>
                                        <p:cTn id="249" dur="500" tmFilter="0, 0; .2, .5; .8, .5; 1, 0"/>
                                        <p:tgtEl>
                                          <p:spTgt spid="250"/>
                                        </p:tgtEl>
                                      </p:cBhvr>
                                    </p:animEffect>
                                    <p:animScale>
                                      <p:cBhvr>
                                        <p:cTn id="250" dur="250" autoRev="1" fill="hold"/>
                                        <p:tgtEl>
                                          <p:spTgt spid="250"/>
                                        </p:tgtEl>
                                      </p:cBhvr>
                                      <p:by x="105000" y="105000"/>
                                    </p:animScale>
                                  </p:childTnLst>
                                </p:cTn>
                              </p:par>
                              <p:par>
                                <p:cTn id="251" presetID="26" presetClass="emph" presetSubtype="0" fill="hold" grpId="1" nodeType="withEffect">
                                  <p:stCondLst>
                                    <p:cond delay="0"/>
                                  </p:stCondLst>
                                  <p:childTnLst>
                                    <p:animEffect transition="out" filter="fade">
                                      <p:cBhvr>
                                        <p:cTn id="252" dur="500" tmFilter="0, 0; .2, .5; .8, .5; 1, 0"/>
                                        <p:tgtEl>
                                          <p:spTgt spid="276"/>
                                        </p:tgtEl>
                                      </p:cBhvr>
                                    </p:animEffect>
                                    <p:animScale>
                                      <p:cBhvr>
                                        <p:cTn id="253" dur="250" autoRev="1" fill="hold"/>
                                        <p:tgtEl>
                                          <p:spTgt spid="276"/>
                                        </p:tgtEl>
                                      </p:cBhvr>
                                      <p:by x="105000" y="105000"/>
                                    </p:animScale>
                                  </p:childTnLst>
                                </p:cTn>
                              </p:par>
                              <p:par>
                                <p:cTn id="254" presetID="26" presetClass="emph" presetSubtype="0" fill="hold" grpId="1" nodeType="withEffect">
                                  <p:stCondLst>
                                    <p:cond delay="0"/>
                                  </p:stCondLst>
                                  <p:childTnLst>
                                    <p:animEffect transition="out" filter="fade">
                                      <p:cBhvr>
                                        <p:cTn id="255" dur="500" tmFilter="0, 0; .2, .5; .8, .5; 1, 0"/>
                                        <p:tgtEl>
                                          <p:spTgt spid="185"/>
                                        </p:tgtEl>
                                      </p:cBhvr>
                                    </p:animEffect>
                                    <p:animScale>
                                      <p:cBhvr>
                                        <p:cTn id="256" dur="250" autoRev="1" fill="hold"/>
                                        <p:tgtEl>
                                          <p:spTgt spid="185"/>
                                        </p:tgtEl>
                                      </p:cBhvr>
                                      <p:by x="105000" y="105000"/>
                                    </p:animScale>
                                  </p:childTnLst>
                                </p:cTn>
                              </p:par>
                            </p:childTnLst>
                          </p:cTn>
                        </p:par>
                        <p:par>
                          <p:cTn id="257" fill="hold">
                            <p:stCondLst>
                              <p:cond delay="7000"/>
                            </p:stCondLst>
                            <p:childTnLst>
                              <p:par>
                                <p:cTn id="258" presetID="10" presetClass="entr" presetSubtype="0" fill="hold" grpId="0" nodeType="afterEffect">
                                  <p:stCondLst>
                                    <p:cond delay="0"/>
                                  </p:stCondLst>
                                  <p:childTnLst>
                                    <p:set>
                                      <p:cBhvr>
                                        <p:cTn id="259" dur="1" fill="hold">
                                          <p:stCondLst>
                                            <p:cond delay="0"/>
                                          </p:stCondLst>
                                        </p:cTn>
                                        <p:tgtEl>
                                          <p:spTgt spid="151"/>
                                        </p:tgtEl>
                                        <p:attrNameLst>
                                          <p:attrName>style.visibility</p:attrName>
                                        </p:attrNameLst>
                                      </p:cBhvr>
                                      <p:to>
                                        <p:strVal val="visible"/>
                                      </p:to>
                                    </p:set>
                                    <p:animEffect transition="in" filter="fade">
                                      <p:cBhvr>
                                        <p:cTn id="260" dur="500"/>
                                        <p:tgtEl>
                                          <p:spTgt spid="151"/>
                                        </p:tgtEl>
                                      </p:cBhvr>
                                    </p:animEffect>
                                  </p:childTnLst>
                                </p:cTn>
                              </p:par>
                              <p:par>
                                <p:cTn id="261" presetID="10" presetClass="entr" presetSubtype="0" fill="hold" grpId="0" nodeType="withEffect">
                                  <p:stCondLst>
                                    <p:cond delay="0"/>
                                  </p:stCondLst>
                                  <p:childTnLst>
                                    <p:set>
                                      <p:cBhvr>
                                        <p:cTn id="262" dur="1" fill="hold">
                                          <p:stCondLst>
                                            <p:cond delay="0"/>
                                          </p:stCondLst>
                                        </p:cTn>
                                        <p:tgtEl>
                                          <p:spTgt spid="152"/>
                                        </p:tgtEl>
                                        <p:attrNameLst>
                                          <p:attrName>style.visibility</p:attrName>
                                        </p:attrNameLst>
                                      </p:cBhvr>
                                      <p:to>
                                        <p:strVal val="visible"/>
                                      </p:to>
                                    </p:set>
                                    <p:animEffect transition="in" filter="fade">
                                      <p:cBhvr>
                                        <p:cTn id="263" dur="500"/>
                                        <p:tgtEl>
                                          <p:spTgt spid="152"/>
                                        </p:tgtEl>
                                      </p:cBhvr>
                                    </p:animEffect>
                                  </p:childTnLst>
                                </p:cTn>
                              </p:par>
                              <p:par>
                                <p:cTn id="264" presetID="10" presetClass="entr" presetSubtype="0" fill="hold" nodeType="withEffect">
                                  <p:stCondLst>
                                    <p:cond delay="0"/>
                                  </p:stCondLst>
                                  <p:childTnLst>
                                    <p:set>
                                      <p:cBhvr>
                                        <p:cTn id="265" dur="1" fill="hold">
                                          <p:stCondLst>
                                            <p:cond delay="0"/>
                                          </p:stCondLst>
                                        </p:cTn>
                                        <p:tgtEl>
                                          <p:spTgt spid="153"/>
                                        </p:tgtEl>
                                        <p:attrNameLst>
                                          <p:attrName>style.visibility</p:attrName>
                                        </p:attrNameLst>
                                      </p:cBhvr>
                                      <p:to>
                                        <p:strVal val="visible"/>
                                      </p:to>
                                    </p:set>
                                    <p:animEffect transition="in" filter="fade">
                                      <p:cBhvr>
                                        <p:cTn id="266" dur="500"/>
                                        <p:tgtEl>
                                          <p:spTgt spid="153"/>
                                        </p:tgtEl>
                                      </p:cBhvr>
                                    </p:animEffect>
                                  </p:childTnLst>
                                </p:cTn>
                              </p:par>
                              <p:par>
                                <p:cTn id="267" presetID="10" presetClass="entr" presetSubtype="0" fill="hold" grpId="0" nodeType="withEffect">
                                  <p:stCondLst>
                                    <p:cond delay="0"/>
                                  </p:stCondLst>
                                  <p:childTnLst>
                                    <p:set>
                                      <p:cBhvr>
                                        <p:cTn id="268" dur="1" fill="hold">
                                          <p:stCondLst>
                                            <p:cond delay="0"/>
                                          </p:stCondLst>
                                        </p:cTn>
                                        <p:tgtEl>
                                          <p:spTgt spid="131"/>
                                        </p:tgtEl>
                                        <p:attrNameLst>
                                          <p:attrName>style.visibility</p:attrName>
                                        </p:attrNameLst>
                                      </p:cBhvr>
                                      <p:to>
                                        <p:strVal val="visible"/>
                                      </p:to>
                                    </p:set>
                                    <p:animEffect transition="in" filter="fade">
                                      <p:cBhvr>
                                        <p:cTn id="269" dur="500"/>
                                        <p:tgtEl>
                                          <p:spTgt spid="131"/>
                                        </p:tgtEl>
                                      </p:cBhvr>
                                    </p:animEffect>
                                  </p:childTnLst>
                                </p:cTn>
                              </p:par>
                              <p:par>
                                <p:cTn id="270" presetID="10" presetClass="entr" presetSubtype="0" fill="hold" grpId="0" nodeType="withEffect">
                                  <p:stCondLst>
                                    <p:cond delay="0"/>
                                  </p:stCondLst>
                                  <p:childTnLst>
                                    <p:set>
                                      <p:cBhvr>
                                        <p:cTn id="271" dur="1" fill="hold">
                                          <p:stCondLst>
                                            <p:cond delay="0"/>
                                          </p:stCondLst>
                                        </p:cTn>
                                        <p:tgtEl>
                                          <p:spTgt spid="130"/>
                                        </p:tgtEl>
                                        <p:attrNameLst>
                                          <p:attrName>style.visibility</p:attrName>
                                        </p:attrNameLst>
                                      </p:cBhvr>
                                      <p:to>
                                        <p:strVal val="visible"/>
                                      </p:to>
                                    </p:set>
                                    <p:animEffect transition="in" filter="fade">
                                      <p:cBhvr>
                                        <p:cTn id="272" dur="500"/>
                                        <p:tgtEl>
                                          <p:spTgt spid="130"/>
                                        </p:tgtEl>
                                      </p:cBhvr>
                                    </p:animEffect>
                                  </p:childTnLst>
                                </p:cTn>
                              </p:par>
                              <p:par>
                                <p:cTn id="273" presetID="10" presetClass="entr" presetSubtype="0" fill="hold" nodeType="withEffect">
                                  <p:stCondLst>
                                    <p:cond delay="0"/>
                                  </p:stCondLst>
                                  <p:childTnLst>
                                    <p:set>
                                      <p:cBhvr>
                                        <p:cTn id="274" dur="1" fill="hold">
                                          <p:stCondLst>
                                            <p:cond delay="0"/>
                                          </p:stCondLst>
                                        </p:cTn>
                                        <p:tgtEl>
                                          <p:spTgt spid="132"/>
                                        </p:tgtEl>
                                        <p:attrNameLst>
                                          <p:attrName>style.visibility</p:attrName>
                                        </p:attrNameLst>
                                      </p:cBhvr>
                                      <p:to>
                                        <p:strVal val="visible"/>
                                      </p:to>
                                    </p:set>
                                    <p:animEffect transition="in" filter="fade">
                                      <p:cBhvr>
                                        <p:cTn id="275" dur="500"/>
                                        <p:tgtEl>
                                          <p:spTgt spid="132"/>
                                        </p:tgtEl>
                                      </p:cBhvr>
                                    </p:animEffect>
                                  </p:childTnLst>
                                </p:cTn>
                              </p:par>
                              <p:par>
                                <p:cTn id="276" presetID="10" presetClass="entr" presetSubtype="0" fill="hold" grpId="0" nodeType="withEffect">
                                  <p:stCondLst>
                                    <p:cond delay="0"/>
                                  </p:stCondLst>
                                  <p:childTnLst>
                                    <p:set>
                                      <p:cBhvr>
                                        <p:cTn id="277" dur="1" fill="hold">
                                          <p:stCondLst>
                                            <p:cond delay="0"/>
                                          </p:stCondLst>
                                        </p:cTn>
                                        <p:tgtEl>
                                          <p:spTgt spid="107"/>
                                        </p:tgtEl>
                                        <p:attrNameLst>
                                          <p:attrName>style.visibility</p:attrName>
                                        </p:attrNameLst>
                                      </p:cBhvr>
                                      <p:to>
                                        <p:strVal val="visible"/>
                                      </p:to>
                                    </p:set>
                                    <p:animEffect transition="in" filter="fade">
                                      <p:cBhvr>
                                        <p:cTn id="278" dur="500"/>
                                        <p:tgtEl>
                                          <p:spTgt spid="107"/>
                                        </p:tgtEl>
                                      </p:cBhvr>
                                    </p:animEffect>
                                  </p:childTnLst>
                                </p:cTn>
                              </p:par>
                              <p:par>
                                <p:cTn id="279" presetID="10" presetClass="entr" presetSubtype="0" fill="hold" nodeType="withEffect">
                                  <p:stCondLst>
                                    <p:cond delay="0"/>
                                  </p:stCondLst>
                                  <p:childTnLst>
                                    <p:set>
                                      <p:cBhvr>
                                        <p:cTn id="280" dur="1" fill="hold">
                                          <p:stCondLst>
                                            <p:cond delay="0"/>
                                          </p:stCondLst>
                                        </p:cTn>
                                        <p:tgtEl>
                                          <p:spTgt spid="108"/>
                                        </p:tgtEl>
                                        <p:attrNameLst>
                                          <p:attrName>style.visibility</p:attrName>
                                        </p:attrNameLst>
                                      </p:cBhvr>
                                      <p:to>
                                        <p:strVal val="visible"/>
                                      </p:to>
                                    </p:set>
                                    <p:animEffect transition="in" filter="fade">
                                      <p:cBhvr>
                                        <p:cTn id="281" dur="500"/>
                                        <p:tgtEl>
                                          <p:spTgt spid="108"/>
                                        </p:tgtEl>
                                      </p:cBhvr>
                                    </p:animEffect>
                                  </p:childTnLst>
                                </p:cTn>
                              </p:par>
                              <p:par>
                                <p:cTn id="282" presetID="10" presetClass="entr" presetSubtype="0" fill="hold" grpId="0" nodeType="withEffect">
                                  <p:stCondLst>
                                    <p:cond delay="0"/>
                                  </p:stCondLst>
                                  <p:childTnLst>
                                    <p:set>
                                      <p:cBhvr>
                                        <p:cTn id="283" dur="1" fill="hold">
                                          <p:stCondLst>
                                            <p:cond delay="0"/>
                                          </p:stCondLst>
                                        </p:cTn>
                                        <p:tgtEl>
                                          <p:spTgt spid="106"/>
                                        </p:tgtEl>
                                        <p:attrNameLst>
                                          <p:attrName>style.visibility</p:attrName>
                                        </p:attrNameLst>
                                      </p:cBhvr>
                                      <p:to>
                                        <p:strVal val="visible"/>
                                      </p:to>
                                    </p:set>
                                    <p:animEffect transition="in" filter="fade">
                                      <p:cBhvr>
                                        <p:cTn id="284" dur="500"/>
                                        <p:tgtEl>
                                          <p:spTgt spid="106"/>
                                        </p:tgtEl>
                                      </p:cBhvr>
                                    </p:animEffect>
                                  </p:childTnLst>
                                </p:cTn>
                              </p:par>
                              <p:par>
                                <p:cTn id="285" presetID="10" presetClass="entr" presetSubtype="0" fill="hold" nodeType="withEffect">
                                  <p:stCondLst>
                                    <p:cond delay="0"/>
                                  </p:stCondLst>
                                  <p:childTnLst>
                                    <p:set>
                                      <p:cBhvr>
                                        <p:cTn id="286" dur="1" fill="hold">
                                          <p:stCondLst>
                                            <p:cond delay="0"/>
                                          </p:stCondLst>
                                        </p:cTn>
                                        <p:tgtEl>
                                          <p:spTgt spid="55"/>
                                        </p:tgtEl>
                                        <p:attrNameLst>
                                          <p:attrName>style.visibility</p:attrName>
                                        </p:attrNameLst>
                                      </p:cBhvr>
                                      <p:to>
                                        <p:strVal val="visible"/>
                                      </p:to>
                                    </p:set>
                                    <p:animEffect transition="in" filter="fade">
                                      <p:cBhvr>
                                        <p:cTn id="287" dur="500"/>
                                        <p:tgtEl>
                                          <p:spTgt spid="55"/>
                                        </p:tgtEl>
                                      </p:cBhvr>
                                    </p:animEffect>
                                  </p:childTnLst>
                                </p:cTn>
                              </p:par>
                              <p:par>
                                <p:cTn id="288" presetID="10" presetClass="entr" presetSubtype="0" fill="hold" nodeType="withEffect">
                                  <p:stCondLst>
                                    <p:cond delay="0"/>
                                  </p:stCondLst>
                                  <p:childTnLst>
                                    <p:set>
                                      <p:cBhvr>
                                        <p:cTn id="289" dur="1" fill="hold">
                                          <p:stCondLst>
                                            <p:cond delay="0"/>
                                          </p:stCondLst>
                                        </p:cTn>
                                        <p:tgtEl>
                                          <p:spTgt spid="58"/>
                                        </p:tgtEl>
                                        <p:attrNameLst>
                                          <p:attrName>style.visibility</p:attrName>
                                        </p:attrNameLst>
                                      </p:cBhvr>
                                      <p:to>
                                        <p:strVal val="visible"/>
                                      </p:to>
                                    </p:set>
                                    <p:animEffect transition="in" filter="fade">
                                      <p:cBhvr>
                                        <p:cTn id="290" dur="500"/>
                                        <p:tgtEl>
                                          <p:spTgt spid="58"/>
                                        </p:tgtEl>
                                      </p:cBhvr>
                                    </p:animEffect>
                                  </p:childTnLst>
                                </p:cTn>
                              </p:par>
                              <p:par>
                                <p:cTn id="291" presetID="10" presetClass="entr" presetSubtype="0" fill="hold" nodeType="withEffect">
                                  <p:stCondLst>
                                    <p:cond delay="0"/>
                                  </p:stCondLst>
                                  <p:childTnLst>
                                    <p:set>
                                      <p:cBhvr>
                                        <p:cTn id="292" dur="1" fill="hold">
                                          <p:stCondLst>
                                            <p:cond delay="0"/>
                                          </p:stCondLst>
                                        </p:cTn>
                                        <p:tgtEl>
                                          <p:spTgt spid="61"/>
                                        </p:tgtEl>
                                        <p:attrNameLst>
                                          <p:attrName>style.visibility</p:attrName>
                                        </p:attrNameLst>
                                      </p:cBhvr>
                                      <p:to>
                                        <p:strVal val="visible"/>
                                      </p:to>
                                    </p:set>
                                    <p:animEffect transition="in" filter="fade">
                                      <p:cBhvr>
                                        <p:cTn id="293" dur="500"/>
                                        <p:tgtEl>
                                          <p:spTgt spid="61"/>
                                        </p:tgtEl>
                                      </p:cBhvr>
                                    </p:animEffect>
                                  </p:childTnLst>
                                </p:cTn>
                              </p:par>
                              <p:par>
                                <p:cTn id="294" presetID="10" presetClass="entr" presetSubtype="0" fill="hold" nodeType="withEffect">
                                  <p:stCondLst>
                                    <p:cond delay="0"/>
                                  </p:stCondLst>
                                  <p:childTnLst>
                                    <p:set>
                                      <p:cBhvr>
                                        <p:cTn id="295" dur="1" fill="hold">
                                          <p:stCondLst>
                                            <p:cond delay="0"/>
                                          </p:stCondLst>
                                        </p:cTn>
                                        <p:tgtEl>
                                          <p:spTgt spid="66"/>
                                        </p:tgtEl>
                                        <p:attrNameLst>
                                          <p:attrName>style.visibility</p:attrName>
                                        </p:attrNameLst>
                                      </p:cBhvr>
                                      <p:to>
                                        <p:strVal val="visible"/>
                                      </p:to>
                                    </p:set>
                                    <p:animEffect transition="in" filter="fade">
                                      <p:cBhvr>
                                        <p:cTn id="296" dur="500"/>
                                        <p:tgtEl>
                                          <p:spTgt spid="66"/>
                                        </p:tgtEl>
                                      </p:cBhvr>
                                    </p:animEffect>
                                  </p:childTnLst>
                                </p:cTn>
                              </p:par>
                              <p:par>
                                <p:cTn id="297" presetID="10" presetClass="entr" presetSubtype="0" fill="hold" grpId="0" nodeType="withEffect">
                                  <p:stCondLst>
                                    <p:cond delay="0"/>
                                  </p:stCondLst>
                                  <p:childTnLst>
                                    <p:set>
                                      <p:cBhvr>
                                        <p:cTn id="298" dur="1" fill="hold">
                                          <p:stCondLst>
                                            <p:cond delay="0"/>
                                          </p:stCondLst>
                                        </p:cTn>
                                        <p:tgtEl>
                                          <p:spTgt spid="158"/>
                                        </p:tgtEl>
                                        <p:attrNameLst>
                                          <p:attrName>style.visibility</p:attrName>
                                        </p:attrNameLst>
                                      </p:cBhvr>
                                      <p:to>
                                        <p:strVal val="visible"/>
                                      </p:to>
                                    </p:set>
                                    <p:animEffect transition="in" filter="fade">
                                      <p:cBhvr>
                                        <p:cTn id="299" dur="500"/>
                                        <p:tgtEl>
                                          <p:spTgt spid="158"/>
                                        </p:tgtEl>
                                      </p:cBhvr>
                                    </p:animEffect>
                                  </p:childTnLst>
                                </p:cTn>
                              </p:par>
                              <p:par>
                                <p:cTn id="300" presetID="10" presetClass="entr" presetSubtype="0" fill="hold" grpId="0" nodeType="withEffect">
                                  <p:stCondLst>
                                    <p:cond delay="0"/>
                                  </p:stCondLst>
                                  <p:childTnLst>
                                    <p:set>
                                      <p:cBhvr>
                                        <p:cTn id="301" dur="1" fill="hold">
                                          <p:stCondLst>
                                            <p:cond delay="0"/>
                                          </p:stCondLst>
                                        </p:cTn>
                                        <p:tgtEl>
                                          <p:spTgt spid="159"/>
                                        </p:tgtEl>
                                        <p:attrNameLst>
                                          <p:attrName>style.visibility</p:attrName>
                                        </p:attrNameLst>
                                      </p:cBhvr>
                                      <p:to>
                                        <p:strVal val="visible"/>
                                      </p:to>
                                    </p:set>
                                    <p:animEffect transition="in" filter="fade">
                                      <p:cBhvr>
                                        <p:cTn id="302" dur="500"/>
                                        <p:tgtEl>
                                          <p:spTgt spid="159"/>
                                        </p:tgtEl>
                                      </p:cBhvr>
                                    </p:animEffect>
                                  </p:childTnLst>
                                </p:cTn>
                              </p:par>
                              <p:par>
                                <p:cTn id="303" presetID="10" presetClass="entr" presetSubtype="0" fill="hold" grpId="0" nodeType="withEffect">
                                  <p:stCondLst>
                                    <p:cond delay="0"/>
                                  </p:stCondLst>
                                  <p:childTnLst>
                                    <p:set>
                                      <p:cBhvr>
                                        <p:cTn id="304" dur="1" fill="hold">
                                          <p:stCondLst>
                                            <p:cond delay="0"/>
                                          </p:stCondLst>
                                        </p:cTn>
                                        <p:tgtEl>
                                          <p:spTgt spid="160"/>
                                        </p:tgtEl>
                                        <p:attrNameLst>
                                          <p:attrName>style.visibility</p:attrName>
                                        </p:attrNameLst>
                                      </p:cBhvr>
                                      <p:to>
                                        <p:strVal val="visible"/>
                                      </p:to>
                                    </p:set>
                                    <p:animEffect transition="in" filter="fade">
                                      <p:cBhvr>
                                        <p:cTn id="305" dur="500"/>
                                        <p:tgtEl>
                                          <p:spTgt spid="160"/>
                                        </p:tgtEl>
                                      </p:cBhvr>
                                    </p:animEffect>
                                  </p:childTnLst>
                                </p:cTn>
                              </p:par>
                              <p:par>
                                <p:cTn id="306" presetID="10" presetClass="entr" presetSubtype="0" fill="hold" grpId="0" nodeType="withEffect">
                                  <p:stCondLst>
                                    <p:cond delay="0"/>
                                  </p:stCondLst>
                                  <p:childTnLst>
                                    <p:set>
                                      <p:cBhvr>
                                        <p:cTn id="307" dur="1" fill="hold">
                                          <p:stCondLst>
                                            <p:cond delay="0"/>
                                          </p:stCondLst>
                                        </p:cTn>
                                        <p:tgtEl>
                                          <p:spTgt spid="161"/>
                                        </p:tgtEl>
                                        <p:attrNameLst>
                                          <p:attrName>style.visibility</p:attrName>
                                        </p:attrNameLst>
                                      </p:cBhvr>
                                      <p:to>
                                        <p:strVal val="visible"/>
                                      </p:to>
                                    </p:set>
                                    <p:animEffect transition="in" filter="fade">
                                      <p:cBhvr>
                                        <p:cTn id="308" dur="500"/>
                                        <p:tgtEl>
                                          <p:spTgt spid="161"/>
                                        </p:tgtEl>
                                      </p:cBhvr>
                                    </p:animEffect>
                                  </p:childTnLst>
                                </p:cTn>
                              </p:par>
                              <p:par>
                                <p:cTn id="309" presetID="10" presetClass="entr" presetSubtype="0" fill="hold" grpId="0" nodeType="withEffect">
                                  <p:stCondLst>
                                    <p:cond delay="0"/>
                                  </p:stCondLst>
                                  <p:childTnLst>
                                    <p:set>
                                      <p:cBhvr>
                                        <p:cTn id="310" dur="1" fill="hold">
                                          <p:stCondLst>
                                            <p:cond delay="0"/>
                                          </p:stCondLst>
                                        </p:cTn>
                                        <p:tgtEl>
                                          <p:spTgt spid="162"/>
                                        </p:tgtEl>
                                        <p:attrNameLst>
                                          <p:attrName>style.visibility</p:attrName>
                                        </p:attrNameLst>
                                      </p:cBhvr>
                                      <p:to>
                                        <p:strVal val="visible"/>
                                      </p:to>
                                    </p:set>
                                    <p:animEffect transition="in" filter="fade">
                                      <p:cBhvr>
                                        <p:cTn id="311" dur="500"/>
                                        <p:tgtEl>
                                          <p:spTgt spid="162"/>
                                        </p:tgtEl>
                                      </p:cBhvr>
                                    </p:animEffect>
                                  </p:childTnLst>
                                </p:cTn>
                              </p:par>
                              <p:par>
                                <p:cTn id="312" presetID="10" presetClass="entr" presetSubtype="0" fill="hold" grpId="0" nodeType="withEffect">
                                  <p:stCondLst>
                                    <p:cond delay="0"/>
                                  </p:stCondLst>
                                  <p:childTnLst>
                                    <p:set>
                                      <p:cBhvr>
                                        <p:cTn id="313" dur="1" fill="hold">
                                          <p:stCondLst>
                                            <p:cond delay="0"/>
                                          </p:stCondLst>
                                        </p:cTn>
                                        <p:tgtEl>
                                          <p:spTgt spid="163"/>
                                        </p:tgtEl>
                                        <p:attrNameLst>
                                          <p:attrName>style.visibility</p:attrName>
                                        </p:attrNameLst>
                                      </p:cBhvr>
                                      <p:to>
                                        <p:strVal val="visible"/>
                                      </p:to>
                                    </p:set>
                                    <p:animEffect transition="in" filter="fade">
                                      <p:cBhvr>
                                        <p:cTn id="314" dur="500"/>
                                        <p:tgtEl>
                                          <p:spTgt spid="163"/>
                                        </p:tgtEl>
                                      </p:cBhvr>
                                    </p:animEffect>
                                  </p:childTnLst>
                                </p:cTn>
                              </p:par>
                              <p:par>
                                <p:cTn id="315" presetID="10" presetClass="entr" presetSubtype="0" fill="hold" grpId="0" nodeType="withEffect">
                                  <p:stCondLst>
                                    <p:cond delay="0"/>
                                  </p:stCondLst>
                                  <p:childTnLst>
                                    <p:set>
                                      <p:cBhvr>
                                        <p:cTn id="316" dur="1" fill="hold">
                                          <p:stCondLst>
                                            <p:cond delay="0"/>
                                          </p:stCondLst>
                                        </p:cTn>
                                        <p:tgtEl>
                                          <p:spTgt spid="164"/>
                                        </p:tgtEl>
                                        <p:attrNameLst>
                                          <p:attrName>style.visibility</p:attrName>
                                        </p:attrNameLst>
                                      </p:cBhvr>
                                      <p:to>
                                        <p:strVal val="visible"/>
                                      </p:to>
                                    </p:set>
                                    <p:animEffect transition="in" filter="fade">
                                      <p:cBhvr>
                                        <p:cTn id="317" dur="500"/>
                                        <p:tgtEl>
                                          <p:spTgt spid="164"/>
                                        </p:tgtEl>
                                      </p:cBhvr>
                                    </p:animEffect>
                                  </p:childTnLst>
                                </p:cTn>
                              </p:par>
                              <p:par>
                                <p:cTn id="318" presetID="10" presetClass="entr" presetSubtype="0" fill="hold" grpId="0" nodeType="withEffect">
                                  <p:stCondLst>
                                    <p:cond delay="0"/>
                                  </p:stCondLst>
                                  <p:childTnLst>
                                    <p:set>
                                      <p:cBhvr>
                                        <p:cTn id="319" dur="1" fill="hold">
                                          <p:stCondLst>
                                            <p:cond delay="0"/>
                                          </p:stCondLst>
                                        </p:cTn>
                                        <p:tgtEl>
                                          <p:spTgt spid="165"/>
                                        </p:tgtEl>
                                        <p:attrNameLst>
                                          <p:attrName>style.visibility</p:attrName>
                                        </p:attrNameLst>
                                      </p:cBhvr>
                                      <p:to>
                                        <p:strVal val="visible"/>
                                      </p:to>
                                    </p:set>
                                    <p:animEffect transition="in" filter="fade">
                                      <p:cBhvr>
                                        <p:cTn id="320" dur="500"/>
                                        <p:tgtEl>
                                          <p:spTgt spid="165"/>
                                        </p:tgtEl>
                                      </p:cBhvr>
                                    </p:animEffect>
                                  </p:childTnLst>
                                </p:cTn>
                              </p:par>
                              <p:par>
                                <p:cTn id="321" presetID="10" presetClass="entr" presetSubtype="0" fill="hold" grpId="0" nodeType="withEffect">
                                  <p:stCondLst>
                                    <p:cond delay="0"/>
                                  </p:stCondLst>
                                  <p:childTnLst>
                                    <p:set>
                                      <p:cBhvr>
                                        <p:cTn id="322" dur="1" fill="hold">
                                          <p:stCondLst>
                                            <p:cond delay="0"/>
                                          </p:stCondLst>
                                        </p:cTn>
                                        <p:tgtEl>
                                          <p:spTgt spid="166"/>
                                        </p:tgtEl>
                                        <p:attrNameLst>
                                          <p:attrName>style.visibility</p:attrName>
                                        </p:attrNameLst>
                                      </p:cBhvr>
                                      <p:to>
                                        <p:strVal val="visible"/>
                                      </p:to>
                                    </p:set>
                                    <p:animEffect transition="in" filter="fade">
                                      <p:cBhvr>
                                        <p:cTn id="323" dur="500"/>
                                        <p:tgtEl>
                                          <p:spTgt spid="166"/>
                                        </p:tgtEl>
                                      </p:cBhvr>
                                    </p:animEffect>
                                  </p:childTnLst>
                                </p:cTn>
                              </p:par>
                              <p:par>
                                <p:cTn id="324" presetID="10" presetClass="entr" presetSubtype="0" fill="hold" grpId="0" nodeType="withEffect">
                                  <p:stCondLst>
                                    <p:cond delay="0"/>
                                  </p:stCondLst>
                                  <p:childTnLst>
                                    <p:set>
                                      <p:cBhvr>
                                        <p:cTn id="325" dur="1" fill="hold">
                                          <p:stCondLst>
                                            <p:cond delay="0"/>
                                          </p:stCondLst>
                                        </p:cTn>
                                        <p:tgtEl>
                                          <p:spTgt spid="167"/>
                                        </p:tgtEl>
                                        <p:attrNameLst>
                                          <p:attrName>style.visibility</p:attrName>
                                        </p:attrNameLst>
                                      </p:cBhvr>
                                      <p:to>
                                        <p:strVal val="visible"/>
                                      </p:to>
                                    </p:set>
                                    <p:animEffect transition="in" filter="fade">
                                      <p:cBhvr>
                                        <p:cTn id="326" dur="500"/>
                                        <p:tgtEl>
                                          <p:spTgt spid="167"/>
                                        </p:tgtEl>
                                      </p:cBhvr>
                                    </p:animEffect>
                                  </p:childTnLst>
                                </p:cTn>
                              </p:par>
                              <p:par>
                                <p:cTn id="327" presetID="10" presetClass="entr" presetSubtype="0" fill="hold" grpId="0" nodeType="withEffect">
                                  <p:stCondLst>
                                    <p:cond delay="0"/>
                                  </p:stCondLst>
                                  <p:childTnLst>
                                    <p:set>
                                      <p:cBhvr>
                                        <p:cTn id="328" dur="1" fill="hold">
                                          <p:stCondLst>
                                            <p:cond delay="0"/>
                                          </p:stCondLst>
                                        </p:cTn>
                                        <p:tgtEl>
                                          <p:spTgt spid="168"/>
                                        </p:tgtEl>
                                        <p:attrNameLst>
                                          <p:attrName>style.visibility</p:attrName>
                                        </p:attrNameLst>
                                      </p:cBhvr>
                                      <p:to>
                                        <p:strVal val="visible"/>
                                      </p:to>
                                    </p:set>
                                    <p:animEffect transition="in" filter="fade">
                                      <p:cBhvr>
                                        <p:cTn id="329" dur="500"/>
                                        <p:tgtEl>
                                          <p:spTgt spid="168"/>
                                        </p:tgtEl>
                                      </p:cBhvr>
                                    </p:animEffect>
                                  </p:childTnLst>
                                </p:cTn>
                              </p:par>
                              <p:par>
                                <p:cTn id="330" presetID="10" presetClass="entr" presetSubtype="0" fill="hold" grpId="0" nodeType="withEffect">
                                  <p:stCondLst>
                                    <p:cond delay="0"/>
                                  </p:stCondLst>
                                  <p:childTnLst>
                                    <p:set>
                                      <p:cBhvr>
                                        <p:cTn id="331" dur="1" fill="hold">
                                          <p:stCondLst>
                                            <p:cond delay="0"/>
                                          </p:stCondLst>
                                        </p:cTn>
                                        <p:tgtEl>
                                          <p:spTgt spid="169"/>
                                        </p:tgtEl>
                                        <p:attrNameLst>
                                          <p:attrName>style.visibility</p:attrName>
                                        </p:attrNameLst>
                                      </p:cBhvr>
                                      <p:to>
                                        <p:strVal val="visible"/>
                                      </p:to>
                                    </p:set>
                                    <p:animEffect transition="in" filter="fade">
                                      <p:cBhvr>
                                        <p:cTn id="332" dur="500"/>
                                        <p:tgtEl>
                                          <p:spTgt spid="169"/>
                                        </p:tgtEl>
                                      </p:cBhvr>
                                    </p:animEffect>
                                  </p:childTnLst>
                                </p:cTn>
                              </p:par>
                              <p:par>
                                <p:cTn id="333" presetID="10" presetClass="entr" presetSubtype="0" fill="hold" grpId="0" nodeType="withEffect">
                                  <p:stCondLst>
                                    <p:cond delay="0"/>
                                  </p:stCondLst>
                                  <p:childTnLst>
                                    <p:set>
                                      <p:cBhvr>
                                        <p:cTn id="334" dur="1" fill="hold">
                                          <p:stCondLst>
                                            <p:cond delay="0"/>
                                          </p:stCondLst>
                                        </p:cTn>
                                        <p:tgtEl>
                                          <p:spTgt spid="170"/>
                                        </p:tgtEl>
                                        <p:attrNameLst>
                                          <p:attrName>style.visibility</p:attrName>
                                        </p:attrNameLst>
                                      </p:cBhvr>
                                      <p:to>
                                        <p:strVal val="visible"/>
                                      </p:to>
                                    </p:set>
                                    <p:animEffect transition="in" filter="fade">
                                      <p:cBhvr>
                                        <p:cTn id="335" dur="500"/>
                                        <p:tgtEl>
                                          <p:spTgt spid="170"/>
                                        </p:tgtEl>
                                      </p:cBhvr>
                                    </p:animEffect>
                                  </p:childTnLst>
                                </p:cTn>
                              </p:par>
                              <p:par>
                                <p:cTn id="336" presetID="10" presetClass="entr" presetSubtype="0" fill="hold" grpId="0" nodeType="withEffect">
                                  <p:stCondLst>
                                    <p:cond delay="0"/>
                                  </p:stCondLst>
                                  <p:childTnLst>
                                    <p:set>
                                      <p:cBhvr>
                                        <p:cTn id="337" dur="1" fill="hold">
                                          <p:stCondLst>
                                            <p:cond delay="0"/>
                                          </p:stCondLst>
                                        </p:cTn>
                                        <p:tgtEl>
                                          <p:spTgt spid="171"/>
                                        </p:tgtEl>
                                        <p:attrNameLst>
                                          <p:attrName>style.visibility</p:attrName>
                                        </p:attrNameLst>
                                      </p:cBhvr>
                                      <p:to>
                                        <p:strVal val="visible"/>
                                      </p:to>
                                    </p:set>
                                    <p:animEffect transition="in" filter="fade">
                                      <p:cBhvr>
                                        <p:cTn id="338" dur="500"/>
                                        <p:tgtEl>
                                          <p:spTgt spid="171"/>
                                        </p:tgtEl>
                                      </p:cBhvr>
                                    </p:animEffect>
                                  </p:childTnLst>
                                </p:cTn>
                              </p:par>
                              <p:par>
                                <p:cTn id="339" presetID="10" presetClass="entr" presetSubtype="0" fill="hold" grpId="0" nodeType="withEffect">
                                  <p:stCondLst>
                                    <p:cond delay="0"/>
                                  </p:stCondLst>
                                  <p:childTnLst>
                                    <p:set>
                                      <p:cBhvr>
                                        <p:cTn id="340" dur="1" fill="hold">
                                          <p:stCondLst>
                                            <p:cond delay="0"/>
                                          </p:stCondLst>
                                        </p:cTn>
                                        <p:tgtEl>
                                          <p:spTgt spid="137"/>
                                        </p:tgtEl>
                                        <p:attrNameLst>
                                          <p:attrName>style.visibility</p:attrName>
                                        </p:attrNameLst>
                                      </p:cBhvr>
                                      <p:to>
                                        <p:strVal val="visible"/>
                                      </p:to>
                                    </p:set>
                                    <p:animEffect transition="in" filter="fade">
                                      <p:cBhvr>
                                        <p:cTn id="341" dur="500"/>
                                        <p:tgtEl>
                                          <p:spTgt spid="137"/>
                                        </p:tgtEl>
                                      </p:cBhvr>
                                    </p:animEffect>
                                  </p:childTnLst>
                                </p:cTn>
                              </p:par>
                              <p:par>
                                <p:cTn id="342" presetID="10" presetClass="entr" presetSubtype="0" fill="hold" grpId="0" nodeType="withEffect">
                                  <p:stCondLst>
                                    <p:cond delay="0"/>
                                  </p:stCondLst>
                                  <p:childTnLst>
                                    <p:set>
                                      <p:cBhvr>
                                        <p:cTn id="343" dur="1" fill="hold">
                                          <p:stCondLst>
                                            <p:cond delay="0"/>
                                          </p:stCondLst>
                                        </p:cTn>
                                        <p:tgtEl>
                                          <p:spTgt spid="138"/>
                                        </p:tgtEl>
                                        <p:attrNameLst>
                                          <p:attrName>style.visibility</p:attrName>
                                        </p:attrNameLst>
                                      </p:cBhvr>
                                      <p:to>
                                        <p:strVal val="visible"/>
                                      </p:to>
                                    </p:set>
                                    <p:animEffect transition="in" filter="fade">
                                      <p:cBhvr>
                                        <p:cTn id="344" dur="500"/>
                                        <p:tgtEl>
                                          <p:spTgt spid="138"/>
                                        </p:tgtEl>
                                      </p:cBhvr>
                                    </p:animEffect>
                                  </p:childTnLst>
                                </p:cTn>
                              </p:par>
                              <p:par>
                                <p:cTn id="345" presetID="10" presetClass="entr" presetSubtype="0" fill="hold" grpId="0" nodeType="withEffect">
                                  <p:stCondLst>
                                    <p:cond delay="0"/>
                                  </p:stCondLst>
                                  <p:childTnLst>
                                    <p:set>
                                      <p:cBhvr>
                                        <p:cTn id="346" dur="1" fill="hold">
                                          <p:stCondLst>
                                            <p:cond delay="0"/>
                                          </p:stCondLst>
                                        </p:cTn>
                                        <p:tgtEl>
                                          <p:spTgt spid="139"/>
                                        </p:tgtEl>
                                        <p:attrNameLst>
                                          <p:attrName>style.visibility</p:attrName>
                                        </p:attrNameLst>
                                      </p:cBhvr>
                                      <p:to>
                                        <p:strVal val="visible"/>
                                      </p:to>
                                    </p:set>
                                    <p:animEffect transition="in" filter="fade">
                                      <p:cBhvr>
                                        <p:cTn id="347" dur="500"/>
                                        <p:tgtEl>
                                          <p:spTgt spid="139"/>
                                        </p:tgtEl>
                                      </p:cBhvr>
                                    </p:animEffect>
                                  </p:childTnLst>
                                </p:cTn>
                              </p:par>
                              <p:par>
                                <p:cTn id="348" presetID="10" presetClass="entr" presetSubtype="0" fill="hold" grpId="0" nodeType="withEffect">
                                  <p:stCondLst>
                                    <p:cond delay="0"/>
                                  </p:stCondLst>
                                  <p:childTnLst>
                                    <p:set>
                                      <p:cBhvr>
                                        <p:cTn id="349" dur="1" fill="hold">
                                          <p:stCondLst>
                                            <p:cond delay="0"/>
                                          </p:stCondLst>
                                        </p:cTn>
                                        <p:tgtEl>
                                          <p:spTgt spid="140"/>
                                        </p:tgtEl>
                                        <p:attrNameLst>
                                          <p:attrName>style.visibility</p:attrName>
                                        </p:attrNameLst>
                                      </p:cBhvr>
                                      <p:to>
                                        <p:strVal val="visible"/>
                                      </p:to>
                                    </p:set>
                                    <p:animEffect transition="in" filter="fade">
                                      <p:cBhvr>
                                        <p:cTn id="350" dur="500"/>
                                        <p:tgtEl>
                                          <p:spTgt spid="140"/>
                                        </p:tgtEl>
                                      </p:cBhvr>
                                    </p:animEffect>
                                  </p:childTnLst>
                                </p:cTn>
                              </p:par>
                              <p:par>
                                <p:cTn id="351" presetID="10" presetClass="entr" presetSubtype="0" fill="hold" grpId="0" nodeType="withEffect">
                                  <p:stCondLst>
                                    <p:cond delay="0"/>
                                  </p:stCondLst>
                                  <p:childTnLst>
                                    <p:set>
                                      <p:cBhvr>
                                        <p:cTn id="352" dur="1" fill="hold">
                                          <p:stCondLst>
                                            <p:cond delay="0"/>
                                          </p:stCondLst>
                                        </p:cTn>
                                        <p:tgtEl>
                                          <p:spTgt spid="141"/>
                                        </p:tgtEl>
                                        <p:attrNameLst>
                                          <p:attrName>style.visibility</p:attrName>
                                        </p:attrNameLst>
                                      </p:cBhvr>
                                      <p:to>
                                        <p:strVal val="visible"/>
                                      </p:to>
                                    </p:set>
                                    <p:animEffect transition="in" filter="fade">
                                      <p:cBhvr>
                                        <p:cTn id="353" dur="500"/>
                                        <p:tgtEl>
                                          <p:spTgt spid="141"/>
                                        </p:tgtEl>
                                      </p:cBhvr>
                                    </p:animEffect>
                                  </p:childTnLst>
                                </p:cTn>
                              </p:par>
                              <p:par>
                                <p:cTn id="354" presetID="10" presetClass="entr" presetSubtype="0" fill="hold" grpId="0" nodeType="withEffect">
                                  <p:stCondLst>
                                    <p:cond delay="0"/>
                                  </p:stCondLst>
                                  <p:childTnLst>
                                    <p:set>
                                      <p:cBhvr>
                                        <p:cTn id="355" dur="1" fill="hold">
                                          <p:stCondLst>
                                            <p:cond delay="0"/>
                                          </p:stCondLst>
                                        </p:cTn>
                                        <p:tgtEl>
                                          <p:spTgt spid="142"/>
                                        </p:tgtEl>
                                        <p:attrNameLst>
                                          <p:attrName>style.visibility</p:attrName>
                                        </p:attrNameLst>
                                      </p:cBhvr>
                                      <p:to>
                                        <p:strVal val="visible"/>
                                      </p:to>
                                    </p:set>
                                    <p:animEffect transition="in" filter="fade">
                                      <p:cBhvr>
                                        <p:cTn id="356" dur="500"/>
                                        <p:tgtEl>
                                          <p:spTgt spid="142"/>
                                        </p:tgtEl>
                                      </p:cBhvr>
                                    </p:animEffect>
                                  </p:childTnLst>
                                </p:cTn>
                              </p:par>
                              <p:par>
                                <p:cTn id="357" presetID="10" presetClass="entr" presetSubtype="0" fill="hold" grpId="0" nodeType="withEffect">
                                  <p:stCondLst>
                                    <p:cond delay="0"/>
                                  </p:stCondLst>
                                  <p:childTnLst>
                                    <p:set>
                                      <p:cBhvr>
                                        <p:cTn id="358" dur="1" fill="hold">
                                          <p:stCondLst>
                                            <p:cond delay="0"/>
                                          </p:stCondLst>
                                        </p:cTn>
                                        <p:tgtEl>
                                          <p:spTgt spid="143"/>
                                        </p:tgtEl>
                                        <p:attrNameLst>
                                          <p:attrName>style.visibility</p:attrName>
                                        </p:attrNameLst>
                                      </p:cBhvr>
                                      <p:to>
                                        <p:strVal val="visible"/>
                                      </p:to>
                                    </p:set>
                                    <p:animEffect transition="in" filter="fade">
                                      <p:cBhvr>
                                        <p:cTn id="359" dur="500"/>
                                        <p:tgtEl>
                                          <p:spTgt spid="143"/>
                                        </p:tgtEl>
                                      </p:cBhvr>
                                    </p:animEffect>
                                  </p:childTnLst>
                                </p:cTn>
                              </p:par>
                              <p:par>
                                <p:cTn id="360" presetID="10" presetClass="entr" presetSubtype="0" fill="hold" grpId="0" nodeType="withEffect">
                                  <p:stCondLst>
                                    <p:cond delay="0"/>
                                  </p:stCondLst>
                                  <p:childTnLst>
                                    <p:set>
                                      <p:cBhvr>
                                        <p:cTn id="361" dur="1" fill="hold">
                                          <p:stCondLst>
                                            <p:cond delay="0"/>
                                          </p:stCondLst>
                                        </p:cTn>
                                        <p:tgtEl>
                                          <p:spTgt spid="144"/>
                                        </p:tgtEl>
                                        <p:attrNameLst>
                                          <p:attrName>style.visibility</p:attrName>
                                        </p:attrNameLst>
                                      </p:cBhvr>
                                      <p:to>
                                        <p:strVal val="visible"/>
                                      </p:to>
                                    </p:set>
                                    <p:animEffect transition="in" filter="fade">
                                      <p:cBhvr>
                                        <p:cTn id="362" dur="500"/>
                                        <p:tgtEl>
                                          <p:spTgt spid="144"/>
                                        </p:tgtEl>
                                      </p:cBhvr>
                                    </p:animEffect>
                                  </p:childTnLst>
                                </p:cTn>
                              </p:par>
                              <p:par>
                                <p:cTn id="363" presetID="10" presetClass="entr" presetSubtype="0" fill="hold" grpId="0" nodeType="withEffect">
                                  <p:stCondLst>
                                    <p:cond delay="0"/>
                                  </p:stCondLst>
                                  <p:childTnLst>
                                    <p:set>
                                      <p:cBhvr>
                                        <p:cTn id="364" dur="1" fill="hold">
                                          <p:stCondLst>
                                            <p:cond delay="0"/>
                                          </p:stCondLst>
                                        </p:cTn>
                                        <p:tgtEl>
                                          <p:spTgt spid="145"/>
                                        </p:tgtEl>
                                        <p:attrNameLst>
                                          <p:attrName>style.visibility</p:attrName>
                                        </p:attrNameLst>
                                      </p:cBhvr>
                                      <p:to>
                                        <p:strVal val="visible"/>
                                      </p:to>
                                    </p:set>
                                    <p:animEffect transition="in" filter="fade">
                                      <p:cBhvr>
                                        <p:cTn id="365" dur="500"/>
                                        <p:tgtEl>
                                          <p:spTgt spid="145"/>
                                        </p:tgtEl>
                                      </p:cBhvr>
                                    </p:animEffect>
                                  </p:childTnLst>
                                </p:cTn>
                              </p:par>
                              <p:par>
                                <p:cTn id="366" presetID="10" presetClass="entr" presetSubtype="0" fill="hold" grpId="0" nodeType="withEffect">
                                  <p:stCondLst>
                                    <p:cond delay="0"/>
                                  </p:stCondLst>
                                  <p:childTnLst>
                                    <p:set>
                                      <p:cBhvr>
                                        <p:cTn id="367" dur="1" fill="hold">
                                          <p:stCondLst>
                                            <p:cond delay="0"/>
                                          </p:stCondLst>
                                        </p:cTn>
                                        <p:tgtEl>
                                          <p:spTgt spid="146"/>
                                        </p:tgtEl>
                                        <p:attrNameLst>
                                          <p:attrName>style.visibility</p:attrName>
                                        </p:attrNameLst>
                                      </p:cBhvr>
                                      <p:to>
                                        <p:strVal val="visible"/>
                                      </p:to>
                                    </p:set>
                                    <p:animEffect transition="in" filter="fade">
                                      <p:cBhvr>
                                        <p:cTn id="368" dur="500"/>
                                        <p:tgtEl>
                                          <p:spTgt spid="146"/>
                                        </p:tgtEl>
                                      </p:cBhvr>
                                    </p:animEffect>
                                  </p:childTnLst>
                                </p:cTn>
                              </p:par>
                              <p:par>
                                <p:cTn id="369" presetID="10" presetClass="entr" presetSubtype="0" fill="hold" grpId="0" nodeType="withEffect">
                                  <p:stCondLst>
                                    <p:cond delay="0"/>
                                  </p:stCondLst>
                                  <p:childTnLst>
                                    <p:set>
                                      <p:cBhvr>
                                        <p:cTn id="370" dur="1" fill="hold">
                                          <p:stCondLst>
                                            <p:cond delay="0"/>
                                          </p:stCondLst>
                                        </p:cTn>
                                        <p:tgtEl>
                                          <p:spTgt spid="147"/>
                                        </p:tgtEl>
                                        <p:attrNameLst>
                                          <p:attrName>style.visibility</p:attrName>
                                        </p:attrNameLst>
                                      </p:cBhvr>
                                      <p:to>
                                        <p:strVal val="visible"/>
                                      </p:to>
                                    </p:set>
                                    <p:animEffect transition="in" filter="fade">
                                      <p:cBhvr>
                                        <p:cTn id="371" dur="500"/>
                                        <p:tgtEl>
                                          <p:spTgt spid="147"/>
                                        </p:tgtEl>
                                      </p:cBhvr>
                                    </p:animEffect>
                                  </p:childTnLst>
                                </p:cTn>
                              </p:par>
                              <p:par>
                                <p:cTn id="372" presetID="10" presetClass="entr" presetSubtype="0" fill="hold" grpId="0" nodeType="withEffect">
                                  <p:stCondLst>
                                    <p:cond delay="0"/>
                                  </p:stCondLst>
                                  <p:childTnLst>
                                    <p:set>
                                      <p:cBhvr>
                                        <p:cTn id="373" dur="1" fill="hold">
                                          <p:stCondLst>
                                            <p:cond delay="0"/>
                                          </p:stCondLst>
                                        </p:cTn>
                                        <p:tgtEl>
                                          <p:spTgt spid="148"/>
                                        </p:tgtEl>
                                        <p:attrNameLst>
                                          <p:attrName>style.visibility</p:attrName>
                                        </p:attrNameLst>
                                      </p:cBhvr>
                                      <p:to>
                                        <p:strVal val="visible"/>
                                      </p:to>
                                    </p:set>
                                    <p:animEffect transition="in" filter="fade">
                                      <p:cBhvr>
                                        <p:cTn id="374" dur="500"/>
                                        <p:tgtEl>
                                          <p:spTgt spid="148"/>
                                        </p:tgtEl>
                                      </p:cBhvr>
                                    </p:animEffect>
                                  </p:childTnLst>
                                </p:cTn>
                              </p:par>
                              <p:par>
                                <p:cTn id="375" presetID="10" presetClass="entr" presetSubtype="0" fill="hold" grpId="0" nodeType="withEffect">
                                  <p:stCondLst>
                                    <p:cond delay="0"/>
                                  </p:stCondLst>
                                  <p:childTnLst>
                                    <p:set>
                                      <p:cBhvr>
                                        <p:cTn id="376" dur="1" fill="hold">
                                          <p:stCondLst>
                                            <p:cond delay="0"/>
                                          </p:stCondLst>
                                        </p:cTn>
                                        <p:tgtEl>
                                          <p:spTgt spid="149"/>
                                        </p:tgtEl>
                                        <p:attrNameLst>
                                          <p:attrName>style.visibility</p:attrName>
                                        </p:attrNameLst>
                                      </p:cBhvr>
                                      <p:to>
                                        <p:strVal val="visible"/>
                                      </p:to>
                                    </p:set>
                                    <p:animEffect transition="in" filter="fade">
                                      <p:cBhvr>
                                        <p:cTn id="377" dur="500"/>
                                        <p:tgtEl>
                                          <p:spTgt spid="149"/>
                                        </p:tgtEl>
                                      </p:cBhvr>
                                    </p:animEffect>
                                  </p:childTnLst>
                                </p:cTn>
                              </p:par>
                              <p:par>
                                <p:cTn id="378" presetID="10" presetClass="entr" presetSubtype="0" fill="hold" grpId="0" nodeType="withEffect">
                                  <p:stCondLst>
                                    <p:cond delay="0"/>
                                  </p:stCondLst>
                                  <p:childTnLst>
                                    <p:set>
                                      <p:cBhvr>
                                        <p:cTn id="379" dur="1" fill="hold">
                                          <p:stCondLst>
                                            <p:cond delay="0"/>
                                          </p:stCondLst>
                                        </p:cTn>
                                        <p:tgtEl>
                                          <p:spTgt spid="150"/>
                                        </p:tgtEl>
                                        <p:attrNameLst>
                                          <p:attrName>style.visibility</p:attrName>
                                        </p:attrNameLst>
                                      </p:cBhvr>
                                      <p:to>
                                        <p:strVal val="visible"/>
                                      </p:to>
                                    </p:set>
                                    <p:animEffect transition="in" filter="fade">
                                      <p:cBhvr>
                                        <p:cTn id="380" dur="500"/>
                                        <p:tgtEl>
                                          <p:spTgt spid="150"/>
                                        </p:tgtEl>
                                      </p:cBhvr>
                                    </p:animEffect>
                                  </p:childTnLst>
                                </p:cTn>
                              </p:par>
                              <p:par>
                                <p:cTn id="381" presetID="10" presetClass="entr" presetSubtype="0" fill="hold" grpId="0" nodeType="withEffect">
                                  <p:stCondLst>
                                    <p:cond delay="0"/>
                                  </p:stCondLst>
                                  <p:childTnLst>
                                    <p:set>
                                      <p:cBhvr>
                                        <p:cTn id="382" dur="1" fill="hold">
                                          <p:stCondLst>
                                            <p:cond delay="0"/>
                                          </p:stCondLst>
                                        </p:cTn>
                                        <p:tgtEl>
                                          <p:spTgt spid="113"/>
                                        </p:tgtEl>
                                        <p:attrNameLst>
                                          <p:attrName>style.visibility</p:attrName>
                                        </p:attrNameLst>
                                      </p:cBhvr>
                                      <p:to>
                                        <p:strVal val="visible"/>
                                      </p:to>
                                    </p:set>
                                    <p:animEffect transition="in" filter="fade">
                                      <p:cBhvr>
                                        <p:cTn id="383" dur="500"/>
                                        <p:tgtEl>
                                          <p:spTgt spid="113"/>
                                        </p:tgtEl>
                                      </p:cBhvr>
                                    </p:animEffect>
                                  </p:childTnLst>
                                </p:cTn>
                              </p:par>
                              <p:par>
                                <p:cTn id="384" presetID="10" presetClass="entr" presetSubtype="0" fill="hold" grpId="0" nodeType="withEffect">
                                  <p:stCondLst>
                                    <p:cond delay="0"/>
                                  </p:stCondLst>
                                  <p:childTnLst>
                                    <p:set>
                                      <p:cBhvr>
                                        <p:cTn id="385" dur="1" fill="hold">
                                          <p:stCondLst>
                                            <p:cond delay="0"/>
                                          </p:stCondLst>
                                        </p:cTn>
                                        <p:tgtEl>
                                          <p:spTgt spid="114"/>
                                        </p:tgtEl>
                                        <p:attrNameLst>
                                          <p:attrName>style.visibility</p:attrName>
                                        </p:attrNameLst>
                                      </p:cBhvr>
                                      <p:to>
                                        <p:strVal val="visible"/>
                                      </p:to>
                                    </p:set>
                                    <p:animEffect transition="in" filter="fade">
                                      <p:cBhvr>
                                        <p:cTn id="386" dur="500"/>
                                        <p:tgtEl>
                                          <p:spTgt spid="114"/>
                                        </p:tgtEl>
                                      </p:cBhvr>
                                    </p:animEffect>
                                  </p:childTnLst>
                                </p:cTn>
                              </p:par>
                              <p:par>
                                <p:cTn id="387" presetID="10" presetClass="entr" presetSubtype="0" fill="hold" grpId="0" nodeType="withEffect">
                                  <p:stCondLst>
                                    <p:cond delay="0"/>
                                  </p:stCondLst>
                                  <p:childTnLst>
                                    <p:set>
                                      <p:cBhvr>
                                        <p:cTn id="388" dur="1" fill="hold">
                                          <p:stCondLst>
                                            <p:cond delay="0"/>
                                          </p:stCondLst>
                                        </p:cTn>
                                        <p:tgtEl>
                                          <p:spTgt spid="115"/>
                                        </p:tgtEl>
                                        <p:attrNameLst>
                                          <p:attrName>style.visibility</p:attrName>
                                        </p:attrNameLst>
                                      </p:cBhvr>
                                      <p:to>
                                        <p:strVal val="visible"/>
                                      </p:to>
                                    </p:set>
                                    <p:animEffect transition="in" filter="fade">
                                      <p:cBhvr>
                                        <p:cTn id="389" dur="500"/>
                                        <p:tgtEl>
                                          <p:spTgt spid="115"/>
                                        </p:tgtEl>
                                      </p:cBhvr>
                                    </p:animEffect>
                                  </p:childTnLst>
                                </p:cTn>
                              </p:par>
                              <p:par>
                                <p:cTn id="390" presetID="10" presetClass="entr" presetSubtype="0" fill="hold" grpId="0" nodeType="withEffect">
                                  <p:stCondLst>
                                    <p:cond delay="0"/>
                                  </p:stCondLst>
                                  <p:childTnLst>
                                    <p:set>
                                      <p:cBhvr>
                                        <p:cTn id="391" dur="1" fill="hold">
                                          <p:stCondLst>
                                            <p:cond delay="0"/>
                                          </p:stCondLst>
                                        </p:cTn>
                                        <p:tgtEl>
                                          <p:spTgt spid="116"/>
                                        </p:tgtEl>
                                        <p:attrNameLst>
                                          <p:attrName>style.visibility</p:attrName>
                                        </p:attrNameLst>
                                      </p:cBhvr>
                                      <p:to>
                                        <p:strVal val="visible"/>
                                      </p:to>
                                    </p:set>
                                    <p:animEffect transition="in" filter="fade">
                                      <p:cBhvr>
                                        <p:cTn id="392" dur="500"/>
                                        <p:tgtEl>
                                          <p:spTgt spid="116"/>
                                        </p:tgtEl>
                                      </p:cBhvr>
                                    </p:animEffect>
                                  </p:childTnLst>
                                </p:cTn>
                              </p:par>
                              <p:par>
                                <p:cTn id="393" presetID="10" presetClass="entr" presetSubtype="0" fill="hold" grpId="0" nodeType="withEffect">
                                  <p:stCondLst>
                                    <p:cond delay="0"/>
                                  </p:stCondLst>
                                  <p:childTnLst>
                                    <p:set>
                                      <p:cBhvr>
                                        <p:cTn id="394" dur="1" fill="hold">
                                          <p:stCondLst>
                                            <p:cond delay="0"/>
                                          </p:stCondLst>
                                        </p:cTn>
                                        <p:tgtEl>
                                          <p:spTgt spid="117"/>
                                        </p:tgtEl>
                                        <p:attrNameLst>
                                          <p:attrName>style.visibility</p:attrName>
                                        </p:attrNameLst>
                                      </p:cBhvr>
                                      <p:to>
                                        <p:strVal val="visible"/>
                                      </p:to>
                                    </p:set>
                                    <p:animEffect transition="in" filter="fade">
                                      <p:cBhvr>
                                        <p:cTn id="395" dur="500"/>
                                        <p:tgtEl>
                                          <p:spTgt spid="117"/>
                                        </p:tgtEl>
                                      </p:cBhvr>
                                    </p:animEffect>
                                  </p:childTnLst>
                                </p:cTn>
                              </p:par>
                              <p:par>
                                <p:cTn id="396" presetID="10" presetClass="entr" presetSubtype="0" fill="hold" grpId="0" nodeType="withEffect">
                                  <p:stCondLst>
                                    <p:cond delay="0"/>
                                  </p:stCondLst>
                                  <p:childTnLst>
                                    <p:set>
                                      <p:cBhvr>
                                        <p:cTn id="397" dur="1" fill="hold">
                                          <p:stCondLst>
                                            <p:cond delay="0"/>
                                          </p:stCondLst>
                                        </p:cTn>
                                        <p:tgtEl>
                                          <p:spTgt spid="118"/>
                                        </p:tgtEl>
                                        <p:attrNameLst>
                                          <p:attrName>style.visibility</p:attrName>
                                        </p:attrNameLst>
                                      </p:cBhvr>
                                      <p:to>
                                        <p:strVal val="visible"/>
                                      </p:to>
                                    </p:set>
                                    <p:animEffect transition="in" filter="fade">
                                      <p:cBhvr>
                                        <p:cTn id="398" dur="500"/>
                                        <p:tgtEl>
                                          <p:spTgt spid="118"/>
                                        </p:tgtEl>
                                      </p:cBhvr>
                                    </p:animEffect>
                                  </p:childTnLst>
                                </p:cTn>
                              </p:par>
                              <p:par>
                                <p:cTn id="399" presetID="10" presetClass="entr" presetSubtype="0" fill="hold" grpId="0" nodeType="withEffect">
                                  <p:stCondLst>
                                    <p:cond delay="0"/>
                                  </p:stCondLst>
                                  <p:childTnLst>
                                    <p:set>
                                      <p:cBhvr>
                                        <p:cTn id="400" dur="1" fill="hold">
                                          <p:stCondLst>
                                            <p:cond delay="0"/>
                                          </p:stCondLst>
                                        </p:cTn>
                                        <p:tgtEl>
                                          <p:spTgt spid="119"/>
                                        </p:tgtEl>
                                        <p:attrNameLst>
                                          <p:attrName>style.visibility</p:attrName>
                                        </p:attrNameLst>
                                      </p:cBhvr>
                                      <p:to>
                                        <p:strVal val="visible"/>
                                      </p:to>
                                    </p:set>
                                    <p:animEffect transition="in" filter="fade">
                                      <p:cBhvr>
                                        <p:cTn id="401" dur="500"/>
                                        <p:tgtEl>
                                          <p:spTgt spid="119"/>
                                        </p:tgtEl>
                                      </p:cBhvr>
                                    </p:animEffect>
                                  </p:childTnLst>
                                </p:cTn>
                              </p:par>
                              <p:par>
                                <p:cTn id="402" presetID="10" presetClass="entr" presetSubtype="0" fill="hold" grpId="0" nodeType="withEffect">
                                  <p:stCondLst>
                                    <p:cond delay="0"/>
                                  </p:stCondLst>
                                  <p:childTnLst>
                                    <p:set>
                                      <p:cBhvr>
                                        <p:cTn id="403" dur="1" fill="hold">
                                          <p:stCondLst>
                                            <p:cond delay="0"/>
                                          </p:stCondLst>
                                        </p:cTn>
                                        <p:tgtEl>
                                          <p:spTgt spid="120"/>
                                        </p:tgtEl>
                                        <p:attrNameLst>
                                          <p:attrName>style.visibility</p:attrName>
                                        </p:attrNameLst>
                                      </p:cBhvr>
                                      <p:to>
                                        <p:strVal val="visible"/>
                                      </p:to>
                                    </p:set>
                                    <p:animEffect transition="in" filter="fade">
                                      <p:cBhvr>
                                        <p:cTn id="404" dur="500"/>
                                        <p:tgtEl>
                                          <p:spTgt spid="120"/>
                                        </p:tgtEl>
                                      </p:cBhvr>
                                    </p:animEffect>
                                  </p:childTnLst>
                                </p:cTn>
                              </p:par>
                              <p:par>
                                <p:cTn id="405" presetID="10" presetClass="entr" presetSubtype="0" fill="hold" grpId="0" nodeType="withEffect">
                                  <p:stCondLst>
                                    <p:cond delay="0"/>
                                  </p:stCondLst>
                                  <p:childTnLst>
                                    <p:set>
                                      <p:cBhvr>
                                        <p:cTn id="406" dur="1" fill="hold">
                                          <p:stCondLst>
                                            <p:cond delay="0"/>
                                          </p:stCondLst>
                                        </p:cTn>
                                        <p:tgtEl>
                                          <p:spTgt spid="121"/>
                                        </p:tgtEl>
                                        <p:attrNameLst>
                                          <p:attrName>style.visibility</p:attrName>
                                        </p:attrNameLst>
                                      </p:cBhvr>
                                      <p:to>
                                        <p:strVal val="visible"/>
                                      </p:to>
                                    </p:set>
                                    <p:animEffect transition="in" filter="fade">
                                      <p:cBhvr>
                                        <p:cTn id="407" dur="500"/>
                                        <p:tgtEl>
                                          <p:spTgt spid="121"/>
                                        </p:tgtEl>
                                      </p:cBhvr>
                                    </p:animEffect>
                                  </p:childTnLst>
                                </p:cTn>
                              </p:par>
                              <p:par>
                                <p:cTn id="408" presetID="10" presetClass="entr" presetSubtype="0" fill="hold" grpId="0" nodeType="withEffect">
                                  <p:stCondLst>
                                    <p:cond delay="0"/>
                                  </p:stCondLst>
                                  <p:childTnLst>
                                    <p:set>
                                      <p:cBhvr>
                                        <p:cTn id="409" dur="1" fill="hold">
                                          <p:stCondLst>
                                            <p:cond delay="0"/>
                                          </p:stCondLst>
                                        </p:cTn>
                                        <p:tgtEl>
                                          <p:spTgt spid="122"/>
                                        </p:tgtEl>
                                        <p:attrNameLst>
                                          <p:attrName>style.visibility</p:attrName>
                                        </p:attrNameLst>
                                      </p:cBhvr>
                                      <p:to>
                                        <p:strVal val="visible"/>
                                      </p:to>
                                    </p:set>
                                    <p:animEffect transition="in" filter="fade">
                                      <p:cBhvr>
                                        <p:cTn id="410" dur="500"/>
                                        <p:tgtEl>
                                          <p:spTgt spid="122"/>
                                        </p:tgtEl>
                                      </p:cBhvr>
                                    </p:animEffect>
                                  </p:childTnLst>
                                </p:cTn>
                              </p:par>
                              <p:par>
                                <p:cTn id="411" presetID="10" presetClass="entr" presetSubtype="0" fill="hold" grpId="0" nodeType="withEffect">
                                  <p:stCondLst>
                                    <p:cond delay="0"/>
                                  </p:stCondLst>
                                  <p:childTnLst>
                                    <p:set>
                                      <p:cBhvr>
                                        <p:cTn id="412" dur="1" fill="hold">
                                          <p:stCondLst>
                                            <p:cond delay="0"/>
                                          </p:stCondLst>
                                        </p:cTn>
                                        <p:tgtEl>
                                          <p:spTgt spid="123"/>
                                        </p:tgtEl>
                                        <p:attrNameLst>
                                          <p:attrName>style.visibility</p:attrName>
                                        </p:attrNameLst>
                                      </p:cBhvr>
                                      <p:to>
                                        <p:strVal val="visible"/>
                                      </p:to>
                                    </p:set>
                                    <p:animEffect transition="in" filter="fade">
                                      <p:cBhvr>
                                        <p:cTn id="413" dur="500"/>
                                        <p:tgtEl>
                                          <p:spTgt spid="123"/>
                                        </p:tgtEl>
                                      </p:cBhvr>
                                    </p:animEffect>
                                  </p:childTnLst>
                                </p:cTn>
                              </p:par>
                              <p:par>
                                <p:cTn id="414" presetID="10" presetClass="entr" presetSubtype="0" fill="hold" grpId="0" nodeType="withEffect">
                                  <p:stCondLst>
                                    <p:cond delay="0"/>
                                  </p:stCondLst>
                                  <p:childTnLst>
                                    <p:set>
                                      <p:cBhvr>
                                        <p:cTn id="415" dur="1" fill="hold">
                                          <p:stCondLst>
                                            <p:cond delay="0"/>
                                          </p:stCondLst>
                                        </p:cTn>
                                        <p:tgtEl>
                                          <p:spTgt spid="124"/>
                                        </p:tgtEl>
                                        <p:attrNameLst>
                                          <p:attrName>style.visibility</p:attrName>
                                        </p:attrNameLst>
                                      </p:cBhvr>
                                      <p:to>
                                        <p:strVal val="visible"/>
                                      </p:to>
                                    </p:set>
                                    <p:animEffect transition="in" filter="fade">
                                      <p:cBhvr>
                                        <p:cTn id="416" dur="500"/>
                                        <p:tgtEl>
                                          <p:spTgt spid="124"/>
                                        </p:tgtEl>
                                      </p:cBhvr>
                                    </p:animEffect>
                                  </p:childTnLst>
                                </p:cTn>
                              </p:par>
                              <p:par>
                                <p:cTn id="417" presetID="10" presetClass="entr" presetSubtype="0" fill="hold" grpId="0" nodeType="withEffect">
                                  <p:stCondLst>
                                    <p:cond delay="0"/>
                                  </p:stCondLst>
                                  <p:childTnLst>
                                    <p:set>
                                      <p:cBhvr>
                                        <p:cTn id="418" dur="1" fill="hold">
                                          <p:stCondLst>
                                            <p:cond delay="0"/>
                                          </p:stCondLst>
                                        </p:cTn>
                                        <p:tgtEl>
                                          <p:spTgt spid="125"/>
                                        </p:tgtEl>
                                        <p:attrNameLst>
                                          <p:attrName>style.visibility</p:attrName>
                                        </p:attrNameLst>
                                      </p:cBhvr>
                                      <p:to>
                                        <p:strVal val="visible"/>
                                      </p:to>
                                    </p:set>
                                    <p:animEffect transition="in" filter="fade">
                                      <p:cBhvr>
                                        <p:cTn id="419" dur="500"/>
                                        <p:tgtEl>
                                          <p:spTgt spid="125"/>
                                        </p:tgtEl>
                                      </p:cBhvr>
                                    </p:animEffect>
                                  </p:childTnLst>
                                </p:cTn>
                              </p:par>
                              <p:par>
                                <p:cTn id="420" presetID="10" presetClass="entr" presetSubtype="0" fill="hold" grpId="0" nodeType="withEffect">
                                  <p:stCondLst>
                                    <p:cond delay="0"/>
                                  </p:stCondLst>
                                  <p:childTnLst>
                                    <p:set>
                                      <p:cBhvr>
                                        <p:cTn id="421" dur="1" fill="hold">
                                          <p:stCondLst>
                                            <p:cond delay="0"/>
                                          </p:stCondLst>
                                        </p:cTn>
                                        <p:tgtEl>
                                          <p:spTgt spid="126"/>
                                        </p:tgtEl>
                                        <p:attrNameLst>
                                          <p:attrName>style.visibility</p:attrName>
                                        </p:attrNameLst>
                                      </p:cBhvr>
                                      <p:to>
                                        <p:strVal val="visible"/>
                                      </p:to>
                                    </p:set>
                                    <p:animEffect transition="in" filter="fade">
                                      <p:cBhvr>
                                        <p:cTn id="422" dur="500"/>
                                        <p:tgtEl>
                                          <p:spTgt spid="126"/>
                                        </p:tgtEl>
                                      </p:cBhvr>
                                    </p:animEffect>
                                  </p:childTnLst>
                                </p:cTn>
                              </p:par>
                            </p:childTnLst>
                          </p:cTn>
                        </p:par>
                        <p:par>
                          <p:cTn id="423" fill="hold">
                            <p:stCondLst>
                              <p:cond delay="7500"/>
                            </p:stCondLst>
                            <p:childTnLst>
                              <p:par>
                                <p:cTn id="424" presetID="10" presetClass="entr" presetSubtype="0" fill="hold" grpId="0" nodeType="afterEffect">
                                  <p:stCondLst>
                                    <p:cond delay="0"/>
                                  </p:stCondLst>
                                  <p:childTnLst>
                                    <p:set>
                                      <p:cBhvr>
                                        <p:cTn id="425" dur="1" fill="hold">
                                          <p:stCondLst>
                                            <p:cond delay="0"/>
                                          </p:stCondLst>
                                        </p:cTn>
                                        <p:tgtEl>
                                          <p:spTgt spid="71"/>
                                        </p:tgtEl>
                                        <p:attrNameLst>
                                          <p:attrName>style.visibility</p:attrName>
                                        </p:attrNameLst>
                                      </p:cBhvr>
                                      <p:to>
                                        <p:strVal val="visible"/>
                                      </p:to>
                                    </p:set>
                                    <p:animEffect transition="in" filter="fade">
                                      <p:cBhvr>
                                        <p:cTn id="426" dur="500"/>
                                        <p:tgtEl>
                                          <p:spTgt spid="71"/>
                                        </p:tgtEl>
                                      </p:cBhvr>
                                    </p:animEffect>
                                  </p:childTnLst>
                                </p:cTn>
                              </p:par>
                              <p:par>
                                <p:cTn id="427" presetID="10" presetClass="entr" presetSubtype="0" fill="hold" grpId="0" nodeType="withEffect">
                                  <p:stCondLst>
                                    <p:cond delay="0"/>
                                  </p:stCondLst>
                                  <p:childTnLst>
                                    <p:set>
                                      <p:cBhvr>
                                        <p:cTn id="428" dur="1" fill="hold">
                                          <p:stCondLst>
                                            <p:cond delay="0"/>
                                          </p:stCondLst>
                                        </p:cTn>
                                        <p:tgtEl>
                                          <p:spTgt spid="74"/>
                                        </p:tgtEl>
                                        <p:attrNameLst>
                                          <p:attrName>style.visibility</p:attrName>
                                        </p:attrNameLst>
                                      </p:cBhvr>
                                      <p:to>
                                        <p:strVal val="visible"/>
                                      </p:to>
                                    </p:set>
                                    <p:animEffect transition="in" filter="fade">
                                      <p:cBhvr>
                                        <p:cTn id="429" dur="500"/>
                                        <p:tgtEl>
                                          <p:spTgt spid="74"/>
                                        </p:tgtEl>
                                      </p:cBhvr>
                                    </p:animEffect>
                                  </p:childTnLst>
                                </p:cTn>
                              </p:par>
                              <p:par>
                                <p:cTn id="430" presetID="10" presetClass="entr" presetSubtype="0" fill="hold" nodeType="withEffect">
                                  <p:stCondLst>
                                    <p:cond delay="0"/>
                                  </p:stCondLst>
                                  <p:childTnLst>
                                    <p:set>
                                      <p:cBhvr>
                                        <p:cTn id="431" dur="1" fill="hold">
                                          <p:stCondLst>
                                            <p:cond delay="0"/>
                                          </p:stCondLst>
                                        </p:cTn>
                                        <p:tgtEl>
                                          <p:spTgt spid="128"/>
                                        </p:tgtEl>
                                        <p:attrNameLst>
                                          <p:attrName>style.visibility</p:attrName>
                                        </p:attrNameLst>
                                      </p:cBhvr>
                                      <p:to>
                                        <p:strVal val="visible"/>
                                      </p:to>
                                    </p:set>
                                    <p:animEffect transition="in" filter="fade">
                                      <p:cBhvr>
                                        <p:cTn id="432" dur="500"/>
                                        <p:tgtEl>
                                          <p:spTgt spid="128"/>
                                        </p:tgtEl>
                                      </p:cBhvr>
                                    </p:animEffect>
                                  </p:childTnLst>
                                </p:cTn>
                              </p:par>
                              <p:par>
                                <p:cTn id="433" presetID="10" presetClass="entr" presetSubtype="0" fill="hold" nodeType="withEffect">
                                  <p:stCondLst>
                                    <p:cond delay="0"/>
                                  </p:stCondLst>
                                  <p:childTnLst>
                                    <p:set>
                                      <p:cBhvr>
                                        <p:cTn id="434" dur="1" fill="hold">
                                          <p:stCondLst>
                                            <p:cond delay="0"/>
                                          </p:stCondLst>
                                        </p:cTn>
                                        <p:tgtEl>
                                          <p:spTgt spid="129"/>
                                        </p:tgtEl>
                                        <p:attrNameLst>
                                          <p:attrName>style.visibility</p:attrName>
                                        </p:attrNameLst>
                                      </p:cBhvr>
                                      <p:to>
                                        <p:strVal val="visible"/>
                                      </p:to>
                                    </p:set>
                                    <p:animEffect transition="in" filter="fade">
                                      <p:cBhvr>
                                        <p:cTn id="435" dur="500"/>
                                        <p:tgtEl>
                                          <p:spTgt spid="129"/>
                                        </p:tgtEl>
                                      </p:cBhvr>
                                    </p:animEffect>
                                  </p:childTnLst>
                                </p:cTn>
                              </p:par>
                            </p:childTnLst>
                          </p:cTn>
                        </p:par>
                        <p:par>
                          <p:cTn id="436" fill="hold">
                            <p:stCondLst>
                              <p:cond delay="8000"/>
                            </p:stCondLst>
                            <p:childTnLst>
                              <p:par>
                                <p:cTn id="437" presetID="16" presetClass="entr" presetSubtype="26" fill="hold" nodeType="afterEffect">
                                  <p:stCondLst>
                                    <p:cond delay="0"/>
                                  </p:stCondLst>
                                  <p:childTnLst>
                                    <p:set>
                                      <p:cBhvr>
                                        <p:cTn id="438" dur="1" fill="hold">
                                          <p:stCondLst>
                                            <p:cond delay="0"/>
                                          </p:stCondLst>
                                        </p:cTn>
                                        <p:tgtEl>
                                          <p:spTgt spid="72"/>
                                        </p:tgtEl>
                                        <p:attrNameLst>
                                          <p:attrName>style.visibility</p:attrName>
                                        </p:attrNameLst>
                                      </p:cBhvr>
                                      <p:to>
                                        <p:strVal val="visible"/>
                                      </p:to>
                                    </p:set>
                                    <p:animEffect transition="in" filter="barn(inHorizontal)">
                                      <p:cBhvr>
                                        <p:cTn id="439" dur="250"/>
                                        <p:tgtEl>
                                          <p:spTgt spid="72"/>
                                        </p:tgtEl>
                                      </p:cBhvr>
                                    </p:animEffect>
                                  </p:childTnLst>
                                </p:cTn>
                              </p:par>
                            </p:childTnLst>
                          </p:cTn>
                        </p:par>
                        <p:par>
                          <p:cTn id="440" fill="hold">
                            <p:stCondLst>
                              <p:cond delay="8250"/>
                            </p:stCondLst>
                            <p:childTnLst>
                              <p:par>
                                <p:cTn id="441" presetID="22" presetClass="entr" presetSubtype="2" fill="hold" nodeType="afterEffect">
                                  <p:stCondLst>
                                    <p:cond delay="0"/>
                                  </p:stCondLst>
                                  <p:childTnLst>
                                    <p:set>
                                      <p:cBhvr>
                                        <p:cTn id="442" dur="1" fill="hold">
                                          <p:stCondLst>
                                            <p:cond delay="0"/>
                                          </p:stCondLst>
                                        </p:cTn>
                                        <p:tgtEl>
                                          <p:spTgt spid="73"/>
                                        </p:tgtEl>
                                        <p:attrNameLst>
                                          <p:attrName>style.visibility</p:attrName>
                                        </p:attrNameLst>
                                      </p:cBhvr>
                                      <p:to>
                                        <p:strVal val="visible"/>
                                      </p:to>
                                    </p:set>
                                    <p:animEffect transition="in" filter="wipe(right)">
                                      <p:cBhvr>
                                        <p:cTn id="443" dur="250"/>
                                        <p:tgtEl>
                                          <p:spTgt spid="73"/>
                                        </p:tgtEl>
                                      </p:cBhvr>
                                    </p:animEffect>
                                  </p:childTnLst>
                                </p:cTn>
                              </p:par>
                            </p:childTnLst>
                          </p:cTn>
                        </p:par>
                        <p:par>
                          <p:cTn id="444" fill="hold">
                            <p:stCondLst>
                              <p:cond delay="8500"/>
                            </p:stCondLst>
                            <p:childTnLst>
                              <p:par>
                                <p:cTn id="445" presetID="10" presetClass="entr" presetSubtype="0" fill="hold" grpId="0" nodeType="afterEffect">
                                  <p:stCondLst>
                                    <p:cond delay="0"/>
                                  </p:stCondLst>
                                  <p:childTnLst>
                                    <p:set>
                                      <p:cBhvr>
                                        <p:cTn id="446" dur="1" fill="hold">
                                          <p:stCondLst>
                                            <p:cond delay="0"/>
                                          </p:stCondLst>
                                        </p:cTn>
                                        <p:tgtEl>
                                          <p:spTgt spid="223"/>
                                        </p:tgtEl>
                                        <p:attrNameLst>
                                          <p:attrName>style.visibility</p:attrName>
                                        </p:attrNameLst>
                                      </p:cBhvr>
                                      <p:to>
                                        <p:strVal val="visible"/>
                                      </p:to>
                                    </p:set>
                                    <p:animEffect transition="in" filter="fade">
                                      <p:cBhvr>
                                        <p:cTn id="447" dur="250"/>
                                        <p:tgtEl>
                                          <p:spTgt spid="223"/>
                                        </p:tgtEl>
                                      </p:cBhvr>
                                    </p:animEffect>
                                  </p:childTnLst>
                                </p:cTn>
                              </p:par>
                              <p:par>
                                <p:cTn id="448" presetID="10" presetClass="entr" presetSubtype="0" fill="hold" nodeType="withEffect">
                                  <p:stCondLst>
                                    <p:cond delay="0"/>
                                  </p:stCondLst>
                                  <p:childTnLst>
                                    <p:set>
                                      <p:cBhvr>
                                        <p:cTn id="449" dur="1" fill="hold">
                                          <p:stCondLst>
                                            <p:cond delay="0"/>
                                          </p:stCondLst>
                                        </p:cTn>
                                        <p:tgtEl>
                                          <p:spTgt spid="224"/>
                                        </p:tgtEl>
                                        <p:attrNameLst>
                                          <p:attrName>style.visibility</p:attrName>
                                        </p:attrNameLst>
                                      </p:cBhvr>
                                      <p:to>
                                        <p:strVal val="visible"/>
                                      </p:to>
                                    </p:set>
                                    <p:animEffect transition="in" filter="fade">
                                      <p:cBhvr>
                                        <p:cTn id="450" dur="250"/>
                                        <p:tgtEl>
                                          <p:spTgt spid="224"/>
                                        </p:tgtEl>
                                      </p:cBhvr>
                                    </p:animEffect>
                                  </p:childTnLst>
                                </p:cTn>
                              </p:par>
                            </p:childTnLst>
                          </p:cTn>
                        </p:par>
                        <p:par>
                          <p:cTn id="451" fill="hold">
                            <p:stCondLst>
                              <p:cond delay="8750"/>
                            </p:stCondLst>
                            <p:childTnLst>
                              <p:par>
                                <p:cTn id="452" presetID="10" presetClass="entr" presetSubtype="0" fill="hold" nodeType="afterEffect">
                                  <p:stCondLst>
                                    <p:cond delay="0"/>
                                  </p:stCondLst>
                                  <p:childTnLst>
                                    <p:set>
                                      <p:cBhvr>
                                        <p:cTn id="453" dur="1" fill="hold">
                                          <p:stCondLst>
                                            <p:cond delay="0"/>
                                          </p:stCondLst>
                                        </p:cTn>
                                        <p:tgtEl>
                                          <p:spTgt spid="217"/>
                                        </p:tgtEl>
                                        <p:attrNameLst>
                                          <p:attrName>style.visibility</p:attrName>
                                        </p:attrNameLst>
                                      </p:cBhvr>
                                      <p:to>
                                        <p:strVal val="visible"/>
                                      </p:to>
                                    </p:set>
                                    <p:animEffect transition="in" filter="fade">
                                      <p:cBhvr>
                                        <p:cTn id="454" dur="250"/>
                                        <p:tgtEl>
                                          <p:spTgt spid="217"/>
                                        </p:tgtEl>
                                      </p:cBhvr>
                                    </p:animEffect>
                                  </p:childTnLst>
                                </p:cTn>
                              </p:par>
                              <p:par>
                                <p:cTn id="455" presetID="10" presetClass="entr" presetSubtype="0" fill="hold" grpId="0" nodeType="withEffect">
                                  <p:stCondLst>
                                    <p:cond delay="0"/>
                                  </p:stCondLst>
                                  <p:childTnLst>
                                    <p:set>
                                      <p:cBhvr>
                                        <p:cTn id="456" dur="1" fill="hold">
                                          <p:stCondLst>
                                            <p:cond delay="0"/>
                                          </p:stCondLst>
                                        </p:cTn>
                                        <p:tgtEl>
                                          <p:spTgt spid="222"/>
                                        </p:tgtEl>
                                        <p:attrNameLst>
                                          <p:attrName>style.visibility</p:attrName>
                                        </p:attrNameLst>
                                      </p:cBhvr>
                                      <p:to>
                                        <p:strVal val="visible"/>
                                      </p:to>
                                    </p:set>
                                    <p:animEffect transition="in" filter="fade">
                                      <p:cBhvr>
                                        <p:cTn id="457" dur="250"/>
                                        <p:tgtEl>
                                          <p:spTgt spid="222"/>
                                        </p:tgtEl>
                                      </p:cBhvr>
                                    </p:animEffect>
                                  </p:childTnLst>
                                </p:cTn>
                              </p:par>
                            </p:childTnLst>
                          </p:cTn>
                        </p:par>
                        <p:par>
                          <p:cTn id="458" fill="hold">
                            <p:stCondLst>
                              <p:cond delay="9000"/>
                            </p:stCondLst>
                            <p:childTnLst>
                              <p:par>
                                <p:cTn id="459" presetID="10" presetClass="entr" presetSubtype="0" fill="hold" nodeType="afterEffect">
                                  <p:stCondLst>
                                    <p:cond delay="0"/>
                                  </p:stCondLst>
                                  <p:childTnLst>
                                    <p:set>
                                      <p:cBhvr>
                                        <p:cTn id="460" dur="1" fill="hold">
                                          <p:stCondLst>
                                            <p:cond delay="0"/>
                                          </p:stCondLst>
                                        </p:cTn>
                                        <p:tgtEl>
                                          <p:spTgt spid="244"/>
                                        </p:tgtEl>
                                        <p:attrNameLst>
                                          <p:attrName>style.visibility</p:attrName>
                                        </p:attrNameLst>
                                      </p:cBhvr>
                                      <p:to>
                                        <p:strVal val="visible"/>
                                      </p:to>
                                    </p:set>
                                    <p:animEffect transition="in" filter="fade">
                                      <p:cBhvr>
                                        <p:cTn id="461" dur="250"/>
                                        <p:tgtEl>
                                          <p:spTgt spid="244"/>
                                        </p:tgtEl>
                                      </p:cBhvr>
                                    </p:animEffect>
                                  </p:childTnLst>
                                </p:cTn>
                              </p:par>
                              <p:par>
                                <p:cTn id="462" presetID="10" presetClass="entr" presetSubtype="0" fill="hold" grpId="0" nodeType="withEffect">
                                  <p:stCondLst>
                                    <p:cond delay="0"/>
                                  </p:stCondLst>
                                  <p:childTnLst>
                                    <p:set>
                                      <p:cBhvr>
                                        <p:cTn id="463" dur="1" fill="hold">
                                          <p:stCondLst>
                                            <p:cond delay="0"/>
                                          </p:stCondLst>
                                        </p:cTn>
                                        <p:tgtEl>
                                          <p:spTgt spid="245"/>
                                        </p:tgtEl>
                                        <p:attrNameLst>
                                          <p:attrName>style.visibility</p:attrName>
                                        </p:attrNameLst>
                                      </p:cBhvr>
                                      <p:to>
                                        <p:strVal val="visible"/>
                                      </p:to>
                                    </p:set>
                                    <p:animEffect transition="in" filter="fade">
                                      <p:cBhvr>
                                        <p:cTn id="464" dur="250"/>
                                        <p:tgtEl>
                                          <p:spTgt spid="245"/>
                                        </p:tgtEl>
                                      </p:cBhvr>
                                    </p:animEffect>
                                  </p:childTnLst>
                                </p:cTn>
                              </p:par>
                              <p:par>
                                <p:cTn id="465" presetID="26" presetClass="emph" presetSubtype="0" repeatCount="indefinite" fill="hold" grpId="1" nodeType="withEffect">
                                  <p:stCondLst>
                                    <p:cond delay="150"/>
                                  </p:stCondLst>
                                  <p:childTnLst>
                                    <p:animEffect transition="out" filter="fade">
                                      <p:cBhvr>
                                        <p:cTn id="466" dur="500" tmFilter="0, 0; .2, .5; .8, .5; 1, 0"/>
                                        <p:tgtEl>
                                          <p:spTgt spid="160"/>
                                        </p:tgtEl>
                                      </p:cBhvr>
                                    </p:animEffect>
                                    <p:animScale>
                                      <p:cBhvr>
                                        <p:cTn id="467" dur="250" autoRev="1" fill="hold"/>
                                        <p:tgtEl>
                                          <p:spTgt spid="160"/>
                                        </p:tgtEl>
                                      </p:cBhvr>
                                      <p:by x="105000" y="105000"/>
                                    </p:animScale>
                                  </p:childTnLst>
                                </p:cTn>
                              </p:par>
                              <p:par>
                                <p:cTn id="468" presetID="26" presetClass="emph" presetSubtype="0" repeatCount="indefinite" fill="hold" grpId="1" nodeType="withEffect">
                                  <p:stCondLst>
                                    <p:cond delay="0"/>
                                  </p:stCondLst>
                                  <p:childTnLst>
                                    <p:animEffect transition="out" filter="fade">
                                      <p:cBhvr>
                                        <p:cTn id="469" dur="500" tmFilter="0, 0; .2, .5; .8, .5; 1, 0"/>
                                        <p:tgtEl>
                                          <p:spTgt spid="161"/>
                                        </p:tgtEl>
                                      </p:cBhvr>
                                    </p:animEffect>
                                    <p:animScale>
                                      <p:cBhvr>
                                        <p:cTn id="470" dur="250" autoRev="1" fill="hold"/>
                                        <p:tgtEl>
                                          <p:spTgt spid="161"/>
                                        </p:tgtEl>
                                      </p:cBhvr>
                                      <p:by x="105000" y="105000"/>
                                    </p:animScale>
                                  </p:childTnLst>
                                </p:cTn>
                              </p:par>
                              <p:par>
                                <p:cTn id="471" presetID="26" presetClass="emph" presetSubtype="0" repeatCount="indefinite" fill="hold" grpId="1" nodeType="withEffect">
                                  <p:stCondLst>
                                    <p:cond delay="100"/>
                                  </p:stCondLst>
                                  <p:childTnLst>
                                    <p:animEffect transition="out" filter="fade">
                                      <p:cBhvr>
                                        <p:cTn id="472" dur="500" tmFilter="0, 0; .2, .5; .8, .5; 1, 0"/>
                                        <p:tgtEl>
                                          <p:spTgt spid="166"/>
                                        </p:tgtEl>
                                      </p:cBhvr>
                                    </p:animEffect>
                                    <p:animScale>
                                      <p:cBhvr>
                                        <p:cTn id="473" dur="250" autoRev="1" fill="hold"/>
                                        <p:tgtEl>
                                          <p:spTgt spid="166"/>
                                        </p:tgtEl>
                                      </p:cBhvr>
                                      <p:by x="105000" y="105000"/>
                                    </p:animScale>
                                  </p:childTnLst>
                                </p:cTn>
                              </p:par>
                              <p:par>
                                <p:cTn id="474" presetID="26" presetClass="emph" presetSubtype="0" repeatCount="indefinite" fill="hold" grpId="1" nodeType="withEffect">
                                  <p:stCondLst>
                                    <p:cond delay="0"/>
                                  </p:stCondLst>
                                  <p:childTnLst>
                                    <p:animEffect transition="out" filter="fade">
                                      <p:cBhvr>
                                        <p:cTn id="475" dur="500" tmFilter="0, 0; .2, .5; .8, .5; 1, 0"/>
                                        <p:tgtEl>
                                          <p:spTgt spid="168"/>
                                        </p:tgtEl>
                                      </p:cBhvr>
                                    </p:animEffect>
                                    <p:animScale>
                                      <p:cBhvr>
                                        <p:cTn id="476" dur="250" autoRev="1" fill="hold"/>
                                        <p:tgtEl>
                                          <p:spTgt spid="168"/>
                                        </p:tgtEl>
                                      </p:cBhvr>
                                      <p:by x="105000" y="105000"/>
                                    </p:animScale>
                                  </p:childTnLst>
                                </p:cTn>
                              </p:par>
                              <p:par>
                                <p:cTn id="477" presetID="26" presetClass="emph" presetSubtype="0" repeatCount="indefinite" fill="hold" grpId="1" nodeType="withEffect">
                                  <p:stCondLst>
                                    <p:cond delay="0"/>
                                  </p:stCondLst>
                                  <p:childTnLst>
                                    <p:animEffect transition="out" filter="fade">
                                      <p:cBhvr>
                                        <p:cTn id="478" dur="500" tmFilter="0, 0; .2, .5; .8, .5; 1, 0"/>
                                        <p:tgtEl>
                                          <p:spTgt spid="170"/>
                                        </p:tgtEl>
                                      </p:cBhvr>
                                    </p:animEffect>
                                    <p:animScale>
                                      <p:cBhvr>
                                        <p:cTn id="479" dur="250" autoRev="1" fill="hold"/>
                                        <p:tgtEl>
                                          <p:spTgt spid="170"/>
                                        </p:tgtEl>
                                      </p:cBhvr>
                                      <p:by x="105000" y="105000"/>
                                    </p:animScale>
                                  </p:childTnLst>
                                </p:cTn>
                              </p:par>
                              <p:par>
                                <p:cTn id="480" presetID="26" presetClass="emph" presetSubtype="0" repeatCount="indefinite" fill="hold" grpId="1" nodeType="withEffect">
                                  <p:stCondLst>
                                    <p:cond delay="100"/>
                                  </p:stCondLst>
                                  <p:childTnLst>
                                    <p:animEffect transition="out" filter="fade">
                                      <p:cBhvr>
                                        <p:cTn id="481" dur="500" tmFilter="0, 0; .2, .5; .8, .5; 1, 0"/>
                                        <p:tgtEl>
                                          <p:spTgt spid="140"/>
                                        </p:tgtEl>
                                      </p:cBhvr>
                                    </p:animEffect>
                                    <p:animScale>
                                      <p:cBhvr>
                                        <p:cTn id="482" dur="250" autoRev="1" fill="hold"/>
                                        <p:tgtEl>
                                          <p:spTgt spid="140"/>
                                        </p:tgtEl>
                                      </p:cBhvr>
                                      <p:by x="105000" y="105000"/>
                                    </p:animScale>
                                  </p:childTnLst>
                                </p:cTn>
                              </p:par>
                              <p:par>
                                <p:cTn id="483" presetID="26" presetClass="emph" presetSubtype="0" repeatCount="indefinite" fill="hold" grpId="1" nodeType="withEffect">
                                  <p:stCondLst>
                                    <p:cond delay="0"/>
                                  </p:stCondLst>
                                  <p:childTnLst>
                                    <p:animEffect transition="out" filter="fade">
                                      <p:cBhvr>
                                        <p:cTn id="484" dur="500" tmFilter="0, 0; .2, .5; .8, .5; 1, 0"/>
                                        <p:tgtEl>
                                          <p:spTgt spid="141"/>
                                        </p:tgtEl>
                                      </p:cBhvr>
                                    </p:animEffect>
                                    <p:animScale>
                                      <p:cBhvr>
                                        <p:cTn id="485" dur="250" autoRev="1" fill="hold"/>
                                        <p:tgtEl>
                                          <p:spTgt spid="141"/>
                                        </p:tgtEl>
                                      </p:cBhvr>
                                      <p:by x="105000" y="105000"/>
                                    </p:animScale>
                                  </p:childTnLst>
                                </p:cTn>
                              </p:par>
                              <p:par>
                                <p:cTn id="486" presetID="26" presetClass="emph" presetSubtype="0" repeatCount="indefinite" fill="hold" grpId="1" nodeType="withEffect">
                                  <p:stCondLst>
                                    <p:cond delay="250"/>
                                  </p:stCondLst>
                                  <p:childTnLst>
                                    <p:animEffect transition="out" filter="fade">
                                      <p:cBhvr>
                                        <p:cTn id="487" dur="500" tmFilter="0, 0; .2, .5; .8, .5; 1, 0"/>
                                        <p:tgtEl>
                                          <p:spTgt spid="146"/>
                                        </p:tgtEl>
                                      </p:cBhvr>
                                    </p:animEffect>
                                    <p:animScale>
                                      <p:cBhvr>
                                        <p:cTn id="488" dur="250" autoRev="1" fill="hold"/>
                                        <p:tgtEl>
                                          <p:spTgt spid="146"/>
                                        </p:tgtEl>
                                      </p:cBhvr>
                                      <p:by x="105000" y="105000"/>
                                    </p:animScale>
                                  </p:childTnLst>
                                </p:cTn>
                              </p:par>
                              <p:par>
                                <p:cTn id="489" presetID="26" presetClass="emph" presetSubtype="0" repeatCount="indefinite" fill="hold" grpId="1" nodeType="withEffect">
                                  <p:stCondLst>
                                    <p:cond delay="0"/>
                                  </p:stCondLst>
                                  <p:childTnLst>
                                    <p:animEffect transition="out" filter="fade">
                                      <p:cBhvr>
                                        <p:cTn id="490" dur="500" tmFilter="0, 0; .2, .5; .8, .5; 1, 0"/>
                                        <p:tgtEl>
                                          <p:spTgt spid="149"/>
                                        </p:tgtEl>
                                      </p:cBhvr>
                                    </p:animEffect>
                                    <p:animScale>
                                      <p:cBhvr>
                                        <p:cTn id="491" dur="250" autoRev="1" fill="hold"/>
                                        <p:tgtEl>
                                          <p:spTgt spid="149"/>
                                        </p:tgtEl>
                                      </p:cBhvr>
                                      <p:by x="105000" y="105000"/>
                                    </p:animScale>
                                  </p:childTnLst>
                                </p:cTn>
                              </p:par>
                              <p:par>
                                <p:cTn id="492" presetID="26" presetClass="emph" presetSubtype="0" repeatCount="indefinite" fill="hold" grpId="1" nodeType="withEffect">
                                  <p:stCondLst>
                                    <p:cond delay="200"/>
                                  </p:stCondLst>
                                  <p:childTnLst>
                                    <p:animEffect transition="out" filter="fade">
                                      <p:cBhvr>
                                        <p:cTn id="493" dur="500" tmFilter="0, 0; .2, .5; .8, .5; 1, 0"/>
                                        <p:tgtEl>
                                          <p:spTgt spid="150"/>
                                        </p:tgtEl>
                                      </p:cBhvr>
                                    </p:animEffect>
                                    <p:animScale>
                                      <p:cBhvr>
                                        <p:cTn id="494" dur="250" autoRev="1" fill="hold"/>
                                        <p:tgtEl>
                                          <p:spTgt spid="150"/>
                                        </p:tgtEl>
                                      </p:cBhvr>
                                      <p:by x="105000" y="105000"/>
                                    </p:animScale>
                                  </p:childTnLst>
                                </p:cTn>
                              </p:par>
                              <p:par>
                                <p:cTn id="495" presetID="26" presetClass="emph" presetSubtype="0" repeatCount="indefinite" fill="hold" grpId="1" nodeType="withEffect">
                                  <p:stCondLst>
                                    <p:cond delay="100"/>
                                  </p:stCondLst>
                                  <p:childTnLst>
                                    <p:animEffect transition="out" filter="fade">
                                      <p:cBhvr>
                                        <p:cTn id="496" dur="500" tmFilter="0, 0; .2, .5; .8, .5; 1, 0"/>
                                        <p:tgtEl>
                                          <p:spTgt spid="114"/>
                                        </p:tgtEl>
                                      </p:cBhvr>
                                    </p:animEffect>
                                    <p:animScale>
                                      <p:cBhvr>
                                        <p:cTn id="497" dur="250" autoRev="1" fill="hold"/>
                                        <p:tgtEl>
                                          <p:spTgt spid="114"/>
                                        </p:tgtEl>
                                      </p:cBhvr>
                                      <p:by x="105000" y="105000"/>
                                    </p:animScale>
                                  </p:childTnLst>
                                </p:cTn>
                              </p:par>
                              <p:par>
                                <p:cTn id="498" presetID="26" presetClass="emph" presetSubtype="0" repeatCount="indefinite" fill="hold" grpId="1" nodeType="withEffect">
                                  <p:stCondLst>
                                    <p:cond delay="0"/>
                                  </p:stCondLst>
                                  <p:childTnLst>
                                    <p:animEffect transition="out" filter="fade">
                                      <p:cBhvr>
                                        <p:cTn id="499" dur="500" tmFilter="0, 0; .2, .5; .8, .5; 1, 0"/>
                                        <p:tgtEl>
                                          <p:spTgt spid="118"/>
                                        </p:tgtEl>
                                      </p:cBhvr>
                                    </p:animEffect>
                                    <p:animScale>
                                      <p:cBhvr>
                                        <p:cTn id="500" dur="250" autoRev="1" fill="hold"/>
                                        <p:tgtEl>
                                          <p:spTgt spid="118"/>
                                        </p:tgtEl>
                                      </p:cBhvr>
                                      <p:by x="105000" y="105000"/>
                                    </p:animScale>
                                  </p:childTnLst>
                                </p:cTn>
                              </p:par>
                              <p:par>
                                <p:cTn id="501" presetID="26" presetClass="emph" presetSubtype="0" repeatCount="indefinite" fill="hold" grpId="1" nodeType="withEffect">
                                  <p:stCondLst>
                                    <p:cond delay="100"/>
                                  </p:stCondLst>
                                  <p:childTnLst>
                                    <p:animEffect transition="out" filter="fade">
                                      <p:cBhvr>
                                        <p:cTn id="502" dur="500" tmFilter="0, 0; .2, .5; .8, .5; 1, 0"/>
                                        <p:tgtEl>
                                          <p:spTgt spid="122"/>
                                        </p:tgtEl>
                                      </p:cBhvr>
                                    </p:animEffect>
                                    <p:animScale>
                                      <p:cBhvr>
                                        <p:cTn id="503" dur="250" autoRev="1" fill="hold"/>
                                        <p:tgtEl>
                                          <p:spTgt spid="122"/>
                                        </p:tgtEl>
                                      </p:cBhvr>
                                      <p:by x="105000" y="105000"/>
                                    </p:animScale>
                                  </p:childTnLst>
                                </p:cTn>
                              </p:par>
                              <p:par>
                                <p:cTn id="504" presetID="26" presetClass="emph" presetSubtype="0" repeatCount="indefinite" fill="hold" grpId="1" nodeType="withEffect">
                                  <p:stCondLst>
                                    <p:cond delay="0"/>
                                  </p:stCondLst>
                                  <p:childTnLst>
                                    <p:animEffect transition="out" filter="fade">
                                      <p:cBhvr>
                                        <p:cTn id="505" dur="500" tmFilter="0, 0; .2, .5; .8, .5; 1, 0"/>
                                        <p:tgtEl>
                                          <p:spTgt spid="126"/>
                                        </p:tgtEl>
                                      </p:cBhvr>
                                    </p:animEffect>
                                    <p:animScale>
                                      <p:cBhvr>
                                        <p:cTn id="506" dur="250" autoRev="1" fill="hold"/>
                                        <p:tgtEl>
                                          <p:spTgt spid="126"/>
                                        </p:tgtEl>
                                      </p:cBhvr>
                                      <p:by x="105000" y="105000"/>
                                    </p:animScale>
                                  </p:childTnLst>
                                </p:cTn>
                              </p:par>
                            </p:childTnLst>
                          </p:cTn>
                        </p:par>
                        <p:par>
                          <p:cTn id="507" fill="hold">
                            <p:stCondLst>
                              <p:cond delay="9750"/>
                            </p:stCondLst>
                            <p:childTnLst>
                              <p:par>
                                <p:cTn id="508" presetID="10" presetClass="entr" presetSubtype="0" fill="hold" grpId="0" nodeType="afterEffect">
                                  <p:stCondLst>
                                    <p:cond delay="0"/>
                                  </p:stCondLst>
                                  <p:childTnLst>
                                    <p:set>
                                      <p:cBhvr>
                                        <p:cTn id="509" dur="1" fill="hold">
                                          <p:stCondLst>
                                            <p:cond delay="0"/>
                                          </p:stCondLst>
                                        </p:cTn>
                                        <p:tgtEl>
                                          <p:spTgt spid="184"/>
                                        </p:tgtEl>
                                        <p:attrNameLst>
                                          <p:attrName>style.visibility</p:attrName>
                                        </p:attrNameLst>
                                      </p:cBhvr>
                                      <p:to>
                                        <p:strVal val="visible"/>
                                      </p:to>
                                    </p:set>
                                    <p:animEffect transition="in" filter="fade">
                                      <p:cBhvr>
                                        <p:cTn id="510" dur="500"/>
                                        <p:tgtEl>
                                          <p:spTgt spid="184"/>
                                        </p:tgtEl>
                                      </p:cBhvr>
                                    </p:animEffect>
                                  </p:childTnLst>
                                </p:cTn>
                              </p:par>
                              <p:par>
                                <p:cTn id="511" presetID="10" presetClass="entr" presetSubtype="0" fill="hold" grpId="0" nodeType="withEffect">
                                  <p:stCondLst>
                                    <p:cond delay="0"/>
                                  </p:stCondLst>
                                  <p:childTnLst>
                                    <p:set>
                                      <p:cBhvr>
                                        <p:cTn id="512" dur="1" fill="hold">
                                          <p:stCondLst>
                                            <p:cond delay="0"/>
                                          </p:stCondLst>
                                        </p:cTn>
                                        <p:tgtEl>
                                          <p:spTgt spid="186"/>
                                        </p:tgtEl>
                                        <p:attrNameLst>
                                          <p:attrName>style.visibility</p:attrName>
                                        </p:attrNameLst>
                                      </p:cBhvr>
                                      <p:to>
                                        <p:strVal val="visible"/>
                                      </p:to>
                                    </p:set>
                                    <p:animEffect transition="in" filter="fade">
                                      <p:cBhvr>
                                        <p:cTn id="513" dur="500"/>
                                        <p:tgtEl>
                                          <p:spTgt spid="186"/>
                                        </p:tgtEl>
                                      </p:cBhvr>
                                    </p:animEffect>
                                  </p:childTnLst>
                                </p:cTn>
                              </p:par>
                            </p:childTnLst>
                          </p:cTn>
                        </p:par>
                        <p:par>
                          <p:cTn id="514" fill="hold">
                            <p:stCondLst>
                              <p:cond delay="10250"/>
                            </p:stCondLst>
                            <p:childTnLst>
                              <p:par>
                                <p:cTn id="515" presetID="10" presetClass="entr" presetSubtype="0" fill="hold" grpId="0" nodeType="afterEffect">
                                  <p:stCondLst>
                                    <p:cond delay="1500"/>
                                  </p:stCondLst>
                                  <p:childTnLst>
                                    <p:set>
                                      <p:cBhvr>
                                        <p:cTn id="516" dur="1" fill="hold">
                                          <p:stCondLst>
                                            <p:cond delay="0"/>
                                          </p:stCondLst>
                                        </p:cTn>
                                        <p:tgtEl>
                                          <p:spTgt spid="127"/>
                                        </p:tgtEl>
                                        <p:attrNameLst>
                                          <p:attrName>style.visibility</p:attrName>
                                        </p:attrNameLst>
                                      </p:cBhvr>
                                      <p:to>
                                        <p:strVal val="visible"/>
                                      </p:to>
                                    </p:set>
                                    <p:animEffect transition="in" filter="fade">
                                      <p:cBhvr>
                                        <p:cTn id="517" dur="500"/>
                                        <p:tgtEl>
                                          <p:spTgt spid="127"/>
                                        </p:tgtEl>
                                      </p:cBhvr>
                                    </p:animEffect>
                                  </p:childTnLst>
                                </p:cTn>
                              </p:par>
                              <p:par>
                                <p:cTn id="518" presetID="10" presetClass="entr" presetSubtype="0" fill="hold" grpId="0" nodeType="withEffect">
                                  <p:stCondLst>
                                    <p:cond delay="1500"/>
                                  </p:stCondLst>
                                  <p:childTnLst>
                                    <p:set>
                                      <p:cBhvr>
                                        <p:cTn id="519" dur="1" fill="hold">
                                          <p:stCondLst>
                                            <p:cond delay="0"/>
                                          </p:stCondLst>
                                        </p:cTn>
                                        <p:tgtEl>
                                          <p:spTgt spid="5"/>
                                        </p:tgtEl>
                                        <p:attrNameLst>
                                          <p:attrName>style.visibility</p:attrName>
                                        </p:attrNameLst>
                                      </p:cBhvr>
                                      <p:to>
                                        <p:strVal val="visible"/>
                                      </p:to>
                                    </p:set>
                                    <p:animEffect transition="in" filter="fade">
                                      <p:cBhvr>
                                        <p:cTn id="520" dur="500"/>
                                        <p:tgtEl>
                                          <p:spTgt spid="5"/>
                                        </p:tgtEl>
                                      </p:cBhvr>
                                    </p:animEffect>
                                  </p:childTnLst>
                                </p:cTn>
                              </p:par>
                              <p:par>
                                <p:cTn id="521" presetID="10" presetClass="entr" presetSubtype="0" fill="hold" nodeType="withEffect">
                                  <p:stCondLst>
                                    <p:cond delay="1500"/>
                                  </p:stCondLst>
                                  <p:childTnLst>
                                    <p:set>
                                      <p:cBhvr>
                                        <p:cTn id="522" dur="1" fill="hold">
                                          <p:stCondLst>
                                            <p:cond delay="0"/>
                                          </p:stCondLst>
                                        </p:cTn>
                                        <p:tgtEl>
                                          <p:spTgt spid="214"/>
                                        </p:tgtEl>
                                        <p:attrNameLst>
                                          <p:attrName>style.visibility</p:attrName>
                                        </p:attrNameLst>
                                      </p:cBhvr>
                                      <p:to>
                                        <p:strVal val="visible"/>
                                      </p:to>
                                    </p:set>
                                    <p:animEffect transition="in" filter="fade">
                                      <p:cBhvr>
                                        <p:cTn id="523" dur="500"/>
                                        <p:tgtEl>
                                          <p:spTgt spid="214"/>
                                        </p:tgtEl>
                                      </p:cBhvr>
                                    </p:animEffect>
                                  </p:childTnLst>
                                </p:cTn>
                              </p:par>
                            </p:childTnLst>
                          </p:cTn>
                        </p:par>
                        <p:par>
                          <p:cTn id="524" fill="hold">
                            <p:stCondLst>
                              <p:cond delay="12250"/>
                            </p:stCondLst>
                            <p:childTnLst>
                              <p:par>
                                <p:cTn id="525" presetID="22" presetClass="entr" presetSubtype="2" fill="hold" nodeType="afterEffect">
                                  <p:stCondLst>
                                    <p:cond delay="0"/>
                                  </p:stCondLst>
                                  <p:childTnLst>
                                    <p:set>
                                      <p:cBhvr>
                                        <p:cTn id="526" dur="1" fill="hold">
                                          <p:stCondLst>
                                            <p:cond delay="0"/>
                                          </p:stCondLst>
                                        </p:cTn>
                                        <p:tgtEl>
                                          <p:spTgt spid="75"/>
                                        </p:tgtEl>
                                        <p:attrNameLst>
                                          <p:attrName>style.visibility</p:attrName>
                                        </p:attrNameLst>
                                      </p:cBhvr>
                                      <p:to>
                                        <p:strVal val="visible"/>
                                      </p:to>
                                    </p:set>
                                    <p:animEffect transition="in" filter="wipe(right)">
                                      <p:cBhvr>
                                        <p:cTn id="527" dur="250"/>
                                        <p:tgtEl>
                                          <p:spTgt spid="75"/>
                                        </p:tgtEl>
                                      </p:cBhvr>
                                    </p:animEffect>
                                  </p:childTnLst>
                                </p:cTn>
                              </p:par>
                            </p:childTnLst>
                          </p:cTn>
                        </p:par>
                        <p:par>
                          <p:cTn id="528" fill="hold">
                            <p:stCondLst>
                              <p:cond delay="12500"/>
                            </p:stCondLst>
                            <p:childTnLst>
                              <p:par>
                                <p:cTn id="529" presetID="26" presetClass="emph" presetSubtype="0" fill="hold" grpId="1" nodeType="afterEffect">
                                  <p:stCondLst>
                                    <p:cond delay="500"/>
                                  </p:stCondLst>
                                  <p:childTnLst>
                                    <p:animEffect transition="out" filter="fade">
                                      <p:cBhvr>
                                        <p:cTn id="530" dur="500" tmFilter="0, 0; .2, .5; .8, .5; 1, 0"/>
                                        <p:tgtEl>
                                          <p:spTgt spid="127"/>
                                        </p:tgtEl>
                                      </p:cBhvr>
                                    </p:animEffect>
                                    <p:animScale>
                                      <p:cBhvr>
                                        <p:cTn id="531" dur="250" autoRev="1" fill="hold"/>
                                        <p:tgtEl>
                                          <p:spTgt spid="127"/>
                                        </p:tgtEl>
                                      </p:cBhvr>
                                      <p:by x="105000" y="105000"/>
                                    </p:animScale>
                                  </p:childTnLst>
                                </p:cTn>
                              </p:par>
                              <p:par>
                                <p:cTn id="532" presetID="8" presetClass="emph" presetSubtype="0" repeatCount="indefinite" fill="hold" nodeType="withEffect">
                                  <p:stCondLst>
                                    <p:cond delay="500"/>
                                  </p:stCondLst>
                                  <p:childTnLst>
                                    <p:animRot by="21600000">
                                      <p:cBhvr>
                                        <p:cTn id="533" dur="2000" fill="hold"/>
                                        <p:tgtEl>
                                          <p:spTgt spid="214"/>
                                        </p:tgtEl>
                                        <p:attrNameLst>
                                          <p:attrName>r</p:attrName>
                                        </p:attrNameLst>
                                      </p:cBhvr>
                                    </p:animRot>
                                  </p:childTnLst>
                                </p:cTn>
                              </p:par>
                            </p:childTnLst>
                          </p:cTn>
                        </p:par>
                        <p:par>
                          <p:cTn id="534" fill="hold">
                            <p:stCondLst>
                              <p:cond delay="15000"/>
                            </p:stCondLst>
                            <p:childTnLst>
                              <p:par>
                                <p:cTn id="535" presetID="22" presetClass="entr" presetSubtype="8" fill="hold" nodeType="afterEffect">
                                  <p:stCondLst>
                                    <p:cond delay="0"/>
                                  </p:stCondLst>
                                  <p:childTnLst>
                                    <p:set>
                                      <p:cBhvr>
                                        <p:cTn id="536" dur="1" fill="hold">
                                          <p:stCondLst>
                                            <p:cond delay="0"/>
                                          </p:stCondLst>
                                        </p:cTn>
                                        <p:tgtEl>
                                          <p:spTgt spid="251"/>
                                        </p:tgtEl>
                                        <p:attrNameLst>
                                          <p:attrName>style.visibility</p:attrName>
                                        </p:attrNameLst>
                                      </p:cBhvr>
                                      <p:to>
                                        <p:strVal val="visible"/>
                                      </p:to>
                                    </p:set>
                                    <p:animEffect transition="in" filter="wipe(left)">
                                      <p:cBhvr>
                                        <p:cTn id="537" dur="250"/>
                                        <p:tgtEl>
                                          <p:spTgt spid="251"/>
                                        </p:tgtEl>
                                      </p:cBhvr>
                                    </p:animEffect>
                                  </p:childTnLst>
                                </p:cTn>
                              </p:par>
                            </p:childTnLst>
                          </p:cTn>
                        </p:par>
                        <p:par>
                          <p:cTn id="538" fill="hold">
                            <p:stCondLst>
                              <p:cond delay="15250"/>
                            </p:stCondLst>
                            <p:childTnLst>
                              <p:par>
                                <p:cTn id="539" presetID="22" presetClass="entr" presetSubtype="4" fill="hold" nodeType="afterEffect">
                                  <p:stCondLst>
                                    <p:cond delay="0"/>
                                  </p:stCondLst>
                                  <p:childTnLst>
                                    <p:set>
                                      <p:cBhvr>
                                        <p:cTn id="540" dur="1" fill="hold">
                                          <p:stCondLst>
                                            <p:cond delay="0"/>
                                          </p:stCondLst>
                                        </p:cTn>
                                        <p:tgtEl>
                                          <p:spTgt spid="210"/>
                                        </p:tgtEl>
                                        <p:attrNameLst>
                                          <p:attrName>style.visibility</p:attrName>
                                        </p:attrNameLst>
                                      </p:cBhvr>
                                      <p:to>
                                        <p:strVal val="visible"/>
                                      </p:to>
                                    </p:set>
                                    <p:animEffect transition="in" filter="wipe(down)">
                                      <p:cBhvr>
                                        <p:cTn id="541" dur="500"/>
                                        <p:tgtEl>
                                          <p:spTgt spid="210"/>
                                        </p:tgtEl>
                                      </p:cBhvr>
                                    </p:animEffect>
                                  </p:childTnLst>
                                </p:cTn>
                              </p:par>
                            </p:childTnLst>
                          </p:cTn>
                        </p:par>
                        <p:par>
                          <p:cTn id="542" fill="hold">
                            <p:stCondLst>
                              <p:cond delay="15750"/>
                            </p:stCondLst>
                            <p:childTnLst>
                              <p:par>
                                <p:cTn id="543" presetID="10" presetClass="entr" presetSubtype="0" fill="hold" nodeType="afterEffect">
                                  <p:stCondLst>
                                    <p:cond delay="0"/>
                                  </p:stCondLst>
                                  <p:childTnLst>
                                    <p:set>
                                      <p:cBhvr>
                                        <p:cTn id="544" dur="1" fill="hold">
                                          <p:stCondLst>
                                            <p:cond delay="0"/>
                                          </p:stCondLst>
                                        </p:cTn>
                                        <p:tgtEl>
                                          <p:spTgt spid="193"/>
                                        </p:tgtEl>
                                        <p:attrNameLst>
                                          <p:attrName>style.visibility</p:attrName>
                                        </p:attrNameLst>
                                      </p:cBhvr>
                                      <p:to>
                                        <p:strVal val="visible"/>
                                      </p:to>
                                    </p:set>
                                    <p:animEffect transition="in" filter="fade">
                                      <p:cBhvr>
                                        <p:cTn id="545" dur="500"/>
                                        <p:tgtEl>
                                          <p:spTgt spid="193"/>
                                        </p:tgtEl>
                                      </p:cBhvr>
                                    </p:animEffect>
                                  </p:childTnLst>
                                </p:cTn>
                              </p:par>
                              <p:par>
                                <p:cTn id="546" presetID="10" presetClass="entr" presetSubtype="0" fill="hold" grpId="0" nodeType="withEffect">
                                  <p:stCondLst>
                                    <p:cond delay="0"/>
                                  </p:stCondLst>
                                  <p:childTnLst>
                                    <p:set>
                                      <p:cBhvr>
                                        <p:cTn id="547" dur="1" fill="hold">
                                          <p:stCondLst>
                                            <p:cond delay="0"/>
                                          </p:stCondLst>
                                        </p:cTn>
                                        <p:tgtEl>
                                          <p:spTgt spid="202"/>
                                        </p:tgtEl>
                                        <p:attrNameLst>
                                          <p:attrName>style.visibility</p:attrName>
                                        </p:attrNameLst>
                                      </p:cBhvr>
                                      <p:to>
                                        <p:strVal val="visible"/>
                                      </p:to>
                                    </p:set>
                                    <p:animEffect transition="in" filter="fade">
                                      <p:cBhvr>
                                        <p:cTn id="548" dur="500"/>
                                        <p:tgtEl>
                                          <p:spTgt spid="202"/>
                                        </p:tgtEl>
                                      </p:cBhvr>
                                    </p:animEffect>
                                  </p:childTnLst>
                                </p:cTn>
                              </p:par>
                              <p:par>
                                <p:cTn id="549" presetID="10" presetClass="entr" presetSubtype="0" fill="hold" grpId="0" nodeType="withEffect">
                                  <p:stCondLst>
                                    <p:cond delay="0"/>
                                  </p:stCondLst>
                                  <p:childTnLst>
                                    <p:set>
                                      <p:cBhvr>
                                        <p:cTn id="550" dur="1" fill="hold">
                                          <p:stCondLst>
                                            <p:cond delay="0"/>
                                          </p:stCondLst>
                                        </p:cTn>
                                        <p:tgtEl>
                                          <p:spTgt spid="246"/>
                                        </p:tgtEl>
                                        <p:attrNameLst>
                                          <p:attrName>style.visibility</p:attrName>
                                        </p:attrNameLst>
                                      </p:cBhvr>
                                      <p:to>
                                        <p:strVal val="visible"/>
                                      </p:to>
                                    </p:set>
                                    <p:animEffect transition="in" filter="fade">
                                      <p:cBhvr>
                                        <p:cTn id="551" dur="500"/>
                                        <p:tgtEl>
                                          <p:spTgt spid="246"/>
                                        </p:tgtEl>
                                      </p:cBhvr>
                                    </p:animEffect>
                                  </p:childTnLst>
                                </p:cTn>
                              </p:par>
                            </p:childTnLst>
                          </p:cTn>
                        </p:par>
                        <p:par>
                          <p:cTn id="552" fill="hold">
                            <p:stCondLst>
                              <p:cond delay="16250"/>
                            </p:stCondLst>
                            <p:childTnLst>
                              <p:par>
                                <p:cTn id="553" presetID="22" presetClass="entr" presetSubtype="2" fill="hold" nodeType="afterEffect">
                                  <p:stCondLst>
                                    <p:cond delay="0"/>
                                  </p:stCondLst>
                                  <p:childTnLst>
                                    <p:set>
                                      <p:cBhvr>
                                        <p:cTn id="554" dur="1" fill="hold">
                                          <p:stCondLst>
                                            <p:cond delay="0"/>
                                          </p:stCondLst>
                                        </p:cTn>
                                        <p:tgtEl>
                                          <p:spTgt spid="247"/>
                                        </p:tgtEl>
                                        <p:attrNameLst>
                                          <p:attrName>style.visibility</p:attrName>
                                        </p:attrNameLst>
                                      </p:cBhvr>
                                      <p:to>
                                        <p:strVal val="visible"/>
                                      </p:to>
                                    </p:set>
                                    <p:animEffect transition="in" filter="wipe(right)">
                                      <p:cBhvr>
                                        <p:cTn id="555" dur="250"/>
                                        <p:tgtEl>
                                          <p:spTgt spid="247"/>
                                        </p:tgtEl>
                                      </p:cBhvr>
                                    </p:animEffect>
                                  </p:childTnLst>
                                </p:cTn>
                              </p:par>
                            </p:childTnLst>
                          </p:cTn>
                        </p:par>
                        <p:par>
                          <p:cTn id="556" fill="hold">
                            <p:stCondLst>
                              <p:cond delay="16500"/>
                            </p:stCondLst>
                            <p:childTnLst>
                              <p:par>
                                <p:cTn id="557" presetID="26" presetClass="emph" presetSubtype="0" fill="hold" grpId="1" nodeType="afterEffect">
                                  <p:stCondLst>
                                    <p:cond delay="500"/>
                                  </p:stCondLst>
                                  <p:childTnLst>
                                    <p:animEffect transition="out" filter="fade">
                                      <p:cBhvr>
                                        <p:cTn id="558" dur="500" tmFilter="0, 0; .2, .5; .8, .5; 1, 0"/>
                                        <p:tgtEl>
                                          <p:spTgt spid="246"/>
                                        </p:tgtEl>
                                      </p:cBhvr>
                                    </p:animEffect>
                                    <p:animScale>
                                      <p:cBhvr>
                                        <p:cTn id="559" dur="250" autoRev="1" fill="hold"/>
                                        <p:tgtEl>
                                          <p:spTgt spid="246"/>
                                        </p:tgtEl>
                                      </p:cBhvr>
                                      <p:by x="105000" y="105000"/>
                                    </p:animScale>
                                  </p:childTnLst>
                                </p:cTn>
                              </p:par>
                            </p:childTnLst>
                          </p:cTn>
                        </p:par>
                        <p:par>
                          <p:cTn id="560" fill="hold">
                            <p:stCondLst>
                              <p:cond delay="17500"/>
                            </p:stCondLst>
                            <p:childTnLst>
                              <p:par>
                                <p:cTn id="561" presetID="22" presetClass="entr" presetSubtype="2" fill="hold" nodeType="afterEffect">
                                  <p:stCondLst>
                                    <p:cond delay="0"/>
                                  </p:stCondLst>
                                  <p:childTnLst>
                                    <p:set>
                                      <p:cBhvr>
                                        <p:cTn id="562" dur="1" fill="hold">
                                          <p:stCondLst>
                                            <p:cond delay="0"/>
                                          </p:stCondLst>
                                        </p:cTn>
                                        <p:tgtEl>
                                          <p:spTgt spid="192"/>
                                        </p:tgtEl>
                                        <p:attrNameLst>
                                          <p:attrName>style.visibility</p:attrName>
                                        </p:attrNameLst>
                                      </p:cBhvr>
                                      <p:to>
                                        <p:strVal val="visible"/>
                                      </p:to>
                                    </p:set>
                                    <p:animEffect transition="in" filter="wipe(right)">
                                      <p:cBhvr>
                                        <p:cTn id="563" dur="500"/>
                                        <p:tgtEl>
                                          <p:spTgt spid="192"/>
                                        </p:tgtEl>
                                      </p:cBhvr>
                                    </p:animEffect>
                                  </p:childTnLst>
                                </p:cTn>
                              </p:par>
                              <p:par>
                                <p:cTn id="564" presetID="10" presetClass="entr" presetSubtype="0" fill="hold" grpId="0" nodeType="withEffect">
                                  <p:stCondLst>
                                    <p:cond delay="0"/>
                                  </p:stCondLst>
                                  <p:childTnLst>
                                    <p:set>
                                      <p:cBhvr>
                                        <p:cTn id="565" dur="1" fill="hold">
                                          <p:stCondLst>
                                            <p:cond delay="0"/>
                                          </p:stCondLst>
                                        </p:cTn>
                                        <p:tgtEl>
                                          <p:spTgt spid="203"/>
                                        </p:tgtEl>
                                        <p:attrNameLst>
                                          <p:attrName>style.visibility</p:attrName>
                                        </p:attrNameLst>
                                      </p:cBhvr>
                                      <p:to>
                                        <p:strVal val="visible"/>
                                      </p:to>
                                    </p:set>
                                    <p:animEffect transition="in" filter="fade">
                                      <p:cBhvr>
                                        <p:cTn id="566" dur="500"/>
                                        <p:tgtEl>
                                          <p:spTgt spid="203"/>
                                        </p:tgtEl>
                                      </p:cBhvr>
                                    </p:animEffect>
                                  </p:childTnLst>
                                </p:cTn>
                              </p:par>
                            </p:childTnLst>
                          </p:cTn>
                        </p:par>
                        <p:par>
                          <p:cTn id="567" fill="hold">
                            <p:stCondLst>
                              <p:cond delay="18000"/>
                            </p:stCondLst>
                            <p:childTnLst>
                              <p:par>
                                <p:cTn id="568" presetID="22" presetClass="entr" presetSubtype="4" fill="hold" nodeType="afterEffect">
                                  <p:stCondLst>
                                    <p:cond delay="0"/>
                                  </p:stCondLst>
                                  <p:childTnLst>
                                    <p:set>
                                      <p:cBhvr>
                                        <p:cTn id="569" dur="1" fill="hold">
                                          <p:stCondLst>
                                            <p:cond delay="0"/>
                                          </p:stCondLst>
                                        </p:cTn>
                                        <p:tgtEl>
                                          <p:spTgt spid="174"/>
                                        </p:tgtEl>
                                        <p:attrNameLst>
                                          <p:attrName>style.visibility</p:attrName>
                                        </p:attrNameLst>
                                      </p:cBhvr>
                                      <p:to>
                                        <p:strVal val="visible"/>
                                      </p:to>
                                    </p:set>
                                    <p:animEffect transition="in" filter="wipe(down)">
                                      <p:cBhvr>
                                        <p:cTn id="570" dur="250"/>
                                        <p:tgtEl>
                                          <p:spTgt spid="174"/>
                                        </p:tgtEl>
                                      </p:cBhvr>
                                    </p:animEffect>
                                  </p:childTnLst>
                                </p:cTn>
                              </p:par>
                            </p:childTnLst>
                          </p:cTn>
                        </p:par>
                        <p:par>
                          <p:cTn id="571" fill="hold">
                            <p:stCondLst>
                              <p:cond delay="18250"/>
                            </p:stCondLst>
                            <p:childTnLst>
                              <p:par>
                                <p:cTn id="572" presetID="22" presetClass="entr" presetSubtype="2" fill="hold" nodeType="afterEffect">
                                  <p:stCondLst>
                                    <p:cond delay="0"/>
                                  </p:stCondLst>
                                  <p:childTnLst>
                                    <p:set>
                                      <p:cBhvr>
                                        <p:cTn id="573" dur="1" fill="hold">
                                          <p:stCondLst>
                                            <p:cond delay="0"/>
                                          </p:stCondLst>
                                        </p:cTn>
                                        <p:tgtEl>
                                          <p:spTgt spid="173"/>
                                        </p:tgtEl>
                                        <p:attrNameLst>
                                          <p:attrName>style.visibility</p:attrName>
                                        </p:attrNameLst>
                                      </p:cBhvr>
                                      <p:to>
                                        <p:strVal val="visible"/>
                                      </p:to>
                                    </p:set>
                                    <p:animEffect transition="in" filter="wipe(right)">
                                      <p:cBhvr>
                                        <p:cTn id="574" dur="250"/>
                                        <p:tgtEl>
                                          <p:spTgt spid="173"/>
                                        </p:tgtEl>
                                      </p:cBhvr>
                                    </p:animEffect>
                                  </p:childTnLst>
                                </p:cTn>
                              </p:par>
                              <p:par>
                                <p:cTn id="575" presetID="19" presetClass="emph" presetSubtype="0" fill="hold" grpId="1" nodeType="withEffect">
                                  <p:stCondLst>
                                    <p:cond delay="0"/>
                                  </p:stCondLst>
                                  <p:childTnLst>
                                    <p:animClr clrSpc="rgb" dir="cw">
                                      <p:cBhvr override="childStyle">
                                        <p:cTn id="576" dur="250" fill="hold"/>
                                        <p:tgtEl>
                                          <p:spTgt spid="159"/>
                                        </p:tgtEl>
                                        <p:attrNameLst>
                                          <p:attrName>style.color</p:attrName>
                                        </p:attrNameLst>
                                      </p:cBhvr>
                                      <p:to>
                                        <a:srgbClr val="A68CC2"/>
                                      </p:to>
                                    </p:animClr>
                                    <p:animClr clrSpc="rgb" dir="cw">
                                      <p:cBhvr>
                                        <p:cTn id="577" dur="250" fill="hold"/>
                                        <p:tgtEl>
                                          <p:spTgt spid="159"/>
                                        </p:tgtEl>
                                        <p:attrNameLst>
                                          <p:attrName>fillcolor</p:attrName>
                                        </p:attrNameLst>
                                      </p:cBhvr>
                                      <p:to>
                                        <a:srgbClr val="A68CC2"/>
                                      </p:to>
                                    </p:animClr>
                                    <p:set>
                                      <p:cBhvr>
                                        <p:cTn id="578" dur="250" fill="hold"/>
                                        <p:tgtEl>
                                          <p:spTgt spid="159"/>
                                        </p:tgtEl>
                                        <p:attrNameLst>
                                          <p:attrName>fill.type</p:attrName>
                                        </p:attrNameLst>
                                      </p:cBhvr>
                                      <p:to>
                                        <p:strVal val="solid"/>
                                      </p:to>
                                    </p:set>
                                    <p:set>
                                      <p:cBhvr>
                                        <p:cTn id="579" dur="250" fill="hold"/>
                                        <p:tgtEl>
                                          <p:spTgt spid="159"/>
                                        </p:tgtEl>
                                        <p:attrNameLst>
                                          <p:attrName>fill.on</p:attrName>
                                        </p:attrNameLst>
                                      </p:cBhvr>
                                      <p:to>
                                        <p:strVal val="true"/>
                                      </p:to>
                                    </p:set>
                                  </p:childTnLst>
                                </p:cTn>
                              </p:par>
                            </p:childTnLst>
                          </p:cTn>
                        </p:par>
                        <p:par>
                          <p:cTn id="580" fill="hold">
                            <p:stCondLst>
                              <p:cond delay="18500"/>
                            </p:stCondLst>
                            <p:childTnLst>
                              <p:par>
                                <p:cTn id="581" presetID="22" presetClass="entr" presetSubtype="4" fill="hold" nodeType="afterEffect">
                                  <p:stCondLst>
                                    <p:cond delay="0"/>
                                  </p:stCondLst>
                                  <p:childTnLst>
                                    <p:set>
                                      <p:cBhvr>
                                        <p:cTn id="582" dur="1" fill="hold">
                                          <p:stCondLst>
                                            <p:cond delay="0"/>
                                          </p:stCondLst>
                                        </p:cTn>
                                        <p:tgtEl>
                                          <p:spTgt spid="172"/>
                                        </p:tgtEl>
                                        <p:attrNameLst>
                                          <p:attrName>style.visibility</p:attrName>
                                        </p:attrNameLst>
                                      </p:cBhvr>
                                      <p:to>
                                        <p:strVal val="visible"/>
                                      </p:to>
                                    </p:set>
                                    <p:animEffect transition="in" filter="wipe(down)">
                                      <p:cBhvr>
                                        <p:cTn id="583" dur="250"/>
                                        <p:tgtEl>
                                          <p:spTgt spid="172"/>
                                        </p:tgtEl>
                                      </p:cBhvr>
                                    </p:animEffect>
                                  </p:childTnLst>
                                </p:cTn>
                              </p:par>
                            </p:childTnLst>
                          </p:cTn>
                        </p:par>
                        <p:par>
                          <p:cTn id="584" fill="hold">
                            <p:stCondLst>
                              <p:cond delay="18750"/>
                            </p:stCondLst>
                            <p:childTnLst>
                              <p:par>
                                <p:cTn id="585" presetID="22" presetClass="entr" presetSubtype="4" fill="hold" nodeType="afterEffect">
                                  <p:stCondLst>
                                    <p:cond delay="0"/>
                                  </p:stCondLst>
                                  <p:childTnLst>
                                    <p:set>
                                      <p:cBhvr>
                                        <p:cTn id="586" dur="1" fill="hold">
                                          <p:stCondLst>
                                            <p:cond delay="0"/>
                                          </p:stCondLst>
                                        </p:cTn>
                                        <p:tgtEl>
                                          <p:spTgt spid="14"/>
                                        </p:tgtEl>
                                        <p:attrNameLst>
                                          <p:attrName>style.visibility</p:attrName>
                                        </p:attrNameLst>
                                      </p:cBhvr>
                                      <p:to>
                                        <p:strVal val="visible"/>
                                      </p:to>
                                    </p:set>
                                    <p:animEffect transition="in" filter="wipe(down)">
                                      <p:cBhvr>
                                        <p:cTn id="587" dur="250"/>
                                        <p:tgtEl>
                                          <p:spTgt spid="14"/>
                                        </p:tgtEl>
                                      </p:cBhvr>
                                    </p:animEffect>
                                  </p:childTnLst>
                                </p:cTn>
                              </p:par>
                              <p:par>
                                <p:cTn id="588" presetID="10" presetClass="entr" presetSubtype="0" fill="hold" grpId="2" nodeType="withEffect">
                                  <p:stCondLst>
                                    <p:cond delay="0"/>
                                  </p:stCondLst>
                                  <p:childTnLst>
                                    <p:set>
                                      <p:cBhvr>
                                        <p:cTn id="589" dur="1" fill="hold">
                                          <p:stCondLst>
                                            <p:cond delay="0"/>
                                          </p:stCondLst>
                                        </p:cTn>
                                        <p:tgtEl>
                                          <p:spTgt spid="126"/>
                                        </p:tgtEl>
                                        <p:attrNameLst>
                                          <p:attrName>style.visibility</p:attrName>
                                        </p:attrNameLst>
                                      </p:cBhvr>
                                      <p:to>
                                        <p:strVal val="visible"/>
                                      </p:to>
                                    </p:set>
                                    <p:animEffect transition="in" filter="fade">
                                      <p:cBhvr>
                                        <p:cTn id="590" dur="250"/>
                                        <p:tgtEl>
                                          <p:spTgt spid="126"/>
                                        </p:tgtEl>
                                      </p:cBhvr>
                                    </p:animEffect>
                                  </p:childTnLst>
                                </p:cTn>
                              </p:par>
                              <p:par>
                                <p:cTn id="591" presetID="19" presetClass="emph" presetSubtype="0" fill="hold" grpId="1" nodeType="withEffect">
                                  <p:stCondLst>
                                    <p:cond delay="0"/>
                                  </p:stCondLst>
                                  <p:childTnLst>
                                    <p:animClr clrSpc="rgb" dir="cw">
                                      <p:cBhvr override="childStyle">
                                        <p:cTn id="592" dur="250" fill="hold"/>
                                        <p:tgtEl>
                                          <p:spTgt spid="144"/>
                                        </p:tgtEl>
                                        <p:attrNameLst>
                                          <p:attrName>style.color</p:attrName>
                                        </p:attrNameLst>
                                      </p:cBhvr>
                                      <p:to>
                                        <a:srgbClr val="A68CC2"/>
                                      </p:to>
                                    </p:animClr>
                                    <p:animClr clrSpc="rgb" dir="cw">
                                      <p:cBhvr>
                                        <p:cTn id="593" dur="250" fill="hold"/>
                                        <p:tgtEl>
                                          <p:spTgt spid="144"/>
                                        </p:tgtEl>
                                        <p:attrNameLst>
                                          <p:attrName>fillcolor</p:attrName>
                                        </p:attrNameLst>
                                      </p:cBhvr>
                                      <p:to>
                                        <a:srgbClr val="A68CC2"/>
                                      </p:to>
                                    </p:animClr>
                                    <p:set>
                                      <p:cBhvr>
                                        <p:cTn id="594" dur="250" fill="hold"/>
                                        <p:tgtEl>
                                          <p:spTgt spid="144"/>
                                        </p:tgtEl>
                                        <p:attrNameLst>
                                          <p:attrName>fill.type</p:attrName>
                                        </p:attrNameLst>
                                      </p:cBhvr>
                                      <p:to>
                                        <p:strVal val="solid"/>
                                      </p:to>
                                    </p:set>
                                    <p:set>
                                      <p:cBhvr>
                                        <p:cTn id="595" dur="250" fill="hold"/>
                                        <p:tgtEl>
                                          <p:spTgt spid="144"/>
                                        </p:tgtEl>
                                        <p:attrNameLst>
                                          <p:attrName>fill.on</p:attrName>
                                        </p:attrNameLst>
                                      </p:cBhvr>
                                      <p:to>
                                        <p:strVal val="true"/>
                                      </p:to>
                                    </p:set>
                                  </p:childTnLst>
                                </p:cTn>
                              </p:par>
                            </p:childTnLst>
                          </p:cTn>
                        </p:par>
                        <p:par>
                          <p:cTn id="596" fill="hold">
                            <p:stCondLst>
                              <p:cond delay="19000"/>
                            </p:stCondLst>
                            <p:childTnLst>
                              <p:par>
                                <p:cTn id="597" presetID="10" presetClass="entr" presetSubtype="0" fill="hold" grpId="0" nodeType="afterEffect">
                                  <p:stCondLst>
                                    <p:cond delay="0"/>
                                  </p:stCondLst>
                                  <p:childTnLst>
                                    <p:set>
                                      <p:cBhvr>
                                        <p:cTn id="598" dur="1" fill="hold">
                                          <p:stCondLst>
                                            <p:cond delay="0"/>
                                          </p:stCondLst>
                                        </p:cTn>
                                        <p:tgtEl>
                                          <p:spTgt spid="181"/>
                                        </p:tgtEl>
                                        <p:attrNameLst>
                                          <p:attrName>style.visibility</p:attrName>
                                        </p:attrNameLst>
                                      </p:cBhvr>
                                      <p:to>
                                        <p:strVal val="visible"/>
                                      </p:to>
                                    </p:set>
                                    <p:animEffect transition="in" filter="fade">
                                      <p:cBhvr>
                                        <p:cTn id="599" dur="250"/>
                                        <p:tgtEl>
                                          <p:spTgt spid="181"/>
                                        </p:tgtEl>
                                      </p:cBhvr>
                                    </p:animEffect>
                                  </p:childTnLst>
                                </p:cTn>
                              </p:par>
                            </p:childTnLst>
                          </p:cTn>
                        </p:par>
                        <p:par>
                          <p:cTn id="600" fill="hold">
                            <p:stCondLst>
                              <p:cond delay="19250"/>
                            </p:stCondLst>
                            <p:childTnLst>
                              <p:par>
                                <p:cTn id="601" presetID="10" presetClass="entr" presetSubtype="0" fill="hold" grpId="0" nodeType="afterEffect">
                                  <p:stCondLst>
                                    <p:cond delay="0"/>
                                  </p:stCondLst>
                                  <p:childTnLst>
                                    <p:set>
                                      <p:cBhvr>
                                        <p:cTn id="602" dur="1" fill="hold">
                                          <p:stCondLst>
                                            <p:cond delay="0"/>
                                          </p:stCondLst>
                                        </p:cTn>
                                        <p:tgtEl>
                                          <p:spTgt spid="182"/>
                                        </p:tgtEl>
                                        <p:attrNameLst>
                                          <p:attrName>style.visibility</p:attrName>
                                        </p:attrNameLst>
                                      </p:cBhvr>
                                      <p:to>
                                        <p:strVal val="visible"/>
                                      </p:to>
                                    </p:set>
                                    <p:animEffect transition="in" filter="fade">
                                      <p:cBhvr>
                                        <p:cTn id="603" dur="250"/>
                                        <p:tgtEl>
                                          <p:spTgt spid="182"/>
                                        </p:tgtEl>
                                      </p:cBhvr>
                                    </p:animEffect>
                                  </p:childTnLst>
                                </p:cTn>
                              </p:par>
                            </p:childTnLst>
                          </p:cTn>
                        </p:par>
                        <p:par>
                          <p:cTn id="604" fill="hold">
                            <p:stCondLst>
                              <p:cond delay="19500"/>
                            </p:stCondLst>
                            <p:childTnLst>
                              <p:par>
                                <p:cTn id="605" presetID="22" presetClass="entr" presetSubtype="4" fill="hold" nodeType="afterEffect">
                                  <p:stCondLst>
                                    <p:cond delay="0"/>
                                  </p:stCondLst>
                                  <p:childTnLst>
                                    <p:set>
                                      <p:cBhvr>
                                        <p:cTn id="606" dur="1" fill="hold">
                                          <p:stCondLst>
                                            <p:cond delay="0"/>
                                          </p:stCondLst>
                                        </p:cTn>
                                        <p:tgtEl>
                                          <p:spTgt spid="179"/>
                                        </p:tgtEl>
                                        <p:attrNameLst>
                                          <p:attrName>style.visibility</p:attrName>
                                        </p:attrNameLst>
                                      </p:cBhvr>
                                      <p:to>
                                        <p:strVal val="visible"/>
                                      </p:to>
                                    </p:set>
                                    <p:animEffect transition="in" filter="wipe(down)">
                                      <p:cBhvr>
                                        <p:cTn id="607" dur="250"/>
                                        <p:tgtEl>
                                          <p:spTgt spid="179"/>
                                        </p:tgtEl>
                                      </p:cBhvr>
                                    </p:animEffect>
                                  </p:childTnLst>
                                </p:cTn>
                              </p:par>
                              <p:par>
                                <p:cTn id="608" presetID="19" presetClass="emph" presetSubtype="0" fill="hold" grpId="1" nodeType="withEffect">
                                  <p:stCondLst>
                                    <p:cond delay="0"/>
                                  </p:stCondLst>
                                  <p:childTnLst>
                                    <p:animClr clrSpc="rgb" dir="cw">
                                      <p:cBhvr override="childStyle">
                                        <p:cTn id="609" dur="250" fill="hold"/>
                                        <p:tgtEl>
                                          <p:spTgt spid="116"/>
                                        </p:tgtEl>
                                        <p:attrNameLst>
                                          <p:attrName>style.color</p:attrName>
                                        </p:attrNameLst>
                                      </p:cBhvr>
                                      <p:to>
                                        <a:srgbClr val="A68CC2"/>
                                      </p:to>
                                    </p:animClr>
                                    <p:animClr clrSpc="rgb" dir="cw">
                                      <p:cBhvr>
                                        <p:cTn id="610" dur="250" fill="hold"/>
                                        <p:tgtEl>
                                          <p:spTgt spid="116"/>
                                        </p:tgtEl>
                                        <p:attrNameLst>
                                          <p:attrName>fillcolor</p:attrName>
                                        </p:attrNameLst>
                                      </p:cBhvr>
                                      <p:to>
                                        <a:srgbClr val="A68CC2"/>
                                      </p:to>
                                    </p:animClr>
                                    <p:set>
                                      <p:cBhvr>
                                        <p:cTn id="611" dur="250" fill="hold"/>
                                        <p:tgtEl>
                                          <p:spTgt spid="116"/>
                                        </p:tgtEl>
                                        <p:attrNameLst>
                                          <p:attrName>fill.type</p:attrName>
                                        </p:attrNameLst>
                                      </p:cBhvr>
                                      <p:to>
                                        <p:strVal val="solid"/>
                                      </p:to>
                                    </p:set>
                                    <p:set>
                                      <p:cBhvr>
                                        <p:cTn id="612" dur="250" fill="hold"/>
                                        <p:tgtEl>
                                          <p:spTgt spid="116"/>
                                        </p:tgtEl>
                                        <p:attrNameLst>
                                          <p:attrName>fill.on</p:attrName>
                                        </p:attrNameLst>
                                      </p:cBhvr>
                                      <p:to>
                                        <p:strVal val="true"/>
                                      </p:to>
                                    </p:set>
                                  </p:childTnLst>
                                </p:cTn>
                              </p:par>
                            </p:childTnLst>
                          </p:cTn>
                        </p:par>
                        <p:par>
                          <p:cTn id="613" fill="hold">
                            <p:stCondLst>
                              <p:cond delay="19750"/>
                            </p:stCondLst>
                            <p:childTnLst>
                              <p:par>
                                <p:cTn id="614" presetID="22" presetClass="entr" presetSubtype="4" fill="hold" grpId="0" nodeType="afterEffect">
                                  <p:stCondLst>
                                    <p:cond delay="0"/>
                                  </p:stCondLst>
                                  <p:childTnLst>
                                    <p:set>
                                      <p:cBhvr>
                                        <p:cTn id="615" dur="1" fill="hold">
                                          <p:stCondLst>
                                            <p:cond delay="0"/>
                                          </p:stCondLst>
                                        </p:cTn>
                                        <p:tgtEl>
                                          <p:spTgt spid="183"/>
                                        </p:tgtEl>
                                        <p:attrNameLst>
                                          <p:attrName>style.visibility</p:attrName>
                                        </p:attrNameLst>
                                      </p:cBhvr>
                                      <p:to>
                                        <p:strVal val="visible"/>
                                      </p:to>
                                    </p:set>
                                    <p:animEffect transition="in" filter="wipe(down)">
                                      <p:cBhvr>
                                        <p:cTn id="616" dur="250"/>
                                        <p:tgtEl>
                                          <p:spTgt spid="183"/>
                                        </p:tgtEl>
                                      </p:cBhvr>
                                    </p:animEffect>
                                  </p:childTnLst>
                                </p:cTn>
                              </p:par>
                              <p:par>
                                <p:cTn id="617" presetID="19" presetClass="emph" presetSubtype="0" fill="hold" grpId="1" nodeType="withEffect">
                                  <p:stCondLst>
                                    <p:cond delay="0"/>
                                  </p:stCondLst>
                                  <p:childTnLst>
                                    <p:animClr clrSpc="rgb" dir="cw">
                                      <p:cBhvr override="childStyle">
                                        <p:cTn id="618" dur="250" fill="hold"/>
                                        <p:tgtEl>
                                          <p:spTgt spid="147"/>
                                        </p:tgtEl>
                                        <p:attrNameLst>
                                          <p:attrName>style.color</p:attrName>
                                        </p:attrNameLst>
                                      </p:cBhvr>
                                      <p:to>
                                        <a:srgbClr val="A68CC2"/>
                                      </p:to>
                                    </p:animClr>
                                    <p:animClr clrSpc="rgb" dir="cw">
                                      <p:cBhvr>
                                        <p:cTn id="619" dur="250" fill="hold"/>
                                        <p:tgtEl>
                                          <p:spTgt spid="147"/>
                                        </p:tgtEl>
                                        <p:attrNameLst>
                                          <p:attrName>fillcolor</p:attrName>
                                        </p:attrNameLst>
                                      </p:cBhvr>
                                      <p:to>
                                        <a:srgbClr val="A68CC2"/>
                                      </p:to>
                                    </p:animClr>
                                    <p:set>
                                      <p:cBhvr>
                                        <p:cTn id="620" dur="250" fill="hold"/>
                                        <p:tgtEl>
                                          <p:spTgt spid="147"/>
                                        </p:tgtEl>
                                        <p:attrNameLst>
                                          <p:attrName>fill.type</p:attrName>
                                        </p:attrNameLst>
                                      </p:cBhvr>
                                      <p:to>
                                        <p:strVal val="solid"/>
                                      </p:to>
                                    </p:set>
                                    <p:set>
                                      <p:cBhvr>
                                        <p:cTn id="621" dur="250" fill="hold"/>
                                        <p:tgtEl>
                                          <p:spTgt spid="147"/>
                                        </p:tgtEl>
                                        <p:attrNameLst>
                                          <p:attrName>fill.on</p:attrName>
                                        </p:attrNameLst>
                                      </p:cBhvr>
                                      <p:to>
                                        <p:strVal val="true"/>
                                      </p:to>
                                    </p:set>
                                  </p:childTnLst>
                                </p:cTn>
                              </p:par>
                            </p:childTnLst>
                          </p:cTn>
                        </p:par>
                        <p:par>
                          <p:cTn id="622" fill="hold">
                            <p:stCondLst>
                              <p:cond delay="20000"/>
                            </p:stCondLst>
                            <p:childTnLst>
                              <p:par>
                                <p:cTn id="623" presetID="22" presetClass="entr" presetSubtype="4" fill="hold" nodeType="afterEffect">
                                  <p:stCondLst>
                                    <p:cond delay="0"/>
                                  </p:stCondLst>
                                  <p:childTnLst>
                                    <p:set>
                                      <p:cBhvr>
                                        <p:cTn id="624" dur="1" fill="hold">
                                          <p:stCondLst>
                                            <p:cond delay="0"/>
                                          </p:stCondLst>
                                        </p:cTn>
                                        <p:tgtEl>
                                          <p:spTgt spid="176"/>
                                        </p:tgtEl>
                                        <p:attrNameLst>
                                          <p:attrName>style.visibility</p:attrName>
                                        </p:attrNameLst>
                                      </p:cBhvr>
                                      <p:to>
                                        <p:strVal val="visible"/>
                                      </p:to>
                                    </p:set>
                                    <p:animEffect transition="in" filter="wipe(down)">
                                      <p:cBhvr>
                                        <p:cTn id="625" dur="250"/>
                                        <p:tgtEl>
                                          <p:spTgt spid="176"/>
                                        </p:tgtEl>
                                      </p:cBhvr>
                                    </p:animEffect>
                                  </p:childTnLst>
                                </p:cTn>
                              </p:par>
                              <p:par>
                                <p:cTn id="626" presetID="19" presetClass="emph" presetSubtype="0" fill="hold" grpId="1" nodeType="withEffect">
                                  <p:stCondLst>
                                    <p:cond delay="0"/>
                                  </p:stCondLst>
                                  <p:childTnLst>
                                    <p:animClr clrSpc="rgb" dir="cw">
                                      <p:cBhvr override="childStyle">
                                        <p:cTn id="627" dur="250" fill="hold"/>
                                        <p:tgtEl>
                                          <p:spTgt spid="163"/>
                                        </p:tgtEl>
                                        <p:attrNameLst>
                                          <p:attrName>style.color</p:attrName>
                                        </p:attrNameLst>
                                      </p:cBhvr>
                                      <p:to>
                                        <a:srgbClr val="A68CC2"/>
                                      </p:to>
                                    </p:animClr>
                                    <p:animClr clrSpc="rgb" dir="cw">
                                      <p:cBhvr>
                                        <p:cTn id="628" dur="250" fill="hold"/>
                                        <p:tgtEl>
                                          <p:spTgt spid="163"/>
                                        </p:tgtEl>
                                        <p:attrNameLst>
                                          <p:attrName>fillcolor</p:attrName>
                                        </p:attrNameLst>
                                      </p:cBhvr>
                                      <p:to>
                                        <a:srgbClr val="A68CC2"/>
                                      </p:to>
                                    </p:animClr>
                                    <p:set>
                                      <p:cBhvr>
                                        <p:cTn id="629" dur="250" fill="hold"/>
                                        <p:tgtEl>
                                          <p:spTgt spid="163"/>
                                        </p:tgtEl>
                                        <p:attrNameLst>
                                          <p:attrName>fill.type</p:attrName>
                                        </p:attrNameLst>
                                      </p:cBhvr>
                                      <p:to>
                                        <p:strVal val="solid"/>
                                      </p:to>
                                    </p:set>
                                    <p:set>
                                      <p:cBhvr>
                                        <p:cTn id="630" dur="250" fill="hold"/>
                                        <p:tgtEl>
                                          <p:spTgt spid="163"/>
                                        </p:tgtEl>
                                        <p:attrNameLst>
                                          <p:attrName>fill.on</p:attrName>
                                        </p:attrNameLst>
                                      </p:cBhvr>
                                      <p:to>
                                        <p:strVal val="true"/>
                                      </p:to>
                                    </p:set>
                                  </p:childTnLst>
                                </p:cTn>
                              </p:par>
                            </p:childTnLst>
                          </p:cTn>
                        </p:par>
                        <p:par>
                          <p:cTn id="631" fill="hold">
                            <p:stCondLst>
                              <p:cond delay="20250"/>
                            </p:stCondLst>
                            <p:childTnLst>
                              <p:par>
                                <p:cTn id="632" presetID="22" presetClass="entr" presetSubtype="2" fill="hold" nodeType="afterEffect">
                                  <p:stCondLst>
                                    <p:cond delay="0"/>
                                  </p:stCondLst>
                                  <p:childTnLst>
                                    <p:set>
                                      <p:cBhvr>
                                        <p:cTn id="633" dur="1" fill="hold">
                                          <p:stCondLst>
                                            <p:cond delay="0"/>
                                          </p:stCondLst>
                                        </p:cTn>
                                        <p:tgtEl>
                                          <p:spTgt spid="175"/>
                                        </p:tgtEl>
                                        <p:attrNameLst>
                                          <p:attrName>style.visibility</p:attrName>
                                        </p:attrNameLst>
                                      </p:cBhvr>
                                      <p:to>
                                        <p:strVal val="visible"/>
                                      </p:to>
                                    </p:set>
                                    <p:animEffect transition="in" filter="wipe(right)">
                                      <p:cBhvr>
                                        <p:cTn id="634" dur="250"/>
                                        <p:tgtEl>
                                          <p:spTgt spid="175"/>
                                        </p:tgtEl>
                                      </p:cBhvr>
                                    </p:animEffect>
                                  </p:childTnLst>
                                </p:cTn>
                              </p:par>
                              <p:par>
                                <p:cTn id="635" presetID="19" presetClass="emph" presetSubtype="0" fill="hold" grpId="1" nodeType="withEffect">
                                  <p:stCondLst>
                                    <p:cond delay="0"/>
                                  </p:stCondLst>
                                  <p:childTnLst>
                                    <p:animClr clrSpc="rgb" dir="cw">
                                      <p:cBhvr override="childStyle">
                                        <p:cTn id="636" dur="250" fill="hold"/>
                                        <p:tgtEl>
                                          <p:spTgt spid="120"/>
                                        </p:tgtEl>
                                        <p:attrNameLst>
                                          <p:attrName>style.color</p:attrName>
                                        </p:attrNameLst>
                                      </p:cBhvr>
                                      <p:to>
                                        <a:srgbClr val="A68CC2"/>
                                      </p:to>
                                    </p:animClr>
                                    <p:animClr clrSpc="rgb" dir="cw">
                                      <p:cBhvr>
                                        <p:cTn id="637" dur="250" fill="hold"/>
                                        <p:tgtEl>
                                          <p:spTgt spid="120"/>
                                        </p:tgtEl>
                                        <p:attrNameLst>
                                          <p:attrName>fillcolor</p:attrName>
                                        </p:attrNameLst>
                                      </p:cBhvr>
                                      <p:to>
                                        <a:srgbClr val="A68CC2"/>
                                      </p:to>
                                    </p:animClr>
                                    <p:set>
                                      <p:cBhvr>
                                        <p:cTn id="638" dur="250" fill="hold"/>
                                        <p:tgtEl>
                                          <p:spTgt spid="120"/>
                                        </p:tgtEl>
                                        <p:attrNameLst>
                                          <p:attrName>fill.type</p:attrName>
                                        </p:attrNameLst>
                                      </p:cBhvr>
                                      <p:to>
                                        <p:strVal val="solid"/>
                                      </p:to>
                                    </p:set>
                                    <p:set>
                                      <p:cBhvr>
                                        <p:cTn id="639" dur="250" fill="hold"/>
                                        <p:tgtEl>
                                          <p:spTgt spid="120"/>
                                        </p:tgtEl>
                                        <p:attrNameLst>
                                          <p:attrName>fill.on</p:attrName>
                                        </p:attrNameLst>
                                      </p:cBhvr>
                                      <p:to>
                                        <p:strVal val="true"/>
                                      </p:to>
                                    </p:set>
                                  </p:childTnLst>
                                </p:cTn>
                              </p:par>
                            </p:childTnLst>
                          </p:cTn>
                        </p:par>
                        <p:par>
                          <p:cTn id="640" fill="hold">
                            <p:stCondLst>
                              <p:cond delay="20500"/>
                            </p:stCondLst>
                            <p:childTnLst>
                              <p:par>
                                <p:cTn id="641" presetID="22" presetClass="entr" presetSubtype="4" fill="hold" nodeType="afterEffect">
                                  <p:stCondLst>
                                    <p:cond delay="0"/>
                                  </p:stCondLst>
                                  <p:childTnLst>
                                    <p:set>
                                      <p:cBhvr>
                                        <p:cTn id="642" dur="1" fill="hold">
                                          <p:stCondLst>
                                            <p:cond delay="0"/>
                                          </p:stCondLst>
                                        </p:cTn>
                                        <p:tgtEl>
                                          <p:spTgt spid="178"/>
                                        </p:tgtEl>
                                        <p:attrNameLst>
                                          <p:attrName>style.visibility</p:attrName>
                                        </p:attrNameLst>
                                      </p:cBhvr>
                                      <p:to>
                                        <p:strVal val="visible"/>
                                      </p:to>
                                    </p:set>
                                    <p:animEffect transition="in" filter="wipe(down)">
                                      <p:cBhvr>
                                        <p:cTn id="643" dur="250"/>
                                        <p:tgtEl>
                                          <p:spTgt spid="178"/>
                                        </p:tgtEl>
                                      </p:cBhvr>
                                    </p:animEffect>
                                  </p:childTnLst>
                                </p:cTn>
                              </p:par>
                            </p:childTnLst>
                          </p:cTn>
                        </p:par>
                        <p:par>
                          <p:cTn id="644" fill="hold">
                            <p:stCondLst>
                              <p:cond delay="20750"/>
                            </p:stCondLst>
                            <p:childTnLst>
                              <p:par>
                                <p:cTn id="645" presetID="22" presetClass="entr" presetSubtype="4" fill="hold" nodeType="afterEffect">
                                  <p:stCondLst>
                                    <p:cond delay="0"/>
                                  </p:stCondLst>
                                  <p:childTnLst>
                                    <p:set>
                                      <p:cBhvr>
                                        <p:cTn id="646" dur="1" fill="hold">
                                          <p:stCondLst>
                                            <p:cond delay="0"/>
                                          </p:stCondLst>
                                        </p:cTn>
                                        <p:tgtEl>
                                          <p:spTgt spid="177"/>
                                        </p:tgtEl>
                                        <p:attrNameLst>
                                          <p:attrName>style.visibility</p:attrName>
                                        </p:attrNameLst>
                                      </p:cBhvr>
                                      <p:to>
                                        <p:strVal val="visible"/>
                                      </p:to>
                                    </p:set>
                                    <p:animEffect transition="in" filter="wipe(down)">
                                      <p:cBhvr>
                                        <p:cTn id="647" dur="250"/>
                                        <p:tgtEl>
                                          <p:spTgt spid="177"/>
                                        </p:tgtEl>
                                      </p:cBhvr>
                                    </p:animEffect>
                                  </p:childTnLst>
                                </p:cTn>
                              </p:par>
                            </p:childTnLst>
                          </p:cTn>
                        </p:par>
                        <p:par>
                          <p:cTn id="648" fill="hold">
                            <p:stCondLst>
                              <p:cond delay="21000"/>
                            </p:stCondLst>
                            <p:childTnLst>
                              <p:par>
                                <p:cTn id="649" presetID="10" presetClass="exit" presetSubtype="0" fill="hold" grpId="2" nodeType="afterEffect">
                                  <p:stCondLst>
                                    <p:cond delay="500"/>
                                  </p:stCondLst>
                                  <p:childTnLst>
                                    <p:animEffect transition="out" filter="fade">
                                      <p:cBhvr>
                                        <p:cTn id="650" dur="500"/>
                                        <p:tgtEl>
                                          <p:spTgt spid="144"/>
                                        </p:tgtEl>
                                      </p:cBhvr>
                                    </p:animEffect>
                                    <p:set>
                                      <p:cBhvr>
                                        <p:cTn id="651" dur="1" fill="hold">
                                          <p:stCondLst>
                                            <p:cond delay="499"/>
                                          </p:stCondLst>
                                        </p:cTn>
                                        <p:tgtEl>
                                          <p:spTgt spid="144"/>
                                        </p:tgtEl>
                                        <p:attrNameLst>
                                          <p:attrName>style.visibility</p:attrName>
                                        </p:attrNameLst>
                                      </p:cBhvr>
                                      <p:to>
                                        <p:strVal val="hidden"/>
                                      </p:to>
                                    </p:set>
                                  </p:childTnLst>
                                </p:cTn>
                              </p:par>
                              <p:par>
                                <p:cTn id="652" presetID="10" presetClass="exit" presetSubtype="0" fill="hold" grpId="2" nodeType="withEffect">
                                  <p:stCondLst>
                                    <p:cond delay="750"/>
                                  </p:stCondLst>
                                  <p:childTnLst>
                                    <p:animEffect transition="out" filter="fade">
                                      <p:cBhvr>
                                        <p:cTn id="653" dur="500"/>
                                        <p:tgtEl>
                                          <p:spTgt spid="147"/>
                                        </p:tgtEl>
                                      </p:cBhvr>
                                    </p:animEffect>
                                    <p:set>
                                      <p:cBhvr>
                                        <p:cTn id="654" dur="1" fill="hold">
                                          <p:stCondLst>
                                            <p:cond delay="499"/>
                                          </p:stCondLst>
                                        </p:cTn>
                                        <p:tgtEl>
                                          <p:spTgt spid="147"/>
                                        </p:tgtEl>
                                        <p:attrNameLst>
                                          <p:attrName>style.visibility</p:attrName>
                                        </p:attrNameLst>
                                      </p:cBhvr>
                                      <p:to>
                                        <p:strVal val="hidden"/>
                                      </p:to>
                                    </p:set>
                                  </p:childTnLst>
                                </p:cTn>
                              </p:par>
                              <p:par>
                                <p:cTn id="655" presetID="10" presetClass="exit" presetSubtype="0" fill="hold" grpId="2" nodeType="withEffect">
                                  <p:stCondLst>
                                    <p:cond delay="1000"/>
                                  </p:stCondLst>
                                  <p:childTnLst>
                                    <p:animEffect transition="out" filter="fade">
                                      <p:cBhvr>
                                        <p:cTn id="656" dur="500"/>
                                        <p:tgtEl>
                                          <p:spTgt spid="120"/>
                                        </p:tgtEl>
                                      </p:cBhvr>
                                    </p:animEffect>
                                    <p:set>
                                      <p:cBhvr>
                                        <p:cTn id="657" dur="1" fill="hold">
                                          <p:stCondLst>
                                            <p:cond delay="499"/>
                                          </p:stCondLst>
                                        </p:cTn>
                                        <p:tgtEl>
                                          <p:spTgt spid="120"/>
                                        </p:tgtEl>
                                        <p:attrNameLst>
                                          <p:attrName>style.visibility</p:attrName>
                                        </p:attrNameLst>
                                      </p:cBhvr>
                                      <p:to>
                                        <p:strVal val="hidden"/>
                                      </p:to>
                                    </p:set>
                                  </p:childTnLst>
                                </p:cTn>
                              </p:par>
                              <p:par>
                                <p:cTn id="658" presetID="10" presetClass="exit" presetSubtype="0" fill="hold" grpId="2" nodeType="withEffect">
                                  <p:stCondLst>
                                    <p:cond delay="1250"/>
                                  </p:stCondLst>
                                  <p:childTnLst>
                                    <p:animEffect transition="out" filter="fade">
                                      <p:cBhvr>
                                        <p:cTn id="659" dur="500"/>
                                        <p:tgtEl>
                                          <p:spTgt spid="159"/>
                                        </p:tgtEl>
                                      </p:cBhvr>
                                    </p:animEffect>
                                    <p:set>
                                      <p:cBhvr>
                                        <p:cTn id="660" dur="1" fill="hold">
                                          <p:stCondLst>
                                            <p:cond delay="499"/>
                                          </p:stCondLst>
                                        </p:cTn>
                                        <p:tgtEl>
                                          <p:spTgt spid="159"/>
                                        </p:tgtEl>
                                        <p:attrNameLst>
                                          <p:attrName>style.visibility</p:attrName>
                                        </p:attrNameLst>
                                      </p:cBhvr>
                                      <p:to>
                                        <p:strVal val="hidden"/>
                                      </p:to>
                                    </p:set>
                                  </p:childTnLst>
                                </p:cTn>
                              </p:par>
                              <p:par>
                                <p:cTn id="661" presetID="10" presetClass="exit" presetSubtype="0" fill="hold" grpId="2" nodeType="withEffect">
                                  <p:stCondLst>
                                    <p:cond delay="1500"/>
                                  </p:stCondLst>
                                  <p:childTnLst>
                                    <p:animEffect transition="out" filter="fade">
                                      <p:cBhvr>
                                        <p:cTn id="662" dur="500"/>
                                        <p:tgtEl>
                                          <p:spTgt spid="163"/>
                                        </p:tgtEl>
                                      </p:cBhvr>
                                    </p:animEffect>
                                    <p:set>
                                      <p:cBhvr>
                                        <p:cTn id="663" dur="1" fill="hold">
                                          <p:stCondLst>
                                            <p:cond delay="499"/>
                                          </p:stCondLst>
                                        </p:cTn>
                                        <p:tgtEl>
                                          <p:spTgt spid="163"/>
                                        </p:tgtEl>
                                        <p:attrNameLst>
                                          <p:attrName>style.visibility</p:attrName>
                                        </p:attrNameLst>
                                      </p:cBhvr>
                                      <p:to>
                                        <p:strVal val="hidden"/>
                                      </p:to>
                                    </p:set>
                                  </p:childTnLst>
                                </p:cTn>
                              </p:par>
                              <p:par>
                                <p:cTn id="664" presetID="10" presetClass="exit" presetSubtype="0" fill="hold" grpId="2" nodeType="withEffect">
                                  <p:stCondLst>
                                    <p:cond delay="1750"/>
                                  </p:stCondLst>
                                  <p:childTnLst>
                                    <p:animEffect transition="out" filter="fade">
                                      <p:cBhvr>
                                        <p:cTn id="665" dur="500"/>
                                        <p:tgtEl>
                                          <p:spTgt spid="116"/>
                                        </p:tgtEl>
                                      </p:cBhvr>
                                    </p:animEffect>
                                    <p:set>
                                      <p:cBhvr>
                                        <p:cTn id="666" dur="1" fill="hold">
                                          <p:stCondLst>
                                            <p:cond delay="499"/>
                                          </p:stCondLst>
                                        </p:cTn>
                                        <p:tgtEl>
                                          <p:spTgt spid="11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3" grpId="0" animBg="1"/>
      <p:bldP spid="71" grpId="0" animBg="1"/>
      <p:bldP spid="74" grpId="0"/>
      <p:bldP spid="106" grpId="0" animBg="1"/>
      <p:bldP spid="107" grpId="0"/>
      <p:bldP spid="113" grpId="0" animBg="1"/>
      <p:bldP spid="114" grpId="0" animBg="1"/>
      <p:bldP spid="114" grpId="1" animBg="1"/>
      <p:bldP spid="115" grpId="0" animBg="1"/>
      <p:bldP spid="116" grpId="0" animBg="1"/>
      <p:bldP spid="116" grpId="1" animBg="1"/>
      <p:bldP spid="116" grpId="2" animBg="1"/>
      <p:bldP spid="117" grpId="0" animBg="1"/>
      <p:bldP spid="118" grpId="0" animBg="1"/>
      <p:bldP spid="118" grpId="1" animBg="1"/>
      <p:bldP spid="119" grpId="0" animBg="1"/>
      <p:bldP spid="120" grpId="0" animBg="1"/>
      <p:bldP spid="120" grpId="1" animBg="1"/>
      <p:bldP spid="120" grpId="2" animBg="1"/>
      <p:bldP spid="121" grpId="0" animBg="1"/>
      <p:bldP spid="122" grpId="0" animBg="1"/>
      <p:bldP spid="122" grpId="1" animBg="1"/>
      <p:bldP spid="123" grpId="0" animBg="1"/>
      <p:bldP spid="124" grpId="0" animBg="1"/>
      <p:bldP spid="125" grpId="0" animBg="1"/>
      <p:bldP spid="126" grpId="0" animBg="1"/>
      <p:bldP spid="126" grpId="1" animBg="1"/>
      <p:bldP spid="126" grpId="2" animBg="1"/>
      <p:bldP spid="127" grpId="0"/>
      <p:bldP spid="127" grpId="1"/>
      <p:bldP spid="130" grpId="0" animBg="1"/>
      <p:bldP spid="131" grpId="0"/>
      <p:bldP spid="137" grpId="0" animBg="1"/>
      <p:bldP spid="138" grpId="0" animBg="1"/>
      <p:bldP spid="139" grpId="0" animBg="1"/>
      <p:bldP spid="140" grpId="0" animBg="1"/>
      <p:bldP spid="140" grpId="1" animBg="1"/>
      <p:bldP spid="141" grpId="0" animBg="1"/>
      <p:bldP spid="141" grpId="1" animBg="1"/>
      <p:bldP spid="142" grpId="0" animBg="1"/>
      <p:bldP spid="143" grpId="0" animBg="1"/>
      <p:bldP spid="144" grpId="0" animBg="1"/>
      <p:bldP spid="144" grpId="1" animBg="1"/>
      <p:bldP spid="144" grpId="2" animBg="1"/>
      <p:bldP spid="145" grpId="0" animBg="1"/>
      <p:bldP spid="146" grpId="0" animBg="1"/>
      <p:bldP spid="146" grpId="1" animBg="1"/>
      <p:bldP spid="147" grpId="0" animBg="1"/>
      <p:bldP spid="147" grpId="1" animBg="1"/>
      <p:bldP spid="147" grpId="2" animBg="1"/>
      <p:bldP spid="148" grpId="0" animBg="1"/>
      <p:bldP spid="149" grpId="0" animBg="1"/>
      <p:bldP spid="149" grpId="1" animBg="1"/>
      <p:bldP spid="150" grpId="0" animBg="1"/>
      <p:bldP spid="150" grpId="1" animBg="1"/>
      <p:bldP spid="151" grpId="0" animBg="1"/>
      <p:bldP spid="152" grpId="0"/>
      <p:bldP spid="158" grpId="0" animBg="1"/>
      <p:bldP spid="159" grpId="0" animBg="1"/>
      <p:bldP spid="159" grpId="1" animBg="1"/>
      <p:bldP spid="159" grpId="2" animBg="1"/>
      <p:bldP spid="160" grpId="0" animBg="1"/>
      <p:bldP spid="160" grpId="1" animBg="1"/>
      <p:bldP spid="161" grpId="0" animBg="1"/>
      <p:bldP spid="161" grpId="1" animBg="1"/>
      <p:bldP spid="162" grpId="0" animBg="1"/>
      <p:bldP spid="163" grpId="0" animBg="1"/>
      <p:bldP spid="163" grpId="1" animBg="1"/>
      <p:bldP spid="163" grpId="2" animBg="1"/>
      <p:bldP spid="164" grpId="0" animBg="1"/>
      <p:bldP spid="165" grpId="0" animBg="1"/>
      <p:bldP spid="166" grpId="0" animBg="1"/>
      <p:bldP spid="166" grpId="1" animBg="1"/>
      <p:bldP spid="167" grpId="0" animBg="1"/>
      <p:bldP spid="168" grpId="0" animBg="1"/>
      <p:bldP spid="168" grpId="1" animBg="1"/>
      <p:bldP spid="169" grpId="0" animBg="1"/>
      <p:bldP spid="170" grpId="0" animBg="1"/>
      <p:bldP spid="170" grpId="1" animBg="1"/>
      <p:bldP spid="171" grpId="0" animBg="1"/>
      <p:bldP spid="180" grpId="0"/>
      <p:bldP spid="181" grpId="0" animBg="1"/>
      <p:bldP spid="182" grpId="0" animBg="1"/>
      <p:bldP spid="183" grpId="0" animBg="1"/>
      <p:bldP spid="184" grpId="0" animBg="1"/>
      <p:bldP spid="185" grpId="0"/>
      <p:bldP spid="185" grpId="1"/>
      <p:bldP spid="186" grpId="0" animBg="1"/>
      <p:bldP spid="202" grpId="0" animBg="1"/>
      <p:bldP spid="203" grpId="0"/>
      <p:bldP spid="222" grpId="0"/>
      <p:bldP spid="223" grpId="0"/>
      <p:bldP spid="245" grpId="0"/>
      <p:bldP spid="246" grpId="0"/>
      <p:bldP spid="246" grpId="1"/>
      <p:bldP spid="250" grpId="0"/>
      <p:bldP spid="250" grpId="1"/>
      <p:bldP spid="252" grpId="0" animBg="1"/>
      <p:bldP spid="253" grpId="0" animBg="1"/>
      <p:bldP spid="254" grpId="0" animBg="1"/>
      <p:bldP spid="255" grpId="0" animBg="1"/>
      <p:bldP spid="255" grpId="1" animBg="1"/>
      <p:bldP spid="276" grpId="0"/>
      <p:bldP spid="276" grpId="1"/>
      <p:bldP spid="277" grpId="0" animBg="1"/>
      <p:bldP spid="278" grpId="0" animBg="1"/>
      <p:bldP spid="279" grpId="0" animBg="1"/>
      <p:bldP spid="280" grpId="0" animBg="1"/>
      <p:bldP spid="280" grpId="1"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8585AB-0085-6E62-C72B-D2A34AF3AAA1}"/>
            </a:ext>
          </a:extLst>
        </p:cNvPr>
        <p:cNvGrpSpPr/>
        <p:nvPr/>
      </p:nvGrpSpPr>
      <p:grpSpPr>
        <a:xfrm>
          <a:off x="0" y="0"/>
          <a:ext cx="0" cy="0"/>
          <a:chOff x="0" y="0"/>
          <a:chExt cx="0" cy="0"/>
        </a:xfrm>
      </p:grpSpPr>
      <p:grpSp>
        <p:nvGrpSpPr>
          <p:cNvPr id="161" name="Group 160">
            <a:extLst>
              <a:ext uri="{FF2B5EF4-FFF2-40B4-BE49-F238E27FC236}">
                <a16:creationId xmlns:a16="http://schemas.microsoft.com/office/drawing/2014/main" id="{B3DAF89B-2B34-0BF2-87BA-CAEAAF7E9B3B}"/>
              </a:ext>
            </a:extLst>
          </p:cNvPr>
          <p:cNvGrpSpPr/>
          <p:nvPr/>
        </p:nvGrpSpPr>
        <p:grpSpPr>
          <a:xfrm>
            <a:off x="3412709" y="4242815"/>
            <a:ext cx="1734312" cy="1933764"/>
            <a:chOff x="3412709" y="4242815"/>
            <a:chExt cx="1734312" cy="1933764"/>
          </a:xfrm>
        </p:grpSpPr>
        <p:sp>
          <p:nvSpPr>
            <p:cNvPr id="72" name="Rectangle 71">
              <a:extLst>
                <a:ext uri="{FF2B5EF4-FFF2-40B4-BE49-F238E27FC236}">
                  <a16:creationId xmlns:a16="http://schemas.microsoft.com/office/drawing/2014/main" id="{D7A62C63-927C-24D7-2641-ECE61C2B622D}"/>
                </a:ext>
              </a:extLst>
            </p:cNvPr>
            <p:cNvSpPr/>
            <p:nvPr/>
          </p:nvSpPr>
          <p:spPr bwMode="gray">
            <a:xfrm>
              <a:off x="3412709" y="4242815"/>
              <a:ext cx="1734312" cy="1933764"/>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sp>
          <p:nvSpPr>
            <p:cNvPr id="85" name="TextBox 84">
              <a:extLst>
                <a:ext uri="{FF2B5EF4-FFF2-40B4-BE49-F238E27FC236}">
                  <a16:creationId xmlns:a16="http://schemas.microsoft.com/office/drawing/2014/main" id="{76E593A4-2C9B-5AB4-5A2B-5EE808802F24}"/>
                </a:ext>
              </a:extLst>
            </p:cNvPr>
            <p:cNvSpPr txBox="1"/>
            <p:nvPr/>
          </p:nvSpPr>
          <p:spPr>
            <a:xfrm>
              <a:off x="3901379" y="5951919"/>
              <a:ext cx="737896" cy="184666"/>
            </a:xfrm>
            <a:prstGeom prst="rect">
              <a:avLst/>
            </a:prstGeom>
          </p:spPr>
          <p:txBody>
            <a:bodyPr wrap="square" lIns="0" tIns="0" rIns="0" bIns="0" rtlCol="0">
              <a:spAutoFit/>
            </a:bodyPr>
            <a:lstStyle/>
            <a:p>
              <a:pPr algn="ctr">
                <a:spcAft>
                  <a:spcPts val="600"/>
                </a:spcAft>
              </a:pPr>
              <a:r>
                <a:rPr lang="en-US" sz="1200" dirty="0">
                  <a:solidFill>
                    <a:schemeClr val="tx2"/>
                  </a:solidFill>
                  <a:latin typeface="Arial" panose="020B0604020202020204" pitchFamily="34" charset="0"/>
                </a:rPr>
                <a:t>Turin</a:t>
              </a:r>
            </a:p>
          </p:txBody>
        </p:sp>
      </p:grpSp>
      <p:grpSp>
        <p:nvGrpSpPr>
          <p:cNvPr id="160" name="Group 159">
            <a:extLst>
              <a:ext uri="{FF2B5EF4-FFF2-40B4-BE49-F238E27FC236}">
                <a16:creationId xmlns:a16="http://schemas.microsoft.com/office/drawing/2014/main" id="{BB7C468B-4A14-77EA-334E-3DF4499F2AE1}"/>
              </a:ext>
            </a:extLst>
          </p:cNvPr>
          <p:cNvGrpSpPr/>
          <p:nvPr/>
        </p:nvGrpSpPr>
        <p:grpSpPr>
          <a:xfrm>
            <a:off x="608011" y="1635371"/>
            <a:ext cx="1742868" cy="1933768"/>
            <a:chOff x="608011" y="1635371"/>
            <a:chExt cx="1742868" cy="1933768"/>
          </a:xfrm>
        </p:grpSpPr>
        <p:sp>
          <p:nvSpPr>
            <p:cNvPr id="108" name="Rectangle 107">
              <a:extLst>
                <a:ext uri="{FF2B5EF4-FFF2-40B4-BE49-F238E27FC236}">
                  <a16:creationId xmlns:a16="http://schemas.microsoft.com/office/drawing/2014/main" id="{384EC213-627E-EE09-DC41-45286521D8B1}"/>
                </a:ext>
              </a:extLst>
            </p:cNvPr>
            <p:cNvSpPr/>
            <p:nvPr/>
          </p:nvSpPr>
          <p:spPr bwMode="gray">
            <a:xfrm>
              <a:off x="608011" y="1635371"/>
              <a:ext cx="1742868" cy="1933768"/>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sp>
          <p:nvSpPr>
            <p:cNvPr id="119" name="TextBox 118">
              <a:extLst>
                <a:ext uri="{FF2B5EF4-FFF2-40B4-BE49-F238E27FC236}">
                  <a16:creationId xmlns:a16="http://schemas.microsoft.com/office/drawing/2014/main" id="{2FB612D6-86ED-C98B-A81C-FD9BFFE8E8FD}"/>
                </a:ext>
              </a:extLst>
            </p:cNvPr>
            <p:cNvSpPr txBox="1"/>
            <p:nvPr/>
          </p:nvSpPr>
          <p:spPr>
            <a:xfrm>
              <a:off x="1110497" y="3335478"/>
              <a:ext cx="737896" cy="184666"/>
            </a:xfrm>
            <a:prstGeom prst="rect">
              <a:avLst/>
            </a:prstGeom>
          </p:spPr>
          <p:txBody>
            <a:bodyPr wrap="square" lIns="0" tIns="0" rIns="0" bIns="0" rtlCol="0">
              <a:spAutoFit/>
            </a:bodyPr>
            <a:lstStyle/>
            <a:p>
              <a:pPr algn="ctr">
                <a:spcAft>
                  <a:spcPts val="600"/>
                </a:spcAft>
              </a:pPr>
              <a:r>
                <a:rPr lang="en-US" sz="1200" dirty="0">
                  <a:solidFill>
                    <a:schemeClr val="tx2"/>
                  </a:solidFill>
                  <a:latin typeface="Arial" panose="020B0604020202020204" pitchFamily="34" charset="0"/>
                </a:rPr>
                <a:t>Milan</a:t>
              </a:r>
            </a:p>
          </p:txBody>
        </p:sp>
      </p:grpSp>
      <p:grpSp>
        <p:nvGrpSpPr>
          <p:cNvPr id="159" name="Group 158">
            <a:extLst>
              <a:ext uri="{FF2B5EF4-FFF2-40B4-BE49-F238E27FC236}">
                <a16:creationId xmlns:a16="http://schemas.microsoft.com/office/drawing/2014/main" id="{67833E62-E9CB-0D0F-CDB4-7345AC3ED223}"/>
              </a:ext>
            </a:extLst>
          </p:cNvPr>
          <p:cNvGrpSpPr/>
          <p:nvPr/>
        </p:nvGrpSpPr>
        <p:grpSpPr>
          <a:xfrm>
            <a:off x="3412709" y="1635371"/>
            <a:ext cx="1738581" cy="1933768"/>
            <a:chOff x="3412709" y="1635371"/>
            <a:chExt cx="1738581" cy="1933768"/>
          </a:xfrm>
        </p:grpSpPr>
        <p:sp>
          <p:nvSpPr>
            <p:cNvPr id="107" name="Rectangle 106">
              <a:extLst>
                <a:ext uri="{FF2B5EF4-FFF2-40B4-BE49-F238E27FC236}">
                  <a16:creationId xmlns:a16="http://schemas.microsoft.com/office/drawing/2014/main" id="{84043EFB-768B-87CE-E404-FE532DB087CA}"/>
                </a:ext>
              </a:extLst>
            </p:cNvPr>
            <p:cNvSpPr/>
            <p:nvPr/>
          </p:nvSpPr>
          <p:spPr bwMode="gray">
            <a:xfrm>
              <a:off x="3412709" y="1635371"/>
              <a:ext cx="1738581" cy="1933768"/>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sp>
          <p:nvSpPr>
            <p:cNvPr id="120" name="TextBox 119">
              <a:extLst>
                <a:ext uri="{FF2B5EF4-FFF2-40B4-BE49-F238E27FC236}">
                  <a16:creationId xmlns:a16="http://schemas.microsoft.com/office/drawing/2014/main" id="{CDF330CE-F39C-3DD0-F59E-C2311344EB57}"/>
                </a:ext>
              </a:extLst>
            </p:cNvPr>
            <p:cNvSpPr txBox="1"/>
            <p:nvPr/>
          </p:nvSpPr>
          <p:spPr>
            <a:xfrm>
              <a:off x="3901379" y="3335478"/>
              <a:ext cx="737896" cy="184666"/>
            </a:xfrm>
            <a:prstGeom prst="rect">
              <a:avLst/>
            </a:prstGeom>
          </p:spPr>
          <p:txBody>
            <a:bodyPr wrap="square" lIns="0" tIns="0" rIns="0" bIns="0" rtlCol="0">
              <a:spAutoFit/>
            </a:bodyPr>
            <a:lstStyle/>
            <a:p>
              <a:pPr algn="ctr">
                <a:spcAft>
                  <a:spcPts val="600"/>
                </a:spcAft>
              </a:pPr>
              <a:r>
                <a:rPr lang="en-US" sz="1200" dirty="0">
                  <a:solidFill>
                    <a:schemeClr val="tx2"/>
                  </a:solidFill>
                  <a:latin typeface="Arial" panose="020B0604020202020204" pitchFamily="34" charset="0"/>
                </a:rPr>
                <a:t>Turin</a:t>
              </a:r>
            </a:p>
          </p:txBody>
        </p:sp>
      </p:grpSp>
      <p:sp>
        <p:nvSpPr>
          <p:cNvPr id="136" name="Rectangle 135">
            <a:extLst>
              <a:ext uri="{FF2B5EF4-FFF2-40B4-BE49-F238E27FC236}">
                <a16:creationId xmlns:a16="http://schemas.microsoft.com/office/drawing/2014/main" id="{FCCCA6F9-B02C-4933-AB44-5A032A5F2721}"/>
              </a:ext>
            </a:extLst>
          </p:cNvPr>
          <p:cNvSpPr/>
          <p:nvPr/>
        </p:nvSpPr>
        <p:spPr>
          <a:xfrm>
            <a:off x="5306371" y="1883772"/>
            <a:ext cx="2662766" cy="1238492"/>
          </a:xfrm>
          <a:prstGeom prst="rect">
            <a:avLst/>
          </a:prstGeom>
          <a:solidFill>
            <a:schemeClr val="bg1"/>
          </a:solidFill>
          <a:ln w="25400">
            <a:solidFill>
              <a:schemeClr val="accent2">
                <a:lumMod val="7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algn="ctr">
              <a:spcAft>
                <a:spcPts val="800"/>
              </a:spcAft>
            </a:pPr>
            <a:endParaRPr lang="en-US" sz="1400">
              <a:solidFill>
                <a:schemeClr val="tx1"/>
              </a:solidFill>
            </a:endParaRPr>
          </a:p>
        </p:txBody>
      </p:sp>
      <p:sp>
        <p:nvSpPr>
          <p:cNvPr id="2" name="Title 1">
            <a:extLst>
              <a:ext uri="{FF2B5EF4-FFF2-40B4-BE49-F238E27FC236}">
                <a16:creationId xmlns:a16="http://schemas.microsoft.com/office/drawing/2014/main" id="{6D09D3F9-F27B-80D6-4934-8E41BC5D5190}"/>
              </a:ext>
            </a:extLst>
          </p:cNvPr>
          <p:cNvSpPr>
            <a:spLocks noGrp="1"/>
          </p:cNvSpPr>
          <p:nvPr>
            <p:ph type="title"/>
          </p:nvPr>
        </p:nvSpPr>
        <p:spPr/>
        <p:txBody>
          <a:bodyPr/>
          <a:lstStyle/>
          <a:p>
            <a:r>
              <a:rPr lang="en-US" dirty="0"/>
              <a:t>Simplified Site Maintenance and Failure Recovery for Stretched Clusters</a:t>
            </a:r>
          </a:p>
        </p:txBody>
      </p:sp>
      <p:sp>
        <p:nvSpPr>
          <p:cNvPr id="3" name="Subtitle 2">
            <a:extLst>
              <a:ext uri="{FF2B5EF4-FFF2-40B4-BE49-F238E27FC236}">
                <a16:creationId xmlns:a16="http://schemas.microsoft.com/office/drawing/2014/main" id="{E585813B-EE5D-C8A3-416B-4676D181E5BA}"/>
              </a:ext>
            </a:extLst>
          </p:cNvPr>
          <p:cNvSpPr>
            <a:spLocks noGrp="1"/>
          </p:cNvSpPr>
          <p:nvPr>
            <p:ph type="subTitle" idx="10"/>
          </p:nvPr>
        </p:nvSpPr>
        <p:spPr/>
        <p:txBody>
          <a:bodyPr/>
          <a:lstStyle/>
          <a:p>
            <a:r>
              <a:rPr lang="en-US" dirty="0"/>
              <a:t>Stretched Cluster - Site Maintenance &amp; Site Recovery after failure during maintenance</a:t>
            </a:r>
          </a:p>
        </p:txBody>
      </p:sp>
      <p:sp>
        <p:nvSpPr>
          <p:cNvPr id="4" name="Text Placeholder 3">
            <a:extLst>
              <a:ext uri="{FF2B5EF4-FFF2-40B4-BE49-F238E27FC236}">
                <a16:creationId xmlns:a16="http://schemas.microsoft.com/office/drawing/2014/main" id="{F2415F75-7413-0EAA-E26D-539411EACCD0}"/>
              </a:ext>
            </a:extLst>
          </p:cNvPr>
          <p:cNvSpPr>
            <a:spLocks noGrp="1"/>
          </p:cNvSpPr>
          <p:nvPr>
            <p:ph type="body" sz="quarter" idx="17"/>
          </p:nvPr>
        </p:nvSpPr>
        <p:spPr/>
        <p:txBody>
          <a:bodyPr/>
          <a:lstStyle/>
          <a:p>
            <a:r>
              <a:rPr lang="en-US" dirty="0"/>
              <a:t>Site-wide maintenance mode</a:t>
            </a:r>
          </a:p>
        </p:txBody>
      </p:sp>
      <p:sp>
        <p:nvSpPr>
          <p:cNvPr id="9" name="Text Placeholder 8">
            <a:extLst>
              <a:ext uri="{FF2B5EF4-FFF2-40B4-BE49-F238E27FC236}">
                <a16:creationId xmlns:a16="http://schemas.microsoft.com/office/drawing/2014/main" id="{B3CC94AF-B5F1-8FE1-AF9F-3038968E3606}"/>
              </a:ext>
            </a:extLst>
          </p:cNvPr>
          <p:cNvSpPr>
            <a:spLocks noGrp="1"/>
          </p:cNvSpPr>
          <p:nvPr>
            <p:ph type="body" sz="quarter" idx="20"/>
          </p:nvPr>
        </p:nvSpPr>
        <p:spPr/>
        <p:txBody>
          <a:bodyPr/>
          <a:lstStyle/>
          <a:p>
            <a:r>
              <a:rPr lang="en-US" dirty="0"/>
              <a:t>Safely enter and exit entire site of a stretched cluster into maintenance mode with a single click in the UI</a:t>
            </a:r>
          </a:p>
          <a:p>
            <a:r>
              <a:rPr lang="en-US" dirty="0"/>
              <a:t>Ensures consistency of data within a site</a:t>
            </a:r>
          </a:p>
          <a:p>
            <a:endParaRPr lang="en-US" dirty="0"/>
          </a:p>
          <a:p>
            <a:endParaRPr lang="en-US" dirty="0"/>
          </a:p>
        </p:txBody>
      </p:sp>
      <p:sp>
        <p:nvSpPr>
          <p:cNvPr id="8" name="Text Placeholder 7">
            <a:extLst>
              <a:ext uri="{FF2B5EF4-FFF2-40B4-BE49-F238E27FC236}">
                <a16:creationId xmlns:a16="http://schemas.microsoft.com/office/drawing/2014/main" id="{2193A5EB-27BD-9AC5-114E-88E88B373DCC}"/>
              </a:ext>
            </a:extLst>
          </p:cNvPr>
          <p:cNvSpPr>
            <a:spLocks noGrp="1"/>
          </p:cNvSpPr>
          <p:nvPr>
            <p:ph type="body" sz="quarter" idx="19"/>
          </p:nvPr>
        </p:nvSpPr>
        <p:spPr/>
        <p:txBody>
          <a:bodyPr/>
          <a:lstStyle/>
          <a:p>
            <a:r>
              <a:rPr lang="en-US" dirty="0"/>
              <a:t>Manual site takeover</a:t>
            </a:r>
          </a:p>
        </p:txBody>
      </p:sp>
      <p:sp>
        <p:nvSpPr>
          <p:cNvPr id="10" name="Text Placeholder 9">
            <a:extLst>
              <a:ext uri="{FF2B5EF4-FFF2-40B4-BE49-F238E27FC236}">
                <a16:creationId xmlns:a16="http://schemas.microsoft.com/office/drawing/2014/main" id="{0445B230-0047-51DA-2BE2-46F8100AF1E5}"/>
              </a:ext>
            </a:extLst>
          </p:cNvPr>
          <p:cNvSpPr>
            <a:spLocks noGrp="1"/>
          </p:cNvSpPr>
          <p:nvPr>
            <p:ph type="body" sz="quarter" idx="21"/>
          </p:nvPr>
        </p:nvSpPr>
        <p:spPr/>
        <p:txBody>
          <a:bodyPr/>
          <a:lstStyle/>
          <a:p>
            <a:r>
              <a:rPr lang="en-US" dirty="0"/>
              <a:t>Regain availability of data and VMs for site in maintenance mode following permanent failure of the other data site</a:t>
            </a:r>
          </a:p>
          <a:p>
            <a:r>
              <a:rPr lang="en-US" dirty="0"/>
              <a:t>Guided recovery process using CLI at remaining site</a:t>
            </a:r>
          </a:p>
          <a:p>
            <a:endParaRPr lang="en-US" dirty="0"/>
          </a:p>
          <a:p>
            <a:endParaRPr lang="en-US" dirty="0"/>
          </a:p>
        </p:txBody>
      </p:sp>
      <p:cxnSp>
        <p:nvCxnSpPr>
          <p:cNvPr id="6" name="Straight Connector 5">
            <a:extLst>
              <a:ext uri="{FF2B5EF4-FFF2-40B4-BE49-F238E27FC236}">
                <a16:creationId xmlns:a16="http://schemas.microsoft.com/office/drawing/2014/main" id="{D222ECB6-E61C-A011-953C-2274B48640CE}"/>
              </a:ext>
            </a:extLst>
          </p:cNvPr>
          <p:cNvCxnSpPr>
            <a:cxnSpLocks/>
          </p:cNvCxnSpPr>
          <p:nvPr/>
        </p:nvCxnSpPr>
        <p:spPr bwMode="gray">
          <a:xfrm>
            <a:off x="608012" y="3886200"/>
            <a:ext cx="7398303" cy="0"/>
          </a:xfrm>
          <a:prstGeom prst="line">
            <a:avLst/>
          </a:prstGeom>
          <a:ln w="381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62" name="Group 161">
            <a:extLst>
              <a:ext uri="{FF2B5EF4-FFF2-40B4-BE49-F238E27FC236}">
                <a16:creationId xmlns:a16="http://schemas.microsoft.com/office/drawing/2014/main" id="{438345A1-E079-F43D-4164-CFBBF002B46A}"/>
              </a:ext>
            </a:extLst>
          </p:cNvPr>
          <p:cNvGrpSpPr/>
          <p:nvPr/>
        </p:nvGrpSpPr>
        <p:grpSpPr>
          <a:xfrm>
            <a:off x="608011" y="4242815"/>
            <a:ext cx="1742868" cy="1933761"/>
            <a:chOff x="608011" y="4242815"/>
            <a:chExt cx="1742868" cy="1933761"/>
          </a:xfrm>
        </p:grpSpPr>
        <p:sp>
          <p:nvSpPr>
            <p:cNvPr id="73" name="Rectangle 72">
              <a:extLst>
                <a:ext uri="{FF2B5EF4-FFF2-40B4-BE49-F238E27FC236}">
                  <a16:creationId xmlns:a16="http://schemas.microsoft.com/office/drawing/2014/main" id="{8748800B-FC53-C89D-53F5-A9C79893A687}"/>
                </a:ext>
              </a:extLst>
            </p:cNvPr>
            <p:cNvSpPr/>
            <p:nvPr/>
          </p:nvSpPr>
          <p:spPr bwMode="gray">
            <a:xfrm>
              <a:off x="608011" y="4242815"/>
              <a:ext cx="1742868" cy="1933761"/>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sp>
          <p:nvSpPr>
            <p:cNvPr id="84" name="TextBox 83">
              <a:extLst>
                <a:ext uri="{FF2B5EF4-FFF2-40B4-BE49-F238E27FC236}">
                  <a16:creationId xmlns:a16="http://schemas.microsoft.com/office/drawing/2014/main" id="{6CA80900-2B8F-BBDD-C5A0-DFA49350A50E}"/>
                </a:ext>
              </a:extLst>
            </p:cNvPr>
            <p:cNvSpPr txBox="1"/>
            <p:nvPr/>
          </p:nvSpPr>
          <p:spPr>
            <a:xfrm>
              <a:off x="1110497" y="5951919"/>
              <a:ext cx="737896" cy="184666"/>
            </a:xfrm>
            <a:prstGeom prst="rect">
              <a:avLst/>
            </a:prstGeom>
          </p:spPr>
          <p:txBody>
            <a:bodyPr wrap="square" lIns="0" tIns="0" rIns="0" bIns="0" rtlCol="0">
              <a:spAutoFit/>
            </a:bodyPr>
            <a:lstStyle/>
            <a:p>
              <a:pPr algn="ctr">
                <a:spcAft>
                  <a:spcPts val="600"/>
                </a:spcAft>
              </a:pPr>
              <a:r>
                <a:rPr lang="en-US" sz="1200" dirty="0">
                  <a:solidFill>
                    <a:schemeClr val="tx2"/>
                  </a:solidFill>
                  <a:latin typeface="Arial" panose="020B0604020202020204" pitchFamily="34" charset="0"/>
                </a:rPr>
                <a:t>Milan</a:t>
              </a:r>
            </a:p>
          </p:txBody>
        </p:sp>
      </p:grpSp>
      <p:sp>
        <p:nvSpPr>
          <p:cNvPr id="87" name="TextBox 86">
            <a:extLst>
              <a:ext uri="{FF2B5EF4-FFF2-40B4-BE49-F238E27FC236}">
                <a16:creationId xmlns:a16="http://schemas.microsoft.com/office/drawing/2014/main" id="{7BC50801-73A3-FD08-DEE9-B333AF726BAB}"/>
              </a:ext>
            </a:extLst>
          </p:cNvPr>
          <p:cNvSpPr txBox="1"/>
          <p:nvPr/>
        </p:nvSpPr>
        <p:spPr>
          <a:xfrm>
            <a:off x="920431" y="4798305"/>
            <a:ext cx="1118029" cy="369332"/>
          </a:xfrm>
          <a:prstGeom prst="rect">
            <a:avLst/>
          </a:prstGeom>
        </p:spPr>
        <p:txBody>
          <a:bodyPr wrap="square" lIns="0" tIns="0" rIns="0" bIns="0" rtlCol="0">
            <a:spAutoFit/>
          </a:bodyPr>
          <a:lstStyle/>
          <a:p>
            <a:pPr algn="ctr">
              <a:spcAft>
                <a:spcPts val="600"/>
              </a:spcAft>
            </a:pPr>
            <a:r>
              <a:rPr lang="en-US" sz="1200" dirty="0">
                <a:solidFill>
                  <a:srgbClr val="A6192E"/>
                </a:solidFill>
                <a:latin typeface="Arial" panose="020B0604020202020204" pitchFamily="34" charset="0"/>
              </a:rPr>
              <a:t>Permanent Failure</a:t>
            </a:r>
          </a:p>
        </p:txBody>
      </p:sp>
      <p:sp>
        <p:nvSpPr>
          <p:cNvPr id="88" name="Graphic 7">
            <a:extLst>
              <a:ext uri="{FF2B5EF4-FFF2-40B4-BE49-F238E27FC236}">
                <a16:creationId xmlns:a16="http://schemas.microsoft.com/office/drawing/2014/main" id="{F1315DAD-D12C-6C44-4760-4A813244F6EF}"/>
              </a:ext>
            </a:extLst>
          </p:cNvPr>
          <p:cNvSpPr/>
          <p:nvPr/>
        </p:nvSpPr>
        <p:spPr>
          <a:xfrm>
            <a:off x="2738271" y="4396080"/>
            <a:ext cx="297775" cy="290571"/>
          </a:xfrm>
          <a:custGeom>
            <a:avLst/>
            <a:gdLst>
              <a:gd name="connsiteX0" fmla="*/ 197669 w 1134244"/>
              <a:gd name="connsiteY0" fmla="*/ 351799 h 1106802"/>
              <a:gd name="connsiteX1" fmla="*/ 217610 w 1134244"/>
              <a:gd name="connsiteY1" fmla="*/ 351799 h 1106802"/>
              <a:gd name="connsiteX2" fmla="*/ 258498 w 1134244"/>
              <a:gd name="connsiteY2" fmla="*/ 453881 h 1106802"/>
              <a:gd name="connsiteX3" fmla="*/ 298745 w 1134244"/>
              <a:gd name="connsiteY3" fmla="*/ 351799 h 1106802"/>
              <a:gd name="connsiteX4" fmla="*/ 318686 w 1134244"/>
              <a:gd name="connsiteY4" fmla="*/ 351799 h 1106802"/>
              <a:gd name="connsiteX5" fmla="*/ 267188 w 1134244"/>
              <a:gd name="connsiteY5" fmla="*/ 474736 h 1106802"/>
              <a:gd name="connsiteX6" fmla="*/ 250083 w 1134244"/>
              <a:gd name="connsiteY6" fmla="*/ 474736 h 1106802"/>
              <a:gd name="connsiteX7" fmla="*/ 197669 w 1134244"/>
              <a:gd name="connsiteY7" fmla="*/ 351799 h 1106802"/>
              <a:gd name="connsiteX8" fmla="*/ 345121 w 1134244"/>
              <a:gd name="connsiteY8" fmla="*/ 451411 h 1106802"/>
              <a:gd name="connsiteX9" fmla="*/ 356738 w 1134244"/>
              <a:gd name="connsiteY9" fmla="*/ 436867 h 1106802"/>
              <a:gd name="connsiteX10" fmla="*/ 410249 w 1134244"/>
              <a:gd name="connsiteY10" fmla="*/ 460375 h 1106802"/>
              <a:gd name="connsiteX11" fmla="*/ 448301 w 1134244"/>
              <a:gd name="connsiteY11" fmla="*/ 431836 h 1106802"/>
              <a:gd name="connsiteX12" fmla="*/ 404303 w 1134244"/>
              <a:gd name="connsiteY12" fmla="*/ 400919 h 1106802"/>
              <a:gd name="connsiteX13" fmla="*/ 350792 w 1134244"/>
              <a:gd name="connsiteY13" fmla="*/ 354726 h 1106802"/>
              <a:gd name="connsiteX14" fmla="*/ 405492 w 1134244"/>
              <a:gd name="connsiteY14" fmla="*/ 308075 h 1106802"/>
              <a:gd name="connsiteX15" fmla="*/ 462845 w 1134244"/>
              <a:gd name="connsiteY15" fmla="*/ 331401 h 1106802"/>
              <a:gd name="connsiteX16" fmla="*/ 451411 w 1134244"/>
              <a:gd name="connsiteY16" fmla="*/ 345945 h 1106802"/>
              <a:gd name="connsiteX17" fmla="*/ 404578 w 1134244"/>
              <a:gd name="connsiteY17" fmla="*/ 324998 h 1106802"/>
              <a:gd name="connsiteX18" fmla="*/ 369635 w 1134244"/>
              <a:gd name="connsiteY18" fmla="*/ 353262 h 1106802"/>
              <a:gd name="connsiteX19" fmla="*/ 413633 w 1134244"/>
              <a:gd name="connsiteY19" fmla="*/ 382716 h 1106802"/>
              <a:gd name="connsiteX20" fmla="*/ 467144 w 1134244"/>
              <a:gd name="connsiteY20" fmla="*/ 430098 h 1106802"/>
              <a:gd name="connsiteX21" fmla="*/ 409608 w 1134244"/>
              <a:gd name="connsiteY21" fmla="*/ 477206 h 1106802"/>
              <a:gd name="connsiteX22" fmla="*/ 345121 w 1134244"/>
              <a:gd name="connsiteY22" fmla="*/ 451411 h 1106802"/>
              <a:gd name="connsiteX23" fmla="*/ 619535 w 1134244"/>
              <a:gd name="connsiteY23" fmla="*/ 437690 h 1106802"/>
              <a:gd name="connsiteX24" fmla="*/ 528430 w 1134244"/>
              <a:gd name="connsiteY24" fmla="*/ 437690 h 1106802"/>
              <a:gd name="connsiteX25" fmla="*/ 512056 w 1134244"/>
              <a:gd name="connsiteY25" fmla="*/ 474828 h 1106802"/>
              <a:gd name="connsiteX26" fmla="*/ 491841 w 1134244"/>
              <a:gd name="connsiteY26" fmla="*/ 474828 h 1106802"/>
              <a:gd name="connsiteX27" fmla="*/ 563921 w 1134244"/>
              <a:gd name="connsiteY27" fmla="*/ 311368 h 1106802"/>
              <a:gd name="connsiteX28" fmla="*/ 584136 w 1134244"/>
              <a:gd name="connsiteY28" fmla="*/ 311368 h 1106802"/>
              <a:gd name="connsiteX29" fmla="*/ 656215 w 1134244"/>
              <a:gd name="connsiteY29" fmla="*/ 474828 h 1106802"/>
              <a:gd name="connsiteX30" fmla="*/ 636000 w 1134244"/>
              <a:gd name="connsiteY30" fmla="*/ 474828 h 1106802"/>
              <a:gd name="connsiteX31" fmla="*/ 619535 w 1134244"/>
              <a:gd name="connsiteY31" fmla="*/ 437690 h 1106802"/>
              <a:gd name="connsiteX32" fmla="*/ 611943 w 1134244"/>
              <a:gd name="connsiteY32" fmla="*/ 420036 h 1106802"/>
              <a:gd name="connsiteX33" fmla="*/ 574165 w 1134244"/>
              <a:gd name="connsiteY33" fmla="*/ 334145 h 1106802"/>
              <a:gd name="connsiteX34" fmla="*/ 536113 w 1134244"/>
              <a:gd name="connsiteY34" fmla="*/ 420036 h 1106802"/>
              <a:gd name="connsiteX35" fmla="*/ 611943 w 1134244"/>
              <a:gd name="connsiteY35" fmla="*/ 420036 h 1106802"/>
              <a:gd name="connsiteX36" fmla="*/ 692346 w 1134244"/>
              <a:gd name="connsiteY36" fmla="*/ 311368 h 1106802"/>
              <a:gd name="connsiteX37" fmla="*/ 710915 w 1134244"/>
              <a:gd name="connsiteY37" fmla="*/ 311368 h 1106802"/>
              <a:gd name="connsiteX38" fmla="*/ 812265 w 1134244"/>
              <a:gd name="connsiteY38" fmla="*/ 444368 h 1106802"/>
              <a:gd name="connsiteX39" fmla="*/ 812265 w 1134244"/>
              <a:gd name="connsiteY39" fmla="*/ 311368 h 1106802"/>
              <a:gd name="connsiteX40" fmla="*/ 830834 w 1134244"/>
              <a:gd name="connsiteY40" fmla="*/ 311368 h 1106802"/>
              <a:gd name="connsiteX41" fmla="*/ 830834 w 1134244"/>
              <a:gd name="connsiteY41" fmla="*/ 474736 h 1106802"/>
              <a:gd name="connsiteX42" fmla="*/ 812265 w 1134244"/>
              <a:gd name="connsiteY42" fmla="*/ 474736 h 1106802"/>
              <a:gd name="connsiteX43" fmla="*/ 710823 w 1134244"/>
              <a:gd name="connsiteY43" fmla="*/ 341737 h 1106802"/>
              <a:gd name="connsiteX44" fmla="*/ 710823 w 1134244"/>
              <a:gd name="connsiteY44" fmla="*/ 474736 h 1106802"/>
              <a:gd name="connsiteX45" fmla="*/ 692255 w 1134244"/>
              <a:gd name="connsiteY45" fmla="*/ 474736 h 1106802"/>
              <a:gd name="connsiteX46" fmla="*/ 692255 w 1134244"/>
              <a:gd name="connsiteY46" fmla="*/ 311368 h 1106802"/>
              <a:gd name="connsiteX47" fmla="*/ 192273 w 1134244"/>
              <a:gd name="connsiteY47" fmla="*/ 595661 h 1106802"/>
              <a:gd name="connsiteX48" fmla="*/ 206908 w 1134244"/>
              <a:gd name="connsiteY48" fmla="*/ 595661 h 1106802"/>
              <a:gd name="connsiteX49" fmla="*/ 238557 w 1134244"/>
              <a:gd name="connsiteY49" fmla="*/ 688230 h 1106802"/>
              <a:gd name="connsiteX50" fmla="*/ 268834 w 1134244"/>
              <a:gd name="connsiteY50" fmla="*/ 595661 h 1106802"/>
              <a:gd name="connsiteX51" fmla="*/ 283287 w 1134244"/>
              <a:gd name="connsiteY51" fmla="*/ 595661 h 1106802"/>
              <a:gd name="connsiteX52" fmla="*/ 313564 w 1134244"/>
              <a:gd name="connsiteY52" fmla="*/ 688230 h 1106802"/>
              <a:gd name="connsiteX53" fmla="*/ 345213 w 1134244"/>
              <a:gd name="connsiteY53" fmla="*/ 595661 h 1106802"/>
              <a:gd name="connsiteX54" fmla="*/ 359848 w 1134244"/>
              <a:gd name="connsiteY54" fmla="*/ 595661 h 1106802"/>
              <a:gd name="connsiteX55" fmla="*/ 320698 w 1134244"/>
              <a:gd name="connsiteY55" fmla="*/ 710092 h 1106802"/>
              <a:gd name="connsiteX56" fmla="*/ 307892 w 1134244"/>
              <a:gd name="connsiteY56" fmla="*/ 710092 h 1106802"/>
              <a:gd name="connsiteX57" fmla="*/ 276060 w 1134244"/>
              <a:gd name="connsiteY57" fmla="*/ 612675 h 1106802"/>
              <a:gd name="connsiteX58" fmla="*/ 244045 w 1134244"/>
              <a:gd name="connsiteY58" fmla="*/ 710092 h 1106802"/>
              <a:gd name="connsiteX59" fmla="*/ 231239 w 1134244"/>
              <a:gd name="connsiteY59" fmla="*/ 710092 h 1106802"/>
              <a:gd name="connsiteX60" fmla="*/ 192273 w 1134244"/>
              <a:gd name="connsiteY60" fmla="*/ 595661 h 1106802"/>
              <a:gd name="connsiteX61" fmla="*/ 383173 w 1134244"/>
              <a:gd name="connsiteY61" fmla="*/ 599960 h 1106802"/>
              <a:gd name="connsiteX62" fmla="*/ 391497 w 1134244"/>
              <a:gd name="connsiteY62" fmla="*/ 591819 h 1106802"/>
              <a:gd name="connsiteX63" fmla="*/ 399638 w 1134244"/>
              <a:gd name="connsiteY63" fmla="*/ 599960 h 1106802"/>
              <a:gd name="connsiteX64" fmla="*/ 391497 w 1134244"/>
              <a:gd name="connsiteY64" fmla="*/ 608284 h 1106802"/>
              <a:gd name="connsiteX65" fmla="*/ 383173 w 1134244"/>
              <a:gd name="connsiteY65" fmla="*/ 599960 h 1106802"/>
              <a:gd name="connsiteX66" fmla="*/ 385186 w 1134244"/>
              <a:gd name="connsiteY66" fmla="*/ 624017 h 1106802"/>
              <a:gd name="connsiteX67" fmla="*/ 397717 w 1134244"/>
              <a:gd name="connsiteY67" fmla="*/ 624017 h 1106802"/>
              <a:gd name="connsiteX68" fmla="*/ 397717 w 1134244"/>
              <a:gd name="connsiteY68" fmla="*/ 710092 h 1106802"/>
              <a:gd name="connsiteX69" fmla="*/ 385186 w 1134244"/>
              <a:gd name="connsiteY69" fmla="*/ 710092 h 1106802"/>
              <a:gd name="connsiteX70" fmla="*/ 385186 w 1134244"/>
              <a:gd name="connsiteY70" fmla="*/ 624017 h 1106802"/>
              <a:gd name="connsiteX71" fmla="*/ 471809 w 1134244"/>
              <a:gd name="connsiteY71" fmla="*/ 706616 h 1106802"/>
              <a:gd name="connsiteX72" fmla="*/ 455801 w 1134244"/>
              <a:gd name="connsiteY72" fmla="*/ 712104 h 1106802"/>
              <a:gd name="connsiteX73" fmla="*/ 434855 w 1134244"/>
              <a:gd name="connsiteY73" fmla="*/ 690151 h 1106802"/>
              <a:gd name="connsiteX74" fmla="*/ 434855 w 1134244"/>
              <a:gd name="connsiteY74" fmla="*/ 635177 h 1106802"/>
              <a:gd name="connsiteX75" fmla="*/ 421317 w 1134244"/>
              <a:gd name="connsiteY75" fmla="*/ 635177 h 1106802"/>
              <a:gd name="connsiteX76" fmla="*/ 421317 w 1134244"/>
              <a:gd name="connsiteY76" fmla="*/ 624017 h 1106802"/>
              <a:gd name="connsiteX77" fmla="*/ 434855 w 1134244"/>
              <a:gd name="connsiteY77" fmla="*/ 624017 h 1106802"/>
              <a:gd name="connsiteX78" fmla="*/ 434855 w 1134244"/>
              <a:gd name="connsiteY78" fmla="*/ 600326 h 1106802"/>
              <a:gd name="connsiteX79" fmla="*/ 447295 w 1134244"/>
              <a:gd name="connsiteY79" fmla="*/ 600326 h 1106802"/>
              <a:gd name="connsiteX80" fmla="*/ 447295 w 1134244"/>
              <a:gd name="connsiteY80" fmla="*/ 624017 h 1106802"/>
              <a:gd name="connsiteX81" fmla="*/ 468424 w 1134244"/>
              <a:gd name="connsiteY81" fmla="*/ 624017 h 1106802"/>
              <a:gd name="connsiteX82" fmla="*/ 468424 w 1134244"/>
              <a:gd name="connsiteY82" fmla="*/ 635177 h 1106802"/>
              <a:gd name="connsiteX83" fmla="*/ 447295 w 1134244"/>
              <a:gd name="connsiteY83" fmla="*/ 635177 h 1106802"/>
              <a:gd name="connsiteX84" fmla="*/ 447295 w 1134244"/>
              <a:gd name="connsiteY84" fmla="*/ 690151 h 1106802"/>
              <a:gd name="connsiteX85" fmla="*/ 456625 w 1134244"/>
              <a:gd name="connsiteY85" fmla="*/ 700945 h 1106802"/>
              <a:gd name="connsiteX86" fmla="*/ 465589 w 1134244"/>
              <a:gd name="connsiteY86" fmla="*/ 697469 h 1106802"/>
              <a:gd name="connsiteX87" fmla="*/ 471809 w 1134244"/>
              <a:gd name="connsiteY87" fmla="*/ 706616 h 1106802"/>
              <a:gd name="connsiteX88" fmla="*/ 568220 w 1134244"/>
              <a:gd name="connsiteY88" fmla="*/ 655301 h 1106802"/>
              <a:gd name="connsiteX89" fmla="*/ 568220 w 1134244"/>
              <a:gd name="connsiteY89" fmla="*/ 710092 h 1106802"/>
              <a:gd name="connsiteX90" fmla="*/ 555780 w 1134244"/>
              <a:gd name="connsiteY90" fmla="*/ 710092 h 1106802"/>
              <a:gd name="connsiteX91" fmla="*/ 555780 w 1134244"/>
              <a:gd name="connsiteY91" fmla="*/ 656947 h 1106802"/>
              <a:gd name="connsiteX92" fmla="*/ 534284 w 1134244"/>
              <a:gd name="connsiteY92" fmla="*/ 633164 h 1106802"/>
              <a:gd name="connsiteX93" fmla="*/ 507666 w 1134244"/>
              <a:gd name="connsiteY93" fmla="*/ 655301 h 1106802"/>
              <a:gd name="connsiteX94" fmla="*/ 507666 w 1134244"/>
              <a:gd name="connsiteY94" fmla="*/ 710092 h 1106802"/>
              <a:gd name="connsiteX95" fmla="*/ 495134 w 1134244"/>
              <a:gd name="connsiteY95" fmla="*/ 710092 h 1106802"/>
              <a:gd name="connsiteX96" fmla="*/ 495134 w 1134244"/>
              <a:gd name="connsiteY96" fmla="*/ 624017 h 1106802"/>
              <a:gd name="connsiteX97" fmla="*/ 507666 w 1134244"/>
              <a:gd name="connsiteY97" fmla="*/ 624017 h 1106802"/>
              <a:gd name="connsiteX98" fmla="*/ 507666 w 1134244"/>
              <a:gd name="connsiteY98" fmla="*/ 637830 h 1106802"/>
              <a:gd name="connsiteX99" fmla="*/ 536022 w 1134244"/>
              <a:gd name="connsiteY99" fmla="*/ 622005 h 1106802"/>
              <a:gd name="connsiteX100" fmla="*/ 568220 w 1134244"/>
              <a:gd name="connsiteY100" fmla="*/ 655301 h 1106802"/>
              <a:gd name="connsiteX101" fmla="*/ 666185 w 1134244"/>
              <a:gd name="connsiteY101" fmla="*/ 690608 h 1106802"/>
              <a:gd name="connsiteX102" fmla="*/ 673869 w 1134244"/>
              <a:gd name="connsiteY102" fmla="*/ 698749 h 1106802"/>
              <a:gd name="connsiteX103" fmla="*/ 639201 w 1134244"/>
              <a:gd name="connsiteY103" fmla="*/ 712104 h 1106802"/>
              <a:gd name="connsiteX104" fmla="*/ 595570 w 1134244"/>
              <a:gd name="connsiteY104" fmla="*/ 666826 h 1106802"/>
              <a:gd name="connsiteX105" fmla="*/ 638012 w 1134244"/>
              <a:gd name="connsiteY105" fmla="*/ 622005 h 1106802"/>
              <a:gd name="connsiteX106" fmla="*/ 678808 w 1134244"/>
              <a:gd name="connsiteY106" fmla="*/ 671857 h 1106802"/>
              <a:gd name="connsiteX107" fmla="*/ 608376 w 1134244"/>
              <a:gd name="connsiteY107" fmla="*/ 671857 h 1106802"/>
              <a:gd name="connsiteX108" fmla="*/ 639018 w 1134244"/>
              <a:gd name="connsiteY108" fmla="*/ 701036 h 1106802"/>
              <a:gd name="connsiteX109" fmla="*/ 666185 w 1134244"/>
              <a:gd name="connsiteY109" fmla="*/ 690608 h 1106802"/>
              <a:gd name="connsiteX110" fmla="*/ 608559 w 1134244"/>
              <a:gd name="connsiteY110" fmla="*/ 660606 h 1106802"/>
              <a:gd name="connsiteX111" fmla="*/ 666551 w 1134244"/>
              <a:gd name="connsiteY111" fmla="*/ 660606 h 1106802"/>
              <a:gd name="connsiteX112" fmla="*/ 638561 w 1134244"/>
              <a:gd name="connsiteY112" fmla="*/ 633164 h 1106802"/>
              <a:gd name="connsiteX113" fmla="*/ 608559 w 1134244"/>
              <a:gd name="connsiteY113" fmla="*/ 660606 h 1106802"/>
              <a:gd name="connsiteX114" fmla="*/ 699481 w 1134244"/>
              <a:gd name="connsiteY114" fmla="*/ 699298 h 1106802"/>
              <a:gd name="connsiteX115" fmla="*/ 705975 w 1134244"/>
              <a:gd name="connsiteY115" fmla="*/ 690151 h 1106802"/>
              <a:gd name="connsiteX116" fmla="*/ 735155 w 1134244"/>
              <a:gd name="connsiteY116" fmla="*/ 700945 h 1106802"/>
              <a:gd name="connsiteX117" fmla="*/ 754181 w 1134244"/>
              <a:gd name="connsiteY117" fmla="*/ 687498 h 1106802"/>
              <a:gd name="connsiteX118" fmla="*/ 732502 w 1134244"/>
              <a:gd name="connsiteY118" fmla="*/ 671857 h 1106802"/>
              <a:gd name="connsiteX119" fmla="*/ 703689 w 1134244"/>
              <a:gd name="connsiteY119" fmla="*/ 647342 h 1106802"/>
              <a:gd name="connsiteX120" fmla="*/ 733874 w 1134244"/>
              <a:gd name="connsiteY120" fmla="*/ 622005 h 1106802"/>
              <a:gd name="connsiteX121" fmla="*/ 764700 w 1134244"/>
              <a:gd name="connsiteY121" fmla="*/ 631701 h 1106802"/>
              <a:gd name="connsiteX122" fmla="*/ 758663 w 1134244"/>
              <a:gd name="connsiteY122" fmla="*/ 641397 h 1106802"/>
              <a:gd name="connsiteX123" fmla="*/ 733874 w 1134244"/>
              <a:gd name="connsiteY123" fmla="*/ 633256 h 1106802"/>
              <a:gd name="connsiteX124" fmla="*/ 716220 w 1134244"/>
              <a:gd name="connsiteY124" fmla="*/ 645879 h 1106802"/>
              <a:gd name="connsiteX125" fmla="*/ 738539 w 1134244"/>
              <a:gd name="connsiteY125" fmla="*/ 660880 h 1106802"/>
              <a:gd name="connsiteX126" fmla="*/ 766712 w 1134244"/>
              <a:gd name="connsiteY126" fmla="*/ 686218 h 1106802"/>
              <a:gd name="connsiteX127" fmla="*/ 735246 w 1134244"/>
              <a:gd name="connsiteY127" fmla="*/ 712196 h 1106802"/>
              <a:gd name="connsiteX128" fmla="*/ 699481 w 1134244"/>
              <a:gd name="connsiteY128" fmla="*/ 699298 h 1106802"/>
              <a:gd name="connsiteX129" fmla="*/ 787659 w 1134244"/>
              <a:gd name="connsiteY129" fmla="*/ 699298 h 1106802"/>
              <a:gd name="connsiteX130" fmla="*/ 794154 w 1134244"/>
              <a:gd name="connsiteY130" fmla="*/ 690151 h 1106802"/>
              <a:gd name="connsiteX131" fmla="*/ 823333 w 1134244"/>
              <a:gd name="connsiteY131" fmla="*/ 700945 h 1106802"/>
              <a:gd name="connsiteX132" fmla="*/ 842359 w 1134244"/>
              <a:gd name="connsiteY132" fmla="*/ 687498 h 1106802"/>
              <a:gd name="connsiteX133" fmla="*/ 820680 w 1134244"/>
              <a:gd name="connsiteY133" fmla="*/ 671857 h 1106802"/>
              <a:gd name="connsiteX134" fmla="*/ 791867 w 1134244"/>
              <a:gd name="connsiteY134" fmla="*/ 647342 h 1106802"/>
              <a:gd name="connsiteX135" fmla="*/ 822053 w 1134244"/>
              <a:gd name="connsiteY135" fmla="*/ 622005 h 1106802"/>
              <a:gd name="connsiteX136" fmla="*/ 852878 w 1134244"/>
              <a:gd name="connsiteY136" fmla="*/ 631701 h 1106802"/>
              <a:gd name="connsiteX137" fmla="*/ 846841 w 1134244"/>
              <a:gd name="connsiteY137" fmla="*/ 641397 h 1106802"/>
              <a:gd name="connsiteX138" fmla="*/ 822053 w 1134244"/>
              <a:gd name="connsiteY138" fmla="*/ 633256 h 1106802"/>
              <a:gd name="connsiteX139" fmla="*/ 804399 w 1134244"/>
              <a:gd name="connsiteY139" fmla="*/ 645879 h 1106802"/>
              <a:gd name="connsiteX140" fmla="*/ 826718 w 1134244"/>
              <a:gd name="connsiteY140" fmla="*/ 660880 h 1106802"/>
              <a:gd name="connsiteX141" fmla="*/ 854891 w 1134244"/>
              <a:gd name="connsiteY141" fmla="*/ 686218 h 1106802"/>
              <a:gd name="connsiteX142" fmla="*/ 823425 w 1134244"/>
              <a:gd name="connsiteY142" fmla="*/ 712196 h 1106802"/>
              <a:gd name="connsiteX143" fmla="*/ 787659 w 1134244"/>
              <a:gd name="connsiteY143" fmla="*/ 699298 h 1106802"/>
              <a:gd name="connsiteX144" fmla="*/ 766895 w 1134244"/>
              <a:gd name="connsiteY144" fmla="*/ 1027589 h 1106802"/>
              <a:gd name="connsiteX145" fmla="*/ 775036 w 1134244"/>
              <a:gd name="connsiteY145" fmla="*/ 1010758 h 1106802"/>
              <a:gd name="connsiteX146" fmla="*/ 29728 w 1134244"/>
              <a:gd name="connsiteY146" fmla="*/ 1010758 h 1106802"/>
              <a:gd name="connsiteX147" fmla="*/ 29728 w 1134244"/>
              <a:gd name="connsiteY147" fmla="*/ 29728 h 1106802"/>
              <a:gd name="connsiteX148" fmla="*/ 1010758 w 1134244"/>
              <a:gd name="connsiteY148" fmla="*/ 29728 h 1106802"/>
              <a:gd name="connsiteX149" fmla="*/ 1010758 w 1134244"/>
              <a:gd name="connsiteY149" fmla="*/ 738173 h 1106802"/>
              <a:gd name="connsiteX150" fmla="*/ 1040486 w 1134244"/>
              <a:gd name="connsiteY150" fmla="*/ 743753 h 1106802"/>
              <a:gd name="connsiteX151" fmla="*/ 1040486 w 1134244"/>
              <a:gd name="connsiteY151" fmla="*/ 0 h 1106802"/>
              <a:gd name="connsiteX152" fmla="*/ 0 w 1134244"/>
              <a:gd name="connsiteY152" fmla="*/ 0 h 1106802"/>
              <a:gd name="connsiteX153" fmla="*/ 0 w 1134244"/>
              <a:gd name="connsiteY153" fmla="*/ 1040486 h 1106802"/>
              <a:gd name="connsiteX154" fmla="*/ 775585 w 1134244"/>
              <a:gd name="connsiteY154" fmla="*/ 1040486 h 1106802"/>
              <a:gd name="connsiteX155" fmla="*/ 766895 w 1134244"/>
              <a:gd name="connsiteY155" fmla="*/ 1027589 h 1106802"/>
              <a:gd name="connsiteX156" fmla="*/ 1136531 w 1134244"/>
              <a:gd name="connsiteY156" fmla="*/ 979566 h 1106802"/>
              <a:gd name="connsiteX157" fmla="*/ 1121530 w 1134244"/>
              <a:gd name="connsiteY157" fmla="*/ 983774 h 1106802"/>
              <a:gd name="connsiteX158" fmla="*/ 1106071 w 1134244"/>
              <a:gd name="connsiteY158" fmla="*/ 987341 h 1106802"/>
              <a:gd name="connsiteX159" fmla="*/ 1099028 w 1134244"/>
              <a:gd name="connsiteY159" fmla="*/ 1003715 h 1106802"/>
              <a:gd name="connsiteX160" fmla="*/ 1090887 w 1134244"/>
              <a:gd name="connsiteY160" fmla="*/ 1019173 h 1106802"/>
              <a:gd name="connsiteX161" fmla="*/ 1099028 w 1134244"/>
              <a:gd name="connsiteY161" fmla="*/ 1033260 h 1106802"/>
              <a:gd name="connsiteX162" fmla="*/ 1107626 w 1134244"/>
              <a:gd name="connsiteY162" fmla="*/ 1046706 h 1106802"/>
              <a:gd name="connsiteX163" fmla="*/ 1072775 w 1134244"/>
              <a:gd name="connsiteY163" fmla="*/ 1083112 h 1106802"/>
              <a:gd name="connsiteX164" fmla="*/ 1043870 w 1134244"/>
              <a:gd name="connsiteY164" fmla="*/ 1066373 h 1106802"/>
              <a:gd name="connsiteX165" fmla="*/ 1013410 w 1134244"/>
              <a:gd name="connsiteY165" fmla="*/ 1078538 h 1106802"/>
              <a:gd name="connsiteX166" fmla="*/ 1007648 w 1134244"/>
              <a:gd name="connsiteY166" fmla="*/ 1095095 h 1106802"/>
              <a:gd name="connsiteX167" fmla="*/ 1002525 w 1134244"/>
              <a:gd name="connsiteY167" fmla="*/ 1112108 h 1106802"/>
              <a:gd name="connsiteX168" fmla="*/ 953954 w 1134244"/>
              <a:gd name="connsiteY168" fmla="*/ 1112108 h 1106802"/>
              <a:gd name="connsiteX169" fmla="*/ 949106 w 1134244"/>
              <a:gd name="connsiteY169" fmla="*/ 1096192 h 1106802"/>
              <a:gd name="connsiteX170" fmla="*/ 944716 w 1134244"/>
              <a:gd name="connsiteY170" fmla="*/ 1080093 h 1106802"/>
              <a:gd name="connsiteX171" fmla="*/ 914439 w 1134244"/>
              <a:gd name="connsiteY171" fmla="*/ 1066373 h 1106802"/>
              <a:gd name="connsiteX172" fmla="*/ 899437 w 1134244"/>
              <a:gd name="connsiteY172" fmla="*/ 1073690 h 1106802"/>
              <a:gd name="connsiteX173" fmla="*/ 885534 w 1134244"/>
              <a:gd name="connsiteY173" fmla="*/ 1081648 h 1106802"/>
              <a:gd name="connsiteX174" fmla="*/ 850409 w 1134244"/>
              <a:gd name="connsiteY174" fmla="*/ 1048078 h 1106802"/>
              <a:gd name="connsiteX175" fmla="*/ 865684 w 1134244"/>
              <a:gd name="connsiteY175" fmla="*/ 1019173 h 1106802"/>
              <a:gd name="connsiteX176" fmla="*/ 858824 w 1134244"/>
              <a:gd name="connsiteY176" fmla="*/ 1003257 h 1106802"/>
              <a:gd name="connsiteX177" fmla="*/ 853519 w 1134244"/>
              <a:gd name="connsiteY177" fmla="*/ 985786 h 1106802"/>
              <a:gd name="connsiteX178" fmla="*/ 837145 w 1134244"/>
              <a:gd name="connsiteY178" fmla="*/ 982219 h 1106802"/>
              <a:gd name="connsiteX179" fmla="*/ 821504 w 1134244"/>
              <a:gd name="connsiteY179" fmla="*/ 978011 h 1106802"/>
              <a:gd name="connsiteX180" fmla="*/ 821504 w 1134244"/>
              <a:gd name="connsiteY180" fmla="*/ 927885 h 1106802"/>
              <a:gd name="connsiteX181" fmla="*/ 836505 w 1134244"/>
              <a:gd name="connsiteY181" fmla="*/ 923677 h 1106802"/>
              <a:gd name="connsiteX182" fmla="*/ 851964 w 1134244"/>
              <a:gd name="connsiteY182" fmla="*/ 920110 h 1106802"/>
              <a:gd name="connsiteX183" fmla="*/ 859281 w 1134244"/>
              <a:gd name="connsiteY183" fmla="*/ 904011 h 1106802"/>
              <a:gd name="connsiteX184" fmla="*/ 867239 w 1134244"/>
              <a:gd name="connsiteY184" fmla="*/ 888369 h 1106802"/>
              <a:gd name="connsiteX185" fmla="*/ 850500 w 1134244"/>
              <a:gd name="connsiteY185" fmla="*/ 860745 h 1106802"/>
              <a:gd name="connsiteX186" fmla="*/ 885625 w 1134244"/>
              <a:gd name="connsiteY186" fmla="*/ 824340 h 1106802"/>
              <a:gd name="connsiteX187" fmla="*/ 914530 w 1134244"/>
              <a:gd name="connsiteY187" fmla="*/ 841079 h 1106802"/>
              <a:gd name="connsiteX188" fmla="*/ 946271 w 1134244"/>
              <a:gd name="connsiteY188" fmla="*/ 828913 h 1106802"/>
              <a:gd name="connsiteX189" fmla="*/ 950936 w 1134244"/>
              <a:gd name="connsiteY189" fmla="*/ 811899 h 1106802"/>
              <a:gd name="connsiteX190" fmla="*/ 955601 w 1134244"/>
              <a:gd name="connsiteY190" fmla="*/ 795343 h 1106802"/>
              <a:gd name="connsiteX191" fmla="*/ 1004172 w 1134244"/>
              <a:gd name="connsiteY191" fmla="*/ 795343 h 1106802"/>
              <a:gd name="connsiteX192" fmla="*/ 1013410 w 1134244"/>
              <a:gd name="connsiteY192" fmla="*/ 827358 h 1106802"/>
              <a:gd name="connsiteX193" fmla="*/ 1029052 w 1134244"/>
              <a:gd name="connsiteY193" fmla="*/ 833578 h 1106802"/>
              <a:gd name="connsiteX194" fmla="*/ 1043870 w 1134244"/>
              <a:gd name="connsiteY194" fmla="*/ 841079 h 1106802"/>
              <a:gd name="connsiteX195" fmla="*/ 1058689 w 1134244"/>
              <a:gd name="connsiteY195" fmla="*/ 833761 h 1106802"/>
              <a:gd name="connsiteX196" fmla="*/ 1072775 w 1134244"/>
              <a:gd name="connsiteY196" fmla="*/ 825803 h 1106802"/>
              <a:gd name="connsiteX197" fmla="*/ 1091344 w 1134244"/>
              <a:gd name="connsiteY197" fmla="*/ 842176 h 1106802"/>
              <a:gd name="connsiteX198" fmla="*/ 1109181 w 1134244"/>
              <a:gd name="connsiteY198" fmla="*/ 859373 h 1106802"/>
              <a:gd name="connsiteX199" fmla="*/ 1092442 w 1134244"/>
              <a:gd name="connsiteY199" fmla="*/ 888278 h 1106802"/>
              <a:gd name="connsiteX200" fmla="*/ 1104607 w 1134244"/>
              <a:gd name="connsiteY200" fmla="*/ 921573 h 1106802"/>
              <a:gd name="connsiteX201" fmla="*/ 1120981 w 1134244"/>
              <a:gd name="connsiteY201" fmla="*/ 925141 h 1106802"/>
              <a:gd name="connsiteX202" fmla="*/ 1136622 w 1134244"/>
              <a:gd name="connsiteY202" fmla="*/ 929349 h 1106802"/>
              <a:gd name="connsiteX203" fmla="*/ 1136622 w 1134244"/>
              <a:gd name="connsiteY203" fmla="*/ 979566 h 1106802"/>
              <a:gd name="connsiteX204" fmla="*/ 1066464 w 1134244"/>
              <a:gd name="connsiteY204" fmla="*/ 1001062 h 1106802"/>
              <a:gd name="connsiteX205" fmla="*/ 1078630 w 1134244"/>
              <a:gd name="connsiteY205" fmla="*/ 944990 h 1106802"/>
              <a:gd name="connsiteX206" fmla="*/ 1060518 w 1134244"/>
              <a:gd name="connsiteY206" fmla="*/ 897699 h 1106802"/>
              <a:gd name="connsiteX207" fmla="*/ 1021643 w 1134244"/>
              <a:gd name="connsiteY207" fmla="*/ 865867 h 1106802"/>
              <a:gd name="connsiteX208" fmla="*/ 972157 w 1134244"/>
              <a:gd name="connsiteY208" fmla="*/ 856354 h 1106802"/>
              <a:gd name="connsiteX209" fmla="*/ 910963 w 1134244"/>
              <a:gd name="connsiteY209" fmla="*/ 882607 h 1106802"/>
              <a:gd name="connsiteX210" fmla="*/ 883613 w 1134244"/>
              <a:gd name="connsiteY210" fmla="*/ 935569 h 1106802"/>
              <a:gd name="connsiteX211" fmla="*/ 890199 w 1134244"/>
              <a:gd name="connsiteY211" fmla="*/ 995208 h 1106802"/>
              <a:gd name="connsiteX212" fmla="*/ 930812 w 1134244"/>
              <a:gd name="connsiteY212" fmla="*/ 1040486 h 1106802"/>
              <a:gd name="connsiteX213" fmla="*/ 1008928 w 1134244"/>
              <a:gd name="connsiteY213" fmla="*/ 1047072 h 1106802"/>
              <a:gd name="connsiteX214" fmla="*/ 1066464 w 1134244"/>
              <a:gd name="connsiteY214" fmla="*/ 1001062 h 110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1134244" h="1106802">
                <a:moveTo>
                  <a:pt x="197669" y="351799"/>
                </a:moveTo>
                <a:lnTo>
                  <a:pt x="217610" y="351799"/>
                </a:lnTo>
                <a:lnTo>
                  <a:pt x="258498" y="453881"/>
                </a:lnTo>
                <a:lnTo>
                  <a:pt x="298745" y="351799"/>
                </a:lnTo>
                <a:lnTo>
                  <a:pt x="318686" y="351799"/>
                </a:lnTo>
                <a:lnTo>
                  <a:pt x="267188" y="474736"/>
                </a:lnTo>
                <a:lnTo>
                  <a:pt x="250083" y="474736"/>
                </a:lnTo>
                <a:lnTo>
                  <a:pt x="197669" y="351799"/>
                </a:lnTo>
                <a:close/>
                <a:moveTo>
                  <a:pt x="345121" y="451411"/>
                </a:moveTo>
                <a:lnTo>
                  <a:pt x="356738" y="436867"/>
                </a:lnTo>
                <a:cubicBezTo>
                  <a:pt x="370550" y="450679"/>
                  <a:pt x="387381" y="460375"/>
                  <a:pt x="410249" y="460375"/>
                </a:cubicBezTo>
                <a:cubicBezTo>
                  <a:pt x="435495" y="460375"/>
                  <a:pt x="448301" y="446563"/>
                  <a:pt x="448301" y="431836"/>
                </a:cubicBezTo>
                <a:cubicBezTo>
                  <a:pt x="448301" y="414457"/>
                  <a:pt x="432842" y="407596"/>
                  <a:pt x="404303" y="400919"/>
                </a:cubicBezTo>
                <a:cubicBezTo>
                  <a:pt x="371465" y="393327"/>
                  <a:pt x="350792" y="383082"/>
                  <a:pt x="350792" y="354726"/>
                </a:cubicBezTo>
                <a:cubicBezTo>
                  <a:pt x="350792" y="328565"/>
                  <a:pt x="374118" y="308075"/>
                  <a:pt x="405492" y="308075"/>
                </a:cubicBezTo>
                <a:cubicBezTo>
                  <a:pt x="429732" y="308075"/>
                  <a:pt x="447843" y="317588"/>
                  <a:pt x="462845" y="331401"/>
                </a:cubicBezTo>
                <a:lnTo>
                  <a:pt x="451411" y="345945"/>
                </a:lnTo>
                <a:cubicBezTo>
                  <a:pt x="437873" y="332864"/>
                  <a:pt x="421683" y="324998"/>
                  <a:pt x="404578" y="324998"/>
                </a:cubicBezTo>
                <a:cubicBezTo>
                  <a:pt x="384362" y="324998"/>
                  <a:pt x="369635" y="338352"/>
                  <a:pt x="369635" y="353262"/>
                </a:cubicBezTo>
                <a:cubicBezTo>
                  <a:pt x="369635" y="370184"/>
                  <a:pt x="385826" y="376130"/>
                  <a:pt x="413633" y="382716"/>
                </a:cubicBezTo>
                <a:cubicBezTo>
                  <a:pt x="444825" y="390125"/>
                  <a:pt x="467144" y="401285"/>
                  <a:pt x="467144" y="430098"/>
                </a:cubicBezTo>
                <a:cubicBezTo>
                  <a:pt x="467144" y="455984"/>
                  <a:pt x="447660" y="477206"/>
                  <a:pt x="409608" y="477206"/>
                </a:cubicBezTo>
                <a:cubicBezTo>
                  <a:pt x="382716" y="477389"/>
                  <a:pt x="361586" y="467601"/>
                  <a:pt x="345121" y="451411"/>
                </a:cubicBezTo>
                <a:close/>
                <a:moveTo>
                  <a:pt x="619535" y="437690"/>
                </a:moveTo>
                <a:lnTo>
                  <a:pt x="528430" y="437690"/>
                </a:lnTo>
                <a:lnTo>
                  <a:pt x="512056" y="474828"/>
                </a:lnTo>
                <a:lnTo>
                  <a:pt x="491841" y="474828"/>
                </a:lnTo>
                <a:lnTo>
                  <a:pt x="563921" y="311368"/>
                </a:lnTo>
                <a:lnTo>
                  <a:pt x="584136" y="311368"/>
                </a:lnTo>
                <a:lnTo>
                  <a:pt x="656215" y="474828"/>
                </a:lnTo>
                <a:lnTo>
                  <a:pt x="636000" y="474828"/>
                </a:lnTo>
                <a:lnTo>
                  <a:pt x="619535" y="437690"/>
                </a:lnTo>
                <a:close/>
                <a:moveTo>
                  <a:pt x="611943" y="420036"/>
                </a:moveTo>
                <a:lnTo>
                  <a:pt x="574165" y="334145"/>
                </a:lnTo>
                <a:lnTo>
                  <a:pt x="536113" y="420036"/>
                </a:lnTo>
                <a:lnTo>
                  <a:pt x="611943" y="420036"/>
                </a:lnTo>
                <a:close/>
                <a:moveTo>
                  <a:pt x="692346" y="311368"/>
                </a:moveTo>
                <a:lnTo>
                  <a:pt x="710915" y="311368"/>
                </a:lnTo>
                <a:lnTo>
                  <a:pt x="812265" y="444368"/>
                </a:lnTo>
                <a:lnTo>
                  <a:pt x="812265" y="311368"/>
                </a:lnTo>
                <a:lnTo>
                  <a:pt x="830834" y="311368"/>
                </a:lnTo>
                <a:lnTo>
                  <a:pt x="830834" y="474736"/>
                </a:lnTo>
                <a:lnTo>
                  <a:pt x="812265" y="474736"/>
                </a:lnTo>
                <a:lnTo>
                  <a:pt x="710823" y="341737"/>
                </a:lnTo>
                <a:lnTo>
                  <a:pt x="710823" y="474736"/>
                </a:lnTo>
                <a:lnTo>
                  <a:pt x="692255" y="474736"/>
                </a:lnTo>
                <a:lnTo>
                  <a:pt x="692255" y="311368"/>
                </a:lnTo>
                <a:close/>
                <a:moveTo>
                  <a:pt x="192273" y="595661"/>
                </a:moveTo>
                <a:lnTo>
                  <a:pt x="206908" y="595661"/>
                </a:lnTo>
                <a:lnTo>
                  <a:pt x="238557" y="688230"/>
                </a:lnTo>
                <a:lnTo>
                  <a:pt x="268834" y="595661"/>
                </a:lnTo>
                <a:lnTo>
                  <a:pt x="283287" y="595661"/>
                </a:lnTo>
                <a:lnTo>
                  <a:pt x="313564" y="688230"/>
                </a:lnTo>
                <a:lnTo>
                  <a:pt x="345213" y="595661"/>
                </a:lnTo>
                <a:lnTo>
                  <a:pt x="359848" y="595661"/>
                </a:lnTo>
                <a:lnTo>
                  <a:pt x="320698" y="710092"/>
                </a:lnTo>
                <a:lnTo>
                  <a:pt x="307892" y="710092"/>
                </a:lnTo>
                <a:lnTo>
                  <a:pt x="276060" y="612675"/>
                </a:lnTo>
                <a:lnTo>
                  <a:pt x="244045" y="710092"/>
                </a:lnTo>
                <a:lnTo>
                  <a:pt x="231239" y="710092"/>
                </a:lnTo>
                <a:lnTo>
                  <a:pt x="192273" y="595661"/>
                </a:lnTo>
                <a:close/>
                <a:moveTo>
                  <a:pt x="383173" y="599960"/>
                </a:moveTo>
                <a:cubicBezTo>
                  <a:pt x="383173" y="595661"/>
                  <a:pt x="386832" y="591819"/>
                  <a:pt x="391497" y="591819"/>
                </a:cubicBezTo>
                <a:cubicBezTo>
                  <a:pt x="395979" y="591819"/>
                  <a:pt x="399638" y="595661"/>
                  <a:pt x="399638" y="599960"/>
                </a:cubicBezTo>
                <a:cubicBezTo>
                  <a:pt x="399638" y="604442"/>
                  <a:pt x="395979" y="608284"/>
                  <a:pt x="391497" y="608284"/>
                </a:cubicBezTo>
                <a:cubicBezTo>
                  <a:pt x="386832" y="608284"/>
                  <a:pt x="383173" y="604534"/>
                  <a:pt x="383173" y="599960"/>
                </a:cubicBezTo>
                <a:close/>
                <a:moveTo>
                  <a:pt x="385186" y="624017"/>
                </a:moveTo>
                <a:lnTo>
                  <a:pt x="397717" y="624017"/>
                </a:lnTo>
                <a:lnTo>
                  <a:pt x="397717" y="710092"/>
                </a:lnTo>
                <a:lnTo>
                  <a:pt x="385186" y="710092"/>
                </a:lnTo>
                <a:lnTo>
                  <a:pt x="385186" y="624017"/>
                </a:lnTo>
                <a:close/>
                <a:moveTo>
                  <a:pt x="471809" y="706616"/>
                </a:moveTo>
                <a:cubicBezTo>
                  <a:pt x="467327" y="710092"/>
                  <a:pt x="461656" y="712104"/>
                  <a:pt x="455801" y="712104"/>
                </a:cubicBezTo>
                <a:cubicBezTo>
                  <a:pt x="443453" y="712104"/>
                  <a:pt x="434855" y="702957"/>
                  <a:pt x="434855" y="690151"/>
                </a:cubicBezTo>
                <a:lnTo>
                  <a:pt x="434855" y="635177"/>
                </a:lnTo>
                <a:lnTo>
                  <a:pt x="421317" y="635177"/>
                </a:lnTo>
                <a:lnTo>
                  <a:pt x="421317" y="624017"/>
                </a:lnTo>
                <a:lnTo>
                  <a:pt x="434855" y="624017"/>
                </a:lnTo>
                <a:lnTo>
                  <a:pt x="434855" y="600326"/>
                </a:lnTo>
                <a:lnTo>
                  <a:pt x="447295" y="600326"/>
                </a:lnTo>
                <a:lnTo>
                  <a:pt x="447295" y="624017"/>
                </a:lnTo>
                <a:lnTo>
                  <a:pt x="468424" y="624017"/>
                </a:lnTo>
                <a:lnTo>
                  <a:pt x="468424" y="635177"/>
                </a:lnTo>
                <a:lnTo>
                  <a:pt x="447295" y="635177"/>
                </a:lnTo>
                <a:lnTo>
                  <a:pt x="447295" y="690151"/>
                </a:lnTo>
                <a:cubicBezTo>
                  <a:pt x="447295" y="696463"/>
                  <a:pt x="451594" y="700945"/>
                  <a:pt x="456625" y="700945"/>
                </a:cubicBezTo>
                <a:cubicBezTo>
                  <a:pt x="460466" y="700945"/>
                  <a:pt x="463759" y="699481"/>
                  <a:pt x="465589" y="697469"/>
                </a:cubicBezTo>
                <a:lnTo>
                  <a:pt x="471809" y="706616"/>
                </a:lnTo>
                <a:close/>
                <a:moveTo>
                  <a:pt x="568220" y="655301"/>
                </a:moveTo>
                <a:lnTo>
                  <a:pt x="568220" y="710092"/>
                </a:lnTo>
                <a:lnTo>
                  <a:pt x="555780" y="710092"/>
                </a:lnTo>
                <a:lnTo>
                  <a:pt x="555780" y="656947"/>
                </a:lnTo>
                <a:cubicBezTo>
                  <a:pt x="555780" y="642952"/>
                  <a:pt x="546907" y="633164"/>
                  <a:pt x="534284" y="633164"/>
                </a:cubicBezTo>
                <a:cubicBezTo>
                  <a:pt x="519831" y="633164"/>
                  <a:pt x="507666" y="643318"/>
                  <a:pt x="507666" y="655301"/>
                </a:cubicBezTo>
                <a:lnTo>
                  <a:pt x="507666" y="710092"/>
                </a:lnTo>
                <a:lnTo>
                  <a:pt x="495134" y="710092"/>
                </a:lnTo>
                <a:lnTo>
                  <a:pt x="495134" y="624017"/>
                </a:lnTo>
                <a:lnTo>
                  <a:pt x="507666" y="624017"/>
                </a:lnTo>
                <a:lnTo>
                  <a:pt x="507666" y="637830"/>
                </a:lnTo>
                <a:cubicBezTo>
                  <a:pt x="512697" y="628682"/>
                  <a:pt x="523856" y="622005"/>
                  <a:pt x="536022" y="622005"/>
                </a:cubicBezTo>
                <a:cubicBezTo>
                  <a:pt x="554865" y="622005"/>
                  <a:pt x="568220" y="635817"/>
                  <a:pt x="568220" y="655301"/>
                </a:cubicBezTo>
                <a:close/>
                <a:moveTo>
                  <a:pt x="666185" y="690608"/>
                </a:moveTo>
                <a:lnTo>
                  <a:pt x="673869" y="698749"/>
                </a:lnTo>
                <a:cubicBezTo>
                  <a:pt x="666368" y="706890"/>
                  <a:pt x="651184" y="712104"/>
                  <a:pt x="639201" y="712104"/>
                </a:cubicBezTo>
                <a:cubicBezTo>
                  <a:pt x="616242" y="712104"/>
                  <a:pt x="595570" y="693261"/>
                  <a:pt x="595570" y="666826"/>
                </a:cubicBezTo>
                <a:cubicBezTo>
                  <a:pt x="595570" y="641214"/>
                  <a:pt x="614870" y="622005"/>
                  <a:pt x="638012" y="622005"/>
                </a:cubicBezTo>
                <a:cubicBezTo>
                  <a:pt x="663990" y="622005"/>
                  <a:pt x="678808" y="641671"/>
                  <a:pt x="678808" y="671857"/>
                </a:cubicBezTo>
                <a:lnTo>
                  <a:pt x="608376" y="671857"/>
                </a:lnTo>
                <a:cubicBezTo>
                  <a:pt x="610205" y="688688"/>
                  <a:pt x="622005" y="701036"/>
                  <a:pt x="639018" y="701036"/>
                </a:cubicBezTo>
                <a:cubicBezTo>
                  <a:pt x="649172" y="700945"/>
                  <a:pt x="660880" y="696463"/>
                  <a:pt x="666185" y="690608"/>
                </a:cubicBezTo>
                <a:close/>
                <a:moveTo>
                  <a:pt x="608559" y="660606"/>
                </a:moveTo>
                <a:lnTo>
                  <a:pt x="666551" y="660606"/>
                </a:lnTo>
                <a:cubicBezTo>
                  <a:pt x="664905" y="645147"/>
                  <a:pt x="655758" y="633164"/>
                  <a:pt x="638561" y="633164"/>
                </a:cubicBezTo>
                <a:cubicBezTo>
                  <a:pt x="623194" y="633164"/>
                  <a:pt x="610845" y="643958"/>
                  <a:pt x="608559" y="660606"/>
                </a:cubicBezTo>
                <a:close/>
                <a:moveTo>
                  <a:pt x="699481" y="699298"/>
                </a:moveTo>
                <a:lnTo>
                  <a:pt x="705975" y="690151"/>
                </a:lnTo>
                <a:cubicBezTo>
                  <a:pt x="715763" y="697286"/>
                  <a:pt x="725642" y="700945"/>
                  <a:pt x="735155" y="700945"/>
                </a:cubicBezTo>
                <a:cubicBezTo>
                  <a:pt x="746497" y="700945"/>
                  <a:pt x="754181" y="695639"/>
                  <a:pt x="754181" y="687498"/>
                </a:cubicBezTo>
                <a:cubicBezTo>
                  <a:pt x="754181" y="678168"/>
                  <a:pt x="744210" y="675150"/>
                  <a:pt x="732502" y="671857"/>
                </a:cubicBezTo>
                <a:cubicBezTo>
                  <a:pt x="711647" y="665820"/>
                  <a:pt x="703689" y="659691"/>
                  <a:pt x="703689" y="647342"/>
                </a:cubicBezTo>
                <a:cubicBezTo>
                  <a:pt x="703689" y="631701"/>
                  <a:pt x="716678" y="622005"/>
                  <a:pt x="733874" y="622005"/>
                </a:cubicBezTo>
                <a:cubicBezTo>
                  <a:pt x="744576" y="622005"/>
                  <a:pt x="755553" y="625664"/>
                  <a:pt x="764700" y="631701"/>
                </a:cubicBezTo>
                <a:lnTo>
                  <a:pt x="758663" y="641397"/>
                </a:lnTo>
                <a:cubicBezTo>
                  <a:pt x="749973" y="635909"/>
                  <a:pt x="741466" y="633256"/>
                  <a:pt x="733874" y="633256"/>
                </a:cubicBezTo>
                <a:cubicBezTo>
                  <a:pt x="724178" y="633256"/>
                  <a:pt x="716220" y="637555"/>
                  <a:pt x="716220" y="645879"/>
                </a:cubicBezTo>
                <a:cubicBezTo>
                  <a:pt x="716220" y="653380"/>
                  <a:pt x="722532" y="655666"/>
                  <a:pt x="738539" y="660880"/>
                </a:cubicBezTo>
                <a:cubicBezTo>
                  <a:pt x="752351" y="665179"/>
                  <a:pt x="766712" y="669844"/>
                  <a:pt x="766712" y="686218"/>
                </a:cubicBezTo>
                <a:cubicBezTo>
                  <a:pt x="766712" y="702042"/>
                  <a:pt x="753083" y="712196"/>
                  <a:pt x="735246" y="712196"/>
                </a:cubicBezTo>
                <a:cubicBezTo>
                  <a:pt x="723172" y="712104"/>
                  <a:pt x="709817" y="707622"/>
                  <a:pt x="699481" y="699298"/>
                </a:cubicBezTo>
                <a:close/>
                <a:moveTo>
                  <a:pt x="787659" y="699298"/>
                </a:moveTo>
                <a:lnTo>
                  <a:pt x="794154" y="690151"/>
                </a:lnTo>
                <a:cubicBezTo>
                  <a:pt x="803941" y="697286"/>
                  <a:pt x="813820" y="700945"/>
                  <a:pt x="823333" y="700945"/>
                </a:cubicBezTo>
                <a:cubicBezTo>
                  <a:pt x="834676" y="700945"/>
                  <a:pt x="842359" y="695639"/>
                  <a:pt x="842359" y="687498"/>
                </a:cubicBezTo>
                <a:cubicBezTo>
                  <a:pt x="842359" y="678168"/>
                  <a:pt x="832389" y="675150"/>
                  <a:pt x="820680" y="671857"/>
                </a:cubicBezTo>
                <a:cubicBezTo>
                  <a:pt x="799825" y="665820"/>
                  <a:pt x="791867" y="659691"/>
                  <a:pt x="791867" y="647342"/>
                </a:cubicBezTo>
                <a:cubicBezTo>
                  <a:pt x="791867" y="631701"/>
                  <a:pt x="804856" y="622005"/>
                  <a:pt x="822053" y="622005"/>
                </a:cubicBezTo>
                <a:cubicBezTo>
                  <a:pt x="832755" y="622005"/>
                  <a:pt x="843731" y="625664"/>
                  <a:pt x="852878" y="631701"/>
                </a:cubicBezTo>
                <a:lnTo>
                  <a:pt x="846841" y="641397"/>
                </a:lnTo>
                <a:cubicBezTo>
                  <a:pt x="838151" y="635909"/>
                  <a:pt x="829645" y="633256"/>
                  <a:pt x="822053" y="633256"/>
                </a:cubicBezTo>
                <a:cubicBezTo>
                  <a:pt x="812357" y="633256"/>
                  <a:pt x="804399" y="637555"/>
                  <a:pt x="804399" y="645879"/>
                </a:cubicBezTo>
                <a:cubicBezTo>
                  <a:pt x="804399" y="653380"/>
                  <a:pt x="810710" y="655666"/>
                  <a:pt x="826718" y="660880"/>
                </a:cubicBezTo>
                <a:cubicBezTo>
                  <a:pt x="840530" y="665179"/>
                  <a:pt x="854891" y="669844"/>
                  <a:pt x="854891" y="686218"/>
                </a:cubicBezTo>
                <a:cubicBezTo>
                  <a:pt x="854891" y="702042"/>
                  <a:pt x="841261" y="712196"/>
                  <a:pt x="823425" y="712196"/>
                </a:cubicBezTo>
                <a:cubicBezTo>
                  <a:pt x="811259" y="712104"/>
                  <a:pt x="797996" y="707622"/>
                  <a:pt x="787659" y="699298"/>
                </a:cubicBezTo>
                <a:close/>
                <a:moveTo>
                  <a:pt x="766895" y="1027589"/>
                </a:moveTo>
                <a:lnTo>
                  <a:pt x="775036" y="1010758"/>
                </a:lnTo>
                <a:lnTo>
                  <a:pt x="29728" y="1010758"/>
                </a:lnTo>
                <a:lnTo>
                  <a:pt x="29728" y="29728"/>
                </a:lnTo>
                <a:lnTo>
                  <a:pt x="1010758" y="29728"/>
                </a:lnTo>
                <a:lnTo>
                  <a:pt x="1010758" y="738173"/>
                </a:lnTo>
                <a:lnTo>
                  <a:pt x="1040486" y="743753"/>
                </a:lnTo>
                <a:lnTo>
                  <a:pt x="1040486" y="0"/>
                </a:lnTo>
                <a:lnTo>
                  <a:pt x="0" y="0"/>
                </a:lnTo>
                <a:lnTo>
                  <a:pt x="0" y="1040486"/>
                </a:lnTo>
                <a:lnTo>
                  <a:pt x="775585" y="1040486"/>
                </a:lnTo>
                <a:lnTo>
                  <a:pt x="766895" y="1027589"/>
                </a:lnTo>
                <a:close/>
                <a:moveTo>
                  <a:pt x="1136531" y="979566"/>
                </a:moveTo>
                <a:cubicBezTo>
                  <a:pt x="1134061" y="980115"/>
                  <a:pt x="1129030" y="981579"/>
                  <a:pt x="1121530" y="983774"/>
                </a:cubicBezTo>
                <a:cubicBezTo>
                  <a:pt x="1115492" y="985512"/>
                  <a:pt x="1110370" y="986701"/>
                  <a:pt x="1106071" y="987341"/>
                </a:cubicBezTo>
                <a:cubicBezTo>
                  <a:pt x="1104424" y="989994"/>
                  <a:pt x="1102046" y="995391"/>
                  <a:pt x="1099028" y="1003715"/>
                </a:cubicBezTo>
                <a:cubicBezTo>
                  <a:pt x="1096375" y="1011124"/>
                  <a:pt x="1093631" y="1016246"/>
                  <a:pt x="1090887" y="1019173"/>
                </a:cubicBezTo>
                <a:cubicBezTo>
                  <a:pt x="1091893" y="1020820"/>
                  <a:pt x="1094637" y="1025485"/>
                  <a:pt x="1099028" y="1033260"/>
                </a:cubicBezTo>
                <a:cubicBezTo>
                  <a:pt x="1102229" y="1039023"/>
                  <a:pt x="1105156" y="1043505"/>
                  <a:pt x="1107626" y="1046706"/>
                </a:cubicBezTo>
                <a:cubicBezTo>
                  <a:pt x="1104699" y="1051005"/>
                  <a:pt x="1093082" y="1063080"/>
                  <a:pt x="1072775" y="1083112"/>
                </a:cubicBezTo>
                <a:cubicBezTo>
                  <a:pt x="1062896" y="1078447"/>
                  <a:pt x="1053292" y="1072776"/>
                  <a:pt x="1043870" y="1066373"/>
                </a:cubicBezTo>
                <a:cubicBezTo>
                  <a:pt x="1033168" y="1072684"/>
                  <a:pt x="1022923" y="1076709"/>
                  <a:pt x="1013410" y="1078538"/>
                </a:cubicBezTo>
                <a:cubicBezTo>
                  <a:pt x="1011398" y="1081923"/>
                  <a:pt x="1009477" y="1087411"/>
                  <a:pt x="1007648" y="1095095"/>
                </a:cubicBezTo>
                <a:cubicBezTo>
                  <a:pt x="1005727" y="1103510"/>
                  <a:pt x="1004080" y="1109181"/>
                  <a:pt x="1002525" y="1112108"/>
                </a:cubicBezTo>
                <a:lnTo>
                  <a:pt x="953954" y="1112108"/>
                </a:lnTo>
                <a:cubicBezTo>
                  <a:pt x="952308" y="1108724"/>
                  <a:pt x="950753" y="1103418"/>
                  <a:pt x="949106" y="1096192"/>
                </a:cubicBezTo>
                <a:cubicBezTo>
                  <a:pt x="947368" y="1088509"/>
                  <a:pt x="945905" y="1083203"/>
                  <a:pt x="944716" y="1080093"/>
                </a:cubicBezTo>
                <a:cubicBezTo>
                  <a:pt x="925415" y="1071586"/>
                  <a:pt x="915353" y="1067013"/>
                  <a:pt x="914439" y="1066373"/>
                </a:cubicBezTo>
                <a:cubicBezTo>
                  <a:pt x="910139" y="1067745"/>
                  <a:pt x="905200" y="1070123"/>
                  <a:pt x="899437" y="1073690"/>
                </a:cubicBezTo>
                <a:cubicBezTo>
                  <a:pt x="892851" y="1077807"/>
                  <a:pt x="888186" y="1080459"/>
                  <a:pt x="885534" y="1081648"/>
                </a:cubicBezTo>
                <a:cubicBezTo>
                  <a:pt x="881234" y="1078813"/>
                  <a:pt x="869526" y="1067653"/>
                  <a:pt x="850409" y="1048078"/>
                </a:cubicBezTo>
                <a:cubicBezTo>
                  <a:pt x="851323" y="1044877"/>
                  <a:pt x="856354" y="1035181"/>
                  <a:pt x="865684" y="1019173"/>
                </a:cubicBezTo>
                <a:cubicBezTo>
                  <a:pt x="865136" y="1017435"/>
                  <a:pt x="862849" y="1012130"/>
                  <a:pt x="858824" y="1003257"/>
                </a:cubicBezTo>
                <a:cubicBezTo>
                  <a:pt x="855988" y="996763"/>
                  <a:pt x="854250" y="991000"/>
                  <a:pt x="853519" y="985786"/>
                </a:cubicBezTo>
                <a:cubicBezTo>
                  <a:pt x="849128" y="985238"/>
                  <a:pt x="843640" y="984048"/>
                  <a:pt x="837145" y="982219"/>
                </a:cubicBezTo>
                <a:cubicBezTo>
                  <a:pt x="829645" y="980024"/>
                  <a:pt x="824431" y="978652"/>
                  <a:pt x="821504" y="978011"/>
                </a:cubicBezTo>
                <a:lnTo>
                  <a:pt x="821504" y="927885"/>
                </a:lnTo>
                <a:cubicBezTo>
                  <a:pt x="823973" y="927336"/>
                  <a:pt x="829004" y="925873"/>
                  <a:pt x="836505" y="923677"/>
                </a:cubicBezTo>
                <a:cubicBezTo>
                  <a:pt x="842542" y="921939"/>
                  <a:pt x="847664" y="920750"/>
                  <a:pt x="851964" y="920110"/>
                </a:cubicBezTo>
                <a:cubicBezTo>
                  <a:pt x="853427" y="917457"/>
                  <a:pt x="855897" y="912060"/>
                  <a:pt x="859281" y="904011"/>
                </a:cubicBezTo>
                <a:cubicBezTo>
                  <a:pt x="862208" y="896968"/>
                  <a:pt x="864861" y="891754"/>
                  <a:pt x="867239" y="888369"/>
                </a:cubicBezTo>
                <a:cubicBezTo>
                  <a:pt x="859556" y="873917"/>
                  <a:pt x="853976" y="864770"/>
                  <a:pt x="850500" y="860745"/>
                </a:cubicBezTo>
                <a:cubicBezTo>
                  <a:pt x="853427" y="856446"/>
                  <a:pt x="865136" y="844372"/>
                  <a:pt x="885625" y="824340"/>
                </a:cubicBezTo>
                <a:cubicBezTo>
                  <a:pt x="898248" y="830560"/>
                  <a:pt x="907944" y="836139"/>
                  <a:pt x="914530" y="841079"/>
                </a:cubicBezTo>
                <a:cubicBezTo>
                  <a:pt x="932641" y="833121"/>
                  <a:pt x="943252" y="829096"/>
                  <a:pt x="946271" y="828913"/>
                </a:cubicBezTo>
                <a:cubicBezTo>
                  <a:pt x="946819" y="826992"/>
                  <a:pt x="948374" y="821321"/>
                  <a:pt x="950936" y="811899"/>
                </a:cubicBezTo>
                <a:cubicBezTo>
                  <a:pt x="952674" y="805130"/>
                  <a:pt x="954229" y="799642"/>
                  <a:pt x="955601" y="795343"/>
                </a:cubicBezTo>
                <a:lnTo>
                  <a:pt x="1004172" y="795343"/>
                </a:lnTo>
                <a:cubicBezTo>
                  <a:pt x="1005910" y="799734"/>
                  <a:pt x="1009020" y="810436"/>
                  <a:pt x="1013410" y="827358"/>
                </a:cubicBezTo>
                <a:cubicBezTo>
                  <a:pt x="1015331" y="828273"/>
                  <a:pt x="1020545" y="830285"/>
                  <a:pt x="1029052" y="833578"/>
                </a:cubicBezTo>
                <a:cubicBezTo>
                  <a:pt x="1035638" y="836048"/>
                  <a:pt x="1040577" y="838609"/>
                  <a:pt x="1043870" y="841079"/>
                </a:cubicBezTo>
                <a:cubicBezTo>
                  <a:pt x="1048170" y="839890"/>
                  <a:pt x="1053018" y="837511"/>
                  <a:pt x="1058689" y="833761"/>
                </a:cubicBezTo>
                <a:cubicBezTo>
                  <a:pt x="1065275" y="829645"/>
                  <a:pt x="1070031" y="826992"/>
                  <a:pt x="1072775" y="825803"/>
                </a:cubicBezTo>
                <a:cubicBezTo>
                  <a:pt x="1078081" y="829005"/>
                  <a:pt x="1084209" y="834493"/>
                  <a:pt x="1091344" y="842176"/>
                </a:cubicBezTo>
                <a:cubicBezTo>
                  <a:pt x="1099576" y="850683"/>
                  <a:pt x="1105522" y="856446"/>
                  <a:pt x="1109181" y="859373"/>
                </a:cubicBezTo>
                <a:cubicBezTo>
                  <a:pt x="1101955" y="872728"/>
                  <a:pt x="1096375" y="882424"/>
                  <a:pt x="1092442" y="888278"/>
                </a:cubicBezTo>
                <a:cubicBezTo>
                  <a:pt x="1100857" y="912609"/>
                  <a:pt x="1104882" y="923677"/>
                  <a:pt x="1104607" y="921573"/>
                </a:cubicBezTo>
                <a:cubicBezTo>
                  <a:pt x="1109181" y="922031"/>
                  <a:pt x="1114578" y="923220"/>
                  <a:pt x="1120981" y="925141"/>
                </a:cubicBezTo>
                <a:cubicBezTo>
                  <a:pt x="1128481" y="927336"/>
                  <a:pt x="1133695" y="928708"/>
                  <a:pt x="1136622" y="929349"/>
                </a:cubicBezTo>
                <a:lnTo>
                  <a:pt x="1136622" y="979566"/>
                </a:lnTo>
                <a:close/>
                <a:moveTo>
                  <a:pt x="1066464" y="1001062"/>
                </a:moveTo>
                <a:cubicBezTo>
                  <a:pt x="1076160" y="982493"/>
                  <a:pt x="1080184" y="963833"/>
                  <a:pt x="1078630" y="944990"/>
                </a:cubicBezTo>
                <a:cubicBezTo>
                  <a:pt x="1076983" y="927794"/>
                  <a:pt x="1070946" y="912060"/>
                  <a:pt x="1060518" y="897699"/>
                </a:cubicBezTo>
                <a:cubicBezTo>
                  <a:pt x="1050365" y="883887"/>
                  <a:pt x="1037376" y="873277"/>
                  <a:pt x="1021643" y="865867"/>
                </a:cubicBezTo>
                <a:cubicBezTo>
                  <a:pt x="1005635" y="858184"/>
                  <a:pt x="989079" y="855074"/>
                  <a:pt x="972157" y="856354"/>
                </a:cubicBezTo>
                <a:cubicBezTo>
                  <a:pt x="947460" y="858275"/>
                  <a:pt x="927062" y="867057"/>
                  <a:pt x="910963" y="882607"/>
                </a:cubicBezTo>
                <a:cubicBezTo>
                  <a:pt x="896419" y="896693"/>
                  <a:pt x="887272" y="914347"/>
                  <a:pt x="883613" y="935569"/>
                </a:cubicBezTo>
                <a:cubicBezTo>
                  <a:pt x="880045" y="956333"/>
                  <a:pt x="882332" y="976182"/>
                  <a:pt x="890199" y="995208"/>
                </a:cubicBezTo>
                <a:cubicBezTo>
                  <a:pt x="898705" y="1015240"/>
                  <a:pt x="912243" y="1030333"/>
                  <a:pt x="930812" y="1040486"/>
                </a:cubicBezTo>
                <a:cubicBezTo>
                  <a:pt x="955235" y="1053750"/>
                  <a:pt x="981304" y="1055945"/>
                  <a:pt x="1008928" y="1047072"/>
                </a:cubicBezTo>
                <a:cubicBezTo>
                  <a:pt x="1035547" y="1038748"/>
                  <a:pt x="1054755" y="1023381"/>
                  <a:pt x="1066464" y="1001062"/>
                </a:cubicBezTo>
                <a:close/>
              </a:path>
            </a:pathLst>
          </a:custGeom>
          <a:solidFill>
            <a:schemeClr val="bg1">
              <a:lumMod val="50000"/>
            </a:schemeClr>
          </a:solidFill>
          <a:ln w="9141" cap="flat">
            <a:noFill/>
            <a:prstDash val="solid"/>
            <a:miter/>
          </a:ln>
        </p:spPr>
        <p:txBody>
          <a:bodyPr rtlCol="0" anchor="ctr"/>
          <a:lstStyle/>
          <a:p>
            <a:endParaRPr lang="en-US"/>
          </a:p>
        </p:txBody>
      </p:sp>
      <p:sp>
        <p:nvSpPr>
          <p:cNvPr id="89" name="TextBox 88">
            <a:extLst>
              <a:ext uri="{FF2B5EF4-FFF2-40B4-BE49-F238E27FC236}">
                <a16:creationId xmlns:a16="http://schemas.microsoft.com/office/drawing/2014/main" id="{0E0BD6F0-841E-DC77-5983-735FA1F0ED15}"/>
              </a:ext>
            </a:extLst>
          </p:cNvPr>
          <p:cNvSpPr txBox="1"/>
          <p:nvPr/>
        </p:nvSpPr>
        <p:spPr>
          <a:xfrm>
            <a:off x="3711313" y="4978615"/>
            <a:ext cx="1118029" cy="184666"/>
          </a:xfrm>
          <a:prstGeom prst="rect">
            <a:avLst/>
          </a:prstGeom>
        </p:spPr>
        <p:txBody>
          <a:bodyPr wrap="square" lIns="0" tIns="0" rIns="0" bIns="0" rtlCol="0">
            <a:spAutoFit/>
          </a:bodyPr>
          <a:lstStyle/>
          <a:p>
            <a:pPr algn="ctr">
              <a:spcAft>
                <a:spcPts val="600"/>
              </a:spcAft>
            </a:pPr>
            <a:r>
              <a:rPr lang="en-US" sz="1200" dirty="0">
                <a:solidFill>
                  <a:schemeClr val="accent4"/>
                </a:solidFill>
                <a:latin typeface="Arial" panose="020B0604020202020204" pitchFamily="34" charset="0"/>
              </a:rPr>
              <a:t>Takeover</a:t>
            </a:r>
          </a:p>
        </p:txBody>
      </p:sp>
      <p:grpSp>
        <p:nvGrpSpPr>
          <p:cNvPr id="90" name="Group 89">
            <a:extLst>
              <a:ext uri="{FF2B5EF4-FFF2-40B4-BE49-F238E27FC236}">
                <a16:creationId xmlns:a16="http://schemas.microsoft.com/office/drawing/2014/main" id="{17E41967-519B-EE73-9B67-9BCD24044C39}"/>
              </a:ext>
            </a:extLst>
          </p:cNvPr>
          <p:cNvGrpSpPr/>
          <p:nvPr/>
        </p:nvGrpSpPr>
        <p:grpSpPr>
          <a:xfrm>
            <a:off x="2648130" y="4173860"/>
            <a:ext cx="478057" cy="444440"/>
            <a:chOff x="2894013" y="1371441"/>
            <a:chExt cx="1828959" cy="1828959"/>
          </a:xfrm>
        </p:grpSpPr>
        <p:sp>
          <p:nvSpPr>
            <p:cNvPr id="97" name="Oval 96">
              <a:extLst>
                <a:ext uri="{FF2B5EF4-FFF2-40B4-BE49-F238E27FC236}">
                  <a16:creationId xmlns:a16="http://schemas.microsoft.com/office/drawing/2014/main" id="{E720AE7C-8E83-B9FD-2750-3043781276FD}"/>
                </a:ext>
              </a:extLst>
            </p:cNvPr>
            <p:cNvSpPr/>
            <p:nvPr/>
          </p:nvSpPr>
          <p:spPr>
            <a:xfrm>
              <a:off x="2894013" y="1371441"/>
              <a:ext cx="1828959" cy="1828959"/>
            </a:xfrm>
            <a:prstGeom prst="ellipse">
              <a:avLst/>
            </a:prstGeom>
            <a:solidFill>
              <a:srgbClr val="A6192E"/>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98" name="Freeform 226">
              <a:extLst>
                <a:ext uri="{FF2B5EF4-FFF2-40B4-BE49-F238E27FC236}">
                  <a16:creationId xmlns:a16="http://schemas.microsoft.com/office/drawing/2014/main" id="{B1E43031-B700-CE6B-EF3D-D6D22BD99EA3}"/>
                </a:ext>
              </a:extLst>
            </p:cNvPr>
            <p:cNvSpPr>
              <a:spLocks noChangeAspect="1" noEditPoints="1"/>
            </p:cNvSpPr>
            <p:nvPr/>
          </p:nvSpPr>
          <p:spPr bwMode="auto">
            <a:xfrm rot="2700000">
              <a:off x="3259713" y="1737836"/>
              <a:ext cx="1096166" cy="1096167"/>
            </a:xfrm>
            <a:custGeom>
              <a:avLst/>
              <a:gdLst>
                <a:gd name="T0" fmla="*/ 493 w 788"/>
                <a:gd name="T1" fmla="*/ 32 h 788"/>
                <a:gd name="T2" fmla="*/ 493 w 788"/>
                <a:gd name="T3" fmla="*/ 263 h 788"/>
                <a:gd name="T4" fmla="*/ 493 w 788"/>
                <a:gd name="T5" fmla="*/ 295 h 788"/>
                <a:gd name="T6" fmla="*/ 526 w 788"/>
                <a:gd name="T7" fmla="*/ 295 h 788"/>
                <a:gd name="T8" fmla="*/ 756 w 788"/>
                <a:gd name="T9" fmla="*/ 295 h 788"/>
                <a:gd name="T10" fmla="*/ 756 w 788"/>
                <a:gd name="T11" fmla="*/ 493 h 788"/>
                <a:gd name="T12" fmla="*/ 526 w 788"/>
                <a:gd name="T13" fmla="*/ 493 h 788"/>
                <a:gd name="T14" fmla="*/ 493 w 788"/>
                <a:gd name="T15" fmla="*/ 493 h 788"/>
                <a:gd name="T16" fmla="*/ 493 w 788"/>
                <a:gd name="T17" fmla="*/ 525 h 788"/>
                <a:gd name="T18" fmla="*/ 493 w 788"/>
                <a:gd name="T19" fmla="*/ 756 h 788"/>
                <a:gd name="T20" fmla="*/ 296 w 788"/>
                <a:gd name="T21" fmla="*/ 756 h 788"/>
                <a:gd name="T22" fmla="*/ 296 w 788"/>
                <a:gd name="T23" fmla="*/ 525 h 788"/>
                <a:gd name="T24" fmla="*/ 296 w 788"/>
                <a:gd name="T25" fmla="*/ 493 h 788"/>
                <a:gd name="T26" fmla="*/ 263 w 788"/>
                <a:gd name="T27" fmla="*/ 493 h 788"/>
                <a:gd name="T28" fmla="*/ 33 w 788"/>
                <a:gd name="T29" fmla="*/ 493 h 788"/>
                <a:gd name="T30" fmla="*/ 33 w 788"/>
                <a:gd name="T31" fmla="*/ 295 h 788"/>
                <a:gd name="T32" fmla="*/ 263 w 788"/>
                <a:gd name="T33" fmla="*/ 295 h 788"/>
                <a:gd name="T34" fmla="*/ 296 w 788"/>
                <a:gd name="T35" fmla="*/ 295 h 788"/>
                <a:gd name="T36" fmla="*/ 296 w 788"/>
                <a:gd name="T37" fmla="*/ 263 h 788"/>
                <a:gd name="T38" fmla="*/ 296 w 788"/>
                <a:gd name="T39" fmla="*/ 32 h 788"/>
                <a:gd name="T40" fmla="*/ 493 w 788"/>
                <a:gd name="T41" fmla="*/ 32 h 788"/>
                <a:gd name="T42" fmla="*/ 526 w 788"/>
                <a:gd name="T43" fmla="*/ 0 h 788"/>
                <a:gd name="T44" fmla="*/ 263 w 788"/>
                <a:gd name="T45" fmla="*/ 0 h 788"/>
                <a:gd name="T46" fmla="*/ 263 w 788"/>
                <a:gd name="T47" fmla="*/ 263 h 788"/>
                <a:gd name="T48" fmla="*/ 0 w 788"/>
                <a:gd name="T49" fmla="*/ 263 h 788"/>
                <a:gd name="T50" fmla="*/ 0 w 788"/>
                <a:gd name="T51" fmla="*/ 525 h 788"/>
                <a:gd name="T52" fmla="*/ 263 w 788"/>
                <a:gd name="T53" fmla="*/ 525 h 788"/>
                <a:gd name="T54" fmla="*/ 263 w 788"/>
                <a:gd name="T55" fmla="*/ 788 h 788"/>
                <a:gd name="T56" fmla="*/ 526 w 788"/>
                <a:gd name="T57" fmla="*/ 788 h 788"/>
                <a:gd name="T58" fmla="*/ 526 w 788"/>
                <a:gd name="T59" fmla="*/ 525 h 788"/>
                <a:gd name="T60" fmla="*/ 788 w 788"/>
                <a:gd name="T61" fmla="*/ 525 h 788"/>
                <a:gd name="T62" fmla="*/ 788 w 788"/>
                <a:gd name="T63" fmla="*/ 263 h 788"/>
                <a:gd name="T64" fmla="*/ 526 w 788"/>
                <a:gd name="T65" fmla="*/ 263 h 788"/>
                <a:gd name="T66" fmla="*/ 526 w 788"/>
                <a:gd name="T67" fmla="*/ 0 h 788"/>
                <a:gd name="T68" fmla="*/ 526 w 788"/>
                <a:gd name="T69"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8" h="788">
                  <a:moveTo>
                    <a:pt x="493" y="32"/>
                  </a:moveTo>
                  <a:lnTo>
                    <a:pt x="493" y="263"/>
                  </a:lnTo>
                  <a:lnTo>
                    <a:pt x="493" y="295"/>
                  </a:lnTo>
                  <a:lnTo>
                    <a:pt x="526" y="295"/>
                  </a:lnTo>
                  <a:lnTo>
                    <a:pt x="756" y="295"/>
                  </a:lnTo>
                  <a:lnTo>
                    <a:pt x="756" y="493"/>
                  </a:lnTo>
                  <a:lnTo>
                    <a:pt x="526" y="493"/>
                  </a:lnTo>
                  <a:lnTo>
                    <a:pt x="493" y="493"/>
                  </a:lnTo>
                  <a:lnTo>
                    <a:pt x="493" y="525"/>
                  </a:lnTo>
                  <a:lnTo>
                    <a:pt x="493" y="756"/>
                  </a:lnTo>
                  <a:lnTo>
                    <a:pt x="296" y="756"/>
                  </a:lnTo>
                  <a:lnTo>
                    <a:pt x="296" y="525"/>
                  </a:lnTo>
                  <a:lnTo>
                    <a:pt x="296" y="493"/>
                  </a:lnTo>
                  <a:lnTo>
                    <a:pt x="263" y="493"/>
                  </a:lnTo>
                  <a:lnTo>
                    <a:pt x="33" y="493"/>
                  </a:lnTo>
                  <a:lnTo>
                    <a:pt x="33" y="295"/>
                  </a:lnTo>
                  <a:lnTo>
                    <a:pt x="263" y="295"/>
                  </a:lnTo>
                  <a:lnTo>
                    <a:pt x="296" y="295"/>
                  </a:lnTo>
                  <a:lnTo>
                    <a:pt x="296" y="263"/>
                  </a:lnTo>
                  <a:lnTo>
                    <a:pt x="296" y="32"/>
                  </a:lnTo>
                  <a:lnTo>
                    <a:pt x="493" y="32"/>
                  </a:lnTo>
                  <a:close/>
                  <a:moveTo>
                    <a:pt x="526" y="0"/>
                  </a:moveTo>
                  <a:lnTo>
                    <a:pt x="263" y="0"/>
                  </a:lnTo>
                  <a:lnTo>
                    <a:pt x="263" y="263"/>
                  </a:lnTo>
                  <a:lnTo>
                    <a:pt x="0" y="263"/>
                  </a:lnTo>
                  <a:lnTo>
                    <a:pt x="0" y="525"/>
                  </a:lnTo>
                  <a:lnTo>
                    <a:pt x="263" y="525"/>
                  </a:lnTo>
                  <a:lnTo>
                    <a:pt x="263" y="788"/>
                  </a:lnTo>
                  <a:lnTo>
                    <a:pt x="526" y="788"/>
                  </a:lnTo>
                  <a:lnTo>
                    <a:pt x="526" y="525"/>
                  </a:lnTo>
                  <a:lnTo>
                    <a:pt x="788" y="525"/>
                  </a:lnTo>
                  <a:lnTo>
                    <a:pt x="788" y="263"/>
                  </a:lnTo>
                  <a:lnTo>
                    <a:pt x="526" y="263"/>
                  </a:lnTo>
                  <a:lnTo>
                    <a:pt x="526" y="0"/>
                  </a:lnTo>
                  <a:lnTo>
                    <a:pt x="52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91" name="TextBox 90">
            <a:extLst>
              <a:ext uri="{FF2B5EF4-FFF2-40B4-BE49-F238E27FC236}">
                <a16:creationId xmlns:a16="http://schemas.microsoft.com/office/drawing/2014/main" id="{C980C161-1E79-9C55-BF44-33C6057B0958}"/>
              </a:ext>
            </a:extLst>
          </p:cNvPr>
          <p:cNvSpPr txBox="1"/>
          <p:nvPr/>
        </p:nvSpPr>
        <p:spPr>
          <a:xfrm>
            <a:off x="2138750" y="3945368"/>
            <a:ext cx="1496815" cy="184666"/>
          </a:xfrm>
          <a:prstGeom prst="rect">
            <a:avLst/>
          </a:prstGeom>
        </p:spPr>
        <p:txBody>
          <a:bodyPr wrap="square" lIns="0" tIns="0" rIns="0" bIns="0" rtlCol="0">
            <a:spAutoFit/>
          </a:bodyPr>
          <a:lstStyle/>
          <a:p>
            <a:pPr algn="ctr">
              <a:spcAft>
                <a:spcPts val="600"/>
              </a:spcAft>
            </a:pPr>
            <a:r>
              <a:rPr lang="en-US" sz="1200" dirty="0">
                <a:solidFill>
                  <a:srgbClr val="A6192E"/>
                </a:solidFill>
                <a:latin typeface="Arial" panose="020B0604020202020204" pitchFamily="34" charset="0"/>
              </a:rPr>
              <a:t>Permanent Failure</a:t>
            </a:r>
          </a:p>
        </p:txBody>
      </p:sp>
      <p:sp>
        <p:nvSpPr>
          <p:cNvPr id="93" name="TextBox 92">
            <a:extLst>
              <a:ext uri="{FF2B5EF4-FFF2-40B4-BE49-F238E27FC236}">
                <a16:creationId xmlns:a16="http://schemas.microsoft.com/office/drawing/2014/main" id="{28D7C78C-8274-2BFD-3C16-BF0545266405}"/>
              </a:ext>
            </a:extLst>
          </p:cNvPr>
          <p:cNvSpPr txBox="1"/>
          <p:nvPr/>
        </p:nvSpPr>
        <p:spPr>
          <a:xfrm>
            <a:off x="3711313" y="4627349"/>
            <a:ext cx="1118029" cy="184666"/>
          </a:xfrm>
          <a:prstGeom prst="rect">
            <a:avLst/>
          </a:prstGeom>
        </p:spPr>
        <p:txBody>
          <a:bodyPr wrap="square" lIns="0" tIns="0" rIns="0" bIns="0" rtlCol="0">
            <a:spAutoFit/>
          </a:bodyPr>
          <a:lstStyle/>
          <a:p>
            <a:pPr algn="ctr">
              <a:spcAft>
                <a:spcPts val="600"/>
              </a:spcAft>
            </a:pPr>
            <a:r>
              <a:rPr lang="en-US" sz="1200" dirty="0">
                <a:solidFill>
                  <a:srgbClr val="E68C28"/>
                </a:solidFill>
                <a:latin typeface="Arial" panose="020B0604020202020204" pitchFamily="34" charset="0"/>
              </a:rPr>
              <a:t>Maintenance</a:t>
            </a:r>
          </a:p>
        </p:txBody>
      </p:sp>
      <p:cxnSp>
        <p:nvCxnSpPr>
          <p:cNvPr id="94" name="Straight Connector 93">
            <a:extLst>
              <a:ext uri="{FF2B5EF4-FFF2-40B4-BE49-F238E27FC236}">
                <a16:creationId xmlns:a16="http://schemas.microsoft.com/office/drawing/2014/main" id="{D05A5DC8-5014-0017-109C-74EC7C691BB3}"/>
              </a:ext>
            </a:extLst>
          </p:cNvPr>
          <p:cNvCxnSpPr>
            <a:cxnSpLocks/>
          </p:cNvCxnSpPr>
          <p:nvPr/>
        </p:nvCxnSpPr>
        <p:spPr bwMode="gray">
          <a:xfrm>
            <a:off x="4270327" y="4812015"/>
            <a:ext cx="0" cy="185248"/>
          </a:xfrm>
          <a:prstGeom prst="line">
            <a:avLst/>
          </a:prstGeom>
          <a:ln w="25400">
            <a:solidFill>
              <a:schemeClr val="accent4"/>
            </a:solidFill>
            <a:miter lim="800000"/>
            <a:tailEnd type="triangle" w="lg" len="med"/>
          </a:ln>
        </p:spPr>
        <p:style>
          <a:lnRef idx="1">
            <a:schemeClr val="accent1"/>
          </a:lnRef>
          <a:fillRef idx="0">
            <a:schemeClr val="accent1"/>
          </a:fillRef>
          <a:effectRef idx="0">
            <a:schemeClr val="accent1"/>
          </a:effectRef>
          <a:fontRef idx="minor">
            <a:schemeClr val="tx1"/>
          </a:fontRef>
        </p:style>
      </p:cxnSp>
      <p:grpSp>
        <p:nvGrpSpPr>
          <p:cNvPr id="151" name="Group 150">
            <a:extLst>
              <a:ext uri="{FF2B5EF4-FFF2-40B4-BE49-F238E27FC236}">
                <a16:creationId xmlns:a16="http://schemas.microsoft.com/office/drawing/2014/main" id="{96EAD08B-5E3C-DB7C-C6CB-FF877DF06C4A}"/>
              </a:ext>
            </a:extLst>
          </p:cNvPr>
          <p:cNvGrpSpPr/>
          <p:nvPr/>
        </p:nvGrpSpPr>
        <p:grpSpPr>
          <a:xfrm>
            <a:off x="669826" y="2988673"/>
            <a:ext cx="4414667" cy="184666"/>
            <a:chOff x="669826" y="3109222"/>
            <a:chExt cx="4414667" cy="184666"/>
          </a:xfrm>
        </p:grpSpPr>
        <p:cxnSp>
          <p:nvCxnSpPr>
            <p:cNvPr id="126" name="Straight Connector 125">
              <a:extLst>
                <a:ext uri="{FF2B5EF4-FFF2-40B4-BE49-F238E27FC236}">
                  <a16:creationId xmlns:a16="http://schemas.microsoft.com/office/drawing/2014/main" id="{8895F6A5-BF60-1BAE-5C13-0B6FE7C2645C}"/>
                </a:ext>
              </a:extLst>
            </p:cNvPr>
            <p:cNvCxnSpPr>
              <a:cxnSpLocks/>
            </p:cNvCxnSpPr>
            <p:nvPr/>
          </p:nvCxnSpPr>
          <p:spPr bwMode="gray">
            <a:xfrm>
              <a:off x="669826" y="3117384"/>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85F1FF4E-F2CB-5698-AFA9-13227BF05CB9}"/>
                </a:ext>
              </a:extLst>
            </p:cNvPr>
            <p:cNvCxnSpPr>
              <a:cxnSpLocks/>
            </p:cNvCxnSpPr>
            <p:nvPr/>
          </p:nvCxnSpPr>
          <p:spPr bwMode="gray">
            <a:xfrm>
              <a:off x="3537995" y="3205394"/>
              <a:ext cx="1546498"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BE7BC012-C6F1-8BF1-2C00-0B70DBAAB1D2}"/>
                </a:ext>
              </a:extLst>
            </p:cNvPr>
            <p:cNvCxnSpPr>
              <a:cxnSpLocks/>
            </p:cNvCxnSpPr>
            <p:nvPr/>
          </p:nvCxnSpPr>
          <p:spPr bwMode="gray">
            <a:xfrm>
              <a:off x="5084493" y="3117384"/>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1F4AD7BD-B523-1D9B-9655-312324E063E5}"/>
                </a:ext>
              </a:extLst>
            </p:cNvPr>
            <p:cNvCxnSpPr>
              <a:cxnSpLocks/>
            </p:cNvCxnSpPr>
            <p:nvPr/>
          </p:nvCxnSpPr>
          <p:spPr bwMode="gray">
            <a:xfrm>
              <a:off x="669826" y="3205394"/>
              <a:ext cx="1570599"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0" name="TextBox 129">
              <a:extLst>
                <a:ext uri="{FF2B5EF4-FFF2-40B4-BE49-F238E27FC236}">
                  <a16:creationId xmlns:a16="http://schemas.microsoft.com/office/drawing/2014/main" id="{04C378A6-BCF2-45C7-F231-09D26DFDCB1B}"/>
                </a:ext>
              </a:extLst>
            </p:cNvPr>
            <p:cNvSpPr txBox="1"/>
            <p:nvPr/>
          </p:nvSpPr>
          <p:spPr>
            <a:xfrm>
              <a:off x="2381785" y="3109222"/>
              <a:ext cx="1010746" cy="184666"/>
            </a:xfrm>
            <a:prstGeom prst="rect">
              <a:avLst/>
            </a:prstGeom>
            <a:ln>
              <a:noFill/>
            </a:ln>
          </p:spPr>
          <p:txBody>
            <a:bodyPr wrap="square" lIns="0" tIns="0" rIns="0" bIns="0" rtlCol="0">
              <a:spAutoFit/>
            </a:bodyPr>
            <a:lstStyle/>
            <a:p>
              <a:pPr algn="ctr">
                <a:spcAft>
                  <a:spcPts val="600"/>
                </a:spcAft>
              </a:pPr>
              <a:r>
                <a:rPr lang="en-US" sz="1200" dirty="0">
                  <a:solidFill>
                    <a:schemeClr val="accent1"/>
                  </a:solidFill>
                  <a:latin typeface="Arial" panose="020B0604020202020204" pitchFamily="34" charset="0"/>
                </a:rPr>
                <a:t>vSAN cluster</a:t>
              </a:r>
            </a:p>
          </p:txBody>
        </p:sp>
      </p:grpSp>
      <p:cxnSp>
        <p:nvCxnSpPr>
          <p:cNvPr id="118" name="Straight Connector 117">
            <a:extLst>
              <a:ext uri="{FF2B5EF4-FFF2-40B4-BE49-F238E27FC236}">
                <a16:creationId xmlns:a16="http://schemas.microsoft.com/office/drawing/2014/main" id="{66ACD430-11E7-3E47-39AD-CD05DE18F361}"/>
              </a:ext>
            </a:extLst>
          </p:cNvPr>
          <p:cNvCxnSpPr>
            <a:cxnSpLocks/>
          </p:cNvCxnSpPr>
          <p:nvPr/>
        </p:nvCxnSpPr>
        <p:spPr bwMode="gray">
          <a:xfrm>
            <a:off x="2454152" y="2816936"/>
            <a:ext cx="866013" cy="0"/>
          </a:xfrm>
          <a:prstGeom prst="line">
            <a:avLst/>
          </a:prstGeom>
          <a:ln w="25400">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sp>
        <p:nvSpPr>
          <p:cNvPr id="122" name="TextBox 121">
            <a:extLst>
              <a:ext uri="{FF2B5EF4-FFF2-40B4-BE49-F238E27FC236}">
                <a16:creationId xmlns:a16="http://schemas.microsoft.com/office/drawing/2014/main" id="{75E4C2A5-CEFD-177F-E4F8-949B9853EEC5}"/>
              </a:ext>
            </a:extLst>
          </p:cNvPr>
          <p:cNvSpPr txBox="1"/>
          <p:nvPr/>
        </p:nvSpPr>
        <p:spPr>
          <a:xfrm>
            <a:off x="3711313" y="2205096"/>
            <a:ext cx="1118029" cy="184666"/>
          </a:xfrm>
          <a:prstGeom prst="rect">
            <a:avLst/>
          </a:prstGeom>
        </p:spPr>
        <p:txBody>
          <a:bodyPr wrap="square" lIns="0" tIns="0" rIns="0" bIns="0" rtlCol="0">
            <a:spAutoFit/>
          </a:bodyPr>
          <a:lstStyle/>
          <a:p>
            <a:pPr algn="ctr">
              <a:spcAft>
                <a:spcPts val="600"/>
              </a:spcAft>
            </a:pPr>
            <a:r>
              <a:rPr lang="en-US" sz="1200" dirty="0">
                <a:solidFill>
                  <a:srgbClr val="E68C28"/>
                </a:solidFill>
                <a:latin typeface="Arial" panose="020B0604020202020204" pitchFamily="34" charset="0"/>
              </a:rPr>
              <a:t>Maintenance</a:t>
            </a:r>
          </a:p>
        </p:txBody>
      </p:sp>
      <p:sp>
        <p:nvSpPr>
          <p:cNvPr id="123" name="Graphic 7">
            <a:extLst>
              <a:ext uri="{FF2B5EF4-FFF2-40B4-BE49-F238E27FC236}">
                <a16:creationId xmlns:a16="http://schemas.microsoft.com/office/drawing/2014/main" id="{63BB3BBC-681D-D537-F078-98289EFB54A1}"/>
              </a:ext>
            </a:extLst>
          </p:cNvPr>
          <p:cNvSpPr/>
          <p:nvPr/>
        </p:nvSpPr>
        <p:spPr>
          <a:xfrm>
            <a:off x="2738271" y="1788636"/>
            <a:ext cx="297775" cy="290571"/>
          </a:xfrm>
          <a:custGeom>
            <a:avLst/>
            <a:gdLst>
              <a:gd name="connsiteX0" fmla="*/ 197669 w 1134244"/>
              <a:gd name="connsiteY0" fmla="*/ 351799 h 1106802"/>
              <a:gd name="connsiteX1" fmla="*/ 217610 w 1134244"/>
              <a:gd name="connsiteY1" fmla="*/ 351799 h 1106802"/>
              <a:gd name="connsiteX2" fmla="*/ 258498 w 1134244"/>
              <a:gd name="connsiteY2" fmla="*/ 453881 h 1106802"/>
              <a:gd name="connsiteX3" fmla="*/ 298745 w 1134244"/>
              <a:gd name="connsiteY3" fmla="*/ 351799 h 1106802"/>
              <a:gd name="connsiteX4" fmla="*/ 318686 w 1134244"/>
              <a:gd name="connsiteY4" fmla="*/ 351799 h 1106802"/>
              <a:gd name="connsiteX5" fmla="*/ 267188 w 1134244"/>
              <a:gd name="connsiteY5" fmla="*/ 474736 h 1106802"/>
              <a:gd name="connsiteX6" fmla="*/ 250083 w 1134244"/>
              <a:gd name="connsiteY6" fmla="*/ 474736 h 1106802"/>
              <a:gd name="connsiteX7" fmla="*/ 197669 w 1134244"/>
              <a:gd name="connsiteY7" fmla="*/ 351799 h 1106802"/>
              <a:gd name="connsiteX8" fmla="*/ 345121 w 1134244"/>
              <a:gd name="connsiteY8" fmla="*/ 451411 h 1106802"/>
              <a:gd name="connsiteX9" fmla="*/ 356738 w 1134244"/>
              <a:gd name="connsiteY9" fmla="*/ 436867 h 1106802"/>
              <a:gd name="connsiteX10" fmla="*/ 410249 w 1134244"/>
              <a:gd name="connsiteY10" fmla="*/ 460375 h 1106802"/>
              <a:gd name="connsiteX11" fmla="*/ 448301 w 1134244"/>
              <a:gd name="connsiteY11" fmla="*/ 431836 h 1106802"/>
              <a:gd name="connsiteX12" fmla="*/ 404303 w 1134244"/>
              <a:gd name="connsiteY12" fmla="*/ 400919 h 1106802"/>
              <a:gd name="connsiteX13" fmla="*/ 350792 w 1134244"/>
              <a:gd name="connsiteY13" fmla="*/ 354726 h 1106802"/>
              <a:gd name="connsiteX14" fmla="*/ 405492 w 1134244"/>
              <a:gd name="connsiteY14" fmla="*/ 308075 h 1106802"/>
              <a:gd name="connsiteX15" fmla="*/ 462845 w 1134244"/>
              <a:gd name="connsiteY15" fmla="*/ 331401 h 1106802"/>
              <a:gd name="connsiteX16" fmla="*/ 451411 w 1134244"/>
              <a:gd name="connsiteY16" fmla="*/ 345945 h 1106802"/>
              <a:gd name="connsiteX17" fmla="*/ 404578 w 1134244"/>
              <a:gd name="connsiteY17" fmla="*/ 324998 h 1106802"/>
              <a:gd name="connsiteX18" fmla="*/ 369635 w 1134244"/>
              <a:gd name="connsiteY18" fmla="*/ 353262 h 1106802"/>
              <a:gd name="connsiteX19" fmla="*/ 413633 w 1134244"/>
              <a:gd name="connsiteY19" fmla="*/ 382716 h 1106802"/>
              <a:gd name="connsiteX20" fmla="*/ 467144 w 1134244"/>
              <a:gd name="connsiteY20" fmla="*/ 430098 h 1106802"/>
              <a:gd name="connsiteX21" fmla="*/ 409608 w 1134244"/>
              <a:gd name="connsiteY21" fmla="*/ 477206 h 1106802"/>
              <a:gd name="connsiteX22" fmla="*/ 345121 w 1134244"/>
              <a:gd name="connsiteY22" fmla="*/ 451411 h 1106802"/>
              <a:gd name="connsiteX23" fmla="*/ 619535 w 1134244"/>
              <a:gd name="connsiteY23" fmla="*/ 437690 h 1106802"/>
              <a:gd name="connsiteX24" fmla="*/ 528430 w 1134244"/>
              <a:gd name="connsiteY24" fmla="*/ 437690 h 1106802"/>
              <a:gd name="connsiteX25" fmla="*/ 512056 w 1134244"/>
              <a:gd name="connsiteY25" fmla="*/ 474828 h 1106802"/>
              <a:gd name="connsiteX26" fmla="*/ 491841 w 1134244"/>
              <a:gd name="connsiteY26" fmla="*/ 474828 h 1106802"/>
              <a:gd name="connsiteX27" fmla="*/ 563921 w 1134244"/>
              <a:gd name="connsiteY27" fmla="*/ 311368 h 1106802"/>
              <a:gd name="connsiteX28" fmla="*/ 584136 w 1134244"/>
              <a:gd name="connsiteY28" fmla="*/ 311368 h 1106802"/>
              <a:gd name="connsiteX29" fmla="*/ 656215 w 1134244"/>
              <a:gd name="connsiteY29" fmla="*/ 474828 h 1106802"/>
              <a:gd name="connsiteX30" fmla="*/ 636000 w 1134244"/>
              <a:gd name="connsiteY30" fmla="*/ 474828 h 1106802"/>
              <a:gd name="connsiteX31" fmla="*/ 619535 w 1134244"/>
              <a:gd name="connsiteY31" fmla="*/ 437690 h 1106802"/>
              <a:gd name="connsiteX32" fmla="*/ 611943 w 1134244"/>
              <a:gd name="connsiteY32" fmla="*/ 420036 h 1106802"/>
              <a:gd name="connsiteX33" fmla="*/ 574165 w 1134244"/>
              <a:gd name="connsiteY33" fmla="*/ 334145 h 1106802"/>
              <a:gd name="connsiteX34" fmla="*/ 536113 w 1134244"/>
              <a:gd name="connsiteY34" fmla="*/ 420036 h 1106802"/>
              <a:gd name="connsiteX35" fmla="*/ 611943 w 1134244"/>
              <a:gd name="connsiteY35" fmla="*/ 420036 h 1106802"/>
              <a:gd name="connsiteX36" fmla="*/ 692346 w 1134244"/>
              <a:gd name="connsiteY36" fmla="*/ 311368 h 1106802"/>
              <a:gd name="connsiteX37" fmla="*/ 710915 w 1134244"/>
              <a:gd name="connsiteY37" fmla="*/ 311368 h 1106802"/>
              <a:gd name="connsiteX38" fmla="*/ 812265 w 1134244"/>
              <a:gd name="connsiteY38" fmla="*/ 444368 h 1106802"/>
              <a:gd name="connsiteX39" fmla="*/ 812265 w 1134244"/>
              <a:gd name="connsiteY39" fmla="*/ 311368 h 1106802"/>
              <a:gd name="connsiteX40" fmla="*/ 830834 w 1134244"/>
              <a:gd name="connsiteY40" fmla="*/ 311368 h 1106802"/>
              <a:gd name="connsiteX41" fmla="*/ 830834 w 1134244"/>
              <a:gd name="connsiteY41" fmla="*/ 474736 h 1106802"/>
              <a:gd name="connsiteX42" fmla="*/ 812265 w 1134244"/>
              <a:gd name="connsiteY42" fmla="*/ 474736 h 1106802"/>
              <a:gd name="connsiteX43" fmla="*/ 710823 w 1134244"/>
              <a:gd name="connsiteY43" fmla="*/ 341737 h 1106802"/>
              <a:gd name="connsiteX44" fmla="*/ 710823 w 1134244"/>
              <a:gd name="connsiteY44" fmla="*/ 474736 h 1106802"/>
              <a:gd name="connsiteX45" fmla="*/ 692255 w 1134244"/>
              <a:gd name="connsiteY45" fmla="*/ 474736 h 1106802"/>
              <a:gd name="connsiteX46" fmla="*/ 692255 w 1134244"/>
              <a:gd name="connsiteY46" fmla="*/ 311368 h 1106802"/>
              <a:gd name="connsiteX47" fmla="*/ 192273 w 1134244"/>
              <a:gd name="connsiteY47" fmla="*/ 595661 h 1106802"/>
              <a:gd name="connsiteX48" fmla="*/ 206908 w 1134244"/>
              <a:gd name="connsiteY48" fmla="*/ 595661 h 1106802"/>
              <a:gd name="connsiteX49" fmla="*/ 238557 w 1134244"/>
              <a:gd name="connsiteY49" fmla="*/ 688230 h 1106802"/>
              <a:gd name="connsiteX50" fmla="*/ 268834 w 1134244"/>
              <a:gd name="connsiteY50" fmla="*/ 595661 h 1106802"/>
              <a:gd name="connsiteX51" fmla="*/ 283287 w 1134244"/>
              <a:gd name="connsiteY51" fmla="*/ 595661 h 1106802"/>
              <a:gd name="connsiteX52" fmla="*/ 313564 w 1134244"/>
              <a:gd name="connsiteY52" fmla="*/ 688230 h 1106802"/>
              <a:gd name="connsiteX53" fmla="*/ 345213 w 1134244"/>
              <a:gd name="connsiteY53" fmla="*/ 595661 h 1106802"/>
              <a:gd name="connsiteX54" fmla="*/ 359848 w 1134244"/>
              <a:gd name="connsiteY54" fmla="*/ 595661 h 1106802"/>
              <a:gd name="connsiteX55" fmla="*/ 320698 w 1134244"/>
              <a:gd name="connsiteY55" fmla="*/ 710092 h 1106802"/>
              <a:gd name="connsiteX56" fmla="*/ 307892 w 1134244"/>
              <a:gd name="connsiteY56" fmla="*/ 710092 h 1106802"/>
              <a:gd name="connsiteX57" fmla="*/ 276060 w 1134244"/>
              <a:gd name="connsiteY57" fmla="*/ 612675 h 1106802"/>
              <a:gd name="connsiteX58" fmla="*/ 244045 w 1134244"/>
              <a:gd name="connsiteY58" fmla="*/ 710092 h 1106802"/>
              <a:gd name="connsiteX59" fmla="*/ 231239 w 1134244"/>
              <a:gd name="connsiteY59" fmla="*/ 710092 h 1106802"/>
              <a:gd name="connsiteX60" fmla="*/ 192273 w 1134244"/>
              <a:gd name="connsiteY60" fmla="*/ 595661 h 1106802"/>
              <a:gd name="connsiteX61" fmla="*/ 383173 w 1134244"/>
              <a:gd name="connsiteY61" fmla="*/ 599960 h 1106802"/>
              <a:gd name="connsiteX62" fmla="*/ 391497 w 1134244"/>
              <a:gd name="connsiteY62" fmla="*/ 591819 h 1106802"/>
              <a:gd name="connsiteX63" fmla="*/ 399638 w 1134244"/>
              <a:gd name="connsiteY63" fmla="*/ 599960 h 1106802"/>
              <a:gd name="connsiteX64" fmla="*/ 391497 w 1134244"/>
              <a:gd name="connsiteY64" fmla="*/ 608284 h 1106802"/>
              <a:gd name="connsiteX65" fmla="*/ 383173 w 1134244"/>
              <a:gd name="connsiteY65" fmla="*/ 599960 h 1106802"/>
              <a:gd name="connsiteX66" fmla="*/ 385186 w 1134244"/>
              <a:gd name="connsiteY66" fmla="*/ 624017 h 1106802"/>
              <a:gd name="connsiteX67" fmla="*/ 397717 w 1134244"/>
              <a:gd name="connsiteY67" fmla="*/ 624017 h 1106802"/>
              <a:gd name="connsiteX68" fmla="*/ 397717 w 1134244"/>
              <a:gd name="connsiteY68" fmla="*/ 710092 h 1106802"/>
              <a:gd name="connsiteX69" fmla="*/ 385186 w 1134244"/>
              <a:gd name="connsiteY69" fmla="*/ 710092 h 1106802"/>
              <a:gd name="connsiteX70" fmla="*/ 385186 w 1134244"/>
              <a:gd name="connsiteY70" fmla="*/ 624017 h 1106802"/>
              <a:gd name="connsiteX71" fmla="*/ 471809 w 1134244"/>
              <a:gd name="connsiteY71" fmla="*/ 706616 h 1106802"/>
              <a:gd name="connsiteX72" fmla="*/ 455801 w 1134244"/>
              <a:gd name="connsiteY72" fmla="*/ 712104 h 1106802"/>
              <a:gd name="connsiteX73" fmla="*/ 434855 w 1134244"/>
              <a:gd name="connsiteY73" fmla="*/ 690151 h 1106802"/>
              <a:gd name="connsiteX74" fmla="*/ 434855 w 1134244"/>
              <a:gd name="connsiteY74" fmla="*/ 635177 h 1106802"/>
              <a:gd name="connsiteX75" fmla="*/ 421317 w 1134244"/>
              <a:gd name="connsiteY75" fmla="*/ 635177 h 1106802"/>
              <a:gd name="connsiteX76" fmla="*/ 421317 w 1134244"/>
              <a:gd name="connsiteY76" fmla="*/ 624017 h 1106802"/>
              <a:gd name="connsiteX77" fmla="*/ 434855 w 1134244"/>
              <a:gd name="connsiteY77" fmla="*/ 624017 h 1106802"/>
              <a:gd name="connsiteX78" fmla="*/ 434855 w 1134244"/>
              <a:gd name="connsiteY78" fmla="*/ 600326 h 1106802"/>
              <a:gd name="connsiteX79" fmla="*/ 447295 w 1134244"/>
              <a:gd name="connsiteY79" fmla="*/ 600326 h 1106802"/>
              <a:gd name="connsiteX80" fmla="*/ 447295 w 1134244"/>
              <a:gd name="connsiteY80" fmla="*/ 624017 h 1106802"/>
              <a:gd name="connsiteX81" fmla="*/ 468424 w 1134244"/>
              <a:gd name="connsiteY81" fmla="*/ 624017 h 1106802"/>
              <a:gd name="connsiteX82" fmla="*/ 468424 w 1134244"/>
              <a:gd name="connsiteY82" fmla="*/ 635177 h 1106802"/>
              <a:gd name="connsiteX83" fmla="*/ 447295 w 1134244"/>
              <a:gd name="connsiteY83" fmla="*/ 635177 h 1106802"/>
              <a:gd name="connsiteX84" fmla="*/ 447295 w 1134244"/>
              <a:gd name="connsiteY84" fmla="*/ 690151 h 1106802"/>
              <a:gd name="connsiteX85" fmla="*/ 456625 w 1134244"/>
              <a:gd name="connsiteY85" fmla="*/ 700945 h 1106802"/>
              <a:gd name="connsiteX86" fmla="*/ 465589 w 1134244"/>
              <a:gd name="connsiteY86" fmla="*/ 697469 h 1106802"/>
              <a:gd name="connsiteX87" fmla="*/ 471809 w 1134244"/>
              <a:gd name="connsiteY87" fmla="*/ 706616 h 1106802"/>
              <a:gd name="connsiteX88" fmla="*/ 568220 w 1134244"/>
              <a:gd name="connsiteY88" fmla="*/ 655301 h 1106802"/>
              <a:gd name="connsiteX89" fmla="*/ 568220 w 1134244"/>
              <a:gd name="connsiteY89" fmla="*/ 710092 h 1106802"/>
              <a:gd name="connsiteX90" fmla="*/ 555780 w 1134244"/>
              <a:gd name="connsiteY90" fmla="*/ 710092 h 1106802"/>
              <a:gd name="connsiteX91" fmla="*/ 555780 w 1134244"/>
              <a:gd name="connsiteY91" fmla="*/ 656947 h 1106802"/>
              <a:gd name="connsiteX92" fmla="*/ 534284 w 1134244"/>
              <a:gd name="connsiteY92" fmla="*/ 633164 h 1106802"/>
              <a:gd name="connsiteX93" fmla="*/ 507666 w 1134244"/>
              <a:gd name="connsiteY93" fmla="*/ 655301 h 1106802"/>
              <a:gd name="connsiteX94" fmla="*/ 507666 w 1134244"/>
              <a:gd name="connsiteY94" fmla="*/ 710092 h 1106802"/>
              <a:gd name="connsiteX95" fmla="*/ 495134 w 1134244"/>
              <a:gd name="connsiteY95" fmla="*/ 710092 h 1106802"/>
              <a:gd name="connsiteX96" fmla="*/ 495134 w 1134244"/>
              <a:gd name="connsiteY96" fmla="*/ 624017 h 1106802"/>
              <a:gd name="connsiteX97" fmla="*/ 507666 w 1134244"/>
              <a:gd name="connsiteY97" fmla="*/ 624017 h 1106802"/>
              <a:gd name="connsiteX98" fmla="*/ 507666 w 1134244"/>
              <a:gd name="connsiteY98" fmla="*/ 637830 h 1106802"/>
              <a:gd name="connsiteX99" fmla="*/ 536022 w 1134244"/>
              <a:gd name="connsiteY99" fmla="*/ 622005 h 1106802"/>
              <a:gd name="connsiteX100" fmla="*/ 568220 w 1134244"/>
              <a:gd name="connsiteY100" fmla="*/ 655301 h 1106802"/>
              <a:gd name="connsiteX101" fmla="*/ 666185 w 1134244"/>
              <a:gd name="connsiteY101" fmla="*/ 690608 h 1106802"/>
              <a:gd name="connsiteX102" fmla="*/ 673869 w 1134244"/>
              <a:gd name="connsiteY102" fmla="*/ 698749 h 1106802"/>
              <a:gd name="connsiteX103" fmla="*/ 639201 w 1134244"/>
              <a:gd name="connsiteY103" fmla="*/ 712104 h 1106802"/>
              <a:gd name="connsiteX104" fmla="*/ 595570 w 1134244"/>
              <a:gd name="connsiteY104" fmla="*/ 666826 h 1106802"/>
              <a:gd name="connsiteX105" fmla="*/ 638012 w 1134244"/>
              <a:gd name="connsiteY105" fmla="*/ 622005 h 1106802"/>
              <a:gd name="connsiteX106" fmla="*/ 678808 w 1134244"/>
              <a:gd name="connsiteY106" fmla="*/ 671857 h 1106802"/>
              <a:gd name="connsiteX107" fmla="*/ 608376 w 1134244"/>
              <a:gd name="connsiteY107" fmla="*/ 671857 h 1106802"/>
              <a:gd name="connsiteX108" fmla="*/ 639018 w 1134244"/>
              <a:gd name="connsiteY108" fmla="*/ 701036 h 1106802"/>
              <a:gd name="connsiteX109" fmla="*/ 666185 w 1134244"/>
              <a:gd name="connsiteY109" fmla="*/ 690608 h 1106802"/>
              <a:gd name="connsiteX110" fmla="*/ 608559 w 1134244"/>
              <a:gd name="connsiteY110" fmla="*/ 660606 h 1106802"/>
              <a:gd name="connsiteX111" fmla="*/ 666551 w 1134244"/>
              <a:gd name="connsiteY111" fmla="*/ 660606 h 1106802"/>
              <a:gd name="connsiteX112" fmla="*/ 638561 w 1134244"/>
              <a:gd name="connsiteY112" fmla="*/ 633164 h 1106802"/>
              <a:gd name="connsiteX113" fmla="*/ 608559 w 1134244"/>
              <a:gd name="connsiteY113" fmla="*/ 660606 h 1106802"/>
              <a:gd name="connsiteX114" fmla="*/ 699481 w 1134244"/>
              <a:gd name="connsiteY114" fmla="*/ 699298 h 1106802"/>
              <a:gd name="connsiteX115" fmla="*/ 705975 w 1134244"/>
              <a:gd name="connsiteY115" fmla="*/ 690151 h 1106802"/>
              <a:gd name="connsiteX116" fmla="*/ 735155 w 1134244"/>
              <a:gd name="connsiteY116" fmla="*/ 700945 h 1106802"/>
              <a:gd name="connsiteX117" fmla="*/ 754181 w 1134244"/>
              <a:gd name="connsiteY117" fmla="*/ 687498 h 1106802"/>
              <a:gd name="connsiteX118" fmla="*/ 732502 w 1134244"/>
              <a:gd name="connsiteY118" fmla="*/ 671857 h 1106802"/>
              <a:gd name="connsiteX119" fmla="*/ 703689 w 1134244"/>
              <a:gd name="connsiteY119" fmla="*/ 647342 h 1106802"/>
              <a:gd name="connsiteX120" fmla="*/ 733874 w 1134244"/>
              <a:gd name="connsiteY120" fmla="*/ 622005 h 1106802"/>
              <a:gd name="connsiteX121" fmla="*/ 764700 w 1134244"/>
              <a:gd name="connsiteY121" fmla="*/ 631701 h 1106802"/>
              <a:gd name="connsiteX122" fmla="*/ 758663 w 1134244"/>
              <a:gd name="connsiteY122" fmla="*/ 641397 h 1106802"/>
              <a:gd name="connsiteX123" fmla="*/ 733874 w 1134244"/>
              <a:gd name="connsiteY123" fmla="*/ 633256 h 1106802"/>
              <a:gd name="connsiteX124" fmla="*/ 716220 w 1134244"/>
              <a:gd name="connsiteY124" fmla="*/ 645879 h 1106802"/>
              <a:gd name="connsiteX125" fmla="*/ 738539 w 1134244"/>
              <a:gd name="connsiteY125" fmla="*/ 660880 h 1106802"/>
              <a:gd name="connsiteX126" fmla="*/ 766712 w 1134244"/>
              <a:gd name="connsiteY126" fmla="*/ 686218 h 1106802"/>
              <a:gd name="connsiteX127" fmla="*/ 735246 w 1134244"/>
              <a:gd name="connsiteY127" fmla="*/ 712196 h 1106802"/>
              <a:gd name="connsiteX128" fmla="*/ 699481 w 1134244"/>
              <a:gd name="connsiteY128" fmla="*/ 699298 h 1106802"/>
              <a:gd name="connsiteX129" fmla="*/ 787659 w 1134244"/>
              <a:gd name="connsiteY129" fmla="*/ 699298 h 1106802"/>
              <a:gd name="connsiteX130" fmla="*/ 794154 w 1134244"/>
              <a:gd name="connsiteY130" fmla="*/ 690151 h 1106802"/>
              <a:gd name="connsiteX131" fmla="*/ 823333 w 1134244"/>
              <a:gd name="connsiteY131" fmla="*/ 700945 h 1106802"/>
              <a:gd name="connsiteX132" fmla="*/ 842359 w 1134244"/>
              <a:gd name="connsiteY132" fmla="*/ 687498 h 1106802"/>
              <a:gd name="connsiteX133" fmla="*/ 820680 w 1134244"/>
              <a:gd name="connsiteY133" fmla="*/ 671857 h 1106802"/>
              <a:gd name="connsiteX134" fmla="*/ 791867 w 1134244"/>
              <a:gd name="connsiteY134" fmla="*/ 647342 h 1106802"/>
              <a:gd name="connsiteX135" fmla="*/ 822053 w 1134244"/>
              <a:gd name="connsiteY135" fmla="*/ 622005 h 1106802"/>
              <a:gd name="connsiteX136" fmla="*/ 852878 w 1134244"/>
              <a:gd name="connsiteY136" fmla="*/ 631701 h 1106802"/>
              <a:gd name="connsiteX137" fmla="*/ 846841 w 1134244"/>
              <a:gd name="connsiteY137" fmla="*/ 641397 h 1106802"/>
              <a:gd name="connsiteX138" fmla="*/ 822053 w 1134244"/>
              <a:gd name="connsiteY138" fmla="*/ 633256 h 1106802"/>
              <a:gd name="connsiteX139" fmla="*/ 804399 w 1134244"/>
              <a:gd name="connsiteY139" fmla="*/ 645879 h 1106802"/>
              <a:gd name="connsiteX140" fmla="*/ 826718 w 1134244"/>
              <a:gd name="connsiteY140" fmla="*/ 660880 h 1106802"/>
              <a:gd name="connsiteX141" fmla="*/ 854891 w 1134244"/>
              <a:gd name="connsiteY141" fmla="*/ 686218 h 1106802"/>
              <a:gd name="connsiteX142" fmla="*/ 823425 w 1134244"/>
              <a:gd name="connsiteY142" fmla="*/ 712196 h 1106802"/>
              <a:gd name="connsiteX143" fmla="*/ 787659 w 1134244"/>
              <a:gd name="connsiteY143" fmla="*/ 699298 h 1106802"/>
              <a:gd name="connsiteX144" fmla="*/ 766895 w 1134244"/>
              <a:gd name="connsiteY144" fmla="*/ 1027589 h 1106802"/>
              <a:gd name="connsiteX145" fmla="*/ 775036 w 1134244"/>
              <a:gd name="connsiteY145" fmla="*/ 1010758 h 1106802"/>
              <a:gd name="connsiteX146" fmla="*/ 29728 w 1134244"/>
              <a:gd name="connsiteY146" fmla="*/ 1010758 h 1106802"/>
              <a:gd name="connsiteX147" fmla="*/ 29728 w 1134244"/>
              <a:gd name="connsiteY147" fmla="*/ 29728 h 1106802"/>
              <a:gd name="connsiteX148" fmla="*/ 1010758 w 1134244"/>
              <a:gd name="connsiteY148" fmla="*/ 29728 h 1106802"/>
              <a:gd name="connsiteX149" fmla="*/ 1010758 w 1134244"/>
              <a:gd name="connsiteY149" fmla="*/ 738173 h 1106802"/>
              <a:gd name="connsiteX150" fmla="*/ 1040486 w 1134244"/>
              <a:gd name="connsiteY150" fmla="*/ 743753 h 1106802"/>
              <a:gd name="connsiteX151" fmla="*/ 1040486 w 1134244"/>
              <a:gd name="connsiteY151" fmla="*/ 0 h 1106802"/>
              <a:gd name="connsiteX152" fmla="*/ 0 w 1134244"/>
              <a:gd name="connsiteY152" fmla="*/ 0 h 1106802"/>
              <a:gd name="connsiteX153" fmla="*/ 0 w 1134244"/>
              <a:gd name="connsiteY153" fmla="*/ 1040486 h 1106802"/>
              <a:gd name="connsiteX154" fmla="*/ 775585 w 1134244"/>
              <a:gd name="connsiteY154" fmla="*/ 1040486 h 1106802"/>
              <a:gd name="connsiteX155" fmla="*/ 766895 w 1134244"/>
              <a:gd name="connsiteY155" fmla="*/ 1027589 h 1106802"/>
              <a:gd name="connsiteX156" fmla="*/ 1136531 w 1134244"/>
              <a:gd name="connsiteY156" fmla="*/ 979566 h 1106802"/>
              <a:gd name="connsiteX157" fmla="*/ 1121530 w 1134244"/>
              <a:gd name="connsiteY157" fmla="*/ 983774 h 1106802"/>
              <a:gd name="connsiteX158" fmla="*/ 1106071 w 1134244"/>
              <a:gd name="connsiteY158" fmla="*/ 987341 h 1106802"/>
              <a:gd name="connsiteX159" fmla="*/ 1099028 w 1134244"/>
              <a:gd name="connsiteY159" fmla="*/ 1003715 h 1106802"/>
              <a:gd name="connsiteX160" fmla="*/ 1090887 w 1134244"/>
              <a:gd name="connsiteY160" fmla="*/ 1019173 h 1106802"/>
              <a:gd name="connsiteX161" fmla="*/ 1099028 w 1134244"/>
              <a:gd name="connsiteY161" fmla="*/ 1033260 h 1106802"/>
              <a:gd name="connsiteX162" fmla="*/ 1107626 w 1134244"/>
              <a:gd name="connsiteY162" fmla="*/ 1046706 h 1106802"/>
              <a:gd name="connsiteX163" fmla="*/ 1072775 w 1134244"/>
              <a:gd name="connsiteY163" fmla="*/ 1083112 h 1106802"/>
              <a:gd name="connsiteX164" fmla="*/ 1043870 w 1134244"/>
              <a:gd name="connsiteY164" fmla="*/ 1066373 h 1106802"/>
              <a:gd name="connsiteX165" fmla="*/ 1013410 w 1134244"/>
              <a:gd name="connsiteY165" fmla="*/ 1078538 h 1106802"/>
              <a:gd name="connsiteX166" fmla="*/ 1007648 w 1134244"/>
              <a:gd name="connsiteY166" fmla="*/ 1095095 h 1106802"/>
              <a:gd name="connsiteX167" fmla="*/ 1002525 w 1134244"/>
              <a:gd name="connsiteY167" fmla="*/ 1112108 h 1106802"/>
              <a:gd name="connsiteX168" fmla="*/ 953954 w 1134244"/>
              <a:gd name="connsiteY168" fmla="*/ 1112108 h 1106802"/>
              <a:gd name="connsiteX169" fmla="*/ 949106 w 1134244"/>
              <a:gd name="connsiteY169" fmla="*/ 1096192 h 1106802"/>
              <a:gd name="connsiteX170" fmla="*/ 944716 w 1134244"/>
              <a:gd name="connsiteY170" fmla="*/ 1080093 h 1106802"/>
              <a:gd name="connsiteX171" fmla="*/ 914439 w 1134244"/>
              <a:gd name="connsiteY171" fmla="*/ 1066373 h 1106802"/>
              <a:gd name="connsiteX172" fmla="*/ 899437 w 1134244"/>
              <a:gd name="connsiteY172" fmla="*/ 1073690 h 1106802"/>
              <a:gd name="connsiteX173" fmla="*/ 885534 w 1134244"/>
              <a:gd name="connsiteY173" fmla="*/ 1081648 h 1106802"/>
              <a:gd name="connsiteX174" fmla="*/ 850409 w 1134244"/>
              <a:gd name="connsiteY174" fmla="*/ 1048078 h 1106802"/>
              <a:gd name="connsiteX175" fmla="*/ 865684 w 1134244"/>
              <a:gd name="connsiteY175" fmla="*/ 1019173 h 1106802"/>
              <a:gd name="connsiteX176" fmla="*/ 858824 w 1134244"/>
              <a:gd name="connsiteY176" fmla="*/ 1003257 h 1106802"/>
              <a:gd name="connsiteX177" fmla="*/ 853519 w 1134244"/>
              <a:gd name="connsiteY177" fmla="*/ 985786 h 1106802"/>
              <a:gd name="connsiteX178" fmla="*/ 837145 w 1134244"/>
              <a:gd name="connsiteY178" fmla="*/ 982219 h 1106802"/>
              <a:gd name="connsiteX179" fmla="*/ 821504 w 1134244"/>
              <a:gd name="connsiteY179" fmla="*/ 978011 h 1106802"/>
              <a:gd name="connsiteX180" fmla="*/ 821504 w 1134244"/>
              <a:gd name="connsiteY180" fmla="*/ 927885 h 1106802"/>
              <a:gd name="connsiteX181" fmla="*/ 836505 w 1134244"/>
              <a:gd name="connsiteY181" fmla="*/ 923677 h 1106802"/>
              <a:gd name="connsiteX182" fmla="*/ 851964 w 1134244"/>
              <a:gd name="connsiteY182" fmla="*/ 920110 h 1106802"/>
              <a:gd name="connsiteX183" fmla="*/ 859281 w 1134244"/>
              <a:gd name="connsiteY183" fmla="*/ 904011 h 1106802"/>
              <a:gd name="connsiteX184" fmla="*/ 867239 w 1134244"/>
              <a:gd name="connsiteY184" fmla="*/ 888369 h 1106802"/>
              <a:gd name="connsiteX185" fmla="*/ 850500 w 1134244"/>
              <a:gd name="connsiteY185" fmla="*/ 860745 h 1106802"/>
              <a:gd name="connsiteX186" fmla="*/ 885625 w 1134244"/>
              <a:gd name="connsiteY186" fmla="*/ 824340 h 1106802"/>
              <a:gd name="connsiteX187" fmla="*/ 914530 w 1134244"/>
              <a:gd name="connsiteY187" fmla="*/ 841079 h 1106802"/>
              <a:gd name="connsiteX188" fmla="*/ 946271 w 1134244"/>
              <a:gd name="connsiteY188" fmla="*/ 828913 h 1106802"/>
              <a:gd name="connsiteX189" fmla="*/ 950936 w 1134244"/>
              <a:gd name="connsiteY189" fmla="*/ 811899 h 1106802"/>
              <a:gd name="connsiteX190" fmla="*/ 955601 w 1134244"/>
              <a:gd name="connsiteY190" fmla="*/ 795343 h 1106802"/>
              <a:gd name="connsiteX191" fmla="*/ 1004172 w 1134244"/>
              <a:gd name="connsiteY191" fmla="*/ 795343 h 1106802"/>
              <a:gd name="connsiteX192" fmla="*/ 1013410 w 1134244"/>
              <a:gd name="connsiteY192" fmla="*/ 827358 h 1106802"/>
              <a:gd name="connsiteX193" fmla="*/ 1029052 w 1134244"/>
              <a:gd name="connsiteY193" fmla="*/ 833578 h 1106802"/>
              <a:gd name="connsiteX194" fmla="*/ 1043870 w 1134244"/>
              <a:gd name="connsiteY194" fmla="*/ 841079 h 1106802"/>
              <a:gd name="connsiteX195" fmla="*/ 1058689 w 1134244"/>
              <a:gd name="connsiteY195" fmla="*/ 833761 h 1106802"/>
              <a:gd name="connsiteX196" fmla="*/ 1072775 w 1134244"/>
              <a:gd name="connsiteY196" fmla="*/ 825803 h 1106802"/>
              <a:gd name="connsiteX197" fmla="*/ 1091344 w 1134244"/>
              <a:gd name="connsiteY197" fmla="*/ 842176 h 1106802"/>
              <a:gd name="connsiteX198" fmla="*/ 1109181 w 1134244"/>
              <a:gd name="connsiteY198" fmla="*/ 859373 h 1106802"/>
              <a:gd name="connsiteX199" fmla="*/ 1092442 w 1134244"/>
              <a:gd name="connsiteY199" fmla="*/ 888278 h 1106802"/>
              <a:gd name="connsiteX200" fmla="*/ 1104607 w 1134244"/>
              <a:gd name="connsiteY200" fmla="*/ 921573 h 1106802"/>
              <a:gd name="connsiteX201" fmla="*/ 1120981 w 1134244"/>
              <a:gd name="connsiteY201" fmla="*/ 925141 h 1106802"/>
              <a:gd name="connsiteX202" fmla="*/ 1136622 w 1134244"/>
              <a:gd name="connsiteY202" fmla="*/ 929349 h 1106802"/>
              <a:gd name="connsiteX203" fmla="*/ 1136622 w 1134244"/>
              <a:gd name="connsiteY203" fmla="*/ 979566 h 1106802"/>
              <a:gd name="connsiteX204" fmla="*/ 1066464 w 1134244"/>
              <a:gd name="connsiteY204" fmla="*/ 1001062 h 1106802"/>
              <a:gd name="connsiteX205" fmla="*/ 1078630 w 1134244"/>
              <a:gd name="connsiteY205" fmla="*/ 944990 h 1106802"/>
              <a:gd name="connsiteX206" fmla="*/ 1060518 w 1134244"/>
              <a:gd name="connsiteY206" fmla="*/ 897699 h 1106802"/>
              <a:gd name="connsiteX207" fmla="*/ 1021643 w 1134244"/>
              <a:gd name="connsiteY207" fmla="*/ 865867 h 1106802"/>
              <a:gd name="connsiteX208" fmla="*/ 972157 w 1134244"/>
              <a:gd name="connsiteY208" fmla="*/ 856354 h 1106802"/>
              <a:gd name="connsiteX209" fmla="*/ 910963 w 1134244"/>
              <a:gd name="connsiteY209" fmla="*/ 882607 h 1106802"/>
              <a:gd name="connsiteX210" fmla="*/ 883613 w 1134244"/>
              <a:gd name="connsiteY210" fmla="*/ 935569 h 1106802"/>
              <a:gd name="connsiteX211" fmla="*/ 890199 w 1134244"/>
              <a:gd name="connsiteY211" fmla="*/ 995208 h 1106802"/>
              <a:gd name="connsiteX212" fmla="*/ 930812 w 1134244"/>
              <a:gd name="connsiteY212" fmla="*/ 1040486 h 1106802"/>
              <a:gd name="connsiteX213" fmla="*/ 1008928 w 1134244"/>
              <a:gd name="connsiteY213" fmla="*/ 1047072 h 1106802"/>
              <a:gd name="connsiteX214" fmla="*/ 1066464 w 1134244"/>
              <a:gd name="connsiteY214" fmla="*/ 1001062 h 110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1134244" h="1106802">
                <a:moveTo>
                  <a:pt x="197669" y="351799"/>
                </a:moveTo>
                <a:lnTo>
                  <a:pt x="217610" y="351799"/>
                </a:lnTo>
                <a:lnTo>
                  <a:pt x="258498" y="453881"/>
                </a:lnTo>
                <a:lnTo>
                  <a:pt x="298745" y="351799"/>
                </a:lnTo>
                <a:lnTo>
                  <a:pt x="318686" y="351799"/>
                </a:lnTo>
                <a:lnTo>
                  <a:pt x="267188" y="474736"/>
                </a:lnTo>
                <a:lnTo>
                  <a:pt x="250083" y="474736"/>
                </a:lnTo>
                <a:lnTo>
                  <a:pt x="197669" y="351799"/>
                </a:lnTo>
                <a:close/>
                <a:moveTo>
                  <a:pt x="345121" y="451411"/>
                </a:moveTo>
                <a:lnTo>
                  <a:pt x="356738" y="436867"/>
                </a:lnTo>
                <a:cubicBezTo>
                  <a:pt x="370550" y="450679"/>
                  <a:pt x="387381" y="460375"/>
                  <a:pt x="410249" y="460375"/>
                </a:cubicBezTo>
                <a:cubicBezTo>
                  <a:pt x="435495" y="460375"/>
                  <a:pt x="448301" y="446563"/>
                  <a:pt x="448301" y="431836"/>
                </a:cubicBezTo>
                <a:cubicBezTo>
                  <a:pt x="448301" y="414457"/>
                  <a:pt x="432842" y="407596"/>
                  <a:pt x="404303" y="400919"/>
                </a:cubicBezTo>
                <a:cubicBezTo>
                  <a:pt x="371465" y="393327"/>
                  <a:pt x="350792" y="383082"/>
                  <a:pt x="350792" y="354726"/>
                </a:cubicBezTo>
                <a:cubicBezTo>
                  <a:pt x="350792" y="328565"/>
                  <a:pt x="374118" y="308075"/>
                  <a:pt x="405492" y="308075"/>
                </a:cubicBezTo>
                <a:cubicBezTo>
                  <a:pt x="429732" y="308075"/>
                  <a:pt x="447843" y="317588"/>
                  <a:pt x="462845" y="331401"/>
                </a:cubicBezTo>
                <a:lnTo>
                  <a:pt x="451411" y="345945"/>
                </a:lnTo>
                <a:cubicBezTo>
                  <a:pt x="437873" y="332864"/>
                  <a:pt x="421683" y="324998"/>
                  <a:pt x="404578" y="324998"/>
                </a:cubicBezTo>
                <a:cubicBezTo>
                  <a:pt x="384362" y="324998"/>
                  <a:pt x="369635" y="338352"/>
                  <a:pt x="369635" y="353262"/>
                </a:cubicBezTo>
                <a:cubicBezTo>
                  <a:pt x="369635" y="370184"/>
                  <a:pt x="385826" y="376130"/>
                  <a:pt x="413633" y="382716"/>
                </a:cubicBezTo>
                <a:cubicBezTo>
                  <a:pt x="444825" y="390125"/>
                  <a:pt x="467144" y="401285"/>
                  <a:pt x="467144" y="430098"/>
                </a:cubicBezTo>
                <a:cubicBezTo>
                  <a:pt x="467144" y="455984"/>
                  <a:pt x="447660" y="477206"/>
                  <a:pt x="409608" y="477206"/>
                </a:cubicBezTo>
                <a:cubicBezTo>
                  <a:pt x="382716" y="477389"/>
                  <a:pt x="361586" y="467601"/>
                  <a:pt x="345121" y="451411"/>
                </a:cubicBezTo>
                <a:close/>
                <a:moveTo>
                  <a:pt x="619535" y="437690"/>
                </a:moveTo>
                <a:lnTo>
                  <a:pt x="528430" y="437690"/>
                </a:lnTo>
                <a:lnTo>
                  <a:pt x="512056" y="474828"/>
                </a:lnTo>
                <a:lnTo>
                  <a:pt x="491841" y="474828"/>
                </a:lnTo>
                <a:lnTo>
                  <a:pt x="563921" y="311368"/>
                </a:lnTo>
                <a:lnTo>
                  <a:pt x="584136" y="311368"/>
                </a:lnTo>
                <a:lnTo>
                  <a:pt x="656215" y="474828"/>
                </a:lnTo>
                <a:lnTo>
                  <a:pt x="636000" y="474828"/>
                </a:lnTo>
                <a:lnTo>
                  <a:pt x="619535" y="437690"/>
                </a:lnTo>
                <a:close/>
                <a:moveTo>
                  <a:pt x="611943" y="420036"/>
                </a:moveTo>
                <a:lnTo>
                  <a:pt x="574165" y="334145"/>
                </a:lnTo>
                <a:lnTo>
                  <a:pt x="536113" y="420036"/>
                </a:lnTo>
                <a:lnTo>
                  <a:pt x="611943" y="420036"/>
                </a:lnTo>
                <a:close/>
                <a:moveTo>
                  <a:pt x="692346" y="311368"/>
                </a:moveTo>
                <a:lnTo>
                  <a:pt x="710915" y="311368"/>
                </a:lnTo>
                <a:lnTo>
                  <a:pt x="812265" y="444368"/>
                </a:lnTo>
                <a:lnTo>
                  <a:pt x="812265" y="311368"/>
                </a:lnTo>
                <a:lnTo>
                  <a:pt x="830834" y="311368"/>
                </a:lnTo>
                <a:lnTo>
                  <a:pt x="830834" y="474736"/>
                </a:lnTo>
                <a:lnTo>
                  <a:pt x="812265" y="474736"/>
                </a:lnTo>
                <a:lnTo>
                  <a:pt x="710823" y="341737"/>
                </a:lnTo>
                <a:lnTo>
                  <a:pt x="710823" y="474736"/>
                </a:lnTo>
                <a:lnTo>
                  <a:pt x="692255" y="474736"/>
                </a:lnTo>
                <a:lnTo>
                  <a:pt x="692255" y="311368"/>
                </a:lnTo>
                <a:close/>
                <a:moveTo>
                  <a:pt x="192273" y="595661"/>
                </a:moveTo>
                <a:lnTo>
                  <a:pt x="206908" y="595661"/>
                </a:lnTo>
                <a:lnTo>
                  <a:pt x="238557" y="688230"/>
                </a:lnTo>
                <a:lnTo>
                  <a:pt x="268834" y="595661"/>
                </a:lnTo>
                <a:lnTo>
                  <a:pt x="283287" y="595661"/>
                </a:lnTo>
                <a:lnTo>
                  <a:pt x="313564" y="688230"/>
                </a:lnTo>
                <a:lnTo>
                  <a:pt x="345213" y="595661"/>
                </a:lnTo>
                <a:lnTo>
                  <a:pt x="359848" y="595661"/>
                </a:lnTo>
                <a:lnTo>
                  <a:pt x="320698" y="710092"/>
                </a:lnTo>
                <a:lnTo>
                  <a:pt x="307892" y="710092"/>
                </a:lnTo>
                <a:lnTo>
                  <a:pt x="276060" y="612675"/>
                </a:lnTo>
                <a:lnTo>
                  <a:pt x="244045" y="710092"/>
                </a:lnTo>
                <a:lnTo>
                  <a:pt x="231239" y="710092"/>
                </a:lnTo>
                <a:lnTo>
                  <a:pt x="192273" y="595661"/>
                </a:lnTo>
                <a:close/>
                <a:moveTo>
                  <a:pt x="383173" y="599960"/>
                </a:moveTo>
                <a:cubicBezTo>
                  <a:pt x="383173" y="595661"/>
                  <a:pt x="386832" y="591819"/>
                  <a:pt x="391497" y="591819"/>
                </a:cubicBezTo>
                <a:cubicBezTo>
                  <a:pt x="395979" y="591819"/>
                  <a:pt x="399638" y="595661"/>
                  <a:pt x="399638" y="599960"/>
                </a:cubicBezTo>
                <a:cubicBezTo>
                  <a:pt x="399638" y="604442"/>
                  <a:pt x="395979" y="608284"/>
                  <a:pt x="391497" y="608284"/>
                </a:cubicBezTo>
                <a:cubicBezTo>
                  <a:pt x="386832" y="608284"/>
                  <a:pt x="383173" y="604534"/>
                  <a:pt x="383173" y="599960"/>
                </a:cubicBezTo>
                <a:close/>
                <a:moveTo>
                  <a:pt x="385186" y="624017"/>
                </a:moveTo>
                <a:lnTo>
                  <a:pt x="397717" y="624017"/>
                </a:lnTo>
                <a:lnTo>
                  <a:pt x="397717" y="710092"/>
                </a:lnTo>
                <a:lnTo>
                  <a:pt x="385186" y="710092"/>
                </a:lnTo>
                <a:lnTo>
                  <a:pt x="385186" y="624017"/>
                </a:lnTo>
                <a:close/>
                <a:moveTo>
                  <a:pt x="471809" y="706616"/>
                </a:moveTo>
                <a:cubicBezTo>
                  <a:pt x="467327" y="710092"/>
                  <a:pt x="461656" y="712104"/>
                  <a:pt x="455801" y="712104"/>
                </a:cubicBezTo>
                <a:cubicBezTo>
                  <a:pt x="443453" y="712104"/>
                  <a:pt x="434855" y="702957"/>
                  <a:pt x="434855" y="690151"/>
                </a:cubicBezTo>
                <a:lnTo>
                  <a:pt x="434855" y="635177"/>
                </a:lnTo>
                <a:lnTo>
                  <a:pt x="421317" y="635177"/>
                </a:lnTo>
                <a:lnTo>
                  <a:pt x="421317" y="624017"/>
                </a:lnTo>
                <a:lnTo>
                  <a:pt x="434855" y="624017"/>
                </a:lnTo>
                <a:lnTo>
                  <a:pt x="434855" y="600326"/>
                </a:lnTo>
                <a:lnTo>
                  <a:pt x="447295" y="600326"/>
                </a:lnTo>
                <a:lnTo>
                  <a:pt x="447295" y="624017"/>
                </a:lnTo>
                <a:lnTo>
                  <a:pt x="468424" y="624017"/>
                </a:lnTo>
                <a:lnTo>
                  <a:pt x="468424" y="635177"/>
                </a:lnTo>
                <a:lnTo>
                  <a:pt x="447295" y="635177"/>
                </a:lnTo>
                <a:lnTo>
                  <a:pt x="447295" y="690151"/>
                </a:lnTo>
                <a:cubicBezTo>
                  <a:pt x="447295" y="696463"/>
                  <a:pt x="451594" y="700945"/>
                  <a:pt x="456625" y="700945"/>
                </a:cubicBezTo>
                <a:cubicBezTo>
                  <a:pt x="460466" y="700945"/>
                  <a:pt x="463759" y="699481"/>
                  <a:pt x="465589" y="697469"/>
                </a:cubicBezTo>
                <a:lnTo>
                  <a:pt x="471809" y="706616"/>
                </a:lnTo>
                <a:close/>
                <a:moveTo>
                  <a:pt x="568220" y="655301"/>
                </a:moveTo>
                <a:lnTo>
                  <a:pt x="568220" y="710092"/>
                </a:lnTo>
                <a:lnTo>
                  <a:pt x="555780" y="710092"/>
                </a:lnTo>
                <a:lnTo>
                  <a:pt x="555780" y="656947"/>
                </a:lnTo>
                <a:cubicBezTo>
                  <a:pt x="555780" y="642952"/>
                  <a:pt x="546907" y="633164"/>
                  <a:pt x="534284" y="633164"/>
                </a:cubicBezTo>
                <a:cubicBezTo>
                  <a:pt x="519831" y="633164"/>
                  <a:pt x="507666" y="643318"/>
                  <a:pt x="507666" y="655301"/>
                </a:cubicBezTo>
                <a:lnTo>
                  <a:pt x="507666" y="710092"/>
                </a:lnTo>
                <a:lnTo>
                  <a:pt x="495134" y="710092"/>
                </a:lnTo>
                <a:lnTo>
                  <a:pt x="495134" y="624017"/>
                </a:lnTo>
                <a:lnTo>
                  <a:pt x="507666" y="624017"/>
                </a:lnTo>
                <a:lnTo>
                  <a:pt x="507666" y="637830"/>
                </a:lnTo>
                <a:cubicBezTo>
                  <a:pt x="512697" y="628682"/>
                  <a:pt x="523856" y="622005"/>
                  <a:pt x="536022" y="622005"/>
                </a:cubicBezTo>
                <a:cubicBezTo>
                  <a:pt x="554865" y="622005"/>
                  <a:pt x="568220" y="635817"/>
                  <a:pt x="568220" y="655301"/>
                </a:cubicBezTo>
                <a:close/>
                <a:moveTo>
                  <a:pt x="666185" y="690608"/>
                </a:moveTo>
                <a:lnTo>
                  <a:pt x="673869" y="698749"/>
                </a:lnTo>
                <a:cubicBezTo>
                  <a:pt x="666368" y="706890"/>
                  <a:pt x="651184" y="712104"/>
                  <a:pt x="639201" y="712104"/>
                </a:cubicBezTo>
                <a:cubicBezTo>
                  <a:pt x="616242" y="712104"/>
                  <a:pt x="595570" y="693261"/>
                  <a:pt x="595570" y="666826"/>
                </a:cubicBezTo>
                <a:cubicBezTo>
                  <a:pt x="595570" y="641214"/>
                  <a:pt x="614870" y="622005"/>
                  <a:pt x="638012" y="622005"/>
                </a:cubicBezTo>
                <a:cubicBezTo>
                  <a:pt x="663990" y="622005"/>
                  <a:pt x="678808" y="641671"/>
                  <a:pt x="678808" y="671857"/>
                </a:cubicBezTo>
                <a:lnTo>
                  <a:pt x="608376" y="671857"/>
                </a:lnTo>
                <a:cubicBezTo>
                  <a:pt x="610205" y="688688"/>
                  <a:pt x="622005" y="701036"/>
                  <a:pt x="639018" y="701036"/>
                </a:cubicBezTo>
                <a:cubicBezTo>
                  <a:pt x="649172" y="700945"/>
                  <a:pt x="660880" y="696463"/>
                  <a:pt x="666185" y="690608"/>
                </a:cubicBezTo>
                <a:close/>
                <a:moveTo>
                  <a:pt x="608559" y="660606"/>
                </a:moveTo>
                <a:lnTo>
                  <a:pt x="666551" y="660606"/>
                </a:lnTo>
                <a:cubicBezTo>
                  <a:pt x="664905" y="645147"/>
                  <a:pt x="655758" y="633164"/>
                  <a:pt x="638561" y="633164"/>
                </a:cubicBezTo>
                <a:cubicBezTo>
                  <a:pt x="623194" y="633164"/>
                  <a:pt x="610845" y="643958"/>
                  <a:pt x="608559" y="660606"/>
                </a:cubicBezTo>
                <a:close/>
                <a:moveTo>
                  <a:pt x="699481" y="699298"/>
                </a:moveTo>
                <a:lnTo>
                  <a:pt x="705975" y="690151"/>
                </a:lnTo>
                <a:cubicBezTo>
                  <a:pt x="715763" y="697286"/>
                  <a:pt x="725642" y="700945"/>
                  <a:pt x="735155" y="700945"/>
                </a:cubicBezTo>
                <a:cubicBezTo>
                  <a:pt x="746497" y="700945"/>
                  <a:pt x="754181" y="695639"/>
                  <a:pt x="754181" y="687498"/>
                </a:cubicBezTo>
                <a:cubicBezTo>
                  <a:pt x="754181" y="678168"/>
                  <a:pt x="744210" y="675150"/>
                  <a:pt x="732502" y="671857"/>
                </a:cubicBezTo>
                <a:cubicBezTo>
                  <a:pt x="711647" y="665820"/>
                  <a:pt x="703689" y="659691"/>
                  <a:pt x="703689" y="647342"/>
                </a:cubicBezTo>
                <a:cubicBezTo>
                  <a:pt x="703689" y="631701"/>
                  <a:pt x="716678" y="622005"/>
                  <a:pt x="733874" y="622005"/>
                </a:cubicBezTo>
                <a:cubicBezTo>
                  <a:pt x="744576" y="622005"/>
                  <a:pt x="755553" y="625664"/>
                  <a:pt x="764700" y="631701"/>
                </a:cubicBezTo>
                <a:lnTo>
                  <a:pt x="758663" y="641397"/>
                </a:lnTo>
                <a:cubicBezTo>
                  <a:pt x="749973" y="635909"/>
                  <a:pt x="741466" y="633256"/>
                  <a:pt x="733874" y="633256"/>
                </a:cubicBezTo>
                <a:cubicBezTo>
                  <a:pt x="724178" y="633256"/>
                  <a:pt x="716220" y="637555"/>
                  <a:pt x="716220" y="645879"/>
                </a:cubicBezTo>
                <a:cubicBezTo>
                  <a:pt x="716220" y="653380"/>
                  <a:pt x="722532" y="655666"/>
                  <a:pt x="738539" y="660880"/>
                </a:cubicBezTo>
                <a:cubicBezTo>
                  <a:pt x="752351" y="665179"/>
                  <a:pt x="766712" y="669844"/>
                  <a:pt x="766712" y="686218"/>
                </a:cubicBezTo>
                <a:cubicBezTo>
                  <a:pt x="766712" y="702042"/>
                  <a:pt x="753083" y="712196"/>
                  <a:pt x="735246" y="712196"/>
                </a:cubicBezTo>
                <a:cubicBezTo>
                  <a:pt x="723172" y="712104"/>
                  <a:pt x="709817" y="707622"/>
                  <a:pt x="699481" y="699298"/>
                </a:cubicBezTo>
                <a:close/>
                <a:moveTo>
                  <a:pt x="787659" y="699298"/>
                </a:moveTo>
                <a:lnTo>
                  <a:pt x="794154" y="690151"/>
                </a:lnTo>
                <a:cubicBezTo>
                  <a:pt x="803941" y="697286"/>
                  <a:pt x="813820" y="700945"/>
                  <a:pt x="823333" y="700945"/>
                </a:cubicBezTo>
                <a:cubicBezTo>
                  <a:pt x="834676" y="700945"/>
                  <a:pt x="842359" y="695639"/>
                  <a:pt x="842359" y="687498"/>
                </a:cubicBezTo>
                <a:cubicBezTo>
                  <a:pt x="842359" y="678168"/>
                  <a:pt x="832389" y="675150"/>
                  <a:pt x="820680" y="671857"/>
                </a:cubicBezTo>
                <a:cubicBezTo>
                  <a:pt x="799825" y="665820"/>
                  <a:pt x="791867" y="659691"/>
                  <a:pt x="791867" y="647342"/>
                </a:cubicBezTo>
                <a:cubicBezTo>
                  <a:pt x="791867" y="631701"/>
                  <a:pt x="804856" y="622005"/>
                  <a:pt x="822053" y="622005"/>
                </a:cubicBezTo>
                <a:cubicBezTo>
                  <a:pt x="832755" y="622005"/>
                  <a:pt x="843731" y="625664"/>
                  <a:pt x="852878" y="631701"/>
                </a:cubicBezTo>
                <a:lnTo>
                  <a:pt x="846841" y="641397"/>
                </a:lnTo>
                <a:cubicBezTo>
                  <a:pt x="838151" y="635909"/>
                  <a:pt x="829645" y="633256"/>
                  <a:pt x="822053" y="633256"/>
                </a:cubicBezTo>
                <a:cubicBezTo>
                  <a:pt x="812357" y="633256"/>
                  <a:pt x="804399" y="637555"/>
                  <a:pt x="804399" y="645879"/>
                </a:cubicBezTo>
                <a:cubicBezTo>
                  <a:pt x="804399" y="653380"/>
                  <a:pt x="810710" y="655666"/>
                  <a:pt x="826718" y="660880"/>
                </a:cubicBezTo>
                <a:cubicBezTo>
                  <a:pt x="840530" y="665179"/>
                  <a:pt x="854891" y="669844"/>
                  <a:pt x="854891" y="686218"/>
                </a:cubicBezTo>
                <a:cubicBezTo>
                  <a:pt x="854891" y="702042"/>
                  <a:pt x="841261" y="712196"/>
                  <a:pt x="823425" y="712196"/>
                </a:cubicBezTo>
                <a:cubicBezTo>
                  <a:pt x="811259" y="712104"/>
                  <a:pt x="797996" y="707622"/>
                  <a:pt x="787659" y="699298"/>
                </a:cubicBezTo>
                <a:close/>
                <a:moveTo>
                  <a:pt x="766895" y="1027589"/>
                </a:moveTo>
                <a:lnTo>
                  <a:pt x="775036" y="1010758"/>
                </a:lnTo>
                <a:lnTo>
                  <a:pt x="29728" y="1010758"/>
                </a:lnTo>
                <a:lnTo>
                  <a:pt x="29728" y="29728"/>
                </a:lnTo>
                <a:lnTo>
                  <a:pt x="1010758" y="29728"/>
                </a:lnTo>
                <a:lnTo>
                  <a:pt x="1010758" y="738173"/>
                </a:lnTo>
                <a:lnTo>
                  <a:pt x="1040486" y="743753"/>
                </a:lnTo>
                <a:lnTo>
                  <a:pt x="1040486" y="0"/>
                </a:lnTo>
                <a:lnTo>
                  <a:pt x="0" y="0"/>
                </a:lnTo>
                <a:lnTo>
                  <a:pt x="0" y="1040486"/>
                </a:lnTo>
                <a:lnTo>
                  <a:pt x="775585" y="1040486"/>
                </a:lnTo>
                <a:lnTo>
                  <a:pt x="766895" y="1027589"/>
                </a:lnTo>
                <a:close/>
                <a:moveTo>
                  <a:pt x="1136531" y="979566"/>
                </a:moveTo>
                <a:cubicBezTo>
                  <a:pt x="1134061" y="980115"/>
                  <a:pt x="1129030" y="981579"/>
                  <a:pt x="1121530" y="983774"/>
                </a:cubicBezTo>
                <a:cubicBezTo>
                  <a:pt x="1115492" y="985512"/>
                  <a:pt x="1110370" y="986701"/>
                  <a:pt x="1106071" y="987341"/>
                </a:cubicBezTo>
                <a:cubicBezTo>
                  <a:pt x="1104424" y="989994"/>
                  <a:pt x="1102046" y="995391"/>
                  <a:pt x="1099028" y="1003715"/>
                </a:cubicBezTo>
                <a:cubicBezTo>
                  <a:pt x="1096375" y="1011124"/>
                  <a:pt x="1093631" y="1016246"/>
                  <a:pt x="1090887" y="1019173"/>
                </a:cubicBezTo>
                <a:cubicBezTo>
                  <a:pt x="1091893" y="1020820"/>
                  <a:pt x="1094637" y="1025485"/>
                  <a:pt x="1099028" y="1033260"/>
                </a:cubicBezTo>
                <a:cubicBezTo>
                  <a:pt x="1102229" y="1039023"/>
                  <a:pt x="1105156" y="1043505"/>
                  <a:pt x="1107626" y="1046706"/>
                </a:cubicBezTo>
                <a:cubicBezTo>
                  <a:pt x="1104699" y="1051005"/>
                  <a:pt x="1093082" y="1063080"/>
                  <a:pt x="1072775" y="1083112"/>
                </a:cubicBezTo>
                <a:cubicBezTo>
                  <a:pt x="1062896" y="1078447"/>
                  <a:pt x="1053292" y="1072776"/>
                  <a:pt x="1043870" y="1066373"/>
                </a:cubicBezTo>
                <a:cubicBezTo>
                  <a:pt x="1033168" y="1072684"/>
                  <a:pt x="1022923" y="1076709"/>
                  <a:pt x="1013410" y="1078538"/>
                </a:cubicBezTo>
                <a:cubicBezTo>
                  <a:pt x="1011398" y="1081923"/>
                  <a:pt x="1009477" y="1087411"/>
                  <a:pt x="1007648" y="1095095"/>
                </a:cubicBezTo>
                <a:cubicBezTo>
                  <a:pt x="1005727" y="1103510"/>
                  <a:pt x="1004080" y="1109181"/>
                  <a:pt x="1002525" y="1112108"/>
                </a:cubicBezTo>
                <a:lnTo>
                  <a:pt x="953954" y="1112108"/>
                </a:lnTo>
                <a:cubicBezTo>
                  <a:pt x="952308" y="1108724"/>
                  <a:pt x="950753" y="1103418"/>
                  <a:pt x="949106" y="1096192"/>
                </a:cubicBezTo>
                <a:cubicBezTo>
                  <a:pt x="947368" y="1088509"/>
                  <a:pt x="945905" y="1083203"/>
                  <a:pt x="944716" y="1080093"/>
                </a:cubicBezTo>
                <a:cubicBezTo>
                  <a:pt x="925415" y="1071586"/>
                  <a:pt x="915353" y="1067013"/>
                  <a:pt x="914439" y="1066373"/>
                </a:cubicBezTo>
                <a:cubicBezTo>
                  <a:pt x="910139" y="1067745"/>
                  <a:pt x="905200" y="1070123"/>
                  <a:pt x="899437" y="1073690"/>
                </a:cubicBezTo>
                <a:cubicBezTo>
                  <a:pt x="892851" y="1077807"/>
                  <a:pt x="888186" y="1080459"/>
                  <a:pt x="885534" y="1081648"/>
                </a:cubicBezTo>
                <a:cubicBezTo>
                  <a:pt x="881234" y="1078813"/>
                  <a:pt x="869526" y="1067653"/>
                  <a:pt x="850409" y="1048078"/>
                </a:cubicBezTo>
                <a:cubicBezTo>
                  <a:pt x="851323" y="1044877"/>
                  <a:pt x="856354" y="1035181"/>
                  <a:pt x="865684" y="1019173"/>
                </a:cubicBezTo>
                <a:cubicBezTo>
                  <a:pt x="865136" y="1017435"/>
                  <a:pt x="862849" y="1012130"/>
                  <a:pt x="858824" y="1003257"/>
                </a:cubicBezTo>
                <a:cubicBezTo>
                  <a:pt x="855988" y="996763"/>
                  <a:pt x="854250" y="991000"/>
                  <a:pt x="853519" y="985786"/>
                </a:cubicBezTo>
                <a:cubicBezTo>
                  <a:pt x="849128" y="985238"/>
                  <a:pt x="843640" y="984048"/>
                  <a:pt x="837145" y="982219"/>
                </a:cubicBezTo>
                <a:cubicBezTo>
                  <a:pt x="829645" y="980024"/>
                  <a:pt x="824431" y="978652"/>
                  <a:pt x="821504" y="978011"/>
                </a:cubicBezTo>
                <a:lnTo>
                  <a:pt x="821504" y="927885"/>
                </a:lnTo>
                <a:cubicBezTo>
                  <a:pt x="823973" y="927336"/>
                  <a:pt x="829004" y="925873"/>
                  <a:pt x="836505" y="923677"/>
                </a:cubicBezTo>
                <a:cubicBezTo>
                  <a:pt x="842542" y="921939"/>
                  <a:pt x="847664" y="920750"/>
                  <a:pt x="851964" y="920110"/>
                </a:cubicBezTo>
                <a:cubicBezTo>
                  <a:pt x="853427" y="917457"/>
                  <a:pt x="855897" y="912060"/>
                  <a:pt x="859281" y="904011"/>
                </a:cubicBezTo>
                <a:cubicBezTo>
                  <a:pt x="862208" y="896968"/>
                  <a:pt x="864861" y="891754"/>
                  <a:pt x="867239" y="888369"/>
                </a:cubicBezTo>
                <a:cubicBezTo>
                  <a:pt x="859556" y="873917"/>
                  <a:pt x="853976" y="864770"/>
                  <a:pt x="850500" y="860745"/>
                </a:cubicBezTo>
                <a:cubicBezTo>
                  <a:pt x="853427" y="856446"/>
                  <a:pt x="865136" y="844372"/>
                  <a:pt x="885625" y="824340"/>
                </a:cubicBezTo>
                <a:cubicBezTo>
                  <a:pt x="898248" y="830560"/>
                  <a:pt x="907944" y="836139"/>
                  <a:pt x="914530" y="841079"/>
                </a:cubicBezTo>
                <a:cubicBezTo>
                  <a:pt x="932641" y="833121"/>
                  <a:pt x="943252" y="829096"/>
                  <a:pt x="946271" y="828913"/>
                </a:cubicBezTo>
                <a:cubicBezTo>
                  <a:pt x="946819" y="826992"/>
                  <a:pt x="948374" y="821321"/>
                  <a:pt x="950936" y="811899"/>
                </a:cubicBezTo>
                <a:cubicBezTo>
                  <a:pt x="952674" y="805130"/>
                  <a:pt x="954229" y="799642"/>
                  <a:pt x="955601" y="795343"/>
                </a:cubicBezTo>
                <a:lnTo>
                  <a:pt x="1004172" y="795343"/>
                </a:lnTo>
                <a:cubicBezTo>
                  <a:pt x="1005910" y="799734"/>
                  <a:pt x="1009020" y="810436"/>
                  <a:pt x="1013410" y="827358"/>
                </a:cubicBezTo>
                <a:cubicBezTo>
                  <a:pt x="1015331" y="828273"/>
                  <a:pt x="1020545" y="830285"/>
                  <a:pt x="1029052" y="833578"/>
                </a:cubicBezTo>
                <a:cubicBezTo>
                  <a:pt x="1035638" y="836048"/>
                  <a:pt x="1040577" y="838609"/>
                  <a:pt x="1043870" y="841079"/>
                </a:cubicBezTo>
                <a:cubicBezTo>
                  <a:pt x="1048170" y="839890"/>
                  <a:pt x="1053018" y="837511"/>
                  <a:pt x="1058689" y="833761"/>
                </a:cubicBezTo>
                <a:cubicBezTo>
                  <a:pt x="1065275" y="829645"/>
                  <a:pt x="1070031" y="826992"/>
                  <a:pt x="1072775" y="825803"/>
                </a:cubicBezTo>
                <a:cubicBezTo>
                  <a:pt x="1078081" y="829005"/>
                  <a:pt x="1084209" y="834493"/>
                  <a:pt x="1091344" y="842176"/>
                </a:cubicBezTo>
                <a:cubicBezTo>
                  <a:pt x="1099576" y="850683"/>
                  <a:pt x="1105522" y="856446"/>
                  <a:pt x="1109181" y="859373"/>
                </a:cubicBezTo>
                <a:cubicBezTo>
                  <a:pt x="1101955" y="872728"/>
                  <a:pt x="1096375" y="882424"/>
                  <a:pt x="1092442" y="888278"/>
                </a:cubicBezTo>
                <a:cubicBezTo>
                  <a:pt x="1100857" y="912609"/>
                  <a:pt x="1104882" y="923677"/>
                  <a:pt x="1104607" y="921573"/>
                </a:cubicBezTo>
                <a:cubicBezTo>
                  <a:pt x="1109181" y="922031"/>
                  <a:pt x="1114578" y="923220"/>
                  <a:pt x="1120981" y="925141"/>
                </a:cubicBezTo>
                <a:cubicBezTo>
                  <a:pt x="1128481" y="927336"/>
                  <a:pt x="1133695" y="928708"/>
                  <a:pt x="1136622" y="929349"/>
                </a:cubicBezTo>
                <a:lnTo>
                  <a:pt x="1136622" y="979566"/>
                </a:lnTo>
                <a:close/>
                <a:moveTo>
                  <a:pt x="1066464" y="1001062"/>
                </a:moveTo>
                <a:cubicBezTo>
                  <a:pt x="1076160" y="982493"/>
                  <a:pt x="1080184" y="963833"/>
                  <a:pt x="1078630" y="944990"/>
                </a:cubicBezTo>
                <a:cubicBezTo>
                  <a:pt x="1076983" y="927794"/>
                  <a:pt x="1070946" y="912060"/>
                  <a:pt x="1060518" y="897699"/>
                </a:cubicBezTo>
                <a:cubicBezTo>
                  <a:pt x="1050365" y="883887"/>
                  <a:pt x="1037376" y="873277"/>
                  <a:pt x="1021643" y="865867"/>
                </a:cubicBezTo>
                <a:cubicBezTo>
                  <a:pt x="1005635" y="858184"/>
                  <a:pt x="989079" y="855074"/>
                  <a:pt x="972157" y="856354"/>
                </a:cubicBezTo>
                <a:cubicBezTo>
                  <a:pt x="947460" y="858275"/>
                  <a:pt x="927062" y="867057"/>
                  <a:pt x="910963" y="882607"/>
                </a:cubicBezTo>
                <a:cubicBezTo>
                  <a:pt x="896419" y="896693"/>
                  <a:pt x="887272" y="914347"/>
                  <a:pt x="883613" y="935569"/>
                </a:cubicBezTo>
                <a:cubicBezTo>
                  <a:pt x="880045" y="956333"/>
                  <a:pt x="882332" y="976182"/>
                  <a:pt x="890199" y="995208"/>
                </a:cubicBezTo>
                <a:cubicBezTo>
                  <a:pt x="898705" y="1015240"/>
                  <a:pt x="912243" y="1030333"/>
                  <a:pt x="930812" y="1040486"/>
                </a:cubicBezTo>
                <a:cubicBezTo>
                  <a:pt x="955235" y="1053750"/>
                  <a:pt x="981304" y="1055945"/>
                  <a:pt x="1008928" y="1047072"/>
                </a:cubicBezTo>
                <a:cubicBezTo>
                  <a:pt x="1035547" y="1038748"/>
                  <a:pt x="1054755" y="1023381"/>
                  <a:pt x="1066464" y="1001062"/>
                </a:cubicBezTo>
                <a:close/>
              </a:path>
            </a:pathLst>
          </a:custGeom>
          <a:solidFill>
            <a:schemeClr val="bg1">
              <a:lumMod val="50000"/>
            </a:schemeClr>
          </a:solidFill>
          <a:ln w="9141" cap="flat">
            <a:noFill/>
            <a:prstDash val="solid"/>
            <a:miter/>
          </a:ln>
        </p:spPr>
        <p:txBody>
          <a:bodyPr rtlCol="0" anchor="ctr"/>
          <a:lstStyle/>
          <a:p>
            <a:endParaRPr lang="en-US"/>
          </a:p>
        </p:txBody>
      </p:sp>
      <p:grpSp>
        <p:nvGrpSpPr>
          <p:cNvPr id="20" name="Group 19">
            <a:extLst>
              <a:ext uri="{FF2B5EF4-FFF2-40B4-BE49-F238E27FC236}">
                <a16:creationId xmlns:a16="http://schemas.microsoft.com/office/drawing/2014/main" id="{7C250D9B-EEBB-6549-87EC-F34A50898861}"/>
              </a:ext>
            </a:extLst>
          </p:cNvPr>
          <p:cNvGrpSpPr/>
          <p:nvPr/>
        </p:nvGrpSpPr>
        <p:grpSpPr>
          <a:xfrm>
            <a:off x="3459662" y="2683231"/>
            <a:ext cx="1621330" cy="274220"/>
            <a:chOff x="4896907" y="2803780"/>
            <a:chExt cx="1621330" cy="274220"/>
          </a:xfrm>
        </p:grpSpPr>
        <p:sp>
          <p:nvSpPr>
            <p:cNvPr id="112" name="Rectangle 111">
              <a:extLst>
                <a:ext uri="{FF2B5EF4-FFF2-40B4-BE49-F238E27FC236}">
                  <a16:creationId xmlns:a16="http://schemas.microsoft.com/office/drawing/2014/main" id="{DF03A3B5-B8EA-9C84-B3E0-EA90C46AFB22}"/>
                </a:ext>
              </a:extLst>
            </p:cNvPr>
            <p:cNvSpPr/>
            <p:nvPr/>
          </p:nvSpPr>
          <p:spPr>
            <a:xfrm>
              <a:off x="4896907" y="2964933"/>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13" name="Rectangle 112">
              <a:extLst>
                <a:ext uri="{FF2B5EF4-FFF2-40B4-BE49-F238E27FC236}">
                  <a16:creationId xmlns:a16="http://schemas.microsoft.com/office/drawing/2014/main" id="{D1257187-EEDF-0471-667A-834443C4FD17}"/>
                </a:ext>
              </a:extLst>
            </p:cNvPr>
            <p:cNvSpPr/>
            <p:nvPr/>
          </p:nvSpPr>
          <p:spPr>
            <a:xfrm>
              <a:off x="5460744" y="2964933"/>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16" name="Rectangle 115">
              <a:extLst>
                <a:ext uri="{FF2B5EF4-FFF2-40B4-BE49-F238E27FC236}">
                  <a16:creationId xmlns:a16="http://schemas.microsoft.com/office/drawing/2014/main" id="{C06C4EF6-EBFC-017B-C388-C3D4F0E014D3}"/>
                </a:ext>
              </a:extLst>
            </p:cNvPr>
            <p:cNvSpPr/>
            <p:nvPr/>
          </p:nvSpPr>
          <p:spPr>
            <a:xfrm>
              <a:off x="4896907" y="280378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17" name="Rectangle 116">
              <a:extLst>
                <a:ext uri="{FF2B5EF4-FFF2-40B4-BE49-F238E27FC236}">
                  <a16:creationId xmlns:a16="http://schemas.microsoft.com/office/drawing/2014/main" id="{F2EBFDC1-0954-2CD8-4C44-6A7D489C5BE4}"/>
                </a:ext>
              </a:extLst>
            </p:cNvPr>
            <p:cNvSpPr/>
            <p:nvPr/>
          </p:nvSpPr>
          <p:spPr>
            <a:xfrm>
              <a:off x="5460744" y="280378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2" name="Rectangle 131">
              <a:extLst>
                <a:ext uri="{FF2B5EF4-FFF2-40B4-BE49-F238E27FC236}">
                  <a16:creationId xmlns:a16="http://schemas.microsoft.com/office/drawing/2014/main" id="{5D7B9745-1033-0D4F-826A-5A1662FA745F}"/>
                </a:ext>
              </a:extLst>
            </p:cNvPr>
            <p:cNvSpPr/>
            <p:nvPr/>
          </p:nvSpPr>
          <p:spPr>
            <a:xfrm>
              <a:off x="6020314" y="2964933"/>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4" name="Rectangle 133">
              <a:extLst>
                <a:ext uri="{FF2B5EF4-FFF2-40B4-BE49-F238E27FC236}">
                  <a16:creationId xmlns:a16="http://schemas.microsoft.com/office/drawing/2014/main" id="{F68AF687-0ED6-F6B6-244B-8A02C796D49F}"/>
                </a:ext>
              </a:extLst>
            </p:cNvPr>
            <p:cNvSpPr/>
            <p:nvPr/>
          </p:nvSpPr>
          <p:spPr>
            <a:xfrm>
              <a:off x="6020314" y="280378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21" name="Group 20">
            <a:extLst>
              <a:ext uri="{FF2B5EF4-FFF2-40B4-BE49-F238E27FC236}">
                <a16:creationId xmlns:a16="http://schemas.microsoft.com/office/drawing/2014/main" id="{FA849961-CF5A-9F64-E6CD-F73862A53006}"/>
              </a:ext>
            </a:extLst>
          </p:cNvPr>
          <p:cNvGrpSpPr/>
          <p:nvPr/>
        </p:nvGrpSpPr>
        <p:grpSpPr>
          <a:xfrm>
            <a:off x="666647" y="2683231"/>
            <a:ext cx="1625597" cy="274220"/>
            <a:chOff x="1912753" y="2803780"/>
            <a:chExt cx="1625597" cy="274220"/>
          </a:xfrm>
        </p:grpSpPr>
        <p:sp>
          <p:nvSpPr>
            <p:cNvPr id="110" name="Rectangle 109">
              <a:extLst>
                <a:ext uri="{FF2B5EF4-FFF2-40B4-BE49-F238E27FC236}">
                  <a16:creationId xmlns:a16="http://schemas.microsoft.com/office/drawing/2014/main" id="{508ECD8D-696C-CE89-0B87-1F418225DA2E}"/>
                </a:ext>
              </a:extLst>
            </p:cNvPr>
            <p:cNvSpPr/>
            <p:nvPr/>
          </p:nvSpPr>
          <p:spPr>
            <a:xfrm>
              <a:off x="2476590" y="2964933"/>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11" name="Rectangle 110">
              <a:extLst>
                <a:ext uri="{FF2B5EF4-FFF2-40B4-BE49-F238E27FC236}">
                  <a16:creationId xmlns:a16="http://schemas.microsoft.com/office/drawing/2014/main" id="{BA4E47DE-1C64-2C1D-148E-E528E302B06E}"/>
                </a:ext>
              </a:extLst>
            </p:cNvPr>
            <p:cNvSpPr/>
            <p:nvPr/>
          </p:nvSpPr>
          <p:spPr>
            <a:xfrm>
              <a:off x="3040427" y="2964933"/>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14" name="Rectangle 113">
              <a:extLst>
                <a:ext uri="{FF2B5EF4-FFF2-40B4-BE49-F238E27FC236}">
                  <a16:creationId xmlns:a16="http://schemas.microsoft.com/office/drawing/2014/main" id="{697D1015-B554-2B48-E590-8583DB3E3352}"/>
                </a:ext>
              </a:extLst>
            </p:cNvPr>
            <p:cNvSpPr/>
            <p:nvPr/>
          </p:nvSpPr>
          <p:spPr>
            <a:xfrm>
              <a:off x="2476590" y="280378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15" name="Rectangle 114">
              <a:extLst>
                <a:ext uri="{FF2B5EF4-FFF2-40B4-BE49-F238E27FC236}">
                  <a16:creationId xmlns:a16="http://schemas.microsoft.com/office/drawing/2014/main" id="{AAEC20E7-CC9A-F7A4-0683-95926EE85859}"/>
                </a:ext>
              </a:extLst>
            </p:cNvPr>
            <p:cNvSpPr/>
            <p:nvPr/>
          </p:nvSpPr>
          <p:spPr>
            <a:xfrm>
              <a:off x="3040427" y="280378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7" name="Rectangle 136">
              <a:extLst>
                <a:ext uri="{FF2B5EF4-FFF2-40B4-BE49-F238E27FC236}">
                  <a16:creationId xmlns:a16="http://schemas.microsoft.com/office/drawing/2014/main" id="{845DCCC8-6804-4A66-B4A1-71D99FBF02F6}"/>
                </a:ext>
              </a:extLst>
            </p:cNvPr>
            <p:cNvSpPr/>
            <p:nvPr/>
          </p:nvSpPr>
          <p:spPr>
            <a:xfrm>
              <a:off x="1912753" y="2964933"/>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9" name="Rectangle 138">
              <a:extLst>
                <a:ext uri="{FF2B5EF4-FFF2-40B4-BE49-F238E27FC236}">
                  <a16:creationId xmlns:a16="http://schemas.microsoft.com/office/drawing/2014/main" id="{5F3E27AC-5B28-C835-C58C-7F5533C8FC15}"/>
                </a:ext>
              </a:extLst>
            </p:cNvPr>
            <p:cNvSpPr/>
            <p:nvPr/>
          </p:nvSpPr>
          <p:spPr>
            <a:xfrm>
              <a:off x="1912753" y="280378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18" name="Group 17">
            <a:extLst>
              <a:ext uri="{FF2B5EF4-FFF2-40B4-BE49-F238E27FC236}">
                <a16:creationId xmlns:a16="http://schemas.microsoft.com/office/drawing/2014/main" id="{B6D7248F-C2C3-A345-C4C7-B2E5940868B6}"/>
              </a:ext>
            </a:extLst>
          </p:cNvPr>
          <p:cNvGrpSpPr/>
          <p:nvPr/>
        </p:nvGrpSpPr>
        <p:grpSpPr>
          <a:xfrm>
            <a:off x="3459662" y="5290675"/>
            <a:ext cx="1621330" cy="274220"/>
            <a:chOff x="4896907" y="5230366"/>
            <a:chExt cx="1621330" cy="274220"/>
          </a:xfrm>
        </p:grpSpPr>
        <p:sp>
          <p:nvSpPr>
            <p:cNvPr id="77" name="Rectangle 76">
              <a:extLst>
                <a:ext uri="{FF2B5EF4-FFF2-40B4-BE49-F238E27FC236}">
                  <a16:creationId xmlns:a16="http://schemas.microsoft.com/office/drawing/2014/main" id="{8198ED76-F965-8538-54C3-B4F581B43763}"/>
                </a:ext>
              </a:extLst>
            </p:cNvPr>
            <p:cNvSpPr/>
            <p:nvPr/>
          </p:nvSpPr>
          <p:spPr>
            <a:xfrm>
              <a:off x="4896907" y="5391519"/>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78" name="Rectangle 77">
              <a:extLst>
                <a:ext uri="{FF2B5EF4-FFF2-40B4-BE49-F238E27FC236}">
                  <a16:creationId xmlns:a16="http://schemas.microsoft.com/office/drawing/2014/main" id="{334D9148-7CB3-997D-F0A4-71B3D251CC4F}"/>
                </a:ext>
              </a:extLst>
            </p:cNvPr>
            <p:cNvSpPr/>
            <p:nvPr/>
          </p:nvSpPr>
          <p:spPr>
            <a:xfrm>
              <a:off x="5460744" y="5391519"/>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81" name="Rectangle 80">
              <a:extLst>
                <a:ext uri="{FF2B5EF4-FFF2-40B4-BE49-F238E27FC236}">
                  <a16:creationId xmlns:a16="http://schemas.microsoft.com/office/drawing/2014/main" id="{3261BF6E-4EC8-956C-5490-3D2369EA6F1A}"/>
                </a:ext>
              </a:extLst>
            </p:cNvPr>
            <p:cNvSpPr/>
            <p:nvPr/>
          </p:nvSpPr>
          <p:spPr>
            <a:xfrm>
              <a:off x="4896907" y="5230366"/>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82" name="Rectangle 81">
              <a:extLst>
                <a:ext uri="{FF2B5EF4-FFF2-40B4-BE49-F238E27FC236}">
                  <a16:creationId xmlns:a16="http://schemas.microsoft.com/office/drawing/2014/main" id="{41EC5B38-2EA6-F0F8-1E55-DDA65F43216E}"/>
                </a:ext>
              </a:extLst>
            </p:cNvPr>
            <p:cNvSpPr/>
            <p:nvPr/>
          </p:nvSpPr>
          <p:spPr>
            <a:xfrm>
              <a:off x="5460744" y="5230366"/>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1" name="Rectangle 10">
              <a:extLst>
                <a:ext uri="{FF2B5EF4-FFF2-40B4-BE49-F238E27FC236}">
                  <a16:creationId xmlns:a16="http://schemas.microsoft.com/office/drawing/2014/main" id="{B92FA27E-2615-9BBB-A857-379C4D6482AB}"/>
                </a:ext>
              </a:extLst>
            </p:cNvPr>
            <p:cNvSpPr/>
            <p:nvPr/>
          </p:nvSpPr>
          <p:spPr>
            <a:xfrm>
              <a:off x="6020314" y="5391519"/>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2" name="Rectangle 11">
              <a:extLst>
                <a:ext uri="{FF2B5EF4-FFF2-40B4-BE49-F238E27FC236}">
                  <a16:creationId xmlns:a16="http://schemas.microsoft.com/office/drawing/2014/main" id="{33D20735-220A-1B5F-1061-245734B74363}"/>
                </a:ext>
              </a:extLst>
            </p:cNvPr>
            <p:cNvSpPr/>
            <p:nvPr/>
          </p:nvSpPr>
          <p:spPr>
            <a:xfrm>
              <a:off x="6020314" y="5230366"/>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17" name="Group 16">
            <a:extLst>
              <a:ext uri="{FF2B5EF4-FFF2-40B4-BE49-F238E27FC236}">
                <a16:creationId xmlns:a16="http://schemas.microsoft.com/office/drawing/2014/main" id="{23CF3D1D-E370-A167-0253-582077AA19C1}"/>
              </a:ext>
            </a:extLst>
          </p:cNvPr>
          <p:cNvGrpSpPr/>
          <p:nvPr/>
        </p:nvGrpSpPr>
        <p:grpSpPr>
          <a:xfrm>
            <a:off x="666647" y="5290675"/>
            <a:ext cx="1625597" cy="274220"/>
            <a:chOff x="1912753" y="5230366"/>
            <a:chExt cx="1625597" cy="274220"/>
          </a:xfrm>
        </p:grpSpPr>
        <p:sp>
          <p:nvSpPr>
            <p:cNvPr id="75" name="Rectangle 74">
              <a:extLst>
                <a:ext uri="{FF2B5EF4-FFF2-40B4-BE49-F238E27FC236}">
                  <a16:creationId xmlns:a16="http://schemas.microsoft.com/office/drawing/2014/main" id="{7470CD41-F0AF-E5B6-952F-A10751584ACF}"/>
                </a:ext>
              </a:extLst>
            </p:cNvPr>
            <p:cNvSpPr/>
            <p:nvPr/>
          </p:nvSpPr>
          <p:spPr>
            <a:xfrm>
              <a:off x="2476590" y="5391519"/>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76" name="Rectangle 75">
              <a:extLst>
                <a:ext uri="{FF2B5EF4-FFF2-40B4-BE49-F238E27FC236}">
                  <a16:creationId xmlns:a16="http://schemas.microsoft.com/office/drawing/2014/main" id="{F9CC8A96-83F0-521C-06ED-D07E774355BF}"/>
                </a:ext>
              </a:extLst>
            </p:cNvPr>
            <p:cNvSpPr/>
            <p:nvPr/>
          </p:nvSpPr>
          <p:spPr>
            <a:xfrm>
              <a:off x="3040427" y="5391519"/>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79" name="Rectangle 78">
              <a:extLst>
                <a:ext uri="{FF2B5EF4-FFF2-40B4-BE49-F238E27FC236}">
                  <a16:creationId xmlns:a16="http://schemas.microsoft.com/office/drawing/2014/main" id="{14CE90FA-82C0-DEA5-0A9C-4874D3F66533}"/>
                </a:ext>
              </a:extLst>
            </p:cNvPr>
            <p:cNvSpPr/>
            <p:nvPr/>
          </p:nvSpPr>
          <p:spPr>
            <a:xfrm>
              <a:off x="2476590" y="5230366"/>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80" name="Rectangle 79">
              <a:extLst>
                <a:ext uri="{FF2B5EF4-FFF2-40B4-BE49-F238E27FC236}">
                  <a16:creationId xmlns:a16="http://schemas.microsoft.com/office/drawing/2014/main" id="{32045860-D25A-2F76-734B-6CC94B269661}"/>
                </a:ext>
              </a:extLst>
            </p:cNvPr>
            <p:cNvSpPr/>
            <p:nvPr/>
          </p:nvSpPr>
          <p:spPr>
            <a:xfrm>
              <a:off x="3040427" y="5230366"/>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4" name="Rectangle 13">
              <a:extLst>
                <a:ext uri="{FF2B5EF4-FFF2-40B4-BE49-F238E27FC236}">
                  <a16:creationId xmlns:a16="http://schemas.microsoft.com/office/drawing/2014/main" id="{1E5A2248-3686-999C-39AB-BE372173B1A7}"/>
                </a:ext>
              </a:extLst>
            </p:cNvPr>
            <p:cNvSpPr/>
            <p:nvPr/>
          </p:nvSpPr>
          <p:spPr>
            <a:xfrm>
              <a:off x="1912753" y="5391519"/>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5" name="Rectangle 14">
              <a:extLst>
                <a:ext uri="{FF2B5EF4-FFF2-40B4-BE49-F238E27FC236}">
                  <a16:creationId xmlns:a16="http://schemas.microsoft.com/office/drawing/2014/main" id="{E8563BEF-6F1B-779C-0745-777181A97860}"/>
                </a:ext>
              </a:extLst>
            </p:cNvPr>
            <p:cNvSpPr/>
            <p:nvPr/>
          </p:nvSpPr>
          <p:spPr>
            <a:xfrm>
              <a:off x="1912753" y="5230366"/>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92" name="Group 91">
            <a:extLst>
              <a:ext uri="{FF2B5EF4-FFF2-40B4-BE49-F238E27FC236}">
                <a16:creationId xmlns:a16="http://schemas.microsoft.com/office/drawing/2014/main" id="{7EC6871F-DAD6-86C4-53A4-1B8B910A036D}"/>
              </a:ext>
            </a:extLst>
          </p:cNvPr>
          <p:cNvGrpSpPr/>
          <p:nvPr/>
        </p:nvGrpSpPr>
        <p:grpSpPr>
          <a:xfrm>
            <a:off x="4046299" y="5203844"/>
            <a:ext cx="448056" cy="444440"/>
            <a:chOff x="2894013" y="1371441"/>
            <a:chExt cx="1714181" cy="1828959"/>
          </a:xfrm>
        </p:grpSpPr>
        <p:sp>
          <p:nvSpPr>
            <p:cNvPr id="95" name="Oval 94">
              <a:extLst>
                <a:ext uri="{FF2B5EF4-FFF2-40B4-BE49-F238E27FC236}">
                  <a16:creationId xmlns:a16="http://schemas.microsoft.com/office/drawing/2014/main" id="{FB9ED011-0681-0093-E083-1D587DB60682}"/>
                </a:ext>
              </a:extLst>
            </p:cNvPr>
            <p:cNvSpPr/>
            <p:nvPr/>
          </p:nvSpPr>
          <p:spPr>
            <a:xfrm>
              <a:off x="2894013" y="1371441"/>
              <a:ext cx="1714181" cy="1828959"/>
            </a:xfrm>
            <a:prstGeom prst="ellipse">
              <a:avLst/>
            </a:prstGeom>
            <a:solidFill>
              <a:srgbClr val="E68C28"/>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96" name="Freeform 226">
              <a:extLst>
                <a:ext uri="{FF2B5EF4-FFF2-40B4-BE49-F238E27FC236}">
                  <a16:creationId xmlns:a16="http://schemas.microsoft.com/office/drawing/2014/main" id="{40992AE3-1860-75DC-EED5-94CD55B34268}"/>
                </a:ext>
              </a:extLst>
            </p:cNvPr>
            <p:cNvSpPr>
              <a:spLocks noChangeAspect="1" noEditPoints="1"/>
            </p:cNvSpPr>
            <p:nvPr/>
          </p:nvSpPr>
          <p:spPr bwMode="auto">
            <a:xfrm rot="2700000">
              <a:off x="3199317" y="1737842"/>
              <a:ext cx="1096166" cy="1096166"/>
            </a:xfrm>
            <a:custGeom>
              <a:avLst/>
              <a:gdLst>
                <a:gd name="T0" fmla="*/ 493 w 788"/>
                <a:gd name="T1" fmla="*/ 32 h 788"/>
                <a:gd name="T2" fmla="*/ 493 w 788"/>
                <a:gd name="T3" fmla="*/ 263 h 788"/>
                <a:gd name="T4" fmla="*/ 493 w 788"/>
                <a:gd name="T5" fmla="*/ 295 h 788"/>
                <a:gd name="T6" fmla="*/ 526 w 788"/>
                <a:gd name="T7" fmla="*/ 295 h 788"/>
                <a:gd name="T8" fmla="*/ 756 w 788"/>
                <a:gd name="T9" fmla="*/ 295 h 788"/>
                <a:gd name="T10" fmla="*/ 756 w 788"/>
                <a:gd name="T11" fmla="*/ 493 h 788"/>
                <a:gd name="T12" fmla="*/ 526 w 788"/>
                <a:gd name="T13" fmla="*/ 493 h 788"/>
                <a:gd name="T14" fmla="*/ 493 w 788"/>
                <a:gd name="T15" fmla="*/ 493 h 788"/>
                <a:gd name="T16" fmla="*/ 493 w 788"/>
                <a:gd name="T17" fmla="*/ 525 h 788"/>
                <a:gd name="T18" fmla="*/ 493 w 788"/>
                <a:gd name="T19" fmla="*/ 756 h 788"/>
                <a:gd name="T20" fmla="*/ 296 w 788"/>
                <a:gd name="T21" fmla="*/ 756 h 788"/>
                <a:gd name="T22" fmla="*/ 296 w 788"/>
                <a:gd name="T23" fmla="*/ 525 h 788"/>
                <a:gd name="T24" fmla="*/ 296 w 788"/>
                <a:gd name="T25" fmla="*/ 493 h 788"/>
                <a:gd name="T26" fmla="*/ 263 w 788"/>
                <a:gd name="T27" fmla="*/ 493 h 788"/>
                <a:gd name="T28" fmla="*/ 33 w 788"/>
                <a:gd name="T29" fmla="*/ 493 h 788"/>
                <a:gd name="T30" fmla="*/ 33 w 788"/>
                <a:gd name="T31" fmla="*/ 295 h 788"/>
                <a:gd name="T32" fmla="*/ 263 w 788"/>
                <a:gd name="T33" fmla="*/ 295 h 788"/>
                <a:gd name="T34" fmla="*/ 296 w 788"/>
                <a:gd name="T35" fmla="*/ 295 h 788"/>
                <a:gd name="T36" fmla="*/ 296 w 788"/>
                <a:gd name="T37" fmla="*/ 263 h 788"/>
                <a:gd name="T38" fmla="*/ 296 w 788"/>
                <a:gd name="T39" fmla="*/ 32 h 788"/>
                <a:gd name="T40" fmla="*/ 493 w 788"/>
                <a:gd name="T41" fmla="*/ 32 h 788"/>
                <a:gd name="T42" fmla="*/ 526 w 788"/>
                <a:gd name="T43" fmla="*/ 0 h 788"/>
                <a:gd name="T44" fmla="*/ 263 w 788"/>
                <a:gd name="T45" fmla="*/ 0 h 788"/>
                <a:gd name="T46" fmla="*/ 263 w 788"/>
                <a:gd name="T47" fmla="*/ 263 h 788"/>
                <a:gd name="T48" fmla="*/ 0 w 788"/>
                <a:gd name="T49" fmla="*/ 263 h 788"/>
                <a:gd name="T50" fmla="*/ 0 w 788"/>
                <a:gd name="T51" fmla="*/ 525 h 788"/>
                <a:gd name="T52" fmla="*/ 263 w 788"/>
                <a:gd name="T53" fmla="*/ 525 h 788"/>
                <a:gd name="T54" fmla="*/ 263 w 788"/>
                <a:gd name="T55" fmla="*/ 788 h 788"/>
                <a:gd name="T56" fmla="*/ 526 w 788"/>
                <a:gd name="T57" fmla="*/ 788 h 788"/>
                <a:gd name="T58" fmla="*/ 526 w 788"/>
                <a:gd name="T59" fmla="*/ 525 h 788"/>
                <a:gd name="T60" fmla="*/ 788 w 788"/>
                <a:gd name="T61" fmla="*/ 525 h 788"/>
                <a:gd name="T62" fmla="*/ 788 w 788"/>
                <a:gd name="T63" fmla="*/ 263 h 788"/>
                <a:gd name="T64" fmla="*/ 526 w 788"/>
                <a:gd name="T65" fmla="*/ 263 h 788"/>
                <a:gd name="T66" fmla="*/ 526 w 788"/>
                <a:gd name="T67" fmla="*/ 0 h 788"/>
                <a:gd name="T68" fmla="*/ 526 w 788"/>
                <a:gd name="T69"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8" h="788">
                  <a:moveTo>
                    <a:pt x="493" y="32"/>
                  </a:moveTo>
                  <a:lnTo>
                    <a:pt x="493" y="263"/>
                  </a:lnTo>
                  <a:lnTo>
                    <a:pt x="493" y="295"/>
                  </a:lnTo>
                  <a:lnTo>
                    <a:pt x="526" y="295"/>
                  </a:lnTo>
                  <a:lnTo>
                    <a:pt x="756" y="295"/>
                  </a:lnTo>
                  <a:lnTo>
                    <a:pt x="756" y="493"/>
                  </a:lnTo>
                  <a:lnTo>
                    <a:pt x="526" y="493"/>
                  </a:lnTo>
                  <a:lnTo>
                    <a:pt x="493" y="493"/>
                  </a:lnTo>
                  <a:lnTo>
                    <a:pt x="493" y="525"/>
                  </a:lnTo>
                  <a:lnTo>
                    <a:pt x="493" y="756"/>
                  </a:lnTo>
                  <a:lnTo>
                    <a:pt x="296" y="756"/>
                  </a:lnTo>
                  <a:lnTo>
                    <a:pt x="296" y="525"/>
                  </a:lnTo>
                  <a:lnTo>
                    <a:pt x="296" y="493"/>
                  </a:lnTo>
                  <a:lnTo>
                    <a:pt x="263" y="493"/>
                  </a:lnTo>
                  <a:lnTo>
                    <a:pt x="33" y="493"/>
                  </a:lnTo>
                  <a:lnTo>
                    <a:pt x="33" y="295"/>
                  </a:lnTo>
                  <a:lnTo>
                    <a:pt x="263" y="295"/>
                  </a:lnTo>
                  <a:lnTo>
                    <a:pt x="296" y="295"/>
                  </a:lnTo>
                  <a:lnTo>
                    <a:pt x="296" y="263"/>
                  </a:lnTo>
                  <a:lnTo>
                    <a:pt x="296" y="32"/>
                  </a:lnTo>
                  <a:lnTo>
                    <a:pt x="493" y="32"/>
                  </a:lnTo>
                  <a:close/>
                  <a:moveTo>
                    <a:pt x="526" y="0"/>
                  </a:moveTo>
                  <a:lnTo>
                    <a:pt x="263" y="0"/>
                  </a:lnTo>
                  <a:lnTo>
                    <a:pt x="263" y="263"/>
                  </a:lnTo>
                  <a:lnTo>
                    <a:pt x="0" y="263"/>
                  </a:lnTo>
                  <a:lnTo>
                    <a:pt x="0" y="525"/>
                  </a:lnTo>
                  <a:lnTo>
                    <a:pt x="263" y="525"/>
                  </a:lnTo>
                  <a:lnTo>
                    <a:pt x="263" y="788"/>
                  </a:lnTo>
                  <a:lnTo>
                    <a:pt x="526" y="788"/>
                  </a:lnTo>
                  <a:lnTo>
                    <a:pt x="526" y="525"/>
                  </a:lnTo>
                  <a:lnTo>
                    <a:pt x="788" y="525"/>
                  </a:lnTo>
                  <a:lnTo>
                    <a:pt x="788" y="263"/>
                  </a:lnTo>
                  <a:lnTo>
                    <a:pt x="526" y="263"/>
                  </a:lnTo>
                  <a:lnTo>
                    <a:pt x="526" y="0"/>
                  </a:lnTo>
                  <a:lnTo>
                    <a:pt x="52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1" name="Group 120">
            <a:extLst>
              <a:ext uri="{FF2B5EF4-FFF2-40B4-BE49-F238E27FC236}">
                <a16:creationId xmlns:a16="http://schemas.microsoft.com/office/drawing/2014/main" id="{53766838-DC39-2ED5-48A2-9ACBE24DB5A9}"/>
              </a:ext>
            </a:extLst>
          </p:cNvPr>
          <p:cNvGrpSpPr/>
          <p:nvPr/>
        </p:nvGrpSpPr>
        <p:grpSpPr>
          <a:xfrm>
            <a:off x="4046299" y="2596400"/>
            <a:ext cx="448056" cy="444440"/>
            <a:chOff x="2894013" y="1371441"/>
            <a:chExt cx="1714181" cy="1828959"/>
          </a:xfrm>
        </p:grpSpPr>
        <p:sp>
          <p:nvSpPr>
            <p:cNvPr id="124" name="Oval 123">
              <a:extLst>
                <a:ext uri="{FF2B5EF4-FFF2-40B4-BE49-F238E27FC236}">
                  <a16:creationId xmlns:a16="http://schemas.microsoft.com/office/drawing/2014/main" id="{600E1A06-723D-F5CC-9F3F-43183C8F12B9}"/>
                </a:ext>
              </a:extLst>
            </p:cNvPr>
            <p:cNvSpPr/>
            <p:nvPr/>
          </p:nvSpPr>
          <p:spPr>
            <a:xfrm>
              <a:off x="2894013" y="1371441"/>
              <a:ext cx="1714181" cy="1828959"/>
            </a:xfrm>
            <a:prstGeom prst="ellipse">
              <a:avLst/>
            </a:prstGeom>
            <a:solidFill>
              <a:srgbClr val="E68C28"/>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25" name="Freeform 226">
              <a:extLst>
                <a:ext uri="{FF2B5EF4-FFF2-40B4-BE49-F238E27FC236}">
                  <a16:creationId xmlns:a16="http://schemas.microsoft.com/office/drawing/2014/main" id="{4547EFE5-C2DB-8E50-D3F5-E36D679B8D1C}"/>
                </a:ext>
              </a:extLst>
            </p:cNvPr>
            <p:cNvSpPr>
              <a:spLocks noChangeAspect="1" noEditPoints="1"/>
            </p:cNvSpPr>
            <p:nvPr/>
          </p:nvSpPr>
          <p:spPr bwMode="auto">
            <a:xfrm rot="2700000">
              <a:off x="3199317" y="1737842"/>
              <a:ext cx="1096166" cy="1096166"/>
            </a:xfrm>
            <a:custGeom>
              <a:avLst/>
              <a:gdLst>
                <a:gd name="T0" fmla="*/ 493 w 788"/>
                <a:gd name="T1" fmla="*/ 32 h 788"/>
                <a:gd name="T2" fmla="*/ 493 w 788"/>
                <a:gd name="T3" fmla="*/ 263 h 788"/>
                <a:gd name="T4" fmla="*/ 493 w 788"/>
                <a:gd name="T5" fmla="*/ 295 h 788"/>
                <a:gd name="T6" fmla="*/ 526 w 788"/>
                <a:gd name="T7" fmla="*/ 295 h 788"/>
                <a:gd name="T8" fmla="*/ 756 w 788"/>
                <a:gd name="T9" fmla="*/ 295 h 788"/>
                <a:gd name="T10" fmla="*/ 756 w 788"/>
                <a:gd name="T11" fmla="*/ 493 h 788"/>
                <a:gd name="T12" fmla="*/ 526 w 788"/>
                <a:gd name="T13" fmla="*/ 493 h 788"/>
                <a:gd name="T14" fmla="*/ 493 w 788"/>
                <a:gd name="T15" fmla="*/ 493 h 788"/>
                <a:gd name="T16" fmla="*/ 493 w 788"/>
                <a:gd name="T17" fmla="*/ 525 h 788"/>
                <a:gd name="T18" fmla="*/ 493 w 788"/>
                <a:gd name="T19" fmla="*/ 756 h 788"/>
                <a:gd name="T20" fmla="*/ 296 w 788"/>
                <a:gd name="T21" fmla="*/ 756 h 788"/>
                <a:gd name="T22" fmla="*/ 296 w 788"/>
                <a:gd name="T23" fmla="*/ 525 h 788"/>
                <a:gd name="T24" fmla="*/ 296 w 788"/>
                <a:gd name="T25" fmla="*/ 493 h 788"/>
                <a:gd name="T26" fmla="*/ 263 w 788"/>
                <a:gd name="T27" fmla="*/ 493 h 788"/>
                <a:gd name="T28" fmla="*/ 33 w 788"/>
                <a:gd name="T29" fmla="*/ 493 h 788"/>
                <a:gd name="T30" fmla="*/ 33 w 788"/>
                <a:gd name="T31" fmla="*/ 295 h 788"/>
                <a:gd name="T32" fmla="*/ 263 w 788"/>
                <a:gd name="T33" fmla="*/ 295 h 788"/>
                <a:gd name="T34" fmla="*/ 296 w 788"/>
                <a:gd name="T35" fmla="*/ 295 h 788"/>
                <a:gd name="T36" fmla="*/ 296 w 788"/>
                <a:gd name="T37" fmla="*/ 263 h 788"/>
                <a:gd name="T38" fmla="*/ 296 w 788"/>
                <a:gd name="T39" fmla="*/ 32 h 788"/>
                <a:gd name="T40" fmla="*/ 493 w 788"/>
                <a:gd name="T41" fmla="*/ 32 h 788"/>
                <a:gd name="T42" fmla="*/ 526 w 788"/>
                <a:gd name="T43" fmla="*/ 0 h 788"/>
                <a:gd name="T44" fmla="*/ 263 w 788"/>
                <a:gd name="T45" fmla="*/ 0 h 788"/>
                <a:gd name="T46" fmla="*/ 263 w 788"/>
                <a:gd name="T47" fmla="*/ 263 h 788"/>
                <a:gd name="T48" fmla="*/ 0 w 788"/>
                <a:gd name="T49" fmla="*/ 263 h 788"/>
                <a:gd name="T50" fmla="*/ 0 w 788"/>
                <a:gd name="T51" fmla="*/ 525 h 788"/>
                <a:gd name="T52" fmla="*/ 263 w 788"/>
                <a:gd name="T53" fmla="*/ 525 h 788"/>
                <a:gd name="T54" fmla="*/ 263 w 788"/>
                <a:gd name="T55" fmla="*/ 788 h 788"/>
                <a:gd name="T56" fmla="*/ 526 w 788"/>
                <a:gd name="T57" fmla="*/ 788 h 788"/>
                <a:gd name="T58" fmla="*/ 526 w 788"/>
                <a:gd name="T59" fmla="*/ 525 h 788"/>
                <a:gd name="T60" fmla="*/ 788 w 788"/>
                <a:gd name="T61" fmla="*/ 525 h 788"/>
                <a:gd name="T62" fmla="*/ 788 w 788"/>
                <a:gd name="T63" fmla="*/ 263 h 788"/>
                <a:gd name="T64" fmla="*/ 526 w 788"/>
                <a:gd name="T65" fmla="*/ 263 h 788"/>
                <a:gd name="T66" fmla="*/ 526 w 788"/>
                <a:gd name="T67" fmla="*/ 0 h 788"/>
                <a:gd name="T68" fmla="*/ 526 w 788"/>
                <a:gd name="T69"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8" h="788">
                  <a:moveTo>
                    <a:pt x="493" y="32"/>
                  </a:moveTo>
                  <a:lnTo>
                    <a:pt x="493" y="263"/>
                  </a:lnTo>
                  <a:lnTo>
                    <a:pt x="493" y="295"/>
                  </a:lnTo>
                  <a:lnTo>
                    <a:pt x="526" y="295"/>
                  </a:lnTo>
                  <a:lnTo>
                    <a:pt x="756" y="295"/>
                  </a:lnTo>
                  <a:lnTo>
                    <a:pt x="756" y="493"/>
                  </a:lnTo>
                  <a:lnTo>
                    <a:pt x="526" y="493"/>
                  </a:lnTo>
                  <a:lnTo>
                    <a:pt x="493" y="493"/>
                  </a:lnTo>
                  <a:lnTo>
                    <a:pt x="493" y="525"/>
                  </a:lnTo>
                  <a:lnTo>
                    <a:pt x="493" y="756"/>
                  </a:lnTo>
                  <a:lnTo>
                    <a:pt x="296" y="756"/>
                  </a:lnTo>
                  <a:lnTo>
                    <a:pt x="296" y="525"/>
                  </a:lnTo>
                  <a:lnTo>
                    <a:pt x="296" y="493"/>
                  </a:lnTo>
                  <a:lnTo>
                    <a:pt x="263" y="493"/>
                  </a:lnTo>
                  <a:lnTo>
                    <a:pt x="33" y="493"/>
                  </a:lnTo>
                  <a:lnTo>
                    <a:pt x="33" y="295"/>
                  </a:lnTo>
                  <a:lnTo>
                    <a:pt x="263" y="295"/>
                  </a:lnTo>
                  <a:lnTo>
                    <a:pt x="296" y="295"/>
                  </a:lnTo>
                  <a:lnTo>
                    <a:pt x="296" y="263"/>
                  </a:lnTo>
                  <a:lnTo>
                    <a:pt x="296" y="32"/>
                  </a:lnTo>
                  <a:lnTo>
                    <a:pt x="493" y="32"/>
                  </a:lnTo>
                  <a:close/>
                  <a:moveTo>
                    <a:pt x="526" y="0"/>
                  </a:moveTo>
                  <a:lnTo>
                    <a:pt x="263" y="0"/>
                  </a:lnTo>
                  <a:lnTo>
                    <a:pt x="263" y="263"/>
                  </a:lnTo>
                  <a:lnTo>
                    <a:pt x="0" y="263"/>
                  </a:lnTo>
                  <a:lnTo>
                    <a:pt x="0" y="525"/>
                  </a:lnTo>
                  <a:lnTo>
                    <a:pt x="263" y="525"/>
                  </a:lnTo>
                  <a:lnTo>
                    <a:pt x="263" y="788"/>
                  </a:lnTo>
                  <a:lnTo>
                    <a:pt x="526" y="788"/>
                  </a:lnTo>
                  <a:lnTo>
                    <a:pt x="526" y="525"/>
                  </a:lnTo>
                  <a:lnTo>
                    <a:pt x="788" y="525"/>
                  </a:lnTo>
                  <a:lnTo>
                    <a:pt x="788" y="263"/>
                  </a:lnTo>
                  <a:lnTo>
                    <a:pt x="526" y="263"/>
                  </a:lnTo>
                  <a:lnTo>
                    <a:pt x="526" y="0"/>
                  </a:lnTo>
                  <a:lnTo>
                    <a:pt x="52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6" name="Group 85">
            <a:extLst>
              <a:ext uri="{FF2B5EF4-FFF2-40B4-BE49-F238E27FC236}">
                <a16:creationId xmlns:a16="http://schemas.microsoft.com/office/drawing/2014/main" id="{B2E826F9-7761-B5C2-3FB7-C45AD30B131C}"/>
              </a:ext>
            </a:extLst>
          </p:cNvPr>
          <p:cNvGrpSpPr/>
          <p:nvPr/>
        </p:nvGrpSpPr>
        <p:grpSpPr>
          <a:xfrm>
            <a:off x="1255417" y="5203844"/>
            <a:ext cx="448056" cy="444440"/>
            <a:chOff x="2894013" y="1371441"/>
            <a:chExt cx="1714181" cy="1828959"/>
          </a:xfrm>
        </p:grpSpPr>
        <p:sp>
          <p:nvSpPr>
            <p:cNvPr id="99" name="Oval 98">
              <a:extLst>
                <a:ext uri="{FF2B5EF4-FFF2-40B4-BE49-F238E27FC236}">
                  <a16:creationId xmlns:a16="http://schemas.microsoft.com/office/drawing/2014/main" id="{C7A578B1-29A9-743A-EA6E-84FF6F542912}"/>
                </a:ext>
              </a:extLst>
            </p:cNvPr>
            <p:cNvSpPr/>
            <p:nvPr/>
          </p:nvSpPr>
          <p:spPr>
            <a:xfrm>
              <a:off x="2894013" y="1371441"/>
              <a:ext cx="1714181" cy="1828959"/>
            </a:xfrm>
            <a:prstGeom prst="ellipse">
              <a:avLst/>
            </a:prstGeom>
            <a:solidFill>
              <a:srgbClr val="A6192E"/>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00" name="Freeform 226">
              <a:extLst>
                <a:ext uri="{FF2B5EF4-FFF2-40B4-BE49-F238E27FC236}">
                  <a16:creationId xmlns:a16="http://schemas.microsoft.com/office/drawing/2014/main" id="{16C36F6A-771E-2FB1-09FA-83EEAB4C1D0C}"/>
                </a:ext>
              </a:extLst>
            </p:cNvPr>
            <p:cNvSpPr>
              <a:spLocks noChangeAspect="1" noEditPoints="1"/>
            </p:cNvSpPr>
            <p:nvPr/>
          </p:nvSpPr>
          <p:spPr bwMode="auto">
            <a:xfrm rot="2700000">
              <a:off x="3191792" y="1737838"/>
              <a:ext cx="1096166" cy="1096166"/>
            </a:xfrm>
            <a:custGeom>
              <a:avLst/>
              <a:gdLst>
                <a:gd name="T0" fmla="*/ 493 w 788"/>
                <a:gd name="T1" fmla="*/ 32 h 788"/>
                <a:gd name="T2" fmla="*/ 493 w 788"/>
                <a:gd name="T3" fmla="*/ 263 h 788"/>
                <a:gd name="T4" fmla="*/ 493 w 788"/>
                <a:gd name="T5" fmla="*/ 295 h 788"/>
                <a:gd name="T6" fmla="*/ 526 w 788"/>
                <a:gd name="T7" fmla="*/ 295 h 788"/>
                <a:gd name="T8" fmla="*/ 756 w 788"/>
                <a:gd name="T9" fmla="*/ 295 h 788"/>
                <a:gd name="T10" fmla="*/ 756 w 788"/>
                <a:gd name="T11" fmla="*/ 493 h 788"/>
                <a:gd name="T12" fmla="*/ 526 w 788"/>
                <a:gd name="T13" fmla="*/ 493 h 788"/>
                <a:gd name="T14" fmla="*/ 493 w 788"/>
                <a:gd name="T15" fmla="*/ 493 h 788"/>
                <a:gd name="T16" fmla="*/ 493 w 788"/>
                <a:gd name="T17" fmla="*/ 525 h 788"/>
                <a:gd name="T18" fmla="*/ 493 w 788"/>
                <a:gd name="T19" fmla="*/ 756 h 788"/>
                <a:gd name="T20" fmla="*/ 296 w 788"/>
                <a:gd name="T21" fmla="*/ 756 h 788"/>
                <a:gd name="T22" fmla="*/ 296 w 788"/>
                <a:gd name="T23" fmla="*/ 525 h 788"/>
                <a:gd name="T24" fmla="*/ 296 w 788"/>
                <a:gd name="T25" fmla="*/ 493 h 788"/>
                <a:gd name="T26" fmla="*/ 263 w 788"/>
                <a:gd name="T27" fmla="*/ 493 h 788"/>
                <a:gd name="T28" fmla="*/ 33 w 788"/>
                <a:gd name="T29" fmla="*/ 493 h 788"/>
                <a:gd name="T30" fmla="*/ 33 w 788"/>
                <a:gd name="T31" fmla="*/ 295 h 788"/>
                <a:gd name="T32" fmla="*/ 263 w 788"/>
                <a:gd name="T33" fmla="*/ 295 h 788"/>
                <a:gd name="T34" fmla="*/ 296 w 788"/>
                <a:gd name="T35" fmla="*/ 295 h 788"/>
                <a:gd name="T36" fmla="*/ 296 w 788"/>
                <a:gd name="T37" fmla="*/ 263 h 788"/>
                <a:gd name="T38" fmla="*/ 296 w 788"/>
                <a:gd name="T39" fmla="*/ 32 h 788"/>
                <a:gd name="T40" fmla="*/ 493 w 788"/>
                <a:gd name="T41" fmla="*/ 32 h 788"/>
                <a:gd name="T42" fmla="*/ 526 w 788"/>
                <a:gd name="T43" fmla="*/ 0 h 788"/>
                <a:gd name="T44" fmla="*/ 263 w 788"/>
                <a:gd name="T45" fmla="*/ 0 h 788"/>
                <a:gd name="T46" fmla="*/ 263 w 788"/>
                <a:gd name="T47" fmla="*/ 263 h 788"/>
                <a:gd name="T48" fmla="*/ 0 w 788"/>
                <a:gd name="T49" fmla="*/ 263 h 788"/>
                <a:gd name="T50" fmla="*/ 0 w 788"/>
                <a:gd name="T51" fmla="*/ 525 h 788"/>
                <a:gd name="T52" fmla="*/ 263 w 788"/>
                <a:gd name="T53" fmla="*/ 525 h 788"/>
                <a:gd name="T54" fmla="*/ 263 w 788"/>
                <a:gd name="T55" fmla="*/ 788 h 788"/>
                <a:gd name="T56" fmla="*/ 526 w 788"/>
                <a:gd name="T57" fmla="*/ 788 h 788"/>
                <a:gd name="T58" fmla="*/ 526 w 788"/>
                <a:gd name="T59" fmla="*/ 525 h 788"/>
                <a:gd name="T60" fmla="*/ 788 w 788"/>
                <a:gd name="T61" fmla="*/ 525 h 788"/>
                <a:gd name="T62" fmla="*/ 788 w 788"/>
                <a:gd name="T63" fmla="*/ 263 h 788"/>
                <a:gd name="T64" fmla="*/ 526 w 788"/>
                <a:gd name="T65" fmla="*/ 263 h 788"/>
                <a:gd name="T66" fmla="*/ 526 w 788"/>
                <a:gd name="T67" fmla="*/ 0 h 788"/>
                <a:gd name="T68" fmla="*/ 526 w 788"/>
                <a:gd name="T69"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8" h="788">
                  <a:moveTo>
                    <a:pt x="493" y="32"/>
                  </a:moveTo>
                  <a:lnTo>
                    <a:pt x="493" y="263"/>
                  </a:lnTo>
                  <a:lnTo>
                    <a:pt x="493" y="295"/>
                  </a:lnTo>
                  <a:lnTo>
                    <a:pt x="526" y="295"/>
                  </a:lnTo>
                  <a:lnTo>
                    <a:pt x="756" y="295"/>
                  </a:lnTo>
                  <a:lnTo>
                    <a:pt x="756" y="493"/>
                  </a:lnTo>
                  <a:lnTo>
                    <a:pt x="526" y="493"/>
                  </a:lnTo>
                  <a:lnTo>
                    <a:pt x="493" y="493"/>
                  </a:lnTo>
                  <a:lnTo>
                    <a:pt x="493" y="525"/>
                  </a:lnTo>
                  <a:lnTo>
                    <a:pt x="493" y="756"/>
                  </a:lnTo>
                  <a:lnTo>
                    <a:pt x="296" y="756"/>
                  </a:lnTo>
                  <a:lnTo>
                    <a:pt x="296" y="525"/>
                  </a:lnTo>
                  <a:lnTo>
                    <a:pt x="296" y="493"/>
                  </a:lnTo>
                  <a:lnTo>
                    <a:pt x="263" y="493"/>
                  </a:lnTo>
                  <a:lnTo>
                    <a:pt x="33" y="493"/>
                  </a:lnTo>
                  <a:lnTo>
                    <a:pt x="33" y="295"/>
                  </a:lnTo>
                  <a:lnTo>
                    <a:pt x="263" y="295"/>
                  </a:lnTo>
                  <a:lnTo>
                    <a:pt x="296" y="295"/>
                  </a:lnTo>
                  <a:lnTo>
                    <a:pt x="296" y="263"/>
                  </a:lnTo>
                  <a:lnTo>
                    <a:pt x="296" y="32"/>
                  </a:lnTo>
                  <a:lnTo>
                    <a:pt x="493" y="32"/>
                  </a:lnTo>
                  <a:close/>
                  <a:moveTo>
                    <a:pt x="526" y="0"/>
                  </a:moveTo>
                  <a:lnTo>
                    <a:pt x="263" y="0"/>
                  </a:lnTo>
                  <a:lnTo>
                    <a:pt x="263" y="263"/>
                  </a:lnTo>
                  <a:lnTo>
                    <a:pt x="0" y="263"/>
                  </a:lnTo>
                  <a:lnTo>
                    <a:pt x="0" y="525"/>
                  </a:lnTo>
                  <a:lnTo>
                    <a:pt x="263" y="525"/>
                  </a:lnTo>
                  <a:lnTo>
                    <a:pt x="263" y="788"/>
                  </a:lnTo>
                  <a:lnTo>
                    <a:pt x="526" y="788"/>
                  </a:lnTo>
                  <a:lnTo>
                    <a:pt x="526" y="525"/>
                  </a:lnTo>
                  <a:lnTo>
                    <a:pt x="788" y="525"/>
                  </a:lnTo>
                  <a:lnTo>
                    <a:pt x="788" y="263"/>
                  </a:lnTo>
                  <a:lnTo>
                    <a:pt x="526" y="263"/>
                  </a:lnTo>
                  <a:lnTo>
                    <a:pt x="526" y="0"/>
                  </a:lnTo>
                  <a:lnTo>
                    <a:pt x="52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a:extLst>
              <a:ext uri="{FF2B5EF4-FFF2-40B4-BE49-F238E27FC236}">
                <a16:creationId xmlns:a16="http://schemas.microsoft.com/office/drawing/2014/main" id="{AC5C6E0D-968A-A25F-0C84-7E7769C791C6}"/>
              </a:ext>
            </a:extLst>
          </p:cNvPr>
          <p:cNvGrpSpPr/>
          <p:nvPr/>
        </p:nvGrpSpPr>
        <p:grpSpPr>
          <a:xfrm>
            <a:off x="5384062" y="1919497"/>
            <a:ext cx="2536227" cy="231456"/>
            <a:chOff x="785420" y="2050351"/>
            <a:chExt cx="2536227" cy="231456"/>
          </a:xfrm>
        </p:grpSpPr>
        <p:cxnSp>
          <p:nvCxnSpPr>
            <p:cNvPr id="35" name="Straight Connector 34">
              <a:extLst>
                <a:ext uri="{FF2B5EF4-FFF2-40B4-BE49-F238E27FC236}">
                  <a16:creationId xmlns:a16="http://schemas.microsoft.com/office/drawing/2014/main" id="{80696471-1368-73B1-8BE4-5F61D494DFA0}"/>
                </a:ext>
              </a:extLst>
            </p:cNvPr>
            <p:cNvCxnSpPr>
              <a:cxnSpLocks/>
            </p:cNvCxnSpPr>
            <p:nvPr/>
          </p:nvCxnSpPr>
          <p:spPr>
            <a:xfrm flipH="1">
              <a:off x="785420" y="2281807"/>
              <a:ext cx="2536227"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65711A58-FEFD-0402-AEC5-B95C9F02C57C}"/>
                </a:ext>
              </a:extLst>
            </p:cNvPr>
            <p:cNvSpPr/>
            <p:nvPr/>
          </p:nvSpPr>
          <p:spPr>
            <a:xfrm>
              <a:off x="814642" y="2050351"/>
              <a:ext cx="72797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latin typeface="Arial" panose="020B0604020202020204" pitchFamily="34" charset="0"/>
                </a:rPr>
                <a:t>Configure</a:t>
              </a:r>
            </a:p>
          </p:txBody>
        </p:sp>
        <p:sp>
          <p:nvSpPr>
            <p:cNvPr id="37" name="Rectangle 36">
              <a:extLst>
                <a:ext uri="{FF2B5EF4-FFF2-40B4-BE49-F238E27FC236}">
                  <a16:creationId xmlns:a16="http://schemas.microsoft.com/office/drawing/2014/main" id="{6B00E574-1939-EEB0-1850-2D235E8ADEB0}"/>
                </a:ext>
              </a:extLst>
            </p:cNvPr>
            <p:cNvSpPr/>
            <p:nvPr/>
          </p:nvSpPr>
          <p:spPr>
            <a:xfrm>
              <a:off x="1679811" y="2050351"/>
              <a:ext cx="72797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latin typeface="Arial" panose="020B0604020202020204" pitchFamily="34" charset="0"/>
                </a:rPr>
                <a:t>Permissions</a:t>
              </a:r>
            </a:p>
          </p:txBody>
        </p:sp>
        <p:sp>
          <p:nvSpPr>
            <p:cNvPr id="38" name="Rectangle 37">
              <a:extLst>
                <a:ext uri="{FF2B5EF4-FFF2-40B4-BE49-F238E27FC236}">
                  <a16:creationId xmlns:a16="http://schemas.microsoft.com/office/drawing/2014/main" id="{FA316F94-C9AB-57B0-C570-ED84F8D8845E}"/>
                </a:ext>
              </a:extLst>
            </p:cNvPr>
            <p:cNvSpPr/>
            <p:nvPr/>
          </p:nvSpPr>
          <p:spPr>
            <a:xfrm>
              <a:off x="2729166" y="2050351"/>
              <a:ext cx="428095"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latin typeface="Arial" panose="020B0604020202020204" pitchFamily="34" charset="0"/>
                </a:rPr>
                <a:t>Hosts</a:t>
              </a:r>
            </a:p>
          </p:txBody>
        </p:sp>
      </p:grpSp>
      <p:sp>
        <p:nvSpPr>
          <p:cNvPr id="40" name="Rectangle 39">
            <a:extLst>
              <a:ext uri="{FF2B5EF4-FFF2-40B4-BE49-F238E27FC236}">
                <a16:creationId xmlns:a16="http://schemas.microsoft.com/office/drawing/2014/main" id="{ED1D2B26-683B-9B5D-78DA-A4C39026C0FC}"/>
              </a:ext>
            </a:extLst>
          </p:cNvPr>
          <p:cNvSpPr/>
          <p:nvPr/>
        </p:nvSpPr>
        <p:spPr>
          <a:xfrm>
            <a:off x="5422290" y="2193819"/>
            <a:ext cx="1603891"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latin typeface="Arial" panose="020B0604020202020204" pitchFamily="34" charset="0"/>
              </a:rPr>
              <a:t>Fault Domains</a:t>
            </a:r>
          </a:p>
        </p:txBody>
      </p:sp>
      <p:cxnSp>
        <p:nvCxnSpPr>
          <p:cNvPr id="41" name="Straight Connector 40">
            <a:extLst>
              <a:ext uri="{FF2B5EF4-FFF2-40B4-BE49-F238E27FC236}">
                <a16:creationId xmlns:a16="http://schemas.microsoft.com/office/drawing/2014/main" id="{62C3AFC2-73A1-D1ED-690A-D40DE84DC76C}"/>
              </a:ext>
            </a:extLst>
          </p:cNvPr>
          <p:cNvCxnSpPr/>
          <p:nvPr/>
        </p:nvCxnSpPr>
        <p:spPr bwMode="gray">
          <a:xfrm>
            <a:off x="5385754" y="2116293"/>
            <a:ext cx="657676"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42" name="Group 41">
            <a:extLst>
              <a:ext uri="{FF2B5EF4-FFF2-40B4-BE49-F238E27FC236}">
                <a16:creationId xmlns:a16="http://schemas.microsoft.com/office/drawing/2014/main" id="{2E7BB86B-3899-6D28-C286-DAA7A883152C}"/>
              </a:ext>
            </a:extLst>
          </p:cNvPr>
          <p:cNvGrpSpPr/>
          <p:nvPr/>
        </p:nvGrpSpPr>
        <p:grpSpPr>
          <a:xfrm>
            <a:off x="5385754" y="2424801"/>
            <a:ext cx="2534535" cy="681218"/>
            <a:chOff x="5257868" y="2489697"/>
            <a:chExt cx="2534535" cy="681218"/>
          </a:xfrm>
        </p:grpSpPr>
        <p:sp>
          <p:nvSpPr>
            <p:cNvPr id="43" name="Rectangle 42">
              <a:extLst>
                <a:ext uri="{FF2B5EF4-FFF2-40B4-BE49-F238E27FC236}">
                  <a16:creationId xmlns:a16="http://schemas.microsoft.com/office/drawing/2014/main" id="{1ECCA930-2A64-12E3-0F72-BC6B43372A5F}"/>
                </a:ext>
              </a:extLst>
            </p:cNvPr>
            <p:cNvSpPr/>
            <p:nvPr/>
          </p:nvSpPr>
          <p:spPr>
            <a:xfrm>
              <a:off x="5294404" y="2540672"/>
              <a:ext cx="105419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b="1" dirty="0">
                  <a:solidFill>
                    <a:schemeClr val="tx2"/>
                  </a:solidFill>
                  <a:latin typeface="Arial" panose="020B0604020202020204" pitchFamily="34" charset="0"/>
                </a:rPr>
                <a:t>Milan</a:t>
              </a:r>
              <a:r>
                <a:rPr lang="en-US" sz="1000" dirty="0">
                  <a:solidFill>
                    <a:schemeClr val="tx2"/>
                  </a:solidFill>
                  <a:latin typeface="Arial" panose="020B0604020202020204" pitchFamily="34" charset="0"/>
                </a:rPr>
                <a:t> (preferred)</a:t>
              </a:r>
            </a:p>
          </p:txBody>
        </p:sp>
        <p:sp>
          <p:nvSpPr>
            <p:cNvPr id="44" name="Rectangle 43">
              <a:extLst>
                <a:ext uri="{FF2B5EF4-FFF2-40B4-BE49-F238E27FC236}">
                  <a16:creationId xmlns:a16="http://schemas.microsoft.com/office/drawing/2014/main" id="{8070E28C-2F5E-4938-359E-BEE682F9CE55}"/>
                </a:ext>
              </a:extLst>
            </p:cNvPr>
            <p:cNvSpPr/>
            <p:nvPr/>
          </p:nvSpPr>
          <p:spPr>
            <a:xfrm>
              <a:off x="5461093" y="2756167"/>
              <a:ext cx="804704"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latin typeface="Arial" panose="020B0604020202020204" pitchFamily="34" charset="0"/>
                </a:rPr>
                <a:t>10.10.0.34</a:t>
              </a:r>
            </a:p>
          </p:txBody>
        </p:sp>
        <p:sp>
          <p:nvSpPr>
            <p:cNvPr id="45" name="Rectangle 44">
              <a:extLst>
                <a:ext uri="{FF2B5EF4-FFF2-40B4-BE49-F238E27FC236}">
                  <a16:creationId xmlns:a16="http://schemas.microsoft.com/office/drawing/2014/main" id="{93241338-2654-AB72-06BB-AB07FEB7068B}"/>
                </a:ext>
              </a:extLst>
            </p:cNvPr>
            <p:cNvSpPr/>
            <p:nvPr/>
          </p:nvSpPr>
          <p:spPr>
            <a:xfrm>
              <a:off x="5461093" y="2949299"/>
              <a:ext cx="804704"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latin typeface="Arial" panose="020B0604020202020204" pitchFamily="34" charset="0"/>
                </a:rPr>
                <a:t>10.10.0.35</a:t>
              </a:r>
            </a:p>
          </p:txBody>
        </p:sp>
        <p:cxnSp>
          <p:nvCxnSpPr>
            <p:cNvPr id="46" name="Straight Connector 45">
              <a:extLst>
                <a:ext uri="{FF2B5EF4-FFF2-40B4-BE49-F238E27FC236}">
                  <a16:creationId xmlns:a16="http://schemas.microsoft.com/office/drawing/2014/main" id="{4DC4A004-0281-3092-5F34-D443FB9F6371}"/>
                </a:ext>
              </a:extLst>
            </p:cNvPr>
            <p:cNvCxnSpPr>
              <a:cxnSpLocks/>
            </p:cNvCxnSpPr>
            <p:nvPr/>
          </p:nvCxnSpPr>
          <p:spPr>
            <a:xfrm flipH="1">
              <a:off x="5257868" y="2489697"/>
              <a:ext cx="2534535"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7" name="Rectangle 46">
              <a:extLst>
                <a:ext uri="{FF2B5EF4-FFF2-40B4-BE49-F238E27FC236}">
                  <a16:creationId xmlns:a16="http://schemas.microsoft.com/office/drawing/2014/main" id="{B10DBAF4-3C8C-C851-FDC7-82D6F3B2EC46}"/>
                </a:ext>
              </a:extLst>
            </p:cNvPr>
            <p:cNvSpPr/>
            <p:nvPr/>
          </p:nvSpPr>
          <p:spPr>
            <a:xfrm>
              <a:off x="6749222" y="2540672"/>
              <a:ext cx="667217"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b="1" dirty="0">
                  <a:solidFill>
                    <a:schemeClr val="tx2"/>
                  </a:solidFill>
                  <a:latin typeface="Arial" panose="020B0604020202020204" pitchFamily="34" charset="0"/>
                </a:rPr>
                <a:t>Turin</a:t>
              </a:r>
            </a:p>
          </p:txBody>
        </p:sp>
        <p:cxnSp>
          <p:nvCxnSpPr>
            <p:cNvPr id="48" name="Straight Connector 47">
              <a:extLst>
                <a:ext uri="{FF2B5EF4-FFF2-40B4-BE49-F238E27FC236}">
                  <a16:creationId xmlns:a16="http://schemas.microsoft.com/office/drawing/2014/main" id="{78836F70-FEED-6B19-807B-31B24E1F392B}"/>
                </a:ext>
              </a:extLst>
            </p:cNvPr>
            <p:cNvCxnSpPr>
              <a:cxnSpLocks/>
            </p:cNvCxnSpPr>
            <p:nvPr/>
          </p:nvCxnSpPr>
          <p:spPr>
            <a:xfrm flipV="1">
              <a:off x="6604194" y="2523239"/>
              <a:ext cx="0" cy="587432"/>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Rectangle 48">
              <a:extLst>
                <a:ext uri="{FF2B5EF4-FFF2-40B4-BE49-F238E27FC236}">
                  <a16:creationId xmlns:a16="http://schemas.microsoft.com/office/drawing/2014/main" id="{08E0EA9A-3706-5DE9-F692-0F4B1DE7B297}"/>
                </a:ext>
              </a:extLst>
            </p:cNvPr>
            <p:cNvSpPr/>
            <p:nvPr/>
          </p:nvSpPr>
          <p:spPr>
            <a:xfrm>
              <a:off x="6915910" y="2756167"/>
              <a:ext cx="804704"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latin typeface="Arial" panose="020B0604020202020204" pitchFamily="34" charset="0"/>
                </a:rPr>
                <a:t>10.10.0.44</a:t>
              </a:r>
            </a:p>
          </p:txBody>
        </p:sp>
        <p:sp>
          <p:nvSpPr>
            <p:cNvPr id="50" name="Rectangle 49">
              <a:extLst>
                <a:ext uri="{FF2B5EF4-FFF2-40B4-BE49-F238E27FC236}">
                  <a16:creationId xmlns:a16="http://schemas.microsoft.com/office/drawing/2014/main" id="{AED4A7E9-1EB2-D7E9-AE65-FFD555979044}"/>
                </a:ext>
              </a:extLst>
            </p:cNvPr>
            <p:cNvSpPr/>
            <p:nvPr/>
          </p:nvSpPr>
          <p:spPr>
            <a:xfrm>
              <a:off x="6915910" y="2949299"/>
              <a:ext cx="804704"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latin typeface="Arial" panose="020B0604020202020204" pitchFamily="34" charset="0"/>
                </a:rPr>
                <a:t>10.10.0.45</a:t>
              </a:r>
            </a:p>
          </p:txBody>
        </p:sp>
        <p:sp>
          <p:nvSpPr>
            <p:cNvPr id="51" name="Rectangle 50">
              <a:extLst>
                <a:ext uri="{FF2B5EF4-FFF2-40B4-BE49-F238E27FC236}">
                  <a16:creationId xmlns:a16="http://schemas.microsoft.com/office/drawing/2014/main" id="{0995B0F3-E1D7-1171-DC00-FDCDC4E0B682}"/>
                </a:ext>
              </a:extLst>
            </p:cNvPr>
            <p:cNvSpPr/>
            <p:nvPr/>
          </p:nvSpPr>
          <p:spPr>
            <a:xfrm>
              <a:off x="5294404" y="2802439"/>
              <a:ext cx="129073" cy="129073"/>
            </a:xfrm>
            <a:prstGeom prst="rect">
              <a:avLst/>
            </a:prstGeom>
            <a:solidFill>
              <a:schemeClr val="bg1"/>
            </a:solid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2" name="Rectangle 51">
              <a:extLst>
                <a:ext uri="{FF2B5EF4-FFF2-40B4-BE49-F238E27FC236}">
                  <a16:creationId xmlns:a16="http://schemas.microsoft.com/office/drawing/2014/main" id="{7F9338B4-99AF-D65B-2318-0EFC984CCA55}"/>
                </a:ext>
              </a:extLst>
            </p:cNvPr>
            <p:cNvSpPr/>
            <p:nvPr/>
          </p:nvSpPr>
          <p:spPr>
            <a:xfrm>
              <a:off x="5294404" y="2995571"/>
              <a:ext cx="129073" cy="129073"/>
            </a:xfrm>
            <a:prstGeom prst="rect">
              <a:avLst/>
            </a:prstGeom>
            <a:solidFill>
              <a:schemeClr val="bg1"/>
            </a:solid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3" name="Rectangle 52">
              <a:extLst>
                <a:ext uri="{FF2B5EF4-FFF2-40B4-BE49-F238E27FC236}">
                  <a16:creationId xmlns:a16="http://schemas.microsoft.com/office/drawing/2014/main" id="{242ED797-60EE-E99D-0E99-94951C8CCD89}"/>
                </a:ext>
              </a:extLst>
            </p:cNvPr>
            <p:cNvSpPr/>
            <p:nvPr/>
          </p:nvSpPr>
          <p:spPr>
            <a:xfrm>
              <a:off x="6749222" y="2802439"/>
              <a:ext cx="129073" cy="129073"/>
            </a:xfrm>
            <a:prstGeom prst="rect">
              <a:avLst/>
            </a:prstGeom>
            <a:solidFill>
              <a:schemeClr val="bg1"/>
            </a:solid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4" name="Rectangle 53">
              <a:extLst>
                <a:ext uri="{FF2B5EF4-FFF2-40B4-BE49-F238E27FC236}">
                  <a16:creationId xmlns:a16="http://schemas.microsoft.com/office/drawing/2014/main" id="{1C5B55B1-C904-1749-4A37-53B8FDD627CC}"/>
                </a:ext>
              </a:extLst>
            </p:cNvPr>
            <p:cNvSpPr/>
            <p:nvPr/>
          </p:nvSpPr>
          <p:spPr>
            <a:xfrm>
              <a:off x="6749222" y="2995571"/>
              <a:ext cx="129073" cy="129073"/>
            </a:xfrm>
            <a:prstGeom prst="rect">
              <a:avLst/>
            </a:prstGeom>
            <a:solidFill>
              <a:schemeClr val="bg1"/>
            </a:solid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55" name="Group 54">
              <a:extLst>
                <a:ext uri="{FF2B5EF4-FFF2-40B4-BE49-F238E27FC236}">
                  <a16:creationId xmlns:a16="http://schemas.microsoft.com/office/drawing/2014/main" id="{CB122DF1-1F99-4157-6716-008766C3B2B9}"/>
                </a:ext>
              </a:extLst>
            </p:cNvPr>
            <p:cNvGrpSpPr/>
            <p:nvPr/>
          </p:nvGrpSpPr>
          <p:grpSpPr>
            <a:xfrm>
              <a:off x="6441306" y="2523239"/>
              <a:ext cx="45719" cy="185556"/>
              <a:chOff x="2867018" y="-556395"/>
              <a:chExt cx="45719" cy="185556"/>
            </a:xfrm>
          </p:grpSpPr>
          <p:sp>
            <p:nvSpPr>
              <p:cNvPr id="60" name="Oval 59">
                <a:extLst>
                  <a:ext uri="{FF2B5EF4-FFF2-40B4-BE49-F238E27FC236}">
                    <a16:creationId xmlns:a16="http://schemas.microsoft.com/office/drawing/2014/main" id="{64DD3F5F-2A78-2B4C-11A7-1F239122C8F6}"/>
                  </a:ext>
                </a:extLst>
              </p:cNvPr>
              <p:cNvSpPr/>
              <p:nvPr/>
            </p:nvSpPr>
            <p:spPr bwMode="gray">
              <a:xfrm>
                <a:off x="2867018" y="-556395"/>
                <a:ext cx="45719" cy="45719"/>
              </a:xfrm>
              <a:prstGeom prst="ellipse">
                <a:avLst/>
              </a:prstGeom>
              <a:solidFill>
                <a:schemeClr val="accent3"/>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sp>
            <p:nvSpPr>
              <p:cNvPr id="61" name="Oval 60">
                <a:extLst>
                  <a:ext uri="{FF2B5EF4-FFF2-40B4-BE49-F238E27FC236}">
                    <a16:creationId xmlns:a16="http://schemas.microsoft.com/office/drawing/2014/main" id="{694A701E-09FD-5A5B-588B-5C97B2ADE76D}"/>
                  </a:ext>
                </a:extLst>
              </p:cNvPr>
              <p:cNvSpPr/>
              <p:nvPr/>
            </p:nvSpPr>
            <p:spPr bwMode="gray">
              <a:xfrm>
                <a:off x="2867018" y="-416558"/>
                <a:ext cx="45719" cy="45719"/>
              </a:xfrm>
              <a:prstGeom prst="ellipse">
                <a:avLst/>
              </a:prstGeom>
              <a:solidFill>
                <a:schemeClr val="accent3"/>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sp>
            <p:nvSpPr>
              <p:cNvPr id="62" name="Oval 61">
                <a:extLst>
                  <a:ext uri="{FF2B5EF4-FFF2-40B4-BE49-F238E27FC236}">
                    <a16:creationId xmlns:a16="http://schemas.microsoft.com/office/drawing/2014/main" id="{2CDA3074-71E5-EE62-5E3C-CD941D3A3B05}"/>
                  </a:ext>
                </a:extLst>
              </p:cNvPr>
              <p:cNvSpPr/>
              <p:nvPr/>
            </p:nvSpPr>
            <p:spPr bwMode="gray">
              <a:xfrm>
                <a:off x="2867018" y="-486477"/>
                <a:ext cx="45719" cy="45719"/>
              </a:xfrm>
              <a:prstGeom prst="ellipse">
                <a:avLst/>
              </a:prstGeom>
              <a:solidFill>
                <a:schemeClr val="accent3"/>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grpSp>
        <p:grpSp>
          <p:nvGrpSpPr>
            <p:cNvPr id="56" name="Group 55">
              <a:extLst>
                <a:ext uri="{FF2B5EF4-FFF2-40B4-BE49-F238E27FC236}">
                  <a16:creationId xmlns:a16="http://schemas.microsoft.com/office/drawing/2014/main" id="{181CEC67-A233-DA06-BFE4-4A393DC9B00D}"/>
                </a:ext>
              </a:extLst>
            </p:cNvPr>
            <p:cNvGrpSpPr/>
            <p:nvPr/>
          </p:nvGrpSpPr>
          <p:grpSpPr>
            <a:xfrm>
              <a:off x="7746684" y="2523239"/>
              <a:ext cx="45719" cy="185556"/>
              <a:chOff x="2867018" y="-556395"/>
              <a:chExt cx="45719" cy="185556"/>
            </a:xfrm>
          </p:grpSpPr>
          <p:sp>
            <p:nvSpPr>
              <p:cNvPr id="57" name="Oval 56">
                <a:extLst>
                  <a:ext uri="{FF2B5EF4-FFF2-40B4-BE49-F238E27FC236}">
                    <a16:creationId xmlns:a16="http://schemas.microsoft.com/office/drawing/2014/main" id="{68F90988-DD00-C6A1-48DC-8C72AE2EF9DD}"/>
                  </a:ext>
                </a:extLst>
              </p:cNvPr>
              <p:cNvSpPr/>
              <p:nvPr/>
            </p:nvSpPr>
            <p:spPr bwMode="gray">
              <a:xfrm>
                <a:off x="2867018" y="-556395"/>
                <a:ext cx="45719" cy="45719"/>
              </a:xfrm>
              <a:prstGeom prst="ellipse">
                <a:avLst/>
              </a:prstGeom>
              <a:solidFill>
                <a:schemeClr val="accent3"/>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sp>
            <p:nvSpPr>
              <p:cNvPr id="58" name="Oval 57">
                <a:extLst>
                  <a:ext uri="{FF2B5EF4-FFF2-40B4-BE49-F238E27FC236}">
                    <a16:creationId xmlns:a16="http://schemas.microsoft.com/office/drawing/2014/main" id="{5D599792-FAF5-C6BC-8F0B-DCB95165E80C}"/>
                  </a:ext>
                </a:extLst>
              </p:cNvPr>
              <p:cNvSpPr/>
              <p:nvPr/>
            </p:nvSpPr>
            <p:spPr bwMode="gray">
              <a:xfrm>
                <a:off x="2867018" y="-416558"/>
                <a:ext cx="45719" cy="45719"/>
              </a:xfrm>
              <a:prstGeom prst="ellipse">
                <a:avLst/>
              </a:prstGeom>
              <a:solidFill>
                <a:schemeClr val="accent3"/>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sp>
            <p:nvSpPr>
              <p:cNvPr id="59" name="Oval 58">
                <a:extLst>
                  <a:ext uri="{FF2B5EF4-FFF2-40B4-BE49-F238E27FC236}">
                    <a16:creationId xmlns:a16="http://schemas.microsoft.com/office/drawing/2014/main" id="{AB2DFD25-30ED-CF2E-298D-3F861FA38ABB}"/>
                  </a:ext>
                </a:extLst>
              </p:cNvPr>
              <p:cNvSpPr/>
              <p:nvPr/>
            </p:nvSpPr>
            <p:spPr bwMode="gray">
              <a:xfrm>
                <a:off x="2867018" y="-486477"/>
                <a:ext cx="45719" cy="45719"/>
              </a:xfrm>
              <a:prstGeom prst="ellipse">
                <a:avLst/>
              </a:prstGeom>
              <a:solidFill>
                <a:schemeClr val="accent3"/>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grpSp>
      </p:grpSp>
      <p:grpSp>
        <p:nvGrpSpPr>
          <p:cNvPr id="63" name="Group 62">
            <a:extLst>
              <a:ext uri="{FF2B5EF4-FFF2-40B4-BE49-F238E27FC236}">
                <a16:creationId xmlns:a16="http://schemas.microsoft.com/office/drawing/2014/main" id="{87AE5F94-4155-7549-E643-ECF9A3B53C01}"/>
              </a:ext>
            </a:extLst>
          </p:cNvPr>
          <p:cNvGrpSpPr/>
          <p:nvPr/>
        </p:nvGrpSpPr>
        <p:grpSpPr>
          <a:xfrm>
            <a:off x="6964612" y="2238457"/>
            <a:ext cx="864448" cy="272592"/>
            <a:chOff x="2129972" y="-801419"/>
            <a:chExt cx="864448" cy="272592"/>
          </a:xfrm>
        </p:grpSpPr>
        <p:sp>
          <p:nvSpPr>
            <p:cNvPr id="64" name="Rectangle 63">
              <a:extLst>
                <a:ext uri="{FF2B5EF4-FFF2-40B4-BE49-F238E27FC236}">
                  <a16:creationId xmlns:a16="http://schemas.microsoft.com/office/drawing/2014/main" id="{105E444F-841E-FC06-641D-6C5BA44E847E}"/>
                </a:ext>
              </a:extLst>
            </p:cNvPr>
            <p:cNvSpPr/>
            <p:nvPr/>
          </p:nvSpPr>
          <p:spPr bwMode="gray">
            <a:xfrm>
              <a:off x="2129972" y="-801419"/>
              <a:ext cx="864448" cy="272592"/>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sp>
          <p:nvSpPr>
            <p:cNvPr id="65" name="Rectangle 64">
              <a:extLst>
                <a:ext uri="{FF2B5EF4-FFF2-40B4-BE49-F238E27FC236}">
                  <a16:creationId xmlns:a16="http://schemas.microsoft.com/office/drawing/2014/main" id="{653D5DC2-00BE-E747-2AB6-2F80E176CE88}"/>
                </a:ext>
              </a:extLst>
            </p:cNvPr>
            <p:cNvSpPr/>
            <p:nvPr/>
          </p:nvSpPr>
          <p:spPr>
            <a:xfrm>
              <a:off x="2181966" y="-775227"/>
              <a:ext cx="812454"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latin typeface="Arial" panose="020B0604020202020204" pitchFamily="34" charset="0"/>
                </a:rPr>
                <a:t>Maint. Mode</a:t>
              </a:r>
            </a:p>
          </p:txBody>
        </p:sp>
      </p:grpSp>
      <p:sp>
        <p:nvSpPr>
          <p:cNvPr id="67" name="Rectangle: Rounded Corners 66">
            <a:extLst>
              <a:ext uri="{FF2B5EF4-FFF2-40B4-BE49-F238E27FC236}">
                <a16:creationId xmlns:a16="http://schemas.microsoft.com/office/drawing/2014/main" id="{FC0BC70A-3D22-27B4-3629-081C00CD6B20}"/>
              </a:ext>
            </a:extLst>
          </p:cNvPr>
          <p:cNvSpPr/>
          <p:nvPr/>
        </p:nvSpPr>
        <p:spPr>
          <a:xfrm>
            <a:off x="6906070" y="2185652"/>
            <a:ext cx="975163" cy="378840"/>
          </a:xfrm>
          <a:prstGeom prst="roundRect">
            <a:avLst/>
          </a:prstGeom>
          <a:noFill/>
          <a:ln w="0">
            <a:solidFill>
              <a:srgbClr val="EC7700"/>
            </a:solidFill>
          </a:ln>
          <a:effectLst>
            <a:glow rad="63500">
              <a:srgbClr val="E68C28">
                <a:alpha val="40000"/>
              </a:srgbClr>
            </a:glo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68" name="Rectangle 67">
            <a:extLst>
              <a:ext uri="{FF2B5EF4-FFF2-40B4-BE49-F238E27FC236}">
                <a16:creationId xmlns:a16="http://schemas.microsoft.com/office/drawing/2014/main" id="{F7F2A453-EDB5-D5E2-5723-B558A534EEF5}"/>
              </a:ext>
            </a:extLst>
          </p:cNvPr>
          <p:cNvSpPr/>
          <p:nvPr/>
        </p:nvSpPr>
        <p:spPr bwMode="gray">
          <a:xfrm>
            <a:off x="5306371" y="4242815"/>
            <a:ext cx="2662766" cy="1149203"/>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sp>
        <p:nvSpPr>
          <p:cNvPr id="69" name="TextBox 68">
            <a:extLst>
              <a:ext uri="{FF2B5EF4-FFF2-40B4-BE49-F238E27FC236}">
                <a16:creationId xmlns:a16="http://schemas.microsoft.com/office/drawing/2014/main" id="{D96CB383-F2EE-7096-2B3E-0DF39F7F1165}"/>
              </a:ext>
            </a:extLst>
          </p:cNvPr>
          <p:cNvSpPr txBox="1"/>
          <p:nvPr/>
        </p:nvSpPr>
        <p:spPr>
          <a:xfrm>
            <a:off x="5386835" y="4348685"/>
            <a:ext cx="1216627" cy="184666"/>
          </a:xfrm>
          <a:prstGeom prst="rect">
            <a:avLst/>
          </a:prstGeom>
          <a:noFill/>
        </p:spPr>
        <p:txBody>
          <a:bodyPr wrap="square" lIns="0" tIns="0" rIns="0" bIns="0" rtlCol="0">
            <a:spAutoFit/>
          </a:bodyPr>
          <a:lstStyle/>
          <a:p>
            <a:r>
              <a:rPr lang="en-US" sz="1200" dirty="0">
                <a:latin typeface="Arial" panose="020B0604020202020204" pitchFamily="34" charset="0"/>
              </a:rPr>
              <a:t>[root@host01:~]</a:t>
            </a:r>
          </a:p>
        </p:txBody>
      </p:sp>
      <p:sp>
        <p:nvSpPr>
          <p:cNvPr id="70" name="TextBox 69">
            <a:extLst>
              <a:ext uri="{FF2B5EF4-FFF2-40B4-BE49-F238E27FC236}">
                <a16:creationId xmlns:a16="http://schemas.microsoft.com/office/drawing/2014/main" id="{210D8071-3C5D-E606-4500-F0831BE5EEF4}"/>
              </a:ext>
            </a:extLst>
          </p:cNvPr>
          <p:cNvSpPr txBox="1"/>
          <p:nvPr/>
        </p:nvSpPr>
        <p:spPr>
          <a:xfrm>
            <a:off x="5386836" y="4553600"/>
            <a:ext cx="1617644" cy="184666"/>
          </a:xfrm>
          <a:prstGeom prst="rect">
            <a:avLst/>
          </a:prstGeom>
          <a:noFill/>
        </p:spPr>
        <p:txBody>
          <a:bodyPr wrap="square" lIns="0" tIns="0" rIns="0" bIns="0" rtlCol="0">
            <a:spAutoFit/>
          </a:bodyPr>
          <a:lstStyle/>
          <a:p>
            <a:r>
              <a:rPr lang="en-US" sz="1200" dirty="0">
                <a:latin typeface="Arial" panose="020B0604020202020204" pitchFamily="34" charset="0"/>
              </a:rPr>
              <a:t>Type YES to continue.</a:t>
            </a:r>
          </a:p>
        </p:txBody>
      </p:sp>
      <p:sp>
        <p:nvSpPr>
          <p:cNvPr id="71" name="TextBox 70">
            <a:extLst>
              <a:ext uri="{FF2B5EF4-FFF2-40B4-BE49-F238E27FC236}">
                <a16:creationId xmlns:a16="http://schemas.microsoft.com/office/drawing/2014/main" id="{49CF0744-6F8A-3E3D-C478-BE1D5E985821}"/>
              </a:ext>
            </a:extLst>
          </p:cNvPr>
          <p:cNvSpPr txBox="1"/>
          <p:nvPr/>
        </p:nvSpPr>
        <p:spPr>
          <a:xfrm>
            <a:off x="5386836" y="4758515"/>
            <a:ext cx="2039990" cy="184666"/>
          </a:xfrm>
          <a:prstGeom prst="rect">
            <a:avLst/>
          </a:prstGeom>
          <a:noFill/>
        </p:spPr>
        <p:txBody>
          <a:bodyPr wrap="square" lIns="0" tIns="0" rIns="0" bIns="0" rtlCol="0">
            <a:spAutoFit/>
          </a:bodyPr>
          <a:lstStyle/>
          <a:p>
            <a:r>
              <a:rPr lang="en-US" sz="1200" dirty="0">
                <a:latin typeface="Arial" panose="020B0604020202020204" pitchFamily="34" charset="0"/>
              </a:rPr>
              <a:t>Start to run pre-checks…</a:t>
            </a:r>
          </a:p>
        </p:txBody>
      </p:sp>
      <p:sp>
        <p:nvSpPr>
          <p:cNvPr id="106" name="TextBox 105">
            <a:extLst>
              <a:ext uri="{FF2B5EF4-FFF2-40B4-BE49-F238E27FC236}">
                <a16:creationId xmlns:a16="http://schemas.microsoft.com/office/drawing/2014/main" id="{D12EE93A-025E-4974-E4F6-F76180BA8A06}"/>
              </a:ext>
            </a:extLst>
          </p:cNvPr>
          <p:cNvSpPr txBox="1"/>
          <p:nvPr/>
        </p:nvSpPr>
        <p:spPr>
          <a:xfrm>
            <a:off x="5386836" y="4963430"/>
            <a:ext cx="2039990" cy="184666"/>
          </a:xfrm>
          <a:prstGeom prst="rect">
            <a:avLst/>
          </a:prstGeom>
          <a:noFill/>
        </p:spPr>
        <p:txBody>
          <a:bodyPr wrap="square" lIns="0" tIns="0" rIns="0" bIns="0" rtlCol="0">
            <a:spAutoFit/>
          </a:bodyPr>
          <a:lstStyle/>
          <a:p>
            <a:r>
              <a:rPr lang="en-US" sz="1200" dirty="0">
                <a:latin typeface="Arial" panose="020B0604020202020204" pitchFamily="34" charset="0"/>
              </a:rPr>
              <a:t>[=====&gt;       ]</a:t>
            </a:r>
          </a:p>
        </p:txBody>
      </p:sp>
      <p:sp>
        <p:nvSpPr>
          <p:cNvPr id="131" name="TextBox 130">
            <a:extLst>
              <a:ext uri="{FF2B5EF4-FFF2-40B4-BE49-F238E27FC236}">
                <a16:creationId xmlns:a16="http://schemas.microsoft.com/office/drawing/2014/main" id="{F73D3762-5203-E998-C53C-63DD2F9B53D1}"/>
              </a:ext>
            </a:extLst>
          </p:cNvPr>
          <p:cNvSpPr txBox="1"/>
          <p:nvPr/>
        </p:nvSpPr>
        <p:spPr>
          <a:xfrm>
            <a:off x="7041357" y="4553374"/>
            <a:ext cx="566268" cy="184666"/>
          </a:xfrm>
          <a:prstGeom prst="rect">
            <a:avLst/>
          </a:prstGeom>
          <a:noFill/>
        </p:spPr>
        <p:txBody>
          <a:bodyPr wrap="square" lIns="0" tIns="0" rIns="0" bIns="0" rtlCol="0">
            <a:spAutoFit/>
          </a:bodyPr>
          <a:lstStyle/>
          <a:p>
            <a:r>
              <a:rPr lang="en-US" sz="1200" dirty="0">
                <a:latin typeface="Arial" panose="020B0604020202020204" pitchFamily="34" charset="0"/>
              </a:rPr>
              <a:t>YES</a:t>
            </a:r>
          </a:p>
        </p:txBody>
      </p:sp>
      <p:sp>
        <p:nvSpPr>
          <p:cNvPr id="133" name="TextBox 132">
            <a:extLst>
              <a:ext uri="{FF2B5EF4-FFF2-40B4-BE49-F238E27FC236}">
                <a16:creationId xmlns:a16="http://schemas.microsoft.com/office/drawing/2014/main" id="{026DE68D-2027-959B-75A6-3211F0D5881F}"/>
              </a:ext>
            </a:extLst>
          </p:cNvPr>
          <p:cNvSpPr txBox="1"/>
          <p:nvPr/>
        </p:nvSpPr>
        <p:spPr>
          <a:xfrm>
            <a:off x="5386836" y="5168346"/>
            <a:ext cx="2039990" cy="184666"/>
          </a:xfrm>
          <a:prstGeom prst="rect">
            <a:avLst/>
          </a:prstGeom>
          <a:noFill/>
        </p:spPr>
        <p:txBody>
          <a:bodyPr wrap="square" lIns="0" tIns="0" rIns="0" bIns="0" rtlCol="0">
            <a:spAutoFit/>
          </a:bodyPr>
          <a:lstStyle/>
          <a:p>
            <a:r>
              <a:rPr lang="en-US" sz="1200" dirty="0">
                <a:latin typeface="Arial" panose="020B0604020202020204" pitchFamily="34" charset="0"/>
              </a:rPr>
              <a:t>Site takeover completed</a:t>
            </a:r>
          </a:p>
        </p:txBody>
      </p:sp>
      <p:sp>
        <p:nvSpPr>
          <p:cNvPr id="135" name="TextBox 134">
            <a:extLst>
              <a:ext uri="{FF2B5EF4-FFF2-40B4-BE49-F238E27FC236}">
                <a16:creationId xmlns:a16="http://schemas.microsoft.com/office/drawing/2014/main" id="{9AAFCDCE-3BBE-4241-63EF-F0125F992C26}"/>
              </a:ext>
            </a:extLst>
          </p:cNvPr>
          <p:cNvSpPr txBox="1"/>
          <p:nvPr/>
        </p:nvSpPr>
        <p:spPr>
          <a:xfrm>
            <a:off x="6635078" y="4348685"/>
            <a:ext cx="1045399" cy="184666"/>
          </a:xfrm>
          <a:prstGeom prst="rect">
            <a:avLst/>
          </a:prstGeom>
          <a:noFill/>
        </p:spPr>
        <p:txBody>
          <a:bodyPr wrap="square" lIns="0" tIns="0" rIns="0" bIns="0" rtlCol="0">
            <a:spAutoFit/>
          </a:bodyPr>
          <a:lstStyle/>
          <a:p>
            <a:r>
              <a:rPr lang="en-US" sz="1200" dirty="0">
                <a:latin typeface="Arial" panose="020B0604020202020204" pitchFamily="34" charset="0"/>
              </a:rPr>
              <a:t>site-takeover</a:t>
            </a:r>
          </a:p>
        </p:txBody>
      </p:sp>
      <p:grpSp>
        <p:nvGrpSpPr>
          <p:cNvPr id="138" name="Group 137">
            <a:extLst>
              <a:ext uri="{FF2B5EF4-FFF2-40B4-BE49-F238E27FC236}">
                <a16:creationId xmlns:a16="http://schemas.microsoft.com/office/drawing/2014/main" id="{EAC9FC9E-CED1-86D3-C3F7-948280654452}"/>
              </a:ext>
            </a:extLst>
          </p:cNvPr>
          <p:cNvGrpSpPr/>
          <p:nvPr/>
        </p:nvGrpSpPr>
        <p:grpSpPr>
          <a:xfrm>
            <a:off x="5306372" y="1640764"/>
            <a:ext cx="2662765" cy="204002"/>
            <a:chOff x="592868" y="1822412"/>
            <a:chExt cx="2743911" cy="204002"/>
          </a:xfrm>
        </p:grpSpPr>
        <p:sp>
          <p:nvSpPr>
            <p:cNvPr id="140" name="Rectangle 139">
              <a:extLst>
                <a:ext uri="{FF2B5EF4-FFF2-40B4-BE49-F238E27FC236}">
                  <a16:creationId xmlns:a16="http://schemas.microsoft.com/office/drawing/2014/main" id="{57791E7F-5744-0315-19F3-752EDECE1A39}"/>
                </a:ext>
              </a:extLst>
            </p:cNvPr>
            <p:cNvSpPr/>
            <p:nvPr/>
          </p:nvSpPr>
          <p:spPr>
            <a:xfrm>
              <a:off x="592868" y="1822412"/>
              <a:ext cx="2743911" cy="204002"/>
            </a:xfrm>
            <a:prstGeom prst="rect">
              <a:avLst/>
            </a:prstGeom>
            <a:solidFill>
              <a:schemeClr val="accent2">
                <a:lumMod val="75000"/>
              </a:schemeClr>
            </a:solidFill>
            <a:ln w="25400">
              <a:solidFill>
                <a:schemeClr val="accent2">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Rounded MT Bold" panose="020F0704030504030204" pitchFamily="34" charset="0"/>
              </a:endParaRPr>
            </a:p>
          </p:txBody>
        </p:sp>
        <p:sp>
          <p:nvSpPr>
            <p:cNvPr id="141" name="Oval 140">
              <a:extLst>
                <a:ext uri="{FF2B5EF4-FFF2-40B4-BE49-F238E27FC236}">
                  <a16:creationId xmlns:a16="http://schemas.microsoft.com/office/drawing/2014/main" id="{928F08E9-B8EF-8B08-B546-988B8734D268}"/>
                </a:ext>
              </a:extLst>
            </p:cNvPr>
            <p:cNvSpPr/>
            <p:nvPr/>
          </p:nvSpPr>
          <p:spPr>
            <a:xfrm>
              <a:off x="661565"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2" name="Oval 141">
              <a:extLst>
                <a:ext uri="{FF2B5EF4-FFF2-40B4-BE49-F238E27FC236}">
                  <a16:creationId xmlns:a16="http://schemas.microsoft.com/office/drawing/2014/main" id="{ADC21E80-59E1-B177-9C66-40B3E30A5DB6}"/>
                </a:ext>
              </a:extLst>
            </p:cNvPr>
            <p:cNvSpPr/>
            <p:nvPr/>
          </p:nvSpPr>
          <p:spPr>
            <a:xfrm>
              <a:off x="814643"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3" name="Oval 142">
              <a:extLst>
                <a:ext uri="{FF2B5EF4-FFF2-40B4-BE49-F238E27FC236}">
                  <a16:creationId xmlns:a16="http://schemas.microsoft.com/office/drawing/2014/main" id="{09CA86EA-ECDA-F6AB-2556-2FB0AA46940D}"/>
                </a:ext>
              </a:extLst>
            </p:cNvPr>
            <p:cNvSpPr/>
            <p:nvPr/>
          </p:nvSpPr>
          <p:spPr>
            <a:xfrm>
              <a:off x="967721"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4" name="Rectangle 143">
              <a:extLst>
                <a:ext uri="{FF2B5EF4-FFF2-40B4-BE49-F238E27FC236}">
                  <a16:creationId xmlns:a16="http://schemas.microsoft.com/office/drawing/2014/main" id="{850A11A9-495C-E01C-A510-CFEB9A18E939}"/>
                </a:ext>
              </a:extLst>
            </p:cNvPr>
            <p:cNvSpPr/>
            <p:nvPr/>
          </p:nvSpPr>
          <p:spPr>
            <a:xfrm>
              <a:off x="1516678" y="1831274"/>
              <a:ext cx="1045702" cy="159299"/>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algn="ctr">
                <a:spcAft>
                  <a:spcPts val="800"/>
                </a:spcAft>
              </a:pPr>
              <a:r>
                <a:rPr lang="en-US" sz="1100" dirty="0">
                  <a:solidFill>
                    <a:schemeClr val="bg1"/>
                  </a:solidFill>
                </a:rPr>
                <a:t>vCenter</a:t>
              </a:r>
            </a:p>
          </p:txBody>
        </p:sp>
      </p:grpSp>
      <p:cxnSp>
        <p:nvCxnSpPr>
          <p:cNvPr id="150" name="Straight Connector 149">
            <a:extLst>
              <a:ext uri="{FF2B5EF4-FFF2-40B4-BE49-F238E27FC236}">
                <a16:creationId xmlns:a16="http://schemas.microsoft.com/office/drawing/2014/main" id="{093E7872-589F-8FAE-5681-D11B1F8F42AE}"/>
              </a:ext>
            </a:extLst>
          </p:cNvPr>
          <p:cNvCxnSpPr>
            <a:cxnSpLocks/>
          </p:cNvCxnSpPr>
          <p:nvPr/>
        </p:nvCxnSpPr>
        <p:spPr bwMode="gray">
          <a:xfrm>
            <a:off x="2454152" y="5427785"/>
            <a:ext cx="866013" cy="0"/>
          </a:xfrm>
          <a:prstGeom prst="line">
            <a:avLst/>
          </a:prstGeom>
          <a:ln w="25400">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grpSp>
        <p:nvGrpSpPr>
          <p:cNvPr id="153" name="Group 152">
            <a:extLst>
              <a:ext uri="{FF2B5EF4-FFF2-40B4-BE49-F238E27FC236}">
                <a16:creationId xmlns:a16="http://schemas.microsoft.com/office/drawing/2014/main" id="{E4019ECD-640C-7285-1C54-5585ECFF5EF8}"/>
              </a:ext>
            </a:extLst>
          </p:cNvPr>
          <p:cNvGrpSpPr/>
          <p:nvPr/>
        </p:nvGrpSpPr>
        <p:grpSpPr>
          <a:xfrm>
            <a:off x="669826" y="5599254"/>
            <a:ext cx="4414667" cy="184666"/>
            <a:chOff x="669826" y="3109222"/>
            <a:chExt cx="4414667" cy="184666"/>
          </a:xfrm>
        </p:grpSpPr>
        <p:cxnSp>
          <p:nvCxnSpPr>
            <p:cNvPr id="154" name="Straight Connector 153">
              <a:extLst>
                <a:ext uri="{FF2B5EF4-FFF2-40B4-BE49-F238E27FC236}">
                  <a16:creationId xmlns:a16="http://schemas.microsoft.com/office/drawing/2014/main" id="{DD2A55C0-9312-105B-7148-FA37511CC8FA}"/>
                </a:ext>
              </a:extLst>
            </p:cNvPr>
            <p:cNvCxnSpPr>
              <a:cxnSpLocks/>
            </p:cNvCxnSpPr>
            <p:nvPr/>
          </p:nvCxnSpPr>
          <p:spPr bwMode="gray">
            <a:xfrm>
              <a:off x="669826" y="3117384"/>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0940928A-926C-D409-E437-F3B0CF0AAFA5}"/>
                </a:ext>
              </a:extLst>
            </p:cNvPr>
            <p:cNvCxnSpPr>
              <a:cxnSpLocks/>
            </p:cNvCxnSpPr>
            <p:nvPr/>
          </p:nvCxnSpPr>
          <p:spPr bwMode="gray">
            <a:xfrm>
              <a:off x="3537995" y="3205394"/>
              <a:ext cx="1546498"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C88C0C91-327A-E6C0-98D0-B23206583FDD}"/>
                </a:ext>
              </a:extLst>
            </p:cNvPr>
            <p:cNvCxnSpPr>
              <a:cxnSpLocks/>
            </p:cNvCxnSpPr>
            <p:nvPr/>
          </p:nvCxnSpPr>
          <p:spPr bwMode="gray">
            <a:xfrm>
              <a:off x="5084493" y="3117384"/>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755BC2A3-4192-BE9C-5F67-2825FA8CC96A}"/>
                </a:ext>
              </a:extLst>
            </p:cNvPr>
            <p:cNvCxnSpPr>
              <a:cxnSpLocks/>
            </p:cNvCxnSpPr>
            <p:nvPr/>
          </p:nvCxnSpPr>
          <p:spPr bwMode="gray">
            <a:xfrm>
              <a:off x="669826" y="3205394"/>
              <a:ext cx="1570599"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8" name="TextBox 157">
              <a:extLst>
                <a:ext uri="{FF2B5EF4-FFF2-40B4-BE49-F238E27FC236}">
                  <a16:creationId xmlns:a16="http://schemas.microsoft.com/office/drawing/2014/main" id="{C44D8AF9-86E9-C3F5-BD9F-7D1FC3181220}"/>
                </a:ext>
              </a:extLst>
            </p:cNvPr>
            <p:cNvSpPr txBox="1"/>
            <p:nvPr/>
          </p:nvSpPr>
          <p:spPr>
            <a:xfrm>
              <a:off x="2381785" y="3109222"/>
              <a:ext cx="1010746" cy="184666"/>
            </a:xfrm>
            <a:prstGeom prst="rect">
              <a:avLst/>
            </a:prstGeom>
            <a:ln>
              <a:noFill/>
            </a:ln>
          </p:spPr>
          <p:txBody>
            <a:bodyPr wrap="square" lIns="0" tIns="0" rIns="0" bIns="0" rtlCol="0">
              <a:spAutoFit/>
            </a:bodyPr>
            <a:lstStyle/>
            <a:p>
              <a:pPr algn="ctr">
                <a:spcAft>
                  <a:spcPts val="600"/>
                </a:spcAft>
              </a:pPr>
              <a:r>
                <a:rPr lang="en-US" sz="1200" dirty="0">
                  <a:solidFill>
                    <a:schemeClr val="accent1"/>
                  </a:solidFill>
                  <a:latin typeface="Arial" panose="020B0604020202020204" pitchFamily="34" charset="0"/>
                </a:rPr>
                <a:t>vSAN cluster</a:t>
              </a:r>
            </a:p>
          </p:txBody>
        </p:sp>
      </p:grpSp>
      <p:sp>
        <p:nvSpPr>
          <p:cNvPr id="163" name="Arrow: Down 162">
            <a:extLst>
              <a:ext uri="{FF2B5EF4-FFF2-40B4-BE49-F238E27FC236}">
                <a16:creationId xmlns:a16="http://schemas.microsoft.com/office/drawing/2014/main" id="{4250AFE0-74B9-AF79-2726-44A8F46A30C2}"/>
              </a:ext>
            </a:extLst>
          </p:cNvPr>
          <p:cNvSpPr/>
          <p:nvPr/>
        </p:nvSpPr>
        <p:spPr>
          <a:xfrm rot="16200000">
            <a:off x="11964110" y="6523490"/>
            <a:ext cx="228343" cy="221087"/>
          </a:xfrm>
          <a:prstGeom prst="downArrow">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cxnSp>
        <p:nvCxnSpPr>
          <p:cNvPr id="7" name="Straight Connector 6">
            <a:extLst>
              <a:ext uri="{FF2B5EF4-FFF2-40B4-BE49-F238E27FC236}">
                <a16:creationId xmlns:a16="http://schemas.microsoft.com/office/drawing/2014/main" id="{16B59BAB-C440-25F3-E3A5-F9E94FC23BD9}"/>
              </a:ext>
            </a:extLst>
          </p:cNvPr>
          <p:cNvCxnSpPr>
            <a:cxnSpLocks/>
          </p:cNvCxnSpPr>
          <p:nvPr/>
        </p:nvCxnSpPr>
        <p:spPr bwMode="gray">
          <a:xfrm flipV="1">
            <a:off x="1797050" y="4627349"/>
            <a:ext cx="763751" cy="520747"/>
          </a:xfrm>
          <a:prstGeom prst="line">
            <a:avLst/>
          </a:prstGeom>
          <a:ln w="19050">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ED5089B-E0DD-D778-38DD-C44171D5AFBF}"/>
              </a:ext>
            </a:extLst>
          </p:cNvPr>
          <p:cNvCxnSpPr>
            <a:cxnSpLocks/>
          </p:cNvCxnSpPr>
          <p:nvPr/>
        </p:nvCxnSpPr>
        <p:spPr bwMode="gray">
          <a:xfrm flipV="1">
            <a:off x="1797050" y="2030367"/>
            <a:ext cx="763751" cy="520747"/>
          </a:xfrm>
          <a:prstGeom prst="line">
            <a:avLst/>
          </a:prstGeom>
          <a:ln w="19050">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F6B828F-1C8E-CD0B-11CF-CB42AB64166F}"/>
              </a:ext>
            </a:extLst>
          </p:cNvPr>
          <p:cNvCxnSpPr>
            <a:cxnSpLocks/>
          </p:cNvCxnSpPr>
          <p:nvPr/>
        </p:nvCxnSpPr>
        <p:spPr bwMode="gray">
          <a:xfrm flipH="1" flipV="1">
            <a:off x="3211645" y="2030367"/>
            <a:ext cx="760092" cy="534125"/>
          </a:xfrm>
          <a:prstGeom prst="line">
            <a:avLst/>
          </a:prstGeom>
          <a:ln w="19050">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4F187CD0-A482-700A-90F7-63C216AABD95}"/>
              </a:ext>
            </a:extLst>
          </p:cNvPr>
          <p:cNvCxnSpPr>
            <a:cxnSpLocks/>
          </p:cNvCxnSpPr>
          <p:nvPr/>
        </p:nvCxnSpPr>
        <p:spPr bwMode="gray">
          <a:xfrm flipH="1" flipV="1">
            <a:off x="3211645" y="4627349"/>
            <a:ext cx="760092" cy="534125"/>
          </a:xfrm>
          <a:prstGeom prst="line">
            <a:avLst/>
          </a:prstGeom>
          <a:ln w="19050">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532821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60"/>
                                        </p:tgtEl>
                                        <p:attrNameLst>
                                          <p:attrName>style.visibility</p:attrName>
                                        </p:attrNameLst>
                                      </p:cBhvr>
                                      <p:to>
                                        <p:strVal val="visible"/>
                                      </p:to>
                                    </p:set>
                                    <p:animEffect transition="in" filter="fade">
                                      <p:cBhvr>
                                        <p:cTn id="7" dur="500"/>
                                        <p:tgtEl>
                                          <p:spTgt spid="160"/>
                                        </p:tgtEl>
                                      </p:cBhvr>
                                    </p:animEffect>
                                  </p:childTnLst>
                                </p:cTn>
                              </p:par>
                              <p:par>
                                <p:cTn id="8" presetID="10" presetClass="entr" presetSubtype="0" fill="hold" nodeType="withEffect">
                                  <p:stCondLst>
                                    <p:cond delay="0"/>
                                  </p:stCondLst>
                                  <p:childTnLst>
                                    <p:set>
                                      <p:cBhvr>
                                        <p:cTn id="9" dur="1" fill="hold">
                                          <p:stCondLst>
                                            <p:cond delay="0"/>
                                          </p:stCondLst>
                                        </p:cTn>
                                        <p:tgtEl>
                                          <p:spTgt spid="159"/>
                                        </p:tgtEl>
                                        <p:attrNameLst>
                                          <p:attrName>style.visibility</p:attrName>
                                        </p:attrNameLst>
                                      </p:cBhvr>
                                      <p:to>
                                        <p:strVal val="visible"/>
                                      </p:to>
                                    </p:set>
                                    <p:animEffect transition="in" filter="fade">
                                      <p:cBhvr>
                                        <p:cTn id="10" dur="500"/>
                                        <p:tgtEl>
                                          <p:spTgt spid="159"/>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fade">
                                      <p:cBhvr>
                                        <p:cTn id="14" dur="500"/>
                                        <p:tgtEl>
                                          <p:spTgt spid="21"/>
                                        </p:tgtEl>
                                      </p:cBhvr>
                                    </p:animEffect>
                                  </p:childTnLst>
                                </p:cTn>
                              </p:par>
                              <p:par>
                                <p:cTn id="15" presetID="10" presetClass="entr" presetSubtype="0" fill="hold" nodeType="with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par>
                                <p:cTn id="18" presetID="10" presetClass="entr" presetSubtype="0" fill="hold" nodeType="withEffect">
                                  <p:stCondLst>
                                    <p:cond delay="0"/>
                                  </p:stCondLst>
                                  <p:childTnLst>
                                    <p:set>
                                      <p:cBhvr>
                                        <p:cTn id="19" dur="1" fill="hold">
                                          <p:stCondLst>
                                            <p:cond delay="0"/>
                                          </p:stCondLst>
                                        </p:cTn>
                                        <p:tgtEl>
                                          <p:spTgt spid="151"/>
                                        </p:tgtEl>
                                        <p:attrNameLst>
                                          <p:attrName>style.visibility</p:attrName>
                                        </p:attrNameLst>
                                      </p:cBhvr>
                                      <p:to>
                                        <p:strVal val="visible"/>
                                      </p:to>
                                    </p:set>
                                    <p:animEffect transition="in" filter="fade">
                                      <p:cBhvr>
                                        <p:cTn id="20" dur="500"/>
                                        <p:tgtEl>
                                          <p:spTgt spid="151"/>
                                        </p:tgtEl>
                                      </p:cBhvr>
                                    </p:animEffect>
                                  </p:childTnLst>
                                </p:cTn>
                              </p:par>
                              <p:par>
                                <p:cTn id="21" presetID="16" presetClass="entr" presetSubtype="37" fill="hold" nodeType="withEffect">
                                  <p:stCondLst>
                                    <p:cond delay="0"/>
                                  </p:stCondLst>
                                  <p:childTnLst>
                                    <p:set>
                                      <p:cBhvr>
                                        <p:cTn id="22" dur="1" fill="hold">
                                          <p:stCondLst>
                                            <p:cond delay="0"/>
                                          </p:stCondLst>
                                        </p:cTn>
                                        <p:tgtEl>
                                          <p:spTgt spid="118"/>
                                        </p:tgtEl>
                                        <p:attrNameLst>
                                          <p:attrName>style.visibility</p:attrName>
                                        </p:attrNameLst>
                                      </p:cBhvr>
                                      <p:to>
                                        <p:strVal val="visible"/>
                                      </p:to>
                                    </p:set>
                                    <p:animEffect transition="in" filter="barn(outVertical)">
                                      <p:cBhvr>
                                        <p:cTn id="23" dur="500"/>
                                        <p:tgtEl>
                                          <p:spTgt spid="118"/>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23"/>
                                        </p:tgtEl>
                                        <p:attrNameLst>
                                          <p:attrName>style.visibility</p:attrName>
                                        </p:attrNameLst>
                                      </p:cBhvr>
                                      <p:to>
                                        <p:strVal val="visible"/>
                                      </p:to>
                                    </p:set>
                                    <p:animEffect transition="in" filter="fade">
                                      <p:cBhvr>
                                        <p:cTn id="26" dur="500"/>
                                        <p:tgtEl>
                                          <p:spTgt spid="123"/>
                                        </p:tgtEl>
                                      </p:cBhvr>
                                    </p:animEffect>
                                  </p:childTnLst>
                                </p:cTn>
                              </p:par>
                            </p:childTnLst>
                          </p:cTn>
                        </p:par>
                        <p:par>
                          <p:cTn id="27" fill="hold">
                            <p:stCondLst>
                              <p:cond delay="1000"/>
                            </p:stCondLst>
                            <p:childTnLst>
                              <p:par>
                                <p:cTn id="28" presetID="22" presetClass="entr" presetSubtype="4" fill="hold" nodeType="after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wipe(down)">
                                      <p:cBhvr>
                                        <p:cTn id="30" dur="500"/>
                                        <p:tgtEl>
                                          <p:spTgt spid="19"/>
                                        </p:tgtEl>
                                      </p:cBhvr>
                                    </p:animEffect>
                                  </p:childTnLst>
                                </p:cTn>
                              </p:par>
                              <p:par>
                                <p:cTn id="31" presetID="22" presetClass="entr" presetSubtype="4" fill="hold" nodeType="with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wipe(down)">
                                      <p:cBhvr>
                                        <p:cTn id="33" dur="500"/>
                                        <p:tgtEl>
                                          <p:spTgt spid="22"/>
                                        </p:tgtEl>
                                      </p:cBhvr>
                                    </p:animEffect>
                                  </p:childTnLst>
                                </p:cTn>
                              </p:par>
                            </p:childTnLst>
                          </p:cTn>
                        </p:par>
                        <p:par>
                          <p:cTn id="34" fill="hold">
                            <p:stCondLst>
                              <p:cond delay="1500"/>
                            </p:stCondLst>
                            <p:childTnLst>
                              <p:par>
                                <p:cTn id="35" presetID="10" presetClass="entr" presetSubtype="0" fill="hold" grpId="0" nodeType="afterEffect">
                                  <p:stCondLst>
                                    <p:cond delay="2000"/>
                                  </p:stCondLst>
                                  <p:childTnLst>
                                    <p:set>
                                      <p:cBhvr>
                                        <p:cTn id="36" dur="1" fill="hold">
                                          <p:stCondLst>
                                            <p:cond delay="0"/>
                                          </p:stCondLst>
                                        </p:cTn>
                                        <p:tgtEl>
                                          <p:spTgt spid="136"/>
                                        </p:tgtEl>
                                        <p:attrNameLst>
                                          <p:attrName>style.visibility</p:attrName>
                                        </p:attrNameLst>
                                      </p:cBhvr>
                                      <p:to>
                                        <p:strVal val="visible"/>
                                      </p:to>
                                    </p:set>
                                    <p:animEffect transition="in" filter="fade">
                                      <p:cBhvr>
                                        <p:cTn id="37" dur="500"/>
                                        <p:tgtEl>
                                          <p:spTgt spid="136"/>
                                        </p:tgtEl>
                                      </p:cBhvr>
                                    </p:animEffect>
                                  </p:childTnLst>
                                </p:cTn>
                              </p:par>
                              <p:par>
                                <p:cTn id="38" presetID="10" presetClass="entr" presetSubtype="0" fill="hold" nodeType="withEffect">
                                  <p:stCondLst>
                                    <p:cond delay="2000"/>
                                  </p:stCondLst>
                                  <p:childTnLst>
                                    <p:set>
                                      <p:cBhvr>
                                        <p:cTn id="39" dur="1" fill="hold">
                                          <p:stCondLst>
                                            <p:cond delay="0"/>
                                          </p:stCondLst>
                                        </p:cTn>
                                        <p:tgtEl>
                                          <p:spTgt spid="138"/>
                                        </p:tgtEl>
                                        <p:attrNameLst>
                                          <p:attrName>style.visibility</p:attrName>
                                        </p:attrNameLst>
                                      </p:cBhvr>
                                      <p:to>
                                        <p:strVal val="visible"/>
                                      </p:to>
                                    </p:set>
                                    <p:animEffect transition="in" filter="fade">
                                      <p:cBhvr>
                                        <p:cTn id="40" dur="500"/>
                                        <p:tgtEl>
                                          <p:spTgt spid="138"/>
                                        </p:tgtEl>
                                      </p:cBhvr>
                                    </p:animEffect>
                                  </p:childTnLst>
                                </p:cTn>
                              </p:par>
                              <p:par>
                                <p:cTn id="41" presetID="10" presetClass="entr" presetSubtype="0" fill="hold" nodeType="withEffect">
                                  <p:stCondLst>
                                    <p:cond delay="2000"/>
                                  </p:stCondLst>
                                  <p:childTnLst>
                                    <p:set>
                                      <p:cBhvr>
                                        <p:cTn id="42" dur="1" fill="hold">
                                          <p:stCondLst>
                                            <p:cond delay="0"/>
                                          </p:stCondLst>
                                        </p:cTn>
                                        <p:tgtEl>
                                          <p:spTgt spid="34"/>
                                        </p:tgtEl>
                                        <p:attrNameLst>
                                          <p:attrName>style.visibility</p:attrName>
                                        </p:attrNameLst>
                                      </p:cBhvr>
                                      <p:to>
                                        <p:strVal val="visible"/>
                                      </p:to>
                                    </p:set>
                                    <p:animEffect transition="in" filter="fade">
                                      <p:cBhvr>
                                        <p:cTn id="43" dur="500"/>
                                        <p:tgtEl>
                                          <p:spTgt spid="34"/>
                                        </p:tgtEl>
                                      </p:cBhvr>
                                    </p:animEffect>
                                  </p:childTnLst>
                                </p:cTn>
                              </p:par>
                            </p:childTnLst>
                          </p:cTn>
                        </p:par>
                        <p:par>
                          <p:cTn id="44" fill="hold">
                            <p:stCondLst>
                              <p:cond delay="4000"/>
                            </p:stCondLst>
                            <p:childTnLst>
                              <p:par>
                                <p:cTn id="45" presetID="10" presetClass="entr" presetSubtype="0" fill="hold" nodeType="afterEffect">
                                  <p:stCondLst>
                                    <p:cond delay="0"/>
                                  </p:stCondLst>
                                  <p:childTnLst>
                                    <p:set>
                                      <p:cBhvr>
                                        <p:cTn id="46" dur="1" fill="hold">
                                          <p:stCondLst>
                                            <p:cond delay="0"/>
                                          </p:stCondLst>
                                        </p:cTn>
                                        <p:tgtEl>
                                          <p:spTgt spid="41"/>
                                        </p:tgtEl>
                                        <p:attrNameLst>
                                          <p:attrName>style.visibility</p:attrName>
                                        </p:attrNameLst>
                                      </p:cBhvr>
                                      <p:to>
                                        <p:strVal val="visible"/>
                                      </p:to>
                                    </p:set>
                                    <p:animEffect transition="in" filter="fade">
                                      <p:cBhvr>
                                        <p:cTn id="47" dur="500"/>
                                        <p:tgtEl>
                                          <p:spTgt spid="41"/>
                                        </p:tgtEl>
                                      </p:cBhvr>
                                    </p:animEffect>
                                  </p:childTnLst>
                                </p:cTn>
                              </p:par>
                            </p:childTnLst>
                          </p:cTn>
                        </p:par>
                        <p:par>
                          <p:cTn id="48" fill="hold">
                            <p:stCondLst>
                              <p:cond delay="4500"/>
                            </p:stCondLst>
                            <p:childTnLst>
                              <p:par>
                                <p:cTn id="49" presetID="10" presetClass="entr" presetSubtype="0" fill="hold" nodeType="afterEffect">
                                  <p:stCondLst>
                                    <p:cond delay="0"/>
                                  </p:stCondLst>
                                  <p:childTnLst>
                                    <p:set>
                                      <p:cBhvr>
                                        <p:cTn id="50" dur="1" fill="hold">
                                          <p:stCondLst>
                                            <p:cond delay="0"/>
                                          </p:stCondLst>
                                        </p:cTn>
                                        <p:tgtEl>
                                          <p:spTgt spid="42"/>
                                        </p:tgtEl>
                                        <p:attrNameLst>
                                          <p:attrName>style.visibility</p:attrName>
                                        </p:attrNameLst>
                                      </p:cBhvr>
                                      <p:to>
                                        <p:strVal val="visible"/>
                                      </p:to>
                                    </p:set>
                                    <p:animEffect transition="in" filter="fade">
                                      <p:cBhvr>
                                        <p:cTn id="51" dur="500"/>
                                        <p:tgtEl>
                                          <p:spTgt spid="42"/>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40"/>
                                        </p:tgtEl>
                                        <p:attrNameLst>
                                          <p:attrName>style.visibility</p:attrName>
                                        </p:attrNameLst>
                                      </p:cBhvr>
                                      <p:to>
                                        <p:strVal val="visible"/>
                                      </p:to>
                                    </p:set>
                                    <p:animEffect transition="in" filter="fade">
                                      <p:cBhvr>
                                        <p:cTn id="54" dur="500"/>
                                        <p:tgtEl>
                                          <p:spTgt spid="40"/>
                                        </p:tgtEl>
                                      </p:cBhvr>
                                    </p:animEffect>
                                  </p:childTnLst>
                                </p:cTn>
                              </p:par>
                            </p:childTnLst>
                          </p:cTn>
                        </p:par>
                        <p:par>
                          <p:cTn id="55" fill="hold">
                            <p:stCondLst>
                              <p:cond delay="5000"/>
                            </p:stCondLst>
                            <p:childTnLst>
                              <p:par>
                                <p:cTn id="56" presetID="53" presetClass="entr" presetSubtype="16" fill="hold" nodeType="afterEffect">
                                  <p:stCondLst>
                                    <p:cond delay="750"/>
                                  </p:stCondLst>
                                  <p:childTnLst>
                                    <p:set>
                                      <p:cBhvr>
                                        <p:cTn id="57" dur="1" fill="hold">
                                          <p:stCondLst>
                                            <p:cond delay="0"/>
                                          </p:stCondLst>
                                        </p:cTn>
                                        <p:tgtEl>
                                          <p:spTgt spid="63"/>
                                        </p:tgtEl>
                                        <p:attrNameLst>
                                          <p:attrName>style.visibility</p:attrName>
                                        </p:attrNameLst>
                                      </p:cBhvr>
                                      <p:to>
                                        <p:strVal val="visible"/>
                                      </p:to>
                                    </p:set>
                                    <p:anim calcmode="lin" valueType="num">
                                      <p:cBhvr>
                                        <p:cTn id="58" dur="500" fill="hold"/>
                                        <p:tgtEl>
                                          <p:spTgt spid="63"/>
                                        </p:tgtEl>
                                        <p:attrNameLst>
                                          <p:attrName>ppt_w</p:attrName>
                                        </p:attrNameLst>
                                      </p:cBhvr>
                                      <p:tavLst>
                                        <p:tav tm="0">
                                          <p:val>
                                            <p:fltVal val="0"/>
                                          </p:val>
                                        </p:tav>
                                        <p:tav tm="100000">
                                          <p:val>
                                            <p:strVal val="#ppt_w"/>
                                          </p:val>
                                        </p:tav>
                                      </p:tavLst>
                                    </p:anim>
                                    <p:anim calcmode="lin" valueType="num">
                                      <p:cBhvr>
                                        <p:cTn id="59" dur="500" fill="hold"/>
                                        <p:tgtEl>
                                          <p:spTgt spid="63"/>
                                        </p:tgtEl>
                                        <p:attrNameLst>
                                          <p:attrName>ppt_h</p:attrName>
                                        </p:attrNameLst>
                                      </p:cBhvr>
                                      <p:tavLst>
                                        <p:tav tm="0">
                                          <p:val>
                                            <p:fltVal val="0"/>
                                          </p:val>
                                        </p:tav>
                                        <p:tav tm="100000">
                                          <p:val>
                                            <p:strVal val="#ppt_h"/>
                                          </p:val>
                                        </p:tav>
                                      </p:tavLst>
                                    </p:anim>
                                    <p:animEffect transition="in" filter="fade">
                                      <p:cBhvr>
                                        <p:cTn id="60" dur="500"/>
                                        <p:tgtEl>
                                          <p:spTgt spid="63"/>
                                        </p:tgtEl>
                                      </p:cBhvr>
                                    </p:animEffect>
                                  </p:childTnLst>
                                </p:cTn>
                              </p:par>
                            </p:childTnLst>
                          </p:cTn>
                        </p:par>
                        <p:par>
                          <p:cTn id="61" fill="hold">
                            <p:stCondLst>
                              <p:cond delay="6250"/>
                            </p:stCondLst>
                            <p:childTnLst>
                              <p:par>
                                <p:cTn id="62" presetID="10" presetClass="entr" presetSubtype="0" fill="hold" grpId="0" nodeType="afterEffect">
                                  <p:stCondLst>
                                    <p:cond delay="0"/>
                                  </p:stCondLst>
                                  <p:childTnLst>
                                    <p:set>
                                      <p:cBhvr>
                                        <p:cTn id="63" dur="1" fill="hold">
                                          <p:stCondLst>
                                            <p:cond delay="0"/>
                                          </p:stCondLst>
                                        </p:cTn>
                                        <p:tgtEl>
                                          <p:spTgt spid="67"/>
                                        </p:tgtEl>
                                        <p:attrNameLst>
                                          <p:attrName>style.visibility</p:attrName>
                                        </p:attrNameLst>
                                      </p:cBhvr>
                                      <p:to>
                                        <p:strVal val="visible"/>
                                      </p:to>
                                    </p:set>
                                    <p:animEffect transition="in" filter="fade">
                                      <p:cBhvr>
                                        <p:cTn id="64" dur="250"/>
                                        <p:tgtEl>
                                          <p:spTgt spid="67"/>
                                        </p:tgtEl>
                                      </p:cBhvr>
                                    </p:animEffect>
                                  </p:childTnLst>
                                </p:cTn>
                              </p:par>
                            </p:childTnLst>
                          </p:cTn>
                        </p:par>
                        <p:par>
                          <p:cTn id="65" fill="hold">
                            <p:stCondLst>
                              <p:cond delay="6500"/>
                            </p:stCondLst>
                            <p:childTnLst>
                              <p:par>
                                <p:cTn id="66" presetID="26" presetClass="emph" presetSubtype="0" repeatCount="2000" fill="hold" grpId="1" nodeType="afterEffect">
                                  <p:stCondLst>
                                    <p:cond delay="250"/>
                                  </p:stCondLst>
                                  <p:childTnLst>
                                    <p:animEffect transition="out" filter="fade">
                                      <p:cBhvr>
                                        <p:cTn id="67" dur="1000" tmFilter="0, 0; .2, .5; .8, .5; 1, 0"/>
                                        <p:tgtEl>
                                          <p:spTgt spid="67"/>
                                        </p:tgtEl>
                                      </p:cBhvr>
                                    </p:animEffect>
                                    <p:animScale>
                                      <p:cBhvr>
                                        <p:cTn id="68" dur="500" autoRev="1" fill="hold"/>
                                        <p:tgtEl>
                                          <p:spTgt spid="67"/>
                                        </p:tgtEl>
                                      </p:cBhvr>
                                      <p:by x="105000" y="105000"/>
                                    </p:animScale>
                                  </p:childTnLst>
                                </p:cTn>
                              </p:par>
                            </p:childTnLst>
                          </p:cTn>
                        </p:par>
                        <p:par>
                          <p:cTn id="69" fill="hold">
                            <p:stCondLst>
                              <p:cond delay="8750"/>
                            </p:stCondLst>
                            <p:childTnLst>
                              <p:par>
                                <p:cTn id="70" presetID="10" presetClass="entr" presetSubtype="0" fill="hold" nodeType="afterEffect">
                                  <p:stCondLst>
                                    <p:cond delay="0"/>
                                  </p:stCondLst>
                                  <p:childTnLst>
                                    <p:set>
                                      <p:cBhvr>
                                        <p:cTn id="71" dur="1" fill="hold">
                                          <p:stCondLst>
                                            <p:cond delay="0"/>
                                          </p:stCondLst>
                                        </p:cTn>
                                        <p:tgtEl>
                                          <p:spTgt spid="121"/>
                                        </p:tgtEl>
                                        <p:attrNameLst>
                                          <p:attrName>style.visibility</p:attrName>
                                        </p:attrNameLst>
                                      </p:cBhvr>
                                      <p:to>
                                        <p:strVal val="visible"/>
                                      </p:to>
                                    </p:set>
                                    <p:animEffect transition="in" filter="fade">
                                      <p:cBhvr>
                                        <p:cTn id="72" dur="500"/>
                                        <p:tgtEl>
                                          <p:spTgt spid="121"/>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122"/>
                                        </p:tgtEl>
                                        <p:attrNameLst>
                                          <p:attrName>style.visibility</p:attrName>
                                        </p:attrNameLst>
                                      </p:cBhvr>
                                      <p:to>
                                        <p:strVal val="visible"/>
                                      </p:to>
                                    </p:set>
                                    <p:animEffect transition="in" filter="fade">
                                      <p:cBhvr>
                                        <p:cTn id="75" dur="500"/>
                                        <p:tgtEl>
                                          <p:spTgt spid="122"/>
                                        </p:tgtEl>
                                      </p:cBhvr>
                                    </p:animEffect>
                                  </p:childTnLst>
                                </p:cTn>
                              </p:par>
                            </p:childTnLst>
                          </p:cTn>
                        </p:par>
                        <p:par>
                          <p:cTn id="76" fill="hold">
                            <p:stCondLst>
                              <p:cond delay="9250"/>
                            </p:stCondLst>
                            <p:childTnLst>
                              <p:par>
                                <p:cTn id="77" presetID="26" presetClass="emph" presetSubtype="0" fill="hold" nodeType="afterEffect">
                                  <p:stCondLst>
                                    <p:cond delay="500"/>
                                  </p:stCondLst>
                                  <p:childTnLst>
                                    <p:animEffect transition="out" filter="fade">
                                      <p:cBhvr>
                                        <p:cTn id="78" dur="500" tmFilter="0, 0; .2, .5; .8, .5; 1, 0"/>
                                        <p:tgtEl>
                                          <p:spTgt spid="121"/>
                                        </p:tgtEl>
                                      </p:cBhvr>
                                    </p:animEffect>
                                    <p:animScale>
                                      <p:cBhvr>
                                        <p:cTn id="79" dur="250" autoRev="1" fill="hold"/>
                                        <p:tgtEl>
                                          <p:spTgt spid="121"/>
                                        </p:tgtEl>
                                      </p:cBhvr>
                                      <p:by x="105000" y="105000"/>
                                    </p:animScale>
                                  </p:childTnLst>
                                </p:cTn>
                              </p:par>
                            </p:childTnLst>
                          </p:cTn>
                        </p:par>
                      </p:childTnLst>
                    </p:cTn>
                  </p:par>
                  <p:par>
                    <p:cTn id="80" fill="hold">
                      <p:stCondLst>
                        <p:cond delay="indefinite"/>
                      </p:stCondLst>
                      <p:childTnLst>
                        <p:par>
                          <p:cTn id="81" fill="hold">
                            <p:stCondLst>
                              <p:cond delay="0"/>
                            </p:stCondLst>
                            <p:childTnLst>
                              <p:par>
                                <p:cTn id="82" presetID="16" presetClass="entr" presetSubtype="37" fill="hold" nodeType="clickEffect">
                                  <p:stCondLst>
                                    <p:cond delay="0"/>
                                  </p:stCondLst>
                                  <p:childTnLst>
                                    <p:set>
                                      <p:cBhvr>
                                        <p:cTn id="83" dur="1" fill="hold">
                                          <p:stCondLst>
                                            <p:cond delay="0"/>
                                          </p:stCondLst>
                                        </p:cTn>
                                        <p:tgtEl>
                                          <p:spTgt spid="6"/>
                                        </p:tgtEl>
                                        <p:attrNameLst>
                                          <p:attrName>style.visibility</p:attrName>
                                        </p:attrNameLst>
                                      </p:cBhvr>
                                      <p:to>
                                        <p:strVal val="visible"/>
                                      </p:to>
                                    </p:set>
                                    <p:animEffect transition="in" filter="barn(outVertical)">
                                      <p:cBhvr>
                                        <p:cTn id="84" dur="500"/>
                                        <p:tgtEl>
                                          <p:spTgt spid="6"/>
                                        </p:tgtEl>
                                      </p:cBhvr>
                                    </p:animEffect>
                                  </p:childTnLst>
                                </p:cTn>
                              </p:par>
                              <p:par>
                                <p:cTn id="85" presetID="1" presetClass="exit" presetSubtype="0" fill="hold" grpId="0" nodeType="withEffect">
                                  <p:stCondLst>
                                    <p:cond delay="0"/>
                                  </p:stCondLst>
                                  <p:childTnLst>
                                    <p:set>
                                      <p:cBhvr>
                                        <p:cTn id="86" dur="1" fill="hold">
                                          <p:stCondLst>
                                            <p:cond delay="0"/>
                                          </p:stCondLst>
                                        </p:cTn>
                                        <p:tgtEl>
                                          <p:spTgt spid="163"/>
                                        </p:tgtEl>
                                        <p:attrNameLst>
                                          <p:attrName>style.visibility</p:attrName>
                                        </p:attrNameLst>
                                      </p:cBhvr>
                                      <p:to>
                                        <p:strVal val="hidden"/>
                                      </p:to>
                                    </p:set>
                                  </p:childTnLst>
                                </p:cTn>
                              </p:par>
                            </p:childTnLst>
                          </p:cTn>
                        </p:par>
                        <p:par>
                          <p:cTn id="87" fill="hold">
                            <p:stCondLst>
                              <p:cond delay="500"/>
                            </p:stCondLst>
                            <p:childTnLst>
                              <p:par>
                                <p:cTn id="88" presetID="10" presetClass="entr" presetSubtype="0" fill="hold" nodeType="afterEffect">
                                  <p:stCondLst>
                                    <p:cond delay="0"/>
                                  </p:stCondLst>
                                  <p:childTnLst>
                                    <p:set>
                                      <p:cBhvr>
                                        <p:cTn id="89" dur="1" fill="hold">
                                          <p:stCondLst>
                                            <p:cond delay="0"/>
                                          </p:stCondLst>
                                        </p:cTn>
                                        <p:tgtEl>
                                          <p:spTgt spid="161"/>
                                        </p:tgtEl>
                                        <p:attrNameLst>
                                          <p:attrName>style.visibility</p:attrName>
                                        </p:attrNameLst>
                                      </p:cBhvr>
                                      <p:to>
                                        <p:strVal val="visible"/>
                                      </p:to>
                                    </p:set>
                                    <p:animEffect transition="in" filter="fade">
                                      <p:cBhvr>
                                        <p:cTn id="90" dur="500"/>
                                        <p:tgtEl>
                                          <p:spTgt spid="161"/>
                                        </p:tgtEl>
                                      </p:cBhvr>
                                    </p:animEffect>
                                  </p:childTnLst>
                                </p:cTn>
                              </p:par>
                              <p:par>
                                <p:cTn id="91" presetID="10" presetClass="entr" presetSubtype="0" fill="hold" nodeType="withEffect">
                                  <p:stCondLst>
                                    <p:cond delay="0"/>
                                  </p:stCondLst>
                                  <p:childTnLst>
                                    <p:set>
                                      <p:cBhvr>
                                        <p:cTn id="92" dur="1" fill="hold">
                                          <p:stCondLst>
                                            <p:cond delay="0"/>
                                          </p:stCondLst>
                                        </p:cTn>
                                        <p:tgtEl>
                                          <p:spTgt spid="162"/>
                                        </p:tgtEl>
                                        <p:attrNameLst>
                                          <p:attrName>style.visibility</p:attrName>
                                        </p:attrNameLst>
                                      </p:cBhvr>
                                      <p:to>
                                        <p:strVal val="visible"/>
                                      </p:to>
                                    </p:set>
                                    <p:animEffect transition="in" filter="fade">
                                      <p:cBhvr>
                                        <p:cTn id="93" dur="500"/>
                                        <p:tgtEl>
                                          <p:spTgt spid="162"/>
                                        </p:tgtEl>
                                      </p:cBhvr>
                                    </p:animEffect>
                                  </p:childTnLst>
                                </p:cTn>
                              </p:par>
                            </p:childTnLst>
                          </p:cTn>
                        </p:par>
                        <p:par>
                          <p:cTn id="94" fill="hold">
                            <p:stCondLst>
                              <p:cond delay="1000"/>
                            </p:stCondLst>
                            <p:childTnLst>
                              <p:par>
                                <p:cTn id="95" presetID="10" presetClass="entr" presetSubtype="0" fill="hold" nodeType="afterEffect">
                                  <p:stCondLst>
                                    <p:cond delay="0"/>
                                  </p:stCondLst>
                                  <p:childTnLst>
                                    <p:set>
                                      <p:cBhvr>
                                        <p:cTn id="96" dur="1" fill="hold">
                                          <p:stCondLst>
                                            <p:cond delay="0"/>
                                          </p:stCondLst>
                                        </p:cTn>
                                        <p:tgtEl>
                                          <p:spTgt spid="18"/>
                                        </p:tgtEl>
                                        <p:attrNameLst>
                                          <p:attrName>style.visibility</p:attrName>
                                        </p:attrNameLst>
                                      </p:cBhvr>
                                      <p:to>
                                        <p:strVal val="visible"/>
                                      </p:to>
                                    </p:set>
                                    <p:animEffect transition="in" filter="fade">
                                      <p:cBhvr>
                                        <p:cTn id="97" dur="500"/>
                                        <p:tgtEl>
                                          <p:spTgt spid="18"/>
                                        </p:tgtEl>
                                      </p:cBhvr>
                                    </p:animEffect>
                                  </p:childTnLst>
                                </p:cTn>
                              </p:par>
                              <p:par>
                                <p:cTn id="98" presetID="10" presetClass="entr" presetSubtype="0" fill="hold" nodeType="withEffect">
                                  <p:stCondLst>
                                    <p:cond delay="0"/>
                                  </p:stCondLst>
                                  <p:childTnLst>
                                    <p:set>
                                      <p:cBhvr>
                                        <p:cTn id="99" dur="1" fill="hold">
                                          <p:stCondLst>
                                            <p:cond delay="0"/>
                                          </p:stCondLst>
                                        </p:cTn>
                                        <p:tgtEl>
                                          <p:spTgt spid="17"/>
                                        </p:tgtEl>
                                        <p:attrNameLst>
                                          <p:attrName>style.visibility</p:attrName>
                                        </p:attrNameLst>
                                      </p:cBhvr>
                                      <p:to>
                                        <p:strVal val="visible"/>
                                      </p:to>
                                    </p:set>
                                    <p:animEffect transition="in" filter="fade">
                                      <p:cBhvr>
                                        <p:cTn id="100" dur="500"/>
                                        <p:tgtEl>
                                          <p:spTgt spid="17"/>
                                        </p:tgtEl>
                                      </p:cBhvr>
                                    </p:animEffect>
                                  </p:childTnLst>
                                </p:cTn>
                              </p:par>
                              <p:par>
                                <p:cTn id="101" presetID="10" presetClass="entr" presetSubtype="0" fill="hold" nodeType="withEffect">
                                  <p:stCondLst>
                                    <p:cond delay="0"/>
                                  </p:stCondLst>
                                  <p:childTnLst>
                                    <p:set>
                                      <p:cBhvr>
                                        <p:cTn id="102" dur="1" fill="hold">
                                          <p:stCondLst>
                                            <p:cond delay="0"/>
                                          </p:stCondLst>
                                        </p:cTn>
                                        <p:tgtEl>
                                          <p:spTgt spid="153"/>
                                        </p:tgtEl>
                                        <p:attrNameLst>
                                          <p:attrName>style.visibility</p:attrName>
                                        </p:attrNameLst>
                                      </p:cBhvr>
                                      <p:to>
                                        <p:strVal val="visible"/>
                                      </p:to>
                                    </p:set>
                                    <p:animEffect transition="in" filter="fade">
                                      <p:cBhvr>
                                        <p:cTn id="103" dur="500"/>
                                        <p:tgtEl>
                                          <p:spTgt spid="153"/>
                                        </p:tgtEl>
                                      </p:cBhvr>
                                    </p:animEffect>
                                  </p:childTnLst>
                                </p:cTn>
                              </p:par>
                            </p:childTnLst>
                          </p:cTn>
                        </p:par>
                        <p:par>
                          <p:cTn id="104" fill="hold">
                            <p:stCondLst>
                              <p:cond delay="1500"/>
                            </p:stCondLst>
                            <p:childTnLst>
                              <p:par>
                                <p:cTn id="105" presetID="16" presetClass="entr" presetSubtype="37" fill="hold" nodeType="afterEffect">
                                  <p:stCondLst>
                                    <p:cond delay="0"/>
                                  </p:stCondLst>
                                  <p:childTnLst>
                                    <p:set>
                                      <p:cBhvr>
                                        <p:cTn id="106" dur="1" fill="hold">
                                          <p:stCondLst>
                                            <p:cond delay="0"/>
                                          </p:stCondLst>
                                        </p:cTn>
                                        <p:tgtEl>
                                          <p:spTgt spid="150"/>
                                        </p:tgtEl>
                                        <p:attrNameLst>
                                          <p:attrName>style.visibility</p:attrName>
                                        </p:attrNameLst>
                                      </p:cBhvr>
                                      <p:to>
                                        <p:strVal val="visible"/>
                                      </p:to>
                                    </p:set>
                                    <p:animEffect transition="in" filter="barn(outVertical)">
                                      <p:cBhvr>
                                        <p:cTn id="107" dur="500"/>
                                        <p:tgtEl>
                                          <p:spTgt spid="150"/>
                                        </p:tgtEl>
                                      </p:cBhvr>
                                    </p:animEffect>
                                  </p:childTnLst>
                                </p:cTn>
                              </p:par>
                              <p:par>
                                <p:cTn id="108" presetID="10" presetClass="entr" presetSubtype="0" fill="hold" grpId="0" nodeType="withEffect">
                                  <p:stCondLst>
                                    <p:cond delay="0"/>
                                  </p:stCondLst>
                                  <p:childTnLst>
                                    <p:set>
                                      <p:cBhvr>
                                        <p:cTn id="109" dur="1" fill="hold">
                                          <p:stCondLst>
                                            <p:cond delay="0"/>
                                          </p:stCondLst>
                                        </p:cTn>
                                        <p:tgtEl>
                                          <p:spTgt spid="88"/>
                                        </p:tgtEl>
                                        <p:attrNameLst>
                                          <p:attrName>style.visibility</p:attrName>
                                        </p:attrNameLst>
                                      </p:cBhvr>
                                      <p:to>
                                        <p:strVal val="visible"/>
                                      </p:to>
                                    </p:set>
                                    <p:animEffect transition="in" filter="fade">
                                      <p:cBhvr>
                                        <p:cTn id="110" dur="500"/>
                                        <p:tgtEl>
                                          <p:spTgt spid="88"/>
                                        </p:tgtEl>
                                      </p:cBhvr>
                                    </p:animEffect>
                                  </p:childTnLst>
                                </p:cTn>
                              </p:par>
                            </p:childTnLst>
                          </p:cTn>
                        </p:par>
                        <p:par>
                          <p:cTn id="111" fill="hold">
                            <p:stCondLst>
                              <p:cond delay="2000"/>
                            </p:stCondLst>
                            <p:childTnLst>
                              <p:par>
                                <p:cTn id="112" presetID="10" presetClass="entr" presetSubtype="0" fill="hold" grpId="0" nodeType="afterEffect">
                                  <p:stCondLst>
                                    <p:cond delay="0"/>
                                  </p:stCondLst>
                                  <p:childTnLst>
                                    <p:set>
                                      <p:cBhvr>
                                        <p:cTn id="113" dur="1" fill="hold">
                                          <p:stCondLst>
                                            <p:cond delay="0"/>
                                          </p:stCondLst>
                                        </p:cTn>
                                        <p:tgtEl>
                                          <p:spTgt spid="93"/>
                                        </p:tgtEl>
                                        <p:attrNameLst>
                                          <p:attrName>style.visibility</p:attrName>
                                        </p:attrNameLst>
                                      </p:cBhvr>
                                      <p:to>
                                        <p:strVal val="visible"/>
                                      </p:to>
                                    </p:set>
                                    <p:animEffect transition="in" filter="fade">
                                      <p:cBhvr>
                                        <p:cTn id="114" dur="500"/>
                                        <p:tgtEl>
                                          <p:spTgt spid="93"/>
                                        </p:tgtEl>
                                      </p:cBhvr>
                                    </p:animEffect>
                                  </p:childTnLst>
                                </p:cTn>
                              </p:par>
                              <p:par>
                                <p:cTn id="115" presetID="10" presetClass="entr" presetSubtype="0" fill="hold" nodeType="withEffect">
                                  <p:stCondLst>
                                    <p:cond delay="0"/>
                                  </p:stCondLst>
                                  <p:childTnLst>
                                    <p:set>
                                      <p:cBhvr>
                                        <p:cTn id="116" dur="1" fill="hold">
                                          <p:stCondLst>
                                            <p:cond delay="0"/>
                                          </p:stCondLst>
                                        </p:cTn>
                                        <p:tgtEl>
                                          <p:spTgt spid="92"/>
                                        </p:tgtEl>
                                        <p:attrNameLst>
                                          <p:attrName>style.visibility</p:attrName>
                                        </p:attrNameLst>
                                      </p:cBhvr>
                                      <p:to>
                                        <p:strVal val="visible"/>
                                      </p:to>
                                    </p:set>
                                    <p:animEffect transition="in" filter="fade">
                                      <p:cBhvr>
                                        <p:cTn id="117" dur="500"/>
                                        <p:tgtEl>
                                          <p:spTgt spid="92"/>
                                        </p:tgtEl>
                                      </p:cBhvr>
                                    </p:animEffect>
                                  </p:childTnLst>
                                </p:cTn>
                              </p:par>
                            </p:childTnLst>
                          </p:cTn>
                        </p:par>
                        <p:par>
                          <p:cTn id="118" fill="hold">
                            <p:stCondLst>
                              <p:cond delay="2500"/>
                            </p:stCondLst>
                            <p:childTnLst>
                              <p:par>
                                <p:cTn id="119" presetID="22" presetClass="entr" presetSubtype="4" fill="hold" nodeType="afterEffect">
                                  <p:stCondLst>
                                    <p:cond delay="0"/>
                                  </p:stCondLst>
                                  <p:childTnLst>
                                    <p:set>
                                      <p:cBhvr>
                                        <p:cTn id="120" dur="1" fill="hold">
                                          <p:stCondLst>
                                            <p:cond delay="0"/>
                                          </p:stCondLst>
                                        </p:cTn>
                                        <p:tgtEl>
                                          <p:spTgt spid="7"/>
                                        </p:tgtEl>
                                        <p:attrNameLst>
                                          <p:attrName>style.visibility</p:attrName>
                                        </p:attrNameLst>
                                      </p:cBhvr>
                                      <p:to>
                                        <p:strVal val="visible"/>
                                      </p:to>
                                    </p:set>
                                    <p:animEffect transition="in" filter="wipe(down)">
                                      <p:cBhvr>
                                        <p:cTn id="121" dur="500"/>
                                        <p:tgtEl>
                                          <p:spTgt spid="7"/>
                                        </p:tgtEl>
                                      </p:cBhvr>
                                    </p:animEffect>
                                  </p:childTnLst>
                                </p:cTn>
                              </p:par>
                              <p:par>
                                <p:cTn id="122" presetID="22" presetClass="entr" presetSubtype="4" fill="hold" nodeType="withEffect">
                                  <p:stCondLst>
                                    <p:cond delay="0"/>
                                  </p:stCondLst>
                                  <p:childTnLst>
                                    <p:set>
                                      <p:cBhvr>
                                        <p:cTn id="123" dur="1" fill="hold">
                                          <p:stCondLst>
                                            <p:cond delay="0"/>
                                          </p:stCondLst>
                                        </p:cTn>
                                        <p:tgtEl>
                                          <p:spTgt spid="33"/>
                                        </p:tgtEl>
                                        <p:attrNameLst>
                                          <p:attrName>style.visibility</p:attrName>
                                        </p:attrNameLst>
                                      </p:cBhvr>
                                      <p:to>
                                        <p:strVal val="visible"/>
                                      </p:to>
                                    </p:set>
                                    <p:animEffect transition="in" filter="wipe(down)">
                                      <p:cBhvr>
                                        <p:cTn id="124" dur="500"/>
                                        <p:tgtEl>
                                          <p:spTgt spid="33"/>
                                        </p:tgtEl>
                                      </p:cBhvr>
                                    </p:animEffect>
                                  </p:childTnLst>
                                </p:cTn>
                              </p:par>
                            </p:childTnLst>
                          </p:cTn>
                        </p:par>
                        <p:par>
                          <p:cTn id="125" fill="hold">
                            <p:stCondLst>
                              <p:cond delay="3000"/>
                            </p:stCondLst>
                            <p:childTnLst>
                              <p:par>
                                <p:cTn id="126" presetID="10" presetClass="entr" presetSubtype="0" fill="hold" nodeType="afterEffect">
                                  <p:stCondLst>
                                    <p:cond delay="1000"/>
                                  </p:stCondLst>
                                  <p:childTnLst>
                                    <p:set>
                                      <p:cBhvr>
                                        <p:cTn id="127" dur="1" fill="hold">
                                          <p:stCondLst>
                                            <p:cond delay="0"/>
                                          </p:stCondLst>
                                        </p:cTn>
                                        <p:tgtEl>
                                          <p:spTgt spid="86"/>
                                        </p:tgtEl>
                                        <p:attrNameLst>
                                          <p:attrName>style.visibility</p:attrName>
                                        </p:attrNameLst>
                                      </p:cBhvr>
                                      <p:to>
                                        <p:strVal val="visible"/>
                                      </p:to>
                                    </p:set>
                                    <p:animEffect transition="in" filter="fade">
                                      <p:cBhvr>
                                        <p:cTn id="128" dur="500"/>
                                        <p:tgtEl>
                                          <p:spTgt spid="86"/>
                                        </p:tgtEl>
                                      </p:cBhvr>
                                    </p:animEffect>
                                  </p:childTnLst>
                                </p:cTn>
                              </p:par>
                              <p:par>
                                <p:cTn id="129" presetID="10" presetClass="entr" presetSubtype="0" fill="hold" grpId="0" nodeType="withEffect">
                                  <p:stCondLst>
                                    <p:cond delay="1000"/>
                                  </p:stCondLst>
                                  <p:childTnLst>
                                    <p:set>
                                      <p:cBhvr>
                                        <p:cTn id="130" dur="1" fill="hold">
                                          <p:stCondLst>
                                            <p:cond delay="0"/>
                                          </p:stCondLst>
                                        </p:cTn>
                                        <p:tgtEl>
                                          <p:spTgt spid="87"/>
                                        </p:tgtEl>
                                        <p:attrNameLst>
                                          <p:attrName>style.visibility</p:attrName>
                                        </p:attrNameLst>
                                      </p:cBhvr>
                                      <p:to>
                                        <p:strVal val="visible"/>
                                      </p:to>
                                    </p:set>
                                    <p:animEffect transition="in" filter="fade">
                                      <p:cBhvr>
                                        <p:cTn id="131" dur="500"/>
                                        <p:tgtEl>
                                          <p:spTgt spid="87"/>
                                        </p:tgtEl>
                                      </p:cBhvr>
                                    </p:animEffect>
                                  </p:childTnLst>
                                </p:cTn>
                              </p:par>
                              <p:par>
                                <p:cTn id="132" presetID="10" presetClass="entr" presetSubtype="0" fill="hold" nodeType="withEffect">
                                  <p:stCondLst>
                                    <p:cond delay="1000"/>
                                  </p:stCondLst>
                                  <p:childTnLst>
                                    <p:set>
                                      <p:cBhvr>
                                        <p:cTn id="133" dur="1" fill="hold">
                                          <p:stCondLst>
                                            <p:cond delay="0"/>
                                          </p:stCondLst>
                                        </p:cTn>
                                        <p:tgtEl>
                                          <p:spTgt spid="90"/>
                                        </p:tgtEl>
                                        <p:attrNameLst>
                                          <p:attrName>style.visibility</p:attrName>
                                        </p:attrNameLst>
                                      </p:cBhvr>
                                      <p:to>
                                        <p:strVal val="visible"/>
                                      </p:to>
                                    </p:set>
                                    <p:animEffect transition="in" filter="fade">
                                      <p:cBhvr>
                                        <p:cTn id="134" dur="500"/>
                                        <p:tgtEl>
                                          <p:spTgt spid="90"/>
                                        </p:tgtEl>
                                      </p:cBhvr>
                                    </p:animEffect>
                                  </p:childTnLst>
                                </p:cTn>
                              </p:par>
                              <p:par>
                                <p:cTn id="135" presetID="10" presetClass="entr" presetSubtype="0" fill="hold" grpId="0" nodeType="withEffect">
                                  <p:stCondLst>
                                    <p:cond delay="1000"/>
                                  </p:stCondLst>
                                  <p:childTnLst>
                                    <p:set>
                                      <p:cBhvr>
                                        <p:cTn id="136" dur="1" fill="hold">
                                          <p:stCondLst>
                                            <p:cond delay="0"/>
                                          </p:stCondLst>
                                        </p:cTn>
                                        <p:tgtEl>
                                          <p:spTgt spid="91"/>
                                        </p:tgtEl>
                                        <p:attrNameLst>
                                          <p:attrName>style.visibility</p:attrName>
                                        </p:attrNameLst>
                                      </p:cBhvr>
                                      <p:to>
                                        <p:strVal val="visible"/>
                                      </p:to>
                                    </p:set>
                                    <p:animEffect transition="in" filter="fade">
                                      <p:cBhvr>
                                        <p:cTn id="137" dur="500"/>
                                        <p:tgtEl>
                                          <p:spTgt spid="91"/>
                                        </p:tgtEl>
                                      </p:cBhvr>
                                    </p:animEffect>
                                  </p:childTnLst>
                                </p:cTn>
                              </p:par>
                            </p:childTnLst>
                          </p:cTn>
                        </p:par>
                        <p:par>
                          <p:cTn id="138" fill="hold">
                            <p:stCondLst>
                              <p:cond delay="4500"/>
                            </p:stCondLst>
                            <p:childTnLst>
                              <p:par>
                                <p:cTn id="139" presetID="26" presetClass="emph" presetSubtype="0" fill="hold" nodeType="afterEffect">
                                  <p:stCondLst>
                                    <p:cond delay="500"/>
                                  </p:stCondLst>
                                  <p:childTnLst>
                                    <p:animEffect transition="out" filter="fade">
                                      <p:cBhvr>
                                        <p:cTn id="140" dur="500" tmFilter="0, 0; .2, .5; .8, .5; 1, 0"/>
                                        <p:tgtEl>
                                          <p:spTgt spid="86"/>
                                        </p:tgtEl>
                                      </p:cBhvr>
                                    </p:animEffect>
                                    <p:animScale>
                                      <p:cBhvr>
                                        <p:cTn id="141" dur="250" autoRev="1" fill="hold"/>
                                        <p:tgtEl>
                                          <p:spTgt spid="86"/>
                                        </p:tgtEl>
                                      </p:cBhvr>
                                      <p:by x="105000" y="105000"/>
                                    </p:animScale>
                                  </p:childTnLst>
                                </p:cTn>
                              </p:par>
                              <p:par>
                                <p:cTn id="142" presetID="26" presetClass="emph" presetSubtype="0" fill="hold" grpId="1" nodeType="withEffect">
                                  <p:stCondLst>
                                    <p:cond delay="500"/>
                                  </p:stCondLst>
                                  <p:childTnLst>
                                    <p:animEffect transition="out" filter="fade">
                                      <p:cBhvr>
                                        <p:cTn id="143" dur="500" tmFilter="0, 0; .2, .5; .8, .5; 1, 0"/>
                                        <p:tgtEl>
                                          <p:spTgt spid="87"/>
                                        </p:tgtEl>
                                      </p:cBhvr>
                                    </p:animEffect>
                                    <p:animScale>
                                      <p:cBhvr>
                                        <p:cTn id="144" dur="250" autoRev="1" fill="hold"/>
                                        <p:tgtEl>
                                          <p:spTgt spid="87"/>
                                        </p:tgtEl>
                                      </p:cBhvr>
                                      <p:by x="105000" y="105000"/>
                                    </p:animScale>
                                  </p:childTnLst>
                                </p:cTn>
                              </p:par>
                              <p:par>
                                <p:cTn id="145" presetID="26" presetClass="emph" presetSubtype="0" fill="hold" nodeType="withEffect">
                                  <p:stCondLst>
                                    <p:cond delay="500"/>
                                  </p:stCondLst>
                                  <p:childTnLst>
                                    <p:animEffect transition="out" filter="fade">
                                      <p:cBhvr>
                                        <p:cTn id="146" dur="500" tmFilter="0, 0; .2, .5; .8, .5; 1, 0"/>
                                        <p:tgtEl>
                                          <p:spTgt spid="90"/>
                                        </p:tgtEl>
                                      </p:cBhvr>
                                    </p:animEffect>
                                    <p:animScale>
                                      <p:cBhvr>
                                        <p:cTn id="147" dur="250" autoRev="1" fill="hold"/>
                                        <p:tgtEl>
                                          <p:spTgt spid="90"/>
                                        </p:tgtEl>
                                      </p:cBhvr>
                                      <p:by x="105000" y="105000"/>
                                    </p:animScale>
                                  </p:childTnLst>
                                </p:cTn>
                              </p:par>
                              <p:par>
                                <p:cTn id="148" presetID="26" presetClass="emph" presetSubtype="0" fill="hold" grpId="1" nodeType="withEffect">
                                  <p:stCondLst>
                                    <p:cond delay="500"/>
                                  </p:stCondLst>
                                  <p:childTnLst>
                                    <p:animEffect transition="out" filter="fade">
                                      <p:cBhvr>
                                        <p:cTn id="149" dur="500" tmFilter="0, 0; .2, .5; .8, .5; 1, 0"/>
                                        <p:tgtEl>
                                          <p:spTgt spid="91"/>
                                        </p:tgtEl>
                                      </p:cBhvr>
                                    </p:animEffect>
                                    <p:animScale>
                                      <p:cBhvr>
                                        <p:cTn id="150" dur="250" autoRev="1" fill="hold"/>
                                        <p:tgtEl>
                                          <p:spTgt spid="91"/>
                                        </p:tgtEl>
                                      </p:cBhvr>
                                      <p:by x="105000" y="105000"/>
                                    </p:animScale>
                                  </p:childTnLst>
                                </p:cTn>
                              </p:par>
                            </p:childTnLst>
                          </p:cTn>
                        </p:par>
                        <p:par>
                          <p:cTn id="151" fill="hold">
                            <p:stCondLst>
                              <p:cond delay="5500"/>
                            </p:stCondLst>
                            <p:childTnLst>
                              <p:par>
                                <p:cTn id="152" presetID="10" presetClass="entr" presetSubtype="0" fill="hold" grpId="0" nodeType="afterEffect">
                                  <p:stCondLst>
                                    <p:cond delay="2000"/>
                                  </p:stCondLst>
                                  <p:childTnLst>
                                    <p:set>
                                      <p:cBhvr>
                                        <p:cTn id="153" dur="1" fill="hold">
                                          <p:stCondLst>
                                            <p:cond delay="0"/>
                                          </p:stCondLst>
                                        </p:cTn>
                                        <p:tgtEl>
                                          <p:spTgt spid="68"/>
                                        </p:tgtEl>
                                        <p:attrNameLst>
                                          <p:attrName>style.visibility</p:attrName>
                                        </p:attrNameLst>
                                      </p:cBhvr>
                                      <p:to>
                                        <p:strVal val="visible"/>
                                      </p:to>
                                    </p:set>
                                    <p:animEffect transition="in" filter="fade">
                                      <p:cBhvr>
                                        <p:cTn id="154" dur="500"/>
                                        <p:tgtEl>
                                          <p:spTgt spid="68"/>
                                        </p:tgtEl>
                                      </p:cBhvr>
                                    </p:animEffect>
                                  </p:childTnLst>
                                </p:cTn>
                              </p:par>
                              <p:par>
                                <p:cTn id="155" presetID="10" presetClass="entr" presetSubtype="0" fill="hold" grpId="0" nodeType="withEffect">
                                  <p:stCondLst>
                                    <p:cond delay="2000"/>
                                  </p:stCondLst>
                                  <p:childTnLst>
                                    <p:set>
                                      <p:cBhvr>
                                        <p:cTn id="156" dur="1" fill="hold">
                                          <p:stCondLst>
                                            <p:cond delay="0"/>
                                          </p:stCondLst>
                                        </p:cTn>
                                        <p:tgtEl>
                                          <p:spTgt spid="69"/>
                                        </p:tgtEl>
                                        <p:attrNameLst>
                                          <p:attrName>style.visibility</p:attrName>
                                        </p:attrNameLst>
                                      </p:cBhvr>
                                      <p:to>
                                        <p:strVal val="visible"/>
                                      </p:to>
                                    </p:set>
                                    <p:animEffect transition="in" filter="fade">
                                      <p:cBhvr>
                                        <p:cTn id="157" dur="500"/>
                                        <p:tgtEl>
                                          <p:spTgt spid="69"/>
                                        </p:tgtEl>
                                      </p:cBhvr>
                                    </p:animEffect>
                                  </p:childTnLst>
                                </p:cTn>
                              </p:par>
                            </p:childTnLst>
                          </p:cTn>
                        </p:par>
                        <p:par>
                          <p:cTn id="158" fill="hold">
                            <p:stCondLst>
                              <p:cond delay="8000"/>
                            </p:stCondLst>
                            <p:childTnLst>
                              <p:par>
                                <p:cTn id="159" presetID="1" presetClass="entr" presetSubtype="0" fill="hold" grpId="0" nodeType="afterEffect">
                                  <p:stCondLst>
                                    <p:cond delay="0"/>
                                  </p:stCondLst>
                                  <p:iterate type="lt">
                                    <p:tmAbs val="100"/>
                                  </p:iterate>
                                  <p:childTnLst>
                                    <p:set>
                                      <p:cBhvr>
                                        <p:cTn id="160" dur="1" fill="hold">
                                          <p:stCondLst>
                                            <p:cond delay="0"/>
                                          </p:stCondLst>
                                        </p:cTn>
                                        <p:tgtEl>
                                          <p:spTgt spid="135"/>
                                        </p:tgtEl>
                                        <p:attrNameLst>
                                          <p:attrName>style.visibility</p:attrName>
                                        </p:attrNameLst>
                                      </p:cBhvr>
                                      <p:to>
                                        <p:strVal val="visible"/>
                                      </p:to>
                                    </p:set>
                                  </p:childTnLst>
                                </p:cTn>
                              </p:par>
                            </p:childTnLst>
                          </p:cTn>
                        </p:par>
                        <p:par>
                          <p:cTn id="161" fill="hold">
                            <p:stCondLst>
                              <p:cond delay="9201"/>
                            </p:stCondLst>
                            <p:childTnLst>
                              <p:par>
                                <p:cTn id="162" presetID="10" presetClass="entr" presetSubtype="0" fill="hold" grpId="0" nodeType="afterEffect">
                                  <p:stCondLst>
                                    <p:cond delay="0"/>
                                  </p:stCondLst>
                                  <p:childTnLst>
                                    <p:set>
                                      <p:cBhvr>
                                        <p:cTn id="163" dur="1" fill="hold">
                                          <p:stCondLst>
                                            <p:cond delay="0"/>
                                          </p:stCondLst>
                                        </p:cTn>
                                        <p:tgtEl>
                                          <p:spTgt spid="70"/>
                                        </p:tgtEl>
                                        <p:attrNameLst>
                                          <p:attrName>style.visibility</p:attrName>
                                        </p:attrNameLst>
                                      </p:cBhvr>
                                      <p:to>
                                        <p:strVal val="visible"/>
                                      </p:to>
                                    </p:set>
                                    <p:animEffect transition="in" filter="fade">
                                      <p:cBhvr>
                                        <p:cTn id="164" dur="250"/>
                                        <p:tgtEl>
                                          <p:spTgt spid="70"/>
                                        </p:tgtEl>
                                      </p:cBhvr>
                                    </p:animEffect>
                                  </p:childTnLst>
                                </p:cTn>
                              </p:par>
                            </p:childTnLst>
                          </p:cTn>
                        </p:par>
                        <p:par>
                          <p:cTn id="165" fill="hold">
                            <p:stCondLst>
                              <p:cond delay="9451"/>
                            </p:stCondLst>
                            <p:childTnLst>
                              <p:par>
                                <p:cTn id="166" presetID="1" presetClass="entr" presetSubtype="0" fill="hold" grpId="0" nodeType="afterEffect">
                                  <p:stCondLst>
                                    <p:cond delay="0"/>
                                  </p:stCondLst>
                                  <p:iterate type="lt">
                                    <p:tmAbs val="100"/>
                                  </p:iterate>
                                  <p:childTnLst>
                                    <p:set>
                                      <p:cBhvr>
                                        <p:cTn id="167" dur="1" fill="hold">
                                          <p:stCondLst>
                                            <p:cond delay="0"/>
                                          </p:stCondLst>
                                        </p:cTn>
                                        <p:tgtEl>
                                          <p:spTgt spid="131"/>
                                        </p:tgtEl>
                                        <p:attrNameLst>
                                          <p:attrName>style.visibility</p:attrName>
                                        </p:attrNameLst>
                                      </p:cBhvr>
                                      <p:to>
                                        <p:strVal val="visible"/>
                                      </p:to>
                                    </p:set>
                                  </p:childTnLst>
                                </p:cTn>
                              </p:par>
                            </p:childTnLst>
                          </p:cTn>
                        </p:par>
                        <p:par>
                          <p:cTn id="168" fill="hold">
                            <p:stCondLst>
                              <p:cond delay="9652"/>
                            </p:stCondLst>
                            <p:childTnLst>
                              <p:par>
                                <p:cTn id="169" presetID="10" presetClass="entr" presetSubtype="0" fill="hold" grpId="0" nodeType="afterEffect">
                                  <p:stCondLst>
                                    <p:cond delay="0"/>
                                  </p:stCondLst>
                                  <p:childTnLst>
                                    <p:set>
                                      <p:cBhvr>
                                        <p:cTn id="170" dur="1" fill="hold">
                                          <p:stCondLst>
                                            <p:cond delay="0"/>
                                          </p:stCondLst>
                                        </p:cTn>
                                        <p:tgtEl>
                                          <p:spTgt spid="71"/>
                                        </p:tgtEl>
                                        <p:attrNameLst>
                                          <p:attrName>style.visibility</p:attrName>
                                        </p:attrNameLst>
                                      </p:cBhvr>
                                      <p:to>
                                        <p:strVal val="visible"/>
                                      </p:to>
                                    </p:set>
                                    <p:animEffect transition="in" filter="fade">
                                      <p:cBhvr>
                                        <p:cTn id="171" dur="250"/>
                                        <p:tgtEl>
                                          <p:spTgt spid="71"/>
                                        </p:tgtEl>
                                      </p:cBhvr>
                                    </p:animEffect>
                                  </p:childTnLst>
                                </p:cTn>
                              </p:par>
                            </p:childTnLst>
                          </p:cTn>
                        </p:par>
                        <p:par>
                          <p:cTn id="172" fill="hold">
                            <p:stCondLst>
                              <p:cond delay="9902"/>
                            </p:stCondLst>
                            <p:childTnLst>
                              <p:par>
                                <p:cTn id="173" presetID="1" presetClass="entr" presetSubtype="0" fill="hold" grpId="0" nodeType="afterEffect">
                                  <p:stCondLst>
                                    <p:cond delay="0"/>
                                  </p:stCondLst>
                                  <p:iterate type="lt">
                                    <p:tmAbs val="100"/>
                                  </p:iterate>
                                  <p:childTnLst>
                                    <p:set>
                                      <p:cBhvr>
                                        <p:cTn id="174" dur="1" fill="hold">
                                          <p:stCondLst>
                                            <p:cond delay="0"/>
                                          </p:stCondLst>
                                        </p:cTn>
                                        <p:tgtEl>
                                          <p:spTgt spid="106"/>
                                        </p:tgtEl>
                                        <p:attrNameLst>
                                          <p:attrName>style.visibility</p:attrName>
                                        </p:attrNameLst>
                                      </p:cBhvr>
                                      <p:to>
                                        <p:strVal val="visible"/>
                                      </p:to>
                                    </p:set>
                                  </p:childTnLst>
                                </p:cTn>
                              </p:par>
                            </p:childTnLst>
                          </p:cTn>
                        </p:par>
                        <p:par>
                          <p:cTn id="175" fill="hold">
                            <p:stCondLst>
                              <p:cond delay="10603"/>
                            </p:stCondLst>
                            <p:childTnLst>
                              <p:par>
                                <p:cTn id="176" presetID="10" presetClass="entr" presetSubtype="0" fill="hold" grpId="0" nodeType="afterEffect">
                                  <p:stCondLst>
                                    <p:cond delay="0"/>
                                  </p:stCondLst>
                                  <p:childTnLst>
                                    <p:set>
                                      <p:cBhvr>
                                        <p:cTn id="177" dur="1" fill="hold">
                                          <p:stCondLst>
                                            <p:cond delay="0"/>
                                          </p:stCondLst>
                                        </p:cTn>
                                        <p:tgtEl>
                                          <p:spTgt spid="133"/>
                                        </p:tgtEl>
                                        <p:attrNameLst>
                                          <p:attrName>style.visibility</p:attrName>
                                        </p:attrNameLst>
                                      </p:cBhvr>
                                      <p:to>
                                        <p:strVal val="visible"/>
                                      </p:to>
                                    </p:set>
                                    <p:animEffect transition="in" filter="fade">
                                      <p:cBhvr>
                                        <p:cTn id="178" dur="250"/>
                                        <p:tgtEl>
                                          <p:spTgt spid="133"/>
                                        </p:tgtEl>
                                      </p:cBhvr>
                                    </p:animEffect>
                                  </p:childTnLst>
                                </p:cTn>
                              </p:par>
                            </p:childTnLst>
                          </p:cTn>
                        </p:par>
                        <p:par>
                          <p:cTn id="179" fill="hold">
                            <p:stCondLst>
                              <p:cond delay="10853"/>
                            </p:stCondLst>
                            <p:childTnLst>
                              <p:par>
                                <p:cTn id="180" presetID="22" presetClass="entr" presetSubtype="1" fill="hold" nodeType="afterEffect">
                                  <p:stCondLst>
                                    <p:cond delay="0"/>
                                  </p:stCondLst>
                                  <p:childTnLst>
                                    <p:set>
                                      <p:cBhvr>
                                        <p:cTn id="181" dur="1" fill="hold">
                                          <p:stCondLst>
                                            <p:cond delay="0"/>
                                          </p:stCondLst>
                                        </p:cTn>
                                        <p:tgtEl>
                                          <p:spTgt spid="94"/>
                                        </p:tgtEl>
                                        <p:attrNameLst>
                                          <p:attrName>style.visibility</p:attrName>
                                        </p:attrNameLst>
                                      </p:cBhvr>
                                      <p:to>
                                        <p:strVal val="visible"/>
                                      </p:to>
                                    </p:set>
                                    <p:animEffect transition="in" filter="wipe(up)">
                                      <p:cBhvr>
                                        <p:cTn id="182" dur="500"/>
                                        <p:tgtEl>
                                          <p:spTgt spid="94"/>
                                        </p:tgtEl>
                                      </p:cBhvr>
                                    </p:animEffect>
                                  </p:childTnLst>
                                </p:cTn>
                              </p:par>
                            </p:childTnLst>
                          </p:cTn>
                        </p:par>
                        <p:par>
                          <p:cTn id="183" fill="hold">
                            <p:stCondLst>
                              <p:cond delay="11353"/>
                            </p:stCondLst>
                            <p:childTnLst>
                              <p:par>
                                <p:cTn id="184" presetID="10" presetClass="entr" presetSubtype="0" fill="hold" grpId="0" nodeType="afterEffect">
                                  <p:stCondLst>
                                    <p:cond delay="0"/>
                                  </p:stCondLst>
                                  <p:childTnLst>
                                    <p:set>
                                      <p:cBhvr>
                                        <p:cTn id="185" dur="1" fill="hold">
                                          <p:stCondLst>
                                            <p:cond delay="0"/>
                                          </p:stCondLst>
                                        </p:cTn>
                                        <p:tgtEl>
                                          <p:spTgt spid="89"/>
                                        </p:tgtEl>
                                        <p:attrNameLst>
                                          <p:attrName>style.visibility</p:attrName>
                                        </p:attrNameLst>
                                      </p:cBhvr>
                                      <p:to>
                                        <p:strVal val="visible"/>
                                      </p:to>
                                    </p:set>
                                    <p:animEffect transition="in" filter="fade">
                                      <p:cBhvr>
                                        <p:cTn id="186" dur="500"/>
                                        <p:tgtEl>
                                          <p:spTgt spid="89"/>
                                        </p:tgtEl>
                                      </p:cBhvr>
                                    </p:animEffect>
                                  </p:childTnLst>
                                </p:cTn>
                              </p:par>
                            </p:childTnLst>
                          </p:cTn>
                        </p:par>
                        <p:par>
                          <p:cTn id="187" fill="hold">
                            <p:stCondLst>
                              <p:cond delay="11853"/>
                            </p:stCondLst>
                            <p:childTnLst>
                              <p:par>
                                <p:cTn id="188" presetID="26" presetClass="emph" presetSubtype="0" fill="hold" grpId="1" nodeType="afterEffect">
                                  <p:stCondLst>
                                    <p:cond delay="500"/>
                                  </p:stCondLst>
                                  <p:childTnLst>
                                    <p:animEffect transition="out" filter="fade">
                                      <p:cBhvr>
                                        <p:cTn id="189" dur="500" tmFilter="0, 0; .2, .5; .8, .5; 1, 0"/>
                                        <p:tgtEl>
                                          <p:spTgt spid="89"/>
                                        </p:tgtEl>
                                      </p:cBhvr>
                                    </p:animEffect>
                                    <p:animScale>
                                      <p:cBhvr>
                                        <p:cTn id="190" dur="250" autoRev="1" fill="hold"/>
                                        <p:tgtEl>
                                          <p:spTgt spid="89"/>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87" grpId="0"/>
      <p:bldP spid="87" grpId="1"/>
      <p:bldP spid="88" grpId="0" animBg="1"/>
      <p:bldP spid="89" grpId="0"/>
      <p:bldP spid="89" grpId="1"/>
      <p:bldP spid="91" grpId="0"/>
      <p:bldP spid="91" grpId="1"/>
      <p:bldP spid="93" grpId="0"/>
      <p:bldP spid="122" grpId="0"/>
      <p:bldP spid="123" grpId="0" animBg="1"/>
      <p:bldP spid="40" grpId="0"/>
      <p:bldP spid="67" grpId="0" animBg="1"/>
      <p:bldP spid="67" grpId="1" animBg="1"/>
      <p:bldP spid="68" grpId="0" animBg="1"/>
      <p:bldP spid="69" grpId="0"/>
      <p:bldP spid="70" grpId="0"/>
      <p:bldP spid="71" grpId="0"/>
      <p:bldP spid="106" grpId="0"/>
      <p:bldP spid="131" grpId="0"/>
      <p:bldP spid="133" grpId="0"/>
      <p:bldP spid="135" grpId="0"/>
      <p:bldP spid="163"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50E101-CB9E-D0E2-91D6-576A516C54C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CADE3BF-C6D1-50CF-20B7-9A140F677AF3}"/>
              </a:ext>
            </a:extLst>
          </p:cNvPr>
          <p:cNvSpPr>
            <a:spLocks noGrp="1"/>
          </p:cNvSpPr>
          <p:nvPr>
            <p:ph type="title"/>
          </p:nvPr>
        </p:nvSpPr>
        <p:spPr/>
        <p:txBody>
          <a:bodyPr/>
          <a:lstStyle/>
          <a:p>
            <a:r>
              <a:rPr lang="en-US" dirty="0"/>
              <a:t>Protect Data on Other Storage Types using vSAN</a:t>
            </a:r>
          </a:p>
        </p:txBody>
      </p:sp>
      <p:sp>
        <p:nvSpPr>
          <p:cNvPr id="3" name="Subtitle 2">
            <a:extLst>
              <a:ext uri="{FF2B5EF4-FFF2-40B4-BE49-F238E27FC236}">
                <a16:creationId xmlns:a16="http://schemas.microsoft.com/office/drawing/2014/main" id="{69A7B2E9-6D01-AE0F-1FA2-4C5EA2142B52}"/>
              </a:ext>
            </a:extLst>
          </p:cNvPr>
          <p:cNvSpPr>
            <a:spLocks noGrp="1"/>
          </p:cNvSpPr>
          <p:nvPr>
            <p:ph type="subTitle" idx="10"/>
          </p:nvPr>
        </p:nvSpPr>
        <p:spPr/>
        <p:txBody>
          <a:bodyPr/>
          <a:lstStyle/>
          <a:p>
            <a:r>
              <a:rPr lang="en-US" dirty="0"/>
              <a:t>Multi-source replication capabilities for vSAN clusters</a:t>
            </a:r>
          </a:p>
        </p:txBody>
      </p:sp>
      <p:sp>
        <p:nvSpPr>
          <p:cNvPr id="4" name="Text Placeholder 3">
            <a:extLst>
              <a:ext uri="{FF2B5EF4-FFF2-40B4-BE49-F238E27FC236}">
                <a16:creationId xmlns:a16="http://schemas.microsoft.com/office/drawing/2014/main" id="{19318721-3F2A-6EE4-AA65-8202C406B0BD}"/>
              </a:ext>
            </a:extLst>
          </p:cNvPr>
          <p:cNvSpPr>
            <a:spLocks noGrp="1"/>
          </p:cNvSpPr>
          <p:nvPr>
            <p:ph type="body" sz="quarter" idx="17"/>
          </p:nvPr>
        </p:nvSpPr>
        <p:spPr/>
        <p:txBody>
          <a:bodyPr/>
          <a:lstStyle/>
          <a:p>
            <a:r>
              <a:rPr lang="en-US" dirty="0"/>
              <a:t>Replicate to a vSAN cluster </a:t>
            </a:r>
            <a:r>
              <a:rPr lang="en-US" b="1" dirty="0"/>
              <a:t>from multiple source storage types</a:t>
            </a:r>
            <a:r>
              <a:rPr lang="en-US" dirty="0"/>
              <a:t>, including:</a:t>
            </a:r>
          </a:p>
          <a:p>
            <a:pPr lvl="1"/>
            <a:r>
              <a:rPr lang="en-US" dirty="0"/>
              <a:t>VMFS</a:t>
            </a:r>
          </a:p>
          <a:p>
            <a:pPr lvl="1"/>
            <a:r>
              <a:rPr lang="en-US" dirty="0"/>
              <a:t>NFS</a:t>
            </a:r>
          </a:p>
          <a:p>
            <a:pPr lvl="1"/>
            <a:r>
              <a:rPr lang="en-US" dirty="0"/>
              <a:t>vSAN</a:t>
            </a:r>
          </a:p>
          <a:p>
            <a:r>
              <a:rPr lang="en-US" dirty="0"/>
              <a:t>Uses </a:t>
            </a:r>
            <a:r>
              <a:rPr lang="en-US" b="1" dirty="0"/>
              <a:t>protection Groups and site pairing concepts</a:t>
            </a:r>
            <a:r>
              <a:rPr lang="en-US" dirty="0"/>
              <a:t> as found with vSAN-to-vSAN replication</a:t>
            </a:r>
          </a:p>
          <a:p>
            <a:r>
              <a:rPr lang="en-US" dirty="0"/>
              <a:t>Allows for easier data migrations</a:t>
            </a:r>
          </a:p>
          <a:p>
            <a:r>
              <a:rPr lang="en-US" dirty="0"/>
              <a:t>Replication capabilities available through </a:t>
            </a:r>
            <a:r>
              <a:rPr lang="en-US" b="1" dirty="0"/>
              <a:t>SRM</a:t>
            </a:r>
            <a:r>
              <a:rPr lang="en-US" dirty="0"/>
              <a:t>, or VMware </a:t>
            </a:r>
            <a:r>
              <a:rPr lang="en-US" b="1" dirty="0"/>
              <a:t>Advanced Cyber Compliance </a:t>
            </a:r>
            <a:r>
              <a:rPr lang="en-US" dirty="0"/>
              <a:t>(ACC) addon*</a:t>
            </a:r>
          </a:p>
          <a:p>
            <a:endParaRPr lang="en-US" dirty="0"/>
          </a:p>
          <a:p>
            <a:endParaRPr lang="en-US" dirty="0"/>
          </a:p>
        </p:txBody>
      </p:sp>
      <p:pic>
        <p:nvPicPr>
          <p:cNvPr id="6" name="Graphic 5">
            <a:extLst>
              <a:ext uri="{FF2B5EF4-FFF2-40B4-BE49-F238E27FC236}">
                <a16:creationId xmlns:a16="http://schemas.microsoft.com/office/drawing/2014/main" id="{9B4D757E-6610-4A77-5F28-D7E2955EC75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19259" y="5094892"/>
            <a:ext cx="190410" cy="223781"/>
          </a:xfrm>
          <a:prstGeom prst="rect">
            <a:avLst/>
          </a:prstGeom>
        </p:spPr>
      </p:pic>
      <p:cxnSp>
        <p:nvCxnSpPr>
          <p:cNvPr id="8" name="Straight Connector 7">
            <a:extLst>
              <a:ext uri="{FF2B5EF4-FFF2-40B4-BE49-F238E27FC236}">
                <a16:creationId xmlns:a16="http://schemas.microsoft.com/office/drawing/2014/main" id="{D290BE29-C7C7-CDA7-04E4-808B451FB706}"/>
              </a:ext>
            </a:extLst>
          </p:cNvPr>
          <p:cNvCxnSpPr>
            <a:cxnSpLocks/>
          </p:cNvCxnSpPr>
          <p:nvPr/>
        </p:nvCxnSpPr>
        <p:spPr bwMode="gray">
          <a:xfrm>
            <a:off x="5724337" y="4910460"/>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681EB770-C3E6-B2D4-A880-D0CEB2FAF2B9}"/>
              </a:ext>
            </a:extLst>
          </p:cNvPr>
          <p:cNvCxnSpPr>
            <a:cxnSpLocks/>
          </p:cNvCxnSpPr>
          <p:nvPr/>
        </p:nvCxnSpPr>
        <p:spPr bwMode="gray">
          <a:xfrm>
            <a:off x="7264400" y="4998470"/>
            <a:ext cx="640106"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5B8F951-F707-7616-B375-DB472581BD83}"/>
              </a:ext>
            </a:extLst>
          </p:cNvPr>
          <p:cNvCxnSpPr>
            <a:cxnSpLocks/>
          </p:cNvCxnSpPr>
          <p:nvPr/>
        </p:nvCxnSpPr>
        <p:spPr bwMode="gray">
          <a:xfrm>
            <a:off x="7904506" y="4910460"/>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174095EB-4C39-CCB3-1755-6FB919A5F547}"/>
              </a:ext>
            </a:extLst>
          </p:cNvPr>
          <p:cNvCxnSpPr>
            <a:cxnSpLocks/>
          </p:cNvCxnSpPr>
          <p:nvPr/>
        </p:nvCxnSpPr>
        <p:spPr bwMode="gray">
          <a:xfrm>
            <a:off x="5719747" y="4998470"/>
            <a:ext cx="636603"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D22536A1-82DF-B901-9E34-5114756F2D07}"/>
              </a:ext>
            </a:extLst>
          </p:cNvPr>
          <p:cNvSpPr txBox="1"/>
          <p:nvPr/>
        </p:nvSpPr>
        <p:spPr>
          <a:xfrm>
            <a:off x="6393047" y="4902298"/>
            <a:ext cx="843697" cy="184666"/>
          </a:xfrm>
          <a:prstGeom prst="rect">
            <a:avLst/>
          </a:prstGeom>
          <a:ln>
            <a:noFill/>
          </a:ln>
        </p:spPr>
        <p:txBody>
          <a:bodyPr wrap="square" lIns="0" tIns="0" rIns="0" bIns="0" rtlCol="0">
            <a:spAutoFit/>
          </a:bodyPr>
          <a:lstStyle/>
          <a:p>
            <a:pPr algn="ctr">
              <a:spcAft>
                <a:spcPts val="600"/>
              </a:spcAft>
            </a:pPr>
            <a:r>
              <a:rPr lang="en-US" sz="1200" dirty="0">
                <a:solidFill>
                  <a:schemeClr val="accent1"/>
                </a:solidFill>
                <a:latin typeface="Arial" panose="020B0604020202020204" pitchFamily="34" charset="0"/>
              </a:rPr>
              <a:t>vSAN ESA</a:t>
            </a:r>
          </a:p>
        </p:txBody>
      </p:sp>
      <p:sp>
        <p:nvSpPr>
          <p:cNvPr id="13" name="Rectangle 12">
            <a:extLst>
              <a:ext uri="{FF2B5EF4-FFF2-40B4-BE49-F238E27FC236}">
                <a16:creationId xmlns:a16="http://schemas.microsoft.com/office/drawing/2014/main" id="{487685AE-C3B2-7AA8-3DDE-E3D53D34A707}"/>
              </a:ext>
            </a:extLst>
          </p:cNvPr>
          <p:cNvSpPr/>
          <p:nvPr/>
        </p:nvSpPr>
        <p:spPr>
          <a:xfrm>
            <a:off x="5719746" y="3835340"/>
            <a:ext cx="2184760" cy="707867"/>
          </a:xfrm>
          <a:prstGeom prst="rect">
            <a:avLst/>
          </a:prstGeom>
          <a:solidFill>
            <a:schemeClr val="bg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pic>
        <p:nvPicPr>
          <p:cNvPr id="14" name="Graphic 13">
            <a:extLst>
              <a:ext uri="{FF2B5EF4-FFF2-40B4-BE49-F238E27FC236}">
                <a16:creationId xmlns:a16="http://schemas.microsoft.com/office/drawing/2014/main" id="{A1A317C8-649D-E7AA-2EF7-FFA86A058DA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844512" y="3933403"/>
            <a:ext cx="228600" cy="228600"/>
          </a:xfrm>
          <a:prstGeom prst="rect">
            <a:avLst/>
          </a:prstGeom>
        </p:spPr>
      </p:pic>
      <p:grpSp>
        <p:nvGrpSpPr>
          <p:cNvPr id="15" name="Group 14">
            <a:extLst>
              <a:ext uri="{FF2B5EF4-FFF2-40B4-BE49-F238E27FC236}">
                <a16:creationId xmlns:a16="http://schemas.microsoft.com/office/drawing/2014/main" id="{61B7E7F1-072B-7077-3824-860DEEBB4788}"/>
              </a:ext>
            </a:extLst>
          </p:cNvPr>
          <p:cNvGrpSpPr/>
          <p:nvPr/>
        </p:nvGrpSpPr>
        <p:grpSpPr>
          <a:xfrm>
            <a:off x="5800334" y="4217219"/>
            <a:ext cx="2023185" cy="254952"/>
            <a:chOff x="1410325" y="3573078"/>
            <a:chExt cx="2023185" cy="254952"/>
          </a:xfrm>
        </p:grpSpPr>
        <p:sp>
          <p:nvSpPr>
            <p:cNvPr id="16" name="Rectangle 15">
              <a:extLst>
                <a:ext uri="{FF2B5EF4-FFF2-40B4-BE49-F238E27FC236}">
                  <a16:creationId xmlns:a16="http://schemas.microsoft.com/office/drawing/2014/main" id="{9D35A280-EF37-79DB-902B-7093D045BB46}"/>
                </a:ext>
              </a:extLst>
            </p:cNvPr>
            <p:cNvSpPr/>
            <p:nvPr/>
          </p:nvSpPr>
          <p:spPr>
            <a:xfrm>
              <a:off x="1410325" y="3573078"/>
              <a:ext cx="2023185" cy="254952"/>
            </a:xfrm>
            <a:prstGeom prst="rect">
              <a:avLst/>
            </a:prstGeom>
            <a:noFill/>
            <a:ln w="9525">
              <a:gradFill flip="none" rotWithShape="1">
                <a:gsLst>
                  <a:gs pos="60000">
                    <a:srgbClr val="316E60"/>
                  </a:gs>
                  <a:gs pos="100000">
                    <a:schemeClr val="accent2"/>
                  </a:gs>
                  <a:gs pos="0">
                    <a:schemeClr val="accent4"/>
                  </a:gs>
                </a:gsLst>
                <a:lin ang="10800000" scaled="1"/>
                <a:tileRect/>
              </a:gradFill>
            </a:ln>
          </p:spPr>
          <p:txBody>
            <a:bodyPr wrap="square" anchor="ctr">
              <a:noAutofit/>
            </a:bodyPr>
            <a:lstStyle/>
            <a:p>
              <a:pPr algn="ctr"/>
              <a:endParaRPr lang="en-US" sz="1200" dirty="0">
                <a:solidFill>
                  <a:prstClr val="white"/>
                </a:solidFill>
              </a:endParaRPr>
            </a:p>
          </p:txBody>
        </p:sp>
        <p:sp>
          <p:nvSpPr>
            <p:cNvPr id="17" name="Rectangle 16">
              <a:extLst>
                <a:ext uri="{FF2B5EF4-FFF2-40B4-BE49-F238E27FC236}">
                  <a16:creationId xmlns:a16="http://schemas.microsoft.com/office/drawing/2014/main" id="{740718D1-5D7E-312B-6D95-332EDA43B92D}"/>
                </a:ext>
              </a:extLst>
            </p:cNvPr>
            <p:cNvSpPr/>
            <p:nvPr/>
          </p:nvSpPr>
          <p:spPr>
            <a:xfrm>
              <a:off x="1420623" y="3636670"/>
              <a:ext cx="543931" cy="123111"/>
            </a:xfrm>
            <a:prstGeom prst="rect">
              <a:avLst/>
            </a:prstGeom>
          </p:spPr>
          <p:txBody>
            <a:bodyPr wrap="square" lIns="0" tIns="0" rIns="0" bIns="0" anchor="ctr">
              <a:spAutoFit/>
            </a:bodyPr>
            <a:lstStyle/>
            <a:p>
              <a:pPr algn="ctr" defTabSz="914126">
                <a:defRPr/>
              </a:pPr>
              <a:r>
                <a:rPr lang="en-US" sz="800" dirty="0">
                  <a:solidFill>
                    <a:schemeClr val="tx2"/>
                  </a:solidFill>
                  <a:latin typeface="Arial" panose="020B0604020202020204" pitchFamily="34" charset="0"/>
                </a:rPr>
                <a:t>vSphere</a:t>
              </a:r>
            </a:p>
          </p:txBody>
        </p:sp>
        <p:sp>
          <p:nvSpPr>
            <p:cNvPr id="18" name="Rectangle 17">
              <a:extLst>
                <a:ext uri="{FF2B5EF4-FFF2-40B4-BE49-F238E27FC236}">
                  <a16:creationId xmlns:a16="http://schemas.microsoft.com/office/drawing/2014/main" id="{D1B3DEAA-453F-B667-E08F-6A1018E6C137}"/>
                </a:ext>
              </a:extLst>
            </p:cNvPr>
            <p:cNvSpPr/>
            <p:nvPr/>
          </p:nvSpPr>
          <p:spPr>
            <a:xfrm>
              <a:off x="2824885" y="3636670"/>
              <a:ext cx="608625" cy="123111"/>
            </a:xfrm>
            <a:prstGeom prst="rect">
              <a:avLst/>
            </a:prstGeom>
          </p:spPr>
          <p:txBody>
            <a:bodyPr wrap="square" lIns="0" tIns="0" rIns="0" bIns="0" anchor="ctr">
              <a:spAutoFit/>
            </a:bodyPr>
            <a:lstStyle/>
            <a:p>
              <a:pPr algn="ctr" defTabSz="914126">
                <a:defRPr/>
              </a:pPr>
              <a:r>
                <a:rPr lang="en-US" sz="800" dirty="0">
                  <a:solidFill>
                    <a:schemeClr val="tx2"/>
                  </a:solidFill>
                  <a:latin typeface="Arial" panose="020B0604020202020204" pitchFamily="34" charset="0"/>
                </a:rPr>
                <a:t>vSAN ESA</a:t>
              </a:r>
            </a:p>
          </p:txBody>
        </p:sp>
        <p:cxnSp>
          <p:nvCxnSpPr>
            <p:cNvPr id="20" name="Straight Connector 19">
              <a:extLst>
                <a:ext uri="{FF2B5EF4-FFF2-40B4-BE49-F238E27FC236}">
                  <a16:creationId xmlns:a16="http://schemas.microsoft.com/office/drawing/2014/main" id="{231D72D6-D91C-A8B6-676D-DC78764290A6}"/>
                </a:ext>
              </a:extLst>
            </p:cNvPr>
            <p:cNvCxnSpPr>
              <a:cxnSpLocks/>
            </p:cNvCxnSpPr>
            <p:nvPr/>
          </p:nvCxnSpPr>
          <p:spPr bwMode="gray">
            <a:xfrm flipH="1">
              <a:off x="2003038" y="3698226"/>
              <a:ext cx="297114"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AA80E336-9587-5A65-8AE0-90B1E38F4FC8}"/>
                </a:ext>
              </a:extLst>
            </p:cNvPr>
            <p:cNvCxnSpPr>
              <a:cxnSpLocks/>
            </p:cNvCxnSpPr>
            <p:nvPr/>
          </p:nvCxnSpPr>
          <p:spPr bwMode="gray">
            <a:xfrm>
              <a:off x="2300152" y="3698226"/>
              <a:ext cx="501426" cy="0"/>
            </a:xfrm>
            <a:prstGeom prst="line">
              <a:avLst/>
            </a:prstGeom>
            <a:ln w="9525">
              <a:gradFill flip="none" rotWithShape="1">
                <a:gsLst>
                  <a:gs pos="100000">
                    <a:schemeClr val="accent2"/>
                  </a:gs>
                  <a:gs pos="0">
                    <a:schemeClr val="accent4"/>
                  </a:gs>
                </a:gsLst>
                <a:lin ang="10800000" scaled="1"/>
                <a:tileRect/>
              </a:gradFill>
              <a:miter lim="800000"/>
              <a:tailEnd type="triangle" w="lg" len="med"/>
            </a:ln>
          </p:spPr>
          <p:style>
            <a:lnRef idx="1">
              <a:schemeClr val="accent1"/>
            </a:lnRef>
            <a:fillRef idx="0">
              <a:schemeClr val="accent1"/>
            </a:fillRef>
            <a:effectRef idx="0">
              <a:schemeClr val="accent1"/>
            </a:effectRef>
            <a:fontRef idx="minor">
              <a:schemeClr val="tx1"/>
            </a:fontRef>
          </p:style>
        </p:cxnSp>
      </p:grpSp>
      <p:sp>
        <p:nvSpPr>
          <p:cNvPr id="22" name="Rectangle 21">
            <a:extLst>
              <a:ext uri="{FF2B5EF4-FFF2-40B4-BE49-F238E27FC236}">
                <a16:creationId xmlns:a16="http://schemas.microsoft.com/office/drawing/2014/main" id="{5A3F7DD0-3FBF-1868-16A8-D88DCB56151D}"/>
              </a:ext>
            </a:extLst>
          </p:cNvPr>
          <p:cNvSpPr/>
          <p:nvPr/>
        </p:nvSpPr>
        <p:spPr>
          <a:xfrm>
            <a:off x="6076144" y="3955370"/>
            <a:ext cx="1389059" cy="184666"/>
          </a:xfrm>
          <a:prstGeom prst="rect">
            <a:avLst/>
          </a:prstGeom>
        </p:spPr>
        <p:txBody>
          <a:bodyPr wrap="square" lIns="0" tIns="0" rIns="0" bIns="0" anchor="ctr">
            <a:spAutoFit/>
          </a:bodyPr>
          <a:lstStyle/>
          <a:p>
            <a:pPr algn="ctr"/>
            <a:r>
              <a:rPr lang="en-US" sz="1200" dirty="0">
                <a:solidFill>
                  <a:schemeClr val="accent2"/>
                </a:solidFill>
                <a:latin typeface="Arial" panose="020B0604020202020204" pitchFamily="34" charset="0"/>
              </a:rPr>
              <a:t>Cloud Foundation</a:t>
            </a:r>
          </a:p>
        </p:txBody>
      </p:sp>
      <p:pic>
        <p:nvPicPr>
          <p:cNvPr id="23" name="Graphic 22">
            <a:extLst>
              <a:ext uri="{FF2B5EF4-FFF2-40B4-BE49-F238E27FC236}">
                <a16:creationId xmlns:a16="http://schemas.microsoft.com/office/drawing/2014/main" id="{D753D43E-52F5-A502-1E45-09F8B970BDA3}"/>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519458" y="3933403"/>
            <a:ext cx="228600" cy="228600"/>
          </a:xfrm>
          <a:prstGeom prst="rect">
            <a:avLst/>
          </a:prstGeom>
        </p:spPr>
      </p:pic>
      <p:grpSp>
        <p:nvGrpSpPr>
          <p:cNvPr id="25" name="Group 24">
            <a:extLst>
              <a:ext uri="{FF2B5EF4-FFF2-40B4-BE49-F238E27FC236}">
                <a16:creationId xmlns:a16="http://schemas.microsoft.com/office/drawing/2014/main" id="{4BF13BFC-70ED-94BF-549F-6B13E43A668F}"/>
              </a:ext>
            </a:extLst>
          </p:cNvPr>
          <p:cNvGrpSpPr/>
          <p:nvPr/>
        </p:nvGrpSpPr>
        <p:grpSpPr>
          <a:xfrm>
            <a:off x="5719747" y="4587209"/>
            <a:ext cx="2189434" cy="283867"/>
            <a:chOff x="712452" y="5388690"/>
            <a:chExt cx="2189434" cy="283867"/>
          </a:xfrm>
        </p:grpSpPr>
        <p:sp>
          <p:nvSpPr>
            <p:cNvPr id="26" name="Rectangle 25">
              <a:extLst>
                <a:ext uri="{FF2B5EF4-FFF2-40B4-BE49-F238E27FC236}">
                  <a16:creationId xmlns:a16="http://schemas.microsoft.com/office/drawing/2014/main" id="{09344A1B-3ACB-7908-DD24-0161FCA88525}"/>
                </a:ext>
              </a:extLst>
            </p:cNvPr>
            <p:cNvSpPr/>
            <p:nvPr/>
          </p:nvSpPr>
          <p:spPr>
            <a:xfrm>
              <a:off x="712452"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7" name="Rectangle 26">
              <a:extLst>
                <a:ext uri="{FF2B5EF4-FFF2-40B4-BE49-F238E27FC236}">
                  <a16:creationId xmlns:a16="http://schemas.microsoft.com/office/drawing/2014/main" id="{1D29E318-5A0A-2307-A8A8-1423E08E541B}"/>
                </a:ext>
              </a:extLst>
            </p:cNvPr>
            <p:cNvSpPr/>
            <p:nvPr/>
          </p:nvSpPr>
          <p:spPr>
            <a:xfrm>
              <a:off x="1276289"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8" name="Rectangle 27">
              <a:extLst>
                <a:ext uri="{FF2B5EF4-FFF2-40B4-BE49-F238E27FC236}">
                  <a16:creationId xmlns:a16="http://schemas.microsoft.com/office/drawing/2014/main" id="{BAAE99B8-62FE-7EED-2E90-94F0696ACECC}"/>
                </a:ext>
              </a:extLst>
            </p:cNvPr>
            <p:cNvSpPr/>
            <p:nvPr/>
          </p:nvSpPr>
          <p:spPr>
            <a:xfrm>
              <a:off x="1840126"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9" name="Rectangle 28">
              <a:extLst>
                <a:ext uri="{FF2B5EF4-FFF2-40B4-BE49-F238E27FC236}">
                  <a16:creationId xmlns:a16="http://schemas.microsoft.com/office/drawing/2014/main" id="{60E8E125-2352-9B22-1969-8C47D49CC5D2}"/>
                </a:ext>
              </a:extLst>
            </p:cNvPr>
            <p:cNvSpPr/>
            <p:nvPr/>
          </p:nvSpPr>
          <p:spPr>
            <a:xfrm>
              <a:off x="2403963"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30" name="Rectangle 29">
              <a:extLst>
                <a:ext uri="{FF2B5EF4-FFF2-40B4-BE49-F238E27FC236}">
                  <a16:creationId xmlns:a16="http://schemas.microsoft.com/office/drawing/2014/main" id="{315BF279-D5B1-3373-EAC6-CC9348BCF3CF}"/>
                </a:ext>
              </a:extLst>
            </p:cNvPr>
            <p:cNvSpPr/>
            <p:nvPr/>
          </p:nvSpPr>
          <p:spPr>
            <a:xfrm>
              <a:off x="712452"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1" name="Rectangle 30">
              <a:extLst>
                <a:ext uri="{FF2B5EF4-FFF2-40B4-BE49-F238E27FC236}">
                  <a16:creationId xmlns:a16="http://schemas.microsoft.com/office/drawing/2014/main" id="{B7E422D6-8819-FFE4-2231-7984BDCC1087}"/>
                </a:ext>
              </a:extLst>
            </p:cNvPr>
            <p:cNvSpPr/>
            <p:nvPr/>
          </p:nvSpPr>
          <p:spPr>
            <a:xfrm>
              <a:off x="1276289"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2" name="Rectangle 31">
              <a:extLst>
                <a:ext uri="{FF2B5EF4-FFF2-40B4-BE49-F238E27FC236}">
                  <a16:creationId xmlns:a16="http://schemas.microsoft.com/office/drawing/2014/main" id="{10EC2BA5-AC09-5543-B00B-2C695E778784}"/>
                </a:ext>
              </a:extLst>
            </p:cNvPr>
            <p:cNvSpPr/>
            <p:nvPr/>
          </p:nvSpPr>
          <p:spPr>
            <a:xfrm>
              <a:off x="1840126"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3" name="Rectangle 32">
              <a:extLst>
                <a:ext uri="{FF2B5EF4-FFF2-40B4-BE49-F238E27FC236}">
                  <a16:creationId xmlns:a16="http://schemas.microsoft.com/office/drawing/2014/main" id="{1B25CB8C-50FA-098C-48FB-1BA0D284EA38}"/>
                </a:ext>
              </a:extLst>
            </p:cNvPr>
            <p:cNvSpPr/>
            <p:nvPr/>
          </p:nvSpPr>
          <p:spPr>
            <a:xfrm>
              <a:off x="2403963"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cxnSp>
        <p:nvCxnSpPr>
          <p:cNvPr id="198" name="Straight Connector 197">
            <a:extLst>
              <a:ext uri="{FF2B5EF4-FFF2-40B4-BE49-F238E27FC236}">
                <a16:creationId xmlns:a16="http://schemas.microsoft.com/office/drawing/2014/main" id="{3448BE9B-D4DD-C9AC-D1FA-65C2851EDEE4}"/>
              </a:ext>
            </a:extLst>
          </p:cNvPr>
          <p:cNvCxnSpPr>
            <a:cxnSpLocks/>
          </p:cNvCxnSpPr>
          <p:nvPr/>
        </p:nvCxnSpPr>
        <p:spPr bwMode="gray">
          <a:xfrm>
            <a:off x="3861825" y="3504540"/>
            <a:ext cx="1760605" cy="0"/>
          </a:xfrm>
          <a:prstGeom prst="line">
            <a:avLst/>
          </a:prstGeom>
          <a:ln w="25400">
            <a:solidFill>
              <a:schemeClr val="accent3"/>
            </a:solidFill>
            <a:miter lim="800000"/>
            <a:tailEnd type="triangle" w="lg" len="med"/>
          </a:ln>
        </p:spPr>
        <p:style>
          <a:lnRef idx="1">
            <a:schemeClr val="accent1"/>
          </a:lnRef>
          <a:fillRef idx="0">
            <a:schemeClr val="accent1"/>
          </a:fillRef>
          <a:effectRef idx="0">
            <a:schemeClr val="accent1"/>
          </a:effectRef>
          <a:fontRef idx="minor">
            <a:schemeClr val="tx1"/>
          </a:fontRef>
        </p:style>
      </p:cxnSp>
      <p:sp>
        <p:nvSpPr>
          <p:cNvPr id="201" name="Rectangle 200">
            <a:extLst>
              <a:ext uri="{FF2B5EF4-FFF2-40B4-BE49-F238E27FC236}">
                <a16:creationId xmlns:a16="http://schemas.microsoft.com/office/drawing/2014/main" id="{1502E750-3772-6F4E-8529-FEAAD7528B1B}"/>
              </a:ext>
            </a:extLst>
          </p:cNvPr>
          <p:cNvSpPr/>
          <p:nvPr/>
        </p:nvSpPr>
        <p:spPr>
          <a:xfrm>
            <a:off x="5719748" y="3211481"/>
            <a:ext cx="2183554" cy="586119"/>
          </a:xfrm>
          <a:prstGeom prst="rect">
            <a:avLst/>
          </a:prstGeom>
          <a:solidFill>
            <a:schemeClr val="accent3">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07" name="TextBox 206">
            <a:extLst>
              <a:ext uri="{FF2B5EF4-FFF2-40B4-BE49-F238E27FC236}">
                <a16:creationId xmlns:a16="http://schemas.microsoft.com/office/drawing/2014/main" id="{F21A2B85-4766-576D-124C-6A78EDE7830E}"/>
              </a:ext>
            </a:extLst>
          </p:cNvPr>
          <p:cNvSpPr txBox="1"/>
          <p:nvPr/>
        </p:nvSpPr>
        <p:spPr>
          <a:xfrm>
            <a:off x="6194972" y="3281066"/>
            <a:ext cx="1233107" cy="153888"/>
          </a:xfrm>
          <a:prstGeom prst="rect">
            <a:avLst/>
          </a:prstGeom>
        </p:spPr>
        <p:txBody>
          <a:bodyPr wrap="square" lIns="0" tIns="0" rIns="0" bIns="0" rtlCol="0">
            <a:spAutoFit/>
          </a:bodyPr>
          <a:lstStyle/>
          <a:p>
            <a:pPr algn="ctr">
              <a:spcAft>
                <a:spcPts val="600"/>
              </a:spcAft>
            </a:pPr>
            <a:r>
              <a:rPr lang="en-US" sz="1000" dirty="0">
                <a:latin typeface="Arial" panose="020B0604020202020204" pitchFamily="34" charset="0"/>
              </a:rPr>
              <a:t>Site Recovery</a:t>
            </a:r>
          </a:p>
        </p:txBody>
      </p:sp>
      <p:cxnSp>
        <p:nvCxnSpPr>
          <p:cNvPr id="208" name="Straight Connector 207">
            <a:extLst>
              <a:ext uri="{FF2B5EF4-FFF2-40B4-BE49-F238E27FC236}">
                <a16:creationId xmlns:a16="http://schemas.microsoft.com/office/drawing/2014/main" id="{E637D861-384F-9B21-3B76-16052C45393A}"/>
              </a:ext>
            </a:extLst>
          </p:cNvPr>
          <p:cNvCxnSpPr>
            <a:cxnSpLocks/>
          </p:cNvCxnSpPr>
          <p:nvPr/>
        </p:nvCxnSpPr>
        <p:spPr bwMode="gray">
          <a:xfrm>
            <a:off x="5801878" y="3504540"/>
            <a:ext cx="2019295" cy="0"/>
          </a:xfrm>
          <a:prstGeom prst="line">
            <a:avLst/>
          </a:prstGeom>
          <a:ln w="12700">
            <a:solidFill>
              <a:schemeClr val="tx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277" name="Straight Connector 276">
            <a:extLst>
              <a:ext uri="{FF2B5EF4-FFF2-40B4-BE49-F238E27FC236}">
                <a16:creationId xmlns:a16="http://schemas.microsoft.com/office/drawing/2014/main" id="{3D781809-9C47-1D14-0831-E667C16F6C2E}"/>
              </a:ext>
            </a:extLst>
          </p:cNvPr>
          <p:cNvCxnSpPr>
            <a:cxnSpLocks/>
          </p:cNvCxnSpPr>
          <p:nvPr/>
        </p:nvCxnSpPr>
        <p:spPr bwMode="gray">
          <a:xfrm>
            <a:off x="3861825" y="1819506"/>
            <a:ext cx="285924"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664C354A-EF4A-636D-2B4A-9DBDB489B3F5}"/>
              </a:ext>
            </a:extLst>
          </p:cNvPr>
          <p:cNvCxnSpPr>
            <a:cxnSpLocks/>
          </p:cNvCxnSpPr>
          <p:nvPr/>
        </p:nvCxnSpPr>
        <p:spPr bwMode="gray">
          <a:xfrm>
            <a:off x="3861825" y="4912225"/>
            <a:ext cx="285924"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49" name="Group 48">
            <a:extLst>
              <a:ext uri="{FF2B5EF4-FFF2-40B4-BE49-F238E27FC236}">
                <a16:creationId xmlns:a16="http://schemas.microsoft.com/office/drawing/2014/main" id="{22D1DAC3-CCE4-AC70-F237-B6F4002F46E3}"/>
              </a:ext>
            </a:extLst>
          </p:cNvPr>
          <p:cNvGrpSpPr/>
          <p:nvPr/>
        </p:nvGrpSpPr>
        <p:grpSpPr>
          <a:xfrm>
            <a:off x="2154132" y="1970936"/>
            <a:ext cx="1625597" cy="283867"/>
            <a:chOff x="712452" y="5388690"/>
            <a:chExt cx="1625597" cy="283867"/>
          </a:xfrm>
          <a:solidFill>
            <a:schemeClr val="accent4">
              <a:lumMod val="20000"/>
              <a:lumOff val="80000"/>
            </a:schemeClr>
          </a:solidFill>
        </p:grpSpPr>
        <p:sp>
          <p:nvSpPr>
            <p:cNvPr id="50" name="Rectangle 49">
              <a:extLst>
                <a:ext uri="{FF2B5EF4-FFF2-40B4-BE49-F238E27FC236}">
                  <a16:creationId xmlns:a16="http://schemas.microsoft.com/office/drawing/2014/main" id="{D19CE257-B675-025B-D1EC-E7E0CBF985AA}"/>
                </a:ext>
              </a:extLst>
            </p:cNvPr>
            <p:cNvSpPr/>
            <p:nvPr/>
          </p:nvSpPr>
          <p:spPr>
            <a:xfrm>
              <a:off x="712452" y="5388690"/>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1" name="Rectangle 50">
              <a:extLst>
                <a:ext uri="{FF2B5EF4-FFF2-40B4-BE49-F238E27FC236}">
                  <a16:creationId xmlns:a16="http://schemas.microsoft.com/office/drawing/2014/main" id="{B2A0F9EC-40D5-A65E-1434-EF4FD3EBE996}"/>
                </a:ext>
              </a:extLst>
            </p:cNvPr>
            <p:cNvSpPr/>
            <p:nvPr/>
          </p:nvSpPr>
          <p:spPr>
            <a:xfrm>
              <a:off x="1276289" y="5388690"/>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2" name="Rectangle 51">
              <a:extLst>
                <a:ext uri="{FF2B5EF4-FFF2-40B4-BE49-F238E27FC236}">
                  <a16:creationId xmlns:a16="http://schemas.microsoft.com/office/drawing/2014/main" id="{4E96CC9F-99BB-7008-2A74-8876EDBE719F}"/>
                </a:ext>
              </a:extLst>
            </p:cNvPr>
            <p:cNvSpPr/>
            <p:nvPr/>
          </p:nvSpPr>
          <p:spPr>
            <a:xfrm>
              <a:off x="1840126" y="5388690"/>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4" name="Rectangle 53">
              <a:extLst>
                <a:ext uri="{FF2B5EF4-FFF2-40B4-BE49-F238E27FC236}">
                  <a16:creationId xmlns:a16="http://schemas.microsoft.com/office/drawing/2014/main" id="{165B00E8-ED6D-2519-74C8-65946431D54E}"/>
                </a:ext>
              </a:extLst>
            </p:cNvPr>
            <p:cNvSpPr/>
            <p:nvPr/>
          </p:nvSpPr>
          <p:spPr>
            <a:xfrm>
              <a:off x="712452" y="5559490"/>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5" name="Rectangle 54">
              <a:extLst>
                <a:ext uri="{FF2B5EF4-FFF2-40B4-BE49-F238E27FC236}">
                  <a16:creationId xmlns:a16="http://schemas.microsoft.com/office/drawing/2014/main" id="{24FA98F3-CEC3-7C71-9127-2860F84D39F4}"/>
                </a:ext>
              </a:extLst>
            </p:cNvPr>
            <p:cNvSpPr/>
            <p:nvPr/>
          </p:nvSpPr>
          <p:spPr>
            <a:xfrm>
              <a:off x="1276289" y="5559490"/>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6" name="Rectangle 55">
              <a:extLst>
                <a:ext uri="{FF2B5EF4-FFF2-40B4-BE49-F238E27FC236}">
                  <a16:creationId xmlns:a16="http://schemas.microsoft.com/office/drawing/2014/main" id="{8FD6C99C-E116-FCD4-6592-C6FA54396CF7}"/>
                </a:ext>
              </a:extLst>
            </p:cNvPr>
            <p:cNvSpPr/>
            <p:nvPr/>
          </p:nvSpPr>
          <p:spPr>
            <a:xfrm>
              <a:off x="1840126" y="5559490"/>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517" name="Group 516">
            <a:extLst>
              <a:ext uri="{FF2B5EF4-FFF2-40B4-BE49-F238E27FC236}">
                <a16:creationId xmlns:a16="http://schemas.microsoft.com/office/drawing/2014/main" id="{1B090715-4ACA-C487-F5CA-3B6BB61A147E}"/>
              </a:ext>
            </a:extLst>
          </p:cNvPr>
          <p:cNvGrpSpPr/>
          <p:nvPr/>
        </p:nvGrpSpPr>
        <p:grpSpPr>
          <a:xfrm>
            <a:off x="2755895" y="2513462"/>
            <a:ext cx="422070" cy="509219"/>
            <a:chOff x="2755895" y="2513462"/>
            <a:chExt cx="422070" cy="509219"/>
          </a:xfrm>
        </p:grpSpPr>
        <p:pic>
          <p:nvPicPr>
            <p:cNvPr id="58" name="Graphic 57">
              <a:extLst>
                <a:ext uri="{FF2B5EF4-FFF2-40B4-BE49-F238E27FC236}">
                  <a16:creationId xmlns:a16="http://schemas.microsoft.com/office/drawing/2014/main" id="{D64735B1-FAA7-F52D-7C2F-F364ABEB85F2}"/>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2876802" y="2810833"/>
              <a:ext cx="180257" cy="211848"/>
            </a:xfrm>
            <a:prstGeom prst="rect">
              <a:avLst/>
            </a:prstGeom>
          </p:spPr>
        </p:pic>
        <p:grpSp>
          <p:nvGrpSpPr>
            <p:cNvPr id="113" name="Group 112">
              <a:extLst>
                <a:ext uri="{FF2B5EF4-FFF2-40B4-BE49-F238E27FC236}">
                  <a16:creationId xmlns:a16="http://schemas.microsoft.com/office/drawing/2014/main" id="{819B94F8-5988-0AD8-A12D-6B61E9CCAECB}"/>
                </a:ext>
              </a:extLst>
            </p:cNvPr>
            <p:cNvGrpSpPr/>
            <p:nvPr/>
          </p:nvGrpSpPr>
          <p:grpSpPr>
            <a:xfrm>
              <a:off x="2755895" y="2513462"/>
              <a:ext cx="422070" cy="243841"/>
              <a:chOff x="1810404" y="4366687"/>
              <a:chExt cx="422070" cy="243841"/>
            </a:xfrm>
          </p:grpSpPr>
          <p:grpSp>
            <p:nvGrpSpPr>
              <p:cNvPr id="59" name="Group 58">
                <a:extLst>
                  <a:ext uri="{FF2B5EF4-FFF2-40B4-BE49-F238E27FC236}">
                    <a16:creationId xmlns:a16="http://schemas.microsoft.com/office/drawing/2014/main" id="{BCEA27A4-9102-5F22-DE84-ADEACE9BAC86}"/>
                  </a:ext>
                </a:extLst>
              </p:cNvPr>
              <p:cNvGrpSpPr/>
              <p:nvPr/>
            </p:nvGrpSpPr>
            <p:grpSpPr>
              <a:xfrm>
                <a:off x="1810478" y="4499477"/>
                <a:ext cx="421996" cy="111051"/>
                <a:chOff x="4831100" y="5347694"/>
                <a:chExt cx="421996" cy="111051"/>
              </a:xfrm>
              <a:solidFill>
                <a:schemeClr val="bg1">
                  <a:lumMod val="50000"/>
                </a:schemeClr>
              </a:solidFill>
            </p:grpSpPr>
            <p:sp>
              <p:nvSpPr>
                <p:cNvPr id="60" name="Freeform: Shape 59">
                  <a:extLst>
                    <a:ext uri="{FF2B5EF4-FFF2-40B4-BE49-F238E27FC236}">
                      <a16:creationId xmlns:a16="http://schemas.microsoft.com/office/drawing/2014/main" id="{C397EDE3-01D6-BA0F-E9A5-3A7DFC7E70F8}"/>
                    </a:ext>
                  </a:extLst>
                </p:cNvPr>
                <p:cNvSpPr/>
                <p:nvPr/>
              </p:nvSpPr>
              <p:spPr>
                <a:xfrm>
                  <a:off x="4831100" y="5347694"/>
                  <a:ext cx="421996" cy="111051"/>
                </a:xfrm>
                <a:custGeom>
                  <a:avLst/>
                  <a:gdLst>
                    <a:gd name="connsiteX0" fmla="*/ 410891 w 421996"/>
                    <a:gd name="connsiteY0" fmla="*/ 11105 h 111051"/>
                    <a:gd name="connsiteX1" fmla="*/ 410891 w 421996"/>
                    <a:gd name="connsiteY1" fmla="*/ 99946 h 111051"/>
                    <a:gd name="connsiteX2" fmla="*/ 11105 w 421996"/>
                    <a:gd name="connsiteY2" fmla="*/ 99946 h 111051"/>
                    <a:gd name="connsiteX3" fmla="*/ 11105 w 421996"/>
                    <a:gd name="connsiteY3" fmla="*/ 11105 h 111051"/>
                    <a:gd name="connsiteX4" fmla="*/ 410891 w 421996"/>
                    <a:gd name="connsiteY4" fmla="*/ 11105 h 111051"/>
                    <a:gd name="connsiteX5" fmla="*/ 421997 w 421996"/>
                    <a:gd name="connsiteY5" fmla="*/ 0 h 111051"/>
                    <a:gd name="connsiteX6" fmla="*/ 0 w 421996"/>
                    <a:gd name="connsiteY6" fmla="*/ 0 h 111051"/>
                    <a:gd name="connsiteX7" fmla="*/ 0 w 421996"/>
                    <a:gd name="connsiteY7" fmla="*/ 111052 h 111051"/>
                    <a:gd name="connsiteX8" fmla="*/ 421997 w 421996"/>
                    <a:gd name="connsiteY8" fmla="*/ 111052 h 111051"/>
                    <a:gd name="connsiteX9" fmla="*/ 421997 w 421996"/>
                    <a:gd name="connsiteY9" fmla="*/ 0 h 111051"/>
                    <a:gd name="connsiteX10" fmla="*/ 421997 w 421996"/>
                    <a:gd name="connsiteY10" fmla="*/ 0 h 11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996" h="111051">
                      <a:moveTo>
                        <a:pt x="410891" y="11105"/>
                      </a:moveTo>
                      <a:lnTo>
                        <a:pt x="410891" y="99946"/>
                      </a:lnTo>
                      <a:lnTo>
                        <a:pt x="11105" y="99946"/>
                      </a:lnTo>
                      <a:lnTo>
                        <a:pt x="11105" y="11105"/>
                      </a:lnTo>
                      <a:lnTo>
                        <a:pt x="410891" y="11105"/>
                      </a:lnTo>
                      <a:moveTo>
                        <a:pt x="421997" y="0"/>
                      </a:moveTo>
                      <a:lnTo>
                        <a:pt x="0" y="0"/>
                      </a:lnTo>
                      <a:lnTo>
                        <a:pt x="0" y="111052"/>
                      </a:lnTo>
                      <a:lnTo>
                        <a:pt x="421997" y="111052"/>
                      </a:lnTo>
                      <a:lnTo>
                        <a:pt x="421997" y="0"/>
                      </a:lnTo>
                      <a:lnTo>
                        <a:pt x="421997" y="0"/>
                      </a:lnTo>
                      <a:close/>
                    </a:path>
                  </a:pathLst>
                </a:custGeom>
                <a:grpFill/>
                <a:ln w="338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842252E-D183-B910-9380-DBE11CB71CA7}"/>
                    </a:ext>
                  </a:extLst>
                </p:cNvPr>
                <p:cNvSpPr/>
                <p:nvPr/>
              </p:nvSpPr>
              <p:spPr>
                <a:xfrm>
                  <a:off x="486113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27269DD6-BE4C-B24D-589C-C52E86C47806}"/>
                    </a:ext>
                  </a:extLst>
                </p:cNvPr>
                <p:cNvSpPr/>
                <p:nvPr/>
              </p:nvSpPr>
              <p:spPr>
                <a:xfrm>
                  <a:off x="4885696"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9DB6ED42-4F9D-FD88-3146-85451FD0B6EF}"/>
                    </a:ext>
                  </a:extLst>
                </p:cNvPr>
                <p:cNvSpPr/>
                <p:nvPr/>
              </p:nvSpPr>
              <p:spPr>
                <a:xfrm>
                  <a:off x="4910257"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68B2B57-DC3D-A837-7F73-823ACB7A9180}"/>
                    </a:ext>
                  </a:extLst>
                </p:cNvPr>
                <p:cNvSpPr/>
                <p:nvPr/>
              </p:nvSpPr>
              <p:spPr>
                <a:xfrm>
                  <a:off x="5155867"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0FFB7498-C9AA-23EB-F2B2-36BD0E928892}"/>
                    </a:ext>
                  </a:extLst>
                </p:cNvPr>
                <p:cNvSpPr/>
                <p:nvPr/>
              </p:nvSpPr>
              <p:spPr>
                <a:xfrm>
                  <a:off x="5180428"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A77A1642-0986-B7D6-A4A3-8BE19127463E}"/>
                    </a:ext>
                  </a:extLst>
                </p:cNvPr>
                <p:cNvSpPr/>
                <p:nvPr/>
              </p:nvSpPr>
              <p:spPr>
                <a:xfrm>
                  <a:off x="520498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92F74BF4-3067-3FC1-F175-72FCD5D05A5A}"/>
                    </a:ext>
                  </a:extLst>
                </p:cNvPr>
                <p:cNvSpPr/>
                <p:nvPr/>
              </p:nvSpPr>
              <p:spPr>
                <a:xfrm>
                  <a:off x="4934818"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F3580A51-8C6E-0C3E-8C44-547E1FD0FBE1}"/>
                    </a:ext>
                  </a:extLst>
                </p:cNvPr>
                <p:cNvSpPr/>
                <p:nvPr/>
              </p:nvSpPr>
              <p:spPr>
                <a:xfrm>
                  <a:off x="4959379"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638EF1BE-5AEB-8430-4011-21F3523B3206}"/>
                    </a:ext>
                  </a:extLst>
                </p:cNvPr>
                <p:cNvSpPr/>
                <p:nvPr/>
              </p:nvSpPr>
              <p:spPr>
                <a:xfrm>
                  <a:off x="4983940"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D4EF61F1-D480-59B4-1346-6E0864546C0B}"/>
                    </a:ext>
                  </a:extLst>
                </p:cNvPr>
                <p:cNvSpPr/>
                <p:nvPr/>
              </p:nvSpPr>
              <p:spPr>
                <a:xfrm>
                  <a:off x="5008501"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15067F42-64FC-9232-3720-2BD1DB926BF4}"/>
                    </a:ext>
                  </a:extLst>
                </p:cNvPr>
                <p:cNvSpPr/>
                <p:nvPr/>
              </p:nvSpPr>
              <p:spPr>
                <a:xfrm>
                  <a:off x="5033062"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6F7463FE-9BE1-5B1F-E15E-55574AC0FB46}"/>
                    </a:ext>
                  </a:extLst>
                </p:cNvPr>
                <p:cNvSpPr/>
                <p:nvPr/>
              </p:nvSpPr>
              <p:spPr>
                <a:xfrm>
                  <a:off x="5057623"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3EF21445-EEB3-A5A2-7B4F-152ED3C7564D}"/>
                    </a:ext>
                  </a:extLst>
                </p:cNvPr>
                <p:cNvSpPr/>
                <p:nvPr/>
              </p:nvSpPr>
              <p:spPr>
                <a:xfrm>
                  <a:off x="5082184"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5246B54E-5C34-D61A-BD91-6339B3DD59BC}"/>
                    </a:ext>
                  </a:extLst>
                </p:cNvPr>
                <p:cNvSpPr/>
                <p:nvPr/>
              </p:nvSpPr>
              <p:spPr>
                <a:xfrm>
                  <a:off x="510674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3C21B188-C2EE-6624-02C5-29D8B8010B26}"/>
                    </a:ext>
                  </a:extLst>
                </p:cNvPr>
                <p:cNvSpPr/>
                <p:nvPr/>
              </p:nvSpPr>
              <p:spPr>
                <a:xfrm>
                  <a:off x="5131306"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grpSp>
          <p:grpSp>
            <p:nvGrpSpPr>
              <p:cNvPr id="93" name="Group 92">
                <a:extLst>
                  <a:ext uri="{FF2B5EF4-FFF2-40B4-BE49-F238E27FC236}">
                    <a16:creationId xmlns:a16="http://schemas.microsoft.com/office/drawing/2014/main" id="{82CF0A0C-045A-4C9F-6EB9-F10F216FE679}"/>
                  </a:ext>
                </a:extLst>
              </p:cNvPr>
              <p:cNvGrpSpPr/>
              <p:nvPr/>
            </p:nvGrpSpPr>
            <p:grpSpPr>
              <a:xfrm>
                <a:off x="1810404" y="4366687"/>
                <a:ext cx="421996" cy="111051"/>
                <a:chOff x="4831100" y="5347694"/>
                <a:chExt cx="421996" cy="111051"/>
              </a:xfrm>
              <a:solidFill>
                <a:schemeClr val="bg1">
                  <a:lumMod val="50000"/>
                </a:schemeClr>
              </a:solidFill>
            </p:grpSpPr>
            <p:sp>
              <p:nvSpPr>
                <p:cNvPr id="94" name="Freeform: Shape 93">
                  <a:extLst>
                    <a:ext uri="{FF2B5EF4-FFF2-40B4-BE49-F238E27FC236}">
                      <a16:creationId xmlns:a16="http://schemas.microsoft.com/office/drawing/2014/main" id="{B2212F1C-3B5E-2EA9-DFCF-816A913C7269}"/>
                    </a:ext>
                  </a:extLst>
                </p:cNvPr>
                <p:cNvSpPr/>
                <p:nvPr/>
              </p:nvSpPr>
              <p:spPr>
                <a:xfrm>
                  <a:off x="4831100" y="5347694"/>
                  <a:ext cx="421996" cy="111051"/>
                </a:xfrm>
                <a:custGeom>
                  <a:avLst/>
                  <a:gdLst>
                    <a:gd name="connsiteX0" fmla="*/ 410891 w 421996"/>
                    <a:gd name="connsiteY0" fmla="*/ 11105 h 111051"/>
                    <a:gd name="connsiteX1" fmla="*/ 410891 w 421996"/>
                    <a:gd name="connsiteY1" fmla="*/ 99946 h 111051"/>
                    <a:gd name="connsiteX2" fmla="*/ 11105 w 421996"/>
                    <a:gd name="connsiteY2" fmla="*/ 99946 h 111051"/>
                    <a:gd name="connsiteX3" fmla="*/ 11105 w 421996"/>
                    <a:gd name="connsiteY3" fmla="*/ 11105 h 111051"/>
                    <a:gd name="connsiteX4" fmla="*/ 410891 w 421996"/>
                    <a:gd name="connsiteY4" fmla="*/ 11105 h 111051"/>
                    <a:gd name="connsiteX5" fmla="*/ 421997 w 421996"/>
                    <a:gd name="connsiteY5" fmla="*/ 0 h 111051"/>
                    <a:gd name="connsiteX6" fmla="*/ 0 w 421996"/>
                    <a:gd name="connsiteY6" fmla="*/ 0 h 111051"/>
                    <a:gd name="connsiteX7" fmla="*/ 0 w 421996"/>
                    <a:gd name="connsiteY7" fmla="*/ 111052 h 111051"/>
                    <a:gd name="connsiteX8" fmla="*/ 421997 w 421996"/>
                    <a:gd name="connsiteY8" fmla="*/ 111052 h 111051"/>
                    <a:gd name="connsiteX9" fmla="*/ 421997 w 421996"/>
                    <a:gd name="connsiteY9" fmla="*/ 0 h 111051"/>
                    <a:gd name="connsiteX10" fmla="*/ 421997 w 421996"/>
                    <a:gd name="connsiteY10" fmla="*/ 0 h 11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996" h="111051">
                      <a:moveTo>
                        <a:pt x="410891" y="11105"/>
                      </a:moveTo>
                      <a:lnTo>
                        <a:pt x="410891" y="99946"/>
                      </a:lnTo>
                      <a:lnTo>
                        <a:pt x="11105" y="99946"/>
                      </a:lnTo>
                      <a:lnTo>
                        <a:pt x="11105" y="11105"/>
                      </a:lnTo>
                      <a:lnTo>
                        <a:pt x="410891" y="11105"/>
                      </a:lnTo>
                      <a:moveTo>
                        <a:pt x="421997" y="0"/>
                      </a:moveTo>
                      <a:lnTo>
                        <a:pt x="0" y="0"/>
                      </a:lnTo>
                      <a:lnTo>
                        <a:pt x="0" y="111052"/>
                      </a:lnTo>
                      <a:lnTo>
                        <a:pt x="421997" y="111052"/>
                      </a:lnTo>
                      <a:lnTo>
                        <a:pt x="421997" y="0"/>
                      </a:lnTo>
                      <a:lnTo>
                        <a:pt x="421997" y="0"/>
                      </a:lnTo>
                      <a:close/>
                    </a:path>
                  </a:pathLst>
                </a:custGeom>
                <a:grpFill/>
                <a:ln w="3380"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B8A95799-E20F-BBCD-B331-108F0F1E4A98}"/>
                    </a:ext>
                  </a:extLst>
                </p:cNvPr>
                <p:cNvSpPr/>
                <p:nvPr/>
              </p:nvSpPr>
              <p:spPr>
                <a:xfrm>
                  <a:off x="486113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ECF11ACE-055E-5D5F-1625-F6911E9FE5F1}"/>
                    </a:ext>
                  </a:extLst>
                </p:cNvPr>
                <p:cNvSpPr/>
                <p:nvPr/>
              </p:nvSpPr>
              <p:spPr>
                <a:xfrm>
                  <a:off x="4885696"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FCF0EFA8-51AD-0459-E17B-57F7951637F2}"/>
                    </a:ext>
                  </a:extLst>
                </p:cNvPr>
                <p:cNvSpPr/>
                <p:nvPr/>
              </p:nvSpPr>
              <p:spPr>
                <a:xfrm>
                  <a:off x="4910257"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EC7C6786-C8D5-9EDA-E8EE-A7D6AF1F00EF}"/>
                    </a:ext>
                  </a:extLst>
                </p:cNvPr>
                <p:cNvSpPr/>
                <p:nvPr/>
              </p:nvSpPr>
              <p:spPr>
                <a:xfrm>
                  <a:off x="5155867"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1C766019-E99D-C537-9E5E-9B9446A7F2DA}"/>
                    </a:ext>
                  </a:extLst>
                </p:cNvPr>
                <p:cNvSpPr/>
                <p:nvPr/>
              </p:nvSpPr>
              <p:spPr>
                <a:xfrm>
                  <a:off x="5180428"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53ED7BE2-3FE5-9A17-5156-BAEFB0A8AA75}"/>
                    </a:ext>
                  </a:extLst>
                </p:cNvPr>
                <p:cNvSpPr/>
                <p:nvPr/>
              </p:nvSpPr>
              <p:spPr>
                <a:xfrm>
                  <a:off x="520498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825F5345-D2EA-4DF2-9215-936FC2064DEB}"/>
                    </a:ext>
                  </a:extLst>
                </p:cNvPr>
                <p:cNvSpPr/>
                <p:nvPr/>
              </p:nvSpPr>
              <p:spPr>
                <a:xfrm>
                  <a:off x="4934818"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5C8D64B8-E29B-39DC-3A83-1794BBFADE48}"/>
                    </a:ext>
                  </a:extLst>
                </p:cNvPr>
                <p:cNvSpPr/>
                <p:nvPr/>
              </p:nvSpPr>
              <p:spPr>
                <a:xfrm>
                  <a:off x="4959379"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B6D374E1-2C14-11D6-DB1F-F147BFBCCE12}"/>
                    </a:ext>
                  </a:extLst>
                </p:cNvPr>
                <p:cNvSpPr/>
                <p:nvPr/>
              </p:nvSpPr>
              <p:spPr>
                <a:xfrm>
                  <a:off x="4983940"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D61BE595-65E5-6968-1F61-1D3949E44C66}"/>
                    </a:ext>
                  </a:extLst>
                </p:cNvPr>
                <p:cNvSpPr/>
                <p:nvPr/>
              </p:nvSpPr>
              <p:spPr>
                <a:xfrm>
                  <a:off x="5008501"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0674F465-3835-EE10-52D0-6957E629AF4F}"/>
                    </a:ext>
                  </a:extLst>
                </p:cNvPr>
                <p:cNvSpPr/>
                <p:nvPr/>
              </p:nvSpPr>
              <p:spPr>
                <a:xfrm>
                  <a:off x="5033062"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5B211A81-15FC-BDC4-E140-349E2D733530}"/>
                    </a:ext>
                  </a:extLst>
                </p:cNvPr>
                <p:cNvSpPr/>
                <p:nvPr/>
              </p:nvSpPr>
              <p:spPr>
                <a:xfrm>
                  <a:off x="5057623"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C314628D-EE61-7560-630D-414D6BC3C1CF}"/>
                    </a:ext>
                  </a:extLst>
                </p:cNvPr>
                <p:cNvSpPr/>
                <p:nvPr/>
              </p:nvSpPr>
              <p:spPr>
                <a:xfrm>
                  <a:off x="5082184"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6B67ECF6-C799-2B4F-7B0C-29EB5DB862F4}"/>
                    </a:ext>
                  </a:extLst>
                </p:cNvPr>
                <p:cNvSpPr/>
                <p:nvPr/>
              </p:nvSpPr>
              <p:spPr>
                <a:xfrm>
                  <a:off x="510674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4CF38AFE-0ED7-FA03-EEDF-8EA042CC3005}"/>
                    </a:ext>
                  </a:extLst>
                </p:cNvPr>
                <p:cNvSpPr/>
                <p:nvPr/>
              </p:nvSpPr>
              <p:spPr>
                <a:xfrm>
                  <a:off x="5131306"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grpSp>
          <p:sp>
            <p:nvSpPr>
              <p:cNvPr id="110" name="Rectangle 109">
                <a:extLst>
                  <a:ext uri="{FF2B5EF4-FFF2-40B4-BE49-F238E27FC236}">
                    <a16:creationId xmlns:a16="http://schemas.microsoft.com/office/drawing/2014/main" id="{6EE92BB7-699D-C932-96D9-EC7E0C017DB9}"/>
                  </a:ext>
                </a:extLst>
              </p:cNvPr>
              <p:cNvSpPr/>
              <p:nvPr/>
            </p:nvSpPr>
            <p:spPr>
              <a:xfrm>
                <a:off x="1849551" y="4397200"/>
                <a:ext cx="343850" cy="45719"/>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cxnSp>
        <p:nvCxnSpPr>
          <p:cNvPr id="115" name="Straight Connector 114">
            <a:extLst>
              <a:ext uri="{FF2B5EF4-FFF2-40B4-BE49-F238E27FC236}">
                <a16:creationId xmlns:a16="http://schemas.microsoft.com/office/drawing/2014/main" id="{95BBF624-6583-3CA8-D1A5-8CD821BE3431}"/>
              </a:ext>
            </a:extLst>
          </p:cNvPr>
          <p:cNvCxnSpPr>
            <a:cxnSpLocks/>
          </p:cNvCxnSpPr>
          <p:nvPr/>
        </p:nvCxnSpPr>
        <p:spPr bwMode="gray">
          <a:xfrm>
            <a:off x="2403094" y="2387951"/>
            <a:ext cx="1127673" cy="0"/>
          </a:xfrm>
          <a:prstGeom prst="line">
            <a:avLst/>
          </a:prstGeom>
          <a:ln w="12700">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C2D462AF-249B-8B64-0515-A626096BCDEE}"/>
              </a:ext>
            </a:extLst>
          </p:cNvPr>
          <p:cNvCxnSpPr>
            <a:cxnSpLocks/>
          </p:cNvCxnSpPr>
          <p:nvPr/>
        </p:nvCxnSpPr>
        <p:spPr bwMode="gray">
          <a:xfrm flipV="1">
            <a:off x="2403093" y="2295618"/>
            <a:ext cx="0" cy="92333"/>
          </a:xfrm>
          <a:prstGeom prst="line">
            <a:avLst/>
          </a:prstGeom>
          <a:ln w="12700">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3C7F932A-4D42-D1F7-A27C-F4471E3D05DD}"/>
              </a:ext>
            </a:extLst>
          </p:cNvPr>
          <p:cNvCxnSpPr>
            <a:cxnSpLocks/>
          </p:cNvCxnSpPr>
          <p:nvPr/>
        </p:nvCxnSpPr>
        <p:spPr bwMode="gray">
          <a:xfrm flipV="1">
            <a:off x="2966930" y="2295618"/>
            <a:ext cx="0" cy="92333"/>
          </a:xfrm>
          <a:prstGeom prst="line">
            <a:avLst/>
          </a:prstGeom>
          <a:ln w="12700">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48227844-6740-F388-2F86-DD27C9F45F40}"/>
              </a:ext>
            </a:extLst>
          </p:cNvPr>
          <p:cNvCxnSpPr>
            <a:cxnSpLocks/>
          </p:cNvCxnSpPr>
          <p:nvPr/>
        </p:nvCxnSpPr>
        <p:spPr bwMode="gray">
          <a:xfrm flipV="1">
            <a:off x="3530767" y="2295618"/>
            <a:ext cx="0" cy="92333"/>
          </a:xfrm>
          <a:prstGeom prst="line">
            <a:avLst/>
          </a:prstGeom>
          <a:ln w="12700">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277ABCA3-2868-E09D-68B1-7996BABDEA6E}"/>
              </a:ext>
            </a:extLst>
          </p:cNvPr>
          <p:cNvCxnSpPr>
            <a:cxnSpLocks/>
          </p:cNvCxnSpPr>
          <p:nvPr/>
        </p:nvCxnSpPr>
        <p:spPr bwMode="gray">
          <a:xfrm flipV="1">
            <a:off x="2966930" y="2387951"/>
            <a:ext cx="0" cy="92333"/>
          </a:xfrm>
          <a:prstGeom prst="line">
            <a:avLst/>
          </a:prstGeom>
          <a:ln w="12700">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2" name="TextBox 121">
            <a:extLst>
              <a:ext uri="{FF2B5EF4-FFF2-40B4-BE49-F238E27FC236}">
                <a16:creationId xmlns:a16="http://schemas.microsoft.com/office/drawing/2014/main" id="{7D32FA32-09AC-D0BE-925C-E81B62777C4B}"/>
              </a:ext>
            </a:extLst>
          </p:cNvPr>
          <p:cNvSpPr txBox="1"/>
          <p:nvPr/>
        </p:nvSpPr>
        <p:spPr>
          <a:xfrm>
            <a:off x="3165999" y="2824424"/>
            <a:ext cx="458953" cy="184666"/>
          </a:xfrm>
          <a:prstGeom prst="rect">
            <a:avLst/>
          </a:prstGeom>
        </p:spPr>
        <p:txBody>
          <a:bodyPr wrap="square" lIns="0" tIns="0" rIns="0" bIns="0" rtlCol="0">
            <a:spAutoFit/>
          </a:bodyPr>
          <a:lstStyle/>
          <a:p>
            <a:pPr algn="ctr"/>
            <a:r>
              <a:rPr lang="en-US" sz="1200" dirty="0">
                <a:latin typeface="Arial" panose="020B0604020202020204" pitchFamily="34" charset="0"/>
              </a:rPr>
              <a:t>VMFS</a:t>
            </a:r>
          </a:p>
        </p:txBody>
      </p:sp>
      <p:grpSp>
        <p:nvGrpSpPr>
          <p:cNvPr id="313" name="Group 312">
            <a:extLst>
              <a:ext uri="{FF2B5EF4-FFF2-40B4-BE49-F238E27FC236}">
                <a16:creationId xmlns:a16="http://schemas.microsoft.com/office/drawing/2014/main" id="{B8727262-B8B0-6985-107E-6DF06B6BF9A4}"/>
              </a:ext>
            </a:extLst>
          </p:cNvPr>
          <p:cNvGrpSpPr/>
          <p:nvPr/>
        </p:nvGrpSpPr>
        <p:grpSpPr>
          <a:xfrm>
            <a:off x="2154132" y="1692156"/>
            <a:ext cx="1625597" cy="230391"/>
            <a:chOff x="959642" y="1862048"/>
            <a:chExt cx="1625597" cy="230391"/>
          </a:xfrm>
        </p:grpSpPr>
        <p:pic>
          <p:nvPicPr>
            <p:cNvPr id="307" name="Graphic 306">
              <a:extLst>
                <a:ext uri="{FF2B5EF4-FFF2-40B4-BE49-F238E27FC236}">
                  <a16:creationId xmlns:a16="http://schemas.microsoft.com/office/drawing/2014/main" id="{E3220109-BCA4-8BE2-FDC8-82F3C498C1B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959642" y="1862048"/>
              <a:ext cx="230391" cy="230391"/>
            </a:xfrm>
            <a:prstGeom prst="rect">
              <a:avLst/>
            </a:prstGeom>
          </p:spPr>
        </p:pic>
        <p:pic>
          <p:nvPicPr>
            <p:cNvPr id="308" name="Graphic 307">
              <a:extLst>
                <a:ext uri="{FF2B5EF4-FFF2-40B4-BE49-F238E27FC236}">
                  <a16:creationId xmlns:a16="http://schemas.microsoft.com/office/drawing/2014/main" id="{28C9E27A-7AF5-FFA3-D448-2628FB48C938}"/>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2354848" y="1862048"/>
              <a:ext cx="230391" cy="230391"/>
            </a:xfrm>
            <a:prstGeom prst="rect">
              <a:avLst/>
            </a:prstGeom>
          </p:spPr>
        </p:pic>
        <p:pic>
          <p:nvPicPr>
            <p:cNvPr id="309" name="Graphic 308">
              <a:extLst>
                <a:ext uri="{FF2B5EF4-FFF2-40B4-BE49-F238E27FC236}">
                  <a16:creationId xmlns:a16="http://schemas.microsoft.com/office/drawing/2014/main" id="{9E1FBF87-907F-F269-0AF7-07E03D4EF6B6}"/>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1238683" y="1862048"/>
              <a:ext cx="230391" cy="230391"/>
            </a:xfrm>
            <a:prstGeom prst="rect">
              <a:avLst/>
            </a:prstGeom>
          </p:spPr>
        </p:pic>
        <p:pic>
          <p:nvPicPr>
            <p:cNvPr id="310" name="Graphic 309">
              <a:extLst>
                <a:ext uri="{FF2B5EF4-FFF2-40B4-BE49-F238E27FC236}">
                  <a16:creationId xmlns:a16="http://schemas.microsoft.com/office/drawing/2014/main" id="{6C6DA1BD-3042-BF01-B110-35AC021C6C33}"/>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1517724" y="1862048"/>
              <a:ext cx="230391" cy="230391"/>
            </a:xfrm>
            <a:prstGeom prst="rect">
              <a:avLst/>
            </a:prstGeom>
          </p:spPr>
        </p:pic>
        <p:pic>
          <p:nvPicPr>
            <p:cNvPr id="311" name="Graphic 310">
              <a:extLst>
                <a:ext uri="{FF2B5EF4-FFF2-40B4-BE49-F238E27FC236}">
                  <a16:creationId xmlns:a16="http://schemas.microsoft.com/office/drawing/2014/main" id="{D410DFB4-5535-96CF-1BF6-7319DBC5330D}"/>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1796765" y="1862048"/>
              <a:ext cx="230391" cy="230391"/>
            </a:xfrm>
            <a:prstGeom prst="rect">
              <a:avLst/>
            </a:prstGeom>
          </p:spPr>
        </p:pic>
        <p:pic>
          <p:nvPicPr>
            <p:cNvPr id="312" name="Graphic 311">
              <a:extLst>
                <a:ext uri="{FF2B5EF4-FFF2-40B4-BE49-F238E27FC236}">
                  <a16:creationId xmlns:a16="http://schemas.microsoft.com/office/drawing/2014/main" id="{BED2327D-8127-E669-E562-EF2F581441BE}"/>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2075806" y="1862048"/>
              <a:ext cx="230391" cy="230391"/>
            </a:xfrm>
            <a:prstGeom prst="rect">
              <a:avLst/>
            </a:prstGeom>
          </p:spPr>
        </p:pic>
      </p:grpSp>
      <p:grpSp>
        <p:nvGrpSpPr>
          <p:cNvPr id="316" name="Group 315">
            <a:extLst>
              <a:ext uri="{FF2B5EF4-FFF2-40B4-BE49-F238E27FC236}">
                <a16:creationId xmlns:a16="http://schemas.microsoft.com/office/drawing/2014/main" id="{8DC0CCA2-FE85-06A8-FD39-77C12C1023CA}"/>
              </a:ext>
            </a:extLst>
          </p:cNvPr>
          <p:cNvGrpSpPr/>
          <p:nvPr/>
        </p:nvGrpSpPr>
        <p:grpSpPr>
          <a:xfrm>
            <a:off x="2154132" y="5059864"/>
            <a:ext cx="1625597" cy="283867"/>
            <a:chOff x="712452" y="5388690"/>
            <a:chExt cx="1625597" cy="283867"/>
          </a:xfrm>
          <a:solidFill>
            <a:schemeClr val="accent4">
              <a:lumMod val="20000"/>
              <a:lumOff val="80000"/>
            </a:schemeClr>
          </a:solidFill>
        </p:grpSpPr>
        <p:sp>
          <p:nvSpPr>
            <p:cNvPr id="367" name="Rectangle 366">
              <a:extLst>
                <a:ext uri="{FF2B5EF4-FFF2-40B4-BE49-F238E27FC236}">
                  <a16:creationId xmlns:a16="http://schemas.microsoft.com/office/drawing/2014/main" id="{DF3E915D-8261-B697-3484-530AC7E44941}"/>
                </a:ext>
              </a:extLst>
            </p:cNvPr>
            <p:cNvSpPr/>
            <p:nvPr/>
          </p:nvSpPr>
          <p:spPr>
            <a:xfrm>
              <a:off x="712452" y="5388690"/>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68" name="Rectangle 367">
              <a:extLst>
                <a:ext uri="{FF2B5EF4-FFF2-40B4-BE49-F238E27FC236}">
                  <a16:creationId xmlns:a16="http://schemas.microsoft.com/office/drawing/2014/main" id="{65EA7CB4-A161-2C0C-9533-289B6780CEA3}"/>
                </a:ext>
              </a:extLst>
            </p:cNvPr>
            <p:cNvSpPr/>
            <p:nvPr/>
          </p:nvSpPr>
          <p:spPr>
            <a:xfrm>
              <a:off x="1276289" y="5388690"/>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69" name="Rectangle 368">
              <a:extLst>
                <a:ext uri="{FF2B5EF4-FFF2-40B4-BE49-F238E27FC236}">
                  <a16:creationId xmlns:a16="http://schemas.microsoft.com/office/drawing/2014/main" id="{E5F0F71F-BB9D-5F30-A440-D838FA232AAE}"/>
                </a:ext>
              </a:extLst>
            </p:cNvPr>
            <p:cNvSpPr/>
            <p:nvPr/>
          </p:nvSpPr>
          <p:spPr>
            <a:xfrm>
              <a:off x="1840126" y="5388690"/>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0" name="Rectangle 369">
              <a:extLst>
                <a:ext uri="{FF2B5EF4-FFF2-40B4-BE49-F238E27FC236}">
                  <a16:creationId xmlns:a16="http://schemas.microsoft.com/office/drawing/2014/main" id="{75F7E021-86B8-174C-2549-D0FAA208552B}"/>
                </a:ext>
              </a:extLst>
            </p:cNvPr>
            <p:cNvSpPr/>
            <p:nvPr/>
          </p:nvSpPr>
          <p:spPr>
            <a:xfrm>
              <a:off x="712452" y="5559490"/>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1" name="Rectangle 370">
              <a:extLst>
                <a:ext uri="{FF2B5EF4-FFF2-40B4-BE49-F238E27FC236}">
                  <a16:creationId xmlns:a16="http://schemas.microsoft.com/office/drawing/2014/main" id="{1966D7EC-922B-4A4D-8B9B-3BB8C98EC94B}"/>
                </a:ext>
              </a:extLst>
            </p:cNvPr>
            <p:cNvSpPr/>
            <p:nvPr/>
          </p:nvSpPr>
          <p:spPr>
            <a:xfrm>
              <a:off x="1276289" y="5559490"/>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2" name="Rectangle 371">
              <a:extLst>
                <a:ext uri="{FF2B5EF4-FFF2-40B4-BE49-F238E27FC236}">
                  <a16:creationId xmlns:a16="http://schemas.microsoft.com/office/drawing/2014/main" id="{71EF3024-C5F0-F42E-3A0E-99383866FA93}"/>
                </a:ext>
              </a:extLst>
            </p:cNvPr>
            <p:cNvSpPr/>
            <p:nvPr/>
          </p:nvSpPr>
          <p:spPr>
            <a:xfrm>
              <a:off x="1840126" y="5559490"/>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518" name="Group 517">
            <a:extLst>
              <a:ext uri="{FF2B5EF4-FFF2-40B4-BE49-F238E27FC236}">
                <a16:creationId xmlns:a16="http://schemas.microsoft.com/office/drawing/2014/main" id="{C0C65BAE-98A2-7928-59E2-95971B8DD7D7}"/>
              </a:ext>
            </a:extLst>
          </p:cNvPr>
          <p:cNvGrpSpPr/>
          <p:nvPr/>
        </p:nvGrpSpPr>
        <p:grpSpPr>
          <a:xfrm>
            <a:off x="2755895" y="5602390"/>
            <a:ext cx="422070" cy="509219"/>
            <a:chOff x="2755895" y="5602390"/>
            <a:chExt cx="422070" cy="509219"/>
          </a:xfrm>
        </p:grpSpPr>
        <p:pic>
          <p:nvPicPr>
            <p:cNvPr id="317" name="Graphic 316">
              <a:extLst>
                <a:ext uri="{FF2B5EF4-FFF2-40B4-BE49-F238E27FC236}">
                  <a16:creationId xmlns:a16="http://schemas.microsoft.com/office/drawing/2014/main" id="{E3C6A364-4EBA-3873-AEE0-26B52FDB5947}"/>
                </a:ext>
              </a:extLst>
            </p:cNvPr>
            <p:cNvPicPr>
              <a:picLocks noChangeAspect="1"/>
            </p:cNvPicPr>
            <p:nvPr/>
          </p:nvPicPr>
          <p:blipFill>
            <a:blip r:embed="rId7">
              <a:extLst>
                <a:ext uri="{96DAC541-7B7A-43D3-8B79-37D633B846F1}">
                  <asvg:svgBlip xmlns:asvg="http://schemas.microsoft.com/office/drawing/2016/SVG/main" r:embed="rId12"/>
                </a:ext>
              </a:extLst>
            </a:blip>
            <a:stretch>
              <a:fillRect/>
            </a:stretch>
          </p:blipFill>
          <p:spPr>
            <a:xfrm>
              <a:off x="2876802" y="5899761"/>
              <a:ext cx="180257" cy="211848"/>
            </a:xfrm>
            <a:prstGeom prst="rect">
              <a:avLst/>
            </a:prstGeom>
          </p:spPr>
        </p:pic>
        <p:grpSp>
          <p:nvGrpSpPr>
            <p:cNvPr id="318" name="Group 317">
              <a:extLst>
                <a:ext uri="{FF2B5EF4-FFF2-40B4-BE49-F238E27FC236}">
                  <a16:creationId xmlns:a16="http://schemas.microsoft.com/office/drawing/2014/main" id="{29739C38-EAB5-91E1-FAAB-2FBA722BAC04}"/>
                </a:ext>
              </a:extLst>
            </p:cNvPr>
            <p:cNvGrpSpPr/>
            <p:nvPr/>
          </p:nvGrpSpPr>
          <p:grpSpPr>
            <a:xfrm>
              <a:off x="2755895" y="5602390"/>
              <a:ext cx="422070" cy="243841"/>
              <a:chOff x="1810404" y="4366687"/>
              <a:chExt cx="422070" cy="243841"/>
            </a:xfrm>
          </p:grpSpPr>
          <p:grpSp>
            <p:nvGrpSpPr>
              <p:cNvPr id="332" name="Group 331">
                <a:extLst>
                  <a:ext uri="{FF2B5EF4-FFF2-40B4-BE49-F238E27FC236}">
                    <a16:creationId xmlns:a16="http://schemas.microsoft.com/office/drawing/2014/main" id="{097574ED-AFB5-0293-0D70-EF306D7C1556}"/>
                  </a:ext>
                </a:extLst>
              </p:cNvPr>
              <p:cNvGrpSpPr/>
              <p:nvPr/>
            </p:nvGrpSpPr>
            <p:grpSpPr>
              <a:xfrm>
                <a:off x="1810478" y="4499477"/>
                <a:ext cx="421996" cy="111051"/>
                <a:chOff x="4831100" y="5347694"/>
                <a:chExt cx="421996" cy="111051"/>
              </a:xfrm>
              <a:solidFill>
                <a:schemeClr val="bg1">
                  <a:lumMod val="50000"/>
                </a:schemeClr>
              </a:solidFill>
            </p:grpSpPr>
            <p:sp>
              <p:nvSpPr>
                <p:cNvPr id="351" name="Freeform: Shape 350">
                  <a:extLst>
                    <a:ext uri="{FF2B5EF4-FFF2-40B4-BE49-F238E27FC236}">
                      <a16:creationId xmlns:a16="http://schemas.microsoft.com/office/drawing/2014/main" id="{9081CBDE-E0FE-7962-AD21-2AD47C29D9E0}"/>
                    </a:ext>
                  </a:extLst>
                </p:cNvPr>
                <p:cNvSpPr/>
                <p:nvPr/>
              </p:nvSpPr>
              <p:spPr>
                <a:xfrm>
                  <a:off x="4831100" y="5347694"/>
                  <a:ext cx="421996" cy="111051"/>
                </a:xfrm>
                <a:custGeom>
                  <a:avLst/>
                  <a:gdLst>
                    <a:gd name="connsiteX0" fmla="*/ 410891 w 421996"/>
                    <a:gd name="connsiteY0" fmla="*/ 11105 h 111051"/>
                    <a:gd name="connsiteX1" fmla="*/ 410891 w 421996"/>
                    <a:gd name="connsiteY1" fmla="*/ 99946 h 111051"/>
                    <a:gd name="connsiteX2" fmla="*/ 11105 w 421996"/>
                    <a:gd name="connsiteY2" fmla="*/ 99946 h 111051"/>
                    <a:gd name="connsiteX3" fmla="*/ 11105 w 421996"/>
                    <a:gd name="connsiteY3" fmla="*/ 11105 h 111051"/>
                    <a:gd name="connsiteX4" fmla="*/ 410891 w 421996"/>
                    <a:gd name="connsiteY4" fmla="*/ 11105 h 111051"/>
                    <a:gd name="connsiteX5" fmla="*/ 421997 w 421996"/>
                    <a:gd name="connsiteY5" fmla="*/ 0 h 111051"/>
                    <a:gd name="connsiteX6" fmla="*/ 0 w 421996"/>
                    <a:gd name="connsiteY6" fmla="*/ 0 h 111051"/>
                    <a:gd name="connsiteX7" fmla="*/ 0 w 421996"/>
                    <a:gd name="connsiteY7" fmla="*/ 111052 h 111051"/>
                    <a:gd name="connsiteX8" fmla="*/ 421997 w 421996"/>
                    <a:gd name="connsiteY8" fmla="*/ 111052 h 111051"/>
                    <a:gd name="connsiteX9" fmla="*/ 421997 w 421996"/>
                    <a:gd name="connsiteY9" fmla="*/ 0 h 111051"/>
                    <a:gd name="connsiteX10" fmla="*/ 421997 w 421996"/>
                    <a:gd name="connsiteY10" fmla="*/ 0 h 11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996" h="111051">
                      <a:moveTo>
                        <a:pt x="410891" y="11105"/>
                      </a:moveTo>
                      <a:lnTo>
                        <a:pt x="410891" y="99946"/>
                      </a:lnTo>
                      <a:lnTo>
                        <a:pt x="11105" y="99946"/>
                      </a:lnTo>
                      <a:lnTo>
                        <a:pt x="11105" y="11105"/>
                      </a:lnTo>
                      <a:lnTo>
                        <a:pt x="410891" y="11105"/>
                      </a:lnTo>
                      <a:moveTo>
                        <a:pt x="421997" y="0"/>
                      </a:moveTo>
                      <a:lnTo>
                        <a:pt x="0" y="0"/>
                      </a:lnTo>
                      <a:lnTo>
                        <a:pt x="0" y="111052"/>
                      </a:lnTo>
                      <a:lnTo>
                        <a:pt x="421997" y="111052"/>
                      </a:lnTo>
                      <a:lnTo>
                        <a:pt x="421997" y="0"/>
                      </a:lnTo>
                      <a:lnTo>
                        <a:pt x="421997" y="0"/>
                      </a:lnTo>
                      <a:close/>
                    </a:path>
                  </a:pathLst>
                </a:custGeom>
                <a:grpFill/>
                <a:ln w="3380"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67BE8235-DA24-798C-BF27-BE09991FFA5D}"/>
                    </a:ext>
                  </a:extLst>
                </p:cNvPr>
                <p:cNvSpPr/>
                <p:nvPr/>
              </p:nvSpPr>
              <p:spPr>
                <a:xfrm>
                  <a:off x="486113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BFD42118-AB46-3223-08D9-1F72312B01D1}"/>
                    </a:ext>
                  </a:extLst>
                </p:cNvPr>
                <p:cNvSpPr/>
                <p:nvPr/>
              </p:nvSpPr>
              <p:spPr>
                <a:xfrm>
                  <a:off x="4885696"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0AAB21A3-75CD-96BF-1A7F-0B244AF5B3D7}"/>
                    </a:ext>
                  </a:extLst>
                </p:cNvPr>
                <p:cNvSpPr/>
                <p:nvPr/>
              </p:nvSpPr>
              <p:spPr>
                <a:xfrm>
                  <a:off x="4910257"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1503749B-903C-6DAA-D382-99D3862874B9}"/>
                    </a:ext>
                  </a:extLst>
                </p:cNvPr>
                <p:cNvSpPr/>
                <p:nvPr/>
              </p:nvSpPr>
              <p:spPr>
                <a:xfrm>
                  <a:off x="5155867"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BAF6AD81-2711-6EC1-866E-6B14324C6AF3}"/>
                    </a:ext>
                  </a:extLst>
                </p:cNvPr>
                <p:cNvSpPr/>
                <p:nvPr/>
              </p:nvSpPr>
              <p:spPr>
                <a:xfrm>
                  <a:off x="5180428"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5A8F3D78-88E8-33E7-0077-6FAA7A163B2F}"/>
                    </a:ext>
                  </a:extLst>
                </p:cNvPr>
                <p:cNvSpPr/>
                <p:nvPr/>
              </p:nvSpPr>
              <p:spPr>
                <a:xfrm>
                  <a:off x="520498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F430EC04-79E0-A1AA-73EE-8AD5620CE79B}"/>
                    </a:ext>
                  </a:extLst>
                </p:cNvPr>
                <p:cNvSpPr/>
                <p:nvPr/>
              </p:nvSpPr>
              <p:spPr>
                <a:xfrm>
                  <a:off x="4934818"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F2BE1832-15E4-2722-3658-F85BFDBC798E}"/>
                    </a:ext>
                  </a:extLst>
                </p:cNvPr>
                <p:cNvSpPr/>
                <p:nvPr/>
              </p:nvSpPr>
              <p:spPr>
                <a:xfrm>
                  <a:off x="4959379"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6FFAAA1F-9655-7F85-A82B-DE896FB4D5BA}"/>
                    </a:ext>
                  </a:extLst>
                </p:cNvPr>
                <p:cNvSpPr/>
                <p:nvPr/>
              </p:nvSpPr>
              <p:spPr>
                <a:xfrm>
                  <a:off x="4983940"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BC559F87-E2C0-48B1-27C5-7172BB84E293}"/>
                    </a:ext>
                  </a:extLst>
                </p:cNvPr>
                <p:cNvSpPr/>
                <p:nvPr/>
              </p:nvSpPr>
              <p:spPr>
                <a:xfrm>
                  <a:off x="5008501"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DD3B4986-56A4-927E-E872-B07153451EC3}"/>
                    </a:ext>
                  </a:extLst>
                </p:cNvPr>
                <p:cNvSpPr/>
                <p:nvPr/>
              </p:nvSpPr>
              <p:spPr>
                <a:xfrm>
                  <a:off x="5033062"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681919B2-9663-5742-DB51-1288D74811A8}"/>
                    </a:ext>
                  </a:extLst>
                </p:cNvPr>
                <p:cNvSpPr/>
                <p:nvPr/>
              </p:nvSpPr>
              <p:spPr>
                <a:xfrm>
                  <a:off x="5057623"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E4A4B873-71B4-8E21-C063-407F71BE29F1}"/>
                    </a:ext>
                  </a:extLst>
                </p:cNvPr>
                <p:cNvSpPr/>
                <p:nvPr/>
              </p:nvSpPr>
              <p:spPr>
                <a:xfrm>
                  <a:off x="5082184"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F82B2D7B-F57F-C474-3641-C8F04E8D8CF2}"/>
                    </a:ext>
                  </a:extLst>
                </p:cNvPr>
                <p:cNvSpPr/>
                <p:nvPr/>
              </p:nvSpPr>
              <p:spPr>
                <a:xfrm>
                  <a:off x="510674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F7867622-560E-65B1-A869-0A63FC5D4243}"/>
                    </a:ext>
                  </a:extLst>
                </p:cNvPr>
                <p:cNvSpPr/>
                <p:nvPr/>
              </p:nvSpPr>
              <p:spPr>
                <a:xfrm>
                  <a:off x="5131306"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grpSp>
          <p:grpSp>
            <p:nvGrpSpPr>
              <p:cNvPr id="333" name="Group 332">
                <a:extLst>
                  <a:ext uri="{FF2B5EF4-FFF2-40B4-BE49-F238E27FC236}">
                    <a16:creationId xmlns:a16="http://schemas.microsoft.com/office/drawing/2014/main" id="{28316676-E2D3-119F-4861-B6AB2EB60225}"/>
                  </a:ext>
                </a:extLst>
              </p:cNvPr>
              <p:cNvGrpSpPr/>
              <p:nvPr/>
            </p:nvGrpSpPr>
            <p:grpSpPr>
              <a:xfrm>
                <a:off x="1810404" y="4366687"/>
                <a:ext cx="421996" cy="111051"/>
                <a:chOff x="4831100" y="5347694"/>
                <a:chExt cx="421996" cy="111051"/>
              </a:xfrm>
              <a:solidFill>
                <a:schemeClr val="bg1">
                  <a:lumMod val="50000"/>
                </a:schemeClr>
              </a:solidFill>
            </p:grpSpPr>
            <p:sp>
              <p:nvSpPr>
                <p:cNvPr id="335" name="Freeform: Shape 334">
                  <a:extLst>
                    <a:ext uri="{FF2B5EF4-FFF2-40B4-BE49-F238E27FC236}">
                      <a16:creationId xmlns:a16="http://schemas.microsoft.com/office/drawing/2014/main" id="{60438DFA-B54E-1DD8-F916-299198F3C255}"/>
                    </a:ext>
                  </a:extLst>
                </p:cNvPr>
                <p:cNvSpPr/>
                <p:nvPr/>
              </p:nvSpPr>
              <p:spPr>
                <a:xfrm>
                  <a:off x="4831100" y="5347694"/>
                  <a:ext cx="421996" cy="111051"/>
                </a:xfrm>
                <a:custGeom>
                  <a:avLst/>
                  <a:gdLst>
                    <a:gd name="connsiteX0" fmla="*/ 410891 w 421996"/>
                    <a:gd name="connsiteY0" fmla="*/ 11105 h 111051"/>
                    <a:gd name="connsiteX1" fmla="*/ 410891 w 421996"/>
                    <a:gd name="connsiteY1" fmla="*/ 99946 h 111051"/>
                    <a:gd name="connsiteX2" fmla="*/ 11105 w 421996"/>
                    <a:gd name="connsiteY2" fmla="*/ 99946 h 111051"/>
                    <a:gd name="connsiteX3" fmla="*/ 11105 w 421996"/>
                    <a:gd name="connsiteY3" fmla="*/ 11105 h 111051"/>
                    <a:gd name="connsiteX4" fmla="*/ 410891 w 421996"/>
                    <a:gd name="connsiteY4" fmla="*/ 11105 h 111051"/>
                    <a:gd name="connsiteX5" fmla="*/ 421997 w 421996"/>
                    <a:gd name="connsiteY5" fmla="*/ 0 h 111051"/>
                    <a:gd name="connsiteX6" fmla="*/ 0 w 421996"/>
                    <a:gd name="connsiteY6" fmla="*/ 0 h 111051"/>
                    <a:gd name="connsiteX7" fmla="*/ 0 w 421996"/>
                    <a:gd name="connsiteY7" fmla="*/ 111052 h 111051"/>
                    <a:gd name="connsiteX8" fmla="*/ 421997 w 421996"/>
                    <a:gd name="connsiteY8" fmla="*/ 111052 h 111051"/>
                    <a:gd name="connsiteX9" fmla="*/ 421997 w 421996"/>
                    <a:gd name="connsiteY9" fmla="*/ 0 h 111051"/>
                    <a:gd name="connsiteX10" fmla="*/ 421997 w 421996"/>
                    <a:gd name="connsiteY10" fmla="*/ 0 h 11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996" h="111051">
                      <a:moveTo>
                        <a:pt x="410891" y="11105"/>
                      </a:moveTo>
                      <a:lnTo>
                        <a:pt x="410891" y="99946"/>
                      </a:lnTo>
                      <a:lnTo>
                        <a:pt x="11105" y="99946"/>
                      </a:lnTo>
                      <a:lnTo>
                        <a:pt x="11105" y="11105"/>
                      </a:lnTo>
                      <a:lnTo>
                        <a:pt x="410891" y="11105"/>
                      </a:lnTo>
                      <a:moveTo>
                        <a:pt x="421997" y="0"/>
                      </a:moveTo>
                      <a:lnTo>
                        <a:pt x="0" y="0"/>
                      </a:lnTo>
                      <a:lnTo>
                        <a:pt x="0" y="111052"/>
                      </a:lnTo>
                      <a:lnTo>
                        <a:pt x="421997" y="111052"/>
                      </a:lnTo>
                      <a:lnTo>
                        <a:pt x="421997" y="0"/>
                      </a:lnTo>
                      <a:lnTo>
                        <a:pt x="421997" y="0"/>
                      </a:lnTo>
                      <a:close/>
                    </a:path>
                  </a:pathLst>
                </a:custGeom>
                <a:grpFill/>
                <a:ln w="3380"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4BE84A54-2632-77F2-DF6E-2E91A89B6D69}"/>
                    </a:ext>
                  </a:extLst>
                </p:cNvPr>
                <p:cNvSpPr/>
                <p:nvPr/>
              </p:nvSpPr>
              <p:spPr>
                <a:xfrm>
                  <a:off x="486113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514018DE-769F-4321-F78B-4185497FA879}"/>
                    </a:ext>
                  </a:extLst>
                </p:cNvPr>
                <p:cNvSpPr/>
                <p:nvPr/>
              </p:nvSpPr>
              <p:spPr>
                <a:xfrm>
                  <a:off x="4885696"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8EEE2D8D-E59B-1F80-08D0-59425C431183}"/>
                    </a:ext>
                  </a:extLst>
                </p:cNvPr>
                <p:cNvSpPr/>
                <p:nvPr/>
              </p:nvSpPr>
              <p:spPr>
                <a:xfrm>
                  <a:off x="4910257"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00585912-09FB-20A0-F529-97900F1BB3EE}"/>
                    </a:ext>
                  </a:extLst>
                </p:cNvPr>
                <p:cNvSpPr/>
                <p:nvPr/>
              </p:nvSpPr>
              <p:spPr>
                <a:xfrm>
                  <a:off x="5155867"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78BD1F18-B579-013A-C806-A0A4F46F96C9}"/>
                    </a:ext>
                  </a:extLst>
                </p:cNvPr>
                <p:cNvSpPr/>
                <p:nvPr/>
              </p:nvSpPr>
              <p:spPr>
                <a:xfrm>
                  <a:off x="5180428"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09A32070-6D0F-C755-3E8C-05C185F228CD}"/>
                    </a:ext>
                  </a:extLst>
                </p:cNvPr>
                <p:cNvSpPr/>
                <p:nvPr/>
              </p:nvSpPr>
              <p:spPr>
                <a:xfrm>
                  <a:off x="520498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BF698A6B-9B1A-D38A-17DB-B1EAAEACF595}"/>
                    </a:ext>
                  </a:extLst>
                </p:cNvPr>
                <p:cNvSpPr/>
                <p:nvPr/>
              </p:nvSpPr>
              <p:spPr>
                <a:xfrm>
                  <a:off x="4934818"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77988AB5-CE88-5D6D-66CA-A5402D7988CD}"/>
                    </a:ext>
                  </a:extLst>
                </p:cNvPr>
                <p:cNvSpPr/>
                <p:nvPr/>
              </p:nvSpPr>
              <p:spPr>
                <a:xfrm>
                  <a:off x="4959379"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C0D141D4-7C89-92D9-DC4B-AAC5A32D3026}"/>
                    </a:ext>
                  </a:extLst>
                </p:cNvPr>
                <p:cNvSpPr/>
                <p:nvPr/>
              </p:nvSpPr>
              <p:spPr>
                <a:xfrm>
                  <a:off x="4983940"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B0D13C3B-ADF9-C1A2-C4DF-C9A6870AF80F}"/>
                    </a:ext>
                  </a:extLst>
                </p:cNvPr>
                <p:cNvSpPr/>
                <p:nvPr/>
              </p:nvSpPr>
              <p:spPr>
                <a:xfrm>
                  <a:off x="5008501"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49CE1FDD-70B0-9972-4F9E-A1E439141592}"/>
                    </a:ext>
                  </a:extLst>
                </p:cNvPr>
                <p:cNvSpPr/>
                <p:nvPr/>
              </p:nvSpPr>
              <p:spPr>
                <a:xfrm>
                  <a:off x="5033062"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33926BBD-3649-8557-AFE2-54D5C5B64EA8}"/>
                    </a:ext>
                  </a:extLst>
                </p:cNvPr>
                <p:cNvSpPr/>
                <p:nvPr/>
              </p:nvSpPr>
              <p:spPr>
                <a:xfrm>
                  <a:off x="5057623"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46725997-8FDD-7E89-01AE-379E18D908F8}"/>
                    </a:ext>
                  </a:extLst>
                </p:cNvPr>
                <p:cNvSpPr/>
                <p:nvPr/>
              </p:nvSpPr>
              <p:spPr>
                <a:xfrm>
                  <a:off x="5082184"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7C35FE45-F430-6167-B078-59FA7070AC1E}"/>
                    </a:ext>
                  </a:extLst>
                </p:cNvPr>
                <p:cNvSpPr/>
                <p:nvPr/>
              </p:nvSpPr>
              <p:spPr>
                <a:xfrm>
                  <a:off x="510674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132E1872-1279-58B3-5E32-B53CC5CEBFB1}"/>
                    </a:ext>
                  </a:extLst>
                </p:cNvPr>
                <p:cNvSpPr/>
                <p:nvPr/>
              </p:nvSpPr>
              <p:spPr>
                <a:xfrm>
                  <a:off x="5131306"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grpSp>
          <p:sp>
            <p:nvSpPr>
              <p:cNvPr id="334" name="Rectangle 333">
                <a:extLst>
                  <a:ext uri="{FF2B5EF4-FFF2-40B4-BE49-F238E27FC236}">
                    <a16:creationId xmlns:a16="http://schemas.microsoft.com/office/drawing/2014/main" id="{B22CB733-8476-6A4D-77D2-E7C18E3D7834}"/>
                  </a:ext>
                </a:extLst>
              </p:cNvPr>
              <p:cNvSpPr/>
              <p:nvPr/>
            </p:nvSpPr>
            <p:spPr>
              <a:xfrm>
                <a:off x="1849551" y="4397200"/>
                <a:ext cx="343850" cy="45719"/>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cxnSp>
        <p:nvCxnSpPr>
          <p:cNvPr id="319" name="Straight Connector 318">
            <a:extLst>
              <a:ext uri="{FF2B5EF4-FFF2-40B4-BE49-F238E27FC236}">
                <a16:creationId xmlns:a16="http://schemas.microsoft.com/office/drawing/2014/main" id="{1A60E51B-97B8-E326-F331-42A5266FAF9A}"/>
              </a:ext>
            </a:extLst>
          </p:cNvPr>
          <p:cNvCxnSpPr>
            <a:cxnSpLocks/>
          </p:cNvCxnSpPr>
          <p:nvPr/>
        </p:nvCxnSpPr>
        <p:spPr bwMode="gray">
          <a:xfrm>
            <a:off x="2403094" y="5476879"/>
            <a:ext cx="1127673" cy="0"/>
          </a:xfrm>
          <a:prstGeom prst="line">
            <a:avLst/>
          </a:prstGeom>
          <a:ln w="12700">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22A2E085-6A49-ACAB-D951-1C623F793670}"/>
              </a:ext>
            </a:extLst>
          </p:cNvPr>
          <p:cNvCxnSpPr>
            <a:cxnSpLocks/>
          </p:cNvCxnSpPr>
          <p:nvPr/>
        </p:nvCxnSpPr>
        <p:spPr bwMode="gray">
          <a:xfrm flipV="1">
            <a:off x="2403093" y="5384546"/>
            <a:ext cx="0" cy="92333"/>
          </a:xfrm>
          <a:prstGeom prst="line">
            <a:avLst/>
          </a:prstGeom>
          <a:ln w="12700">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76CF9890-109D-47BA-C9A8-006AD6C8AB5D}"/>
              </a:ext>
            </a:extLst>
          </p:cNvPr>
          <p:cNvCxnSpPr>
            <a:cxnSpLocks/>
          </p:cNvCxnSpPr>
          <p:nvPr/>
        </p:nvCxnSpPr>
        <p:spPr bwMode="gray">
          <a:xfrm flipV="1">
            <a:off x="2966930" y="5384546"/>
            <a:ext cx="0" cy="92333"/>
          </a:xfrm>
          <a:prstGeom prst="line">
            <a:avLst/>
          </a:prstGeom>
          <a:ln w="12700">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5FF393B-8406-E9AA-16D4-29E6545BA570}"/>
              </a:ext>
            </a:extLst>
          </p:cNvPr>
          <p:cNvCxnSpPr>
            <a:cxnSpLocks/>
          </p:cNvCxnSpPr>
          <p:nvPr/>
        </p:nvCxnSpPr>
        <p:spPr bwMode="gray">
          <a:xfrm flipV="1">
            <a:off x="3530767" y="5384546"/>
            <a:ext cx="0" cy="92333"/>
          </a:xfrm>
          <a:prstGeom prst="line">
            <a:avLst/>
          </a:prstGeom>
          <a:ln w="12700">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6A619BB7-1B51-5D2F-2B57-0287340AEEE1}"/>
              </a:ext>
            </a:extLst>
          </p:cNvPr>
          <p:cNvCxnSpPr>
            <a:cxnSpLocks/>
          </p:cNvCxnSpPr>
          <p:nvPr/>
        </p:nvCxnSpPr>
        <p:spPr bwMode="gray">
          <a:xfrm flipV="1">
            <a:off x="2966930" y="5476879"/>
            <a:ext cx="0" cy="92333"/>
          </a:xfrm>
          <a:prstGeom prst="line">
            <a:avLst/>
          </a:prstGeom>
          <a:ln w="12700">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24" name="TextBox 323">
            <a:extLst>
              <a:ext uri="{FF2B5EF4-FFF2-40B4-BE49-F238E27FC236}">
                <a16:creationId xmlns:a16="http://schemas.microsoft.com/office/drawing/2014/main" id="{DEBF9E21-E962-D4CC-88C7-D5C158F47348}"/>
              </a:ext>
            </a:extLst>
          </p:cNvPr>
          <p:cNvSpPr txBox="1"/>
          <p:nvPr/>
        </p:nvSpPr>
        <p:spPr>
          <a:xfrm>
            <a:off x="3165999" y="5913352"/>
            <a:ext cx="458953" cy="184666"/>
          </a:xfrm>
          <a:prstGeom prst="rect">
            <a:avLst/>
          </a:prstGeom>
        </p:spPr>
        <p:txBody>
          <a:bodyPr wrap="square" lIns="0" tIns="0" rIns="0" bIns="0" rtlCol="0">
            <a:spAutoFit/>
          </a:bodyPr>
          <a:lstStyle/>
          <a:p>
            <a:pPr algn="ctr"/>
            <a:r>
              <a:rPr lang="en-US" sz="1200" dirty="0">
                <a:latin typeface="Arial" panose="020B0604020202020204" pitchFamily="34" charset="0"/>
              </a:rPr>
              <a:t>NFS</a:t>
            </a:r>
          </a:p>
        </p:txBody>
      </p:sp>
      <p:grpSp>
        <p:nvGrpSpPr>
          <p:cNvPr id="325" name="Group 324">
            <a:extLst>
              <a:ext uri="{FF2B5EF4-FFF2-40B4-BE49-F238E27FC236}">
                <a16:creationId xmlns:a16="http://schemas.microsoft.com/office/drawing/2014/main" id="{A9D14C31-34D6-4D94-BDF5-377A00D9D074}"/>
              </a:ext>
            </a:extLst>
          </p:cNvPr>
          <p:cNvGrpSpPr/>
          <p:nvPr/>
        </p:nvGrpSpPr>
        <p:grpSpPr>
          <a:xfrm>
            <a:off x="2154132" y="4781084"/>
            <a:ext cx="1625597" cy="230391"/>
            <a:chOff x="959642" y="1862048"/>
            <a:chExt cx="1625597" cy="230391"/>
          </a:xfrm>
        </p:grpSpPr>
        <p:pic>
          <p:nvPicPr>
            <p:cNvPr id="326" name="Graphic 325">
              <a:extLst>
                <a:ext uri="{FF2B5EF4-FFF2-40B4-BE49-F238E27FC236}">
                  <a16:creationId xmlns:a16="http://schemas.microsoft.com/office/drawing/2014/main" id="{87644941-75F2-282D-A1FD-5203FF13D270}"/>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959642" y="1862048"/>
              <a:ext cx="230391" cy="230391"/>
            </a:xfrm>
            <a:prstGeom prst="rect">
              <a:avLst/>
            </a:prstGeom>
          </p:spPr>
        </p:pic>
        <p:pic>
          <p:nvPicPr>
            <p:cNvPr id="327" name="Graphic 326">
              <a:extLst>
                <a:ext uri="{FF2B5EF4-FFF2-40B4-BE49-F238E27FC236}">
                  <a16:creationId xmlns:a16="http://schemas.microsoft.com/office/drawing/2014/main" id="{D595323A-2FBB-9DAD-22F7-62C08243EF37}"/>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2354848" y="1862048"/>
              <a:ext cx="230391" cy="230391"/>
            </a:xfrm>
            <a:prstGeom prst="rect">
              <a:avLst/>
            </a:prstGeom>
          </p:spPr>
        </p:pic>
        <p:pic>
          <p:nvPicPr>
            <p:cNvPr id="328" name="Graphic 327">
              <a:extLst>
                <a:ext uri="{FF2B5EF4-FFF2-40B4-BE49-F238E27FC236}">
                  <a16:creationId xmlns:a16="http://schemas.microsoft.com/office/drawing/2014/main" id="{DD398057-01E6-EDB4-E2B6-EA04F58685E3}"/>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1238683" y="1862048"/>
              <a:ext cx="230391" cy="230391"/>
            </a:xfrm>
            <a:prstGeom prst="rect">
              <a:avLst/>
            </a:prstGeom>
          </p:spPr>
        </p:pic>
        <p:pic>
          <p:nvPicPr>
            <p:cNvPr id="329" name="Graphic 328">
              <a:extLst>
                <a:ext uri="{FF2B5EF4-FFF2-40B4-BE49-F238E27FC236}">
                  <a16:creationId xmlns:a16="http://schemas.microsoft.com/office/drawing/2014/main" id="{0CE02209-4D6C-F28B-5E98-E9221B0D6134}"/>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1517724" y="1862048"/>
              <a:ext cx="230391" cy="230391"/>
            </a:xfrm>
            <a:prstGeom prst="rect">
              <a:avLst/>
            </a:prstGeom>
          </p:spPr>
        </p:pic>
        <p:pic>
          <p:nvPicPr>
            <p:cNvPr id="330" name="Graphic 329">
              <a:extLst>
                <a:ext uri="{FF2B5EF4-FFF2-40B4-BE49-F238E27FC236}">
                  <a16:creationId xmlns:a16="http://schemas.microsoft.com/office/drawing/2014/main" id="{42E2D8D9-5DA7-4A71-AEEF-7986D592F7AA}"/>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1796765" y="1862048"/>
              <a:ext cx="230391" cy="230391"/>
            </a:xfrm>
            <a:prstGeom prst="rect">
              <a:avLst/>
            </a:prstGeom>
          </p:spPr>
        </p:pic>
        <p:pic>
          <p:nvPicPr>
            <p:cNvPr id="331" name="Graphic 330">
              <a:extLst>
                <a:ext uri="{FF2B5EF4-FFF2-40B4-BE49-F238E27FC236}">
                  <a16:creationId xmlns:a16="http://schemas.microsoft.com/office/drawing/2014/main" id="{9BA93524-9F03-11CA-FB7B-7D3D84ED4E02}"/>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2075806" y="1862048"/>
              <a:ext cx="230391" cy="230391"/>
            </a:xfrm>
            <a:prstGeom prst="rect">
              <a:avLst/>
            </a:prstGeom>
          </p:spPr>
        </p:pic>
      </p:grpSp>
      <p:grpSp>
        <p:nvGrpSpPr>
          <p:cNvPr id="513" name="Group 512">
            <a:extLst>
              <a:ext uri="{FF2B5EF4-FFF2-40B4-BE49-F238E27FC236}">
                <a16:creationId xmlns:a16="http://schemas.microsoft.com/office/drawing/2014/main" id="{CBFCA299-7866-03CE-BD13-590A05871DCB}"/>
              </a:ext>
            </a:extLst>
          </p:cNvPr>
          <p:cNvGrpSpPr/>
          <p:nvPr/>
        </p:nvGrpSpPr>
        <p:grpSpPr>
          <a:xfrm>
            <a:off x="2154132" y="3664602"/>
            <a:ext cx="1625597" cy="731464"/>
            <a:chOff x="2154132" y="3664602"/>
            <a:chExt cx="1625597" cy="731464"/>
          </a:xfrm>
        </p:grpSpPr>
        <p:pic>
          <p:nvPicPr>
            <p:cNvPr id="178" name="Graphic 177">
              <a:extLst>
                <a:ext uri="{FF2B5EF4-FFF2-40B4-BE49-F238E27FC236}">
                  <a16:creationId xmlns:a16="http://schemas.microsoft.com/office/drawing/2014/main" id="{DC3DF18D-5ABF-31A0-E9C5-5183ECA18BF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871725" y="4172285"/>
              <a:ext cx="190410" cy="223781"/>
            </a:xfrm>
            <a:prstGeom prst="rect">
              <a:avLst/>
            </a:prstGeom>
          </p:spPr>
        </p:pic>
        <p:cxnSp>
          <p:nvCxnSpPr>
            <p:cNvPr id="179" name="Straight Connector 178">
              <a:extLst>
                <a:ext uri="{FF2B5EF4-FFF2-40B4-BE49-F238E27FC236}">
                  <a16:creationId xmlns:a16="http://schemas.microsoft.com/office/drawing/2014/main" id="{D3738025-6C58-BD22-3597-FEFC71141127}"/>
                </a:ext>
              </a:extLst>
            </p:cNvPr>
            <p:cNvCxnSpPr>
              <a:cxnSpLocks/>
            </p:cNvCxnSpPr>
            <p:nvPr/>
          </p:nvCxnSpPr>
          <p:spPr bwMode="gray">
            <a:xfrm>
              <a:off x="2158722" y="3987853"/>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6D86C07B-2591-92B5-19F4-C9FE48848743}"/>
                </a:ext>
              </a:extLst>
            </p:cNvPr>
            <p:cNvCxnSpPr>
              <a:cxnSpLocks/>
            </p:cNvCxnSpPr>
            <p:nvPr/>
          </p:nvCxnSpPr>
          <p:spPr bwMode="gray">
            <a:xfrm>
              <a:off x="3223315" y="4075863"/>
              <a:ext cx="555982"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65B75D51-BC20-DF32-5334-E2A4011B1CAB}"/>
                </a:ext>
              </a:extLst>
            </p:cNvPr>
            <p:cNvCxnSpPr>
              <a:cxnSpLocks/>
            </p:cNvCxnSpPr>
            <p:nvPr/>
          </p:nvCxnSpPr>
          <p:spPr bwMode="gray">
            <a:xfrm>
              <a:off x="3779297" y="3987853"/>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24ACE125-5618-52F4-9C98-89BB5C294E44}"/>
                </a:ext>
              </a:extLst>
            </p:cNvPr>
            <p:cNvCxnSpPr>
              <a:cxnSpLocks/>
            </p:cNvCxnSpPr>
            <p:nvPr/>
          </p:nvCxnSpPr>
          <p:spPr bwMode="gray">
            <a:xfrm>
              <a:off x="2154132" y="4075863"/>
              <a:ext cx="559596"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83" name="TextBox 182">
              <a:extLst>
                <a:ext uri="{FF2B5EF4-FFF2-40B4-BE49-F238E27FC236}">
                  <a16:creationId xmlns:a16="http://schemas.microsoft.com/office/drawing/2014/main" id="{A357E47A-76A3-7E27-1135-AB9405DDB36C}"/>
                </a:ext>
              </a:extLst>
            </p:cNvPr>
            <p:cNvSpPr txBox="1"/>
            <p:nvPr/>
          </p:nvSpPr>
          <p:spPr>
            <a:xfrm>
              <a:off x="2545082" y="3979691"/>
              <a:ext cx="843697" cy="184666"/>
            </a:xfrm>
            <a:prstGeom prst="rect">
              <a:avLst/>
            </a:prstGeom>
            <a:ln>
              <a:noFill/>
            </a:ln>
          </p:spPr>
          <p:txBody>
            <a:bodyPr wrap="square" lIns="0" tIns="0" rIns="0" bIns="0" rtlCol="0">
              <a:spAutoFit/>
            </a:bodyPr>
            <a:lstStyle/>
            <a:p>
              <a:pPr algn="ctr">
                <a:spcAft>
                  <a:spcPts val="600"/>
                </a:spcAft>
              </a:pPr>
              <a:r>
                <a:rPr lang="en-US" sz="1200" dirty="0">
                  <a:solidFill>
                    <a:schemeClr val="accent1"/>
                  </a:solidFill>
                  <a:latin typeface="Arial" panose="020B0604020202020204" pitchFamily="34" charset="0"/>
                </a:rPr>
                <a:t>vSAN</a:t>
              </a:r>
            </a:p>
          </p:txBody>
        </p:sp>
        <p:grpSp>
          <p:nvGrpSpPr>
            <p:cNvPr id="184" name="Group 183">
              <a:extLst>
                <a:ext uri="{FF2B5EF4-FFF2-40B4-BE49-F238E27FC236}">
                  <a16:creationId xmlns:a16="http://schemas.microsoft.com/office/drawing/2014/main" id="{7D9AAA67-9FA9-983D-23A6-03833E10BE55}"/>
                </a:ext>
              </a:extLst>
            </p:cNvPr>
            <p:cNvGrpSpPr/>
            <p:nvPr/>
          </p:nvGrpSpPr>
          <p:grpSpPr>
            <a:xfrm>
              <a:off x="2154132" y="3664602"/>
              <a:ext cx="1625597" cy="283867"/>
              <a:chOff x="712452" y="5388690"/>
              <a:chExt cx="1625597" cy="283867"/>
            </a:xfrm>
          </p:grpSpPr>
          <p:sp>
            <p:nvSpPr>
              <p:cNvPr id="185" name="Rectangle 184">
                <a:extLst>
                  <a:ext uri="{FF2B5EF4-FFF2-40B4-BE49-F238E27FC236}">
                    <a16:creationId xmlns:a16="http://schemas.microsoft.com/office/drawing/2014/main" id="{047D789F-03E6-7490-F30C-B86C76298F0F}"/>
                  </a:ext>
                </a:extLst>
              </p:cNvPr>
              <p:cNvSpPr/>
              <p:nvPr/>
            </p:nvSpPr>
            <p:spPr>
              <a:xfrm>
                <a:off x="712452"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86" name="Rectangle 185">
                <a:extLst>
                  <a:ext uri="{FF2B5EF4-FFF2-40B4-BE49-F238E27FC236}">
                    <a16:creationId xmlns:a16="http://schemas.microsoft.com/office/drawing/2014/main" id="{F8F8EF3F-4A3F-9D09-E751-4E625AB013F8}"/>
                  </a:ext>
                </a:extLst>
              </p:cNvPr>
              <p:cNvSpPr/>
              <p:nvPr/>
            </p:nvSpPr>
            <p:spPr>
              <a:xfrm>
                <a:off x="1276289"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87" name="Rectangle 186">
                <a:extLst>
                  <a:ext uri="{FF2B5EF4-FFF2-40B4-BE49-F238E27FC236}">
                    <a16:creationId xmlns:a16="http://schemas.microsoft.com/office/drawing/2014/main" id="{047DB619-FDCF-55D1-36E2-9A1662A9B2AA}"/>
                  </a:ext>
                </a:extLst>
              </p:cNvPr>
              <p:cNvSpPr/>
              <p:nvPr/>
            </p:nvSpPr>
            <p:spPr>
              <a:xfrm>
                <a:off x="1840126"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89" name="Rectangle 188">
                <a:extLst>
                  <a:ext uri="{FF2B5EF4-FFF2-40B4-BE49-F238E27FC236}">
                    <a16:creationId xmlns:a16="http://schemas.microsoft.com/office/drawing/2014/main" id="{D6ECF0CB-9040-D985-7915-0D23570861ED}"/>
                  </a:ext>
                </a:extLst>
              </p:cNvPr>
              <p:cNvSpPr/>
              <p:nvPr/>
            </p:nvSpPr>
            <p:spPr>
              <a:xfrm>
                <a:off x="712452"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90" name="Rectangle 189">
                <a:extLst>
                  <a:ext uri="{FF2B5EF4-FFF2-40B4-BE49-F238E27FC236}">
                    <a16:creationId xmlns:a16="http://schemas.microsoft.com/office/drawing/2014/main" id="{78A5195A-F9A8-F63B-654A-F2C9419ED8D7}"/>
                  </a:ext>
                </a:extLst>
              </p:cNvPr>
              <p:cNvSpPr/>
              <p:nvPr/>
            </p:nvSpPr>
            <p:spPr>
              <a:xfrm>
                <a:off x="1276289"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91" name="Rectangle 190">
                <a:extLst>
                  <a:ext uri="{FF2B5EF4-FFF2-40B4-BE49-F238E27FC236}">
                    <a16:creationId xmlns:a16="http://schemas.microsoft.com/office/drawing/2014/main" id="{5B58EBEC-E587-C5CB-84AA-747014D18965}"/>
                  </a:ext>
                </a:extLst>
              </p:cNvPr>
              <p:cNvSpPr/>
              <p:nvPr/>
            </p:nvSpPr>
            <p:spPr>
              <a:xfrm>
                <a:off x="1840126"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grpSp>
        <p:nvGrpSpPr>
          <p:cNvPr id="386" name="Group 385">
            <a:extLst>
              <a:ext uri="{FF2B5EF4-FFF2-40B4-BE49-F238E27FC236}">
                <a16:creationId xmlns:a16="http://schemas.microsoft.com/office/drawing/2014/main" id="{B27229F8-E8EB-7061-FA26-87E45EF7CB8B}"/>
              </a:ext>
            </a:extLst>
          </p:cNvPr>
          <p:cNvGrpSpPr/>
          <p:nvPr/>
        </p:nvGrpSpPr>
        <p:grpSpPr>
          <a:xfrm>
            <a:off x="2154132" y="3385355"/>
            <a:ext cx="1625597" cy="230391"/>
            <a:chOff x="959642" y="1862048"/>
            <a:chExt cx="1625597" cy="230391"/>
          </a:xfrm>
        </p:grpSpPr>
        <p:pic>
          <p:nvPicPr>
            <p:cNvPr id="387" name="Graphic 386">
              <a:extLst>
                <a:ext uri="{FF2B5EF4-FFF2-40B4-BE49-F238E27FC236}">
                  <a16:creationId xmlns:a16="http://schemas.microsoft.com/office/drawing/2014/main" id="{C515B4D0-2D71-E08C-918C-8ED0A35ABD24}"/>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959642" y="1862048"/>
              <a:ext cx="230391" cy="230391"/>
            </a:xfrm>
            <a:prstGeom prst="rect">
              <a:avLst/>
            </a:prstGeom>
          </p:spPr>
        </p:pic>
        <p:pic>
          <p:nvPicPr>
            <p:cNvPr id="388" name="Graphic 387">
              <a:extLst>
                <a:ext uri="{FF2B5EF4-FFF2-40B4-BE49-F238E27FC236}">
                  <a16:creationId xmlns:a16="http://schemas.microsoft.com/office/drawing/2014/main" id="{F346A02C-7E02-7140-885C-10F7DA87026D}"/>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2354848" y="1862048"/>
              <a:ext cx="230391" cy="230391"/>
            </a:xfrm>
            <a:prstGeom prst="rect">
              <a:avLst/>
            </a:prstGeom>
          </p:spPr>
        </p:pic>
        <p:pic>
          <p:nvPicPr>
            <p:cNvPr id="389" name="Graphic 388">
              <a:extLst>
                <a:ext uri="{FF2B5EF4-FFF2-40B4-BE49-F238E27FC236}">
                  <a16:creationId xmlns:a16="http://schemas.microsoft.com/office/drawing/2014/main" id="{38F87E19-077E-1863-1B5E-EC94188FD171}"/>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1238683" y="1862048"/>
              <a:ext cx="230391" cy="230391"/>
            </a:xfrm>
            <a:prstGeom prst="rect">
              <a:avLst/>
            </a:prstGeom>
          </p:spPr>
        </p:pic>
        <p:pic>
          <p:nvPicPr>
            <p:cNvPr id="390" name="Graphic 389">
              <a:extLst>
                <a:ext uri="{FF2B5EF4-FFF2-40B4-BE49-F238E27FC236}">
                  <a16:creationId xmlns:a16="http://schemas.microsoft.com/office/drawing/2014/main" id="{20318C85-C281-6844-851D-98AC1A2ED4CE}"/>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1517724" y="1862048"/>
              <a:ext cx="230391" cy="230391"/>
            </a:xfrm>
            <a:prstGeom prst="rect">
              <a:avLst/>
            </a:prstGeom>
          </p:spPr>
        </p:pic>
        <p:pic>
          <p:nvPicPr>
            <p:cNvPr id="391" name="Graphic 390">
              <a:extLst>
                <a:ext uri="{FF2B5EF4-FFF2-40B4-BE49-F238E27FC236}">
                  <a16:creationId xmlns:a16="http://schemas.microsoft.com/office/drawing/2014/main" id="{9C510059-F123-2CD1-AF87-B22C2EEB4923}"/>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1796765" y="1862048"/>
              <a:ext cx="230391" cy="230391"/>
            </a:xfrm>
            <a:prstGeom prst="rect">
              <a:avLst/>
            </a:prstGeom>
          </p:spPr>
        </p:pic>
        <p:pic>
          <p:nvPicPr>
            <p:cNvPr id="392" name="Graphic 391">
              <a:extLst>
                <a:ext uri="{FF2B5EF4-FFF2-40B4-BE49-F238E27FC236}">
                  <a16:creationId xmlns:a16="http://schemas.microsoft.com/office/drawing/2014/main" id="{C27A304F-D627-2AEB-4CA3-87817D4931EC}"/>
                </a:ext>
              </a:extLst>
            </p:cNvPr>
            <p:cNvPicPr>
              <a:picLocks noChangeAspect="1"/>
            </p:cNvPicPr>
            <p:nvPr/>
          </p:nvPicPr>
          <p:blipFill>
            <a:blip r:embed="rId9">
              <a:extLst>
                <a:ext uri="{96DAC541-7B7A-43D3-8B79-37D633B846F1}">
                  <asvg:svgBlip xmlns:asvg="http://schemas.microsoft.com/office/drawing/2016/SVG/main" r:embed="rId11"/>
                </a:ext>
              </a:extLst>
            </a:blip>
            <a:stretch>
              <a:fillRect/>
            </a:stretch>
          </p:blipFill>
          <p:spPr>
            <a:xfrm>
              <a:off x="2075806" y="1862048"/>
              <a:ext cx="230391" cy="230391"/>
            </a:xfrm>
            <a:prstGeom prst="rect">
              <a:avLst/>
            </a:prstGeom>
          </p:spPr>
        </p:pic>
      </p:grpSp>
      <p:sp>
        <p:nvSpPr>
          <p:cNvPr id="436" name="Rectangle 435">
            <a:extLst>
              <a:ext uri="{FF2B5EF4-FFF2-40B4-BE49-F238E27FC236}">
                <a16:creationId xmlns:a16="http://schemas.microsoft.com/office/drawing/2014/main" id="{D6C6CDC2-3F42-FECA-397F-52C64AD84D62}"/>
              </a:ext>
            </a:extLst>
          </p:cNvPr>
          <p:cNvSpPr/>
          <p:nvPr/>
        </p:nvSpPr>
        <p:spPr>
          <a:xfrm>
            <a:off x="5395866" y="6468250"/>
            <a:ext cx="3971972" cy="153888"/>
          </a:xfrm>
          <a:prstGeom prst="rect">
            <a:avLst/>
          </a:prstGeom>
        </p:spPr>
        <p:txBody>
          <a:bodyPr wrap="square" lIns="0" tIns="0" rIns="0" bIns="0">
            <a:spAutoFit/>
          </a:bodyPr>
          <a:lstStyle/>
          <a:p>
            <a:r>
              <a:rPr lang="en-US" sz="1000" dirty="0">
                <a:solidFill>
                  <a:schemeClr val="bg1">
                    <a:lumMod val="50000"/>
                  </a:schemeClr>
                </a:solidFill>
                <a:latin typeface="Arial" panose="020B0604020202020204" pitchFamily="34" charset="0"/>
              </a:rPr>
              <a:t>* Replication a part of the SRM and/or the ACC addon license</a:t>
            </a:r>
          </a:p>
        </p:txBody>
      </p:sp>
      <p:grpSp>
        <p:nvGrpSpPr>
          <p:cNvPr id="439" name="Picture Placeholder 89" descr="Endpoint Desktop&#10;">
            <a:extLst>
              <a:ext uri="{FF2B5EF4-FFF2-40B4-BE49-F238E27FC236}">
                <a16:creationId xmlns:a16="http://schemas.microsoft.com/office/drawing/2014/main" id="{0BBD890A-E007-45E8-D96D-37BB69711601}"/>
              </a:ext>
            </a:extLst>
          </p:cNvPr>
          <p:cNvGrpSpPr/>
          <p:nvPr/>
        </p:nvGrpSpPr>
        <p:grpSpPr>
          <a:xfrm>
            <a:off x="1030547" y="3099492"/>
            <a:ext cx="426288" cy="372775"/>
            <a:chOff x="7129043" y="788577"/>
            <a:chExt cx="594512" cy="519882"/>
          </a:xfrm>
          <a:solidFill>
            <a:schemeClr val="tx1"/>
          </a:solidFill>
        </p:grpSpPr>
        <p:grpSp>
          <p:nvGrpSpPr>
            <p:cNvPr id="440" name="Picture Placeholder 89">
              <a:extLst>
                <a:ext uri="{FF2B5EF4-FFF2-40B4-BE49-F238E27FC236}">
                  <a16:creationId xmlns:a16="http://schemas.microsoft.com/office/drawing/2014/main" id="{CE88AA8C-2470-472D-9305-E3FFA44181C9}"/>
                </a:ext>
              </a:extLst>
            </p:cNvPr>
            <p:cNvGrpSpPr/>
            <p:nvPr/>
          </p:nvGrpSpPr>
          <p:grpSpPr>
            <a:xfrm>
              <a:off x="7230237" y="878386"/>
              <a:ext cx="115107" cy="28460"/>
              <a:chOff x="7230237" y="878386"/>
              <a:chExt cx="115107" cy="28460"/>
            </a:xfrm>
            <a:grpFill/>
          </p:grpSpPr>
          <p:sp>
            <p:nvSpPr>
              <p:cNvPr id="446" name="Picture Placeholder 89">
                <a:extLst>
                  <a:ext uri="{FF2B5EF4-FFF2-40B4-BE49-F238E27FC236}">
                    <a16:creationId xmlns:a16="http://schemas.microsoft.com/office/drawing/2014/main" id="{7E72E0DE-CFD0-C049-4FC3-2D9695956D14}"/>
                  </a:ext>
                </a:extLst>
              </p:cNvPr>
              <p:cNvSpPr/>
              <p:nvPr/>
            </p:nvSpPr>
            <p:spPr>
              <a:xfrm>
                <a:off x="7230237" y="878386"/>
                <a:ext cx="27828" cy="28460"/>
              </a:xfrm>
              <a:custGeom>
                <a:avLst/>
                <a:gdLst>
                  <a:gd name="connsiteX0" fmla="*/ 13914 w 27828"/>
                  <a:gd name="connsiteY0" fmla="*/ 0 h 28460"/>
                  <a:gd name="connsiteX1" fmla="*/ 27828 w 27828"/>
                  <a:gd name="connsiteY1" fmla="*/ 14547 h 28460"/>
                  <a:gd name="connsiteX2" fmla="*/ 13914 w 27828"/>
                  <a:gd name="connsiteY2" fmla="*/ 28461 h 28460"/>
                  <a:gd name="connsiteX3" fmla="*/ 13914 w 27828"/>
                  <a:gd name="connsiteY3" fmla="*/ 28461 h 28460"/>
                  <a:gd name="connsiteX4" fmla="*/ 0 w 27828"/>
                  <a:gd name="connsiteY4" fmla="*/ 14547 h 28460"/>
                  <a:gd name="connsiteX5" fmla="*/ 13914 w 27828"/>
                  <a:gd name="connsiteY5" fmla="*/ 0 h 2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28" h="28460">
                    <a:moveTo>
                      <a:pt x="13914" y="0"/>
                    </a:moveTo>
                    <a:cubicBezTo>
                      <a:pt x="22136" y="0"/>
                      <a:pt x="27828" y="5692"/>
                      <a:pt x="27828" y="14547"/>
                    </a:cubicBezTo>
                    <a:cubicBezTo>
                      <a:pt x="27828" y="22769"/>
                      <a:pt x="22136" y="28461"/>
                      <a:pt x="13914" y="28461"/>
                    </a:cubicBezTo>
                    <a:lnTo>
                      <a:pt x="13914" y="28461"/>
                    </a:lnTo>
                    <a:cubicBezTo>
                      <a:pt x="5060" y="28461"/>
                      <a:pt x="0" y="22769"/>
                      <a:pt x="0" y="14547"/>
                    </a:cubicBezTo>
                    <a:cubicBezTo>
                      <a:pt x="0" y="5692"/>
                      <a:pt x="5692" y="0"/>
                      <a:pt x="13914" y="0"/>
                    </a:cubicBezTo>
                    <a:close/>
                  </a:path>
                </a:pathLst>
              </a:custGeom>
              <a:grpFill/>
              <a:ln w="6271" cap="flat">
                <a:noFill/>
                <a:prstDash val="solid"/>
                <a:miter/>
              </a:ln>
            </p:spPr>
            <p:txBody>
              <a:bodyPr rtlCol="0" anchor="ctr"/>
              <a:lstStyle/>
              <a:p>
                <a:endParaRPr lang="en-US"/>
              </a:p>
            </p:txBody>
          </p:sp>
          <p:sp>
            <p:nvSpPr>
              <p:cNvPr id="447" name="Picture Placeholder 89">
                <a:extLst>
                  <a:ext uri="{FF2B5EF4-FFF2-40B4-BE49-F238E27FC236}">
                    <a16:creationId xmlns:a16="http://schemas.microsoft.com/office/drawing/2014/main" id="{ABD61D7B-7817-65A5-C953-5C92A33D640E}"/>
                  </a:ext>
                </a:extLst>
              </p:cNvPr>
              <p:cNvSpPr/>
              <p:nvPr/>
            </p:nvSpPr>
            <p:spPr>
              <a:xfrm>
                <a:off x="7273877" y="878386"/>
                <a:ext cx="27828" cy="28460"/>
              </a:xfrm>
              <a:custGeom>
                <a:avLst/>
                <a:gdLst>
                  <a:gd name="connsiteX0" fmla="*/ 13914 w 27828"/>
                  <a:gd name="connsiteY0" fmla="*/ 0 h 28460"/>
                  <a:gd name="connsiteX1" fmla="*/ 27828 w 27828"/>
                  <a:gd name="connsiteY1" fmla="*/ 14547 h 28460"/>
                  <a:gd name="connsiteX2" fmla="*/ 13914 w 27828"/>
                  <a:gd name="connsiteY2" fmla="*/ 28461 h 28460"/>
                  <a:gd name="connsiteX3" fmla="*/ 13914 w 27828"/>
                  <a:gd name="connsiteY3" fmla="*/ 28461 h 28460"/>
                  <a:gd name="connsiteX4" fmla="*/ 0 w 27828"/>
                  <a:gd name="connsiteY4" fmla="*/ 14547 h 28460"/>
                  <a:gd name="connsiteX5" fmla="*/ 13914 w 27828"/>
                  <a:gd name="connsiteY5" fmla="*/ 0 h 2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28" h="28460">
                    <a:moveTo>
                      <a:pt x="13914" y="0"/>
                    </a:moveTo>
                    <a:cubicBezTo>
                      <a:pt x="22136" y="0"/>
                      <a:pt x="27828" y="5692"/>
                      <a:pt x="27828" y="14547"/>
                    </a:cubicBezTo>
                    <a:cubicBezTo>
                      <a:pt x="27828" y="22769"/>
                      <a:pt x="22136" y="28461"/>
                      <a:pt x="13914" y="28461"/>
                    </a:cubicBezTo>
                    <a:lnTo>
                      <a:pt x="13914" y="28461"/>
                    </a:lnTo>
                    <a:cubicBezTo>
                      <a:pt x="5060" y="28461"/>
                      <a:pt x="0" y="22769"/>
                      <a:pt x="0" y="14547"/>
                    </a:cubicBezTo>
                    <a:cubicBezTo>
                      <a:pt x="0" y="5692"/>
                      <a:pt x="5692" y="0"/>
                      <a:pt x="13914" y="0"/>
                    </a:cubicBezTo>
                    <a:close/>
                  </a:path>
                </a:pathLst>
              </a:custGeom>
              <a:grpFill/>
              <a:ln w="6271" cap="flat">
                <a:noFill/>
                <a:prstDash val="solid"/>
                <a:miter/>
              </a:ln>
            </p:spPr>
            <p:txBody>
              <a:bodyPr rtlCol="0" anchor="ctr"/>
              <a:lstStyle/>
              <a:p>
                <a:endParaRPr lang="en-US"/>
              </a:p>
            </p:txBody>
          </p:sp>
          <p:sp>
            <p:nvSpPr>
              <p:cNvPr id="448" name="Picture Placeholder 89">
                <a:extLst>
                  <a:ext uri="{FF2B5EF4-FFF2-40B4-BE49-F238E27FC236}">
                    <a16:creationId xmlns:a16="http://schemas.microsoft.com/office/drawing/2014/main" id="{DD5656F8-2FC1-13F7-64E9-C4CA93B35E97}"/>
                  </a:ext>
                </a:extLst>
              </p:cNvPr>
              <p:cNvSpPr/>
              <p:nvPr/>
            </p:nvSpPr>
            <p:spPr>
              <a:xfrm>
                <a:off x="7317516" y="878386"/>
                <a:ext cx="27828" cy="28460"/>
              </a:xfrm>
              <a:custGeom>
                <a:avLst/>
                <a:gdLst>
                  <a:gd name="connsiteX0" fmla="*/ 13914 w 27828"/>
                  <a:gd name="connsiteY0" fmla="*/ 0 h 28460"/>
                  <a:gd name="connsiteX1" fmla="*/ 27828 w 27828"/>
                  <a:gd name="connsiteY1" fmla="*/ 14547 h 28460"/>
                  <a:gd name="connsiteX2" fmla="*/ 13914 w 27828"/>
                  <a:gd name="connsiteY2" fmla="*/ 28461 h 28460"/>
                  <a:gd name="connsiteX3" fmla="*/ 13914 w 27828"/>
                  <a:gd name="connsiteY3" fmla="*/ 28461 h 28460"/>
                  <a:gd name="connsiteX4" fmla="*/ 0 w 27828"/>
                  <a:gd name="connsiteY4" fmla="*/ 14547 h 28460"/>
                  <a:gd name="connsiteX5" fmla="*/ 13914 w 27828"/>
                  <a:gd name="connsiteY5" fmla="*/ 0 h 2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28" h="28460">
                    <a:moveTo>
                      <a:pt x="13914" y="0"/>
                    </a:moveTo>
                    <a:cubicBezTo>
                      <a:pt x="22136" y="0"/>
                      <a:pt x="27828" y="5692"/>
                      <a:pt x="27828" y="14547"/>
                    </a:cubicBezTo>
                    <a:cubicBezTo>
                      <a:pt x="27828" y="22769"/>
                      <a:pt x="22136" y="28461"/>
                      <a:pt x="13914" y="28461"/>
                    </a:cubicBezTo>
                    <a:lnTo>
                      <a:pt x="13914" y="28461"/>
                    </a:lnTo>
                    <a:cubicBezTo>
                      <a:pt x="5060" y="28461"/>
                      <a:pt x="0" y="22769"/>
                      <a:pt x="0" y="14547"/>
                    </a:cubicBezTo>
                    <a:cubicBezTo>
                      <a:pt x="0" y="5692"/>
                      <a:pt x="5692" y="0"/>
                      <a:pt x="13914" y="0"/>
                    </a:cubicBezTo>
                    <a:close/>
                  </a:path>
                </a:pathLst>
              </a:custGeom>
              <a:grpFill/>
              <a:ln w="6271" cap="flat">
                <a:noFill/>
                <a:prstDash val="solid"/>
                <a:miter/>
              </a:ln>
            </p:spPr>
            <p:txBody>
              <a:bodyPr rtlCol="0" anchor="ctr"/>
              <a:lstStyle/>
              <a:p>
                <a:endParaRPr lang="en-US"/>
              </a:p>
            </p:txBody>
          </p:sp>
        </p:grpSp>
        <p:grpSp>
          <p:nvGrpSpPr>
            <p:cNvPr id="441" name="Picture Placeholder 89">
              <a:extLst>
                <a:ext uri="{FF2B5EF4-FFF2-40B4-BE49-F238E27FC236}">
                  <a16:creationId xmlns:a16="http://schemas.microsoft.com/office/drawing/2014/main" id="{A302A253-3BE6-E850-C35C-26D301A794C2}"/>
                </a:ext>
              </a:extLst>
            </p:cNvPr>
            <p:cNvGrpSpPr/>
            <p:nvPr/>
          </p:nvGrpSpPr>
          <p:grpSpPr>
            <a:xfrm>
              <a:off x="7129043" y="788577"/>
              <a:ext cx="594512" cy="519882"/>
              <a:chOff x="7129043" y="788577"/>
              <a:chExt cx="594512" cy="519882"/>
            </a:xfrm>
            <a:grpFill/>
          </p:grpSpPr>
          <p:sp>
            <p:nvSpPr>
              <p:cNvPr id="442" name="Picture Placeholder 89">
                <a:extLst>
                  <a:ext uri="{FF2B5EF4-FFF2-40B4-BE49-F238E27FC236}">
                    <a16:creationId xmlns:a16="http://schemas.microsoft.com/office/drawing/2014/main" id="{98BBDA88-093A-20B8-6BBD-FEA615DA7AA6}"/>
                  </a:ext>
                </a:extLst>
              </p:cNvPr>
              <p:cNvSpPr/>
              <p:nvPr/>
            </p:nvSpPr>
            <p:spPr>
              <a:xfrm>
                <a:off x="7316879" y="1184497"/>
                <a:ext cx="219853" cy="123962"/>
              </a:xfrm>
              <a:custGeom>
                <a:avLst/>
                <a:gdLst>
                  <a:gd name="connsiteX0" fmla="*/ 206819 w 219853"/>
                  <a:gd name="connsiteY0" fmla="*/ 123962 h 123962"/>
                  <a:gd name="connsiteX1" fmla="*/ 12654 w 219853"/>
                  <a:gd name="connsiteY1" fmla="*/ 123962 h 123962"/>
                  <a:gd name="connsiteX2" fmla="*/ 637 w 219853"/>
                  <a:gd name="connsiteY2" fmla="*/ 115108 h 123962"/>
                  <a:gd name="connsiteX3" fmla="*/ 5697 w 219853"/>
                  <a:gd name="connsiteY3" fmla="*/ 100561 h 123962"/>
                  <a:gd name="connsiteX4" fmla="*/ 51867 w 219853"/>
                  <a:gd name="connsiteY4" fmla="*/ 79690 h 123962"/>
                  <a:gd name="connsiteX5" fmla="*/ 62618 w 219853"/>
                  <a:gd name="connsiteY5" fmla="*/ 0 h 123962"/>
                  <a:gd name="connsiteX6" fmla="*/ 78430 w 219853"/>
                  <a:gd name="connsiteY6" fmla="*/ 1897 h 123962"/>
                  <a:gd name="connsiteX7" fmla="*/ 66413 w 219853"/>
                  <a:gd name="connsiteY7" fmla="*/ 91074 h 123962"/>
                  <a:gd name="connsiteX8" fmla="*/ 61986 w 219853"/>
                  <a:gd name="connsiteY8" fmla="*/ 92972 h 123962"/>
                  <a:gd name="connsiteX9" fmla="*/ 25303 w 219853"/>
                  <a:gd name="connsiteY9" fmla="*/ 108151 h 123962"/>
                  <a:gd name="connsiteX10" fmla="*/ 194803 w 219853"/>
                  <a:gd name="connsiteY10" fmla="*/ 108151 h 123962"/>
                  <a:gd name="connsiteX11" fmla="*/ 158120 w 219853"/>
                  <a:gd name="connsiteY11" fmla="*/ 92972 h 123962"/>
                  <a:gd name="connsiteX12" fmla="*/ 153693 w 219853"/>
                  <a:gd name="connsiteY12" fmla="*/ 91074 h 123962"/>
                  <a:gd name="connsiteX13" fmla="*/ 144838 w 219853"/>
                  <a:gd name="connsiteY13" fmla="*/ 1897 h 123962"/>
                  <a:gd name="connsiteX14" fmla="*/ 160650 w 219853"/>
                  <a:gd name="connsiteY14" fmla="*/ 632 h 123962"/>
                  <a:gd name="connsiteX15" fmla="*/ 168239 w 219853"/>
                  <a:gd name="connsiteY15" fmla="*/ 80322 h 123962"/>
                  <a:gd name="connsiteX16" fmla="*/ 214409 w 219853"/>
                  <a:gd name="connsiteY16" fmla="*/ 101194 h 123962"/>
                  <a:gd name="connsiteX17" fmla="*/ 219469 w 219853"/>
                  <a:gd name="connsiteY17" fmla="*/ 115740 h 123962"/>
                  <a:gd name="connsiteX18" fmla="*/ 206819 w 219853"/>
                  <a:gd name="connsiteY18" fmla="*/ 123962 h 123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9853" h="123962">
                    <a:moveTo>
                      <a:pt x="206819" y="123962"/>
                    </a:moveTo>
                    <a:lnTo>
                      <a:pt x="12654" y="123962"/>
                    </a:lnTo>
                    <a:cubicBezTo>
                      <a:pt x="6962" y="123962"/>
                      <a:pt x="2535" y="120167"/>
                      <a:pt x="637" y="115108"/>
                    </a:cubicBezTo>
                    <a:cubicBezTo>
                      <a:pt x="-1260" y="109416"/>
                      <a:pt x="1270" y="103723"/>
                      <a:pt x="5697" y="100561"/>
                    </a:cubicBezTo>
                    <a:cubicBezTo>
                      <a:pt x="15816" y="93604"/>
                      <a:pt x="41115" y="83485"/>
                      <a:pt x="51867" y="79690"/>
                    </a:cubicBezTo>
                    <a:lnTo>
                      <a:pt x="62618" y="0"/>
                    </a:lnTo>
                    <a:lnTo>
                      <a:pt x="78430" y="1897"/>
                    </a:lnTo>
                    <a:lnTo>
                      <a:pt x="66413" y="91074"/>
                    </a:lnTo>
                    <a:lnTo>
                      <a:pt x="61986" y="92972"/>
                    </a:lnTo>
                    <a:cubicBezTo>
                      <a:pt x="54396" y="95501"/>
                      <a:pt x="37320" y="102459"/>
                      <a:pt x="25303" y="108151"/>
                    </a:cubicBezTo>
                    <a:lnTo>
                      <a:pt x="194803" y="108151"/>
                    </a:lnTo>
                    <a:cubicBezTo>
                      <a:pt x="182786" y="102459"/>
                      <a:pt x="165709" y="95501"/>
                      <a:pt x="158120" y="92972"/>
                    </a:cubicBezTo>
                    <a:lnTo>
                      <a:pt x="153693" y="91074"/>
                    </a:lnTo>
                    <a:lnTo>
                      <a:pt x="144838" y="1897"/>
                    </a:lnTo>
                    <a:lnTo>
                      <a:pt x="160650" y="632"/>
                    </a:lnTo>
                    <a:lnTo>
                      <a:pt x="168239" y="80322"/>
                    </a:lnTo>
                    <a:cubicBezTo>
                      <a:pt x="178991" y="84750"/>
                      <a:pt x="204922" y="94869"/>
                      <a:pt x="214409" y="101194"/>
                    </a:cubicBezTo>
                    <a:cubicBezTo>
                      <a:pt x="218836" y="104356"/>
                      <a:pt x="220733" y="110048"/>
                      <a:pt x="219469" y="115740"/>
                    </a:cubicBezTo>
                    <a:cubicBezTo>
                      <a:pt x="216939" y="120167"/>
                      <a:pt x="212512" y="123962"/>
                      <a:pt x="206819" y="123962"/>
                    </a:cubicBezTo>
                    <a:close/>
                  </a:path>
                </a:pathLst>
              </a:custGeom>
              <a:grpFill/>
              <a:ln w="6271" cap="flat">
                <a:noFill/>
                <a:prstDash val="solid"/>
                <a:miter/>
              </a:ln>
            </p:spPr>
            <p:txBody>
              <a:bodyPr rtlCol="0" anchor="ctr"/>
              <a:lstStyle/>
              <a:p>
                <a:endParaRPr lang="en-US"/>
              </a:p>
            </p:txBody>
          </p:sp>
          <p:sp>
            <p:nvSpPr>
              <p:cNvPr id="443" name="Picture Placeholder 89">
                <a:extLst>
                  <a:ext uri="{FF2B5EF4-FFF2-40B4-BE49-F238E27FC236}">
                    <a16:creationId xmlns:a16="http://schemas.microsoft.com/office/drawing/2014/main" id="{446D67FF-0E59-85BE-886C-7BCB39085F4F}"/>
                  </a:ext>
                </a:extLst>
              </p:cNvPr>
              <p:cNvSpPr/>
              <p:nvPr/>
            </p:nvSpPr>
            <p:spPr>
              <a:xfrm>
                <a:off x="7129043" y="788577"/>
                <a:ext cx="594512" cy="379476"/>
              </a:xfrm>
              <a:custGeom>
                <a:avLst/>
                <a:gdLst>
                  <a:gd name="connsiteX0" fmla="*/ 562257 w 594512"/>
                  <a:gd name="connsiteY0" fmla="*/ 15812 h 379476"/>
                  <a:gd name="connsiteX1" fmla="*/ 578701 w 594512"/>
                  <a:gd name="connsiteY1" fmla="*/ 30991 h 379476"/>
                  <a:gd name="connsiteX2" fmla="*/ 578701 w 594512"/>
                  <a:gd name="connsiteY2" fmla="*/ 349750 h 379476"/>
                  <a:gd name="connsiteX3" fmla="*/ 563522 w 594512"/>
                  <a:gd name="connsiteY3" fmla="*/ 363665 h 379476"/>
                  <a:gd name="connsiteX4" fmla="*/ 29726 w 594512"/>
                  <a:gd name="connsiteY4" fmla="*/ 363665 h 379476"/>
                  <a:gd name="connsiteX5" fmla="*/ 15812 w 594512"/>
                  <a:gd name="connsiteY5" fmla="*/ 351015 h 379476"/>
                  <a:gd name="connsiteX6" fmla="*/ 15812 w 594512"/>
                  <a:gd name="connsiteY6" fmla="*/ 28461 h 379476"/>
                  <a:gd name="connsiteX7" fmla="*/ 29726 w 594512"/>
                  <a:gd name="connsiteY7" fmla="*/ 15812 h 379476"/>
                  <a:gd name="connsiteX8" fmla="*/ 562257 w 594512"/>
                  <a:gd name="connsiteY8" fmla="*/ 15812 h 379476"/>
                  <a:gd name="connsiteX9" fmla="*/ 562257 w 594512"/>
                  <a:gd name="connsiteY9" fmla="*/ 0 h 379476"/>
                  <a:gd name="connsiteX10" fmla="*/ 29726 w 594512"/>
                  <a:gd name="connsiteY10" fmla="*/ 0 h 379476"/>
                  <a:gd name="connsiteX11" fmla="*/ 0 w 594512"/>
                  <a:gd name="connsiteY11" fmla="*/ 28461 h 379476"/>
                  <a:gd name="connsiteX12" fmla="*/ 0 w 594512"/>
                  <a:gd name="connsiteY12" fmla="*/ 351015 h 379476"/>
                  <a:gd name="connsiteX13" fmla="*/ 29726 w 594512"/>
                  <a:gd name="connsiteY13" fmla="*/ 379476 h 379476"/>
                  <a:gd name="connsiteX14" fmla="*/ 563522 w 594512"/>
                  <a:gd name="connsiteY14" fmla="*/ 379476 h 379476"/>
                  <a:gd name="connsiteX15" fmla="*/ 594512 w 594512"/>
                  <a:gd name="connsiteY15" fmla="*/ 349750 h 379476"/>
                  <a:gd name="connsiteX16" fmla="*/ 594512 w 594512"/>
                  <a:gd name="connsiteY16" fmla="*/ 30991 h 379476"/>
                  <a:gd name="connsiteX17" fmla="*/ 562257 w 594512"/>
                  <a:gd name="connsiteY17" fmla="*/ 0 h 379476"/>
                  <a:gd name="connsiteX18" fmla="*/ 562257 w 594512"/>
                  <a:gd name="connsiteY18" fmla="*/ 0 h 379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94512" h="379476">
                    <a:moveTo>
                      <a:pt x="562257" y="15812"/>
                    </a:moveTo>
                    <a:cubicBezTo>
                      <a:pt x="571111" y="15812"/>
                      <a:pt x="578701" y="22769"/>
                      <a:pt x="578701" y="30991"/>
                    </a:cubicBezTo>
                    <a:lnTo>
                      <a:pt x="578701" y="349750"/>
                    </a:lnTo>
                    <a:cubicBezTo>
                      <a:pt x="578701" y="357340"/>
                      <a:pt x="571744" y="363665"/>
                      <a:pt x="563522" y="363665"/>
                    </a:cubicBezTo>
                    <a:lnTo>
                      <a:pt x="29726" y="363665"/>
                    </a:lnTo>
                    <a:cubicBezTo>
                      <a:pt x="22136" y="363665"/>
                      <a:pt x="15812" y="357972"/>
                      <a:pt x="15812" y="351015"/>
                    </a:cubicBezTo>
                    <a:lnTo>
                      <a:pt x="15812" y="28461"/>
                    </a:lnTo>
                    <a:cubicBezTo>
                      <a:pt x="15812" y="21504"/>
                      <a:pt x="22136" y="15812"/>
                      <a:pt x="29726" y="15812"/>
                    </a:cubicBezTo>
                    <a:lnTo>
                      <a:pt x="562257" y="15812"/>
                    </a:lnTo>
                    <a:moveTo>
                      <a:pt x="562257" y="0"/>
                    </a:moveTo>
                    <a:lnTo>
                      <a:pt x="29726" y="0"/>
                    </a:lnTo>
                    <a:cubicBezTo>
                      <a:pt x="13282" y="0"/>
                      <a:pt x="0" y="12649"/>
                      <a:pt x="0" y="28461"/>
                    </a:cubicBezTo>
                    <a:lnTo>
                      <a:pt x="0" y="351015"/>
                    </a:lnTo>
                    <a:cubicBezTo>
                      <a:pt x="0" y="366827"/>
                      <a:pt x="13282" y="379476"/>
                      <a:pt x="29726" y="379476"/>
                    </a:cubicBezTo>
                    <a:lnTo>
                      <a:pt x="563522" y="379476"/>
                    </a:lnTo>
                    <a:cubicBezTo>
                      <a:pt x="580598" y="379476"/>
                      <a:pt x="594512" y="366194"/>
                      <a:pt x="594512" y="349750"/>
                    </a:cubicBezTo>
                    <a:lnTo>
                      <a:pt x="594512" y="30991"/>
                    </a:lnTo>
                    <a:cubicBezTo>
                      <a:pt x="594512" y="13914"/>
                      <a:pt x="579966" y="0"/>
                      <a:pt x="562257" y="0"/>
                    </a:cubicBezTo>
                    <a:lnTo>
                      <a:pt x="562257" y="0"/>
                    </a:lnTo>
                    <a:close/>
                  </a:path>
                </a:pathLst>
              </a:custGeom>
              <a:grpFill/>
              <a:ln w="6271" cap="flat">
                <a:noFill/>
                <a:prstDash val="solid"/>
                <a:miter/>
              </a:ln>
            </p:spPr>
            <p:txBody>
              <a:bodyPr rtlCol="0" anchor="ctr"/>
              <a:lstStyle/>
              <a:p>
                <a:endParaRPr lang="en-US"/>
              </a:p>
            </p:txBody>
          </p:sp>
          <p:sp>
            <p:nvSpPr>
              <p:cNvPr id="444" name="Picture Placeholder 89">
                <a:extLst>
                  <a:ext uri="{FF2B5EF4-FFF2-40B4-BE49-F238E27FC236}">
                    <a16:creationId xmlns:a16="http://schemas.microsoft.com/office/drawing/2014/main" id="{2794DBE9-FD17-48D8-4CA5-541BE5906FD6}"/>
                  </a:ext>
                </a:extLst>
              </p:cNvPr>
              <p:cNvSpPr/>
              <p:nvPr/>
            </p:nvSpPr>
            <p:spPr>
              <a:xfrm>
                <a:off x="7192289" y="842969"/>
                <a:ext cx="468020" cy="271325"/>
              </a:xfrm>
              <a:custGeom>
                <a:avLst/>
                <a:gdLst>
                  <a:gd name="connsiteX0" fmla="*/ 468020 w 468020"/>
                  <a:gd name="connsiteY0" fmla="*/ 271325 h 271325"/>
                  <a:gd name="connsiteX1" fmla="*/ 452209 w 468020"/>
                  <a:gd name="connsiteY1" fmla="*/ 271325 h 271325"/>
                  <a:gd name="connsiteX2" fmla="*/ 452209 w 468020"/>
                  <a:gd name="connsiteY2" fmla="*/ 15812 h 271325"/>
                  <a:gd name="connsiteX3" fmla="*/ 15812 w 468020"/>
                  <a:gd name="connsiteY3" fmla="*/ 15812 h 271325"/>
                  <a:gd name="connsiteX4" fmla="*/ 15812 w 468020"/>
                  <a:gd name="connsiteY4" fmla="*/ 271325 h 271325"/>
                  <a:gd name="connsiteX5" fmla="*/ 0 w 468020"/>
                  <a:gd name="connsiteY5" fmla="*/ 271325 h 271325"/>
                  <a:gd name="connsiteX6" fmla="*/ 0 w 468020"/>
                  <a:gd name="connsiteY6" fmla="*/ 0 h 271325"/>
                  <a:gd name="connsiteX7" fmla="*/ 468020 w 468020"/>
                  <a:gd name="connsiteY7" fmla="*/ 0 h 271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020" h="271325">
                    <a:moveTo>
                      <a:pt x="468020" y="271325"/>
                    </a:moveTo>
                    <a:lnTo>
                      <a:pt x="452209" y="271325"/>
                    </a:lnTo>
                    <a:lnTo>
                      <a:pt x="452209" y="15812"/>
                    </a:lnTo>
                    <a:lnTo>
                      <a:pt x="15812" y="15812"/>
                    </a:lnTo>
                    <a:lnTo>
                      <a:pt x="15812" y="271325"/>
                    </a:lnTo>
                    <a:lnTo>
                      <a:pt x="0" y="271325"/>
                    </a:lnTo>
                    <a:lnTo>
                      <a:pt x="0" y="0"/>
                    </a:lnTo>
                    <a:lnTo>
                      <a:pt x="468020" y="0"/>
                    </a:lnTo>
                    <a:close/>
                  </a:path>
                </a:pathLst>
              </a:custGeom>
              <a:grpFill/>
              <a:ln w="6271" cap="flat">
                <a:noFill/>
                <a:prstDash val="solid"/>
                <a:miter/>
              </a:ln>
            </p:spPr>
            <p:txBody>
              <a:bodyPr rtlCol="0" anchor="ctr"/>
              <a:lstStyle/>
              <a:p>
                <a:endParaRPr lang="en-US"/>
              </a:p>
            </p:txBody>
          </p:sp>
          <p:sp>
            <p:nvSpPr>
              <p:cNvPr id="445" name="Picture Placeholder 89">
                <a:extLst>
                  <a:ext uri="{FF2B5EF4-FFF2-40B4-BE49-F238E27FC236}">
                    <a16:creationId xmlns:a16="http://schemas.microsoft.com/office/drawing/2014/main" id="{157E38AB-02A7-D39E-D1AA-23D253F9F37B}"/>
                  </a:ext>
                </a:extLst>
              </p:cNvPr>
              <p:cNvSpPr/>
              <p:nvPr/>
            </p:nvSpPr>
            <p:spPr>
              <a:xfrm>
                <a:off x="7199879" y="928351"/>
                <a:ext cx="427542" cy="15811"/>
              </a:xfrm>
              <a:custGeom>
                <a:avLst/>
                <a:gdLst>
                  <a:gd name="connsiteX0" fmla="*/ 0 w 427542"/>
                  <a:gd name="connsiteY0" fmla="*/ 0 h 15811"/>
                  <a:gd name="connsiteX1" fmla="*/ 427543 w 427542"/>
                  <a:gd name="connsiteY1" fmla="*/ 0 h 15811"/>
                  <a:gd name="connsiteX2" fmla="*/ 427543 w 427542"/>
                  <a:gd name="connsiteY2" fmla="*/ 15812 h 15811"/>
                  <a:gd name="connsiteX3" fmla="*/ 0 w 427542"/>
                  <a:gd name="connsiteY3" fmla="*/ 15812 h 15811"/>
                </a:gdLst>
                <a:ahLst/>
                <a:cxnLst>
                  <a:cxn ang="0">
                    <a:pos x="connsiteX0" y="connsiteY0"/>
                  </a:cxn>
                  <a:cxn ang="0">
                    <a:pos x="connsiteX1" y="connsiteY1"/>
                  </a:cxn>
                  <a:cxn ang="0">
                    <a:pos x="connsiteX2" y="connsiteY2"/>
                  </a:cxn>
                  <a:cxn ang="0">
                    <a:pos x="connsiteX3" y="connsiteY3"/>
                  </a:cxn>
                </a:cxnLst>
                <a:rect l="l" t="t" r="r" b="b"/>
                <a:pathLst>
                  <a:path w="427542" h="15811">
                    <a:moveTo>
                      <a:pt x="0" y="0"/>
                    </a:moveTo>
                    <a:lnTo>
                      <a:pt x="427543" y="0"/>
                    </a:lnTo>
                    <a:lnTo>
                      <a:pt x="427543" y="15812"/>
                    </a:lnTo>
                    <a:lnTo>
                      <a:pt x="0" y="15812"/>
                    </a:lnTo>
                    <a:close/>
                  </a:path>
                </a:pathLst>
              </a:custGeom>
              <a:grpFill/>
              <a:ln w="6271" cap="flat">
                <a:noFill/>
                <a:prstDash val="solid"/>
                <a:miter/>
              </a:ln>
            </p:spPr>
            <p:txBody>
              <a:bodyPr rtlCol="0" anchor="ctr"/>
              <a:lstStyle/>
              <a:p>
                <a:endParaRPr lang="en-US"/>
              </a:p>
            </p:txBody>
          </p:sp>
        </p:grpSp>
      </p:grpSp>
      <p:grpSp>
        <p:nvGrpSpPr>
          <p:cNvPr id="449" name="Group 448">
            <a:extLst>
              <a:ext uri="{FF2B5EF4-FFF2-40B4-BE49-F238E27FC236}">
                <a16:creationId xmlns:a16="http://schemas.microsoft.com/office/drawing/2014/main" id="{461C28F5-FEDA-881E-19FF-986A06C345EC}"/>
              </a:ext>
            </a:extLst>
          </p:cNvPr>
          <p:cNvGrpSpPr/>
          <p:nvPr/>
        </p:nvGrpSpPr>
        <p:grpSpPr>
          <a:xfrm>
            <a:off x="705146" y="4025434"/>
            <a:ext cx="1085138" cy="692373"/>
            <a:chOff x="3253701" y="1934820"/>
            <a:chExt cx="1085138" cy="692373"/>
          </a:xfrm>
        </p:grpSpPr>
        <p:grpSp>
          <p:nvGrpSpPr>
            <p:cNvPr id="450" name="Group 449">
              <a:extLst>
                <a:ext uri="{FF2B5EF4-FFF2-40B4-BE49-F238E27FC236}">
                  <a16:creationId xmlns:a16="http://schemas.microsoft.com/office/drawing/2014/main" id="{227E780A-85F4-3A76-F9FE-03F40F08A1CD}"/>
                </a:ext>
              </a:extLst>
            </p:cNvPr>
            <p:cNvGrpSpPr/>
            <p:nvPr/>
          </p:nvGrpSpPr>
          <p:grpSpPr>
            <a:xfrm>
              <a:off x="3253701" y="1934820"/>
              <a:ext cx="1036717" cy="631715"/>
              <a:chOff x="4747244" y="1672002"/>
              <a:chExt cx="1036717" cy="631715"/>
            </a:xfrm>
          </p:grpSpPr>
          <p:sp>
            <p:nvSpPr>
              <p:cNvPr id="457" name="TextBox 456">
                <a:extLst>
                  <a:ext uri="{FF2B5EF4-FFF2-40B4-BE49-F238E27FC236}">
                    <a16:creationId xmlns:a16="http://schemas.microsoft.com/office/drawing/2014/main" id="{34108B1B-1C28-F439-2AF8-3B2CD06B161A}"/>
                  </a:ext>
                </a:extLst>
              </p:cNvPr>
              <p:cNvSpPr txBox="1"/>
              <p:nvPr/>
            </p:nvSpPr>
            <p:spPr>
              <a:xfrm>
                <a:off x="4753868" y="1701489"/>
                <a:ext cx="749469" cy="307777"/>
              </a:xfrm>
              <a:prstGeom prst="rect">
                <a:avLst/>
              </a:prstGeom>
            </p:spPr>
            <p:txBody>
              <a:bodyPr wrap="square" lIns="0" tIns="0" rIns="0" bIns="0" rtlCol="0">
                <a:spAutoFit/>
              </a:bodyPr>
              <a:lstStyle/>
              <a:p>
                <a:pPr algn="ctr">
                  <a:spcAft>
                    <a:spcPts val="600"/>
                  </a:spcAft>
                </a:pPr>
                <a:r>
                  <a:rPr lang="en-US" sz="1000" dirty="0"/>
                  <a:t>Protection groups</a:t>
                </a:r>
              </a:p>
            </p:txBody>
          </p:sp>
          <p:sp>
            <p:nvSpPr>
              <p:cNvPr id="458" name="Rectangle 457">
                <a:extLst>
                  <a:ext uri="{FF2B5EF4-FFF2-40B4-BE49-F238E27FC236}">
                    <a16:creationId xmlns:a16="http://schemas.microsoft.com/office/drawing/2014/main" id="{B7C1AE6A-8F0B-63EF-55DB-910D44B3E4EA}"/>
                  </a:ext>
                </a:extLst>
              </p:cNvPr>
              <p:cNvSpPr/>
              <p:nvPr/>
            </p:nvSpPr>
            <p:spPr>
              <a:xfrm>
                <a:off x="4747244" y="1672002"/>
                <a:ext cx="1036717" cy="631715"/>
              </a:xfrm>
              <a:prstGeom prst="rect">
                <a:avLst/>
              </a:prstGeom>
              <a:solidFill>
                <a:schemeClr val="bg1">
                  <a:lumMod val="50000"/>
                  <a:alpha val="10000"/>
                </a:schemeClr>
              </a:solidFill>
              <a:ln w="15875">
                <a:solidFill>
                  <a:schemeClr val="tx1"/>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grpSp>
            <p:nvGrpSpPr>
              <p:cNvPr id="459" name="Picture Placeholder 75" descr="Calendar&#10;">
                <a:extLst>
                  <a:ext uri="{FF2B5EF4-FFF2-40B4-BE49-F238E27FC236}">
                    <a16:creationId xmlns:a16="http://schemas.microsoft.com/office/drawing/2014/main" id="{F3546914-75DD-A936-90F5-7D0A352460B3}"/>
                  </a:ext>
                </a:extLst>
              </p:cNvPr>
              <p:cNvGrpSpPr>
                <a:grpSpLocks noChangeAspect="1"/>
              </p:cNvGrpSpPr>
              <p:nvPr/>
            </p:nvGrpSpPr>
            <p:grpSpPr>
              <a:xfrm>
                <a:off x="5478050" y="1730495"/>
                <a:ext cx="262195" cy="230180"/>
                <a:chOff x="1847069" y="746835"/>
                <a:chExt cx="600836" cy="527471"/>
              </a:xfrm>
              <a:solidFill>
                <a:schemeClr val="tx1"/>
              </a:solidFill>
            </p:grpSpPr>
            <p:sp>
              <p:nvSpPr>
                <p:cNvPr id="465" name="Picture Placeholder 75">
                  <a:extLst>
                    <a:ext uri="{FF2B5EF4-FFF2-40B4-BE49-F238E27FC236}">
                      <a16:creationId xmlns:a16="http://schemas.microsoft.com/office/drawing/2014/main" id="{794A7E90-34B3-60AE-5FAB-899D14303ED2}"/>
                    </a:ext>
                  </a:extLst>
                </p:cNvPr>
                <p:cNvSpPr/>
                <p:nvPr/>
              </p:nvSpPr>
              <p:spPr>
                <a:xfrm>
                  <a:off x="1930554"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66" name="Picture Placeholder 75">
                  <a:extLst>
                    <a:ext uri="{FF2B5EF4-FFF2-40B4-BE49-F238E27FC236}">
                      <a16:creationId xmlns:a16="http://schemas.microsoft.com/office/drawing/2014/main" id="{80FF0CF6-7443-6976-F5BD-41286E9650E5}"/>
                    </a:ext>
                  </a:extLst>
                </p:cNvPr>
                <p:cNvSpPr/>
                <p:nvPr/>
              </p:nvSpPr>
              <p:spPr>
                <a:xfrm>
                  <a:off x="2057046"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67" name="Picture Placeholder 75">
                  <a:extLst>
                    <a:ext uri="{FF2B5EF4-FFF2-40B4-BE49-F238E27FC236}">
                      <a16:creationId xmlns:a16="http://schemas.microsoft.com/office/drawing/2014/main" id="{45F9D0D5-CD6C-630F-2962-C172142D64D9}"/>
                    </a:ext>
                  </a:extLst>
                </p:cNvPr>
                <p:cNvSpPr/>
                <p:nvPr/>
              </p:nvSpPr>
              <p:spPr>
                <a:xfrm>
                  <a:off x="2183538"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68" name="Picture Placeholder 75">
                  <a:extLst>
                    <a:ext uri="{FF2B5EF4-FFF2-40B4-BE49-F238E27FC236}">
                      <a16:creationId xmlns:a16="http://schemas.microsoft.com/office/drawing/2014/main" id="{66E92946-035B-283D-9C6E-47ED3D3A35E9}"/>
                    </a:ext>
                  </a:extLst>
                </p:cNvPr>
                <p:cNvSpPr/>
                <p:nvPr/>
              </p:nvSpPr>
              <p:spPr>
                <a:xfrm>
                  <a:off x="2310030"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69" name="Picture Placeholder 75">
                  <a:extLst>
                    <a:ext uri="{FF2B5EF4-FFF2-40B4-BE49-F238E27FC236}">
                      <a16:creationId xmlns:a16="http://schemas.microsoft.com/office/drawing/2014/main" id="{9B7B9434-98DA-331A-3D3C-0F6F87938FC5}"/>
                    </a:ext>
                  </a:extLst>
                </p:cNvPr>
                <p:cNvSpPr/>
                <p:nvPr/>
              </p:nvSpPr>
              <p:spPr>
                <a:xfrm>
                  <a:off x="1930554"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470" name="Picture Placeholder 75">
                  <a:extLst>
                    <a:ext uri="{FF2B5EF4-FFF2-40B4-BE49-F238E27FC236}">
                      <a16:creationId xmlns:a16="http://schemas.microsoft.com/office/drawing/2014/main" id="{934143D1-6D66-CDE1-1BD0-BBD801B6861C}"/>
                    </a:ext>
                  </a:extLst>
                </p:cNvPr>
                <p:cNvSpPr/>
                <p:nvPr/>
              </p:nvSpPr>
              <p:spPr>
                <a:xfrm>
                  <a:off x="2057046"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471" name="Picture Placeholder 75">
                  <a:extLst>
                    <a:ext uri="{FF2B5EF4-FFF2-40B4-BE49-F238E27FC236}">
                      <a16:creationId xmlns:a16="http://schemas.microsoft.com/office/drawing/2014/main" id="{F2868CBC-F893-8090-4581-E9B1F1922AE2}"/>
                    </a:ext>
                  </a:extLst>
                </p:cNvPr>
                <p:cNvSpPr/>
                <p:nvPr/>
              </p:nvSpPr>
              <p:spPr>
                <a:xfrm>
                  <a:off x="2183538"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472" name="Picture Placeholder 75">
                  <a:extLst>
                    <a:ext uri="{FF2B5EF4-FFF2-40B4-BE49-F238E27FC236}">
                      <a16:creationId xmlns:a16="http://schemas.microsoft.com/office/drawing/2014/main" id="{A7FADB46-5EC5-EDE8-210E-047387C6302D}"/>
                    </a:ext>
                  </a:extLst>
                </p:cNvPr>
                <p:cNvSpPr/>
                <p:nvPr/>
              </p:nvSpPr>
              <p:spPr>
                <a:xfrm>
                  <a:off x="2310030"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473" name="Picture Placeholder 75">
                  <a:extLst>
                    <a:ext uri="{FF2B5EF4-FFF2-40B4-BE49-F238E27FC236}">
                      <a16:creationId xmlns:a16="http://schemas.microsoft.com/office/drawing/2014/main" id="{D0370739-D61E-C01B-0987-F74B63A99B45}"/>
                    </a:ext>
                  </a:extLst>
                </p:cNvPr>
                <p:cNvSpPr/>
                <p:nvPr/>
              </p:nvSpPr>
              <p:spPr>
                <a:xfrm>
                  <a:off x="1930554"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74" name="Picture Placeholder 75">
                  <a:extLst>
                    <a:ext uri="{FF2B5EF4-FFF2-40B4-BE49-F238E27FC236}">
                      <a16:creationId xmlns:a16="http://schemas.microsoft.com/office/drawing/2014/main" id="{ABA18EC3-E395-B5EA-F1FC-AA95A36E1C37}"/>
                    </a:ext>
                  </a:extLst>
                </p:cNvPr>
                <p:cNvSpPr/>
                <p:nvPr/>
              </p:nvSpPr>
              <p:spPr>
                <a:xfrm>
                  <a:off x="2057046"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75" name="Picture Placeholder 75">
                  <a:extLst>
                    <a:ext uri="{FF2B5EF4-FFF2-40B4-BE49-F238E27FC236}">
                      <a16:creationId xmlns:a16="http://schemas.microsoft.com/office/drawing/2014/main" id="{88B12EDB-0771-CCE5-EB7D-871D4673D05C}"/>
                    </a:ext>
                  </a:extLst>
                </p:cNvPr>
                <p:cNvSpPr/>
                <p:nvPr/>
              </p:nvSpPr>
              <p:spPr>
                <a:xfrm>
                  <a:off x="2183538"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76" name="Picture Placeholder 75">
                  <a:extLst>
                    <a:ext uri="{FF2B5EF4-FFF2-40B4-BE49-F238E27FC236}">
                      <a16:creationId xmlns:a16="http://schemas.microsoft.com/office/drawing/2014/main" id="{003CE826-D916-E5DA-B105-4D22DBF88FF1}"/>
                    </a:ext>
                  </a:extLst>
                </p:cNvPr>
                <p:cNvSpPr/>
                <p:nvPr/>
              </p:nvSpPr>
              <p:spPr>
                <a:xfrm>
                  <a:off x="2310030"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77" name="Picture Placeholder 75">
                  <a:extLst>
                    <a:ext uri="{FF2B5EF4-FFF2-40B4-BE49-F238E27FC236}">
                      <a16:creationId xmlns:a16="http://schemas.microsoft.com/office/drawing/2014/main" id="{55B6544A-861F-74B8-F6A5-53E2BE94E55A}"/>
                    </a:ext>
                  </a:extLst>
                </p:cNvPr>
                <p:cNvSpPr/>
                <p:nvPr/>
              </p:nvSpPr>
              <p:spPr>
                <a:xfrm>
                  <a:off x="2266390" y="746835"/>
                  <a:ext cx="15179" cy="84117"/>
                </a:xfrm>
                <a:custGeom>
                  <a:avLst/>
                  <a:gdLst>
                    <a:gd name="connsiteX0" fmla="*/ 7590 w 15179"/>
                    <a:gd name="connsiteY0" fmla="*/ 84117 h 84117"/>
                    <a:gd name="connsiteX1" fmla="*/ 0 w 15179"/>
                    <a:gd name="connsiteY1" fmla="*/ 76528 h 84117"/>
                    <a:gd name="connsiteX2" fmla="*/ 0 w 15179"/>
                    <a:gd name="connsiteY2" fmla="*/ 7590 h 84117"/>
                    <a:gd name="connsiteX3" fmla="*/ 7590 w 15179"/>
                    <a:gd name="connsiteY3" fmla="*/ 0 h 84117"/>
                    <a:gd name="connsiteX4" fmla="*/ 15179 w 15179"/>
                    <a:gd name="connsiteY4" fmla="*/ 7590 h 84117"/>
                    <a:gd name="connsiteX5" fmla="*/ 15179 w 15179"/>
                    <a:gd name="connsiteY5" fmla="*/ 75895 h 84117"/>
                    <a:gd name="connsiteX6" fmla="*/ 7590 w 15179"/>
                    <a:gd name="connsiteY6" fmla="*/ 84117 h 8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79" h="84117">
                      <a:moveTo>
                        <a:pt x="7590" y="84117"/>
                      </a:moveTo>
                      <a:cubicBezTo>
                        <a:pt x="3162" y="84117"/>
                        <a:pt x="0" y="80322"/>
                        <a:pt x="0" y="76528"/>
                      </a:cubicBezTo>
                      <a:lnTo>
                        <a:pt x="0" y="7590"/>
                      </a:lnTo>
                      <a:cubicBezTo>
                        <a:pt x="0" y="3162"/>
                        <a:pt x="3795" y="0"/>
                        <a:pt x="7590" y="0"/>
                      </a:cubicBezTo>
                      <a:cubicBezTo>
                        <a:pt x="11384" y="0"/>
                        <a:pt x="15179" y="3795"/>
                        <a:pt x="15179" y="7590"/>
                      </a:cubicBezTo>
                      <a:lnTo>
                        <a:pt x="15179" y="75895"/>
                      </a:lnTo>
                      <a:cubicBezTo>
                        <a:pt x="15179" y="80322"/>
                        <a:pt x="12017" y="84117"/>
                        <a:pt x="7590" y="84117"/>
                      </a:cubicBezTo>
                      <a:close/>
                    </a:path>
                  </a:pathLst>
                </a:custGeom>
                <a:grpFill/>
                <a:ln w="6271" cap="flat">
                  <a:noFill/>
                  <a:prstDash val="solid"/>
                  <a:miter/>
                </a:ln>
              </p:spPr>
              <p:txBody>
                <a:bodyPr rtlCol="0" anchor="ctr"/>
                <a:lstStyle/>
                <a:p>
                  <a:endParaRPr lang="en-US"/>
                </a:p>
              </p:txBody>
            </p:sp>
            <p:sp>
              <p:nvSpPr>
                <p:cNvPr id="478" name="Picture Placeholder 75">
                  <a:extLst>
                    <a:ext uri="{FF2B5EF4-FFF2-40B4-BE49-F238E27FC236}">
                      <a16:creationId xmlns:a16="http://schemas.microsoft.com/office/drawing/2014/main" id="{C1BD77B3-25C2-338A-D7DD-3BF8C59AC393}"/>
                    </a:ext>
                  </a:extLst>
                </p:cNvPr>
                <p:cNvSpPr/>
                <p:nvPr/>
              </p:nvSpPr>
              <p:spPr>
                <a:xfrm>
                  <a:off x="2014039" y="746835"/>
                  <a:ext cx="15248" cy="84117"/>
                </a:xfrm>
                <a:custGeom>
                  <a:avLst/>
                  <a:gdLst>
                    <a:gd name="connsiteX0" fmla="*/ 7590 w 15248"/>
                    <a:gd name="connsiteY0" fmla="*/ 84117 h 84117"/>
                    <a:gd name="connsiteX1" fmla="*/ 0 w 15248"/>
                    <a:gd name="connsiteY1" fmla="*/ 76528 h 84117"/>
                    <a:gd name="connsiteX2" fmla="*/ 0 w 15248"/>
                    <a:gd name="connsiteY2" fmla="*/ 7590 h 84117"/>
                    <a:gd name="connsiteX3" fmla="*/ 7590 w 15248"/>
                    <a:gd name="connsiteY3" fmla="*/ 0 h 84117"/>
                    <a:gd name="connsiteX4" fmla="*/ 15179 w 15248"/>
                    <a:gd name="connsiteY4" fmla="*/ 7590 h 84117"/>
                    <a:gd name="connsiteX5" fmla="*/ 15179 w 15248"/>
                    <a:gd name="connsiteY5" fmla="*/ 75895 h 84117"/>
                    <a:gd name="connsiteX6" fmla="*/ 7590 w 15248"/>
                    <a:gd name="connsiteY6" fmla="*/ 84117 h 8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8" h="84117">
                      <a:moveTo>
                        <a:pt x="7590" y="84117"/>
                      </a:moveTo>
                      <a:cubicBezTo>
                        <a:pt x="3162" y="84117"/>
                        <a:pt x="0" y="80322"/>
                        <a:pt x="0" y="76528"/>
                      </a:cubicBezTo>
                      <a:lnTo>
                        <a:pt x="0" y="7590"/>
                      </a:lnTo>
                      <a:cubicBezTo>
                        <a:pt x="0" y="3162"/>
                        <a:pt x="3795" y="0"/>
                        <a:pt x="7590" y="0"/>
                      </a:cubicBezTo>
                      <a:cubicBezTo>
                        <a:pt x="11384" y="0"/>
                        <a:pt x="15179" y="3795"/>
                        <a:pt x="15179" y="7590"/>
                      </a:cubicBezTo>
                      <a:lnTo>
                        <a:pt x="15179" y="75895"/>
                      </a:lnTo>
                      <a:cubicBezTo>
                        <a:pt x="15812" y="80322"/>
                        <a:pt x="12017" y="84117"/>
                        <a:pt x="7590" y="84117"/>
                      </a:cubicBezTo>
                      <a:close/>
                    </a:path>
                  </a:pathLst>
                </a:custGeom>
                <a:grpFill/>
                <a:ln w="6271" cap="flat">
                  <a:noFill/>
                  <a:prstDash val="solid"/>
                  <a:miter/>
                </a:ln>
              </p:spPr>
              <p:txBody>
                <a:bodyPr rtlCol="0" anchor="ctr"/>
                <a:lstStyle/>
                <a:p>
                  <a:endParaRPr lang="en-US"/>
                </a:p>
              </p:txBody>
            </p:sp>
            <p:sp>
              <p:nvSpPr>
                <p:cNvPr id="479" name="Picture Placeholder 75">
                  <a:extLst>
                    <a:ext uri="{FF2B5EF4-FFF2-40B4-BE49-F238E27FC236}">
                      <a16:creationId xmlns:a16="http://schemas.microsoft.com/office/drawing/2014/main" id="{5B2E4F22-04E6-05C9-19F3-8D81C5D76F5D}"/>
                    </a:ext>
                  </a:extLst>
                </p:cNvPr>
                <p:cNvSpPr/>
                <p:nvPr/>
              </p:nvSpPr>
              <p:spPr>
                <a:xfrm>
                  <a:off x="1930554"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80" name="Picture Placeholder 75">
                  <a:extLst>
                    <a:ext uri="{FF2B5EF4-FFF2-40B4-BE49-F238E27FC236}">
                      <a16:creationId xmlns:a16="http://schemas.microsoft.com/office/drawing/2014/main" id="{744ADE90-B54B-0489-28E8-F3F8EF2A1741}"/>
                    </a:ext>
                  </a:extLst>
                </p:cNvPr>
                <p:cNvSpPr/>
                <p:nvPr/>
              </p:nvSpPr>
              <p:spPr>
                <a:xfrm>
                  <a:off x="2057046"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81" name="Picture Placeholder 75">
                  <a:extLst>
                    <a:ext uri="{FF2B5EF4-FFF2-40B4-BE49-F238E27FC236}">
                      <a16:creationId xmlns:a16="http://schemas.microsoft.com/office/drawing/2014/main" id="{A942A720-E540-1B77-E0EB-0BAEECF6B976}"/>
                    </a:ext>
                  </a:extLst>
                </p:cNvPr>
                <p:cNvSpPr/>
                <p:nvPr/>
              </p:nvSpPr>
              <p:spPr>
                <a:xfrm>
                  <a:off x="2183538"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82" name="Picture Placeholder 75">
                  <a:extLst>
                    <a:ext uri="{FF2B5EF4-FFF2-40B4-BE49-F238E27FC236}">
                      <a16:creationId xmlns:a16="http://schemas.microsoft.com/office/drawing/2014/main" id="{2E9AAF5B-CF74-E4EB-F375-60CF911AE790}"/>
                    </a:ext>
                  </a:extLst>
                </p:cNvPr>
                <p:cNvSpPr/>
                <p:nvPr/>
              </p:nvSpPr>
              <p:spPr>
                <a:xfrm>
                  <a:off x="2310030"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83" name="Picture Placeholder 75">
                  <a:extLst>
                    <a:ext uri="{FF2B5EF4-FFF2-40B4-BE49-F238E27FC236}">
                      <a16:creationId xmlns:a16="http://schemas.microsoft.com/office/drawing/2014/main" id="{869026B4-34C2-86D8-B6D2-788C9CDF232A}"/>
                    </a:ext>
                  </a:extLst>
                </p:cNvPr>
                <p:cNvSpPr/>
                <p:nvPr/>
              </p:nvSpPr>
              <p:spPr>
                <a:xfrm>
                  <a:off x="1930554"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484" name="Picture Placeholder 75">
                  <a:extLst>
                    <a:ext uri="{FF2B5EF4-FFF2-40B4-BE49-F238E27FC236}">
                      <a16:creationId xmlns:a16="http://schemas.microsoft.com/office/drawing/2014/main" id="{F46BCE61-E06F-5663-A16D-29F71C9E06D7}"/>
                    </a:ext>
                  </a:extLst>
                </p:cNvPr>
                <p:cNvSpPr/>
                <p:nvPr/>
              </p:nvSpPr>
              <p:spPr>
                <a:xfrm>
                  <a:off x="2057046"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485" name="Picture Placeholder 75">
                  <a:extLst>
                    <a:ext uri="{FF2B5EF4-FFF2-40B4-BE49-F238E27FC236}">
                      <a16:creationId xmlns:a16="http://schemas.microsoft.com/office/drawing/2014/main" id="{D594EBC7-60A3-8FC3-ADBF-F1A71173E54B}"/>
                    </a:ext>
                  </a:extLst>
                </p:cNvPr>
                <p:cNvSpPr/>
                <p:nvPr/>
              </p:nvSpPr>
              <p:spPr>
                <a:xfrm>
                  <a:off x="2183538"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486" name="Picture Placeholder 75">
                  <a:extLst>
                    <a:ext uri="{FF2B5EF4-FFF2-40B4-BE49-F238E27FC236}">
                      <a16:creationId xmlns:a16="http://schemas.microsoft.com/office/drawing/2014/main" id="{089FB163-B861-72F6-93DB-34FEF34AD80C}"/>
                    </a:ext>
                  </a:extLst>
                </p:cNvPr>
                <p:cNvSpPr/>
                <p:nvPr/>
              </p:nvSpPr>
              <p:spPr>
                <a:xfrm>
                  <a:off x="2310030"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487" name="Picture Placeholder 75">
                  <a:extLst>
                    <a:ext uri="{FF2B5EF4-FFF2-40B4-BE49-F238E27FC236}">
                      <a16:creationId xmlns:a16="http://schemas.microsoft.com/office/drawing/2014/main" id="{1989323F-7585-3A5D-1F94-EA1AD9D27352}"/>
                    </a:ext>
                  </a:extLst>
                </p:cNvPr>
                <p:cNvSpPr/>
                <p:nvPr/>
              </p:nvSpPr>
              <p:spPr>
                <a:xfrm>
                  <a:off x="1930554"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88" name="Picture Placeholder 75">
                  <a:extLst>
                    <a:ext uri="{FF2B5EF4-FFF2-40B4-BE49-F238E27FC236}">
                      <a16:creationId xmlns:a16="http://schemas.microsoft.com/office/drawing/2014/main" id="{B33D4255-1DBE-F2FE-BEB6-C872DCD8FF41}"/>
                    </a:ext>
                  </a:extLst>
                </p:cNvPr>
                <p:cNvSpPr/>
                <p:nvPr/>
              </p:nvSpPr>
              <p:spPr>
                <a:xfrm>
                  <a:off x="2057046"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89" name="Picture Placeholder 75">
                  <a:extLst>
                    <a:ext uri="{FF2B5EF4-FFF2-40B4-BE49-F238E27FC236}">
                      <a16:creationId xmlns:a16="http://schemas.microsoft.com/office/drawing/2014/main" id="{006EFCFC-9059-40CD-E7BF-BA9B8B7C79C3}"/>
                    </a:ext>
                  </a:extLst>
                </p:cNvPr>
                <p:cNvSpPr/>
                <p:nvPr/>
              </p:nvSpPr>
              <p:spPr>
                <a:xfrm>
                  <a:off x="2183538"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90" name="Picture Placeholder 75">
                  <a:extLst>
                    <a:ext uri="{FF2B5EF4-FFF2-40B4-BE49-F238E27FC236}">
                      <a16:creationId xmlns:a16="http://schemas.microsoft.com/office/drawing/2014/main" id="{57B39B3E-3A66-7A72-8945-2CB2CB6F40CC}"/>
                    </a:ext>
                  </a:extLst>
                </p:cNvPr>
                <p:cNvSpPr/>
                <p:nvPr/>
              </p:nvSpPr>
              <p:spPr>
                <a:xfrm>
                  <a:off x="2310030"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91" name="Picture Placeholder 75">
                  <a:extLst>
                    <a:ext uri="{FF2B5EF4-FFF2-40B4-BE49-F238E27FC236}">
                      <a16:creationId xmlns:a16="http://schemas.microsoft.com/office/drawing/2014/main" id="{71233175-EAAF-12DB-3C75-E81EBF615B42}"/>
                    </a:ext>
                  </a:extLst>
                </p:cNvPr>
                <p:cNvSpPr/>
                <p:nvPr/>
              </p:nvSpPr>
              <p:spPr>
                <a:xfrm>
                  <a:off x="2266390" y="746835"/>
                  <a:ext cx="15179" cy="84117"/>
                </a:xfrm>
                <a:custGeom>
                  <a:avLst/>
                  <a:gdLst>
                    <a:gd name="connsiteX0" fmla="*/ 7590 w 15179"/>
                    <a:gd name="connsiteY0" fmla="*/ 84117 h 84117"/>
                    <a:gd name="connsiteX1" fmla="*/ 0 w 15179"/>
                    <a:gd name="connsiteY1" fmla="*/ 76528 h 84117"/>
                    <a:gd name="connsiteX2" fmla="*/ 0 w 15179"/>
                    <a:gd name="connsiteY2" fmla="*/ 7590 h 84117"/>
                    <a:gd name="connsiteX3" fmla="*/ 7590 w 15179"/>
                    <a:gd name="connsiteY3" fmla="*/ 0 h 84117"/>
                    <a:gd name="connsiteX4" fmla="*/ 15179 w 15179"/>
                    <a:gd name="connsiteY4" fmla="*/ 7590 h 84117"/>
                    <a:gd name="connsiteX5" fmla="*/ 15179 w 15179"/>
                    <a:gd name="connsiteY5" fmla="*/ 75895 h 84117"/>
                    <a:gd name="connsiteX6" fmla="*/ 7590 w 15179"/>
                    <a:gd name="connsiteY6" fmla="*/ 84117 h 8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79" h="84117">
                      <a:moveTo>
                        <a:pt x="7590" y="84117"/>
                      </a:moveTo>
                      <a:cubicBezTo>
                        <a:pt x="3162" y="84117"/>
                        <a:pt x="0" y="80322"/>
                        <a:pt x="0" y="76528"/>
                      </a:cubicBezTo>
                      <a:lnTo>
                        <a:pt x="0" y="7590"/>
                      </a:lnTo>
                      <a:cubicBezTo>
                        <a:pt x="0" y="3162"/>
                        <a:pt x="3795" y="0"/>
                        <a:pt x="7590" y="0"/>
                      </a:cubicBezTo>
                      <a:cubicBezTo>
                        <a:pt x="11384" y="0"/>
                        <a:pt x="15179" y="3795"/>
                        <a:pt x="15179" y="7590"/>
                      </a:cubicBezTo>
                      <a:lnTo>
                        <a:pt x="15179" y="75895"/>
                      </a:lnTo>
                      <a:cubicBezTo>
                        <a:pt x="15179" y="80322"/>
                        <a:pt x="12017" y="84117"/>
                        <a:pt x="7590" y="84117"/>
                      </a:cubicBezTo>
                      <a:close/>
                    </a:path>
                  </a:pathLst>
                </a:custGeom>
                <a:grpFill/>
                <a:ln w="6271" cap="flat">
                  <a:noFill/>
                  <a:prstDash val="solid"/>
                  <a:miter/>
                </a:ln>
              </p:spPr>
              <p:txBody>
                <a:bodyPr rtlCol="0" anchor="ctr"/>
                <a:lstStyle/>
                <a:p>
                  <a:endParaRPr lang="en-US"/>
                </a:p>
              </p:txBody>
            </p:sp>
            <p:grpSp>
              <p:nvGrpSpPr>
                <p:cNvPr id="492" name="Picture Placeholder 75">
                  <a:extLst>
                    <a:ext uri="{FF2B5EF4-FFF2-40B4-BE49-F238E27FC236}">
                      <a16:creationId xmlns:a16="http://schemas.microsoft.com/office/drawing/2014/main" id="{8D9473B9-C1B3-D0B0-9477-72CFAC40A28D}"/>
                    </a:ext>
                  </a:extLst>
                </p:cNvPr>
                <p:cNvGrpSpPr/>
                <p:nvPr/>
              </p:nvGrpSpPr>
              <p:grpSpPr>
                <a:xfrm>
                  <a:off x="1847069" y="785415"/>
                  <a:ext cx="600836" cy="488891"/>
                  <a:chOff x="1847069" y="785415"/>
                  <a:chExt cx="600836" cy="488891"/>
                </a:xfrm>
                <a:grpFill/>
              </p:grpSpPr>
              <p:sp>
                <p:nvSpPr>
                  <p:cNvPr id="494" name="Picture Placeholder 75">
                    <a:extLst>
                      <a:ext uri="{FF2B5EF4-FFF2-40B4-BE49-F238E27FC236}">
                        <a16:creationId xmlns:a16="http://schemas.microsoft.com/office/drawing/2014/main" id="{F35F48D1-6918-CE9C-E33C-CAC0DD1E3F53}"/>
                      </a:ext>
                    </a:extLst>
                  </p:cNvPr>
                  <p:cNvSpPr/>
                  <p:nvPr/>
                </p:nvSpPr>
                <p:spPr>
                  <a:xfrm>
                    <a:off x="2045662" y="785415"/>
                    <a:ext cx="204917" cy="15811"/>
                  </a:xfrm>
                  <a:custGeom>
                    <a:avLst/>
                    <a:gdLst>
                      <a:gd name="connsiteX0" fmla="*/ 0 w 204917"/>
                      <a:gd name="connsiteY0" fmla="*/ 0 h 15811"/>
                      <a:gd name="connsiteX1" fmla="*/ 204917 w 204917"/>
                      <a:gd name="connsiteY1" fmla="*/ 0 h 15811"/>
                      <a:gd name="connsiteX2" fmla="*/ 204917 w 204917"/>
                      <a:gd name="connsiteY2" fmla="*/ 15811 h 15811"/>
                      <a:gd name="connsiteX3" fmla="*/ 0 w 204917"/>
                      <a:gd name="connsiteY3" fmla="*/ 15811 h 15811"/>
                    </a:gdLst>
                    <a:ahLst/>
                    <a:cxnLst>
                      <a:cxn ang="0">
                        <a:pos x="connsiteX0" y="connsiteY0"/>
                      </a:cxn>
                      <a:cxn ang="0">
                        <a:pos x="connsiteX1" y="connsiteY1"/>
                      </a:cxn>
                      <a:cxn ang="0">
                        <a:pos x="connsiteX2" y="connsiteY2"/>
                      </a:cxn>
                      <a:cxn ang="0">
                        <a:pos x="connsiteX3" y="connsiteY3"/>
                      </a:cxn>
                    </a:cxnLst>
                    <a:rect l="l" t="t" r="r" b="b"/>
                    <a:pathLst>
                      <a:path w="204917" h="15811">
                        <a:moveTo>
                          <a:pt x="0" y="0"/>
                        </a:moveTo>
                        <a:lnTo>
                          <a:pt x="204917" y="0"/>
                        </a:lnTo>
                        <a:lnTo>
                          <a:pt x="204917" y="15811"/>
                        </a:lnTo>
                        <a:lnTo>
                          <a:pt x="0" y="15811"/>
                        </a:lnTo>
                        <a:close/>
                      </a:path>
                    </a:pathLst>
                  </a:custGeom>
                  <a:grpFill/>
                  <a:ln w="6271" cap="flat">
                    <a:noFill/>
                    <a:prstDash val="solid"/>
                    <a:miter/>
                  </a:ln>
                </p:spPr>
                <p:txBody>
                  <a:bodyPr rtlCol="0" anchor="ctr"/>
                  <a:lstStyle/>
                  <a:p>
                    <a:endParaRPr lang="en-US"/>
                  </a:p>
                </p:txBody>
              </p:sp>
              <p:sp>
                <p:nvSpPr>
                  <p:cNvPr id="495" name="Picture Placeholder 75">
                    <a:extLst>
                      <a:ext uri="{FF2B5EF4-FFF2-40B4-BE49-F238E27FC236}">
                        <a16:creationId xmlns:a16="http://schemas.microsoft.com/office/drawing/2014/main" id="{B2CF0B59-213F-0E6E-9154-832B1783C455}"/>
                      </a:ext>
                    </a:extLst>
                  </p:cNvPr>
                  <p:cNvSpPr/>
                  <p:nvPr/>
                </p:nvSpPr>
                <p:spPr>
                  <a:xfrm>
                    <a:off x="1847069" y="785415"/>
                    <a:ext cx="600836" cy="488891"/>
                  </a:xfrm>
                  <a:custGeom>
                    <a:avLst/>
                    <a:gdLst>
                      <a:gd name="connsiteX0" fmla="*/ 450312 w 600836"/>
                      <a:gd name="connsiteY0" fmla="*/ 0 h 488891"/>
                      <a:gd name="connsiteX1" fmla="*/ 450312 w 600836"/>
                      <a:gd name="connsiteY1" fmla="*/ 15812 h 488891"/>
                      <a:gd name="connsiteX2" fmla="*/ 585026 w 600836"/>
                      <a:gd name="connsiteY2" fmla="*/ 15812 h 488891"/>
                      <a:gd name="connsiteX3" fmla="*/ 585026 w 600836"/>
                      <a:gd name="connsiteY3" fmla="*/ 473080 h 488891"/>
                      <a:gd name="connsiteX4" fmla="*/ 15812 w 600836"/>
                      <a:gd name="connsiteY4" fmla="*/ 473080 h 488891"/>
                      <a:gd name="connsiteX5" fmla="*/ 15812 w 600836"/>
                      <a:gd name="connsiteY5" fmla="*/ 15812 h 488891"/>
                      <a:gd name="connsiteX6" fmla="*/ 151158 w 600836"/>
                      <a:gd name="connsiteY6" fmla="*/ 15812 h 488891"/>
                      <a:gd name="connsiteX7" fmla="*/ 151158 w 600836"/>
                      <a:gd name="connsiteY7" fmla="*/ 0 h 488891"/>
                      <a:gd name="connsiteX8" fmla="*/ 0 w 600836"/>
                      <a:gd name="connsiteY8" fmla="*/ 0 h 488891"/>
                      <a:gd name="connsiteX9" fmla="*/ 0 w 600836"/>
                      <a:gd name="connsiteY9" fmla="*/ 488892 h 488891"/>
                      <a:gd name="connsiteX10" fmla="*/ 600837 w 600836"/>
                      <a:gd name="connsiteY10" fmla="*/ 488892 h 488891"/>
                      <a:gd name="connsiteX11" fmla="*/ 600837 w 600836"/>
                      <a:gd name="connsiteY11" fmla="*/ 0 h 48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0836" h="488891">
                        <a:moveTo>
                          <a:pt x="450312" y="0"/>
                        </a:moveTo>
                        <a:lnTo>
                          <a:pt x="450312" y="15812"/>
                        </a:lnTo>
                        <a:lnTo>
                          <a:pt x="585026" y="15812"/>
                        </a:lnTo>
                        <a:lnTo>
                          <a:pt x="585026" y="473080"/>
                        </a:lnTo>
                        <a:lnTo>
                          <a:pt x="15812" y="473080"/>
                        </a:lnTo>
                        <a:lnTo>
                          <a:pt x="15812" y="15812"/>
                        </a:lnTo>
                        <a:lnTo>
                          <a:pt x="151158" y="15812"/>
                        </a:lnTo>
                        <a:lnTo>
                          <a:pt x="151158" y="0"/>
                        </a:lnTo>
                        <a:lnTo>
                          <a:pt x="0" y="0"/>
                        </a:lnTo>
                        <a:lnTo>
                          <a:pt x="0" y="488892"/>
                        </a:lnTo>
                        <a:lnTo>
                          <a:pt x="600837" y="488892"/>
                        </a:lnTo>
                        <a:lnTo>
                          <a:pt x="600837" y="0"/>
                        </a:lnTo>
                        <a:close/>
                      </a:path>
                    </a:pathLst>
                  </a:custGeom>
                  <a:grpFill/>
                  <a:ln w="6271" cap="flat">
                    <a:noFill/>
                    <a:prstDash val="solid"/>
                    <a:miter/>
                  </a:ln>
                </p:spPr>
                <p:txBody>
                  <a:bodyPr rtlCol="0" anchor="ctr"/>
                  <a:lstStyle/>
                  <a:p>
                    <a:endParaRPr lang="en-US"/>
                  </a:p>
                </p:txBody>
              </p:sp>
            </p:grpSp>
            <p:sp>
              <p:nvSpPr>
                <p:cNvPr id="493" name="Picture Placeholder 75">
                  <a:extLst>
                    <a:ext uri="{FF2B5EF4-FFF2-40B4-BE49-F238E27FC236}">
                      <a16:creationId xmlns:a16="http://schemas.microsoft.com/office/drawing/2014/main" id="{7AA72283-59B5-6A54-8F89-F1FA89351738}"/>
                    </a:ext>
                  </a:extLst>
                </p:cNvPr>
                <p:cNvSpPr/>
                <p:nvPr/>
              </p:nvSpPr>
              <p:spPr>
                <a:xfrm>
                  <a:off x="2014039" y="746835"/>
                  <a:ext cx="15248" cy="84117"/>
                </a:xfrm>
                <a:custGeom>
                  <a:avLst/>
                  <a:gdLst>
                    <a:gd name="connsiteX0" fmla="*/ 7590 w 15248"/>
                    <a:gd name="connsiteY0" fmla="*/ 84117 h 84117"/>
                    <a:gd name="connsiteX1" fmla="*/ 0 w 15248"/>
                    <a:gd name="connsiteY1" fmla="*/ 76528 h 84117"/>
                    <a:gd name="connsiteX2" fmla="*/ 0 w 15248"/>
                    <a:gd name="connsiteY2" fmla="*/ 7590 h 84117"/>
                    <a:gd name="connsiteX3" fmla="*/ 7590 w 15248"/>
                    <a:gd name="connsiteY3" fmla="*/ 0 h 84117"/>
                    <a:gd name="connsiteX4" fmla="*/ 15179 w 15248"/>
                    <a:gd name="connsiteY4" fmla="*/ 7590 h 84117"/>
                    <a:gd name="connsiteX5" fmla="*/ 15179 w 15248"/>
                    <a:gd name="connsiteY5" fmla="*/ 75895 h 84117"/>
                    <a:gd name="connsiteX6" fmla="*/ 7590 w 15248"/>
                    <a:gd name="connsiteY6" fmla="*/ 84117 h 8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8" h="84117">
                      <a:moveTo>
                        <a:pt x="7590" y="84117"/>
                      </a:moveTo>
                      <a:cubicBezTo>
                        <a:pt x="3162" y="84117"/>
                        <a:pt x="0" y="80322"/>
                        <a:pt x="0" y="76528"/>
                      </a:cubicBezTo>
                      <a:lnTo>
                        <a:pt x="0" y="7590"/>
                      </a:lnTo>
                      <a:cubicBezTo>
                        <a:pt x="0" y="3162"/>
                        <a:pt x="3795" y="0"/>
                        <a:pt x="7590" y="0"/>
                      </a:cubicBezTo>
                      <a:cubicBezTo>
                        <a:pt x="11384" y="0"/>
                        <a:pt x="15179" y="3795"/>
                        <a:pt x="15179" y="7590"/>
                      </a:cubicBezTo>
                      <a:lnTo>
                        <a:pt x="15179" y="75895"/>
                      </a:lnTo>
                      <a:cubicBezTo>
                        <a:pt x="15812" y="80322"/>
                        <a:pt x="12017" y="84117"/>
                        <a:pt x="7590" y="84117"/>
                      </a:cubicBezTo>
                      <a:close/>
                    </a:path>
                  </a:pathLst>
                </a:custGeom>
                <a:grpFill/>
                <a:ln w="6271" cap="flat">
                  <a:noFill/>
                  <a:prstDash val="solid"/>
                  <a:miter/>
                </a:ln>
              </p:spPr>
              <p:txBody>
                <a:bodyPr rtlCol="0" anchor="ctr"/>
                <a:lstStyle/>
                <a:p>
                  <a:endParaRPr lang="en-US"/>
                </a:p>
              </p:txBody>
            </p:sp>
          </p:grpSp>
          <p:grpSp>
            <p:nvGrpSpPr>
              <p:cNvPr id="460" name="Group 459">
                <a:extLst>
                  <a:ext uri="{FF2B5EF4-FFF2-40B4-BE49-F238E27FC236}">
                    <a16:creationId xmlns:a16="http://schemas.microsoft.com/office/drawing/2014/main" id="{8A2DB1AE-BA6A-D88C-4812-32794DC7A26A}"/>
                  </a:ext>
                </a:extLst>
              </p:cNvPr>
              <p:cNvGrpSpPr/>
              <p:nvPr/>
            </p:nvGrpSpPr>
            <p:grpSpPr>
              <a:xfrm>
                <a:off x="4812596" y="2073612"/>
                <a:ext cx="583016" cy="125816"/>
                <a:chOff x="4812596" y="2031267"/>
                <a:chExt cx="583016" cy="125816"/>
              </a:xfrm>
            </p:grpSpPr>
            <p:pic>
              <p:nvPicPr>
                <p:cNvPr id="461" name="Graphic 460">
                  <a:extLst>
                    <a:ext uri="{FF2B5EF4-FFF2-40B4-BE49-F238E27FC236}">
                      <a16:creationId xmlns:a16="http://schemas.microsoft.com/office/drawing/2014/main" id="{348E742A-0EEA-CF4E-22A2-D154BD1195B9}"/>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4812596" y="2031267"/>
                  <a:ext cx="125816" cy="125816"/>
                </a:xfrm>
                <a:prstGeom prst="rect">
                  <a:avLst/>
                </a:prstGeom>
              </p:spPr>
            </p:pic>
            <p:pic>
              <p:nvPicPr>
                <p:cNvPr id="462" name="Graphic 461">
                  <a:extLst>
                    <a:ext uri="{FF2B5EF4-FFF2-40B4-BE49-F238E27FC236}">
                      <a16:creationId xmlns:a16="http://schemas.microsoft.com/office/drawing/2014/main" id="{0751A14C-92E1-9AF8-F483-004A9513D013}"/>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4964996" y="2031267"/>
                  <a:ext cx="125816" cy="125816"/>
                </a:xfrm>
                <a:prstGeom prst="rect">
                  <a:avLst/>
                </a:prstGeom>
              </p:spPr>
            </p:pic>
            <p:pic>
              <p:nvPicPr>
                <p:cNvPr id="463" name="Graphic 462">
                  <a:extLst>
                    <a:ext uri="{FF2B5EF4-FFF2-40B4-BE49-F238E27FC236}">
                      <a16:creationId xmlns:a16="http://schemas.microsoft.com/office/drawing/2014/main" id="{CFD830B9-F4CA-B549-A945-FC09703CB538}"/>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5117396" y="2031267"/>
                  <a:ext cx="125816" cy="125816"/>
                </a:xfrm>
                <a:prstGeom prst="rect">
                  <a:avLst/>
                </a:prstGeom>
              </p:spPr>
            </p:pic>
            <p:pic>
              <p:nvPicPr>
                <p:cNvPr id="464" name="Graphic 463">
                  <a:extLst>
                    <a:ext uri="{FF2B5EF4-FFF2-40B4-BE49-F238E27FC236}">
                      <a16:creationId xmlns:a16="http://schemas.microsoft.com/office/drawing/2014/main" id="{B51A5FD6-1F6B-B6B1-DD46-06BD600BE76D}"/>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5269796" y="2031267"/>
                  <a:ext cx="125816" cy="125816"/>
                </a:xfrm>
                <a:prstGeom prst="rect">
                  <a:avLst/>
                </a:prstGeom>
              </p:spPr>
            </p:pic>
          </p:grpSp>
        </p:grpSp>
        <p:sp>
          <p:nvSpPr>
            <p:cNvPr id="451" name="Rectangle 450">
              <a:extLst>
                <a:ext uri="{FF2B5EF4-FFF2-40B4-BE49-F238E27FC236}">
                  <a16:creationId xmlns:a16="http://schemas.microsoft.com/office/drawing/2014/main" id="{80BE8D51-5804-E1F8-CAAF-DAB1F15306C4}"/>
                </a:ext>
              </a:extLst>
            </p:cNvPr>
            <p:cNvSpPr/>
            <p:nvPr/>
          </p:nvSpPr>
          <p:spPr>
            <a:xfrm>
              <a:off x="4288844" y="2020108"/>
              <a:ext cx="49995" cy="600488"/>
            </a:xfrm>
            <a:prstGeom prst="rect">
              <a:avLst/>
            </a:prstGeom>
            <a:solidFill>
              <a:schemeClr val="bg1">
                <a:lumMod val="50000"/>
                <a:alpha val="10000"/>
              </a:schemeClr>
            </a:solidFill>
            <a:ln w="15875">
              <a:no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cxnSp>
          <p:nvCxnSpPr>
            <p:cNvPr id="452" name="Straight Connector 451">
              <a:extLst>
                <a:ext uri="{FF2B5EF4-FFF2-40B4-BE49-F238E27FC236}">
                  <a16:creationId xmlns:a16="http://schemas.microsoft.com/office/drawing/2014/main" id="{3599D5CF-CD54-2677-D941-D8A2CD0B0F16}"/>
                </a:ext>
              </a:extLst>
            </p:cNvPr>
            <p:cNvCxnSpPr>
              <a:cxnSpLocks/>
            </p:cNvCxnSpPr>
            <p:nvPr/>
          </p:nvCxnSpPr>
          <p:spPr bwMode="gray">
            <a:xfrm>
              <a:off x="4338839" y="2020108"/>
              <a:ext cx="0" cy="600973"/>
            </a:xfrm>
            <a:prstGeom prst="line">
              <a:avLst/>
            </a:prstGeom>
            <a:ln w="15875">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43A34A36-A5BB-5D9A-B03E-376D6EB251BE}"/>
                </a:ext>
              </a:extLst>
            </p:cNvPr>
            <p:cNvCxnSpPr>
              <a:cxnSpLocks/>
            </p:cNvCxnSpPr>
            <p:nvPr/>
          </p:nvCxnSpPr>
          <p:spPr bwMode="gray">
            <a:xfrm flipH="1">
              <a:off x="3303590" y="2621081"/>
              <a:ext cx="1035249" cy="0"/>
            </a:xfrm>
            <a:prstGeom prst="line">
              <a:avLst/>
            </a:prstGeom>
            <a:ln w="15875">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454" name="Straight Connector 453">
              <a:extLst>
                <a:ext uri="{FF2B5EF4-FFF2-40B4-BE49-F238E27FC236}">
                  <a16:creationId xmlns:a16="http://schemas.microsoft.com/office/drawing/2014/main" id="{65CF2BD5-7167-F832-917D-0E2DD38DB25F}"/>
                </a:ext>
              </a:extLst>
            </p:cNvPr>
            <p:cNvCxnSpPr>
              <a:cxnSpLocks/>
            </p:cNvCxnSpPr>
            <p:nvPr/>
          </p:nvCxnSpPr>
          <p:spPr bwMode="gray">
            <a:xfrm flipH="1">
              <a:off x="4298662" y="2020108"/>
              <a:ext cx="40177" cy="0"/>
            </a:xfrm>
            <a:prstGeom prst="line">
              <a:avLst/>
            </a:prstGeom>
            <a:ln w="15875">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4E831506-D403-DB8F-FFEB-566885D3148F}"/>
                </a:ext>
              </a:extLst>
            </p:cNvPr>
            <p:cNvCxnSpPr>
              <a:cxnSpLocks/>
            </p:cNvCxnSpPr>
            <p:nvPr/>
          </p:nvCxnSpPr>
          <p:spPr bwMode="gray">
            <a:xfrm flipV="1">
              <a:off x="3303590" y="2571750"/>
              <a:ext cx="0" cy="48846"/>
            </a:xfrm>
            <a:prstGeom prst="line">
              <a:avLst/>
            </a:prstGeom>
            <a:ln w="15875">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sp>
          <p:nvSpPr>
            <p:cNvPr id="456" name="Rectangle 455">
              <a:extLst>
                <a:ext uri="{FF2B5EF4-FFF2-40B4-BE49-F238E27FC236}">
                  <a16:creationId xmlns:a16="http://schemas.microsoft.com/office/drawing/2014/main" id="{84DE7154-B4DC-96FB-5534-99AF77578B9E}"/>
                </a:ext>
              </a:extLst>
            </p:cNvPr>
            <p:cNvSpPr/>
            <p:nvPr/>
          </p:nvSpPr>
          <p:spPr>
            <a:xfrm rot="5400000">
              <a:off x="3768496" y="2106845"/>
              <a:ext cx="55442" cy="985253"/>
            </a:xfrm>
            <a:prstGeom prst="rect">
              <a:avLst/>
            </a:prstGeom>
            <a:solidFill>
              <a:schemeClr val="bg1">
                <a:lumMod val="50000"/>
                <a:alpha val="10000"/>
              </a:schemeClr>
            </a:solidFill>
            <a:ln w="15875">
              <a:no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grpSp>
      <p:pic>
        <p:nvPicPr>
          <p:cNvPr id="496" name="Graphic 495">
            <a:extLst>
              <a:ext uri="{FF2B5EF4-FFF2-40B4-BE49-F238E27FC236}">
                <a16:creationId xmlns:a16="http://schemas.microsoft.com/office/drawing/2014/main" id="{49B9845B-B8C3-9FF6-9F2F-A57E6FCE7D43}"/>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40912" y="3638373"/>
            <a:ext cx="310218" cy="305214"/>
          </a:xfrm>
          <a:prstGeom prst="rect">
            <a:avLst/>
          </a:prstGeom>
        </p:spPr>
      </p:pic>
      <p:grpSp>
        <p:nvGrpSpPr>
          <p:cNvPr id="516" name="Group 515">
            <a:extLst>
              <a:ext uri="{FF2B5EF4-FFF2-40B4-BE49-F238E27FC236}">
                <a16:creationId xmlns:a16="http://schemas.microsoft.com/office/drawing/2014/main" id="{487AD9BD-35E2-0CF9-F5CB-245798C8EB72}"/>
              </a:ext>
            </a:extLst>
          </p:cNvPr>
          <p:cNvGrpSpPr/>
          <p:nvPr/>
        </p:nvGrpSpPr>
        <p:grpSpPr>
          <a:xfrm>
            <a:off x="5719747" y="2772745"/>
            <a:ext cx="2183553" cy="438736"/>
            <a:chOff x="5719747" y="2772745"/>
            <a:chExt cx="2183553" cy="438736"/>
          </a:xfrm>
        </p:grpSpPr>
        <p:sp>
          <p:nvSpPr>
            <p:cNvPr id="206" name="Rectangle 205">
              <a:extLst>
                <a:ext uri="{FF2B5EF4-FFF2-40B4-BE49-F238E27FC236}">
                  <a16:creationId xmlns:a16="http://schemas.microsoft.com/office/drawing/2014/main" id="{7AC9F3F2-3A3E-3B5D-0256-3939CAD8589C}"/>
                </a:ext>
              </a:extLst>
            </p:cNvPr>
            <p:cNvSpPr/>
            <p:nvPr/>
          </p:nvSpPr>
          <p:spPr>
            <a:xfrm>
              <a:off x="5719747" y="2772745"/>
              <a:ext cx="2183553" cy="438736"/>
            </a:xfrm>
            <a:prstGeom prst="rect">
              <a:avLst/>
            </a:prstGeom>
            <a:solidFill>
              <a:schemeClr val="accent5">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pic>
          <p:nvPicPr>
            <p:cNvPr id="258" name="Graphic 257">
              <a:extLst>
                <a:ext uri="{FF2B5EF4-FFF2-40B4-BE49-F238E27FC236}">
                  <a16:creationId xmlns:a16="http://schemas.microsoft.com/office/drawing/2014/main" id="{AD91C85A-BD07-4F70-2797-E0B46CE8352F}"/>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5828202" y="2830549"/>
              <a:ext cx="323199" cy="323199"/>
            </a:xfrm>
            <a:prstGeom prst="rect">
              <a:avLst/>
            </a:prstGeom>
          </p:spPr>
        </p:pic>
        <p:sp>
          <p:nvSpPr>
            <p:cNvPr id="205" name="TextBox 204">
              <a:extLst>
                <a:ext uri="{FF2B5EF4-FFF2-40B4-BE49-F238E27FC236}">
                  <a16:creationId xmlns:a16="http://schemas.microsoft.com/office/drawing/2014/main" id="{A4191966-FE95-42DC-778F-07115046E6B2}"/>
                </a:ext>
              </a:extLst>
            </p:cNvPr>
            <p:cNvSpPr txBox="1"/>
            <p:nvPr/>
          </p:nvSpPr>
          <p:spPr>
            <a:xfrm>
              <a:off x="6095787" y="2899780"/>
              <a:ext cx="1807512" cy="184666"/>
            </a:xfrm>
            <a:prstGeom prst="rect">
              <a:avLst/>
            </a:prstGeom>
          </p:spPr>
          <p:txBody>
            <a:bodyPr wrap="square" lIns="0" tIns="0" rIns="0" bIns="0" rtlCol="0">
              <a:spAutoFit/>
            </a:bodyPr>
            <a:lstStyle/>
            <a:p>
              <a:pPr algn="ctr">
                <a:spcAft>
                  <a:spcPts val="600"/>
                </a:spcAft>
              </a:pPr>
              <a:r>
                <a:rPr lang="en-US" sz="1200" dirty="0">
                  <a:latin typeface="Arial" panose="020B0604020202020204" pitchFamily="34" charset="0"/>
                </a:rPr>
                <a:t>Cyber Compliance</a:t>
              </a:r>
            </a:p>
          </p:txBody>
        </p:sp>
      </p:grpSp>
      <p:sp>
        <p:nvSpPr>
          <p:cNvPr id="504" name="TextBox 503">
            <a:extLst>
              <a:ext uri="{FF2B5EF4-FFF2-40B4-BE49-F238E27FC236}">
                <a16:creationId xmlns:a16="http://schemas.microsoft.com/office/drawing/2014/main" id="{62028171-C688-9D27-D402-1D8B9DC028D4}"/>
              </a:ext>
            </a:extLst>
          </p:cNvPr>
          <p:cNvSpPr txBox="1"/>
          <p:nvPr/>
        </p:nvSpPr>
        <p:spPr>
          <a:xfrm>
            <a:off x="6194972" y="3574126"/>
            <a:ext cx="1233107" cy="153888"/>
          </a:xfrm>
          <a:prstGeom prst="rect">
            <a:avLst/>
          </a:prstGeom>
        </p:spPr>
        <p:txBody>
          <a:bodyPr wrap="square" lIns="0" tIns="0" rIns="0" bIns="0" rtlCol="0">
            <a:spAutoFit/>
          </a:bodyPr>
          <a:lstStyle/>
          <a:p>
            <a:pPr algn="ctr">
              <a:spcAft>
                <a:spcPts val="600"/>
              </a:spcAft>
            </a:pPr>
            <a:r>
              <a:rPr lang="en-US" sz="1000" dirty="0">
                <a:latin typeface="Arial" panose="020B0604020202020204" pitchFamily="34" charset="0"/>
              </a:rPr>
              <a:t>Cyber Recovery</a:t>
            </a:r>
          </a:p>
        </p:txBody>
      </p:sp>
      <p:grpSp>
        <p:nvGrpSpPr>
          <p:cNvPr id="508" name="Group 507">
            <a:extLst>
              <a:ext uri="{FF2B5EF4-FFF2-40B4-BE49-F238E27FC236}">
                <a16:creationId xmlns:a16="http://schemas.microsoft.com/office/drawing/2014/main" id="{1539EEC1-E4CF-B0CE-0B8A-2A856DCCA925}"/>
              </a:ext>
            </a:extLst>
          </p:cNvPr>
          <p:cNvGrpSpPr/>
          <p:nvPr/>
        </p:nvGrpSpPr>
        <p:grpSpPr>
          <a:xfrm>
            <a:off x="1278902" y="3638373"/>
            <a:ext cx="304502" cy="298966"/>
            <a:chOff x="-433740" y="3937042"/>
            <a:chExt cx="304502" cy="298966"/>
          </a:xfrm>
        </p:grpSpPr>
        <p:grpSp>
          <p:nvGrpSpPr>
            <p:cNvPr id="499" name="Group 498" descr="vSphereReplication Server&#10;">
              <a:extLst>
                <a:ext uri="{FF2B5EF4-FFF2-40B4-BE49-F238E27FC236}">
                  <a16:creationId xmlns:a16="http://schemas.microsoft.com/office/drawing/2014/main" id="{2B318B99-CFCF-3D57-BF40-71D9DF27565F}"/>
                </a:ext>
              </a:extLst>
            </p:cNvPr>
            <p:cNvGrpSpPr>
              <a:grpSpLocks noChangeAspect="1"/>
            </p:cNvGrpSpPr>
            <p:nvPr/>
          </p:nvGrpSpPr>
          <p:grpSpPr>
            <a:xfrm>
              <a:off x="-433740" y="3937042"/>
              <a:ext cx="304502" cy="298966"/>
              <a:chOff x="11078349" y="714797"/>
              <a:chExt cx="603556" cy="592582"/>
            </a:xfrm>
            <a:solidFill>
              <a:schemeClr val="accent2"/>
            </a:solidFill>
          </p:grpSpPr>
          <p:sp>
            <p:nvSpPr>
              <p:cNvPr id="501" name="Picture Placeholder 82">
                <a:extLst>
                  <a:ext uri="{FF2B5EF4-FFF2-40B4-BE49-F238E27FC236}">
                    <a16:creationId xmlns:a16="http://schemas.microsoft.com/office/drawing/2014/main" id="{2CAC2650-21E6-782E-61C8-A1D4E7E946D3}"/>
                  </a:ext>
                </a:extLst>
              </p:cNvPr>
              <p:cNvSpPr/>
              <p:nvPr/>
            </p:nvSpPr>
            <p:spPr>
              <a:xfrm>
                <a:off x="11078349" y="714797"/>
                <a:ext cx="555742" cy="558485"/>
              </a:xfrm>
              <a:custGeom>
                <a:avLst/>
                <a:gdLst>
                  <a:gd name="connsiteX0" fmla="*/ 406988 w 555742"/>
                  <a:gd name="connsiteY0" fmla="*/ 547648 h 558485"/>
                  <a:gd name="connsiteX1" fmla="*/ 409391 w 555742"/>
                  <a:gd name="connsiteY1" fmla="*/ 542641 h 558485"/>
                  <a:gd name="connsiteX2" fmla="*/ 15812 w 555742"/>
                  <a:gd name="connsiteY2" fmla="*/ 542641 h 558485"/>
                  <a:gd name="connsiteX3" fmla="*/ 15812 w 555742"/>
                  <a:gd name="connsiteY3" fmla="*/ 15844 h 558485"/>
                  <a:gd name="connsiteX4" fmla="*/ 539931 w 555742"/>
                  <a:gd name="connsiteY4" fmla="*/ 15844 h 558485"/>
                  <a:gd name="connsiteX5" fmla="*/ 539931 w 555742"/>
                  <a:gd name="connsiteY5" fmla="*/ 394020 h 558485"/>
                  <a:gd name="connsiteX6" fmla="*/ 555743 w 555742"/>
                  <a:gd name="connsiteY6" fmla="*/ 396999 h 558485"/>
                  <a:gd name="connsiteX7" fmla="*/ 555743 w 555742"/>
                  <a:gd name="connsiteY7" fmla="*/ 0 h 558485"/>
                  <a:gd name="connsiteX8" fmla="*/ 0 w 555742"/>
                  <a:gd name="connsiteY8" fmla="*/ 0 h 558485"/>
                  <a:gd name="connsiteX9" fmla="*/ 0 w 555742"/>
                  <a:gd name="connsiteY9" fmla="*/ 558485 h 558485"/>
                  <a:gd name="connsiteX10" fmla="*/ 414198 w 555742"/>
                  <a:gd name="connsiteY10" fmla="*/ 558485 h 558485"/>
                  <a:gd name="connsiteX11" fmla="*/ 406988 w 555742"/>
                  <a:gd name="connsiteY11" fmla="*/ 547648 h 558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5742" h="558485">
                    <a:moveTo>
                      <a:pt x="406988" y="547648"/>
                    </a:moveTo>
                    <a:lnTo>
                      <a:pt x="409391" y="542641"/>
                    </a:lnTo>
                    <a:lnTo>
                      <a:pt x="15812" y="542641"/>
                    </a:lnTo>
                    <a:lnTo>
                      <a:pt x="15812" y="15844"/>
                    </a:lnTo>
                    <a:lnTo>
                      <a:pt x="539931" y="15844"/>
                    </a:lnTo>
                    <a:lnTo>
                      <a:pt x="539931" y="394020"/>
                    </a:lnTo>
                    <a:lnTo>
                      <a:pt x="555743" y="396999"/>
                    </a:lnTo>
                    <a:lnTo>
                      <a:pt x="555743" y="0"/>
                    </a:lnTo>
                    <a:lnTo>
                      <a:pt x="0" y="0"/>
                    </a:lnTo>
                    <a:lnTo>
                      <a:pt x="0" y="558485"/>
                    </a:lnTo>
                    <a:lnTo>
                      <a:pt x="414198" y="558485"/>
                    </a:lnTo>
                    <a:lnTo>
                      <a:pt x="406988" y="547648"/>
                    </a:lnTo>
                    <a:close/>
                  </a:path>
                </a:pathLst>
              </a:custGeom>
              <a:grpFill/>
              <a:ln w="6271" cap="flat">
                <a:noFill/>
                <a:prstDash val="solid"/>
                <a:miter/>
              </a:ln>
            </p:spPr>
            <p:txBody>
              <a:bodyPr rtlCol="0" anchor="ctr"/>
              <a:lstStyle/>
              <a:p>
                <a:endParaRPr lang="en-US"/>
              </a:p>
            </p:txBody>
          </p:sp>
          <p:sp>
            <p:nvSpPr>
              <p:cNvPr id="502" name="Picture Placeholder 82">
                <a:extLst>
                  <a:ext uri="{FF2B5EF4-FFF2-40B4-BE49-F238E27FC236}">
                    <a16:creationId xmlns:a16="http://schemas.microsoft.com/office/drawing/2014/main" id="{708ADE79-9BF7-E0F1-DC4A-0F3E61984334}"/>
                  </a:ext>
                </a:extLst>
              </p:cNvPr>
              <p:cNvSpPr/>
              <p:nvPr/>
            </p:nvSpPr>
            <p:spPr>
              <a:xfrm>
                <a:off x="11513987" y="1138921"/>
                <a:ext cx="167918" cy="168458"/>
              </a:xfrm>
              <a:custGeom>
                <a:avLst/>
                <a:gdLst>
                  <a:gd name="connsiteX0" fmla="*/ 167918 w 167918"/>
                  <a:gd name="connsiteY0" fmla="*/ 97982 h 168458"/>
                  <a:gd name="connsiteX1" fmla="*/ 159886 w 167918"/>
                  <a:gd name="connsiteY1" fmla="*/ 100200 h 168458"/>
                  <a:gd name="connsiteX2" fmla="*/ 151727 w 167918"/>
                  <a:gd name="connsiteY2" fmla="*/ 102102 h 168458"/>
                  <a:gd name="connsiteX3" fmla="*/ 147932 w 167918"/>
                  <a:gd name="connsiteY3" fmla="*/ 110784 h 168458"/>
                  <a:gd name="connsiteX4" fmla="*/ 143568 w 167918"/>
                  <a:gd name="connsiteY4" fmla="*/ 119024 h 168458"/>
                  <a:gd name="connsiteX5" fmla="*/ 147932 w 167918"/>
                  <a:gd name="connsiteY5" fmla="*/ 126566 h 168458"/>
                  <a:gd name="connsiteX6" fmla="*/ 152549 w 167918"/>
                  <a:gd name="connsiteY6" fmla="*/ 133727 h 168458"/>
                  <a:gd name="connsiteX7" fmla="*/ 133955 w 167918"/>
                  <a:gd name="connsiteY7" fmla="*/ 153184 h 168458"/>
                  <a:gd name="connsiteX8" fmla="*/ 118586 w 167918"/>
                  <a:gd name="connsiteY8" fmla="*/ 144248 h 168458"/>
                  <a:gd name="connsiteX9" fmla="*/ 102395 w 167918"/>
                  <a:gd name="connsiteY9" fmla="*/ 150586 h 168458"/>
                  <a:gd name="connsiteX10" fmla="*/ 99359 w 167918"/>
                  <a:gd name="connsiteY10" fmla="*/ 159395 h 168458"/>
                  <a:gd name="connsiteX11" fmla="*/ 96640 w 167918"/>
                  <a:gd name="connsiteY11" fmla="*/ 168458 h 168458"/>
                  <a:gd name="connsiteX12" fmla="*/ 70772 w 167918"/>
                  <a:gd name="connsiteY12" fmla="*/ 168458 h 168458"/>
                  <a:gd name="connsiteX13" fmla="*/ 68242 w 167918"/>
                  <a:gd name="connsiteY13" fmla="*/ 159966 h 168458"/>
                  <a:gd name="connsiteX14" fmla="*/ 65839 w 167918"/>
                  <a:gd name="connsiteY14" fmla="*/ 151410 h 168458"/>
                  <a:gd name="connsiteX15" fmla="*/ 49775 w 167918"/>
                  <a:gd name="connsiteY15" fmla="*/ 144121 h 168458"/>
                  <a:gd name="connsiteX16" fmla="*/ 41806 w 167918"/>
                  <a:gd name="connsiteY16" fmla="*/ 147987 h 168458"/>
                  <a:gd name="connsiteX17" fmla="*/ 34406 w 167918"/>
                  <a:gd name="connsiteY17" fmla="*/ 152234 h 168458"/>
                  <a:gd name="connsiteX18" fmla="*/ 15432 w 167918"/>
                  <a:gd name="connsiteY18" fmla="*/ 134298 h 168458"/>
                  <a:gd name="connsiteX19" fmla="*/ 23528 w 167918"/>
                  <a:gd name="connsiteY19" fmla="*/ 118897 h 168458"/>
                  <a:gd name="connsiteX20" fmla="*/ 19859 w 167918"/>
                  <a:gd name="connsiteY20" fmla="*/ 110468 h 168458"/>
                  <a:gd name="connsiteX21" fmla="*/ 17076 w 167918"/>
                  <a:gd name="connsiteY21" fmla="*/ 101151 h 168458"/>
                  <a:gd name="connsiteX22" fmla="*/ 8348 w 167918"/>
                  <a:gd name="connsiteY22" fmla="*/ 99250 h 168458"/>
                  <a:gd name="connsiteX23" fmla="*/ 0 w 167918"/>
                  <a:gd name="connsiteY23" fmla="*/ 97031 h 168458"/>
                  <a:gd name="connsiteX24" fmla="*/ 0 w 167918"/>
                  <a:gd name="connsiteY24" fmla="*/ 70413 h 168458"/>
                  <a:gd name="connsiteX25" fmla="*/ 8032 w 167918"/>
                  <a:gd name="connsiteY25" fmla="*/ 68195 h 168458"/>
                  <a:gd name="connsiteX26" fmla="*/ 16254 w 167918"/>
                  <a:gd name="connsiteY26" fmla="*/ 66357 h 168458"/>
                  <a:gd name="connsiteX27" fmla="*/ 20112 w 167918"/>
                  <a:gd name="connsiteY27" fmla="*/ 57737 h 168458"/>
                  <a:gd name="connsiteX28" fmla="*/ 24350 w 167918"/>
                  <a:gd name="connsiteY28" fmla="*/ 49371 h 168458"/>
                  <a:gd name="connsiteX29" fmla="*/ 15432 w 167918"/>
                  <a:gd name="connsiteY29" fmla="*/ 34668 h 168458"/>
                  <a:gd name="connsiteX30" fmla="*/ 34406 w 167918"/>
                  <a:gd name="connsiteY30" fmla="*/ 15274 h 168458"/>
                  <a:gd name="connsiteX31" fmla="*/ 49775 w 167918"/>
                  <a:gd name="connsiteY31" fmla="*/ 24210 h 168458"/>
                  <a:gd name="connsiteX32" fmla="*/ 66661 w 167918"/>
                  <a:gd name="connsiteY32" fmla="*/ 17873 h 168458"/>
                  <a:gd name="connsiteX33" fmla="*/ 69128 w 167918"/>
                  <a:gd name="connsiteY33" fmla="*/ 8810 h 168458"/>
                  <a:gd name="connsiteX34" fmla="*/ 71594 w 167918"/>
                  <a:gd name="connsiteY34" fmla="*/ 0 h 168458"/>
                  <a:gd name="connsiteX35" fmla="*/ 97462 w 167918"/>
                  <a:gd name="connsiteY35" fmla="*/ 0 h 168458"/>
                  <a:gd name="connsiteX36" fmla="*/ 102395 w 167918"/>
                  <a:gd name="connsiteY36" fmla="*/ 17049 h 168458"/>
                  <a:gd name="connsiteX37" fmla="*/ 110744 w 167918"/>
                  <a:gd name="connsiteY37" fmla="*/ 20344 h 168458"/>
                  <a:gd name="connsiteX38" fmla="*/ 118586 w 167918"/>
                  <a:gd name="connsiteY38" fmla="*/ 24337 h 168458"/>
                  <a:gd name="connsiteX39" fmla="*/ 126429 w 167918"/>
                  <a:gd name="connsiteY39" fmla="*/ 20471 h 168458"/>
                  <a:gd name="connsiteX40" fmla="*/ 133955 w 167918"/>
                  <a:gd name="connsiteY40" fmla="*/ 16225 h 168458"/>
                  <a:gd name="connsiteX41" fmla="*/ 143821 w 167918"/>
                  <a:gd name="connsiteY41" fmla="*/ 24907 h 168458"/>
                  <a:gd name="connsiteX42" fmla="*/ 153372 w 167918"/>
                  <a:gd name="connsiteY42" fmla="*/ 34034 h 168458"/>
                  <a:gd name="connsiteX43" fmla="*/ 144391 w 167918"/>
                  <a:gd name="connsiteY43" fmla="*/ 49435 h 168458"/>
                  <a:gd name="connsiteX44" fmla="*/ 150715 w 167918"/>
                  <a:gd name="connsiteY44" fmla="*/ 67244 h 168458"/>
                  <a:gd name="connsiteX45" fmla="*/ 159380 w 167918"/>
                  <a:gd name="connsiteY45" fmla="*/ 69082 h 168458"/>
                  <a:gd name="connsiteX46" fmla="*/ 167728 w 167918"/>
                  <a:gd name="connsiteY46" fmla="*/ 71300 h 168458"/>
                  <a:gd name="connsiteX47" fmla="*/ 130666 w 167918"/>
                  <a:gd name="connsiteY47" fmla="*/ 109390 h 168458"/>
                  <a:gd name="connsiteX48" fmla="*/ 136991 w 167918"/>
                  <a:gd name="connsiteY48" fmla="*/ 79476 h 168458"/>
                  <a:gd name="connsiteX49" fmla="*/ 127377 w 167918"/>
                  <a:gd name="connsiteY49" fmla="*/ 54125 h 168458"/>
                  <a:gd name="connsiteX50" fmla="*/ 106696 w 167918"/>
                  <a:gd name="connsiteY50" fmla="*/ 37203 h 168458"/>
                  <a:gd name="connsiteX51" fmla="*/ 38452 w 167918"/>
                  <a:gd name="connsiteY51" fmla="*/ 58760 h 168458"/>
                  <a:gd name="connsiteX52" fmla="*/ 33331 w 167918"/>
                  <a:gd name="connsiteY52" fmla="*/ 74406 h 168458"/>
                  <a:gd name="connsiteX53" fmla="*/ 36872 w 167918"/>
                  <a:gd name="connsiteY53" fmla="*/ 106095 h 168458"/>
                  <a:gd name="connsiteX54" fmla="*/ 58439 w 167918"/>
                  <a:gd name="connsiteY54" fmla="*/ 130178 h 168458"/>
                  <a:gd name="connsiteX55" fmla="*/ 99992 w 167918"/>
                  <a:gd name="connsiteY55" fmla="*/ 133727 h 168458"/>
                  <a:gd name="connsiteX56" fmla="*/ 130666 w 167918"/>
                  <a:gd name="connsiteY56" fmla="*/ 109390 h 168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7918" h="168458">
                    <a:moveTo>
                      <a:pt x="167918" y="97982"/>
                    </a:moveTo>
                    <a:lnTo>
                      <a:pt x="159886" y="100200"/>
                    </a:lnTo>
                    <a:cubicBezTo>
                      <a:pt x="157217" y="101031"/>
                      <a:pt x="154491" y="101666"/>
                      <a:pt x="151727" y="102102"/>
                    </a:cubicBezTo>
                    <a:cubicBezTo>
                      <a:pt x="150222" y="104885"/>
                      <a:pt x="148957" y="107790"/>
                      <a:pt x="147932" y="110784"/>
                    </a:cubicBezTo>
                    <a:cubicBezTo>
                      <a:pt x="147053" y="113801"/>
                      <a:pt x="145573" y="116606"/>
                      <a:pt x="143568" y="119024"/>
                    </a:cubicBezTo>
                    <a:cubicBezTo>
                      <a:pt x="144138" y="119911"/>
                      <a:pt x="145592" y="122446"/>
                      <a:pt x="147932" y="126566"/>
                    </a:cubicBezTo>
                    <a:cubicBezTo>
                      <a:pt x="149299" y="129061"/>
                      <a:pt x="150842" y="131454"/>
                      <a:pt x="152549" y="133727"/>
                    </a:cubicBezTo>
                    <a:cubicBezTo>
                      <a:pt x="146705" y="140547"/>
                      <a:pt x="140501" y="147037"/>
                      <a:pt x="133955" y="153184"/>
                    </a:cubicBezTo>
                    <a:cubicBezTo>
                      <a:pt x="128617" y="150598"/>
                      <a:pt x="123475" y="147607"/>
                      <a:pt x="118586" y="144248"/>
                    </a:cubicBezTo>
                    <a:cubicBezTo>
                      <a:pt x="113594" y="147284"/>
                      <a:pt x="108116" y="149426"/>
                      <a:pt x="102395" y="150586"/>
                    </a:cubicBezTo>
                    <a:cubicBezTo>
                      <a:pt x="100912" y="153336"/>
                      <a:pt x="99887" y="156315"/>
                      <a:pt x="99359" y="159395"/>
                    </a:cubicBezTo>
                    <a:cubicBezTo>
                      <a:pt x="98715" y="162488"/>
                      <a:pt x="97805" y="165524"/>
                      <a:pt x="96640" y="168458"/>
                    </a:cubicBezTo>
                    <a:lnTo>
                      <a:pt x="70772" y="168458"/>
                    </a:lnTo>
                    <a:cubicBezTo>
                      <a:pt x="69648" y="165720"/>
                      <a:pt x="68801" y="162875"/>
                      <a:pt x="68242" y="159966"/>
                    </a:cubicBezTo>
                    <a:cubicBezTo>
                      <a:pt x="67616" y="157069"/>
                      <a:pt x="66814" y="154211"/>
                      <a:pt x="65839" y="151410"/>
                    </a:cubicBezTo>
                    <a:cubicBezTo>
                      <a:pt x="55593" y="146846"/>
                      <a:pt x="50217" y="144438"/>
                      <a:pt x="49775" y="144121"/>
                    </a:cubicBezTo>
                    <a:cubicBezTo>
                      <a:pt x="46964" y="145066"/>
                      <a:pt x="44285" y="146365"/>
                      <a:pt x="41806" y="147987"/>
                    </a:cubicBezTo>
                    <a:cubicBezTo>
                      <a:pt x="39421" y="149540"/>
                      <a:pt x="36950" y="150960"/>
                      <a:pt x="34406" y="152234"/>
                    </a:cubicBezTo>
                    <a:cubicBezTo>
                      <a:pt x="27690" y="146682"/>
                      <a:pt x="21351" y="140692"/>
                      <a:pt x="15432" y="134298"/>
                    </a:cubicBezTo>
                    <a:cubicBezTo>
                      <a:pt x="17728" y="128961"/>
                      <a:pt x="20435" y="123812"/>
                      <a:pt x="23528" y="118897"/>
                    </a:cubicBezTo>
                    <a:cubicBezTo>
                      <a:pt x="23528" y="117946"/>
                      <a:pt x="22010" y="115158"/>
                      <a:pt x="19859" y="110468"/>
                    </a:cubicBezTo>
                    <a:cubicBezTo>
                      <a:pt x="18544" y="107492"/>
                      <a:pt x="17609" y="104362"/>
                      <a:pt x="17076" y="101151"/>
                    </a:cubicBezTo>
                    <a:cubicBezTo>
                      <a:pt x="14129" y="100711"/>
                      <a:pt x="11213" y="100076"/>
                      <a:pt x="8348" y="99250"/>
                    </a:cubicBezTo>
                    <a:cubicBezTo>
                      <a:pt x="4364" y="98109"/>
                      <a:pt x="1581" y="97348"/>
                      <a:pt x="0" y="97031"/>
                    </a:cubicBezTo>
                    <a:lnTo>
                      <a:pt x="0" y="70413"/>
                    </a:lnTo>
                    <a:cubicBezTo>
                      <a:pt x="1328" y="70413"/>
                      <a:pt x="4048" y="69399"/>
                      <a:pt x="8032" y="68195"/>
                    </a:cubicBezTo>
                    <a:cubicBezTo>
                      <a:pt x="10715" y="67343"/>
                      <a:pt x="13465" y="66728"/>
                      <a:pt x="16254" y="66357"/>
                    </a:cubicBezTo>
                    <a:cubicBezTo>
                      <a:pt x="17013" y="64899"/>
                      <a:pt x="18278" y="62047"/>
                      <a:pt x="20112" y="57737"/>
                    </a:cubicBezTo>
                    <a:cubicBezTo>
                      <a:pt x="21259" y="54821"/>
                      <a:pt x="22677" y="52020"/>
                      <a:pt x="24350" y="49371"/>
                    </a:cubicBezTo>
                    <a:cubicBezTo>
                      <a:pt x="21800" y="44225"/>
                      <a:pt x="18816" y="39306"/>
                      <a:pt x="15432" y="34668"/>
                    </a:cubicBezTo>
                    <a:cubicBezTo>
                      <a:pt x="21361" y="27825"/>
                      <a:pt x="27697" y="21349"/>
                      <a:pt x="34406" y="15274"/>
                    </a:cubicBezTo>
                    <a:cubicBezTo>
                      <a:pt x="39784" y="17789"/>
                      <a:pt x="44927" y="20779"/>
                      <a:pt x="49775" y="24210"/>
                    </a:cubicBezTo>
                    <a:cubicBezTo>
                      <a:pt x="55176" y="21532"/>
                      <a:pt x="60833" y="19409"/>
                      <a:pt x="66661" y="17873"/>
                    </a:cubicBezTo>
                    <a:cubicBezTo>
                      <a:pt x="66661" y="16859"/>
                      <a:pt x="67800" y="13816"/>
                      <a:pt x="69128" y="8810"/>
                    </a:cubicBezTo>
                    <a:cubicBezTo>
                      <a:pt x="70077" y="5197"/>
                      <a:pt x="70899" y="2472"/>
                      <a:pt x="71594" y="0"/>
                    </a:cubicBezTo>
                    <a:lnTo>
                      <a:pt x="97462" y="0"/>
                    </a:lnTo>
                    <a:cubicBezTo>
                      <a:pt x="98411" y="2345"/>
                      <a:pt x="100055" y="7986"/>
                      <a:pt x="102395" y="17049"/>
                    </a:cubicBezTo>
                    <a:cubicBezTo>
                      <a:pt x="103407" y="17492"/>
                      <a:pt x="106190" y="18633"/>
                      <a:pt x="110744" y="20344"/>
                    </a:cubicBezTo>
                    <a:cubicBezTo>
                      <a:pt x="113531" y="21303"/>
                      <a:pt x="116170" y="22647"/>
                      <a:pt x="118586" y="24337"/>
                    </a:cubicBezTo>
                    <a:cubicBezTo>
                      <a:pt x="121382" y="23458"/>
                      <a:pt x="124025" y="22154"/>
                      <a:pt x="126429" y="20471"/>
                    </a:cubicBezTo>
                    <a:cubicBezTo>
                      <a:pt x="128845" y="18894"/>
                      <a:pt x="131356" y="17476"/>
                      <a:pt x="133955" y="16225"/>
                    </a:cubicBezTo>
                    <a:cubicBezTo>
                      <a:pt x="137623" y="18656"/>
                      <a:pt x="140944" y="21578"/>
                      <a:pt x="143821" y="24907"/>
                    </a:cubicBezTo>
                    <a:cubicBezTo>
                      <a:pt x="146832" y="28128"/>
                      <a:pt x="150020" y="31175"/>
                      <a:pt x="153372" y="34034"/>
                    </a:cubicBezTo>
                    <a:cubicBezTo>
                      <a:pt x="149514" y="41196"/>
                      <a:pt x="146541" y="46329"/>
                      <a:pt x="144391" y="49435"/>
                    </a:cubicBezTo>
                    <a:cubicBezTo>
                      <a:pt x="146162" y="55487"/>
                      <a:pt x="148274" y="61432"/>
                      <a:pt x="150715" y="67244"/>
                    </a:cubicBezTo>
                    <a:cubicBezTo>
                      <a:pt x="153656" y="67554"/>
                      <a:pt x="156565" y="68170"/>
                      <a:pt x="159380" y="69082"/>
                    </a:cubicBezTo>
                    <a:cubicBezTo>
                      <a:pt x="162119" y="69974"/>
                      <a:pt x="164908" y="70714"/>
                      <a:pt x="167728" y="71300"/>
                    </a:cubicBezTo>
                    <a:close/>
                    <a:moveTo>
                      <a:pt x="130666" y="109390"/>
                    </a:moveTo>
                    <a:cubicBezTo>
                      <a:pt x="135650" y="100253"/>
                      <a:pt x="137845" y="89853"/>
                      <a:pt x="136991" y="79476"/>
                    </a:cubicBezTo>
                    <a:cubicBezTo>
                      <a:pt x="136207" y="70294"/>
                      <a:pt x="132874" y="61513"/>
                      <a:pt x="127377" y="54125"/>
                    </a:cubicBezTo>
                    <a:cubicBezTo>
                      <a:pt x="122039" y="46804"/>
                      <a:pt x="114921" y="40978"/>
                      <a:pt x="106696" y="37203"/>
                    </a:cubicBezTo>
                    <a:cubicBezTo>
                      <a:pt x="81911" y="24271"/>
                      <a:pt x="51356" y="33922"/>
                      <a:pt x="38452" y="58760"/>
                    </a:cubicBezTo>
                    <a:cubicBezTo>
                      <a:pt x="35905" y="63661"/>
                      <a:pt x="34176" y="68946"/>
                      <a:pt x="33331" y="74406"/>
                    </a:cubicBezTo>
                    <a:cubicBezTo>
                      <a:pt x="31420" y="85089"/>
                      <a:pt x="32650" y="96099"/>
                      <a:pt x="36872" y="106095"/>
                    </a:cubicBezTo>
                    <a:cubicBezTo>
                      <a:pt x="41048" y="116391"/>
                      <a:pt x="48674" y="124908"/>
                      <a:pt x="58439" y="130178"/>
                    </a:cubicBezTo>
                    <a:cubicBezTo>
                      <a:pt x="71156" y="137226"/>
                      <a:pt x="86268" y="138519"/>
                      <a:pt x="99992" y="133727"/>
                    </a:cubicBezTo>
                    <a:cubicBezTo>
                      <a:pt x="113096" y="130137"/>
                      <a:pt x="124171" y="121348"/>
                      <a:pt x="130666" y="109390"/>
                    </a:cubicBezTo>
                    <a:close/>
                  </a:path>
                </a:pathLst>
              </a:custGeom>
              <a:grpFill/>
              <a:ln w="6271" cap="flat">
                <a:noFill/>
                <a:prstDash val="solid"/>
                <a:miter/>
              </a:ln>
            </p:spPr>
            <p:txBody>
              <a:bodyPr rtlCol="0" anchor="ctr"/>
              <a:lstStyle/>
              <a:p>
                <a:endParaRPr lang="en-US"/>
              </a:p>
            </p:txBody>
          </p:sp>
        </p:grpSp>
        <p:pic>
          <p:nvPicPr>
            <p:cNvPr id="507" name="Graphic 506">
              <a:extLst>
                <a:ext uri="{FF2B5EF4-FFF2-40B4-BE49-F238E27FC236}">
                  <a16:creationId xmlns:a16="http://schemas.microsoft.com/office/drawing/2014/main" id="{98F614B7-DD00-1812-A59B-01EB94DBCF73}"/>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389969" y="3977399"/>
              <a:ext cx="194058" cy="194058"/>
            </a:xfrm>
            <a:prstGeom prst="rect">
              <a:avLst/>
            </a:prstGeom>
          </p:spPr>
        </p:pic>
      </p:grpSp>
      <p:cxnSp>
        <p:nvCxnSpPr>
          <p:cNvPr id="512" name="Straight Connector 511">
            <a:extLst>
              <a:ext uri="{FF2B5EF4-FFF2-40B4-BE49-F238E27FC236}">
                <a16:creationId xmlns:a16="http://schemas.microsoft.com/office/drawing/2014/main" id="{66C9A427-92C0-9177-93A0-8726302AAA98}"/>
              </a:ext>
            </a:extLst>
          </p:cNvPr>
          <p:cNvCxnSpPr>
            <a:cxnSpLocks/>
          </p:cNvCxnSpPr>
          <p:nvPr/>
        </p:nvCxnSpPr>
        <p:spPr bwMode="gray">
          <a:xfrm>
            <a:off x="940912" y="3580126"/>
            <a:ext cx="605559" cy="0"/>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36D62FEF-635C-E607-BE2D-B192D50EB252}"/>
              </a:ext>
            </a:extLst>
          </p:cNvPr>
          <p:cNvCxnSpPr>
            <a:cxnSpLocks/>
          </p:cNvCxnSpPr>
          <p:nvPr/>
        </p:nvCxnSpPr>
        <p:spPr bwMode="gray">
          <a:xfrm flipV="1">
            <a:off x="1243691" y="3504540"/>
            <a:ext cx="0" cy="75586"/>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FA976897-EC52-052C-3E92-7917CCA32642}"/>
              </a:ext>
            </a:extLst>
          </p:cNvPr>
          <p:cNvCxnSpPr>
            <a:cxnSpLocks/>
          </p:cNvCxnSpPr>
          <p:nvPr/>
        </p:nvCxnSpPr>
        <p:spPr bwMode="gray">
          <a:xfrm>
            <a:off x="1880296" y="2112139"/>
            <a:ext cx="0" cy="1685461"/>
          </a:xfrm>
          <a:prstGeom prst="line">
            <a:avLst/>
          </a:prstGeom>
          <a:ln w="25400">
            <a:solidFill>
              <a:schemeClr val="bg1">
                <a:lumMod val="5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FDCA4584-18F9-7203-2317-13647D66F213}"/>
              </a:ext>
            </a:extLst>
          </p:cNvPr>
          <p:cNvCxnSpPr>
            <a:cxnSpLocks/>
          </p:cNvCxnSpPr>
          <p:nvPr/>
        </p:nvCxnSpPr>
        <p:spPr bwMode="gray">
          <a:xfrm>
            <a:off x="1880296" y="2112139"/>
            <a:ext cx="180023" cy="0"/>
          </a:xfrm>
          <a:prstGeom prst="line">
            <a:avLst/>
          </a:prstGeom>
          <a:ln w="25400">
            <a:solidFill>
              <a:schemeClr val="bg1">
                <a:lumMod val="5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0D4A825E-5DF9-DEFB-2DD1-AB86D7E0FFF6}"/>
              </a:ext>
            </a:extLst>
          </p:cNvPr>
          <p:cNvCxnSpPr>
            <a:cxnSpLocks/>
          </p:cNvCxnSpPr>
          <p:nvPr/>
        </p:nvCxnSpPr>
        <p:spPr bwMode="gray">
          <a:xfrm>
            <a:off x="1880296" y="5199493"/>
            <a:ext cx="180023" cy="0"/>
          </a:xfrm>
          <a:prstGeom prst="line">
            <a:avLst/>
          </a:prstGeom>
          <a:ln w="25400">
            <a:solidFill>
              <a:schemeClr val="bg1">
                <a:lumMod val="5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255AFBE3-84D6-D132-28B5-3E41F59C82E9}"/>
              </a:ext>
            </a:extLst>
          </p:cNvPr>
          <p:cNvCxnSpPr/>
          <p:nvPr/>
        </p:nvCxnSpPr>
        <p:spPr bwMode="gray">
          <a:xfrm>
            <a:off x="4147749" y="1819506"/>
            <a:ext cx="0" cy="1685034"/>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27CF552-4619-878B-BB80-09B3539F65F4}"/>
              </a:ext>
            </a:extLst>
          </p:cNvPr>
          <p:cNvCxnSpPr/>
          <p:nvPr/>
        </p:nvCxnSpPr>
        <p:spPr bwMode="gray">
          <a:xfrm flipV="1">
            <a:off x="4147749" y="3504540"/>
            <a:ext cx="0" cy="140592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12E40E4F-B3E7-95A7-DE6F-919E273A492D}"/>
              </a:ext>
            </a:extLst>
          </p:cNvPr>
          <p:cNvSpPr txBox="1"/>
          <p:nvPr/>
        </p:nvSpPr>
        <p:spPr>
          <a:xfrm>
            <a:off x="4229158" y="1646902"/>
            <a:ext cx="987708" cy="369332"/>
          </a:xfrm>
          <a:prstGeom prst="rect">
            <a:avLst/>
          </a:prstGeom>
        </p:spPr>
        <p:txBody>
          <a:bodyPr wrap="square" lIns="0" tIns="0" rIns="0" bIns="0" rtlCol="0">
            <a:spAutoFit/>
          </a:bodyPr>
          <a:lstStyle/>
          <a:p>
            <a:r>
              <a:rPr lang="en-US" sz="1200" dirty="0">
                <a:solidFill>
                  <a:schemeClr val="accent3"/>
                </a:solidFill>
                <a:latin typeface="Arial" panose="020B0604020202020204" pitchFamily="34" charset="0"/>
              </a:rPr>
              <a:t>Fan in to</a:t>
            </a:r>
            <a:br>
              <a:rPr lang="en-US" sz="1200" dirty="0">
                <a:solidFill>
                  <a:schemeClr val="accent3"/>
                </a:solidFill>
                <a:latin typeface="Arial" panose="020B0604020202020204" pitchFamily="34" charset="0"/>
              </a:rPr>
            </a:br>
            <a:r>
              <a:rPr lang="en-US" sz="1200" dirty="0">
                <a:solidFill>
                  <a:schemeClr val="accent3"/>
                </a:solidFill>
                <a:latin typeface="Arial" panose="020B0604020202020204" pitchFamily="34" charset="0"/>
              </a:rPr>
              <a:t>single target</a:t>
            </a:r>
          </a:p>
        </p:txBody>
      </p:sp>
      <p:sp>
        <p:nvSpPr>
          <p:cNvPr id="500" name="TextBox 499">
            <a:extLst>
              <a:ext uri="{FF2B5EF4-FFF2-40B4-BE49-F238E27FC236}">
                <a16:creationId xmlns:a16="http://schemas.microsoft.com/office/drawing/2014/main" id="{C82076EF-4469-342E-4666-CBCA83F2DED5}"/>
              </a:ext>
            </a:extLst>
          </p:cNvPr>
          <p:cNvSpPr txBox="1"/>
          <p:nvPr/>
        </p:nvSpPr>
        <p:spPr>
          <a:xfrm>
            <a:off x="4432751" y="3281066"/>
            <a:ext cx="904677" cy="184666"/>
          </a:xfrm>
          <a:prstGeom prst="rect">
            <a:avLst/>
          </a:prstGeom>
        </p:spPr>
        <p:txBody>
          <a:bodyPr wrap="square" lIns="0" tIns="0" rIns="0" bIns="0" rtlCol="0">
            <a:spAutoFit/>
          </a:bodyPr>
          <a:lstStyle/>
          <a:p>
            <a:pPr algn="ctr"/>
            <a:r>
              <a:rPr lang="en-US" sz="1200" dirty="0">
                <a:solidFill>
                  <a:schemeClr val="accent3"/>
                </a:solidFill>
                <a:latin typeface="Arial" panose="020B0604020202020204" pitchFamily="34" charset="0"/>
              </a:rPr>
              <a:t>Replication</a:t>
            </a:r>
          </a:p>
        </p:txBody>
      </p:sp>
      <p:cxnSp>
        <p:nvCxnSpPr>
          <p:cNvPr id="509" name="Straight Connector 508">
            <a:extLst>
              <a:ext uri="{FF2B5EF4-FFF2-40B4-BE49-F238E27FC236}">
                <a16:creationId xmlns:a16="http://schemas.microsoft.com/office/drawing/2014/main" id="{98BA2763-7B29-79BD-A4D0-91C403E18B6E}"/>
              </a:ext>
            </a:extLst>
          </p:cNvPr>
          <p:cNvCxnSpPr>
            <a:cxnSpLocks/>
          </p:cNvCxnSpPr>
          <p:nvPr/>
        </p:nvCxnSpPr>
        <p:spPr bwMode="gray">
          <a:xfrm>
            <a:off x="1880296" y="3797600"/>
            <a:ext cx="180023" cy="0"/>
          </a:xfrm>
          <a:prstGeom prst="line">
            <a:avLst/>
          </a:prstGeom>
          <a:ln w="25400">
            <a:solidFill>
              <a:schemeClr val="bg1">
                <a:lumMod val="5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2A2C5B92-4697-1950-A6F7-D7997892BC3C}"/>
              </a:ext>
            </a:extLst>
          </p:cNvPr>
          <p:cNvCxnSpPr>
            <a:cxnSpLocks/>
          </p:cNvCxnSpPr>
          <p:nvPr/>
        </p:nvCxnSpPr>
        <p:spPr bwMode="gray">
          <a:xfrm>
            <a:off x="1700273" y="3797600"/>
            <a:ext cx="180023" cy="0"/>
          </a:xfrm>
          <a:prstGeom prst="line">
            <a:avLst/>
          </a:prstGeom>
          <a:ln w="25400">
            <a:solidFill>
              <a:schemeClr val="bg1">
                <a:lumMod val="5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sp>
        <p:nvSpPr>
          <p:cNvPr id="511" name="TextBox 510">
            <a:extLst>
              <a:ext uri="{FF2B5EF4-FFF2-40B4-BE49-F238E27FC236}">
                <a16:creationId xmlns:a16="http://schemas.microsoft.com/office/drawing/2014/main" id="{9730AA79-5560-4334-D327-DB88EAF4854E}"/>
              </a:ext>
            </a:extLst>
          </p:cNvPr>
          <p:cNvSpPr txBox="1"/>
          <p:nvPr/>
        </p:nvSpPr>
        <p:spPr>
          <a:xfrm>
            <a:off x="4229158" y="4725560"/>
            <a:ext cx="987708" cy="369332"/>
          </a:xfrm>
          <a:prstGeom prst="rect">
            <a:avLst/>
          </a:prstGeom>
        </p:spPr>
        <p:txBody>
          <a:bodyPr wrap="square" lIns="0" tIns="0" rIns="0" bIns="0" rtlCol="0">
            <a:spAutoFit/>
          </a:bodyPr>
          <a:lstStyle/>
          <a:p>
            <a:r>
              <a:rPr lang="en-US" sz="1200" dirty="0">
                <a:solidFill>
                  <a:schemeClr val="accent3"/>
                </a:solidFill>
                <a:latin typeface="Arial" panose="020B0604020202020204" pitchFamily="34" charset="0"/>
              </a:rPr>
              <a:t>Fan in to</a:t>
            </a:r>
            <a:br>
              <a:rPr lang="en-US" sz="1200" dirty="0">
                <a:solidFill>
                  <a:schemeClr val="accent3"/>
                </a:solidFill>
                <a:latin typeface="Arial" panose="020B0604020202020204" pitchFamily="34" charset="0"/>
              </a:rPr>
            </a:br>
            <a:r>
              <a:rPr lang="en-US" sz="1200" dirty="0">
                <a:solidFill>
                  <a:schemeClr val="accent3"/>
                </a:solidFill>
                <a:latin typeface="Arial" panose="020B0604020202020204" pitchFamily="34" charset="0"/>
              </a:rPr>
              <a:t>single target</a:t>
            </a:r>
          </a:p>
        </p:txBody>
      </p:sp>
      <p:cxnSp>
        <p:nvCxnSpPr>
          <p:cNvPr id="520" name="Straight Connector 519">
            <a:extLst>
              <a:ext uri="{FF2B5EF4-FFF2-40B4-BE49-F238E27FC236}">
                <a16:creationId xmlns:a16="http://schemas.microsoft.com/office/drawing/2014/main" id="{9773E31D-CF10-EC9B-6E28-33A1CE34F057}"/>
              </a:ext>
            </a:extLst>
          </p:cNvPr>
          <p:cNvCxnSpPr>
            <a:cxnSpLocks/>
          </p:cNvCxnSpPr>
          <p:nvPr/>
        </p:nvCxnSpPr>
        <p:spPr bwMode="gray">
          <a:xfrm>
            <a:off x="1880296" y="3797600"/>
            <a:ext cx="0" cy="1401893"/>
          </a:xfrm>
          <a:prstGeom prst="line">
            <a:avLst/>
          </a:prstGeom>
          <a:ln w="25400">
            <a:solidFill>
              <a:schemeClr val="bg1">
                <a:lumMod val="5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28072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50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50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50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nodeType="withEffect">
                                  <p:stCondLst>
                                    <p:cond delay="50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par>
                                <p:cTn id="23" presetID="10" presetClass="entr" presetSubtype="0" fill="hold" nodeType="withEffect">
                                  <p:stCondLst>
                                    <p:cond delay="500"/>
                                  </p:stCondLst>
                                  <p:childTnLst>
                                    <p:set>
                                      <p:cBhvr>
                                        <p:cTn id="24" dur="1" fill="hold">
                                          <p:stCondLst>
                                            <p:cond delay="0"/>
                                          </p:stCondLst>
                                        </p:cTn>
                                        <p:tgtEl>
                                          <p:spTgt spid="25"/>
                                        </p:tgtEl>
                                        <p:attrNameLst>
                                          <p:attrName>style.visibility</p:attrName>
                                        </p:attrNameLst>
                                      </p:cBhvr>
                                      <p:to>
                                        <p:strVal val="visible"/>
                                      </p:to>
                                    </p:set>
                                    <p:animEffect transition="in" filter="fade">
                                      <p:cBhvr>
                                        <p:cTn id="25" dur="500"/>
                                        <p:tgtEl>
                                          <p:spTgt spid="25"/>
                                        </p:tgtEl>
                                      </p:cBhvr>
                                    </p:animEffect>
                                  </p:childTnLst>
                                </p:cTn>
                              </p:par>
                            </p:childTnLst>
                          </p:cTn>
                        </p:par>
                        <p:par>
                          <p:cTn id="26" fill="hold">
                            <p:stCondLst>
                              <p:cond delay="1000"/>
                            </p:stCondLst>
                            <p:childTnLst>
                              <p:par>
                                <p:cTn id="27" presetID="10" presetClass="entr" presetSubtype="0"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10" presetClass="entr" presetSubtype="0" fill="hold"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par>
                          <p:cTn id="33" fill="hold">
                            <p:stCondLst>
                              <p:cond delay="1500"/>
                            </p:stCondLst>
                            <p:childTnLst>
                              <p:par>
                                <p:cTn id="34" presetID="10" presetClass="entr" presetSubtype="0" fill="hold" grpId="0" nodeType="after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500"/>
                                        <p:tgtEl>
                                          <p:spTgt spid="22"/>
                                        </p:tgtEl>
                                      </p:cBhvr>
                                    </p:animEffect>
                                  </p:childTnLst>
                                </p:cTn>
                              </p:par>
                              <p:par>
                                <p:cTn id="37" presetID="10" presetClass="entr" presetSubtype="0" fill="hold" nodeType="with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par>
                                <p:cTn id="40" presetID="10" presetClass="entr" presetSubtype="0" fill="hold" nodeType="with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500"/>
                                        <p:tgtEl>
                                          <p:spTgt spid="23"/>
                                        </p:tgtEl>
                                      </p:cBhvr>
                                    </p:animEffect>
                                  </p:childTnLst>
                                </p:cTn>
                              </p:par>
                            </p:childTnLst>
                          </p:cTn>
                        </p:par>
                        <p:par>
                          <p:cTn id="43" fill="hold">
                            <p:stCondLst>
                              <p:cond delay="2000"/>
                            </p:stCondLst>
                            <p:childTnLst>
                              <p:par>
                                <p:cTn id="44" presetID="10" presetClass="entr" presetSubtype="0" fill="hold" nodeType="afterEffect">
                                  <p:stCondLst>
                                    <p:cond delay="0"/>
                                  </p:stCondLst>
                                  <p:childTnLst>
                                    <p:set>
                                      <p:cBhvr>
                                        <p:cTn id="45" dur="1" fill="hold">
                                          <p:stCondLst>
                                            <p:cond delay="0"/>
                                          </p:stCondLst>
                                        </p:cTn>
                                        <p:tgtEl>
                                          <p:spTgt spid="516"/>
                                        </p:tgtEl>
                                        <p:attrNameLst>
                                          <p:attrName>style.visibility</p:attrName>
                                        </p:attrNameLst>
                                      </p:cBhvr>
                                      <p:to>
                                        <p:strVal val="visible"/>
                                      </p:to>
                                    </p:set>
                                    <p:animEffect transition="in" filter="fade">
                                      <p:cBhvr>
                                        <p:cTn id="46" dur="500"/>
                                        <p:tgtEl>
                                          <p:spTgt spid="51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436"/>
                                        </p:tgtEl>
                                        <p:attrNameLst>
                                          <p:attrName>style.visibility</p:attrName>
                                        </p:attrNameLst>
                                      </p:cBhvr>
                                      <p:to>
                                        <p:strVal val="visible"/>
                                      </p:to>
                                    </p:set>
                                    <p:animEffect transition="in" filter="fade">
                                      <p:cBhvr>
                                        <p:cTn id="49" dur="500"/>
                                        <p:tgtEl>
                                          <p:spTgt spid="436"/>
                                        </p:tgtEl>
                                      </p:cBhvr>
                                    </p:animEffect>
                                  </p:childTnLst>
                                </p:cTn>
                              </p:par>
                            </p:childTnLst>
                          </p:cTn>
                        </p:par>
                        <p:par>
                          <p:cTn id="50" fill="hold">
                            <p:stCondLst>
                              <p:cond delay="2500"/>
                            </p:stCondLst>
                            <p:childTnLst>
                              <p:par>
                                <p:cTn id="51" presetID="22" presetClass="entr" presetSubtype="1" fill="hold" grpId="0" nodeType="afterEffect">
                                  <p:stCondLst>
                                    <p:cond delay="0"/>
                                  </p:stCondLst>
                                  <p:childTnLst>
                                    <p:set>
                                      <p:cBhvr>
                                        <p:cTn id="52" dur="1" fill="hold">
                                          <p:stCondLst>
                                            <p:cond delay="0"/>
                                          </p:stCondLst>
                                        </p:cTn>
                                        <p:tgtEl>
                                          <p:spTgt spid="201"/>
                                        </p:tgtEl>
                                        <p:attrNameLst>
                                          <p:attrName>style.visibility</p:attrName>
                                        </p:attrNameLst>
                                      </p:cBhvr>
                                      <p:to>
                                        <p:strVal val="visible"/>
                                      </p:to>
                                    </p:set>
                                    <p:animEffect transition="in" filter="wipe(up)">
                                      <p:cBhvr>
                                        <p:cTn id="53" dur="500"/>
                                        <p:tgtEl>
                                          <p:spTgt spid="201"/>
                                        </p:tgtEl>
                                      </p:cBhvr>
                                    </p:animEffect>
                                  </p:childTnLst>
                                </p:cTn>
                              </p:par>
                            </p:childTnLst>
                          </p:cTn>
                        </p:par>
                        <p:par>
                          <p:cTn id="54" fill="hold">
                            <p:stCondLst>
                              <p:cond delay="3000"/>
                            </p:stCondLst>
                            <p:childTnLst>
                              <p:par>
                                <p:cTn id="55" presetID="10" presetClass="entr" presetSubtype="0" fill="hold" grpId="0" nodeType="afterEffect">
                                  <p:stCondLst>
                                    <p:cond delay="0"/>
                                  </p:stCondLst>
                                  <p:childTnLst>
                                    <p:set>
                                      <p:cBhvr>
                                        <p:cTn id="56" dur="1" fill="hold">
                                          <p:stCondLst>
                                            <p:cond delay="0"/>
                                          </p:stCondLst>
                                        </p:cTn>
                                        <p:tgtEl>
                                          <p:spTgt spid="207"/>
                                        </p:tgtEl>
                                        <p:attrNameLst>
                                          <p:attrName>style.visibility</p:attrName>
                                        </p:attrNameLst>
                                      </p:cBhvr>
                                      <p:to>
                                        <p:strVal val="visible"/>
                                      </p:to>
                                    </p:set>
                                    <p:animEffect transition="in" filter="fade">
                                      <p:cBhvr>
                                        <p:cTn id="57" dur="500"/>
                                        <p:tgtEl>
                                          <p:spTgt spid="207"/>
                                        </p:tgtEl>
                                      </p:cBhvr>
                                    </p:animEffect>
                                  </p:childTnLst>
                                </p:cTn>
                              </p:par>
                            </p:childTnLst>
                          </p:cTn>
                        </p:par>
                        <p:par>
                          <p:cTn id="58" fill="hold">
                            <p:stCondLst>
                              <p:cond delay="3500"/>
                            </p:stCondLst>
                            <p:childTnLst>
                              <p:par>
                                <p:cTn id="59" presetID="16" presetClass="entr" presetSubtype="37" fill="hold" nodeType="afterEffect">
                                  <p:stCondLst>
                                    <p:cond delay="0"/>
                                  </p:stCondLst>
                                  <p:childTnLst>
                                    <p:set>
                                      <p:cBhvr>
                                        <p:cTn id="60" dur="1" fill="hold">
                                          <p:stCondLst>
                                            <p:cond delay="0"/>
                                          </p:stCondLst>
                                        </p:cTn>
                                        <p:tgtEl>
                                          <p:spTgt spid="208"/>
                                        </p:tgtEl>
                                        <p:attrNameLst>
                                          <p:attrName>style.visibility</p:attrName>
                                        </p:attrNameLst>
                                      </p:cBhvr>
                                      <p:to>
                                        <p:strVal val="visible"/>
                                      </p:to>
                                    </p:set>
                                    <p:animEffect transition="in" filter="barn(outVertical)">
                                      <p:cBhvr>
                                        <p:cTn id="61" dur="500"/>
                                        <p:tgtEl>
                                          <p:spTgt spid="208"/>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504"/>
                                        </p:tgtEl>
                                        <p:attrNameLst>
                                          <p:attrName>style.visibility</p:attrName>
                                        </p:attrNameLst>
                                      </p:cBhvr>
                                      <p:to>
                                        <p:strVal val="visible"/>
                                      </p:to>
                                    </p:set>
                                    <p:animEffect transition="in" filter="fade">
                                      <p:cBhvr>
                                        <p:cTn id="64" dur="500"/>
                                        <p:tgtEl>
                                          <p:spTgt spid="504"/>
                                        </p:tgtEl>
                                      </p:cBhvr>
                                    </p:animEffect>
                                  </p:childTnLst>
                                </p:cTn>
                              </p:par>
                            </p:childTnLst>
                          </p:cTn>
                        </p:par>
                        <p:par>
                          <p:cTn id="65" fill="hold">
                            <p:stCondLst>
                              <p:cond delay="4000"/>
                            </p:stCondLst>
                            <p:childTnLst>
                              <p:par>
                                <p:cTn id="66" presetID="10" presetClass="entr" presetSubtype="0" fill="hold" nodeType="afterEffect">
                                  <p:stCondLst>
                                    <p:cond delay="0"/>
                                  </p:stCondLst>
                                  <p:childTnLst>
                                    <p:set>
                                      <p:cBhvr>
                                        <p:cTn id="67" dur="1" fill="hold">
                                          <p:stCondLst>
                                            <p:cond delay="0"/>
                                          </p:stCondLst>
                                        </p:cTn>
                                        <p:tgtEl>
                                          <p:spTgt spid="513"/>
                                        </p:tgtEl>
                                        <p:attrNameLst>
                                          <p:attrName>style.visibility</p:attrName>
                                        </p:attrNameLst>
                                      </p:cBhvr>
                                      <p:to>
                                        <p:strVal val="visible"/>
                                      </p:to>
                                    </p:set>
                                    <p:animEffect transition="in" filter="fade">
                                      <p:cBhvr>
                                        <p:cTn id="68" dur="500"/>
                                        <p:tgtEl>
                                          <p:spTgt spid="513"/>
                                        </p:tgtEl>
                                      </p:cBhvr>
                                    </p:animEffect>
                                  </p:childTnLst>
                                </p:cTn>
                              </p:par>
                            </p:childTnLst>
                          </p:cTn>
                        </p:par>
                        <p:par>
                          <p:cTn id="69" fill="hold">
                            <p:stCondLst>
                              <p:cond delay="4500"/>
                            </p:stCondLst>
                            <p:childTnLst>
                              <p:par>
                                <p:cTn id="70" presetID="10" presetClass="entr" presetSubtype="0" fill="hold" nodeType="afterEffect">
                                  <p:stCondLst>
                                    <p:cond delay="0"/>
                                  </p:stCondLst>
                                  <p:childTnLst>
                                    <p:set>
                                      <p:cBhvr>
                                        <p:cTn id="71" dur="1" fill="hold">
                                          <p:stCondLst>
                                            <p:cond delay="0"/>
                                          </p:stCondLst>
                                        </p:cTn>
                                        <p:tgtEl>
                                          <p:spTgt spid="386"/>
                                        </p:tgtEl>
                                        <p:attrNameLst>
                                          <p:attrName>style.visibility</p:attrName>
                                        </p:attrNameLst>
                                      </p:cBhvr>
                                      <p:to>
                                        <p:strVal val="visible"/>
                                      </p:to>
                                    </p:set>
                                    <p:animEffect transition="in" filter="fade">
                                      <p:cBhvr>
                                        <p:cTn id="72" dur="500"/>
                                        <p:tgtEl>
                                          <p:spTgt spid="386"/>
                                        </p:tgtEl>
                                      </p:cBhvr>
                                    </p:animEffect>
                                  </p:childTnLst>
                                </p:cTn>
                              </p:par>
                            </p:childTnLst>
                          </p:cTn>
                        </p:par>
                        <p:par>
                          <p:cTn id="73" fill="hold">
                            <p:stCondLst>
                              <p:cond delay="5000"/>
                            </p:stCondLst>
                            <p:childTnLst>
                              <p:par>
                                <p:cTn id="74" presetID="10" presetClass="entr" presetSubtype="0" fill="hold" nodeType="afterEffect">
                                  <p:stCondLst>
                                    <p:cond delay="500"/>
                                  </p:stCondLst>
                                  <p:childTnLst>
                                    <p:set>
                                      <p:cBhvr>
                                        <p:cTn id="75" dur="1" fill="hold">
                                          <p:stCondLst>
                                            <p:cond delay="0"/>
                                          </p:stCondLst>
                                        </p:cTn>
                                        <p:tgtEl>
                                          <p:spTgt spid="496"/>
                                        </p:tgtEl>
                                        <p:attrNameLst>
                                          <p:attrName>style.visibility</p:attrName>
                                        </p:attrNameLst>
                                      </p:cBhvr>
                                      <p:to>
                                        <p:strVal val="visible"/>
                                      </p:to>
                                    </p:set>
                                    <p:animEffect transition="in" filter="fade">
                                      <p:cBhvr>
                                        <p:cTn id="76" dur="500"/>
                                        <p:tgtEl>
                                          <p:spTgt spid="496"/>
                                        </p:tgtEl>
                                      </p:cBhvr>
                                    </p:animEffect>
                                  </p:childTnLst>
                                </p:cTn>
                              </p:par>
                              <p:par>
                                <p:cTn id="77" presetID="10" presetClass="entr" presetSubtype="0" fill="hold" nodeType="withEffect">
                                  <p:stCondLst>
                                    <p:cond delay="500"/>
                                  </p:stCondLst>
                                  <p:childTnLst>
                                    <p:set>
                                      <p:cBhvr>
                                        <p:cTn id="78" dur="1" fill="hold">
                                          <p:stCondLst>
                                            <p:cond delay="0"/>
                                          </p:stCondLst>
                                        </p:cTn>
                                        <p:tgtEl>
                                          <p:spTgt spid="508"/>
                                        </p:tgtEl>
                                        <p:attrNameLst>
                                          <p:attrName>style.visibility</p:attrName>
                                        </p:attrNameLst>
                                      </p:cBhvr>
                                      <p:to>
                                        <p:strVal val="visible"/>
                                      </p:to>
                                    </p:set>
                                    <p:animEffect transition="in" filter="fade">
                                      <p:cBhvr>
                                        <p:cTn id="79" dur="500"/>
                                        <p:tgtEl>
                                          <p:spTgt spid="508"/>
                                        </p:tgtEl>
                                      </p:cBhvr>
                                    </p:animEffect>
                                  </p:childTnLst>
                                </p:cTn>
                              </p:par>
                            </p:childTnLst>
                          </p:cTn>
                        </p:par>
                        <p:par>
                          <p:cTn id="80" fill="hold">
                            <p:stCondLst>
                              <p:cond delay="6000"/>
                            </p:stCondLst>
                            <p:childTnLst>
                              <p:par>
                                <p:cTn id="81" presetID="16" presetClass="entr" presetSubtype="21" fill="hold" nodeType="afterEffect">
                                  <p:stCondLst>
                                    <p:cond delay="0"/>
                                  </p:stCondLst>
                                  <p:childTnLst>
                                    <p:set>
                                      <p:cBhvr>
                                        <p:cTn id="82" dur="1" fill="hold">
                                          <p:stCondLst>
                                            <p:cond delay="0"/>
                                          </p:stCondLst>
                                        </p:cTn>
                                        <p:tgtEl>
                                          <p:spTgt spid="512"/>
                                        </p:tgtEl>
                                        <p:attrNameLst>
                                          <p:attrName>style.visibility</p:attrName>
                                        </p:attrNameLst>
                                      </p:cBhvr>
                                      <p:to>
                                        <p:strVal val="visible"/>
                                      </p:to>
                                    </p:set>
                                    <p:animEffect transition="in" filter="barn(inVertical)">
                                      <p:cBhvr>
                                        <p:cTn id="83" dur="500"/>
                                        <p:tgtEl>
                                          <p:spTgt spid="512"/>
                                        </p:tgtEl>
                                      </p:cBhvr>
                                    </p:animEffect>
                                  </p:childTnLst>
                                </p:cTn>
                              </p:par>
                            </p:childTnLst>
                          </p:cTn>
                        </p:par>
                        <p:par>
                          <p:cTn id="84" fill="hold">
                            <p:stCondLst>
                              <p:cond delay="6500"/>
                            </p:stCondLst>
                            <p:childTnLst>
                              <p:par>
                                <p:cTn id="85" presetID="22" presetClass="entr" presetSubtype="4" fill="hold" nodeType="afterEffect">
                                  <p:stCondLst>
                                    <p:cond delay="0"/>
                                  </p:stCondLst>
                                  <p:childTnLst>
                                    <p:set>
                                      <p:cBhvr>
                                        <p:cTn id="86" dur="1" fill="hold">
                                          <p:stCondLst>
                                            <p:cond delay="0"/>
                                          </p:stCondLst>
                                        </p:cTn>
                                        <p:tgtEl>
                                          <p:spTgt spid="514"/>
                                        </p:tgtEl>
                                        <p:attrNameLst>
                                          <p:attrName>style.visibility</p:attrName>
                                        </p:attrNameLst>
                                      </p:cBhvr>
                                      <p:to>
                                        <p:strVal val="visible"/>
                                      </p:to>
                                    </p:set>
                                    <p:animEffect transition="in" filter="wipe(down)">
                                      <p:cBhvr>
                                        <p:cTn id="87" dur="250"/>
                                        <p:tgtEl>
                                          <p:spTgt spid="514"/>
                                        </p:tgtEl>
                                      </p:cBhvr>
                                    </p:animEffect>
                                  </p:childTnLst>
                                </p:cTn>
                              </p:par>
                            </p:childTnLst>
                          </p:cTn>
                        </p:par>
                        <p:par>
                          <p:cTn id="88" fill="hold">
                            <p:stCondLst>
                              <p:cond delay="6750"/>
                            </p:stCondLst>
                            <p:childTnLst>
                              <p:par>
                                <p:cTn id="89" presetID="10" presetClass="entr" presetSubtype="0" fill="hold" nodeType="afterEffect">
                                  <p:stCondLst>
                                    <p:cond delay="0"/>
                                  </p:stCondLst>
                                  <p:childTnLst>
                                    <p:set>
                                      <p:cBhvr>
                                        <p:cTn id="90" dur="1" fill="hold">
                                          <p:stCondLst>
                                            <p:cond delay="0"/>
                                          </p:stCondLst>
                                        </p:cTn>
                                        <p:tgtEl>
                                          <p:spTgt spid="439"/>
                                        </p:tgtEl>
                                        <p:attrNameLst>
                                          <p:attrName>style.visibility</p:attrName>
                                        </p:attrNameLst>
                                      </p:cBhvr>
                                      <p:to>
                                        <p:strVal val="visible"/>
                                      </p:to>
                                    </p:set>
                                    <p:animEffect transition="in" filter="fade">
                                      <p:cBhvr>
                                        <p:cTn id="91" dur="500"/>
                                        <p:tgtEl>
                                          <p:spTgt spid="439"/>
                                        </p:tgtEl>
                                      </p:cBhvr>
                                    </p:animEffect>
                                  </p:childTnLst>
                                </p:cTn>
                              </p:par>
                              <p:par>
                                <p:cTn id="92" presetID="10" presetClass="entr" presetSubtype="0" fill="hold" nodeType="withEffect">
                                  <p:stCondLst>
                                    <p:cond delay="0"/>
                                  </p:stCondLst>
                                  <p:childTnLst>
                                    <p:set>
                                      <p:cBhvr>
                                        <p:cTn id="93" dur="1" fill="hold">
                                          <p:stCondLst>
                                            <p:cond delay="0"/>
                                          </p:stCondLst>
                                        </p:cTn>
                                        <p:tgtEl>
                                          <p:spTgt spid="449"/>
                                        </p:tgtEl>
                                        <p:attrNameLst>
                                          <p:attrName>style.visibility</p:attrName>
                                        </p:attrNameLst>
                                      </p:cBhvr>
                                      <p:to>
                                        <p:strVal val="visible"/>
                                      </p:to>
                                    </p:set>
                                    <p:animEffect transition="in" filter="fade">
                                      <p:cBhvr>
                                        <p:cTn id="94" dur="500"/>
                                        <p:tgtEl>
                                          <p:spTgt spid="449"/>
                                        </p:tgtEl>
                                      </p:cBhvr>
                                    </p:animEffect>
                                  </p:childTnLst>
                                </p:cTn>
                              </p:par>
                            </p:childTnLst>
                          </p:cTn>
                        </p:par>
                        <p:par>
                          <p:cTn id="95" fill="hold">
                            <p:stCondLst>
                              <p:cond delay="7250"/>
                            </p:stCondLst>
                            <p:childTnLst>
                              <p:par>
                                <p:cTn id="96" presetID="22" presetClass="entr" presetSubtype="8" fill="hold" nodeType="afterEffect">
                                  <p:stCondLst>
                                    <p:cond delay="0"/>
                                  </p:stCondLst>
                                  <p:childTnLst>
                                    <p:set>
                                      <p:cBhvr>
                                        <p:cTn id="97" dur="1" fill="hold">
                                          <p:stCondLst>
                                            <p:cond delay="0"/>
                                          </p:stCondLst>
                                        </p:cTn>
                                        <p:tgtEl>
                                          <p:spTgt spid="510"/>
                                        </p:tgtEl>
                                        <p:attrNameLst>
                                          <p:attrName>style.visibility</p:attrName>
                                        </p:attrNameLst>
                                      </p:cBhvr>
                                      <p:to>
                                        <p:strVal val="visible"/>
                                      </p:to>
                                    </p:set>
                                    <p:animEffect transition="in" filter="wipe(left)">
                                      <p:cBhvr>
                                        <p:cTn id="98" dur="250"/>
                                        <p:tgtEl>
                                          <p:spTgt spid="510"/>
                                        </p:tgtEl>
                                      </p:cBhvr>
                                    </p:animEffect>
                                  </p:childTnLst>
                                </p:cTn>
                              </p:par>
                            </p:childTnLst>
                          </p:cTn>
                        </p:par>
                        <p:par>
                          <p:cTn id="99" fill="hold">
                            <p:stCondLst>
                              <p:cond delay="7500"/>
                            </p:stCondLst>
                            <p:childTnLst>
                              <p:par>
                                <p:cTn id="100" presetID="22" presetClass="entr" presetSubtype="8" fill="hold" nodeType="afterEffect">
                                  <p:stCondLst>
                                    <p:cond delay="0"/>
                                  </p:stCondLst>
                                  <p:childTnLst>
                                    <p:set>
                                      <p:cBhvr>
                                        <p:cTn id="101" dur="1" fill="hold">
                                          <p:stCondLst>
                                            <p:cond delay="0"/>
                                          </p:stCondLst>
                                        </p:cTn>
                                        <p:tgtEl>
                                          <p:spTgt spid="509"/>
                                        </p:tgtEl>
                                        <p:attrNameLst>
                                          <p:attrName>style.visibility</p:attrName>
                                        </p:attrNameLst>
                                      </p:cBhvr>
                                      <p:to>
                                        <p:strVal val="visible"/>
                                      </p:to>
                                    </p:set>
                                    <p:animEffect transition="in" filter="wipe(left)">
                                      <p:cBhvr>
                                        <p:cTn id="102" dur="250"/>
                                        <p:tgtEl>
                                          <p:spTgt spid="509"/>
                                        </p:tgtEl>
                                      </p:cBhvr>
                                    </p:animEffect>
                                  </p:childTnLst>
                                </p:cTn>
                              </p:par>
                            </p:childTnLst>
                          </p:cTn>
                        </p:par>
                        <p:par>
                          <p:cTn id="103" fill="hold">
                            <p:stCondLst>
                              <p:cond delay="7750"/>
                            </p:stCondLst>
                            <p:childTnLst>
                              <p:par>
                                <p:cTn id="104" presetID="22" presetClass="entr" presetSubtype="8" fill="hold" nodeType="afterEffect">
                                  <p:stCondLst>
                                    <p:cond delay="750"/>
                                  </p:stCondLst>
                                  <p:childTnLst>
                                    <p:set>
                                      <p:cBhvr>
                                        <p:cTn id="105" dur="1" fill="hold">
                                          <p:stCondLst>
                                            <p:cond delay="0"/>
                                          </p:stCondLst>
                                        </p:cTn>
                                        <p:tgtEl>
                                          <p:spTgt spid="198"/>
                                        </p:tgtEl>
                                        <p:attrNameLst>
                                          <p:attrName>style.visibility</p:attrName>
                                        </p:attrNameLst>
                                      </p:cBhvr>
                                      <p:to>
                                        <p:strVal val="visible"/>
                                      </p:to>
                                    </p:set>
                                    <p:animEffect transition="in" filter="wipe(left)">
                                      <p:cBhvr>
                                        <p:cTn id="106" dur="500"/>
                                        <p:tgtEl>
                                          <p:spTgt spid="198"/>
                                        </p:tgtEl>
                                      </p:cBhvr>
                                    </p:animEffect>
                                  </p:childTnLst>
                                </p:cTn>
                              </p:par>
                            </p:childTnLst>
                          </p:cTn>
                        </p:par>
                        <p:par>
                          <p:cTn id="107" fill="hold">
                            <p:stCondLst>
                              <p:cond delay="9000"/>
                            </p:stCondLst>
                            <p:childTnLst>
                              <p:par>
                                <p:cTn id="108" presetID="10" presetClass="entr" presetSubtype="0" fill="hold" grpId="0" nodeType="afterEffect">
                                  <p:stCondLst>
                                    <p:cond delay="0"/>
                                  </p:stCondLst>
                                  <p:childTnLst>
                                    <p:set>
                                      <p:cBhvr>
                                        <p:cTn id="109" dur="1" fill="hold">
                                          <p:stCondLst>
                                            <p:cond delay="0"/>
                                          </p:stCondLst>
                                        </p:cTn>
                                        <p:tgtEl>
                                          <p:spTgt spid="500"/>
                                        </p:tgtEl>
                                        <p:attrNameLst>
                                          <p:attrName>style.visibility</p:attrName>
                                        </p:attrNameLst>
                                      </p:cBhvr>
                                      <p:to>
                                        <p:strVal val="visible"/>
                                      </p:to>
                                    </p:set>
                                    <p:animEffect transition="in" filter="fade">
                                      <p:cBhvr>
                                        <p:cTn id="110" dur="500"/>
                                        <p:tgtEl>
                                          <p:spTgt spid="500"/>
                                        </p:tgtEl>
                                      </p:cBhvr>
                                    </p:animEffect>
                                  </p:childTnLst>
                                </p:cTn>
                              </p:par>
                            </p:childTnLst>
                          </p:cTn>
                        </p:par>
                        <p:par>
                          <p:cTn id="111" fill="hold">
                            <p:stCondLst>
                              <p:cond delay="9500"/>
                            </p:stCondLst>
                            <p:childTnLst>
                              <p:par>
                                <p:cTn id="112" presetID="26" presetClass="emph" presetSubtype="0" fill="hold" grpId="1" nodeType="afterEffect">
                                  <p:stCondLst>
                                    <p:cond delay="500"/>
                                  </p:stCondLst>
                                  <p:childTnLst>
                                    <p:animEffect transition="out" filter="fade">
                                      <p:cBhvr>
                                        <p:cTn id="113" dur="500" tmFilter="0, 0; .2, .5; .8, .5; 1, 0"/>
                                        <p:tgtEl>
                                          <p:spTgt spid="500"/>
                                        </p:tgtEl>
                                      </p:cBhvr>
                                    </p:animEffect>
                                    <p:animScale>
                                      <p:cBhvr>
                                        <p:cTn id="114" dur="250" autoRev="1" fill="hold"/>
                                        <p:tgtEl>
                                          <p:spTgt spid="500"/>
                                        </p:tgtEl>
                                      </p:cBhvr>
                                      <p:by x="105000" y="105000"/>
                                    </p:animScale>
                                  </p:childTnLst>
                                </p:cTn>
                              </p:par>
                            </p:childTnLst>
                          </p:cTn>
                        </p:par>
                        <p:par>
                          <p:cTn id="115" fill="hold">
                            <p:stCondLst>
                              <p:cond delay="10500"/>
                            </p:stCondLst>
                            <p:childTnLst>
                              <p:par>
                                <p:cTn id="116" presetID="10" presetClass="entr" presetSubtype="0" fill="hold" nodeType="afterEffect">
                                  <p:stCondLst>
                                    <p:cond delay="750"/>
                                  </p:stCondLst>
                                  <p:childTnLst>
                                    <p:set>
                                      <p:cBhvr>
                                        <p:cTn id="117" dur="1" fill="hold">
                                          <p:stCondLst>
                                            <p:cond delay="0"/>
                                          </p:stCondLst>
                                        </p:cTn>
                                        <p:tgtEl>
                                          <p:spTgt spid="49"/>
                                        </p:tgtEl>
                                        <p:attrNameLst>
                                          <p:attrName>style.visibility</p:attrName>
                                        </p:attrNameLst>
                                      </p:cBhvr>
                                      <p:to>
                                        <p:strVal val="visible"/>
                                      </p:to>
                                    </p:set>
                                    <p:animEffect transition="in" filter="fade">
                                      <p:cBhvr>
                                        <p:cTn id="118" dur="500"/>
                                        <p:tgtEl>
                                          <p:spTgt spid="49"/>
                                        </p:tgtEl>
                                      </p:cBhvr>
                                    </p:animEffect>
                                  </p:childTnLst>
                                </p:cTn>
                              </p:par>
                              <p:par>
                                <p:cTn id="119" presetID="10" presetClass="entr" presetSubtype="0" fill="hold" nodeType="withEffect">
                                  <p:stCondLst>
                                    <p:cond delay="750"/>
                                  </p:stCondLst>
                                  <p:childTnLst>
                                    <p:set>
                                      <p:cBhvr>
                                        <p:cTn id="120" dur="1" fill="hold">
                                          <p:stCondLst>
                                            <p:cond delay="0"/>
                                          </p:stCondLst>
                                        </p:cTn>
                                        <p:tgtEl>
                                          <p:spTgt spid="316"/>
                                        </p:tgtEl>
                                        <p:attrNameLst>
                                          <p:attrName>style.visibility</p:attrName>
                                        </p:attrNameLst>
                                      </p:cBhvr>
                                      <p:to>
                                        <p:strVal val="visible"/>
                                      </p:to>
                                    </p:set>
                                    <p:animEffect transition="in" filter="fade">
                                      <p:cBhvr>
                                        <p:cTn id="121" dur="500"/>
                                        <p:tgtEl>
                                          <p:spTgt spid="316"/>
                                        </p:tgtEl>
                                      </p:cBhvr>
                                    </p:animEffect>
                                  </p:childTnLst>
                                </p:cTn>
                              </p:par>
                              <p:par>
                                <p:cTn id="122" presetID="10" presetClass="entr" presetSubtype="0" fill="hold" nodeType="withEffect">
                                  <p:stCondLst>
                                    <p:cond delay="750"/>
                                  </p:stCondLst>
                                  <p:childTnLst>
                                    <p:set>
                                      <p:cBhvr>
                                        <p:cTn id="123" dur="1" fill="hold">
                                          <p:stCondLst>
                                            <p:cond delay="0"/>
                                          </p:stCondLst>
                                        </p:cTn>
                                        <p:tgtEl>
                                          <p:spTgt spid="517"/>
                                        </p:tgtEl>
                                        <p:attrNameLst>
                                          <p:attrName>style.visibility</p:attrName>
                                        </p:attrNameLst>
                                      </p:cBhvr>
                                      <p:to>
                                        <p:strVal val="visible"/>
                                      </p:to>
                                    </p:set>
                                    <p:animEffect transition="in" filter="fade">
                                      <p:cBhvr>
                                        <p:cTn id="124" dur="500"/>
                                        <p:tgtEl>
                                          <p:spTgt spid="517"/>
                                        </p:tgtEl>
                                      </p:cBhvr>
                                    </p:animEffect>
                                  </p:childTnLst>
                                </p:cTn>
                              </p:par>
                              <p:par>
                                <p:cTn id="125" presetID="10" presetClass="entr" presetSubtype="0" fill="hold" nodeType="withEffect">
                                  <p:stCondLst>
                                    <p:cond delay="750"/>
                                  </p:stCondLst>
                                  <p:childTnLst>
                                    <p:set>
                                      <p:cBhvr>
                                        <p:cTn id="126" dur="1" fill="hold">
                                          <p:stCondLst>
                                            <p:cond delay="0"/>
                                          </p:stCondLst>
                                        </p:cTn>
                                        <p:tgtEl>
                                          <p:spTgt spid="518"/>
                                        </p:tgtEl>
                                        <p:attrNameLst>
                                          <p:attrName>style.visibility</p:attrName>
                                        </p:attrNameLst>
                                      </p:cBhvr>
                                      <p:to>
                                        <p:strVal val="visible"/>
                                      </p:to>
                                    </p:set>
                                    <p:animEffect transition="in" filter="fade">
                                      <p:cBhvr>
                                        <p:cTn id="127" dur="500"/>
                                        <p:tgtEl>
                                          <p:spTgt spid="518"/>
                                        </p:tgtEl>
                                      </p:cBhvr>
                                    </p:animEffect>
                                  </p:childTnLst>
                                </p:cTn>
                              </p:par>
                            </p:childTnLst>
                          </p:cTn>
                        </p:par>
                        <p:par>
                          <p:cTn id="128" fill="hold">
                            <p:stCondLst>
                              <p:cond delay="11750"/>
                            </p:stCondLst>
                            <p:childTnLst>
                              <p:par>
                                <p:cTn id="129" presetID="10" presetClass="entr" presetSubtype="0" fill="hold" nodeType="afterEffect">
                                  <p:stCondLst>
                                    <p:cond delay="0"/>
                                  </p:stCondLst>
                                  <p:childTnLst>
                                    <p:set>
                                      <p:cBhvr>
                                        <p:cTn id="130" dur="1" fill="hold">
                                          <p:stCondLst>
                                            <p:cond delay="0"/>
                                          </p:stCondLst>
                                        </p:cTn>
                                        <p:tgtEl>
                                          <p:spTgt spid="325"/>
                                        </p:tgtEl>
                                        <p:attrNameLst>
                                          <p:attrName>style.visibility</p:attrName>
                                        </p:attrNameLst>
                                      </p:cBhvr>
                                      <p:to>
                                        <p:strVal val="visible"/>
                                      </p:to>
                                    </p:set>
                                    <p:animEffect transition="in" filter="fade">
                                      <p:cBhvr>
                                        <p:cTn id="131" dur="500"/>
                                        <p:tgtEl>
                                          <p:spTgt spid="325"/>
                                        </p:tgtEl>
                                      </p:cBhvr>
                                    </p:animEffect>
                                  </p:childTnLst>
                                </p:cTn>
                              </p:par>
                              <p:par>
                                <p:cTn id="132" presetID="10" presetClass="entr" presetSubtype="0" fill="hold" nodeType="withEffect">
                                  <p:stCondLst>
                                    <p:cond delay="0"/>
                                  </p:stCondLst>
                                  <p:childTnLst>
                                    <p:set>
                                      <p:cBhvr>
                                        <p:cTn id="133" dur="1" fill="hold">
                                          <p:stCondLst>
                                            <p:cond delay="0"/>
                                          </p:stCondLst>
                                        </p:cTn>
                                        <p:tgtEl>
                                          <p:spTgt spid="313"/>
                                        </p:tgtEl>
                                        <p:attrNameLst>
                                          <p:attrName>style.visibility</p:attrName>
                                        </p:attrNameLst>
                                      </p:cBhvr>
                                      <p:to>
                                        <p:strVal val="visible"/>
                                      </p:to>
                                    </p:set>
                                    <p:animEffect transition="in" filter="fade">
                                      <p:cBhvr>
                                        <p:cTn id="134" dur="500"/>
                                        <p:tgtEl>
                                          <p:spTgt spid="313"/>
                                        </p:tgtEl>
                                      </p:cBhvr>
                                    </p:animEffect>
                                  </p:childTnLst>
                                </p:cTn>
                              </p:par>
                            </p:childTnLst>
                          </p:cTn>
                        </p:par>
                        <p:par>
                          <p:cTn id="135" fill="hold">
                            <p:stCondLst>
                              <p:cond delay="12250"/>
                            </p:stCondLst>
                            <p:childTnLst>
                              <p:par>
                                <p:cTn id="136" presetID="22" presetClass="entr" presetSubtype="1" fill="hold" nodeType="afterEffect">
                                  <p:stCondLst>
                                    <p:cond delay="0"/>
                                  </p:stCondLst>
                                  <p:childTnLst>
                                    <p:set>
                                      <p:cBhvr>
                                        <p:cTn id="137" dur="1" fill="hold">
                                          <p:stCondLst>
                                            <p:cond delay="0"/>
                                          </p:stCondLst>
                                        </p:cTn>
                                        <p:tgtEl>
                                          <p:spTgt spid="117"/>
                                        </p:tgtEl>
                                        <p:attrNameLst>
                                          <p:attrName>style.visibility</p:attrName>
                                        </p:attrNameLst>
                                      </p:cBhvr>
                                      <p:to>
                                        <p:strVal val="visible"/>
                                      </p:to>
                                    </p:set>
                                    <p:animEffect transition="in" filter="wipe(up)">
                                      <p:cBhvr>
                                        <p:cTn id="138" dur="250"/>
                                        <p:tgtEl>
                                          <p:spTgt spid="117"/>
                                        </p:tgtEl>
                                      </p:cBhvr>
                                    </p:animEffect>
                                  </p:childTnLst>
                                </p:cTn>
                              </p:par>
                              <p:par>
                                <p:cTn id="139" presetID="22" presetClass="entr" presetSubtype="1" fill="hold" nodeType="withEffect">
                                  <p:stCondLst>
                                    <p:cond delay="0"/>
                                  </p:stCondLst>
                                  <p:childTnLst>
                                    <p:set>
                                      <p:cBhvr>
                                        <p:cTn id="140" dur="1" fill="hold">
                                          <p:stCondLst>
                                            <p:cond delay="0"/>
                                          </p:stCondLst>
                                        </p:cTn>
                                        <p:tgtEl>
                                          <p:spTgt spid="118"/>
                                        </p:tgtEl>
                                        <p:attrNameLst>
                                          <p:attrName>style.visibility</p:attrName>
                                        </p:attrNameLst>
                                      </p:cBhvr>
                                      <p:to>
                                        <p:strVal val="visible"/>
                                      </p:to>
                                    </p:set>
                                    <p:animEffect transition="in" filter="wipe(up)">
                                      <p:cBhvr>
                                        <p:cTn id="141" dur="250"/>
                                        <p:tgtEl>
                                          <p:spTgt spid="118"/>
                                        </p:tgtEl>
                                      </p:cBhvr>
                                    </p:animEffect>
                                  </p:childTnLst>
                                </p:cTn>
                              </p:par>
                              <p:par>
                                <p:cTn id="142" presetID="22" presetClass="entr" presetSubtype="1" fill="hold" nodeType="withEffect">
                                  <p:stCondLst>
                                    <p:cond delay="0"/>
                                  </p:stCondLst>
                                  <p:childTnLst>
                                    <p:set>
                                      <p:cBhvr>
                                        <p:cTn id="143" dur="1" fill="hold">
                                          <p:stCondLst>
                                            <p:cond delay="0"/>
                                          </p:stCondLst>
                                        </p:cTn>
                                        <p:tgtEl>
                                          <p:spTgt spid="119"/>
                                        </p:tgtEl>
                                        <p:attrNameLst>
                                          <p:attrName>style.visibility</p:attrName>
                                        </p:attrNameLst>
                                      </p:cBhvr>
                                      <p:to>
                                        <p:strVal val="visible"/>
                                      </p:to>
                                    </p:set>
                                    <p:animEffect transition="in" filter="wipe(up)">
                                      <p:cBhvr>
                                        <p:cTn id="144" dur="250"/>
                                        <p:tgtEl>
                                          <p:spTgt spid="119"/>
                                        </p:tgtEl>
                                      </p:cBhvr>
                                    </p:animEffect>
                                  </p:childTnLst>
                                </p:cTn>
                              </p:par>
                              <p:par>
                                <p:cTn id="145" presetID="22" presetClass="entr" presetSubtype="1" fill="hold" nodeType="withEffect">
                                  <p:stCondLst>
                                    <p:cond delay="0"/>
                                  </p:stCondLst>
                                  <p:childTnLst>
                                    <p:set>
                                      <p:cBhvr>
                                        <p:cTn id="146" dur="1" fill="hold">
                                          <p:stCondLst>
                                            <p:cond delay="0"/>
                                          </p:stCondLst>
                                        </p:cTn>
                                        <p:tgtEl>
                                          <p:spTgt spid="320"/>
                                        </p:tgtEl>
                                        <p:attrNameLst>
                                          <p:attrName>style.visibility</p:attrName>
                                        </p:attrNameLst>
                                      </p:cBhvr>
                                      <p:to>
                                        <p:strVal val="visible"/>
                                      </p:to>
                                    </p:set>
                                    <p:animEffect transition="in" filter="wipe(up)">
                                      <p:cBhvr>
                                        <p:cTn id="147" dur="250"/>
                                        <p:tgtEl>
                                          <p:spTgt spid="320"/>
                                        </p:tgtEl>
                                      </p:cBhvr>
                                    </p:animEffect>
                                  </p:childTnLst>
                                </p:cTn>
                              </p:par>
                              <p:par>
                                <p:cTn id="148" presetID="22" presetClass="entr" presetSubtype="1" fill="hold" nodeType="withEffect">
                                  <p:stCondLst>
                                    <p:cond delay="0"/>
                                  </p:stCondLst>
                                  <p:childTnLst>
                                    <p:set>
                                      <p:cBhvr>
                                        <p:cTn id="149" dur="1" fill="hold">
                                          <p:stCondLst>
                                            <p:cond delay="0"/>
                                          </p:stCondLst>
                                        </p:cTn>
                                        <p:tgtEl>
                                          <p:spTgt spid="321"/>
                                        </p:tgtEl>
                                        <p:attrNameLst>
                                          <p:attrName>style.visibility</p:attrName>
                                        </p:attrNameLst>
                                      </p:cBhvr>
                                      <p:to>
                                        <p:strVal val="visible"/>
                                      </p:to>
                                    </p:set>
                                    <p:animEffect transition="in" filter="wipe(up)">
                                      <p:cBhvr>
                                        <p:cTn id="150" dur="250"/>
                                        <p:tgtEl>
                                          <p:spTgt spid="321"/>
                                        </p:tgtEl>
                                      </p:cBhvr>
                                    </p:animEffect>
                                  </p:childTnLst>
                                </p:cTn>
                              </p:par>
                              <p:par>
                                <p:cTn id="151" presetID="22" presetClass="entr" presetSubtype="1" fill="hold" nodeType="withEffect">
                                  <p:stCondLst>
                                    <p:cond delay="0"/>
                                  </p:stCondLst>
                                  <p:childTnLst>
                                    <p:set>
                                      <p:cBhvr>
                                        <p:cTn id="152" dur="1" fill="hold">
                                          <p:stCondLst>
                                            <p:cond delay="0"/>
                                          </p:stCondLst>
                                        </p:cTn>
                                        <p:tgtEl>
                                          <p:spTgt spid="322"/>
                                        </p:tgtEl>
                                        <p:attrNameLst>
                                          <p:attrName>style.visibility</p:attrName>
                                        </p:attrNameLst>
                                      </p:cBhvr>
                                      <p:to>
                                        <p:strVal val="visible"/>
                                      </p:to>
                                    </p:set>
                                    <p:animEffect transition="in" filter="wipe(up)">
                                      <p:cBhvr>
                                        <p:cTn id="153" dur="250"/>
                                        <p:tgtEl>
                                          <p:spTgt spid="322"/>
                                        </p:tgtEl>
                                      </p:cBhvr>
                                    </p:animEffect>
                                  </p:childTnLst>
                                </p:cTn>
                              </p:par>
                            </p:childTnLst>
                          </p:cTn>
                        </p:par>
                        <p:par>
                          <p:cTn id="154" fill="hold">
                            <p:stCondLst>
                              <p:cond delay="12500"/>
                            </p:stCondLst>
                            <p:childTnLst>
                              <p:par>
                                <p:cTn id="155" presetID="16" presetClass="entr" presetSubtype="21" fill="hold" nodeType="afterEffect">
                                  <p:stCondLst>
                                    <p:cond delay="0"/>
                                  </p:stCondLst>
                                  <p:childTnLst>
                                    <p:set>
                                      <p:cBhvr>
                                        <p:cTn id="156" dur="1" fill="hold">
                                          <p:stCondLst>
                                            <p:cond delay="0"/>
                                          </p:stCondLst>
                                        </p:cTn>
                                        <p:tgtEl>
                                          <p:spTgt spid="115"/>
                                        </p:tgtEl>
                                        <p:attrNameLst>
                                          <p:attrName>style.visibility</p:attrName>
                                        </p:attrNameLst>
                                      </p:cBhvr>
                                      <p:to>
                                        <p:strVal val="visible"/>
                                      </p:to>
                                    </p:set>
                                    <p:animEffect transition="in" filter="barn(inVertical)">
                                      <p:cBhvr>
                                        <p:cTn id="157" dur="250"/>
                                        <p:tgtEl>
                                          <p:spTgt spid="115"/>
                                        </p:tgtEl>
                                      </p:cBhvr>
                                    </p:animEffect>
                                  </p:childTnLst>
                                </p:cTn>
                              </p:par>
                              <p:par>
                                <p:cTn id="158" presetID="16" presetClass="entr" presetSubtype="21" fill="hold" nodeType="withEffect">
                                  <p:stCondLst>
                                    <p:cond delay="0"/>
                                  </p:stCondLst>
                                  <p:childTnLst>
                                    <p:set>
                                      <p:cBhvr>
                                        <p:cTn id="159" dur="1" fill="hold">
                                          <p:stCondLst>
                                            <p:cond delay="0"/>
                                          </p:stCondLst>
                                        </p:cTn>
                                        <p:tgtEl>
                                          <p:spTgt spid="319"/>
                                        </p:tgtEl>
                                        <p:attrNameLst>
                                          <p:attrName>style.visibility</p:attrName>
                                        </p:attrNameLst>
                                      </p:cBhvr>
                                      <p:to>
                                        <p:strVal val="visible"/>
                                      </p:to>
                                    </p:set>
                                    <p:animEffect transition="in" filter="barn(inVertical)">
                                      <p:cBhvr>
                                        <p:cTn id="160" dur="250"/>
                                        <p:tgtEl>
                                          <p:spTgt spid="319"/>
                                        </p:tgtEl>
                                      </p:cBhvr>
                                    </p:animEffect>
                                  </p:childTnLst>
                                </p:cTn>
                              </p:par>
                            </p:childTnLst>
                          </p:cTn>
                        </p:par>
                        <p:par>
                          <p:cTn id="161" fill="hold">
                            <p:stCondLst>
                              <p:cond delay="12750"/>
                            </p:stCondLst>
                            <p:childTnLst>
                              <p:par>
                                <p:cTn id="162" presetID="22" presetClass="entr" presetSubtype="1" fill="hold" nodeType="afterEffect">
                                  <p:stCondLst>
                                    <p:cond delay="0"/>
                                  </p:stCondLst>
                                  <p:childTnLst>
                                    <p:set>
                                      <p:cBhvr>
                                        <p:cTn id="163" dur="1" fill="hold">
                                          <p:stCondLst>
                                            <p:cond delay="0"/>
                                          </p:stCondLst>
                                        </p:cTn>
                                        <p:tgtEl>
                                          <p:spTgt spid="121"/>
                                        </p:tgtEl>
                                        <p:attrNameLst>
                                          <p:attrName>style.visibility</p:attrName>
                                        </p:attrNameLst>
                                      </p:cBhvr>
                                      <p:to>
                                        <p:strVal val="visible"/>
                                      </p:to>
                                    </p:set>
                                    <p:animEffect transition="in" filter="wipe(up)">
                                      <p:cBhvr>
                                        <p:cTn id="164" dur="250"/>
                                        <p:tgtEl>
                                          <p:spTgt spid="121"/>
                                        </p:tgtEl>
                                      </p:cBhvr>
                                    </p:animEffect>
                                  </p:childTnLst>
                                </p:cTn>
                              </p:par>
                              <p:par>
                                <p:cTn id="165" presetID="22" presetClass="entr" presetSubtype="1" fill="hold" nodeType="withEffect">
                                  <p:stCondLst>
                                    <p:cond delay="0"/>
                                  </p:stCondLst>
                                  <p:childTnLst>
                                    <p:set>
                                      <p:cBhvr>
                                        <p:cTn id="166" dur="1" fill="hold">
                                          <p:stCondLst>
                                            <p:cond delay="0"/>
                                          </p:stCondLst>
                                        </p:cTn>
                                        <p:tgtEl>
                                          <p:spTgt spid="323"/>
                                        </p:tgtEl>
                                        <p:attrNameLst>
                                          <p:attrName>style.visibility</p:attrName>
                                        </p:attrNameLst>
                                      </p:cBhvr>
                                      <p:to>
                                        <p:strVal val="visible"/>
                                      </p:to>
                                    </p:set>
                                    <p:animEffect transition="in" filter="wipe(up)">
                                      <p:cBhvr>
                                        <p:cTn id="167" dur="250"/>
                                        <p:tgtEl>
                                          <p:spTgt spid="323"/>
                                        </p:tgtEl>
                                      </p:cBhvr>
                                    </p:animEffect>
                                  </p:childTnLst>
                                </p:cTn>
                              </p:par>
                            </p:childTnLst>
                          </p:cTn>
                        </p:par>
                        <p:par>
                          <p:cTn id="168" fill="hold">
                            <p:stCondLst>
                              <p:cond delay="13000"/>
                            </p:stCondLst>
                            <p:childTnLst>
                              <p:par>
                                <p:cTn id="169" presetID="10" presetClass="entr" presetSubtype="0" fill="hold" grpId="0" nodeType="afterEffect">
                                  <p:stCondLst>
                                    <p:cond delay="0"/>
                                  </p:stCondLst>
                                  <p:childTnLst>
                                    <p:set>
                                      <p:cBhvr>
                                        <p:cTn id="170" dur="1" fill="hold">
                                          <p:stCondLst>
                                            <p:cond delay="0"/>
                                          </p:stCondLst>
                                        </p:cTn>
                                        <p:tgtEl>
                                          <p:spTgt spid="122"/>
                                        </p:tgtEl>
                                        <p:attrNameLst>
                                          <p:attrName>style.visibility</p:attrName>
                                        </p:attrNameLst>
                                      </p:cBhvr>
                                      <p:to>
                                        <p:strVal val="visible"/>
                                      </p:to>
                                    </p:set>
                                    <p:animEffect transition="in" filter="fade">
                                      <p:cBhvr>
                                        <p:cTn id="171" dur="500"/>
                                        <p:tgtEl>
                                          <p:spTgt spid="122"/>
                                        </p:tgtEl>
                                      </p:cBhvr>
                                    </p:animEffect>
                                  </p:childTnLst>
                                </p:cTn>
                              </p:par>
                              <p:par>
                                <p:cTn id="172" presetID="10" presetClass="entr" presetSubtype="0" fill="hold" grpId="0" nodeType="withEffect">
                                  <p:stCondLst>
                                    <p:cond delay="0"/>
                                  </p:stCondLst>
                                  <p:childTnLst>
                                    <p:set>
                                      <p:cBhvr>
                                        <p:cTn id="173" dur="1" fill="hold">
                                          <p:stCondLst>
                                            <p:cond delay="0"/>
                                          </p:stCondLst>
                                        </p:cTn>
                                        <p:tgtEl>
                                          <p:spTgt spid="324"/>
                                        </p:tgtEl>
                                        <p:attrNameLst>
                                          <p:attrName>style.visibility</p:attrName>
                                        </p:attrNameLst>
                                      </p:cBhvr>
                                      <p:to>
                                        <p:strVal val="visible"/>
                                      </p:to>
                                    </p:set>
                                    <p:animEffect transition="in" filter="fade">
                                      <p:cBhvr>
                                        <p:cTn id="174" dur="500"/>
                                        <p:tgtEl>
                                          <p:spTgt spid="324"/>
                                        </p:tgtEl>
                                      </p:cBhvr>
                                    </p:animEffect>
                                  </p:childTnLst>
                                </p:cTn>
                              </p:par>
                            </p:childTnLst>
                          </p:cTn>
                        </p:par>
                        <p:par>
                          <p:cTn id="175" fill="hold">
                            <p:stCondLst>
                              <p:cond delay="13500"/>
                            </p:stCondLst>
                            <p:childTnLst>
                              <p:par>
                                <p:cTn id="176" presetID="26" presetClass="emph" presetSubtype="0" fill="hold" grpId="1" nodeType="afterEffect">
                                  <p:stCondLst>
                                    <p:cond delay="500"/>
                                  </p:stCondLst>
                                  <p:childTnLst>
                                    <p:animEffect transition="out" filter="fade">
                                      <p:cBhvr>
                                        <p:cTn id="177" dur="500" tmFilter="0, 0; .2, .5; .8, .5; 1, 0"/>
                                        <p:tgtEl>
                                          <p:spTgt spid="122"/>
                                        </p:tgtEl>
                                      </p:cBhvr>
                                    </p:animEffect>
                                    <p:animScale>
                                      <p:cBhvr>
                                        <p:cTn id="178" dur="250" autoRev="1" fill="hold"/>
                                        <p:tgtEl>
                                          <p:spTgt spid="122"/>
                                        </p:tgtEl>
                                      </p:cBhvr>
                                      <p:by x="105000" y="105000"/>
                                    </p:animScale>
                                  </p:childTnLst>
                                </p:cTn>
                              </p:par>
                              <p:par>
                                <p:cTn id="179" presetID="26" presetClass="emph" presetSubtype="0" fill="hold" grpId="1" nodeType="withEffect">
                                  <p:stCondLst>
                                    <p:cond delay="500"/>
                                  </p:stCondLst>
                                  <p:childTnLst>
                                    <p:animEffect transition="out" filter="fade">
                                      <p:cBhvr>
                                        <p:cTn id="180" dur="500" tmFilter="0, 0; .2, .5; .8, .5; 1, 0"/>
                                        <p:tgtEl>
                                          <p:spTgt spid="324"/>
                                        </p:tgtEl>
                                      </p:cBhvr>
                                    </p:animEffect>
                                    <p:animScale>
                                      <p:cBhvr>
                                        <p:cTn id="181" dur="250" autoRev="1" fill="hold"/>
                                        <p:tgtEl>
                                          <p:spTgt spid="324"/>
                                        </p:tgtEl>
                                      </p:cBhvr>
                                      <p:by x="105000" y="105000"/>
                                    </p:animScale>
                                  </p:childTnLst>
                                </p:cTn>
                              </p:par>
                            </p:childTnLst>
                          </p:cTn>
                        </p:par>
                        <p:par>
                          <p:cTn id="182" fill="hold">
                            <p:stCondLst>
                              <p:cond delay="14500"/>
                            </p:stCondLst>
                            <p:childTnLst>
                              <p:par>
                                <p:cTn id="183" presetID="22" presetClass="entr" presetSubtype="1" fill="hold" nodeType="afterEffect">
                                  <p:stCondLst>
                                    <p:cond delay="0"/>
                                  </p:stCondLst>
                                  <p:childTnLst>
                                    <p:set>
                                      <p:cBhvr>
                                        <p:cTn id="184" dur="1" fill="hold">
                                          <p:stCondLst>
                                            <p:cond delay="0"/>
                                          </p:stCondLst>
                                        </p:cTn>
                                        <p:tgtEl>
                                          <p:spTgt spid="520"/>
                                        </p:tgtEl>
                                        <p:attrNameLst>
                                          <p:attrName>style.visibility</p:attrName>
                                        </p:attrNameLst>
                                      </p:cBhvr>
                                      <p:to>
                                        <p:strVal val="visible"/>
                                      </p:to>
                                    </p:set>
                                    <p:animEffect transition="in" filter="wipe(up)">
                                      <p:cBhvr>
                                        <p:cTn id="185" dur="500"/>
                                        <p:tgtEl>
                                          <p:spTgt spid="520"/>
                                        </p:tgtEl>
                                      </p:cBhvr>
                                    </p:animEffect>
                                  </p:childTnLst>
                                </p:cTn>
                              </p:par>
                              <p:par>
                                <p:cTn id="186" presetID="22" presetClass="entr" presetSubtype="4" fill="hold" nodeType="withEffect">
                                  <p:stCondLst>
                                    <p:cond delay="0"/>
                                  </p:stCondLst>
                                  <p:childTnLst>
                                    <p:set>
                                      <p:cBhvr>
                                        <p:cTn id="187" dur="1" fill="hold">
                                          <p:stCondLst>
                                            <p:cond delay="0"/>
                                          </p:stCondLst>
                                        </p:cTn>
                                        <p:tgtEl>
                                          <p:spTgt spid="521"/>
                                        </p:tgtEl>
                                        <p:attrNameLst>
                                          <p:attrName>style.visibility</p:attrName>
                                        </p:attrNameLst>
                                      </p:cBhvr>
                                      <p:to>
                                        <p:strVal val="visible"/>
                                      </p:to>
                                    </p:set>
                                    <p:animEffect transition="in" filter="wipe(down)">
                                      <p:cBhvr>
                                        <p:cTn id="188" dur="500"/>
                                        <p:tgtEl>
                                          <p:spTgt spid="521"/>
                                        </p:tgtEl>
                                      </p:cBhvr>
                                    </p:animEffect>
                                  </p:childTnLst>
                                </p:cTn>
                              </p:par>
                            </p:childTnLst>
                          </p:cTn>
                        </p:par>
                        <p:par>
                          <p:cTn id="189" fill="hold">
                            <p:stCondLst>
                              <p:cond delay="15000"/>
                            </p:stCondLst>
                            <p:childTnLst>
                              <p:par>
                                <p:cTn id="190" presetID="22" presetClass="entr" presetSubtype="8" fill="hold" nodeType="afterEffect">
                                  <p:stCondLst>
                                    <p:cond delay="0"/>
                                  </p:stCondLst>
                                  <p:childTnLst>
                                    <p:set>
                                      <p:cBhvr>
                                        <p:cTn id="191" dur="1" fill="hold">
                                          <p:stCondLst>
                                            <p:cond delay="0"/>
                                          </p:stCondLst>
                                        </p:cTn>
                                        <p:tgtEl>
                                          <p:spTgt spid="526"/>
                                        </p:tgtEl>
                                        <p:attrNameLst>
                                          <p:attrName>style.visibility</p:attrName>
                                        </p:attrNameLst>
                                      </p:cBhvr>
                                      <p:to>
                                        <p:strVal val="visible"/>
                                      </p:to>
                                    </p:set>
                                    <p:animEffect transition="in" filter="wipe(left)">
                                      <p:cBhvr>
                                        <p:cTn id="192" dur="500"/>
                                        <p:tgtEl>
                                          <p:spTgt spid="526"/>
                                        </p:tgtEl>
                                      </p:cBhvr>
                                    </p:animEffect>
                                  </p:childTnLst>
                                </p:cTn>
                              </p:par>
                              <p:par>
                                <p:cTn id="193" presetID="22" presetClass="entr" presetSubtype="8" fill="hold" nodeType="withEffect">
                                  <p:stCondLst>
                                    <p:cond delay="0"/>
                                  </p:stCondLst>
                                  <p:childTnLst>
                                    <p:set>
                                      <p:cBhvr>
                                        <p:cTn id="194" dur="1" fill="hold">
                                          <p:stCondLst>
                                            <p:cond delay="0"/>
                                          </p:stCondLst>
                                        </p:cTn>
                                        <p:tgtEl>
                                          <p:spTgt spid="528"/>
                                        </p:tgtEl>
                                        <p:attrNameLst>
                                          <p:attrName>style.visibility</p:attrName>
                                        </p:attrNameLst>
                                      </p:cBhvr>
                                      <p:to>
                                        <p:strVal val="visible"/>
                                      </p:to>
                                    </p:set>
                                    <p:animEffect transition="in" filter="wipe(left)">
                                      <p:cBhvr>
                                        <p:cTn id="195" dur="500"/>
                                        <p:tgtEl>
                                          <p:spTgt spid="528"/>
                                        </p:tgtEl>
                                      </p:cBhvr>
                                    </p:animEffect>
                                  </p:childTnLst>
                                </p:cTn>
                              </p:par>
                            </p:childTnLst>
                          </p:cTn>
                        </p:par>
                        <p:par>
                          <p:cTn id="196" fill="hold">
                            <p:stCondLst>
                              <p:cond delay="15500"/>
                            </p:stCondLst>
                            <p:childTnLst>
                              <p:par>
                                <p:cTn id="197" presetID="22" presetClass="entr" presetSubtype="8" fill="hold" nodeType="afterEffect">
                                  <p:stCondLst>
                                    <p:cond delay="250"/>
                                  </p:stCondLst>
                                  <p:childTnLst>
                                    <p:set>
                                      <p:cBhvr>
                                        <p:cTn id="198" dur="1" fill="hold">
                                          <p:stCondLst>
                                            <p:cond delay="0"/>
                                          </p:stCondLst>
                                        </p:cTn>
                                        <p:tgtEl>
                                          <p:spTgt spid="277"/>
                                        </p:tgtEl>
                                        <p:attrNameLst>
                                          <p:attrName>style.visibility</p:attrName>
                                        </p:attrNameLst>
                                      </p:cBhvr>
                                      <p:to>
                                        <p:strVal val="visible"/>
                                      </p:to>
                                    </p:set>
                                    <p:animEffect transition="in" filter="wipe(left)">
                                      <p:cBhvr>
                                        <p:cTn id="199" dur="500"/>
                                        <p:tgtEl>
                                          <p:spTgt spid="277"/>
                                        </p:tgtEl>
                                      </p:cBhvr>
                                    </p:animEffect>
                                  </p:childTnLst>
                                </p:cTn>
                              </p:par>
                              <p:par>
                                <p:cTn id="200" presetID="22" presetClass="entr" presetSubtype="8" fill="hold" nodeType="withEffect">
                                  <p:stCondLst>
                                    <p:cond delay="250"/>
                                  </p:stCondLst>
                                  <p:childTnLst>
                                    <p:set>
                                      <p:cBhvr>
                                        <p:cTn id="201" dur="1" fill="hold">
                                          <p:stCondLst>
                                            <p:cond delay="0"/>
                                          </p:stCondLst>
                                        </p:cTn>
                                        <p:tgtEl>
                                          <p:spTgt spid="279"/>
                                        </p:tgtEl>
                                        <p:attrNameLst>
                                          <p:attrName>style.visibility</p:attrName>
                                        </p:attrNameLst>
                                      </p:cBhvr>
                                      <p:to>
                                        <p:strVal val="visible"/>
                                      </p:to>
                                    </p:set>
                                    <p:animEffect transition="in" filter="wipe(left)">
                                      <p:cBhvr>
                                        <p:cTn id="202" dur="500"/>
                                        <p:tgtEl>
                                          <p:spTgt spid="279"/>
                                        </p:tgtEl>
                                      </p:cBhvr>
                                    </p:animEffect>
                                  </p:childTnLst>
                                </p:cTn>
                              </p:par>
                            </p:childTnLst>
                          </p:cTn>
                        </p:par>
                        <p:par>
                          <p:cTn id="203" fill="hold">
                            <p:stCondLst>
                              <p:cond delay="16250"/>
                            </p:stCondLst>
                            <p:childTnLst>
                              <p:par>
                                <p:cTn id="204" presetID="22" presetClass="entr" presetSubtype="1" fill="hold" nodeType="afterEffect">
                                  <p:stCondLst>
                                    <p:cond delay="0"/>
                                  </p:stCondLst>
                                  <p:childTnLst>
                                    <p:set>
                                      <p:cBhvr>
                                        <p:cTn id="205" dur="1" fill="hold">
                                          <p:stCondLst>
                                            <p:cond delay="0"/>
                                          </p:stCondLst>
                                        </p:cTn>
                                        <p:tgtEl>
                                          <p:spTgt spid="43"/>
                                        </p:tgtEl>
                                        <p:attrNameLst>
                                          <p:attrName>style.visibility</p:attrName>
                                        </p:attrNameLst>
                                      </p:cBhvr>
                                      <p:to>
                                        <p:strVal val="visible"/>
                                      </p:to>
                                    </p:set>
                                    <p:animEffect transition="in" filter="wipe(up)">
                                      <p:cBhvr>
                                        <p:cTn id="206" dur="500"/>
                                        <p:tgtEl>
                                          <p:spTgt spid="43"/>
                                        </p:tgtEl>
                                      </p:cBhvr>
                                    </p:animEffect>
                                  </p:childTnLst>
                                </p:cTn>
                              </p:par>
                              <p:par>
                                <p:cTn id="207" presetID="22" presetClass="entr" presetSubtype="4" fill="hold" nodeType="withEffect">
                                  <p:stCondLst>
                                    <p:cond delay="0"/>
                                  </p:stCondLst>
                                  <p:childTnLst>
                                    <p:set>
                                      <p:cBhvr>
                                        <p:cTn id="208" dur="1" fill="hold">
                                          <p:stCondLst>
                                            <p:cond delay="0"/>
                                          </p:stCondLst>
                                        </p:cTn>
                                        <p:tgtEl>
                                          <p:spTgt spid="45"/>
                                        </p:tgtEl>
                                        <p:attrNameLst>
                                          <p:attrName>style.visibility</p:attrName>
                                        </p:attrNameLst>
                                      </p:cBhvr>
                                      <p:to>
                                        <p:strVal val="visible"/>
                                      </p:to>
                                    </p:set>
                                    <p:animEffect transition="in" filter="wipe(down)">
                                      <p:cBhvr>
                                        <p:cTn id="209" dur="500"/>
                                        <p:tgtEl>
                                          <p:spTgt spid="45"/>
                                        </p:tgtEl>
                                      </p:cBhvr>
                                    </p:animEffect>
                                  </p:childTnLst>
                                </p:cTn>
                              </p:par>
                              <p:par>
                                <p:cTn id="210" presetID="10" presetClass="entr" presetSubtype="0" fill="hold" grpId="0" nodeType="withEffect">
                                  <p:stCondLst>
                                    <p:cond delay="0"/>
                                  </p:stCondLst>
                                  <p:childTnLst>
                                    <p:set>
                                      <p:cBhvr>
                                        <p:cTn id="211" dur="1" fill="hold">
                                          <p:stCondLst>
                                            <p:cond delay="0"/>
                                          </p:stCondLst>
                                        </p:cTn>
                                        <p:tgtEl>
                                          <p:spTgt spid="511"/>
                                        </p:tgtEl>
                                        <p:attrNameLst>
                                          <p:attrName>style.visibility</p:attrName>
                                        </p:attrNameLst>
                                      </p:cBhvr>
                                      <p:to>
                                        <p:strVal val="visible"/>
                                      </p:to>
                                    </p:set>
                                    <p:animEffect transition="in" filter="fade">
                                      <p:cBhvr>
                                        <p:cTn id="212" dur="500"/>
                                        <p:tgtEl>
                                          <p:spTgt spid="511"/>
                                        </p:tgtEl>
                                      </p:cBhvr>
                                    </p:animEffect>
                                  </p:childTnLst>
                                </p:cTn>
                              </p:par>
                              <p:par>
                                <p:cTn id="213" presetID="10" presetClass="entr" presetSubtype="0" fill="hold" grpId="0" nodeType="withEffect">
                                  <p:stCondLst>
                                    <p:cond delay="0"/>
                                  </p:stCondLst>
                                  <p:childTnLst>
                                    <p:set>
                                      <p:cBhvr>
                                        <p:cTn id="214" dur="1" fill="hold">
                                          <p:stCondLst>
                                            <p:cond delay="0"/>
                                          </p:stCondLst>
                                        </p:cTn>
                                        <p:tgtEl>
                                          <p:spTgt spid="47"/>
                                        </p:tgtEl>
                                        <p:attrNameLst>
                                          <p:attrName>style.visibility</p:attrName>
                                        </p:attrNameLst>
                                      </p:cBhvr>
                                      <p:to>
                                        <p:strVal val="visible"/>
                                      </p:to>
                                    </p:set>
                                    <p:animEffect transition="in" filter="fade">
                                      <p:cBhvr>
                                        <p:cTn id="215" dur="500"/>
                                        <p:tgtEl>
                                          <p:spTgt spid="47"/>
                                        </p:tgtEl>
                                      </p:cBhvr>
                                    </p:animEffect>
                                  </p:childTnLst>
                                </p:cTn>
                              </p:par>
                            </p:childTnLst>
                          </p:cTn>
                        </p:par>
                        <p:par>
                          <p:cTn id="216" fill="hold">
                            <p:stCondLst>
                              <p:cond delay="16750"/>
                            </p:stCondLst>
                            <p:childTnLst>
                              <p:par>
                                <p:cTn id="217" presetID="26" presetClass="emph" presetSubtype="0" fill="hold" grpId="2" nodeType="afterEffect">
                                  <p:stCondLst>
                                    <p:cond delay="500"/>
                                  </p:stCondLst>
                                  <p:childTnLst>
                                    <p:animEffect transition="out" filter="fade">
                                      <p:cBhvr>
                                        <p:cTn id="218" dur="500" tmFilter="0, 0; .2, .5; .8, .5; 1, 0"/>
                                        <p:tgtEl>
                                          <p:spTgt spid="500"/>
                                        </p:tgtEl>
                                      </p:cBhvr>
                                    </p:animEffect>
                                    <p:animScale>
                                      <p:cBhvr>
                                        <p:cTn id="219" dur="250" autoRev="1" fill="hold"/>
                                        <p:tgtEl>
                                          <p:spTgt spid="500"/>
                                        </p:tgtEl>
                                      </p:cBhvr>
                                      <p:by x="105000" y="105000"/>
                                    </p:animScale>
                                  </p:childTnLst>
                                </p:cTn>
                              </p:par>
                              <p:par>
                                <p:cTn id="220" presetID="26" presetClass="emph" presetSubtype="0" fill="hold" grpId="2" nodeType="withEffect">
                                  <p:stCondLst>
                                    <p:cond delay="500"/>
                                  </p:stCondLst>
                                  <p:childTnLst>
                                    <p:animEffect transition="out" filter="fade">
                                      <p:cBhvr>
                                        <p:cTn id="221" dur="500" tmFilter="0, 0; .2, .5; .8, .5; 1, 0"/>
                                        <p:tgtEl>
                                          <p:spTgt spid="122"/>
                                        </p:tgtEl>
                                      </p:cBhvr>
                                    </p:animEffect>
                                    <p:animScale>
                                      <p:cBhvr>
                                        <p:cTn id="222" dur="250" autoRev="1" fill="hold"/>
                                        <p:tgtEl>
                                          <p:spTgt spid="122"/>
                                        </p:tgtEl>
                                      </p:cBhvr>
                                      <p:by x="105000" y="105000"/>
                                    </p:animScale>
                                  </p:childTnLst>
                                </p:cTn>
                              </p:par>
                              <p:par>
                                <p:cTn id="223" presetID="26" presetClass="emph" presetSubtype="0" fill="hold" grpId="2" nodeType="withEffect">
                                  <p:stCondLst>
                                    <p:cond delay="500"/>
                                  </p:stCondLst>
                                  <p:childTnLst>
                                    <p:animEffect transition="out" filter="fade">
                                      <p:cBhvr>
                                        <p:cTn id="224" dur="500" tmFilter="0, 0; .2, .5; .8, .5; 1, 0"/>
                                        <p:tgtEl>
                                          <p:spTgt spid="324"/>
                                        </p:tgtEl>
                                      </p:cBhvr>
                                    </p:animEffect>
                                    <p:animScale>
                                      <p:cBhvr>
                                        <p:cTn id="225" dur="250" autoRev="1" fill="hold"/>
                                        <p:tgtEl>
                                          <p:spTgt spid="324"/>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animBg="1"/>
      <p:bldP spid="22" grpId="0"/>
      <p:bldP spid="201" grpId="0" animBg="1"/>
      <p:bldP spid="207" grpId="0"/>
      <p:bldP spid="122" grpId="0"/>
      <p:bldP spid="122" grpId="1"/>
      <p:bldP spid="122" grpId="2"/>
      <p:bldP spid="324" grpId="0"/>
      <p:bldP spid="324" grpId="1"/>
      <p:bldP spid="324" grpId="2"/>
      <p:bldP spid="436" grpId="0"/>
      <p:bldP spid="504" grpId="0"/>
      <p:bldP spid="47" grpId="0"/>
      <p:bldP spid="500" grpId="0"/>
      <p:bldP spid="500" grpId="1"/>
      <p:bldP spid="500" grpId="2"/>
      <p:bldP spid="511"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C234CA-8695-58D1-7DC1-1005C7AAE0E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2F45F23-8F04-AA5F-C5ED-98F12E4750A8}"/>
              </a:ext>
            </a:extLst>
          </p:cNvPr>
          <p:cNvSpPr>
            <a:spLocks noGrp="1"/>
          </p:cNvSpPr>
          <p:nvPr>
            <p:ph type="title"/>
          </p:nvPr>
        </p:nvSpPr>
        <p:spPr/>
        <p:txBody>
          <a:bodyPr/>
          <a:lstStyle/>
          <a:p>
            <a:r>
              <a:rPr lang="en-US" dirty="0"/>
              <a:t>Comprehensive Cyber Protection and Recovery without the Cloud</a:t>
            </a:r>
          </a:p>
        </p:txBody>
      </p:sp>
      <p:sp>
        <p:nvSpPr>
          <p:cNvPr id="3" name="Subtitle 2">
            <a:extLst>
              <a:ext uri="{FF2B5EF4-FFF2-40B4-BE49-F238E27FC236}">
                <a16:creationId xmlns:a16="http://schemas.microsoft.com/office/drawing/2014/main" id="{24A069FB-4D95-49CB-699B-CFF42D8DBBEE}"/>
              </a:ext>
            </a:extLst>
          </p:cNvPr>
          <p:cNvSpPr>
            <a:spLocks noGrp="1"/>
          </p:cNvSpPr>
          <p:nvPr>
            <p:ph type="subTitle" idx="10"/>
          </p:nvPr>
        </p:nvSpPr>
        <p:spPr/>
        <p:txBody>
          <a:bodyPr/>
          <a:lstStyle/>
          <a:p>
            <a:r>
              <a:rPr lang="en-US" dirty="0"/>
              <a:t>Cyber recovery using an on-premises clean room</a:t>
            </a:r>
          </a:p>
          <a:p>
            <a:endParaRPr lang="en-US" dirty="0"/>
          </a:p>
        </p:txBody>
      </p:sp>
      <p:sp>
        <p:nvSpPr>
          <p:cNvPr id="4" name="Text Placeholder 3">
            <a:extLst>
              <a:ext uri="{FF2B5EF4-FFF2-40B4-BE49-F238E27FC236}">
                <a16:creationId xmlns:a16="http://schemas.microsoft.com/office/drawing/2014/main" id="{17F326E5-1957-ED75-87E7-ED194AEDA6F1}"/>
              </a:ext>
            </a:extLst>
          </p:cNvPr>
          <p:cNvSpPr>
            <a:spLocks noGrp="1"/>
          </p:cNvSpPr>
          <p:nvPr>
            <p:ph type="body" sz="quarter" idx="17"/>
          </p:nvPr>
        </p:nvSpPr>
        <p:spPr/>
        <p:txBody>
          <a:bodyPr/>
          <a:lstStyle/>
          <a:p>
            <a:r>
              <a:rPr lang="en-US" dirty="0"/>
              <a:t>Use </a:t>
            </a:r>
            <a:r>
              <a:rPr lang="en-US" b="1" dirty="0"/>
              <a:t>customer owned and managed clean room</a:t>
            </a:r>
            <a:r>
              <a:rPr lang="en-US" dirty="0"/>
              <a:t> for full protection and recovery against ransomware attacks</a:t>
            </a:r>
          </a:p>
          <a:p>
            <a:r>
              <a:rPr lang="en-US" dirty="0"/>
              <a:t>Eliminates the need for cloud-based recovery site</a:t>
            </a:r>
          </a:p>
          <a:p>
            <a:r>
              <a:rPr lang="en-US" dirty="0"/>
              <a:t>Extends vSAN Protection and Recovery in VCF to </a:t>
            </a:r>
            <a:r>
              <a:rPr lang="en-US" b="1" dirty="0"/>
              <a:t>provide full site and cyber recovery</a:t>
            </a:r>
          </a:p>
          <a:p>
            <a:pPr lvl="1"/>
            <a:r>
              <a:rPr lang="en-US" dirty="0"/>
              <a:t>Orchestrated workflows</a:t>
            </a:r>
          </a:p>
          <a:p>
            <a:pPr lvl="1"/>
            <a:r>
              <a:rPr lang="en-US" dirty="0"/>
              <a:t>EDR integration</a:t>
            </a:r>
          </a:p>
          <a:p>
            <a:pPr lvl="1"/>
            <a:r>
              <a:rPr lang="en-US" dirty="0"/>
              <a:t>Push-button network isolation</a:t>
            </a:r>
          </a:p>
          <a:p>
            <a:r>
              <a:rPr lang="en-US" b="1" dirty="0"/>
              <a:t>Reduce downtime </a:t>
            </a:r>
            <a:r>
              <a:rPr lang="en-US" dirty="0"/>
              <a:t>with comprehensive recovery abilities</a:t>
            </a:r>
          </a:p>
          <a:p>
            <a:endParaRPr lang="en-US" dirty="0"/>
          </a:p>
          <a:p>
            <a:endParaRPr lang="en-US" dirty="0"/>
          </a:p>
        </p:txBody>
      </p:sp>
      <p:sp>
        <p:nvSpPr>
          <p:cNvPr id="6" name="!! priv">
            <a:extLst>
              <a:ext uri="{FF2B5EF4-FFF2-40B4-BE49-F238E27FC236}">
                <a16:creationId xmlns:a16="http://schemas.microsoft.com/office/drawing/2014/main" id="{CFEDCE5B-8817-0C2E-137B-7D55DDF01530}"/>
              </a:ext>
            </a:extLst>
          </p:cNvPr>
          <p:cNvSpPr/>
          <p:nvPr/>
        </p:nvSpPr>
        <p:spPr>
          <a:xfrm>
            <a:off x="712451" y="2791402"/>
            <a:ext cx="2753268" cy="931293"/>
          </a:xfrm>
          <a:prstGeom prst="rect">
            <a:avLst/>
          </a:prstGeom>
          <a:gradFill flip="none" rotWithShape="1">
            <a:gsLst>
              <a:gs pos="4000">
                <a:schemeClr val="accent2">
                  <a:alpha val="0"/>
                </a:schemeClr>
              </a:gs>
              <a:gs pos="100000">
                <a:schemeClr val="accent2">
                  <a:alpha val="20000"/>
                </a:schemeClr>
              </a:gs>
            </a:gsLst>
            <a:lin ang="16200000" scaled="1"/>
            <a:tileRect/>
          </a:gradFill>
          <a:ln w="12700" cap="flat" cmpd="sng" algn="ctr">
            <a:gradFill flip="none" rotWithShape="1">
              <a:gsLst>
                <a:gs pos="95000">
                  <a:schemeClr val="accent2"/>
                </a:gs>
                <a:gs pos="17000">
                  <a:schemeClr val="accent2">
                    <a:alpha val="0"/>
                  </a:schemeClr>
                </a:gs>
              </a:gsLst>
              <a:lin ang="16200000" scaled="1"/>
              <a:tileRect/>
            </a:gradFill>
            <a:prstDash val="solid"/>
            <a:miter lim="800000"/>
            <a:tailEnd type="none"/>
          </a:ln>
          <a:effectLst/>
        </p:spPr>
        <p:txBody>
          <a:bodyPr lIns="73133" tIns="36566" rIns="73133" bIns="36566"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dirty="0">
              <a:ln>
                <a:noFill/>
              </a:ln>
              <a:solidFill>
                <a:srgbClr val="1B1E35"/>
              </a:solidFill>
              <a:effectLst/>
              <a:uLnTx/>
              <a:uFillTx/>
              <a:latin typeface="Arial" panose="020B0604020202020204" pitchFamily="34" charset="0"/>
              <a:ea typeface="+mn-ea"/>
              <a:cs typeface="+mn-cs"/>
            </a:endParaRPr>
          </a:p>
        </p:txBody>
      </p:sp>
      <p:grpSp>
        <p:nvGrpSpPr>
          <p:cNvPr id="8" name="Group 7">
            <a:extLst>
              <a:ext uri="{FF2B5EF4-FFF2-40B4-BE49-F238E27FC236}">
                <a16:creationId xmlns:a16="http://schemas.microsoft.com/office/drawing/2014/main" id="{EF44C269-B140-8722-3E12-96E57A02C95E}"/>
              </a:ext>
            </a:extLst>
          </p:cNvPr>
          <p:cNvGrpSpPr/>
          <p:nvPr/>
        </p:nvGrpSpPr>
        <p:grpSpPr>
          <a:xfrm>
            <a:off x="5715083" y="2095515"/>
            <a:ext cx="2189423" cy="2172344"/>
            <a:chOff x="5702330" y="2902796"/>
            <a:chExt cx="2189423" cy="2172344"/>
          </a:xfrm>
        </p:grpSpPr>
        <p:sp>
          <p:nvSpPr>
            <p:cNvPr id="9" name="Rectangle 8">
              <a:extLst>
                <a:ext uri="{FF2B5EF4-FFF2-40B4-BE49-F238E27FC236}">
                  <a16:creationId xmlns:a16="http://schemas.microsoft.com/office/drawing/2014/main" id="{B3BE8425-C6AA-6144-5AC7-9EDA27CCBEF0}"/>
                </a:ext>
              </a:extLst>
            </p:cNvPr>
            <p:cNvSpPr/>
            <p:nvPr/>
          </p:nvSpPr>
          <p:spPr>
            <a:xfrm>
              <a:off x="5702330" y="2902796"/>
              <a:ext cx="2189423" cy="2172344"/>
            </a:xfrm>
            <a:prstGeom prst="rect">
              <a:avLst/>
            </a:prstGeom>
            <a:solidFill>
              <a:schemeClr val="accent3">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0" name="Rectangle 9">
              <a:extLst>
                <a:ext uri="{FF2B5EF4-FFF2-40B4-BE49-F238E27FC236}">
                  <a16:creationId xmlns:a16="http://schemas.microsoft.com/office/drawing/2014/main" id="{A1C06B03-36E9-205D-84B5-8B59EBA24010}"/>
                </a:ext>
              </a:extLst>
            </p:cNvPr>
            <p:cNvSpPr/>
            <p:nvPr/>
          </p:nvSpPr>
          <p:spPr>
            <a:xfrm>
              <a:off x="5778863" y="3149041"/>
              <a:ext cx="2041019" cy="80060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sp>
        <p:nvSpPr>
          <p:cNvPr id="22" name="TextBox 21">
            <a:extLst>
              <a:ext uri="{FF2B5EF4-FFF2-40B4-BE49-F238E27FC236}">
                <a16:creationId xmlns:a16="http://schemas.microsoft.com/office/drawing/2014/main" id="{F61E6F82-1349-1D8A-3054-B7C954342BA5}"/>
              </a:ext>
            </a:extLst>
          </p:cNvPr>
          <p:cNvSpPr txBox="1"/>
          <p:nvPr/>
        </p:nvSpPr>
        <p:spPr>
          <a:xfrm>
            <a:off x="5984175" y="2148414"/>
            <a:ext cx="1651238" cy="153888"/>
          </a:xfrm>
          <a:prstGeom prst="rect">
            <a:avLst/>
          </a:prstGeom>
        </p:spPr>
        <p:txBody>
          <a:bodyPr wrap="square" lIns="0" tIns="0" rIns="0" bIns="0" rtlCol="0">
            <a:spAutoFit/>
          </a:bodyPr>
          <a:lstStyle/>
          <a:p>
            <a:pPr algn="ctr">
              <a:spcAft>
                <a:spcPts val="600"/>
              </a:spcAft>
            </a:pPr>
            <a:r>
              <a:rPr lang="en-US" sz="1000" dirty="0"/>
              <a:t>Cyber Recovery</a:t>
            </a:r>
          </a:p>
        </p:txBody>
      </p:sp>
      <p:grpSp>
        <p:nvGrpSpPr>
          <p:cNvPr id="26" name="Group 25">
            <a:extLst>
              <a:ext uri="{FF2B5EF4-FFF2-40B4-BE49-F238E27FC236}">
                <a16:creationId xmlns:a16="http://schemas.microsoft.com/office/drawing/2014/main" id="{B32B5F77-1D75-6912-1D44-6AA1D924956A}"/>
              </a:ext>
            </a:extLst>
          </p:cNvPr>
          <p:cNvGrpSpPr/>
          <p:nvPr/>
        </p:nvGrpSpPr>
        <p:grpSpPr>
          <a:xfrm>
            <a:off x="5892938" y="2558666"/>
            <a:ext cx="285074" cy="285193"/>
            <a:chOff x="839967" y="3567415"/>
            <a:chExt cx="386791" cy="386953"/>
          </a:xfrm>
          <a:solidFill>
            <a:srgbClr val="D58B3F"/>
          </a:solidFill>
        </p:grpSpPr>
        <p:sp>
          <p:nvSpPr>
            <p:cNvPr id="27" name="Picture Placeholder 87">
              <a:extLst>
                <a:ext uri="{FF2B5EF4-FFF2-40B4-BE49-F238E27FC236}">
                  <a16:creationId xmlns:a16="http://schemas.microsoft.com/office/drawing/2014/main" id="{89FE8A1D-A1BA-B156-38E8-3144A86EF55F}"/>
                </a:ext>
              </a:extLst>
            </p:cNvPr>
            <p:cNvSpPr/>
            <p:nvPr/>
          </p:nvSpPr>
          <p:spPr>
            <a:xfrm>
              <a:off x="961869" y="3689439"/>
              <a:ext cx="264889" cy="264929"/>
            </a:xfrm>
            <a:custGeom>
              <a:avLst/>
              <a:gdLst>
                <a:gd name="connsiteX0" fmla="*/ 415589 w 415589"/>
                <a:gd name="connsiteY0" fmla="*/ 415653 h 415652"/>
                <a:gd name="connsiteX1" fmla="*/ 0 w 415589"/>
                <a:gd name="connsiteY1" fmla="*/ 415653 h 415652"/>
                <a:gd name="connsiteX2" fmla="*/ 0 w 415589"/>
                <a:gd name="connsiteY2" fmla="*/ 366447 h 415652"/>
                <a:gd name="connsiteX3" fmla="*/ 15812 w 415589"/>
                <a:gd name="connsiteY3" fmla="*/ 366447 h 415652"/>
                <a:gd name="connsiteX4" fmla="*/ 15812 w 415589"/>
                <a:gd name="connsiteY4" fmla="*/ 399841 h 415652"/>
                <a:gd name="connsiteX5" fmla="*/ 399778 w 415589"/>
                <a:gd name="connsiteY5" fmla="*/ 399841 h 415652"/>
                <a:gd name="connsiteX6" fmla="*/ 399778 w 415589"/>
                <a:gd name="connsiteY6" fmla="*/ 15812 h 415652"/>
                <a:gd name="connsiteX7" fmla="*/ 364550 w 415589"/>
                <a:gd name="connsiteY7" fmla="*/ 15812 h 415652"/>
                <a:gd name="connsiteX8" fmla="*/ 364550 w 415589"/>
                <a:gd name="connsiteY8" fmla="*/ 0 h 415652"/>
                <a:gd name="connsiteX9" fmla="*/ 415589 w 415589"/>
                <a:gd name="connsiteY9" fmla="*/ 0 h 415652"/>
                <a:gd name="connsiteX10" fmla="*/ 415589 w 415589"/>
                <a:gd name="connsiteY10" fmla="*/ 415653 h 41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652">
                  <a:moveTo>
                    <a:pt x="415589" y="415653"/>
                  </a:moveTo>
                  <a:lnTo>
                    <a:pt x="0" y="415653"/>
                  </a:lnTo>
                  <a:lnTo>
                    <a:pt x="0" y="366447"/>
                  </a:lnTo>
                  <a:lnTo>
                    <a:pt x="15812" y="366447"/>
                  </a:lnTo>
                  <a:lnTo>
                    <a:pt x="15812" y="399841"/>
                  </a:lnTo>
                  <a:lnTo>
                    <a:pt x="399778" y="399841"/>
                  </a:lnTo>
                  <a:lnTo>
                    <a:pt x="399778" y="15812"/>
                  </a:lnTo>
                  <a:lnTo>
                    <a:pt x="364550" y="15812"/>
                  </a:lnTo>
                  <a:lnTo>
                    <a:pt x="364550" y="0"/>
                  </a:lnTo>
                  <a:lnTo>
                    <a:pt x="415589" y="0"/>
                  </a:lnTo>
                  <a:lnTo>
                    <a:pt x="415589" y="415653"/>
                  </a:lnTo>
                  <a:close/>
                </a:path>
              </a:pathLst>
            </a:custGeom>
            <a:grpFill/>
            <a:ln w="6271" cap="flat">
              <a:noFill/>
              <a:prstDash val="solid"/>
              <a:miter/>
            </a:ln>
          </p:spPr>
          <p:txBody>
            <a:bodyPr rtlCol="0" anchor="ctr"/>
            <a:lstStyle/>
            <a:p>
              <a:endParaRPr lang="en-US"/>
            </a:p>
          </p:txBody>
        </p:sp>
        <p:sp>
          <p:nvSpPr>
            <p:cNvPr id="28" name="Picture Placeholder 87">
              <a:extLst>
                <a:ext uri="{FF2B5EF4-FFF2-40B4-BE49-F238E27FC236}">
                  <a16:creationId xmlns:a16="http://schemas.microsoft.com/office/drawing/2014/main" id="{0CA4537E-CDBE-9CFE-4F5A-D7A3F139DECE}"/>
                </a:ext>
              </a:extLst>
            </p:cNvPr>
            <p:cNvSpPr/>
            <p:nvPr/>
          </p:nvSpPr>
          <p:spPr>
            <a:xfrm>
              <a:off x="919341" y="3646749"/>
              <a:ext cx="264889" cy="264889"/>
            </a:xfrm>
            <a:custGeom>
              <a:avLst/>
              <a:gdLst>
                <a:gd name="connsiteX0" fmla="*/ 415589 w 415589"/>
                <a:gd name="connsiteY0" fmla="*/ 415589 h 415589"/>
                <a:gd name="connsiteX1" fmla="*/ 0 w 415589"/>
                <a:gd name="connsiteY1" fmla="*/ 415589 h 415589"/>
                <a:gd name="connsiteX2" fmla="*/ 0 w 415589"/>
                <a:gd name="connsiteY2" fmla="*/ 365246 h 415589"/>
                <a:gd name="connsiteX3" fmla="*/ 15812 w 415589"/>
                <a:gd name="connsiteY3" fmla="*/ 365246 h 415589"/>
                <a:gd name="connsiteX4" fmla="*/ 15812 w 415589"/>
                <a:gd name="connsiteY4" fmla="*/ 399778 h 415589"/>
                <a:gd name="connsiteX5" fmla="*/ 399778 w 415589"/>
                <a:gd name="connsiteY5" fmla="*/ 399778 h 415589"/>
                <a:gd name="connsiteX6" fmla="*/ 399778 w 415589"/>
                <a:gd name="connsiteY6" fmla="*/ 15812 h 415589"/>
                <a:gd name="connsiteX7" fmla="*/ 364740 w 415589"/>
                <a:gd name="connsiteY7" fmla="*/ 15812 h 415589"/>
                <a:gd name="connsiteX8" fmla="*/ 364740 w 415589"/>
                <a:gd name="connsiteY8" fmla="*/ 0 h 415589"/>
                <a:gd name="connsiteX9" fmla="*/ 415589 w 415589"/>
                <a:gd name="connsiteY9" fmla="*/ 0 h 415589"/>
                <a:gd name="connsiteX10" fmla="*/ 415589 w 415589"/>
                <a:gd name="connsiteY10" fmla="*/ 415589 h 41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589">
                  <a:moveTo>
                    <a:pt x="415589" y="415589"/>
                  </a:moveTo>
                  <a:lnTo>
                    <a:pt x="0" y="415589"/>
                  </a:lnTo>
                  <a:lnTo>
                    <a:pt x="0" y="365246"/>
                  </a:lnTo>
                  <a:lnTo>
                    <a:pt x="15812" y="365246"/>
                  </a:lnTo>
                  <a:lnTo>
                    <a:pt x="15812" y="399778"/>
                  </a:lnTo>
                  <a:lnTo>
                    <a:pt x="399778" y="399778"/>
                  </a:lnTo>
                  <a:lnTo>
                    <a:pt x="399778" y="15812"/>
                  </a:lnTo>
                  <a:lnTo>
                    <a:pt x="364740" y="15812"/>
                  </a:lnTo>
                  <a:lnTo>
                    <a:pt x="364740" y="0"/>
                  </a:lnTo>
                  <a:lnTo>
                    <a:pt x="415589" y="0"/>
                  </a:lnTo>
                  <a:lnTo>
                    <a:pt x="415589" y="415589"/>
                  </a:lnTo>
                  <a:close/>
                </a:path>
              </a:pathLst>
            </a:custGeom>
            <a:grpFill/>
            <a:ln w="6271" cap="flat">
              <a:noFill/>
              <a:prstDash val="solid"/>
              <a:miter/>
            </a:ln>
          </p:spPr>
          <p:txBody>
            <a:bodyPr rtlCol="0" anchor="ctr"/>
            <a:lstStyle/>
            <a:p>
              <a:endParaRPr lang="en-US"/>
            </a:p>
          </p:txBody>
        </p:sp>
        <p:sp>
          <p:nvSpPr>
            <p:cNvPr id="29" name="Picture Placeholder 87">
              <a:extLst>
                <a:ext uri="{FF2B5EF4-FFF2-40B4-BE49-F238E27FC236}">
                  <a16:creationId xmlns:a16="http://schemas.microsoft.com/office/drawing/2014/main" id="{E1BD4814-1122-FDAD-6EC7-9A7003BCFB32}"/>
                </a:ext>
              </a:extLst>
            </p:cNvPr>
            <p:cNvSpPr/>
            <p:nvPr/>
          </p:nvSpPr>
          <p:spPr>
            <a:xfrm>
              <a:off x="876973" y="3604260"/>
              <a:ext cx="264889" cy="264889"/>
            </a:xfrm>
            <a:custGeom>
              <a:avLst/>
              <a:gdLst>
                <a:gd name="connsiteX0" fmla="*/ 415589 w 415589"/>
                <a:gd name="connsiteY0" fmla="*/ 415589 h 415589"/>
                <a:gd name="connsiteX1" fmla="*/ 0 w 415589"/>
                <a:gd name="connsiteY1" fmla="*/ 415589 h 415589"/>
                <a:gd name="connsiteX2" fmla="*/ 0 w 415589"/>
                <a:gd name="connsiteY2" fmla="*/ 358352 h 415589"/>
                <a:gd name="connsiteX3" fmla="*/ 15812 w 415589"/>
                <a:gd name="connsiteY3" fmla="*/ 358352 h 415589"/>
                <a:gd name="connsiteX4" fmla="*/ 15812 w 415589"/>
                <a:gd name="connsiteY4" fmla="*/ 399778 h 415589"/>
                <a:gd name="connsiteX5" fmla="*/ 399778 w 415589"/>
                <a:gd name="connsiteY5" fmla="*/ 399778 h 415589"/>
                <a:gd name="connsiteX6" fmla="*/ 399778 w 415589"/>
                <a:gd name="connsiteY6" fmla="*/ 15812 h 415589"/>
                <a:gd name="connsiteX7" fmla="*/ 358036 w 415589"/>
                <a:gd name="connsiteY7" fmla="*/ 15812 h 415589"/>
                <a:gd name="connsiteX8" fmla="*/ 358036 w 415589"/>
                <a:gd name="connsiteY8" fmla="*/ 0 h 415589"/>
                <a:gd name="connsiteX9" fmla="*/ 415589 w 415589"/>
                <a:gd name="connsiteY9" fmla="*/ 0 h 415589"/>
                <a:gd name="connsiteX10" fmla="*/ 415589 w 415589"/>
                <a:gd name="connsiteY10" fmla="*/ 415589 h 41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589">
                  <a:moveTo>
                    <a:pt x="415589" y="415589"/>
                  </a:moveTo>
                  <a:lnTo>
                    <a:pt x="0" y="415589"/>
                  </a:lnTo>
                  <a:lnTo>
                    <a:pt x="0" y="358352"/>
                  </a:lnTo>
                  <a:lnTo>
                    <a:pt x="15812" y="358352"/>
                  </a:lnTo>
                  <a:lnTo>
                    <a:pt x="15812" y="399778"/>
                  </a:lnTo>
                  <a:lnTo>
                    <a:pt x="399778" y="399778"/>
                  </a:lnTo>
                  <a:lnTo>
                    <a:pt x="399778" y="15812"/>
                  </a:lnTo>
                  <a:lnTo>
                    <a:pt x="358036" y="15812"/>
                  </a:lnTo>
                  <a:lnTo>
                    <a:pt x="358036" y="0"/>
                  </a:lnTo>
                  <a:lnTo>
                    <a:pt x="415589" y="0"/>
                  </a:lnTo>
                  <a:lnTo>
                    <a:pt x="415589" y="415589"/>
                  </a:lnTo>
                  <a:close/>
                </a:path>
              </a:pathLst>
            </a:custGeom>
            <a:grpFill/>
            <a:ln w="6271" cap="flat">
              <a:noFill/>
              <a:prstDash val="solid"/>
              <a:miter/>
            </a:ln>
          </p:spPr>
          <p:txBody>
            <a:bodyPr rtlCol="0" anchor="ctr"/>
            <a:lstStyle/>
            <a:p>
              <a:endParaRPr lang="en-US"/>
            </a:p>
          </p:txBody>
        </p:sp>
        <p:grpSp>
          <p:nvGrpSpPr>
            <p:cNvPr id="30" name="Group 29">
              <a:extLst>
                <a:ext uri="{FF2B5EF4-FFF2-40B4-BE49-F238E27FC236}">
                  <a16:creationId xmlns:a16="http://schemas.microsoft.com/office/drawing/2014/main" id="{D369CD84-1FEF-DFDE-3708-C48800FBCB26}"/>
                </a:ext>
              </a:extLst>
            </p:cNvPr>
            <p:cNvGrpSpPr/>
            <p:nvPr/>
          </p:nvGrpSpPr>
          <p:grpSpPr>
            <a:xfrm>
              <a:off x="839967" y="3567415"/>
              <a:ext cx="254851" cy="254810"/>
              <a:chOff x="3997454" y="2716554"/>
              <a:chExt cx="254851" cy="254810"/>
            </a:xfrm>
            <a:grpFill/>
          </p:grpSpPr>
          <p:sp>
            <p:nvSpPr>
              <p:cNvPr id="31" name="Picture Placeholder 87">
                <a:extLst>
                  <a:ext uri="{FF2B5EF4-FFF2-40B4-BE49-F238E27FC236}">
                    <a16:creationId xmlns:a16="http://schemas.microsoft.com/office/drawing/2014/main" id="{EB670200-3B30-0BFB-F931-E659B531C383}"/>
                  </a:ext>
                </a:extLst>
              </p:cNvPr>
              <p:cNvSpPr/>
              <p:nvPr/>
            </p:nvSpPr>
            <p:spPr>
              <a:xfrm>
                <a:off x="4043273" y="2761774"/>
                <a:ext cx="175573" cy="164349"/>
              </a:xfrm>
              <a:custGeom>
                <a:avLst/>
                <a:gdLst>
                  <a:gd name="connsiteX0" fmla="*/ 253894 w 275460"/>
                  <a:gd name="connsiteY0" fmla="*/ 97350 h 257851"/>
                  <a:gd name="connsiteX1" fmla="*/ 97351 w 275460"/>
                  <a:gd name="connsiteY1" fmla="*/ 3958 h 257851"/>
                  <a:gd name="connsiteX2" fmla="*/ 3958 w 275460"/>
                  <a:gd name="connsiteY2" fmla="*/ 160501 h 257851"/>
                  <a:gd name="connsiteX3" fmla="*/ 160502 w 275460"/>
                  <a:gd name="connsiteY3" fmla="*/ 253894 h 257851"/>
                  <a:gd name="connsiteX4" fmla="*/ 192735 w 275460"/>
                  <a:gd name="connsiteY4" fmla="*/ 240919 h 257851"/>
                  <a:gd name="connsiteX5" fmla="*/ 184893 w 275460"/>
                  <a:gd name="connsiteY5" fmla="*/ 227194 h 257851"/>
                  <a:gd name="connsiteX6" fmla="*/ 30757 w 275460"/>
                  <a:gd name="connsiteY6" fmla="*/ 184890 h 257851"/>
                  <a:gd name="connsiteX7" fmla="*/ 73061 w 275460"/>
                  <a:gd name="connsiteY7" fmla="*/ 30755 h 257851"/>
                  <a:gd name="connsiteX8" fmla="*/ 227197 w 275460"/>
                  <a:gd name="connsiteY8" fmla="*/ 73059 h 257851"/>
                  <a:gd name="connsiteX9" fmla="*/ 238272 w 275460"/>
                  <a:gd name="connsiteY9" fmla="*/ 100196 h 257851"/>
                  <a:gd name="connsiteX10" fmla="*/ 217275 w 275460"/>
                  <a:gd name="connsiteY10" fmla="*/ 104054 h 257851"/>
                  <a:gd name="connsiteX11" fmla="*/ 255665 w 275460"/>
                  <a:gd name="connsiteY11" fmla="*/ 149086 h 257851"/>
                  <a:gd name="connsiteX12" fmla="*/ 275461 w 275460"/>
                  <a:gd name="connsiteY12" fmla="*/ 93113 h 2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5460" h="257851">
                    <a:moveTo>
                      <a:pt x="253894" y="97350"/>
                    </a:moveTo>
                    <a:cubicBezTo>
                      <a:pt x="236455" y="28333"/>
                      <a:pt x="166369" y="-13481"/>
                      <a:pt x="97351" y="3958"/>
                    </a:cubicBezTo>
                    <a:cubicBezTo>
                      <a:pt x="28333" y="21396"/>
                      <a:pt x="-13480" y="91484"/>
                      <a:pt x="3958" y="160501"/>
                    </a:cubicBezTo>
                    <a:cubicBezTo>
                      <a:pt x="21397" y="229519"/>
                      <a:pt x="91483" y="271333"/>
                      <a:pt x="160502" y="253894"/>
                    </a:cubicBezTo>
                    <a:cubicBezTo>
                      <a:pt x="171782" y="251043"/>
                      <a:pt x="182625" y="246679"/>
                      <a:pt x="192735" y="240919"/>
                    </a:cubicBezTo>
                    <a:lnTo>
                      <a:pt x="184893" y="227194"/>
                    </a:lnTo>
                    <a:cubicBezTo>
                      <a:pt x="130647" y="258076"/>
                      <a:pt x="61639" y="239136"/>
                      <a:pt x="30757" y="184890"/>
                    </a:cubicBezTo>
                    <a:cubicBezTo>
                      <a:pt x="-124" y="130645"/>
                      <a:pt x="18816" y="61637"/>
                      <a:pt x="73061" y="30755"/>
                    </a:cubicBezTo>
                    <a:cubicBezTo>
                      <a:pt x="127307" y="-126"/>
                      <a:pt x="196316" y="18814"/>
                      <a:pt x="227197" y="73059"/>
                    </a:cubicBezTo>
                    <a:cubicBezTo>
                      <a:pt x="232051" y="81586"/>
                      <a:pt x="235774" y="90708"/>
                      <a:pt x="238272" y="100196"/>
                    </a:cubicBezTo>
                    <a:lnTo>
                      <a:pt x="217275" y="104054"/>
                    </a:lnTo>
                    <a:lnTo>
                      <a:pt x="255665" y="149086"/>
                    </a:lnTo>
                    <a:lnTo>
                      <a:pt x="275461" y="93113"/>
                    </a:lnTo>
                    <a:close/>
                  </a:path>
                </a:pathLst>
              </a:custGeom>
              <a:grpFill/>
              <a:ln w="6271" cap="flat">
                <a:noFill/>
                <a:prstDash val="solid"/>
                <a:miter/>
              </a:ln>
            </p:spPr>
            <p:txBody>
              <a:bodyPr rtlCol="0" anchor="ctr"/>
              <a:lstStyle/>
              <a:p>
                <a:endParaRPr lang="en-US"/>
              </a:p>
            </p:txBody>
          </p:sp>
          <p:sp>
            <p:nvSpPr>
              <p:cNvPr id="32" name="Picture Placeholder 87">
                <a:extLst>
                  <a:ext uri="{FF2B5EF4-FFF2-40B4-BE49-F238E27FC236}">
                    <a16:creationId xmlns:a16="http://schemas.microsoft.com/office/drawing/2014/main" id="{AE59E4E6-3AE4-2BDE-339D-6BF1A6EA7DDF}"/>
                  </a:ext>
                </a:extLst>
              </p:cNvPr>
              <p:cNvSpPr/>
              <p:nvPr/>
            </p:nvSpPr>
            <p:spPr>
              <a:xfrm>
                <a:off x="3997454" y="2716554"/>
                <a:ext cx="254851" cy="254810"/>
              </a:xfrm>
              <a:custGeom>
                <a:avLst/>
                <a:gdLst>
                  <a:gd name="connsiteX0" fmla="*/ 384030 w 399841"/>
                  <a:gd name="connsiteY0" fmla="*/ 15812 h 399777"/>
                  <a:gd name="connsiteX1" fmla="*/ 384030 w 399841"/>
                  <a:gd name="connsiteY1" fmla="*/ 383966 h 399777"/>
                  <a:gd name="connsiteX2" fmla="*/ 15812 w 399841"/>
                  <a:gd name="connsiteY2" fmla="*/ 383966 h 399777"/>
                  <a:gd name="connsiteX3" fmla="*/ 15812 w 399841"/>
                  <a:gd name="connsiteY3" fmla="*/ 15812 h 399777"/>
                  <a:gd name="connsiteX4" fmla="*/ 384030 w 399841"/>
                  <a:gd name="connsiteY4" fmla="*/ 15812 h 399777"/>
                  <a:gd name="connsiteX5" fmla="*/ 399841 w 399841"/>
                  <a:gd name="connsiteY5" fmla="*/ 0 h 399777"/>
                  <a:gd name="connsiteX6" fmla="*/ 0 w 399841"/>
                  <a:gd name="connsiteY6" fmla="*/ 0 h 399777"/>
                  <a:gd name="connsiteX7" fmla="*/ 0 w 399841"/>
                  <a:gd name="connsiteY7" fmla="*/ 399778 h 399777"/>
                  <a:gd name="connsiteX8" fmla="*/ 399778 w 399841"/>
                  <a:gd name="connsiteY8" fmla="*/ 399778 h 399777"/>
                  <a:gd name="connsiteX9" fmla="*/ 399778 w 399841"/>
                  <a:gd name="connsiteY9" fmla="*/ 0 h 399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9841" h="399777">
                    <a:moveTo>
                      <a:pt x="384030" y="15812"/>
                    </a:moveTo>
                    <a:lnTo>
                      <a:pt x="384030" y="383966"/>
                    </a:lnTo>
                    <a:lnTo>
                      <a:pt x="15812" y="383966"/>
                    </a:lnTo>
                    <a:lnTo>
                      <a:pt x="15812" y="15812"/>
                    </a:lnTo>
                    <a:lnTo>
                      <a:pt x="384030" y="15812"/>
                    </a:lnTo>
                    <a:moveTo>
                      <a:pt x="399841" y="0"/>
                    </a:moveTo>
                    <a:lnTo>
                      <a:pt x="0" y="0"/>
                    </a:lnTo>
                    <a:lnTo>
                      <a:pt x="0" y="399778"/>
                    </a:lnTo>
                    <a:lnTo>
                      <a:pt x="399778" y="399778"/>
                    </a:lnTo>
                    <a:lnTo>
                      <a:pt x="399778" y="0"/>
                    </a:lnTo>
                    <a:close/>
                  </a:path>
                </a:pathLst>
              </a:custGeom>
              <a:grpFill/>
              <a:ln w="6271" cap="flat">
                <a:noFill/>
                <a:prstDash val="solid"/>
                <a:miter/>
              </a:ln>
            </p:spPr>
            <p:txBody>
              <a:bodyPr rtlCol="0" anchor="ctr"/>
              <a:lstStyle/>
              <a:p>
                <a:endParaRPr lang="en-US"/>
              </a:p>
            </p:txBody>
          </p:sp>
        </p:grpSp>
      </p:grpSp>
      <p:cxnSp>
        <p:nvCxnSpPr>
          <p:cNvPr id="33" name="Straight Connector 32">
            <a:extLst>
              <a:ext uri="{FF2B5EF4-FFF2-40B4-BE49-F238E27FC236}">
                <a16:creationId xmlns:a16="http://schemas.microsoft.com/office/drawing/2014/main" id="{9E5431E8-F30B-C7E6-7092-93A8429CFE03}"/>
              </a:ext>
            </a:extLst>
          </p:cNvPr>
          <p:cNvCxnSpPr>
            <a:cxnSpLocks/>
          </p:cNvCxnSpPr>
          <p:nvPr/>
        </p:nvCxnSpPr>
        <p:spPr bwMode="gray">
          <a:xfrm>
            <a:off x="6227686" y="2701262"/>
            <a:ext cx="570803" cy="0"/>
          </a:xfrm>
          <a:prstGeom prst="line">
            <a:avLst/>
          </a:prstGeom>
          <a:ln w="12700">
            <a:solidFill>
              <a:srgbClr val="D58B3F"/>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55B1FEAE-14EC-FADB-31AD-050742B0BFAB}"/>
              </a:ext>
            </a:extLst>
          </p:cNvPr>
          <p:cNvSpPr txBox="1"/>
          <p:nvPr/>
        </p:nvSpPr>
        <p:spPr>
          <a:xfrm>
            <a:off x="5789111" y="2352786"/>
            <a:ext cx="2030156" cy="153888"/>
          </a:xfrm>
          <a:prstGeom prst="rect">
            <a:avLst/>
          </a:prstGeom>
        </p:spPr>
        <p:txBody>
          <a:bodyPr wrap="square" lIns="0" tIns="0" rIns="0" bIns="0" rtlCol="0">
            <a:spAutoFit/>
          </a:bodyPr>
          <a:lstStyle/>
          <a:p>
            <a:pPr algn="ctr">
              <a:spcAft>
                <a:spcPts val="600"/>
              </a:spcAft>
            </a:pPr>
            <a:r>
              <a:rPr lang="en-US" sz="1000" dirty="0">
                <a:solidFill>
                  <a:schemeClr val="accent2"/>
                </a:solidFill>
              </a:rPr>
              <a:t>Isolated recovery environment</a:t>
            </a:r>
          </a:p>
        </p:txBody>
      </p:sp>
      <p:pic>
        <p:nvPicPr>
          <p:cNvPr id="36" name="Graphic 35">
            <a:extLst>
              <a:ext uri="{FF2B5EF4-FFF2-40B4-BE49-F238E27FC236}">
                <a16:creationId xmlns:a16="http://schemas.microsoft.com/office/drawing/2014/main" id="{E6B42800-9BF2-C3C5-14BD-F3DD01BC133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430045" y="5576113"/>
            <a:ext cx="190410" cy="223781"/>
          </a:xfrm>
          <a:prstGeom prst="rect">
            <a:avLst/>
          </a:prstGeom>
        </p:spPr>
      </p:pic>
      <p:cxnSp>
        <p:nvCxnSpPr>
          <p:cNvPr id="37" name="Straight Connector 36">
            <a:extLst>
              <a:ext uri="{FF2B5EF4-FFF2-40B4-BE49-F238E27FC236}">
                <a16:creationId xmlns:a16="http://schemas.microsoft.com/office/drawing/2014/main" id="{E1ECEF9E-CC43-A791-4407-20B9F3260B79}"/>
              </a:ext>
            </a:extLst>
          </p:cNvPr>
          <p:cNvCxnSpPr>
            <a:cxnSpLocks/>
          </p:cNvCxnSpPr>
          <p:nvPr/>
        </p:nvCxnSpPr>
        <p:spPr bwMode="gray">
          <a:xfrm>
            <a:off x="717042" y="5391681"/>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36482E46-DD88-548A-F37B-F3514135DD02}"/>
              </a:ext>
            </a:extLst>
          </p:cNvPr>
          <p:cNvCxnSpPr>
            <a:cxnSpLocks/>
          </p:cNvCxnSpPr>
          <p:nvPr/>
        </p:nvCxnSpPr>
        <p:spPr bwMode="gray">
          <a:xfrm>
            <a:off x="1776413" y="5479691"/>
            <a:ext cx="559740"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3A3B587B-4FA8-3B62-C079-9BABDEE7C1A3}"/>
              </a:ext>
            </a:extLst>
          </p:cNvPr>
          <p:cNvCxnSpPr>
            <a:cxnSpLocks/>
          </p:cNvCxnSpPr>
          <p:nvPr/>
        </p:nvCxnSpPr>
        <p:spPr bwMode="gray">
          <a:xfrm>
            <a:off x="2336153" y="5391681"/>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975CD32-B165-2137-94EA-F28783E8952B}"/>
              </a:ext>
            </a:extLst>
          </p:cNvPr>
          <p:cNvCxnSpPr>
            <a:cxnSpLocks/>
          </p:cNvCxnSpPr>
          <p:nvPr/>
        </p:nvCxnSpPr>
        <p:spPr bwMode="gray">
          <a:xfrm>
            <a:off x="712452" y="5479691"/>
            <a:ext cx="572382"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A032B8C2-CD07-18C7-9562-E6EB7957E29C}"/>
              </a:ext>
            </a:extLst>
          </p:cNvPr>
          <p:cNvSpPr txBox="1"/>
          <p:nvPr/>
        </p:nvSpPr>
        <p:spPr>
          <a:xfrm>
            <a:off x="1103402" y="5383519"/>
            <a:ext cx="843697" cy="184666"/>
          </a:xfrm>
          <a:prstGeom prst="rect">
            <a:avLst/>
          </a:prstGeom>
          <a:ln>
            <a:noFill/>
          </a:ln>
        </p:spPr>
        <p:txBody>
          <a:bodyPr wrap="square" lIns="0" tIns="0" rIns="0" bIns="0" rtlCol="0">
            <a:spAutoFit/>
          </a:bodyPr>
          <a:lstStyle/>
          <a:p>
            <a:pPr algn="ctr">
              <a:spcAft>
                <a:spcPts val="600"/>
              </a:spcAft>
            </a:pPr>
            <a:r>
              <a:rPr lang="en-US" sz="1200" dirty="0">
                <a:solidFill>
                  <a:schemeClr val="accent1"/>
                </a:solidFill>
              </a:rPr>
              <a:t>vSAN</a:t>
            </a:r>
          </a:p>
        </p:txBody>
      </p:sp>
      <p:sp>
        <p:nvSpPr>
          <p:cNvPr id="43" name="Rectangle 42">
            <a:extLst>
              <a:ext uri="{FF2B5EF4-FFF2-40B4-BE49-F238E27FC236}">
                <a16:creationId xmlns:a16="http://schemas.microsoft.com/office/drawing/2014/main" id="{142B5286-7510-7897-99A3-228EAEA410D9}"/>
              </a:ext>
            </a:extLst>
          </p:cNvPr>
          <p:cNvSpPr/>
          <p:nvPr/>
        </p:nvSpPr>
        <p:spPr>
          <a:xfrm>
            <a:off x="712451" y="4316561"/>
            <a:ext cx="2753272" cy="707867"/>
          </a:xfrm>
          <a:prstGeom prst="rect">
            <a:avLst/>
          </a:prstGeom>
          <a:solidFill>
            <a:schemeClr val="bg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pic>
        <p:nvPicPr>
          <p:cNvPr id="44" name="Graphic 43">
            <a:extLst>
              <a:ext uri="{FF2B5EF4-FFF2-40B4-BE49-F238E27FC236}">
                <a16:creationId xmlns:a16="http://schemas.microsoft.com/office/drawing/2014/main" id="{C8B1ECEF-AF2D-BF41-D1FF-4714BA0CD0D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170534" y="4414624"/>
            <a:ext cx="228600" cy="228600"/>
          </a:xfrm>
          <a:prstGeom prst="rect">
            <a:avLst/>
          </a:prstGeom>
        </p:spPr>
      </p:pic>
      <p:grpSp>
        <p:nvGrpSpPr>
          <p:cNvPr id="45" name="Group 44">
            <a:extLst>
              <a:ext uri="{FF2B5EF4-FFF2-40B4-BE49-F238E27FC236}">
                <a16:creationId xmlns:a16="http://schemas.microsoft.com/office/drawing/2014/main" id="{BFEFF9B5-5D59-CE72-6F01-4742BCAE0C45}"/>
              </a:ext>
            </a:extLst>
          </p:cNvPr>
          <p:cNvGrpSpPr/>
          <p:nvPr/>
        </p:nvGrpSpPr>
        <p:grpSpPr>
          <a:xfrm>
            <a:off x="793040" y="4698440"/>
            <a:ext cx="2588336" cy="254952"/>
            <a:chOff x="1410326" y="3573078"/>
            <a:chExt cx="2588336" cy="254952"/>
          </a:xfrm>
        </p:grpSpPr>
        <p:sp>
          <p:nvSpPr>
            <p:cNvPr id="46" name="Rectangle 45">
              <a:extLst>
                <a:ext uri="{FF2B5EF4-FFF2-40B4-BE49-F238E27FC236}">
                  <a16:creationId xmlns:a16="http://schemas.microsoft.com/office/drawing/2014/main" id="{0B1FF0EF-D482-57EB-53C3-A4DEADDC3233}"/>
                </a:ext>
              </a:extLst>
            </p:cNvPr>
            <p:cNvSpPr/>
            <p:nvPr/>
          </p:nvSpPr>
          <p:spPr>
            <a:xfrm>
              <a:off x="1410326" y="3573078"/>
              <a:ext cx="2588336" cy="254952"/>
            </a:xfrm>
            <a:prstGeom prst="rect">
              <a:avLst/>
            </a:prstGeom>
            <a:noFill/>
            <a:ln w="9525">
              <a:gradFill flip="none" rotWithShape="1">
                <a:gsLst>
                  <a:gs pos="60000">
                    <a:srgbClr val="316E60"/>
                  </a:gs>
                  <a:gs pos="100000">
                    <a:schemeClr val="accent2"/>
                  </a:gs>
                  <a:gs pos="0">
                    <a:schemeClr val="accent4"/>
                  </a:gs>
                </a:gsLst>
                <a:lin ang="10800000" scaled="1"/>
                <a:tileRect/>
              </a:gradFill>
            </a:ln>
          </p:spPr>
          <p:txBody>
            <a:bodyPr wrap="square" anchor="ctr">
              <a:noAutofit/>
            </a:bodyPr>
            <a:lstStyle/>
            <a:p>
              <a:pPr algn="ctr"/>
              <a:endParaRPr lang="en-US" sz="1200">
                <a:solidFill>
                  <a:prstClr val="white"/>
                </a:solidFill>
              </a:endParaRPr>
            </a:p>
          </p:txBody>
        </p:sp>
        <p:sp>
          <p:nvSpPr>
            <p:cNvPr id="47" name="Rectangle 46">
              <a:extLst>
                <a:ext uri="{FF2B5EF4-FFF2-40B4-BE49-F238E27FC236}">
                  <a16:creationId xmlns:a16="http://schemas.microsoft.com/office/drawing/2014/main" id="{3CA72639-36E4-9E05-6135-348AEB5B6E07}"/>
                </a:ext>
              </a:extLst>
            </p:cNvPr>
            <p:cNvSpPr/>
            <p:nvPr/>
          </p:nvSpPr>
          <p:spPr>
            <a:xfrm>
              <a:off x="1420623" y="3636670"/>
              <a:ext cx="543931" cy="123111"/>
            </a:xfrm>
            <a:prstGeom prst="rect">
              <a:avLst/>
            </a:prstGeom>
          </p:spPr>
          <p:txBody>
            <a:bodyPr wrap="square" lIns="0" tIns="0" rIns="0" bIns="0" anchor="ctr">
              <a:spAutoFit/>
            </a:bodyPr>
            <a:lstStyle/>
            <a:p>
              <a:pPr algn="ctr" defTabSz="914126">
                <a:defRPr/>
              </a:pPr>
              <a:r>
                <a:rPr lang="en-US" sz="800" dirty="0">
                  <a:solidFill>
                    <a:schemeClr val="tx2"/>
                  </a:solidFill>
                  <a:latin typeface="Arial" panose="020B0604020202020204" pitchFamily="34" charset="0"/>
                </a:rPr>
                <a:t>vSphere</a:t>
              </a:r>
            </a:p>
          </p:txBody>
        </p:sp>
        <p:sp>
          <p:nvSpPr>
            <p:cNvPr id="48" name="Rectangle 47">
              <a:extLst>
                <a:ext uri="{FF2B5EF4-FFF2-40B4-BE49-F238E27FC236}">
                  <a16:creationId xmlns:a16="http://schemas.microsoft.com/office/drawing/2014/main" id="{A4C27AA2-8DFD-B92A-B408-8F37B7A0F68A}"/>
                </a:ext>
              </a:extLst>
            </p:cNvPr>
            <p:cNvSpPr/>
            <p:nvPr/>
          </p:nvSpPr>
          <p:spPr>
            <a:xfrm>
              <a:off x="3356846" y="3636670"/>
              <a:ext cx="608625" cy="123111"/>
            </a:xfrm>
            <a:prstGeom prst="rect">
              <a:avLst/>
            </a:prstGeom>
          </p:spPr>
          <p:txBody>
            <a:bodyPr wrap="square" lIns="0" tIns="0" rIns="0" bIns="0" anchor="ctr">
              <a:spAutoFit/>
            </a:bodyPr>
            <a:lstStyle/>
            <a:p>
              <a:pPr algn="ctr" defTabSz="914126">
                <a:defRPr/>
              </a:pPr>
              <a:r>
                <a:rPr lang="en-US" sz="800" dirty="0">
                  <a:solidFill>
                    <a:schemeClr val="tx2"/>
                  </a:solidFill>
                  <a:latin typeface="Arial" panose="020B0604020202020204" pitchFamily="34" charset="0"/>
                </a:rPr>
                <a:t>vSAN ESA</a:t>
              </a:r>
            </a:p>
          </p:txBody>
        </p:sp>
        <p:cxnSp>
          <p:nvCxnSpPr>
            <p:cNvPr id="49" name="Straight Connector 48">
              <a:extLst>
                <a:ext uri="{FF2B5EF4-FFF2-40B4-BE49-F238E27FC236}">
                  <a16:creationId xmlns:a16="http://schemas.microsoft.com/office/drawing/2014/main" id="{E889125B-FC5A-58F0-2D0C-FFD17784E2CA}"/>
                </a:ext>
              </a:extLst>
            </p:cNvPr>
            <p:cNvCxnSpPr>
              <a:cxnSpLocks/>
            </p:cNvCxnSpPr>
            <p:nvPr/>
          </p:nvCxnSpPr>
          <p:spPr bwMode="gray">
            <a:xfrm flipH="1">
              <a:off x="2003038" y="3698226"/>
              <a:ext cx="297114"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67B7D863-718C-C26B-3B2C-0C0EFE2D994A}"/>
                </a:ext>
              </a:extLst>
            </p:cNvPr>
            <p:cNvCxnSpPr>
              <a:cxnSpLocks/>
            </p:cNvCxnSpPr>
            <p:nvPr/>
          </p:nvCxnSpPr>
          <p:spPr bwMode="gray">
            <a:xfrm>
              <a:off x="2300152" y="3698226"/>
              <a:ext cx="1024615" cy="0"/>
            </a:xfrm>
            <a:prstGeom prst="line">
              <a:avLst/>
            </a:prstGeom>
            <a:ln w="9525">
              <a:gradFill flip="none" rotWithShape="1">
                <a:gsLst>
                  <a:gs pos="100000">
                    <a:schemeClr val="accent2"/>
                  </a:gs>
                  <a:gs pos="0">
                    <a:schemeClr val="accent4"/>
                  </a:gs>
                </a:gsLst>
                <a:lin ang="10800000" scaled="1"/>
                <a:tileRect/>
              </a:gradFill>
              <a:miter lim="800000"/>
              <a:tailEnd type="triangle" w="lg" len="med"/>
            </a:ln>
          </p:spPr>
          <p:style>
            <a:lnRef idx="1">
              <a:schemeClr val="accent1"/>
            </a:lnRef>
            <a:fillRef idx="0">
              <a:schemeClr val="accent1"/>
            </a:fillRef>
            <a:effectRef idx="0">
              <a:schemeClr val="accent1"/>
            </a:effectRef>
            <a:fontRef idx="minor">
              <a:schemeClr val="tx1"/>
            </a:fontRef>
          </p:style>
        </p:cxnSp>
      </p:grpSp>
      <p:sp>
        <p:nvSpPr>
          <p:cNvPr id="51" name="Rectangle 50">
            <a:extLst>
              <a:ext uri="{FF2B5EF4-FFF2-40B4-BE49-F238E27FC236}">
                <a16:creationId xmlns:a16="http://schemas.microsoft.com/office/drawing/2014/main" id="{5F6864BA-480F-E8BB-9CD5-7288DC87365B}"/>
              </a:ext>
            </a:extLst>
          </p:cNvPr>
          <p:cNvSpPr/>
          <p:nvPr/>
        </p:nvSpPr>
        <p:spPr>
          <a:xfrm>
            <a:off x="1402166" y="4436591"/>
            <a:ext cx="1389059" cy="184666"/>
          </a:xfrm>
          <a:prstGeom prst="rect">
            <a:avLst/>
          </a:prstGeom>
        </p:spPr>
        <p:txBody>
          <a:bodyPr wrap="square" lIns="0" tIns="0" rIns="0" bIns="0" anchor="ctr">
            <a:spAutoFit/>
          </a:bodyPr>
          <a:lstStyle/>
          <a:p>
            <a:pPr algn="ctr"/>
            <a:r>
              <a:rPr lang="en-US" sz="1200" dirty="0">
                <a:solidFill>
                  <a:schemeClr val="accent2"/>
                </a:solidFill>
              </a:rPr>
              <a:t>Cloud Foundation</a:t>
            </a:r>
          </a:p>
        </p:txBody>
      </p:sp>
      <p:pic>
        <p:nvPicPr>
          <p:cNvPr id="52" name="Graphic 51">
            <a:extLst>
              <a:ext uri="{FF2B5EF4-FFF2-40B4-BE49-F238E27FC236}">
                <a16:creationId xmlns:a16="http://schemas.microsoft.com/office/drawing/2014/main" id="{FF794277-5072-1118-C712-23982D88909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845480" y="4414624"/>
            <a:ext cx="228600" cy="228600"/>
          </a:xfrm>
          <a:prstGeom prst="rect">
            <a:avLst/>
          </a:prstGeom>
        </p:spPr>
      </p:pic>
      <p:cxnSp>
        <p:nvCxnSpPr>
          <p:cNvPr id="60" name="Straight Connector 59">
            <a:extLst>
              <a:ext uri="{FF2B5EF4-FFF2-40B4-BE49-F238E27FC236}">
                <a16:creationId xmlns:a16="http://schemas.microsoft.com/office/drawing/2014/main" id="{79371048-959D-DD85-83E3-42D1FF716767}"/>
              </a:ext>
            </a:extLst>
          </p:cNvPr>
          <p:cNvCxnSpPr>
            <a:cxnSpLocks/>
          </p:cNvCxnSpPr>
          <p:nvPr/>
        </p:nvCxnSpPr>
        <p:spPr bwMode="gray">
          <a:xfrm>
            <a:off x="2543006" y="3156217"/>
            <a:ext cx="2964013" cy="0"/>
          </a:xfrm>
          <a:prstGeom prst="line">
            <a:avLst/>
          </a:prstGeom>
          <a:ln w="25400">
            <a:solidFill>
              <a:schemeClr val="accent3"/>
            </a:solidFill>
            <a:miter lim="800000"/>
            <a:tailEnd type="triangle" w="lg" len="med"/>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C263ADB4-3E7E-8C6D-4E6D-10C910189738}"/>
              </a:ext>
            </a:extLst>
          </p:cNvPr>
          <p:cNvSpPr txBox="1"/>
          <p:nvPr/>
        </p:nvSpPr>
        <p:spPr>
          <a:xfrm>
            <a:off x="5860493" y="3674343"/>
            <a:ext cx="1898602" cy="307777"/>
          </a:xfrm>
          <a:prstGeom prst="rect">
            <a:avLst/>
          </a:prstGeom>
        </p:spPr>
        <p:txBody>
          <a:bodyPr wrap="square" lIns="0" tIns="0" rIns="0" bIns="0" rtlCol="0">
            <a:spAutoFit/>
          </a:bodyPr>
          <a:lstStyle/>
          <a:p>
            <a:pPr marL="171450" indent="-171450">
              <a:spcAft>
                <a:spcPts val="600"/>
              </a:spcAft>
              <a:buFont typeface="Arial" panose="020B0604020202020204" pitchFamily="34" charset="0"/>
              <a:buChar char="•"/>
            </a:pPr>
            <a:r>
              <a:rPr lang="en-US" sz="1000" dirty="0">
                <a:solidFill>
                  <a:schemeClr val="accent2"/>
                </a:solidFill>
              </a:rPr>
              <a:t>Powered on VMs analyzed and validated</a:t>
            </a:r>
          </a:p>
        </p:txBody>
      </p:sp>
      <p:sp>
        <p:nvSpPr>
          <p:cNvPr id="63" name="TextBox 62">
            <a:extLst>
              <a:ext uri="{FF2B5EF4-FFF2-40B4-BE49-F238E27FC236}">
                <a16:creationId xmlns:a16="http://schemas.microsoft.com/office/drawing/2014/main" id="{5DAC43FC-A250-C7B4-A000-284FC8D230D5}"/>
              </a:ext>
            </a:extLst>
          </p:cNvPr>
          <p:cNvSpPr txBox="1"/>
          <p:nvPr/>
        </p:nvSpPr>
        <p:spPr>
          <a:xfrm>
            <a:off x="5860493" y="3223913"/>
            <a:ext cx="1898602" cy="153888"/>
          </a:xfrm>
          <a:prstGeom prst="rect">
            <a:avLst/>
          </a:prstGeom>
        </p:spPr>
        <p:txBody>
          <a:bodyPr wrap="square" lIns="0" tIns="0" rIns="0" bIns="0" rtlCol="0">
            <a:spAutoFit/>
          </a:bodyPr>
          <a:lstStyle/>
          <a:p>
            <a:pPr marL="171450" indent="-171450">
              <a:spcAft>
                <a:spcPts val="600"/>
              </a:spcAft>
              <a:buFont typeface="Arial" panose="020B0604020202020204" pitchFamily="34" charset="0"/>
              <a:buChar char="•"/>
            </a:pPr>
            <a:r>
              <a:rPr lang="en-US" sz="1000" dirty="0">
                <a:solidFill>
                  <a:schemeClr val="accent2"/>
                </a:solidFill>
              </a:rPr>
              <a:t>Guided restore point selection</a:t>
            </a:r>
          </a:p>
        </p:txBody>
      </p:sp>
      <p:sp>
        <p:nvSpPr>
          <p:cNvPr id="64" name="TextBox 63">
            <a:extLst>
              <a:ext uri="{FF2B5EF4-FFF2-40B4-BE49-F238E27FC236}">
                <a16:creationId xmlns:a16="http://schemas.microsoft.com/office/drawing/2014/main" id="{7B2C81BC-FE55-7C3C-CE29-8881DEC72AE2}"/>
              </a:ext>
            </a:extLst>
          </p:cNvPr>
          <p:cNvSpPr txBox="1"/>
          <p:nvPr/>
        </p:nvSpPr>
        <p:spPr>
          <a:xfrm>
            <a:off x="5860493" y="3449128"/>
            <a:ext cx="1898602" cy="153888"/>
          </a:xfrm>
          <a:prstGeom prst="rect">
            <a:avLst/>
          </a:prstGeom>
        </p:spPr>
        <p:txBody>
          <a:bodyPr wrap="square" lIns="0" tIns="0" rIns="0" bIns="0" rtlCol="0">
            <a:spAutoFit/>
          </a:bodyPr>
          <a:lstStyle/>
          <a:p>
            <a:pPr marL="171450" indent="-171450">
              <a:spcAft>
                <a:spcPts val="600"/>
              </a:spcAft>
              <a:buFont typeface="Arial" panose="020B0604020202020204" pitchFamily="34" charset="0"/>
              <a:buChar char="•"/>
            </a:pPr>
            <a:r>
              <a:rPr lang="en-US" sz="1000" dirty="0">
                <a:solidFill>
                  <a:schemeClr val="accent2"/>
                </a:solidFill>
              </a:rPr>
              <a:t>Network isolated recovery</a:t>
            </a:r>
          </a:p>
        </p:txBody>
      </p:sp>
      <p:grpSp>
        <p:nvGrpSpPr>
          <p:cNvPr id="65" name="Picture Placeholder 89" descr="Endpoint Desktop&#10;">
            <a:extLst>
              <a:ext uri="{FF2B5EF4-FFF2-40B4-BE49-F238E27FC236}">
                <a16:creationId xmlns:a16="http://schemas.microsoft.com/office/drawing/2014/main" id="{BC14B109-8187-949B-0E05-D046081929A0}"/>
              </a:ext>
            </a:extLst>
          </p:cNvPr>
          <p:cNvGrpSpPr/>
          <p:nvPr/>
        </p:nvGrpSpPr>
        <p:grpSpPr>
          <a:xfrm>
            <a:off x="1822929" y="1659057"/>
            <a:ext cx="532312" cy="465490"/>
            <a:chOff x="7129043" y="788577"/>
            <a:chExt cx="594512" cy="519882"/>
          </a:xfrm>
          <a:solidFill>
            <a:schemeClr val="accent2"/>
          </a:solidFill>
        </p:grpSpPr>
        <p:grpSp>
          <p:nvGrpSpPr>
            <p:cNvPr id="66" name="Picture Placeholder 89">
              <a:extLst>
                <a:ext uri="{FF2B5EF4-FFF2-40B4-BE49-F238E27FC236}">
                  <a16:creationId xmlns:a16="http://schemas.microsoft.com/office/drawing/2014/main" id="{3326FE04-8B01-1803-B7DD-77F0E6CC456E}"/>
                </a:ext>
              </a:extLst>
            </p:cNvPr>
            <p:cNvGrpSpPr/>
            <p:nvPr/>
          </p:nvGrpSpPr>
          <p:grpSpPr>
            <a:xfrm>
              <a:off x="7230237" y="878386"/>
              <a:ext cx="115107" cy="28460"/>
              <a:chOff x="7230237" y="878386"/>
              <a:chExt cx="115107" cy="28460"/>
            </a:xfrm>
            <a:grpFill/>
          </p:grpSpPr>
          <p:sp>
            <p:nvSpPr>
              <p:cNvPr id="72" name="Picture Placeholder 89">
                <a:extLst>
                  <a:ext uri="{FF2B5EF4-FFF2-40B4-BE49-F238E27FC236}">
                    <a16:creationId xmlns:a16="http://schemas.microsoft.com/office/drawing/2014/main" id="{D8F7C367-88EE-5A16-7993-DBF71E6425CC}"/>
                  </a:ext>
                </a:extLst>
              </p:cNvPr>
              <p:cNvSpPr/>
              <p:nvPr/>
            </p:nvSpPr>
            <p:spPr>
              <a:xfrm>
                <a:off x="7230237" y="878386"/>
                <a:ext cx="27828" cy="28460"/>
              </a:xfrm>
              <a:custGeom>
                <a:avLst/>
                <a:gdLst>
                  <a:gd name="connsiteX0" fmla="*/ 13914 w 27828"/>
                  <a:gd name="connsiteY0" fmla="*/ 0 h 28460"/>
                  <a:gd name="connsiteX1" fmla="*/ 27828 w 27828"/>
                  <a:gd name="connsiteY1" fmla="*/ 14547 h 28460"/>
                  <a:gd name="connsiteX2" fmla="*/ 13914 w 27828"/>
                  <a:gd name="connsiteY2" fmla="*/ 28461 h 28460"/>
                  <a:gd name="connsiteX3" fmla="*/ 13914 w 27828"/>
                  <a:gd name="connsiteY3" fmla="*/ 28461 h 28460"/>
                  <a:gd name="connsiteX4" fmla="*/ 0 w 27828"/>
                  <a:gd name="connsiteY4" fmla="*/ 14547 h 28460"/>
                  <a:gd name="connsiteX5" fmla="*/ 13914 w 27828"/>
                  <a:gd name="connsiteY5" fmla="*/ 0 h 2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28" h="28460">
                    <a:moveTo>
                      <a:pt x="13914" y="0"/>
                    </a:moveTo>
                    <a:cubicBezTo>
                      <a:pt x="22136" y="0"/>
                      <a:pt x="27828" y="5692"/>
                      <a:pt x="27828" y="14547"/>
                    </a:cubicBezTo>
                    <a:cubicBezTo>
                      <a:pt x="27828" y="22769"/>
                      <a:pt x="22136" y="28461"/>
                      <a:pt x="13914" y="28461"/>
                    </a:cubicBezTo>
                    <a:lnTo>
                      <a:pt x="13914" y="28461"/>
                    </a:lnTo>
                    <a:cubicBezTo>
                      <a:pt x="5060" y="28461"/>
                      <a:pt x="0" y="22769"/>
                      <a:pt x="0" y="14547"/>
                    </a:cubicBezTo>
                    <a:cubicBezTo>
                      <a:pt x="0" y="5692"/>
                      <a:pt x="5692" y="0"/>
                      <a:pt x="13914" y="0"/>
                    </a:cubicBezTo>
                    <a:close/>
                  </a:path>
                </a:pathLst>
              </a:custGeom>
              <a:grpFill/>
              <a:ln w="6271" cap="flat">
                <a:noFill/>
                <a:prstDash val="solid"/>
                <a:miter/>
              </a:ln>
            </p:spPr>
            <p:txBody>
              <a:bodyPr rtlCol="0" anchor="ctr"/>
              <a:lstStyle/>
              <a:p>
                <a:endParaRPr lang="en-US"/>
              </a:p>
            </p:txBody>
          </p:sp>
          <p:sp>
            <p:nvSpPr>
              <p:cNvPr id="73" name="Picture Placeholder 89">
                <a:extLst>
                  <a:ext uri="{FF2B5EF4-FFF2-40B4-BE49-F238E27FC236}">
                    <a16:creationId xmlns:a16="http://schemas.microsoft.com/office/drawing/2014/main" id="{7ADE63CA-A956-DBDF-AE1D-C5E2FD8F4C77}"/>
                  </a:ext>
                </a:extLst>
              </p:cNvPr>
              <p:cNvSpPr/>
              <p:nvPr/>
            </p:nvSpPr>
            <p:spPr>
              <a:xfrm>
                <a:off x="7273877" y="878386"/>
                <a:ext cx="27828" cy="28460"/>
              </a:xfrm>
              <a:custGeom>
                <a:avLst/>
                <a:gdLst>
                  <a:gd name="connsiteX0" fmla="*/ 13914 w 27828"/>
                  <a:gd name="connsiteY0" fmla="*/ 0 h 28460"/>
                  <a:gd name="connsiteX1" fmla="*/ 27828 w 27828"/>
                  <a:gd name="connsiteY1" fmla="*/ 14547 h 28460"/>
                  <a:gd name="connsiteX2" fmla="*/ 13914 w 27828"/>
                  <a:gd name="connsiteY2" fmla="*/ 28461 h 28460"/>
                  <a:gd name="connsiteX3" fmla="*/ 13914 w 27828"/>
                  <a:gd name="connsiteY3" fmla="*/ 28461 h 28460"/>
                  <a:gd name="connsiteX4" fmla="*/ 0 w 27828"/>
                  <a:gd name="connsiteY4" fmla="*/ 14547 h 28460"/>
                  <a:gd name="connsiteX5" fmla="*/ 13914 w 27828"/>
                  <a:gd name="connsiteY5" fmla="*/ 0 h 2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28" h="28460">
                    <a:moveTo>
                      <a:pt x="13914" y="0"/>
                    </a:moveTo>
                    <a:cubicBezTo>
                      <a:pt x="22136" y="0"/>
                      <a:pt x="27828" y="5692"/>
                      <a:pt x="27828" y="14547"/>
                    </a:cubicBezTo>
                    <a:cubicBezTo>
                      <a:pt x="27828" y="22769"/>
                      <a:pt x="22136" y="28461"/>
                      <a:pt x="13914" y="28461"/>
                    </a:cubicBezTo>
                    <a:lnTo>
                      <a:pt x="13914" y="28461"/>
                    </a:lnTo>
                    <a:cubicBezTo>
                      <a:pt x="5060" y="28461"/>
                      <a:pt x="0" y="22769"/>
                      <a:pt x="0" y="14547"/>
                    </a:cubicBezTo>
                    <a:cubicBezTo>
                      <a:pt x="0" y="5692"/>
                      <a:pt x="5692" y="0"/>
                      <a:pt x="13914" y="0"/>
                    </a:cubicBezTo>
                    <a:close/>
                  </a:path>
                </a:pathLst>
              </a:custGeom>
              <a:grpFill/>
              <a:ln w="6271" cap="flat">
                <a:noFill/>
                <a:prstDash val="solid"/>
                <a:miter/>
              </a:ln>
            </p:spPr>
            <p:txBody>
              <a:bodyPr rtlCol="0" anchor="ctr"/>
              <a:lstStyle/>
              <a:p>
                <a:endParaRPr lang="en-US"/>
              </a:p>
            </p:txBody>
          </p:sp>
          <p:sp>
            <p:nvSpPr>
              <p:cNvPr id="74" name="Picture Placeholder 89">
                <a:extLst>
                  <a:ext uri="{FF2B5EF4-FFF2-40B4-BE49-F238E27FC236}">
                    <a16:creationId xmlns:a16="http://schemas.microsoft.com/office/drawing/2014/main" id="{4BF41786-3213-6BB3-7815-DC2E0F7B0E6F}"/>
                  </a:ext>
                </a:extLst>
              </p:cNvPr>
              <p:cNvSpPr/>
              <p:nvPr/>
            </p:nvSpPr>
            <p:spPr>
              <a:xfrm>
                <a:off x="7317516" y="878386"/>
                <a:ext cx="27828" cy="28460"/>
              </a:xfrm>
              <a:custGeom>
                <a:avLst/>
                <a:gdLst>
                  <a:gd name="connsiteX0" fmla="*/ 13914 w 27828"/>
                  <a:gd name="connsiteY0" fmla="*/ 0 h 28460"/>
                  <a:gd name="connsiteX1" fmla="*/ 27828 w 27828"/>
                  <a:gd name="connsiteY1" fmla="*/ 14547 h 28460"/>
                  <a:gd name="connsiteX2" fmla="*/ 13914 w 27828"/>
                  <a:gd name="connsiteY2" fmla="*/ 28461 h 28460"/>
                  <a:gd name="connsiteX3" fmla="*/ 13914 w 27828"/>
                  <a:gd name="connsiteY3" fmla="*/ 28461 h 28460"/>
                  <a:gd name="connsiteX4" fmla="*/ 0 w 27828"/>
                  <a:gd name="connsiteY4" fmla="*/ 14547 h 28460"/>
                  <a:gd name="connsiteX5" fmla="*/ 13914 w 27828"/>
                  <a:gd name="connsiteY5" fmla="*/ 0 h 2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28" h="28460">
                    <a:moveTo>
                      <a:pt x="13914" y="0"/>
                    </a:moveTo>
                    <a:cubicBezTo>
                      <a:pt x="22136" y="0"/>
                      <a:pt x="27828" y="5692"/>
                      <a:pt x="27828" y="14547"/>
                    </a:cubicBezTo>
                    <a:cubicBezTo>
                      <a:pt x="27828" y="22769"/>
                      <a:pt x="22136" y="28461"/>
                      <a:pt x="13914" y="28461"/>
                    </a:cubicBezTo>
                    <a:lnTo>
                      <a:pt x="13914" y="28461"/>
                    </a:lnTo>
                    <a:cubicBezTo>
                      <a:pt x="5060" y="28461"/>
                      <a:pt x="0" y="22769"/>
                      <a:pt x="0" y="14547"/>
                    </a:cubicBezTo>
                    <a:cubicBezTo>
                      <a:pt x="0" y="5692"/>
                      <a:pt x="5692" y="0"/>
                      <a:pt x="13914" y="0"/>
                    </a:cubicBezTo>
                    <a:close/>
                  </a:path>
                </a:pathLst>
              </a:custGeom>
              <a:grpFill/>
              <a:ln w="6271" cap="flat">
                <a:noFill/>
                <a:prstDash val="solid"/>
                <a:miter/>
              </a:ln>
            </p:spPr>
            <p:txBody>
              <a:bodyPr rtlCol="0" anchor="ctr"/>
              <a:lstStyle/>
              <a:p>
                <a:endParaRPr lang="en-US"/>
              </a:p>
            </p:txBody>
          </p:sp>
        </p:grpSp>
        <p:grpSp>
          <p:nvGrpSpPr>
            <p:cNvPr id="67" name="Picture Placeholder 89">
              <a:extLst>
                <a:ext uri="{FF2B5EF4-FFF2-40B4-BE49-F238E27FC236}">
                  <a16:creationId xmlns:a16="http://schemas.microsoft.com/office/drawing/2014/main" id="{7A2ED372-9B6A-85A2-B986-845D1A11B1E7}"/>
                </a:ext>
              </a:extLst>
            </p:cNvPr>
            <p:cNvGrpSpPr/>
            <p:nvPr/>
          </p:nvGrpSpPr>
          <p:grpSpPr>
            <a:xfrm>
              <a:off x="7129043" y="788577"/>
              <a:ext cx="594512" cy="519882"/>
              <a:chOff x="7129043" y="788577"/>
              <a:chExt cx="594512" cy="519882"/>
            </a:xfrm>
            <a:grpFill/>
          </p:grpSpPr>
          <p:sp>
            <p:nvSpPr>
              <p:cNvPr id="68" name="Picture Placeholder 89">
                <a:extLst>
                  <a:ext uri="{FF2B5EF4-FFF2-40B4-BE49-F238E27FC236}">
                    <a16:creationId xmlns:a16="http://schemas.microsoft.com/office/drawing/2014/main" id="{E7C1A4D6-7E42-AA8E-DCC7-337BA3DEE345}"/>
                  </a:ext>
                </a:extLst>
              </p:cNvPr>
              <p:cNvSpPr/>
              <p:nvPr/>
            </p:nvSpPr>
            <p:spPr>
              <a:xfrm>
                <a:off x="7316879" y="1184497"/>
                <a:ext cx="219853" cy="123962"/>
              </a:xfrm>
              <a:custGeom>
                <a:avLst/>
                <a:gdLst>
                  <a:gd name="connsiteX0" fmla="*/ 206819 w 219853"/>
                  <a:gd name="connsiteY0" fmla="*/ 123962 h 123962"/>
                  <a:gd name="connsiteX1" fmla="*/ 12654 w 219853"/>
                  <a:gd name="connsiteY1" fmla="*/ 123962 h 123962"/>
                  <a:gd name="connsiteX2" fmla="*/ 637 w 219853"/>
                  <a:gd name="connsiteY2" fmla="*/ 115108 h 123962"/>
                  <a:gd name="connsiteX3" fmla="*/ 5697 w 219853"/>
                  <a:gd name="connsiteY3" fmla="*/ 100561 h 123962"/>
                  <a:gd name="connsiteX4" fmla="*/ 51867 w 219853"/>
                  <a:gd name="connsiteY4" fmla="*/ 79690 h 123962"/>
                  <a:gd name="connsiteX5" fmla="*/ 62618 w 219853"/>
                  <a:gd name="connsiteY5" fmla="*/ 0 h 123962"/>
                  <a:gd name="connsiteX6" fmla="*/ 78430 w 219853"/>
                  <a:gd name="connsiteY6" fmla="*/ 1897 h 123962"/>
                  <a:gd name="connsiteX7" fmla="*/ 66413 w 219853"/>
                  <a:gd name="connsiteY7" fmla="*/ 91074 h 123962"/>
                  <a:gd name="connsiteX8" fmla="*/ 61986 w 219853"/>
                  <a:gd name="connsiteY8" fmla="*/ 92972 h 123962"/>
                  <a:gd name="connsiteX9" fmla="*/ 25303 w 219853"/>
                  <a:gd name="connsiteY9" fmla="*/ 108151 h 123962"/>
                  <a:gd name="connsiteX10" fmla="*/ 194803 w 219853"/>
                  <a:gd name="connsiteY10" fmla="*/ 108151 h 123962"/>
                  <a:gd name="connsiteX11" fmla="*/ 158120 w 219853"/>
                  <a:gd name="connsiteY11" fmla="*/ 92972 h 123962"/>
                  <a:gd name="connsiteX12" fmla="*/ 153693 w 219853"/>
                  <a:gd name="connsiteY12" fmla="*/ 91074 h 123962"/>
                  <a:gd name="connsiteX13" fmla="*/ 144838 w 219853"/>
                  <a:gd name="connsiteY13" fmla="*/ 1897 h 123962"/>
                  <a:gd name="connsiteX14" fmla="*/ 160650 w 219853"/>
                  <a:gd name="connsiteY14" fmla="*/ 632 h 123962"/>
                  <a:gd name="connsiteX15" fmla="*/ 168239 w 219853"/>
                  <a:gd name="connsiteY15" fmla="*/ 80322 h 123962"/>
                  <a:gd name="connsiteX16" fmla="*/ 214409 w 219853"/>
                  <a:gd name="connsiteY16" fmla="*/ 101194 h 123962"/>
                  <a:gd name="connsiteX17" fmla="*/ 219469 w 219853"/>
                  <a:gd name="connsiteY17" fmla="*/ 115740 h 123962"/>
                  <a:gd name="connsiteX18" fmla="*/ 206819 w 219853"/>
                  <a:gd name="connsiteY18" fmla="*/ 123962 h 123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9853" h="123962">
                    <a:moveTo>
                      <a:pt x="206819" y="123962"/>
                    </a:moveTo>
                    <a:lnTo>
                      <a:pt x="12654" y="123962"/>
                    </a:lnTo>
                    <a:cubicBezTo>
                      <a:pt x="6962" y="123962"/>
                      <a:pt x="2535" y="120167"/>
                      <a:pt x="637" y="115108"/>
                    </a:cubicBezTo>
                    <a:cubicBezTo>
                      <a:pt x="-1260" y="109416"/>
                      <a:pt x="1270" y="103723"/>
                      <a:pt x="5697" y="100561"/>
                    </a:cubicBezTo>
                    <a:cubicBezTo>
                      <a:pt x="15816" y="93604"/>
                      <a:pt x="41115" y="83485"/>
                      <a:pt x="51867" y="79690"/>
                    </a:cubicBezTo>
                    <a:lnTo>
                      <a:pt x="62618" y="0"/>
                    </a:lnTo>
                    <a:lnTo>
                      <a:pt x="78430" y="1897"/>
                    </a:lnTo>
                    <a:lnTo>
                      <a:pt x="66413" y="91074"/>
                    </a:lnTo>
                    <a:lnTo>
                      <a:pt x="61986" y="92972"/>
                    </a:lnTo>
                    <a:cubicBezTo>
                      <a:pt x="54396" y="95501"/>
                      <a:pt x="37320" y="102459"/>
                      <a:pt x="25303" y="108151"/>
                    </a:cubicBezTo>
                    <a:lnTo>
                      <a:pt x="194803" y="108151"/>
                    </a:lnTo>
                    <a:cubicBezTo>
                      <a:pt x="182786" y="102459"/>
                      <a:pt x="165709" y="95501"/>
                      <a:pt x="158120" y="92972"/>
                    </a:cubicBezTo>
                    <a:lnTo>
                      <a:pt x="153693" y="91074"/>
                    </a:lnTo>
                    <a:lnTo>
                      <a:pt x="144838" y="1897"/>
                    </a:lnTo>
                    <a:lnTo>
                      <a:pt x="160650" y="632"/>
                    </a:lnTo>
                    <a:lnTo>
                      <a:pt x="168239" y="80322"/>
                    </a:lnTo>
                    <a:cubicBezTo>
                      <a:pt x="178991" y="84750"/>
                      <a:pt x="204922" y="94869"/>
                      <a:pt x="214409" y="101194"/>
                    </a:cubicBezTo>
                    <a:cubicBezTo>
                      <a:pt x="218836" y="104356"/>
                      <a:pt x="220733" y="110048"/>
                      <a:pt x="219469" y="115740"/>
                    </a:cubicBezTo>
                    <a:cubicBezTo>
                      <a:pt x="216939" y="120167"/>
                      <a:pt x="212512" y="123962"/>
                      <a:pt x="206819" y="123962"/>
                    </a:cubicBezTo>
                    <a:close/>
                  </a:path>
                </a:pathLst>
              </a:custGeom>
              <a:grpFill/>
              <a:ln w="6271" cap="flat">
                <a:noFill/>
                <a:prstDash val="solid"/>
                <a:miter/>
              </a:ln>
            </p:spPr>
            <p:txBody>
              <a:bodyPr rtlCol="0" anchor="ctr"/>
              <a:lstStyle/>
              <a:p>
                <a:endParaRPr lang="en-US"/>
              </a:p>
            </p:txBody>
          </p:sp>
          <p:sp>
            <p:nvSpPr>
              <p:cNvPr id="69" name="Picture Placeholder 89">
                <a:extLst>
                  <a:ext uri="{FF2B5EF4-FFF2-40B4-BE49-F238E27FC236}">
                    <a16:creationId xmlns:a16="http://schemas.microsoft.com/office/drawing/2014/main" id="{607E8A1F-323C-AEEE-B850-3EB4B873A796}"/>
                  </a:ext>
                </a:extLst>
              </p:cNvPr>
              <p:cNvSpPr/>
              <p:nvPr/>
            </p:nvSpPr>
            <p:spPr>
              <a:xfrm>
                <a:off x="7129043" y="788577"/>
                <a:ext cx="594512" cy="379476"/>
              </a:xfrm>
              <a:custGeom>
                <a:avLst/>
                <a:gdLst>
                  <a:gd name="connsiteX0" fmla="*/ 562257 w 594512"/>
                  <a:gd name="connsiteY0" fmla="*/ 15812 h 379476"/>
                  <a:gd name="connsiteX1" fmla="*/ 578701 w 594512"/>
                  <a:gd name="connsiteY1" fmla="*/ 30991 h 379476"/>
                  <a:gd name="connsiteX2" fmla="*/ 578701 w 594512"/>
                  <a:gd name="connsiteY2" fmla="*/ 349750 h 379476"/>
                  <a:gd name="connsiteX3" fmla="*/ 563522 w 594512"/>
                  <a:gd name="connsiteY3" fmla="*/ 363665 h 379476"/>
                  <a:gd name="connsiteX4" fmla="*/ 29726 w 594512"/>
                  <a:gd name="connsiteY4" fmla="*/ 363665 h 379476"/>
                  <a:gd name="connsiteX5" fmla="*/ 15812 w 594512"/>
                  <a:gd name="connsiteY5" fmla="*/ 351015 h 379476"/>
                  <a:gd name="connsiteX6" fmla="*/ 15812 w 594512"/>
                  <a:gd name="connsiteY6" fmla="*/ 28461 h 379476"/>
                  <a:gd name="connsiteX7" fmla="*/ 29726 w 594512"/>
                  <a:gd name="connsiteY7" fmla="*/ 15812 h 379476"/>
                  <a:gd name="connsiteX8" fmla="*/ 562257 w 594512"/>
                  <a:gd name="connsiteY8" fmla="*/ 15812 h 379476"/>
                  <a:gd name="connsiteX9" fmla="*/ 562257 w 594512"/>
                  <a:gd name="connsiteY9" fmla="*/ 0 h 379476"/>
                  <a:gd name="connsiteX10" fmla="*/ 29726 w 594512"/>
                  <a:gd name="connsiteY10" fmla="*/ 0 h 379476"/>
                  <a:gd name="connsiteX11" fmla="*/ 0 w 594512"/>
                  <a:gd name="connsiteY11" fmla="*/ 28461 h 379476"/>
                  <a:gd name="connsiteX12" fmla="*/ 0 w 594512"/>
                  <a:gd name="connsiteY12" fmla="*/ 351015 h 379476"/>
                  <a:gd name="connsiteX13" fmla="*/ 29726 w 594512"/>
                  <a:gd name="connsiteY13" fmla="*/ 379476 h 379476"/>
                  <a:gd name="connsiteX14" fmla="*/ 563522 w 594512"/>
                  <a:gd name="connsiteY14" fmla="*/ 379476 h 379476"/>
                  <a:gd name="connsiteX15" fmla="*/ 594512 w 594512"/>
                  <a:gd name="connsiteY15" fmla="*/ 349750 h 379476"/>
                  <a:gd name="connsiteX16" fmla="*/ 594512 w 594512"/>
                  <a:gd name="connsiteY16" fmla="*/ 30991 h 379476"/>
                  <a:gd name="connsiteX17" fmla="*/ 562257 w 594512"/>
                  <a:gd name="connsiteY17" fmla="*/ 0 h 379476"/>
                  <a:gd name="connsiteX18" fmla="*/ 562257 w 594512"/>
                  <a:gd name="connsiteY18" fmla="*/ 0 h 379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94512" h="379476">
                    <a:moveTo>
                      <a:pt x="562257" y="15812"/>
                    </a:moveTo>
                    <a:cubicBezTo>
                      <a:pt x="571111" y="15812"/>
                      <a:pt x="578701" y="22769"/>
                      <a:pt x="578701" y="30991"/>
                    </a:cubicBezTo>
                    <a:lnTo>
                      <a:pt x="578701" y="349750"/>
                    </a:lnTo>
                    <a:cubicBezTo>
                      <a:pt x="578701" y="357340"/>
                      <a:pt x="571744" y="363665"/>
                      <a:pt x="563522" y="363665"/>
                    </a:cubicBezTo>
                    <a:lnTo>
                      <a:pt x="29726" y="363665"/>
                    </a:lnTo>
                    <a:cubicBezTo>
                      <a:pt x="22136" y="363665"/>
                      <a:pt x="15812" y="357972"/>
                      <a:pt x="15812" y="351015"/>
                    </a:cubicBezTo>
                    <a:lnTo>
                      <a:pt x="15812" y="28461"/>
                    </a:lnTo>
                    <a:cubicBezTo>
                      <a:pt x="15812" y="21504"/>
                      <a:pt x="22136" y="15812"/>
                      <a:pt x="29726" y="15812"/>
                    </a:cubicBezTo>
                    <a:lnTo>
                      <a:pt x="562257" y="15812"/>
                    </a:lnTo>
                    <a:moveTo>
                      <a:pt x="562257" y="0"/>
                    </a:moveTo>
                    <a:lnTo>
                      <a:pt x="29726" y="0"/>
                    </a:lnTo>
                    <a:cubicBezTo>
                      <a:pt x="13282" y="0"/>
                      <a:pt x="0" y="12649"/>
                      <a:pt x="0" y="28461"/>
                    </a:cubicBezTo>
                    <a:lnTo>
                      <a:pt x="0" y="351015"/>
                    </a:lnTo>
                    <a:cubicBezTo>
                      <a:pt x="0" y="366827"/>
                      <a:pt x="13282" y="379476"/>
                      <a:pt x="29726" y="379476"/>
                    </a:cubicBezTo>
                    <a:lnTo>
                      <a:pt x="563522" y="379476"/>
                    </a:lnTo>
                    <a:cubicBezTo>
                      <a:pt x="580598" y="379476"/>
                      <a:pt x="594512" y="366194"/>
                      <a:pt x="594512" y="349750"/>
                    </a:cubicBezTo>
                    <a:lnTo>
                      <a:pt x="594512" y="30991"/>
                    </a:lnTo>
                    <a:cubicBezTo>
                      <a:pt x="594512" y="13914"/>
                      <a:pt x="579966" y="0"/>
                      <a:pt x="562257" y="0"/>
                    </a:cubicBezTo>
                    <a:lnTo>
                      <a:pt x="562257" y="0"/>
                    </a:lnTo>
                    <a:close/>
                  </a:path>
                </a:pathLst>
              </a:custGeom>
              <a:grpFill/>
              <a:ln w="6271" cap="flat">
                <a:noFill/>
                <a:prstDash val="solid"/>
                <a:miter/>
              </a:ln>
            </p:spPr>
            <p:txBody>
              <a:bodyPr rtlCol="0" anchor="ctr"/>
              <a:lstStyle/>
              <a:p>
                <a:endParaRPr lang="en-US"/>
              </a:p>
            </p:txBody>
          </p:sp>
          <p:sp>
            <p:nvSpPr>
              <p:cNvPr id="70" name="Picture Placeholder 89">
                <a:extLst>
                  <a:ext uri="{FF2B5EF4-FFF2-40B4-BE49-F238E27FC236}">
                    <a16:creationId xmlns:a16="http://schemas.microsoft.com/office/drawing/2014/main" id="{18EFD576-89F5-5ADA-A408-050E80434B9A}"/>
                  </a:ext>
                </a:extLst>
              </p:cNvPr>
              <p:cNvSpPr/>
              <p:nvPr/>
            </p:nvSpPr>
            <p:spPr>
              <a:xfrm>
                <a:off x="7192289" y="842969"/>
                <a:ext cx="468020" cy="271325"/>
              </a:xfrm>
              <a:custGeom>
                <a:avLst/>
                <a:gdLst>
                  <a:gd name="connsiteX0" fmla="*/ 468020 w 468020"/>
                  <a:gd name="connsiteY0" fmla="*/ 271325 h 271325"/>
                  <a:gd name="connsiteX1" fmla="*/ 452209 w 468020"/>
                  <a:gd name="connsiteY1" fmla="*/ 271325 h 271325"/>
                  <a:gd name="connsiteX2" fmla="*/ 452209 w 468020"/>
                  <a:gd name="connsiteY2" fmla="*/ 15812 h 271325"/>
                  <a:gd name="connsiteX3" fmla="*/ 15812 w 468020"/>
                  <a:gd name="connsiteY3" fmla="*/ 15812 h 271325"/>
                  <a:gd name="connsiteX4" fmla="*/ 15812 w 468020"/>
                  <a:gd name="connsiteY4" fmla="*/ 271325 h 271325"/>
                  <a:gd name="connsiteX5" fmla="*/ 0 w 468020"/>
                  <a:gd name="connsiteY5" fmla="*/ 271325 h 271325"/>
                  <a:gd name="connsiteX6" fmla="*/ 0 w 468020"/>
                  <a:gd name="connsiteY6" fmla="*/ 0 h 271325"/>
                  <a:gd name="connsiteX7" fmla="*/ 468020 w 468020"/>
                  <a:gd name="connsiteY7" fmla="*/ 0 h 271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020" h="271325">
                    <a:moveTo>
                      <a:pt x="468020" y="271325"/>
                    </a:moveTo>
                    <a:lnTo>
                      <a:pt x="452209" y="271325"/>
                    </a:lnTo>
                    <a:lnTo>
                      <a:pt x="452209" y="15812"/>
                    </a:lnTo>
                    <a:lnTo>
                      <a:pt x="15812" y="15812"/>
                    </a:lnTo>
                    <a:lnTo>
                      <a:pt x="15812" y="271325"/>
                    </a:lnTo>
                    <a:lnTo>
                      <a:pt x="0" y="271325"/>
                    </a:lnTo>
                    <a:lnTo>
                      <a:pt x="0" y="0"/>
                    </a:lnTo>
                    <a:lnTo>
                      <a:pt x="468020" y="0"/>
                    </a:lnTo>
                    <a:close/>
                  </a:path>
                </a:pathLst>
              </a:custGeom>
              <a:grpFill/>
              <a:ln w="6271" cap="flat">
                <a:noFill/>
                <a:prstDash val="solid"/>
                <a:miter/>
              </a:ln>
            </p:spPr>
            <p:txBody>
              <a:bodyPr rtlCol="0" anchor="ctr"/>
              <a:lstStyle/>
              <a:p>
                <a:endParaRPr lang="en-US"/>
              </a:p>
            </p:txBody>
          </p:sp>
          <p:sp>
            <p:nvSpPr>
              <p:cNvPr id="71" name="Picture Placeholder 89">
                <a:extLst>
                  <a:ext uri="{FF2B5EF4-FFF2-40B4-BE49-F238E27FC236}">
                    <a16:creationId xmlns:a16="http://schemas.microsoft.com/office/drawing/2014/main" id="{B80D78ED-30D7-167B-5E0B-9193B60AD3F0}"/>
                  </a:ext>
                </a:extLst>
              </p:cNvPr>
              <p:cNvSpPr/>
              <p:nvPr/>
            </p:nvSpPr>
            <p:spPr>
              <a:xfrm>
                <a:off x="7199879" y="928351"/>
                <a:ext cx="427542" cy="15811"/>
              </a:xfrm>
              <a:custGeom>
                <a:avLst/>
                <a:gdLst>
                  <a:gd name="connsiteX0" fmla="*/ 0 w 427542"/>
                  <a:gd name="connsiteY0" fmla="*/ 0 h 15811"/>
                  <a:gd name="connsiteX1" fmla="*/ 427543 w 427542"/>
                  <a:gd name="connsiteY1" fmla="*/ 0 h 15811"/>
                  <a:gd name="connsiteX2" fmla="*/ 427543 w 427542"/>
                  <a:gd name="connsiteY2" fmla="*/ 15812 h 15811"/>
                  <a:gd name="connsiteX3" fmla="*/ 0 w 427542"/>
                  <a:gd name="connsiteY3" fmla="*/ 15812 h 15811"/>
                </a:gdLst>
                <a:ahLst/>
                <a:cxnLst>
                  <a:cxn ang="0">
                    <a:pos x="connsiteX0" y="connsiteY0"/>
                  </a:cxn>
                  <a:cxn ang="0">
                    <a:pos x="connsiteX1" y="connsiteY1"/>
                  </a:cxn>
                  <a:cxn ang="0">
                    <a:pos x="connsiteX2" y="connsiteY2"/>
                  </a:cxn>
                  <a:cxn ang="0">
                    <a:pos x="connsiteX3" y="connsiteY3"/>
                  </a:cxn>
                </a:cxnLst>
                <a:rect l="l" t="t" r="r" b="b"/>
                <a:pathLst>
                  <a:path w="427542" h="15811">
                    <a:moveTo>
                      <a:pt x="0" y="0"/>
                    </a:moveTo>
                    <a:lnTo>
                      <a:pt x="427543" y="0"/>
                    </a:lnTo>
                    <a:lnTo>
                      <a:pt x="427543" y="15812"/>
                    </a:lnTo>
                    <a:lnTo>
                      <a:pt x="0" y="15812"/>
                    </a:lnTo>
                    <a:close/>
                  </a:path>
                </a:pathLst>
              </a:custGeom>
              <a:grpFill/>
              <a:ln w="6271" cap="flat">
                <a:noFill/>
                <a:prstDash val="solid"/>
                <a:miter/>
              </a:ln>
            </p:spPr>
            <p:txBody>
              <a:bodyPr rtlCol="0" anchor="ctr"/>
              <a:lstStyle/>
              <a:p>
                <a:endParaRPr lang="en-US"/>
              </a:p>
            </p:txBody>
          </p:sp>
        </p:grpSp>
      </p:grpSp>
      <p:sp>
        <p:nvSpPr>
          <p:cNvPr id="75" name="TextBox 74">
            <a:extLst>
              <a:ext uri="{FF2B5EF4-FFF2-40B4-BE49-F238E27FC236}">
                <a16:creationId xmlns:a16="http://schemas.microsoft.com/office/drawing/2014/main" id="{96B9D358-2C33-5AD9-1DD3-DAA2B88CB1FC}"/>
              </a:ext>
            </a:extLst>
          </p:cNvPr>
          <p:cNvSpPr txBox="1"/>
          <p:nvPr/>
        </p:nvSpPr>
        <p:spPr>
          <a:xfrm>
            <a:off x="1748606" y="2161570"/>
            <a:ext cx="680958" cy="369332"/>
          </a:xfrm>
          <a:prstGeom prst="rect">
            <a:avLst/>
          </a:prstGeom>
        </p:spPr>
        <p:txBody>
          <a:bodyPr wrap="square" lIns="0" tIns="0" rIns="0" bIns="0" rtlCol="0">
            <a:spAutoFit/>
          </a:bodyPr>
          <a:lstStyle/>
          <a:p>
            <a:pPr algn="ctr">
              <a:spcAft>
                <a:spcPts val="600"/>
              </a:spcAft>
            </a:pPr>
            <a:r>
              <a:rPr lang="en-US" sz="1200" dirty="0">
                <a:solidFill>
                  <a:schemeClr val="accent2"/>
                </a:solidFill>
              </a:rPr>
              <a:t>vCenter</a:t>
            </a:r>
            <a:br>
              <a:rPr lang="en-US" sz="1200" dirty="0">
                <a:solidFill>
                  <a:schemeClr val="accent2"/>
                </a:solidFill>
              </a:rPr>
            </a:br>
            <a:r>
              <a:rPr lang="en-US" sz="1200" dirty="0">
                <a:solidFill>
                  <a:schemeClr val="accent2"/>
                </a:solidFill>
              </a:rPr>
              <a:t>Server</a:t>
            </a:r>
          </a:p>
        </p:txBody>
      </p:sp>
      <p:grpSp>
        <p:nvGrpSpPr>
          <p:cNvPr id="77" name="Group 76">
            <a:extLst>
              <a:ext uri="{FF2B5EF4-FFF2-40B4-BE49-F238E27FC236}">
                <a16:creationId xmlns:a16="http://schemas.microsoft.com/office/drawing/2014/main" id="{CB12AA94-849F-2283-685E-2871F44ECF26}"/>
              </a:ext>
            </a:extLst>
          </p:cNvPr>
          <p:cNvGrpSpPr/>
          <p:nvPr/>
        </p:nvGrpSpPr>
        <p:grpSpPr>
          <a:xfrm>
            <a:off x="6865094" y="2582870"/>
            <a:ext cx="790119" cy="509818"/>
            <a:chOff x="6800780" y="3390151"/>
            <a:chExt cx="790119" cy="509818"/>
          </a:xfrm>
        </p:grpSpPr>
        <p:grpSp>
          <p:nvGrpSpPr>
            <p:cNvPr id="78" name="Group 77">
              <a:extLst>
                <a:ext uri="{FF2B5EF4-FFF2-40B4-BE49-F238E27FC236}">
                  <a16:creationId xmlns:a16="http://schemas.microsoft.com/office/drawing/2014/main" id="{0CFBDB19-0A3C-4E9A-1873-D2620C32934F}"/>
                </a:ext>
              </a:extLst>
            </p:cNvPr>
            <p:cNvGrpSpPr/>
            <p:nvPr/>
          </p:nvGrpSpPr>
          <p:grpSpPr>
            <a:xfrm>
              <a:off x="6800780" y="3669576"/>
              <a:ext cx="790119" cy="230393"/>
              <a:chOff x="3023691" y="2069958"/>
              <a:chExt cx="790119" cy="230393"/>
            </a:xfrm>
          </p:grpSpPr>
          <p:pic>
            <p:nvPicPr>
              <p:cNvPr id="83" name="Graphic 82">
                <a:extLst>
                  <a:ext uri="{FF2B5EF4-FFF2-40B4-BE49-F238E27FC236}">
                    <a16:creationId xmlns:a16="http://schemas.microsoft.com/office/drawing/2014/main" id="{B3EBFF29-013F-BDE0-C37B-3AB6894C758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023691" y="2069958"/>
                <a:ext cx="230393" cy="230393"/>
              </a:xfrm>
              <a:prstGeom prst="rect">
                <a:avLst/>
              </a:prstGeom>
            </p:spPr>
          </p:pic>
          <p:pic>
            <p:nvPicPr>
              <p:cNvPr id="84" name="Graphic 83">
                <a:extLst>
                  <a:ext uri="{FF2B5EF4-FFF2-40B4-BE49-F238E27FC236}">
                    <a16:creationId xmlns:a16="http://schemas.microsoft.com/office/drawing/2014/main" id="{60A1D417-33F8-81C2-A843-C27C45C9DCF8}"/>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303554" y="2069958"/>
                <a:ext cx="230393" cy="230393"/>
              </a:xfrm>
              <a:prstGeom prst="rect">
                <a:avLst/>
              </a:prstGeom>
            </p:spPr>
          </p:pic>
          <p:pic>
            <p:nvPicPr>
              <p:cNvPr id="85" name="Graphic 84">
                <a:extLst>
                  <a:ext uri="{FF2B5EF4-FFF2-40B4-BE49-F238E27FC236}">
                    <a16:creationId xmlns:a16="http://schemas.microsoft.com/office/drawing/2014/main" id="{8B3A32E6-EFF0-04B5-3528-E3C407D98DDD}"/>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583417" y="2069958"/>
                <a:ext cx="230393" cy="230393"/>
              </a:xfrm>
              <a:prstGeom prst="rect">
                <a:avLst/>
              </a:prstGeom>
            </p:spPr>
          </p:pic>
        </p:grpSp>
        <p:grpSp>
          <p:nvGrpSpPr>
            <p:cNvPr id="79" name="Group 78">
              <a:extLst>
                <a:ext uri="{FF2B5EF4-FFF2-40B4-BE49-F238E27FC236}">
                  <a16:creationId xmlns:a16="http://schemas.microsoft.com/office/drawing/2014/main" id="{DE3960E7-2641-6CED-8A95-5C1C2B002EF8}"/>
                </a:ext>
              </a:extLst>
            </p:cNvPr>
            <p:cNvGrpSpPr/>
            <p:nvPr/>
          </p:nvGrpSpPr>
          <p:grpSpPr>
            <a:xfrm>
              <a:off x="6800780" y="3390151"/>
              <a:ext cx="790119" cy="230393"/>
              <a:chOff x="3023691" y="2069958"/>
              <a:chExt cx="790119" cy="230393"/>
            </a:xfrm>
          </p:grpSpPr>
          <p:pic>
            <p:nvPicPr>
              <p:cNvPr id="80" name="Graphic 79">
                <a:extLst>
                  <a:ext uri="{FF2B5EF4-FFF2-40B4-BE49-F238E27FC236}">
                    <a16:creationId xmlns:a16="http://schemas.microsoft.com/office/drawing/2014/main" id="{1102ACE9-72A2-0D63-C0A3-7AAF02B9AA1F}"/>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023691" y="2069958"/>
                <a:ext cx="230393" cy="230393"/>
              </a:xfrm>
              <a:prstGeom prst="rect">
                <a:avLst/>
              </a:prstGeom>
            </p:spPr>
          </p:pic>
          <p:pic>
            <p:nvPicPr>
              <p:cNvPr id="81" name="Graphic 80">
                <a:extLst>
                  <a:ext uri="{FF2B5EF4-FFF2-40B4-BE49-F238E27FC236}">
                    <a16:creationId xmlns:a16="http://schemas.microsoft.com/office/drawing/2014/main" id="{46876EB7-0010-C142-CAF5-A1FC72F7CD1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303554" y="2069958"/>
                <a:ext cx="230393" cy="230393"/>
              </a:xfrm>
              <a:prstGeom prst="rect">
                <a:avLst/>
              </a:prstGeom>
            </p:spPr>
          </p:pic>
          <p:pic>
            <p:nvPicPr>
              <p:cNvPr id="82" name="Graphic 81">
                <a:extLst>
                  <a:ext uri="{FF2B5EF4-FFF2-40B4-BE49-F238E27FC236}">
                    <a16:creationId xmlns:a16="http://schemas.microsoft.com/office/drawing/2014/main" id="{DBC43B6E-4275-D7BD-7EF0-27DC1EB7AB9E}"/>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583417" y="2069958"/>
                <a:ext cx="230393" cy="230393"/>
              </a:xfrm>
              <a:prstGeom prst="rect">
                <a:avLst/>
              </a:prstGeom>
            </p:spPr>
          </p:pic>
        </p:grpSp>
      </p:grpSp>
      <p:grpSp>
        <p:nvGrpSpPr>
          <p:cNvPr id="86" name="Group 85">
            <a:extLst>
              <a:ext uri="{FF2B5EF4-FFF2-40B4-BE49-F238E27FC236}">
                <a16:creationId xmlns:a16="http://schemas.microsoft.com/office/drawing/2014/main" id="{A23287CA-79FC-E0A4-A459-4EBE5AC403A6}"/>
              </a:ext>
            </a:extLst>
          </p:cNvPr>
          <p:cNvGrpSpPr/>
          <p:nvPr/>
        </p:nvGrpSpPr>
        <p:grpSpPr>
          <a:xfrm>
            <a:off x="6963838" y="2501417"/>
            <a:ext cx="734041" cy="457868"/>
            <a:chOff x="6899524" y="3308698"/>
            <a:chExt cx="734041" cy="457868"/>
          </a:xfrm>
        </p:grpSpPr>
        <p:grpSp>
          <p:nvGrpSpPr>
            <p:cNvPr id="87" name="Group 86">
              <a:extLst>
                <a:ext uri="{FF2B5EF4-FFF2-40B4-BE49-F238E27FC236}">
                  <a16:creationId xmlns:a16="http://schemas.microsoft.com/office/drawing/2014/main" id="{A8DBC6AC-8E79-C82F-2079-B274DDBF93AE}"/>
                </a:ext>
              </a:extLst>
            </p:cNvPr>
            <p:cNvGrpSpPr/>
            <p:nvPr/>
          </p:nvGrpSpPr>
          <p:grpSpPr>
            <a:xfrm>
              <a:off x="6899524" y="3308698"/>
              <a:ext cx="174754" cy="174754"/>
              <a:chOff x="6967067" y="4190904"/>
              <a:chExt cx="174754" cy="174754"/>
            </a:xfrm>
          </p:grpSpPr>
          <p:sp>
            <p:nvSpPr>
              <p:cNvPr id="113" name="Oval 112">
                <a:extLst>
                  <a:ext uri="{FF2B5EF4-FFF2-40B4-BE49-F238E27FC236}">
                    <a16:creationId xmlns:a16="http://schemas.microsoft.com/office/drawing/2014/main" id="{A0BF07BE-E1B4-E7A7-8963-0FE19A160B91}"/>
                  </a:ext>
                </a:extLst>
              </p:cNvPr>
              <p:cNvSpPr/>
              <p:nvPr/>
            </p:nvSpPr>
            <p:spPr>
              <a:xfrm>
                <a:off x="6967067" y="4190904"/>
                <a:ext cx="174754" cy="174754"/>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114" name="Group 113">
                <a:extLst>
                  <a:ext uri="{FF2B5EF4-FFF2-40B4-BE49-F238E27FC236}">
                    <a16:creationId xmlns:a16="http://schemas.microsoft.com/office/drawing/2014/main" id="{029992E6-627C-EA27-48E6-99715922E5B4}"/>
                  </a:ext>
                </a:extLst>
              </p:cNvPr>
              <p:cNvGrpSpPr/>
              <p:nvPr/>
            </p:nvGrpSpPr>
            <p:grpSpPr>
              <a:xfrm>
                <a:off x="6980770" y="4201766"/>
                <a:ext cx="149833" cy="150145"/>
                <a:chOff x="291074" y="2935069"/>
                <a:chExt cx="221361" cy="221822"/>
              </a:xfrm>
            </p:grpSpPr>
            <p:sp>
              <p:nvSpPr>
                <p:cNvPr id="115" name="Picture Placeholder 118">
                  <a:extLst>
                    <a:ext uri="{FF2B5EF4-FFF2-40B4-BE49-F238E27FC236}">
                      <a16:creationId xmlns:a16="http://schemas.microsoft.com/office/drawing/2014/main" id="{5911ACF1-9A6E-B6B3-0C9C-DD51C40074CB}"/>
                    </a:ext>
                  </a:extLst>
                </p:cNvPr>
                <p:cNvSpPr/>
                <p:nvPr/>
              </p:nvSpPr>
              <p:spPr>
                <a:xfrm>
                  <a:off x="291074" y="2935069"/>
                  <a:ext cx="221361" cy="221822"/>
                </a:xfrm>
                <a:custGeom>
                  <a:avLst/>
                  <a:gdLst>
                    <a:gd name="connsiteX0" fmla="*/ 110681 w 221361"/>
                    <a:gd name="connsiteY0" fmla="*/ 221822 h 221822"/>
                    <a:gd name="connsiteX1" fmla="*/ 0 w 221361"/>
                    <a:gd name="connsiteY1" fmla="*/ 110911 h 221822"/>
                    <a:gd name="connsiteX2" fmla="*/ 110681 w 221361"/>
                    <a:gd name="connsiteY2" fmla="*/ 0 h 221822"/>
                    <a:gd name="connsiteX3" fmla="*/ 221361 w 221361"/>
                    <a:gd name="connsiteY3" fmla="*/ 110911 h 221822"/>
                    <a:gd name="connsiteX4" fmla="*/ 110681 w 221361"/>
                    <a:gd name="connsiteY4" fmla="*/ 221822 h 221822"/>
                    <a:gd name="connsiteX5" fmla="*/ 110681 w 221361"/>
                    <a:gd name="connsiteY5" fmla="*/ 15844 h 221822"/>
                    <a:gd name="connsiteX6" fmla="*/ 15812 w 221361"/>
                    <a:gd name="connsiteY6" fmla="*/ 110911 h 221822"/>
                    <a:gd name="connsiteX7" fmla="*/ 110681 w 221361"/>
                    <a:gd name="connsiteY7" fmla="*/ 205978 h 221822"/>
                    <a:gd name="connsiteX8" fmla="*/ 205550 w 221361"/>
                    <a:gd name="connsiteY8" fmla="*/ 110911 h 221822"/>
                    <a:gd name="connsiteX9" fmla="*/ 110807 w 221361"/>
                    <a:gd name="connsiteY9" fmla="*/ 15718 h 221822"/>
                    <a:gd name="connsiteX10" fmla="*/ 110681 w 221361"/>
                    <a:gd name="connsiteY10" fmla="*/ 15718 h 22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361" h="221822">
                      <a:moveTo>
                        <a:pt x="110681" y="221822"/>
                      </a:moveTo>
                      <a:cubicBezTo>
                        <a:pt x="49553" y="221822"/>
                        <a:pt x="0" y="172166"/>
                        <a:pt x="0" y="110911"/>
                      </a:cubicBezTo>
                      <a:cubicBezTo>
                        <a:pt x="0" y="49657"/>
                        <a:pt x="49553" y="0"/>
                        <a:pt x="110681" y="0"/>
                      </a:cubicBezTo>
                      <a:cubicBezTo>
                        <a:pt x="171808" y="0"/>
                        <a:pt x="221361" y="49657"/>
                        <a:pt x="221361" y="110911"/>
                      </a:cubicBezTo>
                      <a:cubicBezTo>
                        <a:pt x="221291" y="172137"/>
                        <a:pt x="171779" y="221753"/>
                        <a:pt x="110681" y="221822"/>
                      </a:cubicBezTo>
                      <a:close/>
                      <a:moveTo>
                        <a:pt x="110681" y="15844"/>
                      </a:moveTo>
                      <a:cubicBezTo>
                        <a:pt x="58286" y="15844"/>
                        <a:pt x="15812" y="58407"/>
                        <a:pt x="15812" y="110911"/>
                      </a:cubicBezTo>
                      <a:cubicBezTo>
                        <a:pt x="15812" y="163415"/>
                        <a:pt x="58286" y="205978"/>
                        <a:pt x="110681" y="205978"/>
                      </a:cubicBezTo>
                      <a:cubicBezTo>
                        <a:pt x="163075" y="205978"/>
                        <a:pt x="205550" y="163415"/>
                        <a:pt x="205550" y="110911"/>
                      </a:cubicBezTo>
                      <a:cubicBezTo>
                        <a:pt x="205619" y="58407"/>
                        <a:pt x="163202" y="15788"/>
                        <a:pt x="110807" y="15718"/>
                      </a:cubicBezTo>
                      <a:cubicBezTo>
                        <a:pt x="110765" y="15718"/>
                        <a:pt x="110723" y="15718"/>
                        <a:pt x="110681" y="15718"/>
                      </a:cubicBezTo>
                      <a:close/>
                    </a:path>
                  </a:pathLst>
                </a:custGeom>
                <a:solidFill>
                  <a:schemeClr val="accent3"/>
                </a:solidFill>
                <a:ln w="6271" cap="flat">
                  <a:noFill/>
                  <a:prstDash val="solid"/>
                  <a:miter/>
                </a:ln>
              </p:spPr>
              <p:txBody>
                <a:bodyPr rtlCol="0" anchor="ctr"/>
                <a:lstStyle/>
                <a:p>
                  <a:endParaRPr lang="en-US"/>
                </a:p>
              </p:txBody>
            </p:sp>
            <p:sp>
              <p:nvSpPr>
                <p:cNvPr id="116" name="Picture Placeholder 118">
                  <a:extLst>
                    <a:ext uri="{FF2B5EF4-FFF2-40B4-BE49-F238E27FC236}">
                      <a16:creationId xmlns:a16="http://schemas.microsoft.com/office/drawing/2014/main" id="{929CB853-395F-1257-0B21-0DB483B616CE}"/>
                    </a:ext>
                  </a:extLst>
                </p:cNvPr>
                <p:cNvSpPr/>
                <p:nvPr/>
              </p:nvSpPr>
              <p:spPr>
                <a:xfrm>
                  <a:off x="343505" y="3003327"/>
                  <a:ext cx="112830" cy="79729"/>
                </a:xfrm>
                <a:custGeom>
                  <a:avLst/>
                  <a:gdLst>
                    <a:gd name="connsiteX0" fmla="*/ 44462 w 112830"/>
                    <a:gd name="connsiteY0" fmla="*/ 79729 h 79729"/>
                    <a:gd name="connsiteX1" fmla="*/ 0 w 112830"/>
                    <a:gd name="connsiteY1" fmla="*/ 35238 h 79729"/>
                    <a:gd name="connsiteX2" fmla="*/ 11195 w 112830"/>
                    <a:gd name="connsiteY2" fmla="*/ 24020 h 79729"/>
                    <a:gd name="connsiteX3" fmla="*/ 44462 w 112830"/>
                    <a:gd name="connsiteY3" fmla="*/ 57357 h 79729"/>
                    <a:gd name="connsiteX4" fmla="*/ 101700 w 112830"/>
                    <a:gd name="connsiteY4" fmla="*/ 0 h 79729"/>
                    <a:gd name="connsiteX5" fmla="*/ 112831 w 112830"/>
                    <a:gd name="connsiteY5" fmla="*/ 11218 h 79729"/>
                    <a:gd name="connsiteX6" fmla="*/ 44462 w 112830"/>
                    <a:gd name="connsiteY6" fmla="*/ 79729 h 7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30" h="79729">
                      <a:moveTo>
                        <a:pt x="44462" y="79729"/>
                      </a:moveTo>
                      <a:lnTo>
                        <a:pt x="0" y="35238"/>
                      </a:lnTo>
                      <a:lnTo>
                        <a:pt x="11195" y="24020"/>
                      </a:lnTo>
                      <a:lnTo>
                        <a:pt x="44462" y="57357"/>
                      </a:lnTo>
                      <a:lnTo>
                        <a:pt x="101700" y="0"/>
                      </a:lnTo>
                      <a:lnTo>
                        <a:pt x="112831" y="11218"/>
                      </a:lnTo>
                      <a:lnTo>
                        <a:pt x="44462" y="79729"/>
                      </a:lnTo>
                      <a:close/>
                    </a:path>
                  </a:pathLst>
                </a:custGeom>
                <a:solidFill>
                  <a:schemeClr val="accent3"/>
                </a:solidFill>
                <a:ln w="6271" cap="flat">
                  <a:noFill/>
                  <a:prstDash val="solid"/>
                  <a:miter/>
                </a:ln>
              </p:spPr>
              <p:txBody>
                <a:bodyPr rtlCol="0" anchor="ctr"/>
                <a:lstStyle/>
                <a:p>
                  <a:endParaRPr lang="en-US"/>
                </a:p>
              </p:txBody>
            </p:sp>
          </p:grpSp>
        </p:grpSp>
        <p:grpSp>
          <p:nvGrpSpPr>
            <p:cNvPr id="88" name="Group 87">
              <a:extLst>
                <a:ext uri="{FF2B5EF4-FFF2-40B4-BE49-F238E27FC236}">
                  <a16:creationId xmlns:a16="http://schemas.microsoft.com/office/drawing/2014/main" id="{544331E9-B5DB-845D-8788-1187EA82BB40}"/>
                </a:ext>
              </a:extLst>
            </p:cNvPr>
            <p:cNvGrpSpPr/>
            <p:nvPr/>
          </p:nvGrpSpPr>
          <p:grpSpPr>
            <a:xfrm>
              <a:off x="7182263" y="3308698"/>
              <a:ext cx="174754" cy="174754"/>
              <a:chOff x="7249806" y="4194899"/>
              <a:chExt cx="174754" cy="174754"/>
            </a:xfrm>
          </p:grpSpPr>
          <p:sp>
            <p:nvSpPr>
              <p:cNvPr id="109" name="Oval 108">
                <a:extLst>
                  <a:ext uri="{FF2B5EF4-FFF2-40B4-BE49-F238E27FC236}">
                    <a16:creationId xmlns:a16="http://schemas.microsoft.com/office/drawing/2014/main" id="{387412DF-E7BB-65E5-A179-DCAA663AC0A0}"/>
                  </a:ext>
                </a:extLst>
              </p:cNvPr>
              <p:cNvSpPr/>
              <p:nvPr/>
            </p:nvSpPr>
            <p:spPr>
              <a:xfrm>
                <a:off x="7249806" y="4194899"/>
                <a:ext cx="174754" cy="174754"/>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110" name="Group 109">
                <a:extLst>
                  <a:ext uri="{FF2B5EF4-FFF2-40B4-BE49-F238E27FC236}">
                    <a16:creationId xmlns:a16="http://schemas.microsoft.com/office/drawing/2014/main" id="{ACDE9FFF-9CDB-1AAF-BC8F-5B8B9AD90A68}"/>
                  </a:ext>
                </a:extLst>
              </p:cNvPr>
              <p:cNvGrpSpPr/>
              <p:nvPr/>
            </p:nvGrpSpPr>
            <p:grpSpPr>
              <a:xfrm>
                <a:off x="7263509" y="4205761"/>
                <a:ext cx="149833" cy="150145"/>
                <a:chOff x="291074" y="2935069"/>
                <a:chExt cx="221361" cy="221822"/>
              </a:xfrm>
            </p:grpSpPr>
            <p:sp>
              <p:nvSpPr>
                <p:cNvPr id="111" name="Picture Placeholder 118">
                  <a:extLst>
                    <a:ext uri="{FF2B5EF4-FFF2-40B4-BE49-F238E27FC236}">
                      <a16:creationId xmlns:a16="http://schemas.microsoft.com/office/drawing/2014/main" id="{80C49176-389A-4632-42D2-81AEAFEBEF75}"/>
                    </a:ext>
                  </a:extLst>
                </p:cNvPr>
                <p:cNvSpPr/>
                <p:nvPr/>
              </p:nvSpPr>
              <p:spPr>
                <a:xfrm>
                  <a:off x="291074" y="2935069"/>
                  <a:ext cx="221361" cy="221822"/>
                </a:xfrm>
                <a:custGeom>
                  <a:avLst/>
                  <a:gdLst>
                    <a:gd name="connsiteX0" fmla="*/ 110681 w 221361"/>
                    <a:gd name="connsiteY0" fmla="*/ 221822 h 221822"/>
                    <a:gd name="connsiteX1" fmla="*/ 0 w 221361"/>
                    <a:gd name="connsiteY1" fmla="*/ 110911 h 221822"/>
                    <a:gd name="connsiteX2" fmla="*/ 110681 w 221361"/>
                    <a:gd name="connsiteY2" fmla="*/ 0 h 221822"/>
                    <a:gd name="connsiteX3" fmla="*/ 221361 w 221361"/>
                    <a:gd name="connsiteY3" fmla="*/ 110911 h 221822"/>
                    <a:gd name="connsiteX4" fmla="*/ 110681 w 221361"/>
                    <a:gd name="connsiteY4" fmla="*/ 221822 h 221822"/>
                    <a:gd name="connsiteX5" fmla="*/ 110681 w 221361"/>
                    <a:gd name="connsiteY5" fmla="*/ 15844 h 221822"/>
                    <a:gd name="connsiteX6" fmla="*/ 15812 w 221361"/>
                    <a:gd name="connsiteY6" fmla="*/ 110911 h 221822"/>
                    <a:gd name="connsiteX7" fmla="*/ 110681 w 221361"/>
                    <a:gd name="connsiteY7" fmla="*/ 205978 h 221822"/>
                    <a:gd name="connsiteX8" fmla="*/ 205550 w 221361"/>
                    <a:gd name="connsiteY8" fmla="*/ 110911 h 221822"/>
                    <a:gd name="connsiteX9" fmla="*/ 110807 w 221361"/>
                    <a:gd name="connsiteY9" fmla="*/ 15718 h 221822"/>
                    <a:gd name="connsiteX10" fmla="*/ 110681 w 221361"/>
                    <a:gd name="connsiteY10" fmla="*/ 15718 h 22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361" h="221822">
                      <a:moveTo>
                        <a:pt x="110681" y="221822"/>
                      </a:moveTo>
                      <a:cubicBezTo>
                        <a:pt x="49553" y="221822"/>
                        <a:pt x="0" y="172166"/>
                        <a:pt x="0" y="110911"/>
                      </a:cubicBezTo>
                      <a:cubicBezTo>
                        <a:pt x="0" y="49657"/>
                        <a:pt x="49553" y="0"/>
                        <a:pt x="110681" y="0"/>
                      </a:cubicBezTo>
                      <a:cubicBezTo>
                        <a:pt x="171808" y="0"/>
                        <a:pt x="221361" y="49657"/>
                        <a:pt x="221361" y="110911"/>
                      </a:cubicBezTo>
                      <a:cubicBezTo>
                        <a:pt x="221291" y="172137"/>
                        <a:pt x="171779" y="221753"/>
                        <a:pt x="110681" y="221822"/>
                      </a:cubicBezTo>
                      <a:close/>
                      <a:moveTo>
                        <a:pt x="110681" y="15844"/>
                      </a:moveTo>
                      <a:cubicBezTo>
                        <a:pt x="58286" y="15844"/>
                        <a:pt x="15812" y="58407"/>
                        <a:pt x="15812" y="110911"/>
                      </a:cubicBezTo>
                      <a:cubicBezTo>
                        <a:pt x="15812" y="163415"/>
                        <a:pt x="58286" y="205978"/>
                        <a:pt x="110681" y="205978"/>
                      </a:cubicBezTo>
                      <a:cubicBezTo>
                        <a:pt x="163075" y="205978"/>
                        <a:pt x="205550" y="163415"/>
                        <a:pt x="205550" y="110911"/>
                      </a:cubicBezTo>
                      <a:cubicBezTo>
                        <a:pt x="205619" y="58407"/>
                        <a:pt x="163202" y="15788"/>
                        <a:pt x="110807" y="15718"/>
                      </a:cubicBezTo>
                      <a:cubicBezTo>
                        <a:pt x="110765" y="15718"/>
                        <a:pt x="110723" y="15718"/>
                        <a:pt x="110681" y="15718"/>
                      </a:cubicBezTo>
                      <a:close/>
                    </a:path>
                  </a:pathLst>
                </a:custGeom>
                <a:solidFill>
                  <a:schemeClr val="accent3"/>
                </a:solidFill>
                <a:ln w="6271" cap="flat">
                  <a:noFill/>
                  <a:prstDash val="solid"/>
                  <a:miter/>
                </a:ln>
              </p:spPr>
              <p:txBody>
                <a:bodyPr rtlCol="0" anchor="ctr"/>
                <a:lstStyle/>
                <a:p>
                  <a:endParaRPr lang="en-US"/>
                </a:p>
              </p:txBody>
            </p:sp>
            <p:sp>
              <p:nvSpPr>
                <p:cNvPr id="112" name="Picture Placeholder 118">
                  <a:extLst>
                    <a:ext uri="{FF2B5EF4-FFF2-40B4-BE49-F238E27FC236}">
                      <a16:creationId xmlns:a16="http://schemas.microsoft.com/office/drawing/2014/main" id="{809C3F4C-ABE7-1BFF-A9F6-F1064D2EA0AB}"/>
                    </a:ext>
                  </a:extLst>
                </p:cNvPr>
                <p:cNvSpPr/>
                <p:nvPr/>
              </p:nvSpPr>
              <p:spPr>
                <a:xfrm>
                  <a:off x="343505" y="3003327"/>
                  <a:ext cx="112830" cy="79729"/>
                </a:xfrm>
                <a:custGeom>
                  <a:avLst/>
                  <a:gdLst>
                    <a:gd name="connsiteX0" fmla="*/ 44462 w 112830"/>
                    <a:gd name="connsiteY0" fmla="*/ 79729 h 79729"/>
                    <a:gd name="connsiteX1" fmla="*/ 0 w 112830"/>
                    <a:gd name="connsiteY1" fmla="*/ 35238 h 79729"/>
                    <a:gd name="connsiteX2" fmla="*/ 11195 w 112830"/>
                    <a:gd name="connsiteY2" fmla="*/ 24020 h 79729"/>
                    <a:gd name="connsiteX3" fmla="*/ 44462 w 112830"/>
                    <a:gd name="connsiteY3" fmla="*/ 57357 h 79729"/>
                    <a:gd name="connsiteX4" fmla="*/ 101700 w 112830"/>
                    <a:gd name="connsiteY4" fmla="*/ 0 h 79729"/>
                    <a:gd name="connsiteX5" fmla="*/ 112831 w 112830"/>
                    <a:gd name="connsiteY5" fmla="*/ 11218 h 79729"/>
                    <a:gd name="connsiteX6" fmla="*/ 44462 w 112830"/>
                    <a:gd name="connsiteY6" fmla="*/ 79729 h 7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30" h="79729">
                      <a:moveTo>
                        <a:pt x="44462" y="79729"/>
                      </a:moveTo>
                      <a:lnTo>
                        <a:pt x="0" y="35238"/>
                      </a:lnTo>
                      <a:lnTo>
                        <a:pt x="11195" y="24020"/>
                      </a:lnTo>
                      <a:lnTo>
                        <a:pt x="44462" y="57357"/>
                      </a:lnTo>
                      <a:lnTo>
                        <a:pt x="101700" y="0"/>
                      </a:lnTo>
                      <a:lnTo>
                        <a:pt x="112831" y="11218"/>
                      </a:lnTo>
                      <a:lnTo>
                        <a:pt x="44462" y="79729"/>
                      </a:lnTo>
                      <a:close/>
                    </a:path>
                  </a:pathLst>
                </a:custGeom>
                <a:solidFill>
                  <a:schemeClr val="accent3"/>
                </a:solidFill>
                <a:ln w="6271" cap="flat">
                  <a:noFill/>
                  <a:prstDash val="solid"/>
                  <a:miter/>
                </a:ln>
              </p:spPr>
              <p:txBody>
                <a:bodyPr rtlCol="0" anchor="ctr"/>
                <a:lstStyle/>
                <a:p>
                  <a:endParaRPr lang="en-US"/>
                </a:p>
              </p:txBody>
            </p:sp>
          </p:grpSp>
        </p:grpSp>
        <p:grpSp>
          <p:nvGrpSpPr>
            <p:cNvPr id="89" name="Group 88">
              <a:extLst>
                <a:ext uri="{FF2B5EF4-FFF2-40B4-BE49-F238E27FC236}">
                  <a16:creationId xmlns:a16="http://schemas.microsoft.com/office/drawing/2014/main" id="{C9C265F6-F0E8-864E-25FC-EB8DB7560D5F}"/>
                </a:ext>
              </a:extLst>
            </p:cNvPr>
            <p:cNvGrpSpPr/>
            <p:nvPr/>
          </p:nvGrpSpPr>
          <p:grpSpPr>
            <a:xfrm>
              <a:off x="7458811" y="3308698"/>
              <a:ext cx="174754" cy="174754"/>
              <a:chOff x="7249806" y="4194899"/>
              <a:chExt cx="174754" cy="174754"/>
            </a:xfrm>
          </p:grpSpPr>
          <p:sp>
            <p:nvSpPr>
              <p:cNvPr id="105" name="Oval 104">
                <a:extLst>
                  <a:ext uri="{FF2B5EF4-FFF2-40B4-BE49-F238E27FC236}">
                    <a16:creationId xmlns:a16="http://schemas.microsoft.com/office/drawing/2014/main" id="{49D75F94-9FF2-07CF-1E34-22DC8E9D34CD}"/>
                  </a:ext>
                </a:extLst>
              </p:cNvPr>
              <p:cNvSpPr/>
              <p:nvPr/>
            </p:nvSpPr>
            <p:spPr>
              <a:xfrm>
                <a:off x="7249806" y="4194899"/>
                <a:ext cx="174754" cy="174754"/>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106" name="Group 105">
                <a:extLst>
                  <a:ext uri="{FF2B5EF4-FFF2-40B4-BE49-F238E27FC236}">
                    <a16:creationId xmlns:a16="http://schemas.microsoft.com/office/drawing/2014/main" id="{0EBA9D4B-C1DD-B633-C1D0-AF6751FBA4DA}"/>
                  </a:ext>
                </a:extLst>
              </p:cNvPr>
              <p:cNvGrpSpPr/>
              <p:nvPr/>
            </p:nvGrpSpPr>
            <p:grpSpPr>
              <a:xfrm>
                <a:off x="7263509" y="4205761"/>
                <a:ext cx="149833" cy="150145"/>
                <a:chOff x="291074" y="2935069"/>
                <a:chExt cx="221361" cy="221822"/>
              </a:xfrm>
            </p:grpSpPr>
            <p:sp>
              <p:nvSpPr>
                <p:cNvPr id="107" name="Picture Placeholder 118">
                  <a:extLst>
                    <a:ext uri="{FF2B5EF4-FFF2-40B4-BE49-F238E27FC236}">
                      <a16:creationId xmlns:a16="http://schemas.microsoft.com/office/drawing/2014/main" id="{8A7E87B8-C5E4-ACEB-5709-721C60B33FA4}"/>
                    </a:ext>
                  </a:extLst>
                </p:cNvPr>
                <p:cNvSpPr/>
                <p:nvPr/>
              </p:nvSpPr>
              <p:spPr>
                <a:xfrm>
                  <a:off x="291074" y="2935069"/>
                  <a:ext cx="221361" cy="221822"/>
                </a:xfrm>
                <a:custGeom>
                  <a:avLst/>
                  <a:gdLst>
                    <a:gd name="connsiteX0" fmla="*/ 110681 w 221361"/>
                    <a:gd name="connsiteY0" fmla="*/ 221822 h 221822"/>
                    <a:gd name="connsiteX1" fmla="*/ 0 w 221361"/>
                    <a:gd name="connsiteY1" fmla="*/ 110911 h 221822"/>
                    <a:gd name="connsiteX2" fmla="*/ 110681 w 221361"/>
                    <a:gd name="connsiteY2" fmla="*/ 0 h 221822"/>
                    <a:gd name="connsiteX3" fmla="*/ 221361 w 221361"/>
                    <a:gd name="connsiteY3" fmla="*/ 110911 h 221822"/>
                    <a:gd name="connsiteX4" fmla="*/ 110681 w 221361"/>
                    <a:gd name="connsiteY4" fmla="*/ 221822 h 221822"/>
                    <a:gd name="connsiteX5" fmla="*/ 110681 w 221361"/>
                    <a:gd name="connsiteY5" fmla="*/ 15844 h 221822"/>
                    <a:gd name="connsiteX6" fmla="*/ 15812 w 221361"/>
                    <a:gd name="connsiteY6" fmla="*/ 110911 h 221822"/>
                    <a:gd name="connsiteX7" fmla="*/ 110681 w 221361"/>
                    <a:gd name="connsiteY7" fmla="*/ 205978 h 221822"/>
                    <a:gd name="connsiteX8" fmla="*/ 205550 w 221361"/>
                    <a:gd name="connsiteY8" fmla="*/ 110911 h 221822"/>
                    <a:gd name="connsiteX9" fmla="*/ 110807 w 221361"/>
                    <a:gd name="connsiteY9" fmla="*/ 15718 h 221822"/>
                    <a:gd name="connsiteX10" fmla="*/ 110681 w 221361"/>
                    <a:gd name="connsiteY10" fmla="*/ 15718 h 22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361" h="221822">
                      <a:moveTo>
                        <a:pt x="110681" y="221822"/>
                      </a:moveTo>
                      <a:cubicBezTo>
                        <a:pt x="49553" y="221822"/>
                        <a:pt x="0" y="172166"/>
                        <a:pt x="0" y="110911"/>
                      </a:cubicBezTo>
                      <a:cubicBezTo>
                        <a:pt x="0" y="49657"/>
                        <a:pt x="49553" y="0"/>
                        <a:pt x="110681" y="0"/>
                      </a:cubicBezTo>
                      <a:cubicBezTo>
                        <a:pt x="171808" y="0"/>
                        <a:pt x="221361" y="49657"/>
                        <a:pt x="221361" y="110911"/>
                      </a:cubicBezTo>
                      <a:cubicBezTo>
                        <a:pt x="221291" y="172137"/>
                        <a:pt x="171779" y="221753"/>
                        <a:pt x="110681" y="221822"/>
                      </a:cubicBezTo>
                      <a:close/>
                      <a:moveTo>
                        <a:pt x="110681" y="15844"/>
                      </a:moveTo>
                      <a:cubicBezTo>
                        <a:pt x="58286" y="15844"/>
                        <a:pt x="15812" y="58407"/>
                        <a:pt x="15812" y="110911"/>
                      </a:cubicBezTo>
                      <a:cubicBezTo>
                        <a:pt x="15812" y="163415"/>
                        <a:pt x="58286" y="205978"/>
                        <a:pt x="110681" y="205978"/>
                      </a:cubicBezTo>
                      <a:cubicBezTo>
                        <a:pt x="163075" y="205978"/>
                        <a:pt x="205550" y="163415"/>
                        <a:pt x="205550" y="110911"/>
                      </a:cubicBezTo>
                      <a:cubicBezTo>
                        <a:pt x="205619" y="58407"/>
                        <a:pt x="163202" y="15788"/>
                        <a:pt x="110807" y="15718"/>
                      </a:cubicBezTo>
                      <a:cubicBezTo>
                        <a:pt x="110765" y="15718"/>
                        <a:pt x="110723" y="15718"/>
                        <a:pt x="110681" y="15718"/>
                      </a:cubicBezTo>
                      <a:close/>
                    </a:path>
                  </a:pathLst>
                </a:custGeom>
                <a:solidFill>
                  <a:schemeClr val="accent4"/>
                </a:solidFill>
                <a:ln w="6271" cap="flat">
                  <a:noFill/>
                  <a:prstDash val="solid"/>
                  <a:miter/>
                </a:ln>
              </p:spPr>
              <p:txBody>
                <a:bodyPr rtlCol="0" anchor="ctr"/>
                <a:lstStyle/>
                <a:p>
                  <a:endParaRPr lang="en-US"/>
                </a:p>
              </p:txBody>
            </p:sp>
            <p:sp>
              <p:nvSpPr>
                <p:cNvPr id="108" name="Picture Placeholder 118">
                  <a:extLst>
                    <a:ext uri="{FF2B5EF4-FFF2-40B4-BE49-F238E27FC236}">
                      <a16:creationId xmlns:a16="http://schemas.microsoft.com/office/drawing/2014/main" id="{40880CCC-8564-42AB-3C64-ABD91A351610}"/>
                    </a:ext>
                  </a:extLst>
                </p:cNvPr>
                <p:cNvSpPr/>
                <p:nvPr/>
              </p:nvSpPr>
              <p:spPr>
                <a:xfrm>
                  <a:off x="343505" y="3003327"/>
                  <a:ext cx="112830" cy="79729"/>
                </a:xfrm>
                <a:custGeom>
                  <a:avLst/>
                  <a:gdLst>
                    <a:gd name="connsiteX0" fmla="*/ 44462 w 112830"/>
                    <a:gd name="connsiteY0" fmla="*/ 79729 h 79729"/>
                    <a:gd name="connsiteX1" fmla="*/ 0 w 112830"/>
                    <a:gd name="connsiteY1" fmla="*/ 35238 h 79729"/>
                    <a:gd name="connsiteX2" fmla="*/ 11195 w 112830"/>
                    <a:gd name="connsiteY2" fmla="*/ 24020 h 79729"/>
                    <a:gd name="connsiteX3" fmla="*/ 44462 w 112830"/>
                    <a:gd name="connsiteY3" fmla="*/ 57357 h 79729"/>
                    <a:gd name="connsiteX4" fmla="*/ 101700 w 112830"/>
                    <a:gd name="connsiteY4" fmla="*/ 0 h 79729"/>
                    <a:gd name="connsiteX5" fmla="*/ 112831 w 112830"/>
                    <a:gd name="connsiteY5" fmla="*/ 11218 h 79729"/>
                    <a:gd name="connsiteX6" fmla="*/ 44462 w 112830"/>
                    <a:gd name="connsiteY6" fmla="*/ 79729 h 7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30" h="79729">
                      <a:moveTo>
                        <a:pt x="44462" y="79729"/>
                      </a:moveTo>
                      <a:lnTo>
                        <a:pt x="0" y="35238"/>
                      </a:lnTo>
                      <a:lnTo>
                        <a:pt x="11195" y="24020"/>
                      </a:lnTo>
                      <a:lnTo>
                        <a:pt x="44462" y="57357"/>
                      </a:lnTo>
                      <a:lnTo>
                        <a:pt x="101700" y="0"/>
                      </a:lnTo>
                      <a:lnTo>
                        <a:pt x="112831" y="11218"/>
                      </a:lnTo>
                      <a:lnTo>
                        <a:pt x="44462" y="79729"/>
                      </a:lnTo>
                      <a:close/>
                    </a:path>
                  </a:pathLst>
                </a:custGeom>
                <a:solidFill>
                  <a:schemeClr val="accent4"/>
                </a:solidFill>
                <a:ln w="6271" cap="flat">
                  <a:noFill/>
                  <a:prstDash val="solid"/>
                  <a:miter/>
                </a:ln>
              </p:spPr>
              <p:txBody>
                <a:bodyPr rtlCol="0" anchor="ctr"/>
                <a:lstStyle/>
                <a:p>
                  <a:endParaRPr lang="en-US"/>
                </a:p>
              </p:txBody>
            </p:sp>
          </p:grpSp>
        </p:grpSp>
        <p:grpSp>
          <p:nvGrpSpPr>
            <p:cNvPr id="90" name="Group 89">
              <a:extLst>
                <a:ext uri="{FF2B5EF4-FFF2-40B4-BE49-F238E27FC236}">
                  <a16:creationId xmlns:a16="http://schemas.microsoft.com/office/drawing/2014/main" id="{53F5DAE3-D874-6ABF-F308-2573A20C8D83}"/>
                </a:ext>
              </a:extLst>
            </p:cNvPr>
            <p:cNvGrpSpPr/>
            <p:nvPr/>
          </p:nvGrpSpPr>
          <p:grpSpPr>
            <a:xfrm>
              <a:off x="6899524" y="3591812"/>
              <a:ext cx="174754" cy="174754"/>
              <a:chOff x="6967067" y="4190904"/>
              <a:chExt cx="174754" cy="174754"/>
            </a:xfrm>
          </p:grpSpPr>
          <p:sp>
            <p:nvSpPr>
              <p:cNvPr id="101" name="Oval 100">
                <a:extLst>
                  <a:ext uri="{FF2B5EF4-FFF2-40B4-BE49-F238E27FC236}">
                    <a16:creationId xmlns:a16="http://schemas.microsoft.com/office/drawing/2014/main" id="{67B3A542-9EF6-9DAC-B75E-FF434D1772CD}"/>
                  </a:ext>
                </a:extLst>
              </p:cNvPr>
              <p:cNvSpPr/>
              <p:nvPr/>
            </p:nvSpPr>
            <p:spPr>
              <a:xfrm>
                <a:off x="6967067" y="4190904"/>
                <a:ext cx="174754" cy="174754"/>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102" name="Group 101">
                <a:extLst>
                  <a:ext uri="{FF2B5EF4-FFF2-40B4-BE49-F238E27FC236}">
                    <a16:creationId xmlns:a16="http://schemas.microsoft.com/office/drawing/2014/main" id="{CD122D6D-A949-66AD-E1D7-B44BB17C954B}"/>
                  </a:ext>
                </a:extLst>
              </p:cNvPr>
              <p:cNvGrpSpPr/>
              <p:nvPr/>
            </p:nvGrpSpPr>
            <p:grpSpPr>
              <a:xfrm>
                <a:off x="6980770" y="4201766"/>
                <a:ext cx="149833" cy="150145"/>
                <a:chOff x="291074" y="2935069"/>
                <a:chExt cx="221361" cy="221822"/>
              </a:xfrm>
            </p:grpSpPr>
            <p:sp>
              <p:nvSpPr>
                <p:cNvPr id="103" name="Picture Placeholder 118">
                  <a:extLst>
                    <a:ext uri="{FF2B5EF4-FFF2-40B4-BE49-F238E27FC236}">
                      <a16:creationId xmlns:a16="http://schemas.microsoft.com/office/drawing/2014/main" id="{DF233FA6-6EDC-0BE2-CFB7-11B004E2A86D}"/>
                    </a:ext>
                  </a:extLst>
                </p:cNvPr>
                <p:cNvSpPr/>
                <p:nvPr/>
              </p:nvSpPr>
              <p:spPr>
                <a:xfrm>
                  <a:off x="291074" y="2935069"/>
                  <a:ext cx="221361" cy="221822"/>
                </a:xfrm>
                <a:custGeom>
                  <a:avLst/>
                  <a:gdLst>
                    <a:gd name="connsiteX0" fmla="*/ 110681 w 221361"/>
                    <a:gd name="connsiteY0" fmla="*/ 221822 h 221822"/>
                    <a:gd name="connsiteX1" fmla="*/ 0 w 221361"/>
                    <a:gd name="connsiteY1" fmla="*/ 110911 h 221822"/>
                    <a:gd name="connsiteX2" fmla="*/ 110681 w 221361"/>
                    <a:gd name="connsiteY2" fmla="*/ 0 h 221822"/>
                    <a:gd name="connsiteX3" fmla="*/ 221361 w 221361"/>
                    <a:gd name="connsiteY3" fmla="*/ 110911 h 221822"/>
                    <a:gd name="connsiteX4" fmla="*/ 110681 w 221361"/>
                    <a:gd name="connsiteY4" fmla="*/ 221822 h 221822"/>
                    <a:gd name="connsiteX5" fmla="*/ 110681 w 221361"/>
                    <a:gd name="connsiteY5" fmla="*/ 15844 h 221822"/>
                    <a:gd name="connsiteX6" fmla="*/ 15812 w 221361"/>
                    <a:gd name="connsiteY6" fmla="*/ 110911 h 221822"/>
                    <a:gd name="connsiteX7" fmla="*/ 110681 w 221361"/>
                    <a:gd name="connsiteY7" fmla="*/ 205978 h 221822"/>
                    <a:gd name="connsiteX8" fmla="*/ 205550 w 221361"/>
                    <a:gd name="connsiteY8" fmla="*/ 110911 h 221822"/>
                    <a:gd name="connsiteX9" fmla="*/ 110807 w 221361"/>
                    <a:gd name="connsiteY9" fmla="*/ 15718 h 221822"/>
                    <a:gd name="connsiteX10" fmla="*/ 110681 w 221361"/>
                    <a:gd name="connsiteY10" fmla="*/ 15718 h 22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361" h="221822">
                      <a:moveTo>
                        <a:pt x="110681" y="221822"/>
                      </a:moveTo>
                      <a:cubicBezTo>
                        <a:pt x="49553" y="221822"/>
                        <a:pt x="0" y="172166"/>
                        <a:pt x="0" y="110911"/>
                      </a:cubicBezTo>
                      <a:cubicBezTo>
                        <a:pt x="0" y="49657"/>
                        <a:pt x="49553" y="0"/>
                        <a:pt x="110681" y="0"/>
                      </a:cubicBezTo>
                      <a:cubicBezTo>
                        <a:pt x="171808" y="0"/>
                        <a:pt x="221361" y="49657"/>
                        <a:pt x="221361" y="110911"/>
                      </a:cubicBezTo>
                      <a:cubicBezTo>
                        <a:pt x="221291" y="172137"/>
                        <a:pt x="171779" y="221753"/>
                        <a:pt x="110681" y="221822"/>
                      </a:cubicBezTo>
                      <a:close/>
                      <a:moveTo>
                        <a:pt x="110681" y="15844"/>
                      </a:moveTo>
                      <a:cubicBezTo>
                        <a:pt x="58286" y="15844"/>
                        <a:pt x="15812" y="58407"/>
                        <a:pt x="15812" y="110911"/>
                      </a:cubicBezTo>
                      <a:cubicBezTo>
                        <a:pt x="15812" y="163415"/>
                        <a:pt x="58286" y="205978"/>
                        <a:pt x="110681" y="205978"/>
                      </a:cubicBezTo>
                      <a:cubicBezTo>
                        <a:pt x="163075" y="205978"/>
                        <a:pt x="205550" y="163415"/>
                        <a:pt x="205550" y="110911"/>
                      </a:cubicBezTo>
                      <a:cubicBezTo>
                        <a:pt x="205619" y="58407"/>
                        <a:pt x="163202" y="15788"/>
                        <a:pt x="110807" y="15718"/>
                      </a:cubicBezTo>
                      <a:cubicBezTo>
                        <a:pt x="110765" y="15718"/>
                        <a:pt x="110723" y="15718"/>
                        <a:pt x="110681" y="15718"/>
                      </a:cubicBezTo>
                      <a:close/>
                    </a:path>
                  </a:pathLst>
                </a:custGeom>
                <a:solidFill>
                  <a:schemeClr val="accent3"/>
                </a:solidFill>
                <a:ln w="6271" cap="flat">
                  <a:noFill/>
                  <a:prstDash val="solid"/>
                  <a:miter/>
                </a:ln>
              </p:spPr>
              <p:txBody>
                <a:bodyPr rtlCol="0" anchor="ctr"/>
                <a:lstStyle/>
                <a:p>
                  <a:endParaRPr lang="en-US"/>
                </a:p>
              </p:txBody>
            </p:sp>
            <p:sp>
              <p:nvSpPr>
                <p:cNvPr id="104" name="Picture Placeholder 118">
                  <a:extLst>
                    <a:ext uri="{FF2B5EF4-FFF2-40B4-BE49-F238E27FC236}">
                      <a16:creationId xmlns:a16="http://schemas.microsoft.com/office/drawing/2014/main" id="{09AF5224-989A-4B54-0840-ACDDC2AA4412}"/>
                    </a:ext>
                  </a:extLst>
                </p:cNvPr>
                <p:cNvSpPr/>
                <p:nvPr/>
              </p:nvSpPr>
              <p:spPr>
                <a:xfrm>
                  <a:off x="343505" y="3003327"/>
                  <a:ext cx="112830" cy="79729"/>
                </a:xfrm>
                <a:custGeom>
                  <a:avLst/>
                  <a:gdLst>
                    <a:gd name="connsiteX0" fmla="*/ 44462 w 112830"/>
                    <a:gd name="connsiteY0" fmla="*/ 79729 h 79729"/>
                    <a:gd name="connsiteX1" fmla="*/ 0 w 112830"/>
                    <a:gd name="connsiteY1" fmla="*/ 35238 h 79729"/>
                    <a:gd name="connsiteX2" fmla="*/ 11195 w 112830"/>
                    <a:gd name="connsiteY2" fmla="*/ 24020 h 79729"/>
                    <a:gd name="connsiteX3" fmla="*/ 44462 w 112830"/>
                    <a:gd name="connsiteY3" fmla="*/ 57357 h 79729"/>
                    <a:gd name="connsiteX4" fmla="*/ 101700 w 112830"/>
                    <a:gd name="connsiteY4" fmla="*/ 0 h 79729"/>
                    <a:gd name="connsiteX5" fmla="*/ 112831 w 112830"/>
                    <a:gd name="connsiteY5" fmla="*/ 11218 h 79729"/>
                    <a:gd name="connsiteX6" fmla="*/ 44462 w 112830"/>
                    <a:gd name="connsiteY6" fmla="*/ 79729 h 7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30" h="79729">
                      <a:moveTo>
                        <a:pt x="44462" y="79729"/>
                      </a:moveTo>
                      <a:lnTo>
                        <a:pt x="0" y="35238"/>
                      </a:lnTo>
                      <a:lnTo>
                        <a:pt x="11195" y="24020"/>
                      </a:lnTo>
                      <a:lnTo>
                        <a:pt x="44462" y="57357"/>
                      </a:lnTo>
                      <a:lnTo>
                        <a:pt x="101700" y="0"/>
                      </a:lnTo>
                      <a:lnTo>
                        <a:pt x="112831" y="11218"/>
                      </a:lnTo>
                      <a:lnTo>
                        <a:pt x="44462" y="79729"/>
                      </a:lnTo>
                      <a:close/>
                    </a:path>
                  </a:pathLst>
                </a:custGeom>
                <a:solidFill>
                  <a:schemeClr val="accent3"/>
                </a:solidFill>
                <a:ln w="6271" cap="flat">
                  <a:noFill/>
                  <a:prstDash val="solid"/>
                  <a:miter/>
                </a:ln>
              </p:spPr>
              <p:txBody>
                <a:bodyPr rtlCol="0" anchor="ctr"/>
                <a:lstStyle/>
                <a:p>
                  <a:endParaRPr lang="en-US"/>
                </a:p>
              </p:txBody>
            </p:sp>
          </p:grpSp>
        </p:grpSp>
        <p:grpSp>
          <p:nvGrpSpPr>
            <p:cNvPr id="91" name="Group 90">
              <a:extLst>
                <a:ext uri="{FF2B5EF4-FFF2-40B4-BE49-F238E27FC236}">
                  <a16:creationId xmlns:a16="http://schemas.microsoft.com/office/drawing/2014/main" id="{5169AACB-6ADC-F06E-BEFD-5C01999B4150}"/>
                </a:ext>
              </a:extLst>
            </p:cNvPr>
            <p:cNvGrpSpPr/>
            <p:nvPr/>
          </p:nvGrpSpPr>
          <p:grpSpPr>
            <a:xfrm>
              <a:off x="7182263" y="3591812"/>
              <a:ext cx="174754" cy="174754"/>
              <a:chOff x="7249806" y="4194899"/>
              <a:chExt cx="174754" cy="174754"/>
            </a:xfrm>
          </p:grpSpPr>
          <p:sp>
            <p:nvSpPr>
              <p:cNvPr id="97" name="Oval 96">
                <a:extLst>
                  <a:ext uri="{FF2B5EF4-FFF2-40B4-BE49-F238E27FC236}">
                    <a16:creationId xmlns:a16="http://schemas.microsoft.com/office/drawing/2014/main" id="{BDC1E693-581E-E58E-8A05-84B083F979CC}"/>
                  </a:ext>
                </a:extLst>
              </p:cNvPr>
              <p:cNvSpPr/>
              <p:nvPr/>
            </p:nvSpPr>
            <p:spPr>
              <a:xfrm>
                <a:off x="7249806" y="4194899"/>
                <a:ext cx="174754" cy="174754"/>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98" name="Group 97">
                <a:extLst>
                  <a:ext uri="{FF2B5EF4-FFF2-40B4-BE49-F238E27FC236}">
                    <a16:creationId xmlns:a16="http://schemas.microsoft.com/office/drawing/2014/main" id="{FA5CE6A3-9C67-AB74-FF05-25D1B60DFF2D}"/>
                  </a:ext>
                </a:extLst>
              </p:cNvPr>
              <p:cNvGrpSpPr/>
              <p:nvPr/>
            </p:nvGrpSpPr>
            <p:grpSpPr>
              <a:xfrm>
                <a:off x="7263509" y="4205761"/>
                <a:ext cx="149833" cy="150145"/>
                <a:chOff x="291074" y="2935069"/>
                <a:chExt cx="221361" cy="221822"/>
              </a:xfrm>
            </p:grpSpPr>
            <p:sp>
              <p:nvSpPr>
                <p:cNvPr id="99" name="Picture Placeholder 118">
                  <a:extLst>
                    <a:ext uri="{FF2B5EF4-FFF2-40B4-BE49-F238E27FC236}">
                      <a16:creationId xmlns:a16="http://schemas.microsoft.com/office/drawing/2014/main" id="{6A68E395-48F3-74C5-F3DC-FCD8C944E070}"/>
                    </a:ext>
                  </a:extLst>
                </p:cNvPr>
                <p:cNvSpPr/>
                <p:nvPr/>
              </p:nvSpPr>
              <p:spPr>
                <a:xfrm>
                  <a:off x="291074" y="2935069"/>
                  <a:ext cx="221361" cy="221822"/>
                </a:xfrm>
                <a:custGeom>
                  <a:avLst/>
                  <a:gdLst>
                    <a:gd name="connsiteX0" fmla="*/ 110681 w 221361"/>
                    <a:gd name="connsiteY0" fmla="*/ 221822 h 221822"/>
                    <a:gd name="connsiteX1" fmla="*/ 0 w 221361"/>
                    <a:gd name="connsiteY1" fmla="*/ 110911 h 221822"/>
                    <a:gd name="connsiteX2" fmla="*/ 110681 w 221361"/>
                    <a:gd name="connsiteY2" fmla="*/ 0 h 221822"/>
                    <a:gd name="connsiteX3" fmla="*/ 221361 w 221361"/>
                    <a:gd name="connsiteY3" fmla="*/ 110911 h 221822"/>
                    <a:gd name="connsiteX4" fmla="*/ 110681 w 221361"/>
                    <a:gd name="connsiteY4" fmla="*/ 221822 h 221822"/>
                    <a:gd name="connsiteX5" fmla="*/ 110681 w 221361"/>
                    <a:gd name="connsiteY5" fmla="*/ 15844 h 221822"/>
                    <a:gd name="connsiteX6" fmla="*/ 15812 w 221361"/>
                    <a:gd name="connsiteY6" fmla="*/ 110911 h 221822"/>
                    <a:gd name="connsiteX7" fmla="*/ 110681 w 221361"/>
                    <a:gd name="connsiteY7" fmla="*/ 205978 h 221822"/>
                    <a:gd name="connsiteX8" fmla="*/ 205550 w 221361"/>
                    <a:gd name="connsiteY8" fmla="*/ 110911 h 221822"/>
                    <a:gd name="connsiteX9" fmla="*/ 110807 w 221361"/>
                    <a:gd name="connsiteY9" fmla="*/ 15718 h 221822"/>
                    <a:gd name="connsiteX10" fmla="*/ 110681 w 221361"/>
                    <a:gd name="connsiteY10" fmla="*/ 15718 h 22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361" h="221822">
                      <a:moveTo>
                        <a:pt x="110681" y="221822"/>
                      </a:moveTo>
                      <a:cubicBezTo>
                        <a:pt x="49553" y="221822"/>
                        <a:pt x="0" y="172166"/>
                        <a:pt x="0" y="110911"/>
                      </a:cubicBezTo>
                      <a:cubicBezTo>
                        <a:pt x="0" y="49657"/>
                        <a:pt x="49553" y="0"/>
                        <a:pt x="110681" y="0"/>
                      </a:cubicBezTo>
                      <a:cubicBezTo>
                        <a:pt x="171808" y="0"/>
                        <a:pt x="221361" y="49657"/>
                        <a:pt x="221361" y="110911"/>
                      </a:cubicBezTo>
                      <a:cubicBezTo>
                        <a:pt x="221291" y="172137"/>
                        <a:pt x="171779" y="221753"/>
                        <a:pt x="110681" y="221822"/>
                      </a:cubicBezTo>
                      <a:close/>
                      <a:moveTo>
                        <a:pt x="110681" y="15844"/>
                      </a:moveTo>
                      <a:cubicBezTo>
                        <a:pt x="58286" y="15844"/>
                        <a:pt x="15812" y="58407"/>
                        <a:pt x="15812" y="110911"/>
                      </a:cubicBezTo>
                      <a:cubicBezTo>
                        <a:pt x="15812" y="163415"/>
                        <a:pt x="58286" y="205978"/>
                        <a:pt x="110681" y="205978"/>
                      </a:cubicBezTo>
                      <a:cubicBezTo>
                        <a:pt x="163075" y="205978"/>
                        <a:pt x="205550" y="163415"/>
                        <a:pt x="205550" y="110911"/>
                      </a:cubicBezTo>
                      <a:cubicBezTo>
                        <a:pt x="205619" y="58407"/>
                        <a:pt x="163202" y="15788"/>
                        <a:pt x="110807" y="15718"/>
                      </a:cubicBezTo>
                      <a:cubicBezTo>
                        <a:pt x="110765" y="15718"/>
                        <a:pt x="110723" y="15718"/>
                        <a:pt x="110681" y="15718"/>
                      </a:cubicBezTo>
                      <a:close/>
                    </a:path>
                  </a:pathLst>
                </a:custGeom>
                <a:solidFill>
                  <a:schemeClr val="accent3"/>
                </a:solidFill>
                <a:ln w="6271" cap="flat">
                  <a:noFill/>
                  <a:prstDash val="solid"/>
                  <a:miter/>
                </a:ln>
              </p:spPr>
              <p:txBody>
                <a:bodyPr rtlCol="0" anchor="ctr"/>
                <a:lstStyle/>
                <a:p>
                  <a:endParaRPr lang="en-US"/>
                </a:p>
              </p:txBody>
            </p:sp>
            <p:sp>
              <p:nvSpPr>
                <p:cNvPr id="100" name="Picture Placeholder 118">
                  <a:extLst>
                    <a:ext uri="{FF2B5EF4-FFF2-40B4-BE49-F238E27FC236}">
                      <a16:creationId xmlns:a16="http://schemas.microsoft.com/office/drawing/2014/main" id="{8548E948-36D1-2445-58B8-2935FB629A38}"/>
                    </a:ext>
                  </a:extLst>
                </p:cNvPr>
                <p:cNvSpPr/>
                <p:nvPr/>
              </p:nvSpPr>
              <p:spPr>
                <a:xfrm>
                  <a:off x="343505" y="3003327"/>
                  <a:ext cx="112830" cy="79729"/>
                </a:xfrm>
                <a:custGeom>
                  <a:avLst/>
                  <a:gdLst>
                    <a:gd name="connsiteX0" fmla="*/ 44462 w 112830"/>
                    <a:gd name="connsiteY0" fmla="*/ 79729 h 79729"/>
                    <a:gd name="connsiteX1" fmla="*/ 0 w 112830"/>
                    <a:gd name="connsiteY1" fmla="*/ 35238 h 79729"/>
                    <a:gd name="connsiteX2" fmla="*/ 11195 w 112830"/>
                    <a:gd name="connsiteY2" fmla="*/ 24020 h 79729"/>
                    <a:gd name="connsiteX3" fmla="*/ 44462 w 112830"/>
                    <a:gd name="connsiteY3" fmla="*/ 57357 h 79729"/>
                    <a:gd name="connsiteX4" fmla="*/ 101700 w 112830"/>
                    <a:gd name="connsiteY4" fmla="*/ 0 h 79729"/>
                    <a:gd name="connsiteX5" fmla="*/ 112831 w 112830"/>
                    <a:gd name="connsiteY5" fmla="*/ 11218 h 79729"/>
                    <a:gd name="connsiteX6" fmla="*/ 44462 w 112830"/>
                    <a:gd name="connsiteY6" fmla="*/ 79729 h 7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30" h="79729">
                      <a:moveTo>
                        <a:pt x="44462" y="79729"/>
                      </a:moveTo>
                      <a:lnTo>
                        <a:pt x="0" y="35238"/>
                      </a:lnTo>
                      <a:lnTo>
                        <a:pt x="11195" y="24020"/>
                      </a:lnTo>
                      <a:lnTo>
                        <a:pt x="44462" y="57357"/>
                      </a:lnTo>
                      <a:lnTo>
                        <a:pt x="101700" y="0"/>
                      </a:lnTo>
                      <a:lnTo>
                        <a:pt x="112831" y="11218"/>
                      </a:lnTo>
                      <a:lnTo>
                        <a:pt x="44462" y="79729"/>
                      </a:lnTo>
                      <a:close/>
                    </a:path>
                  </a:pathLst>
                </a:custGeom>
                <a:solidFill>
                  <a:schemeClr val="accent3"/>
                </a:solidFill>
                <a:ln w="6271" cap="flat">
                  <a:noFill/>
                  <a:prstDash val="solid"/>
                  <a:miter/>
                </a:ln>
              </p:spPr>
              <p:txBody>
                <a:bodyPr rtlCol="0" anchor="ctr"/>
                <a:lstStyle/>
                <a:p>
                  <a:endParaRPr lang="en-US"/>
                </a:p>
              </p:txBody>
            </p:sp>
          </p:grpSp>
        </p:grpSp>
        <p:grpSp>
          <p:nvGrpSpPr>
            <p:cNvPr id="92" name="Group 91">
              <a:extLst>
                <a:ext uri="{FF2B5EF4-FFF2-40B4-BE49-F238E27FC236}">
                  <a16:creationId xmlns:a16="http://schemas.microsoft.com/office/drawing/2014/main" id="{5347AF49-F52E-53B1-012C-49164B3E3A99}"/>
                </a:ext>
              </a:extLst>
            </p:cNvPr>
            <p:cNvGrpSpPr/>
            <p:nvPr/>
          </p:nvGrpSpPr>
          <p:grpSpPr>
            <a:xfrm>
              <a:off x="7458811" y="3591812"/>
              <a:ext cx="174754" cy="174754"/>
              <a:chOff x="7249806" y="4194899"/>
              <a:chExt cx="174754" cy="174754"/>
            </a:xfrm>
          </p:grpSpPr>
          <p:sp>
            <p:nvSpPr>
              <p:cNvPr id="93" name="Oval 92">
                <a:extLst>
                  <a:ext uri="{FF2B5EF4-FFF2-40B4-BE49-F238E27FC236}">
                    <a16:creationId xmlns:a16="http://schemas.microsoft.com/office/drawing/2014/main" id="{66A132F3-DF8E-2F4F-D47B-69A5F975E13C}"/>
                  </a:ext>
                </a:extLst>
              </p:cNvPr>
              <p:cNvSpPr/>
              <p:nvPr/>
            </p:nvSpPr>
            <p:spPr>
              <a:xfrm>
                <a:off x="7249806" y="4194899"/>
                <a:ext cx="174754" cy="174754"/>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94" name="Group 93">
                <a:extLst>
                  <a:ext uri="{FF2B5EF4-FFF2-40B4-BE49-F238E27FC236}">
                    <a16:creationId xmlns:a16="http://schemas.microsoft.com/office/drawing/2014/main" id="{2A6BCE65-70E8-7259-1417-1F449BB1F99F}"/>
                  </a:ext>
                </a:extLst>
              </p:cNvPr>
              <p:cNvGrpSpPr/>
              <p:nvPr/>
            </p:nvGrpSpPr>
            <p:grpSpPr>
              <a:xfrm>
                <a:off x="7263509" y="4205761"/>
                <a:ext cx="149833" cy="150145"/>
                <a:chOff x="291074" y="2935069"/>
                <a:chExt cx="221361" cy="221822"/>
              </a:xfrm>
            </p:grpSpPr>
            <p:sp>
              <p:nvSpPr>
                <p:cNvPr id="95" name="Picture Placeholder 118">
                  <a:extLst>
                    <a:ext uri="{FF2B5EF4-FFF2-40B4-BE49-F238E27FC236}">
                      <a16:creationId xmlns:a16="http://schemas.microsoft.com/office/drawing/2014/main" id="{3B282C0C-E512-758F-BB82-ADD0F4D4CB86}"/>
                    </a:ext>
                  </a:extLst>
                </p:cNvPr>
                <p:cNvSpPr/>
                <p:nvPr/>
              </p:nvSpPr>
              <p:spPr>
                <a:xfrm>
                  <a:off x="291074" y="2935069"/>
                  <a:ext cx="221361" cy="221822"/>
                </a:xfrm>
                <a:custGeom>
                  <a:avLst/>
                  <a:gdLst>
                    <a:gd name="connsiteX0" fmla="*/ 110681 w 221361"/>
                    <a:gd name="connsiteY0" fmla="*/ 221822 h 221822"/>
                    <a:gd name="connsiteX1" fmla="*/ 0 w 221361"/>
                    <a:gd name="connsiteY1" fmla="*/ 110911 h 221822"/>
                    <a:gd name="connsiteX2" fmla="*/ 110681 w 221361"/>
                    <a:gd name="connsiteY2" fmla="*/ 0 h 221822"/>
                    <a:gd name="connsiteX3" fmla="*/ 221361 w 221361"/>
                    <a:gd name="connsiteY3" fmla="*/ 110911 h 221822"/>
                    <a:gd name="connsiteX4" fmla="*/ 110681 w 221361"/>
                    <a:gd name="connsiteY4" fmla="*/ 221822 h 221822"/>
                    <a:gd name="connsiteX5" fmla="*/ 110681 w 221361"/>
                    <a:gd name="connsiteY5" fmla="*/ 15844 h 221822"/>
                    <a:gd name="connsiteX6" fmla="*/ 15812 w 221361"/>
                    <a:gd name="connsiteY6" fmla="*/ 110911 h 221822"/>
                    <a:gd name="connsiteX7" fmla="*/ 110681 w 221361"/>
                    <a:gd name="connsiteY7" fmla="*/ 205978 h 221822"/>
                    <a:gd name="connsiteX8" fmla="*/ 205550 w 221361"/>
                    <a:gd name="connsiteY8" fmla="*/ 110911 h 221822"/>
                    <a:gd name="connsiteX9" fmla="*/ 110807 w 221361"/>
                    <a:gd name="connsiteY9" fmla="*/ 15718 h 221822"/>
                    <a:gd name="connsiteX10" fmla="*/ 110681 w 221361"/>
                    <a:gd name="connsiteY10" fmla="*/ 15718 h 22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361" h="221822">
                      <a:moveTo>
                        <a:pt x="110681" y="221822"/>
                      </a:moveTo>
                      <a:cubicBezTo>
                        <a:pt x="49553" y="221822"/>
                        <a:pt x="0" y="172166"/>
                        <a:pt x="0" y="110911"/>
                      </a:cubicBezTo>
                      <a:cubicBezTo>
                        <a:pt x="0" y="49657"/>
                        <a:pt x="49553" y="0"/>
                        <a:pt x="110681" y="0"/>
                      </a:cubicBezTo>
                      <a:cubicBezTo>
                        <a:pt x="171808" y="0"/>
                        <a:pt x="221361" y="49657"/>
                        <a:pt x="221361" y="110911"/>
                      </a:cubicBezTo>
                      <a:cubicBezTo>
                        <a:pt x="221291" y="172137"/>
                        <a:pt x="171779" y="221753"/>
                        <a:pt x="110681" y="221822"/>
                      </a:cubicBezTo>
                      <a:close/>
                      <a:moveTo>
                        <a:pt x="110681" y="15844"/>
                      </a:moveTo>
                      <a:cubicBezTo>
                        <a:pt x="58286" y="15844"/>
                        <a:pt x="15812" y="58407"/>
                        <a:pt x="15812" y="110911"/>
                      </a:cubicBezTo>
                      <a:cubicBezTo>
                        <a:pt x="15812" y="163415"/>
                        <a:pt x="58286" y="205978"/>
                        <a:pt x="110681" y="205978"/>
                      </a:cubicBezTo>
                      <a:cubicBezTo>
                        <a:pt x="163075" y="205978"/>
                        <a:pt x="205550" y="163415"/>
                        <a:pt x="205550" y="110911"/>
                      </a:cubicBezTo>
                      <a:cubicBezTo>
                        <a:pt x="205619" y="58407"/>
                        <a:pt x="163202" y="15788"/>
                        <a:pt x="110807" y="15718"/>
                      </a:cubicBezTo>
                      <a:cubicBezTo>
                        <a:pt x="110765" y="15718"/>
                        <a:pt x="110723" y="15718"/>
                        <a:pt x="110681" y="15718"/>
                      </a:cubicBezTo>
                      <a:close/>
                    </a:path>
                  </a:pathLst>
                </a:custGeom>
                <a:solidFill>
                  <a:schemeClr val="accent4"/>
                </a:solidFill>
                <a:ln w="6271" cap="flat">
                  <a:noFill/>
                  <a:prstDash val="solid"/>
                  <a:miter/>
                </a:ln>
              </p:spPr>
              <p:txBody>
                <a:bodyPr rtlCol="0" anchor="ctr"/>
                <a:lstStyle/>
                <a:p>
                  <a:endParaRPr lang="en-US"/>
                </a:p>
              </p:txBody>
            </p:sp>
            <p:sp>
              <p:nvSpPr>
                <p:cNvPr id="96" name="Picture Placeholder 118">
                  <a:extLst>
                    <a:ext uri="{FF2B5EF4-FFF2-40B4-BE49-F238E27FC236}">
                      <a16:creationId xmlns:a16="http://schemas.microsoft.com/office/drawing/2014/main" id="{CB7E35E8-0370-CFD6-5004-9E65A4DAECFB}"/>
                    </a:ext>
                  </a:extLst>
                </p:cNvPr>
                <p:cNvSpPr/>
                <p:nvPr/>
              </p:nvSpPr>
              <p:spPr>
                <a:xfrm>
                  <a:off x="343505" y="3003327"/>
                  <a:ext cx="112830" cy="79729"/>
                </a:xfrm>
                <a:custGeom>
                  <a:avLst/>
                  <a:gdLst>
                    <a:gd name="connsiteX0" fmla="*/ 44462 w 112830"/>
                    <a:gd name="connsiteY0" fmla="*/ 79729 h 79729"/>
                    <a:gd name="connsiteX1" fmla="*/ 0 w 112830"/>
                    <a:gd name="connsiteY1" fmla="*/ 35238 h 79729"/>
                    <a:gd name="connsiteX2" fmla="*/ 11195 w 112830"/>
                    <a:gd name="connsiteY2" fmla="*/ 24020 h 79729"/>
                    <a:gd name="connsiteX3" fmla="*/ 44462 w 112830"/>
                    <a:gd name="connsiteY3" fmla="*/ 57357 h 79729"/>
                    <a:gd name="connsiteX4" fmla="*/ 101700 w 112830"/>
                    <a:gd name="connsiteY4" fmla="*/ 0 h 79729"/>
                    <a:gd name="connsiteX5" fmla="*/ 112831 w 112830"/>
                    <a:gd name="connsiteY5" fmla="*/ 11218 h 79729"/>
                    <a:gd name="connsiteX6" fmla="*/ 44462 w 112830"/>
                    <a:gd name="connsiteY6" fmla="*/ 79729 h 7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30" h="79729">
                      <a:moveTo>
                        <a:pt x="44462" y="79729"/>
                      </a:moveTo>
                      <a:lnTo>
                        <a:pt x="0" y="35238"/>
                      </a:lnTo>
                      <a:lnTo>
                        <a:pt x="11195" y="24020"/>
                      </a:lnTo>
                      <a:lnTo>
                        <a:pt x="44462" y="57357"/>
                      </a:lnTo>
                      <a:lnTo>
                        <a:pt x="101700" y="0"/>
                      </a:lnTo>
                      <a:lnTo>
                        <a:pt x="112831" y="11218"/>
                      </a:lnTo>
                      <a:lnTo>
                        <a:pt x="44462" y="79729"/>
                      </a:lnTo>
                      <a:close/>
                    </a:path>
                  </a:pathLst>
                </a:custGeom>
                <a:solidFill>
                  <a:schemeClr val="accent4"/>
                </a:solidFill>
                <a:ln w="6271" cap="flat">
                  <a:noFill/>
                  <a:prstDash val="solid"/>
                  <a:miter/>
                </a:ln>
              </p:spPr>
              <p:txBody>
                <a:bodyPr rtlCol="0" anchor="ctr"/>
                <a:lstStyle/>
                <a:p>
                  <a:endParaRPr lang="en-US"/>
                </a:p>
              </p:txBody>
            </p:sp>
          </p:grpSp>
        </p:grpSp>
      </p:grpSp>
      <p:cxnSp>
        <p:nvCxnSpPr>
          <p:cNvPr id="118" name="Straight Connector 117">
            <a:extLst>
              <a:ext uri="{FF2B5EF4-FFF2-40B4-BE49-F238E27FC236}">
                <a16:creationId xmlns:a16="http://schemas.microsoft.com/office/drawing/2014/main" id="{B87957D7-47E0-6988-5BA5-91511074118A}"/>
              </a:ext>
            </a:extLst>
          </p:cNvPr>
          <p:cNvCxnSpPr>
            <a:cxnSpLocks/>
          </p:cNvCxnSpPr>
          <p:nvPr/>
        </p:nvCxnSpPr>
        <p:spPr bwMode="gray">
          <a:xfrm flipH="1">
            <a:off x="3505200" y="4008716"/>
            <a:ext cx="2001819" cy="0"/>
          </a:xfrm>
          <a:prstGeom prst="line">
            <a:avLst/>
          </a:prstGeom>
          <a:ln w="25400">
            <a:solidFill>
              <a:schemeClr val="accent3"/>
            </a:solidFill>
            <a:miter lim="800000"/>
            <a:tailEnd type="triangle" w="lg" len="med"/>
          </a:ln>
        </p:spPr>
        <p:style>
          <a:lnRef idx="1">
            <a:schemeClr val="accent1"/>
          </a:lnRef>
          <a:fillRef idx="0">
            <a:schemeClr val="accent1"/>
          </a:fillRef>
          <a:effectRef idx="0">
            <a:schemeClr val="accent1"/>
          </a:effectRef>
          <a:fontRef idx="minor">
            <a:schemeClr val="tx1"/>
          </a:fontRef>
        </p:style>
      </p:cxnSp>
      <p:sp>
        <p:nvSpPr>
          <p:cNvPr id="119" name="TextBox 118">
            <a:extLst>
              <a:ext uri="{FF2B5EF4-FFF2-40B4-BE49-F238E27FC236}">
                <a16:creationId xmlns:a16="http://schemas.microsoft.com/office/drawing/2014/main" id="{90B05385-8C32-F77B-DD3E-3387272E6258}"/>
              </a:ext>
            </a:extLst>
          </p:cNvPr>
          <p:cNvSpPr txBox="1"/>
          <p:nvPr/>
        </p:nvSpPr>
        <p:spPr>
          <a:xfrm>
            <a:off x="4032086" y="3795573"/>
            <a:ext cx="1211731" cy="184666"/>
          </a:xfrm>
          <a:prstGeom prst="rect">
            <a:avLst/>
          </a:prstGeom>
        </p:spPr>
        <p:txBody>
          <a:bodyPr wrap="square" lIns="0" tIns="0" rIns="0" bIns="0" rtlCol="0">
            <a:spAutoFit/>
          </a:bodyPr>
          <a:lstStyle/>
          <a:p>
            <a:pPr>
              <a:spcAft>
                <a:spcPts val="600"/>
              </a:spcAft>
            </a:pPr>
            <a:r>
              <a:rPr lang="en-US" sz="1200" dirty="0">
                <a:solidFill>
                  <a:schemeClr val="accent3"/>
                </a:solidFill>
              </a:rPr>
              <a:t>Replicate back</a:t>
            </a:r>
          </a:p>
        </p:txBody>
      </p:sp>
      <p:grpSp>
        <p:nvGrpSpPr>
          <p:cNvPr id="219" name="Group 218">
            <a:extLst>
              <a:ext uri="{FF2B5EF4-FFF2-40B4-BE49-F238E27FC236}">
                <a16:creationId xmlns:a16="http://schemas.microsoft.com/office/drawing/2014/main" id="{14D37022-D49E-E140-C7E0-6B6A36AC223B}"/>
              </a:ext>
            </a:extLst>
          </p:cNvPr>
          <p:cNvGrpSpPr/>
          <p:nvPr/>
        </p:nvGrpSpPr>
        <p:grpSpPr>
          <a:xfrm>
            <a:off x="712452" y="5068430"/>
            <a:ext cx="1625597" cy="283867"/>
            <a:chOff x="712452" y="5068430"/>
            <a:chExt cx="1625597" cy="283867"/>
          </a:xfrm>
        </p:grpSpPr>
        <p:sp>
          <p:nvSpPr>
            <p:cNvPr id="121" name="Rectangle 120">
              <a:extLst>
                <a:ext uri="{FF2B5EF4-FFF2-40B4-BE49-F238E27FC236}">
                  <a16:creationId xmlns:a16="http://schemas.microsoft.com/office/drawing/2014/main" id="{4D7456CE-BF3D-C1C6-A80A-8E9731682F65}"/>
                </a:ext>
              </a:extLst>
            </p:cNvPr>
            <p:cNvSpPr/>
            <p:nvPr/>
          </p:nvSpPr>
          <p:spPr>
            <a:xfrm>
              <a:off x="712452" y="506843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22" name="Rectangle 121">
              <a:extLst>
                <a:ext uri="{FF2B5EF4-FFF2-40B4-BE49-F238E27FC236}">
                  <a16:creationId xmlns:a16="http://schemas.microsoft.com/office/drawing/2014/main" id="{99D3946B-3400-53FA-CB6D-39C1F050DD54}"/>
                </a:ext>
              </a:extLst>
            </p:cNvPr>
            <p:cNvSpPr/>
            <p:nvPr/>
          </p:nvSpPr>
          <p:spPr>
            <a:xfrm>
              <a:off x="1276289" y="506843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23" name="Rectangle 122">
              <a:extLst>
                <a:ext uri="{FF2B5EF4-FFF2-40B4-BE49-F238E27FC236}">
                  <a16:creationId xmlns:a16="http://schemas.microsoft.com/office/drawing/2014/main" id="{83D74427-C2FD-733E-09EB-C65508236766}"/>
                </a:ext>
              </a:extLst>
            </p:cNvPr>
            <p:cNvSpPr/>
            <p:nvPr/>
          </p:nvSpPr>
          <p:spPr>
            <a:xfrm>
              <a:off x="1840126" y="506843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25" name="Rectangle 124">
              <a:extLst>
                <a:ext uri="{FF2B5EF4-FFF2-40B4-BE49-F238E27FC236}">
                  <a16:creationId xmlns:a16="http://schemas.microsoft.com/office/drawing/2014/main" id="{4182C7F9-209A-F9B3-5A0E-6ECD31C413AD}"/>
                </a:ext>
              </a:extLst>
            </p:cNvPr>
            <p:cNvSpPr/>
            <p:nvPr/>
          </p:nvSpPr>
          <p:spPr>
            <a:xfrm>
              <a:off x="712452" y="523923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26" name="Rectangle 125">
              <a:extLst>
                <a:ext uri="{FF2B5EF4-FFF2-40B4-BE49-F238E27FC236}">
                  <a16:creationId xmlns:a16="http://schemas.microsoft.com/office/drawing/2014/main" id="{CE6B4B3F-5C20-B230-EB69-A2D831BDB87C}"/>
                </a:ext>
              </a:extLst>
            </p:cNvPr>
            <p:cNvSpPr/>
            <p:nvPr/>
          </p:nvSpPr>
          <p:spPr>
            <a:xfrm>
              <a:off x="1276289" y="523923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27" name="Rectangle 126">
              <a:extLst>
                <a:ext uri="{FF2B5EF4-FFF2-40B4-BE49-F238E27FC236}">
                  <a16:creationId xmlns:a16="http://schemas.microsoft.com/office/drawing/2014/main" id="{00E9C4E6-7738-C953-C0B4-E63FDE86FC0D}"/>
                </a:ext>
              </a:extLst>
            </p:cNvPr>
            <p:cNvSpPr/>
            <p:nvPr/>
          </p:nvSpPr>
          <p:spPr>
            <a:xfrm>
              <a:off x="1840126" y="523923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220" name="Group 219">
            <a:extLst>
              <a:ext uri="{FF2B5EF4-FFF2-40B4-BE49-F238E27FC236}">
                <a16:creationId xmlns:a16="http://schemas.microsoft.com/office/drawing/2014/main" id="{08061260-3053-5537-CF26-53821E586B99}"/>
              </a:ext>
            </a:extLst>
          </p:cNvPr>
          <p:cNvGrpSpPr/>
          <p:nvPr/>
        </p:nvGrpSpPr>
        <p:grpSpPr>
          <a:xfrm>
            <a:off x="2403963" y="5068430"/>
            <a:ext cx="1061760" cy="283867"/>
            <a:chOff x="2403963" y="5068430"/>
            <a:chExt cx="1061760" cy="283867"/>
          </a:xfrm>
        </p:grpSpPr>
        <p:sp>
          <p:nvSpPr>
            <p:cNvPr id="124" name="Rectangle 123">
              <a:extLst>
                <a:ext uri="{FF2B5EF4-FFF2-40B4-BE49-F238E27FC236}">
                  <a16:creationId xmlns:a16="http://schemas.microsoft.com/office/drawing/2014/main" id="{42E28B81-673A-D4D6-E058-29A8B850D327}"/>
                </a:ext>
              </a:extLst>
            </p:cNvPr>
            <p:cNvSpPr/>
            <p:nvPr/>
          </p:nvSpPr>
          <p:spPr>
            <a:xfrm>
              <a:off x="2403963" y="5068430"/>
              <a:ext cx="497923" cy="113067"/>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28" name="Rectangle 127">
              <a:extLst>
                <a:ext uri="{FF2B5EF4-FFF2-40B4-BE49-F238E27FC236}">
                  <a16:creationId xmlns:a16="http://schemas.microsoft.com/office/drawing/2014/main" id="{E376090B-8D09-2D83-8FD9-B56F5E95B8CB}"/>
                </a:ext>
              </a:extLst>
            </p:cNvPr>
            <p:cNvSpPr/>
            <p:nvPr/>
          </p:nvSpPr>
          <p:spPr>
            <a:xfrm>
              <a:off x="2403963" y="5239230"/>
              <a:ext cx="497923" cy="113067"/>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29" name="Rectangle 128">
              <a:extLst>
                <a:ext uri="{FF2B5EF4-FFF2-40B4-BE49-F238E27FC236}">
                  <a16:creationId xmlns:a16="http://schemas.microsoft.com/office/drawing/2014/main" id="{91DEBF30-2C92-6958-93A4-B5370B6D24BC}"/>
                </a:ext>
              </a:extLst>
            </p:cNvPr>
            <p:cNvSpPr/>
            <p:nvPr/>
          </p:nvSpPr>
          <p:spPr>
            <a:xfrm>
              <a:off x="2967800" y="5068430"/>
              <a:ext cx="497923" cy="113067"/>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30" name="Rectangle 129">
              <a:extLst>
                <a:ext uri="{FF2B5EF4-FFF2-40B4-BE49-F238E27FC236}">
                  <a16:creationId xmlns:a16="http://schemas.microsoft.com/office/drawing/2014/main" id="{AE71E72E-8A72-B38E-AC8A-E0E9CDBE6ACC}"/>
                </a:ext>
              </a:extLst>
            </p:cNvPr>
            <p:cNvSpPr/>
            <p:nvPr/>
          </p:nvSpPr>
          <p:spPr>
            <a:xfrm>
              <a:off x="2967800" y="5239230"/>
              <a:ext cx="497923" cy="113067"/>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131" name="Group 130">
            <a:extLst>
              <a:ext uri="{FF2B5EF4-FFF2-40B4-BE49-F238E27FC236}">
                <a16:creationId xmlns:a16="http://schemas.microsoft.com/office/drawing/2014/main" id="{8D9B2A11-01B4-940D-895A-D95244D5BE5A}"/>
              </a:ext>
            </a:extLst>
          </p:cNvPr>
          <p:cNvGrpSpPr/>
          <p:nvPr/>
        </p:nvGrpSpPr>
        <p:grpSpPr>
          <a:xfrm>
            <a:off x="712451" y="3754728"/>
            <a:ext cx="2753272" cy="509818"/>
            <a:chOff x="712451" y="4074988"/>
            <a:chExt cx="2753272" cy="509818"/>
          </a:xfrm>
        </p:grpSpPr>
        <p:grpSp>
          <p:nvGrpSpPr>
            <p:cNvPr id="132" name="Group 131">
              <a:extLst>
                <a:ext uri="{FF2B5EF4-FFF2-40B4-BE49-F238E27FC236}">
                  <a16:creationId xmlns:a16="http://schemas.microsoft.com/office/drawing/2014/main" id="{8F374BBC-D05D-4A6B-41E0-96401831713C}"/>
                </a:ext>
              </a:extLst>
            </p:cNvPr>
            <p:cNvGrpSpPr/>
            <p:nvPr/>
          </p:nvGrpSpPr>
          <p:grpSpPr>
            <a:xfrm>
              <a:off x="1276289" y="4074988"/>
              <a:ext cx="2189434" cy="509818"/>
              <a:chOff x="712452" y="4074988"/>
              <a:chExt cx="2189434" cy="509818"/>
            </a:xfrm>
          </p:grpSpPr>
          <p:grpSp>
            <p:nvGrpSpPr>
              <p:cNvPr id="138" name="Group 137">
                <a:extLst>
                  <a:ext uri="{FF2B5EF4-FFF2-40B4-BE49-F238E27FC236}">
                    <a16:creationId xmlns:a16="http://schemas.microsoft.com/office/drawing/2014/main" id="{249A5BCD-920A-B8F9-D3E3-986898E84BE5}"/>
                  </a:ext>
                </a:extLst>
              </p:cNvPr>
              <p:cNvGrpSpPr/>
              <p:nvPr/>
            </p:nvGrpSpPr>
            <p:grpSpPr>
              <a:xfrm>
                <a:off x="712452" y="4354413"/>
                <a:ext cx="2189434" cy="230393"/>
                <a:chOff x="1904239" y="2069958"/>
                <a:chExt cx="2189434" cy="230393"/>
              </a:xfrm>
            </p:grpSpPr>
            <p:pic>
              <p:nvPicPr>
                <p:cNvPr id="148" name="Graphic 147">
                  <a:extLst>
                    <a:ext uri="{FF2B5EF4-FFF2-40B4-BE49-F238E27FC236}">
                      <a16:creationId xmlns:a16="http://schemas.microsoft.com/office/drawing/2014/main" id="{00B03C7D-9EAF-9FB9-AE37-02BF35E61ECB}"/>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2743828" y="2069958"/>
                  <a:ext cx="230393" cy="230393"/>
                </a:xfrm>
                <a:prstGeom prst="rect">
                  <a:avLst/>
                </a:prstGeom>
              </p:spPr>
            </p:pic>
            <p:pic>
              <p:nvPicPr>
                <p:cNvPr id="149" name="Graphic 148">
                  <a:extLst>
                    <a:ext uri="{FF2B5EF4-FFF2-40B4-BE49-F238E27FC236}">
                      <a16:creationId xmlns:a16="http://schemas.microsoft.com/office/drawing/2014/main" id="{977F61E5-4184-5EC7-6955-8328B91CAE1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2463965" y="2069958"/>
                  <a:ext cx="230393" cy="230393"/>
                </a:xfrm>
                <a:prstGeom prst="rect">
                  <a:avLst/>
                </a:prstGeom>
              </p:spPr>
            </p:pic>
            <p:pic>
              <p:nvPicPr>
                <p:cNvPr id="150" name="Graphic 149">
                  <a:extLst>
                    <a:ext uri="{FF2B5EF4-FFF2-40B4-BE49-F238E27FC236}">
                      <a16:creationId xmlns:a16="http://schemas.microsoft.com/office/drawing/2014/main" id="{C00F4A77-AD8A-723C-C865-505C7911D0B3}"/>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2184102" y="2069958"/>
                  <a:ext cx="230393" cy="230393"/>
                </a:xfrm>
                <a:prstGeom prst="rect">
                  <a:avLst/>
                </a:prstGeom>
              </p:spPr>
            </p:pic>
            <p:pic>
              <p:nvPicPr>
                <p:cNvPr id="151" name="Graphic 150">
                  <a:extLst>
                    <a:ext uri="{FF2B5EF4-FFF2-40B4-BE49-F238E27FC236}">
                      <a16:creationId xmlns:a16="http://schemas.microsoft.com/office/drawing/2014/main" id="{08BC8B87-A730-DEDC-C7C3-568F9D6F4C4F}"/>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904239" y="2069958"/>
                  <a:ext cx="230393" cy="230393"/>
                </a:xfrm>
                <a:prstGeom prst="rect">
                  <a:avLst/>
                </a:prstGeom>
              </p:spPr>
            </p:pic>
            <p:pic>
              <p:nvPicPr>
                <p:cNvPr id="152" name="Graphic 151">
                  <a:extLst>
                    <a:ext uri="{FF2B5EF4-FFF2-40B4-BE49-F238E27FC236}">
                      <a16:creationId xmlns:a16="http://schemas.microsoft.com/office/drawing/2014/main" id="{B292CE71-8B3E-008A-B7B6-B7BA2ED3F10B}"/>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023691" y="2069958"/>
                  <a:ext cx="230393" cy="230393"/>
                </a:xfrm>
                <a:prstGeom prst="rect">
                  <a:avLst/>
                </a:prstGeom>
              </p:spPr>
            </p:pic>
            <p:pic>
              <p:nvPicPr>
                <p:cNvPr id="153" name="Graphic 152">
                  <a:extLst>
                    <a:ext uri="{FF2B5EF4-FFF2-40B4-BE49-F238E27FC236}">
                      <a16:creationId xmlns:a16="http://schemas.microsoft.com/office/drawing/2014/main" id="{AE20485A-2045-F8D7-6105-D7D1CD71C5E6}"/>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303554" y="2069958"/>
                  <a:ext cx="230393" cy="230393"/>
                </a:xfrm>
                <a:prstGeom prst="rect">
                  <a:avLst/>
                </a:prstGeom>
              </p:spPr>
            </p:pic>
            <p:pic>
              <p:nvPicPr>
                <p:cNvPr id="154" name="Graphic 153">
                  <a:extLst>
                    <a:ext uri="{FF2B5EF4-FFF2-40B4-BE49-F238E27FC236}">
                      <a16:creationId xmlns:a16="http://schemas.microsoft.com/office/drawing/2014/main" id="{FB9DF0E9-4D6B-D1ED-40E3-17E8BF1329B8}"/>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3863280" y="2069958"/>
                  <a:ext cx="230393" cy="230393"/>
                </a:xfrm>
                <a:prstGeom prst="rect">
                  <a:avLst/>
                </a:prstGeom>
              </p:spPr>
            </p:pic>
            <p:pic>
              <p:nvPicPr>
                <p:cNvPr id="155" name="Graphic 154">
                  <a:extLst>
                    <a:ext uri="{FF2B5EF4-FFF2-40B4-BE49-F238E27FC236}">
                      <a16:creationId xmlns:a16="http://schemas.microsoft.com/office/drawing/2014/main" id="{5A8B7438-CD17-6BB1-1C9B-BE90FCF625E3}"/>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583417" y="2069958"/>
                  <a:ext cx="230393" cy="230393"/>
                </a:xfrm>
                <a:prstGeom prst="rect">
                  <a:avLst/>
                </a:prstGeom>
              </p:spPr>
            </p:pic>
          </p:grpSp>
          <p:grpSp>
            <p:nvGrpSpPr>
              <p:cNvPr id="139" name="Group 138">
                <a:extLst>
                  <a:ext uri="{FF2B5EF4-FFF2-40B4-BE49-F238E27FC236}">
                    <a16:creationId xmlns:a16="http://schemas.microsoft.com/office/drawing/2014/main" id="{81518AB3-BD60-52E9-8CF0-41E2B943536F}"/>
                  </a:ext>
                </a:extLst>
              </p:cNvPr>
              <p:cNvGrpSpPr/>
              <p:nvPr/>
            </p:nvGrpSpPr>
            <p:grpSpPr>
              <a:xfrm>
                <a:off x="712452" y="4074988"/>
                <a:ext cx="2189434" cy="230393"/>
                <a:chOff x="1904239" y="2069958"/>
                <a:chExt cx="2189434" cy="230393"/>
              </a:xfrm>
            </p:grpSpPr>
            <p:pic>
              <p:nvPicPr>
                <p:cNvPr id="140" name="Graphic 139">
                  <a:extLst>
                    <a:ext uri="{FF2B5EF4-FFF2-40B4-BE49-F238E27FC236}">
                      <a16:creationId xmlns:a16="http://schemas.microsoft.com/office/drawing/2014/main" id="{B7ED0AD0-EA64-F215-C962-A7170DDFBB3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2743828" y="2069958"/>
                  <a:ext cx="230393" cy="230393"/>
                </a:xfrm>
                <a:prstGeom prst="rect">
                  <a:avLst/>
                </a:prstGeom>
              </p:spPr>
            </p:pic>
            <p:pic>
              <p:nvPicPr>
                <p:cNvPr id="141" name="Graphic 140">
                  <a:extLst>
                    <a:ext uri="{FF2B5EF4-FFF2-40B4-BE49-F238E27FC236}">
                      <a16:creationId xmlns:a16="http://schemas.microsoft.com/office/drawing/2014/main" id="{A8C619A2-FA71-354F-EC21-3F0D40C3E3B4}"/>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2463965" y="2069958"/>
                  <a:ext cx="230393" cy="230393"/>
                </a:xfrm>
                <a:prstGeom prst="rect">
                  <a:avLst/>
                </a:prstGeom>
              </p:spPr>
            </p:pic>
            <p:pic>
              <p:nvPicPr>
                <p:cNvPr id="142" name="Graphic 141">
                  <a:extLst>
                    <a:ext uri="{FF2B5EF4-FFF2-40B4-BE49-F238E27FC236}">
                      <a16:creationId xmlns:a16="http://schemas.microsoft.com/office/drawing/2014/main" id="{BCE805EF-3EB8-9CDE-1709-2B773FF32A76}"/>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2184102" y="2069958"/>
                  <a:ext cx="230393" cy="230393"/>
                </a:xfrm>
                <a:prstGeom prst="rect">
                  <a:avLst/>
                </a:prstGeom>
              </p:spPr>
            </p:pic>
            <p:pic>
              <p:nvPicPr>
                <p:cNvPr id="143" name="Graphic 142">
                  <a:extLst>
                    <a:ext uri="{FF2B5EF4-FFF2-40B4-BE49-F238E27FC236}">
                      <a16:creationId xmlns:a16="http://schemas.microsoft.com/office/drawing/2014/main" id="{2DD4485F-EE75-663D-74F4-F53270D68B4B}"/>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904239" y="2069958"/>
                  <a:ext cx="230393" cy="230393"/>
                </a:xfrm>
                <a:prstGeom prst="rect">
                  <a:avLst/>
                </a:prstGeom>
              </p:spPr>
            </p:pic>
            <p:pic>
              <p:nvPicPr>
                <p:cNvPr id="144" name="Graphic 143">
                  <a:extLst>
                    <a:ext uri="{FF2B5EF4-FFF2-40B4-BE49-F238E27FC236}">
                      <a16:creationId xmlns:a16="http://schemas.microsoft.com/office/drawing/2014/main" id="{AF15E73D-8A06-4826-9CFB-8E45EF99CC96}"/>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023691" y="2069958"/>
                  <a:ext cx="230393" cy="230393"/>
                </a:xfrm>
                <a:prstGeom prst="rect">
                  <a:avLst/>
                </a:prstGeom>
              </p:spPr>
            </p:pic>
            <p:pic>
              <p:nvPicPr>
                <p:cNvPr id="145" name="Graphic 144">
                  <a:extLst>
                    <a:ext uri="{FF2B5EF4-FFF2-40B4-BE49-F238E27FC236}">
                      <a16:creationId xmlns:a16="http://schemas.microsoft.com/office/drawing/2014/main" id="{5CA27489-A262-85C1-29DD-5C7C370EE8A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303554" y="2069958"/>
                  <a:ext cx="230393" cy="230393"/>
                </a:xfrm>
                <a:prstGeom prst="rect">
                  <a:avLst/>
                </a:prstGeom>
              </p:spPr>
            </p:pic>
            <p:pic>
              <p:nvPicPr>
                <p:cNvPr id="146" name="Graphic 145">
                  <a:extLst>
                    <a:ext uri="{FF2B5EF4-FFF2-40B4-BE49-F238E27FC236}">
                      <a16:creationId xmlns:a16="http://schemas.microsoft.com/office/drawing/2014/main" id="{A5A4798D-1EE3-94FF-E177-5114F1E2D9C0}"/>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3863280" y="2069958"/>
                  <a:ext cx="230393" cy="230393"/>
                </a:xfrm>
                <a:prstGeom prst="rect">
                  <a:avLst/>
                </a:prstGeom>
              </p:spPr>
            </p:pic>
            <p:pic>
              <p:nvPicPr>
                <p:cNvPr id="147" name="Graphic 146">
                  <a:extLst>
                    <a:ext uri="{FF2B5EF4-FFF2-40B4-BE49-F238E27FC236}">
                      <a16:creationId xmlns:a16="http://schemas.microsoft.com/office/drawing/2014/main" id="{C404FC53-CE17-9E57-EE9E-EEBF25064E44}"/>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583417" y="2069958"/>
                  <a:ext cx="230393" cy="230393"/>
                </a:xfrm>
                <a:prstGeom prst="rect">
                  <a:avLst/>
                </a:prstGeom>
              </p:spPr>
            </p:pic>
          </p:grpSp>
        </p:grpSp>
        <p:grpSp>
          <p:nvGrpSpPr>
            <p:cNvPr id="133" name="Group 132">
              <a:extLst>
                <a:ext uri="{FF2B5EF4-FFF2-40B4-BE49-F238E27FC236}">
                  <a16:creationId xmlns:a16="http://schemas.microsoft.com/office/drawing/2014/main" id="{24B04FD3-14BB-4608-6794-70B8D7DB5466}"/>
                </a:ext>
              </a:extLst>
            </p:cNvPr>
            <p:cNvGrpSpPr/>
            <p:nvPr/>
          </p:nvGrpSpPr>
          <p:grpSpPr>
            <a:xfrm>
              <a:off x="712451" y="4074988"/>
              <a:ext cx="510256" cy="509818"/>
              <a:chOff x="730422" y="4225984"/>
              <a:chExt cx="510256" cy="509818"/>
            </a:xfrm>
          </p:grpSpPr>
          <p:pic>
            <p:nvPicPr>
              <p:cNvPr id="134" name="Graphic 133">
                <a:extLst>
                  <a:ext uri="{FF2B5EF4-FFF2-40B4-BE49-F238E27FC236}">
                    <a16:creationId xmlns:a16="http://schemas.microsoft.com/office/drawing/2014/main" id="{0F362BB2-2686-FAD0-02DB-E8C9B6C2FF59}"/>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10285" y="4505409"/>
                <a:ext cx="230393" cy="230393"/>
              </a:xfrm>
              <a:prstGeom prst="rect">
                <a:avLst/>
              </a:prstGeom>
            </p:spPr>
          </p:pic>
          <p:pic>
            <p:nvPicPr>
              <p:cNvPr id="135" name="Graphic 134">
                <a:extLst>
                  <a:ext uri="{FF2B5EF4-FFF2-40B4-BE49-F238E27FC236}">
                    <a16:creationId xmlns:a16="http://schemas.microsoft.com/office/drawing/2014/main" id="{80D484EA-C996-AF8A-7823-B9AB20FB6BDB}"/>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730422" y="4505409"/>
                <a:ext cx="230393" cy="230393"/>
              </a:xfrm>
              <a:prstGeom prst="rect">
                <a:avLst/>
              </a:prstGeom>
            </p:spPr>
          </p:pic>
          <p:pic>
            <p:nvPicPr>
              <p:cNvPr id="136" name="Graphic 135">
                <a:extLst>
                  <a:ext uri="{FF2B5EF4-FFF2-40B4-BE49-F238E27FC236}">
                    <a16:creationId xmlns:a16="http://schemas.microsoft.com/office/drawing/2014/main" id="{AB4DEC83-6A96-F51E-38D4-A8BB5962D980}"/>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10285" y="4225984"/>
                <a:ext cx="230393" cy="230393"/>
              </a:xfrm>
              <a:prstGeom prst="rect">
                <a:avLst/>
              </a:prstGeom>
            </p:spPr>
          </p:pic>
          <p:pic>
            <p:nvPicPr>
              <p:cNvPr id="137" name="Graphic 136">
                <a:extLst>
                  <a:ext uri="{FF2B5EF4-FFF2-40B4-BE49-F238E27FC236}">
                    <a16:creationId xmlns:a16="http://schemas.microsoft.com/office/drawing/2014/main" id="{232E0EEB-5A07-07BE-CB30-E244FD591948}"/>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730422" y="4225984"/>
                <a:ext cx="230393" cy="230393"/>
              </a:xfrm>
              <a:prstGeom prst="rect">
                <a:avLst/>
              </a:prstGeom>
            </p:spPr>
          </p:pic>
        </p:grpSp>
      </p:grpSp>
      <p:sp>
        <p:nvSpPr>
          <p:cNvPr id="156" name="TextBox 155">
            <a:extLst>
              <a:ext uri="{FF2B5EF4-FFF2-40B4-BE49-F238E27FC236}">
                <a16:creationId xmlns:a16="http://schemas.microsoft.com/office/drawing/2014/main" id="{84AC3A1E-96CD-127B-F70B-E0B9E993F21D}"/>
              </a:ext>
            </a:extLst>
          </p:cNvPr>
          <p:cNvSpPr txBox="1"/>
          <p:nvPr/>
        </p:nvSpPr>
        <p:spPr>
          <a:xfrm>
            <a:off x="1058488" y="2795743"/>
            <a:ext cx="2061194" cy="184666"/>
          </a:xfrm>
          <a:prstGeom prst="rect">
            <a:avLst/>
          </a:prstGeom>
        </p:spPr>
        <p:txBody>
          <a:bodyPr wrap="square" lIns="0" tIns="0" rIns="0" bIns="0" rtlCol="0">
            <a:spAutoFit/>
          </a:bodyPr>
          <a:lstStyle/>
          <a:p>
            <a:pPr algn="ctr">
              <a:spcAft>
                <a:spcPts val="600"/>
              </a:spcAft>
            </a:pPr>
            <a:r>
              <a:rPr lang="en-US" sz="1200" dirty="0">
                <a:solidFill>
                  <a:schemeClr val="accent2"/>
                </a:solidFill>
              </a:rPr>
              <a:t>Protection &amp; Recovery</a:t>
            </a:r>
          </a:p>
        </p:txBody>
      </p:sp>
      <p:cxnSp>
        <p:nvCxnSpPr>
          <p:cNvPr id="157" name="Straight Connector 156">
            <a:extLst>
              <a:ext uri="{FF2B5EF4-FFF2-40B4-BE49-F238E27FC236}">
                <a16:creationId xmlns:a16="http://schemas.microsoft.com/office/drawing/2014/main" id="{383A193C-0940-1818-496B-3C59D493B341}"/>
              </a:ext>
            </a:extLst>
          </p:cNvPr>
          <p:cNvCxnSpPr>
            <a:cxnSpLocks/>
          </p:cNvCxnSpPr>
          <p:nvPr/>
        </p:nvCxnSpPr>
        <p:spPr bwMode="gray">
          <a:xfrm flipH="1">
            <a:off x="2089085" y="2568676"/>
            <a:ext cx="2" cy="148680"/>
          </a:xfrm>
          <a:prstGeom prst="line">
            <a:avLst/>
          </a:prstGeom>
          <a:ln w="12700">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pic>
        <p:nvPicPr>
          <p:cNvPr id="158" name="Graphic 157">
            <a:extLst>
              <a:ext uri="{FF2B5EF4-FFF2-40B4-BE49-F238E27FC236}">
                <a16:creationId xmlns:a16="http://schemas.microsoft.com/office/drawing/2014/main" id="{5AB12B30-5DD7-2FD5-3FFC-61F77D384AF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19259" y="5576113"/>
            <a:ext cx="190410" cy="223781"/>
          </a:xfrm>
          <a:prstGeom prst="rect">
            <a:avLst/>
          </a:prstGeom>
        </p:spPr>
      </p:pic>
      <p:cxnSp>
        <p:nvCxnSpPr>
          <p:cNvPr id="159" name="Straight Connector 158">
            <a:extLst>
              <a:ext uri="{FF2B5EF4-FFF2-40B4-BE49-F238E27FC236}">
                <a16:creationId xmlns:a16="http://schemas.microsoft.com/office/drawing/2014/main" id="{BF80F054-DCCF-2278-0B64-99AC38BF2FD9}"/>
              </a:ext>
            </a:extLst>
          </p:cNvPr>
          <p:cNvCxnSpPr>
            <a:cxnSpLocks/>
          </p:cNvCxnSpPr>
          <p:nvPr/>
        </p:nvCxnSpPr>
        <p:spPr bwMode="gray">
          <a:xfrm>
            <a:off x="5724337" y="5391681"/>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383A7666-45F4-201F-CE20-A1C16993B70B}"/>
              </a:ext>
            </a:extLst>
          </p:cNvPr>
          <p:cNvCxnSpPr>
            <a:cxnSpLocks/>
          </p:cNvCxnSpPr>
          <p:nvPr/>
        </p:nvCxnSpPr>
        <p:spPr bwMode="gray">
          <a:xfrm>
            <a:off x="7130805" y="5479691"/>
            <a:ext cx="773701"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9C53C543-C46F-3740-7DB3-9FD1BFCF780D}"/>
              </a:ext>
            </a:extLst>
          </p:cNvPr>
          <p:cNvCxnSpPr>
            <a:cxnSpLocks/>
          </p:cNvCxnSpPr>
          <p:nvPr/>
        </p:nvCxnSpPr>
        <p:spPr bwMode="gray">
          <a:xfrm>
            <a:off x="7904506" y="5391681"/>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5FFAC2B6-87F6-F019-24D1-E86A09658D96}"/>
              </a:ext>
            </a:extLst>
          </p:cNvPr>
          <p:cNvCxnSpPr>
            <a:cxnSpLocks/>
          </p:cNvCxnSpPr>
          <p:nvPr/>
        </p:nvCxnSpPr>
        <p:spPr bwMode="gray">
          <a:xfrm>
            <a:off x="5719747" y="5479691"/>
            <a:ext cx="769708"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3" name="TextBox 162">
            <a:extLst>
              <a:ext uri="{FF2B5EF4-FFF2-40B4-BE49-F238E27FC236}">
                <a16:creationId xmlns:a16="http://schemas.microsoft.com/office/drawing/2014/main" id="{9A8ABE0D-9563-7F23-CDF6-F47BBA1D7393}"/>
              </a:ext>
            </a:extLst>
          </p:cNvPr>
          <p:cNvSpPr txBox="1"/>
          <p:nvPr/>
        </p:nvSpPr>
        <p:spPr>
          <a:xfrm>
            <a:off x="6393047" y="5383519"/>
            <a:ext cx="843697" cy="184666"/>
          </a:xfrm>
          <a:prstGeom prst="rect">
            <a:avLst/>
          </a:prstGeom>
          <a:ln>
            <a:noFill/>
          </a:ln>
        </p:spPr>
        <p:txBody>
          <a:bodyPr wrap="square" lIns="0" tIns="0" rIns="0" bIns="0" rtlCol="0">
            <a:spAutoFit/>
          </a:bodyPr>
          <a:lstStyle/>
          <a:p>
            <a:pPr algn="ctr">
              <a:spcAft>
                <a:spcPts val="600"/>
              </a:spcAft>
            </a:pPr>
            <a:r>
              <a:rPr lang="en-US" sz="1200" dirty="0">
                <a:solidFill>
                  <a:schemeClr val="accent1"/>
                </a:solidFill>
                <a:latin typeface="Arial" panose="020B0604020202020204" pitchFamily="34" charset="0"/>
              </a:rPr>
              <a:t>vSAN</a:t>
            </a:r>
          </a:p>
        </p:txBody>
      </p:sp>
      <p:sp>
        <p:nvSpPr>
          <p:cNvPr id="164" name="Rectangle 163">
            <a:extLst>
              <a:ext uri="{FF2B5EF4-FFF2-40B4-BE49-F238E27FC236}">
                <a16:creationId xmlns:a16="http://schemas.microsoft.com/office/drawing/2014/main" id="{954DEDB7-551C-51B5-DA44-DED98193DCF9}"/>
              </a:ext>
            </a:extLst>
          </p:cNvPr>
          <p:cNvSpPr/>
          <p:nvPr/>
        </p:nvSpPr>
        <p:spPr>
          <a:xfrm>
            <a:off x="5719746" y="4316561"/>
            <a:ext cx="2184760" cy="707867"/>
          </a:xfrm>
          <a:prstGeom prst="rect">
            <a:avLst/>
          </a:prstGeom>
          <a:solidFill>
            <a:schemeClr val="bg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pic>
        <p:nvPicPr>
          <p:cNvPr id="165" name="Graphic 164">
            <a:extLst>
              <a:ext uri="{FF2B5EF4-FFF2-40B4-BE49-F238E27FC236}">
                <a16:creationId xmlns:a16="http://schemas.microsoft.com/office/drawing/2014/main" id="{604ABE06-9C5B-0E2F-F13F-D94F7A70B50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844512" y="4414624"/>
            <a:ext cx="228600" cy="228600"/>
          </a:xfrm>
          <a:prstGeom prst="rect">
            <a:avLst/>
          </a:prstGeom>
        </p:spPr>
      </p:pic>
      <p:grpSp>
        <p:nvGrpSpPr>
          <p:cNvPr id="166" name="Group 165">
            <a:extLst>
              <a:ext uri="{FF2B5EF4-FFF2-40B4-BE49-F238E27FC236}">
                <a16:creationId xmlns:a16="http://schemas.microsoft.com/office/drawing/2014/main" id="{53A6B682-A4D7-A582-19E1-FDA2AAE74352}"/>
              </a:ext>
            </a:extLst>
          </p:cNvPr>
          <p:cNvGrpSpPr/>
          <p:nvPr/>
        </p:nvGrpSpPr>
        <p:grpSpPr>
          <a:xfrm>
            <a:off x="5800334" y="4698440"/>
            <a:ext cx="2023185" cy="254952"/>
            <a:chOff x="1410325" y="3573078"/>
            <a:chExt cx="2023185" cy="254952"/>
          </a:xfrm>
        </p:grpSpPr>
        <p:sp>
          <p:nvSpPr>
            <p:cNvPr id="167" name="Rectangle 166">
              <a:extLst>
                <a:ext uri="{FF2B5EF4-FFF2-40B4-BE49-F238E27FC236}">
                  <a16:creationId xmlns:a16="http://schemas.microsoft.com/office/drawing/2014/main" id="{D7CC1859-62FB-69FA-10FA-81146B41215E}"/>
                </a:ext>
              </a:extLst>
            </p:cNvPr>
            <p:cNvSpPr/>
            <p:nvPr/>
          </p:nvSpPr>
          <p:spPr>
            <a:xfrm>
              <a:off x="1410325" y="3573078"/>
              <a:ext cx="2023185" cy="254952"/>
            </a:xfrm>
            <a:prstGeom prst="rect">
              <a:avLst/>
            </a:prstGeom>
            <a:noFill/>
            <a:ln w="9525">
              <a:gradFill flip="none" rotWithShape="1">
                <a:gsLst>
                  <a:gs pos="60000">
                    <a:srgbClr val="316E60"/>
                  </a:gs>
                  <a:gs pos="100000">
                    <a:schemeClr val="accent2"/>
                  </a:gs>
                  <a:gs pos="0">
                    <a:schemeClr val="accent4"/>
                  </a:gs>
                </a:gsLst>
                <a:lin ang="10800000" scaled="1"/>
                <a:tileRect/>
              </a:gradFill>
            </a:ln>
          </p:spPr>
          <p:txBody>
            <a:bodyPr wrap="square" anchor="ctr">
              <a:noAutofit/>
            </a:bodyPr>
            <a:lstStyle/>
            <a:p>
              <a:pPr algn="ctr"/>
              <a:endParaRPr lang="en-US" sz="1200" dirty="0">
                <a:solidFill>
                  <a:prstClr val="white"/>
                </a:solidFill>
              </a:endParaRPr>
            </a:p>
          </p:txBody>
        </p:sp>
        <p:sp>
          <p:nvSpPr>
            <p:cNvPr id="168" name="Rectangle 167">
              <a:extLst>
                <a:ext uri="{FF2B5EF4-FFF2-40B4-BE49-F238E27FC236}">
                  <a16:creationId xmlns:a16="http://schemas.microsoft.com/office/drawing/2014/main" id="{B1D4A520-7A74-638B-D40F-F9C7D88590B2}"/>
                </a:ext>
              </a:extLst>
            </p:cNvPr>
            <p:cNvSpPr/>
            <p:nvPr/>
          </p:nvSpPr>
          <p:spPr>
            <a:xfrm>
              <a:off x="1420623" y="3636670"/>
              <a:ext cx="543931" cy="123111"/>
            </a:xfrm>
            <a:prstGeom prst="rect">
              <a:avLst/>
            </a:prstGeom>
          </p:spPr>
          <p:txBody>
            <a:bodyPr wrap="square" lIns="0" tIns="0" rIns="0" bIns="0" anchor="ctr">
              <a:spAutoFit/>
            </a:bodyPr>
            <a:lstStyle/>
            <a:p>
              <a:pPr algn="ctr" defTabSz="914126">
                <a:defRPr/>
              </a:pPr>
              <a:r>
                <a:rPr lang="en-US" sz="800" dirty="0">
                  <a:solidFill>
                    <a:schemeClr val="tx2"/>
                  </a:solidFill>
                  <a:latin typeface="Arial" panose="020B0604020202020204" pitchFamily="34" charset="0"/>
                </a:rPr>
                <a:t>vSphere</a:t>
              </a:r>
            </a:p>
          </p:txBody>
        </p:sp>
        <p:sp>
          <p:nvSpPr>
            <p:cNvPr id="169" name="Rectangle 168">
              <a:extLst>
                <a:ext uri="{FF2B5EF4-FFF2-40B4-BE49-F238E27FC236}">
                  <a16:creationId xmlns:a16="http://schemas.microsoft.com/office/drawing/2014/main" id="{46A3FEC6-3960-6CE5-5B27-988EA703D54A}"/>
                </a:ext>
              </a:extLst>
            </p:cNvPr>
            <p:cNvSpPr/>
            <p:nvPr/>
          </p:nvSpPr>
          <p:spPr>
            <a:xfrm>
              <a:off x="2824885" y="3636670"/>
              <a:ext cx="608625" cy="123111"/>
            </a:xfrm>
            <a:prstGeom prst="rect">
              <a:avLst/>
            </a:prstGeom>
          </p:spPr>
          <p:txBody>
            <a:bodyPr wrap="square" lIns="0" tIns="0" rIns="0" bIns="0" anchor="ctr">
              <a:spAutoFit/>
            </a:bodyPr>
            <a:lstStyle/>
            <a:p>
              <a:pPr algn="ctr" defTabSz="914126">
                <a:defRPr/>
              </a:pPr>
              <a:r>
                <a:rPr lang="en-US" sz="800" dirty="0">
                  <a:solidFill>
                    <a:schemeClr val="tx2"/>
                  </a:solidFill>
                  <a:latin typeface="Arial" panose="020B0604020202020204" pitchFamily="34" charset="0"/>
                </a:rPr>
                <a:t>vSAN ESA</a:t>
              </a:r>
            </a:p>
          </p:txBody>
        </p:sp>
        <p:cxnSp>
          <p:nvCxnSpPr>
            <p:cNvPr id="170" name="Straight Connector 169">
              <a:extLst>
                <a:ext uri="{FF2B5EF4-FFF2-40B4-BE49-F238E27FC236}">
                  <a16:creationId xmlns:a16="http://schemas.microsoft.com/office/drawing/2014/main" id="{3E22F7F9-B4E8-CEDF-67F2-FE97AFD2EC53}"/>
                </a:ext>
              </a:extLst>
            </p:cNvPr>
            <p:cNvCxnSpPr>
              <a:cxnSpLocks/>
            </p:cNvCxnSpPr>
            <p:nvPr/>
          </p:nvCxnSpPr>
          <p:spPr bwMode="gray">
            <a:xfrm flipH="1">
              <a:off x="2003038" y="3698226"/>
              <a:ext cx="297114"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60486BED-2338-23C5-0B4E-70D4BD566537}"/>
                </a:ext>
              </a:extLst>
            </p:cNvPr>
            <p:cNvCxnSpPr>
              <a:cxnSpLocks/>
            </p:cNvCxnSpPr>
            <p:nvPr/>
          </p:nvCxnSpPr>
          <p:spPr bwMode="gray">
            <a:xfrm>
              <a:off x="2300152" y="3698226"/>
              <a:ext cx="501426" cy="0"/>
            </a:xfrm>
            <a:prstGeom prst="line">
              <a:avLst/>
            </a:prstGeom>
            <a:ln w="9525">
              <a:gradFill flip="none" rotWithShape="1">
                <a:gsLst>
                  <a:gs pos="100000">
                    <a:schemeClr val="accent2"/>
                  </a:gs>
                  <a:gs pos="0">
                    <a:schemeClr val="accent4"/>
                  </a:gs>
                </a:gsLst>
                <a:lin ang="10800000" scaled="1"/>
                <a:tileRect/>
              </a:gradFill>
              <a:miter lim="800000"/>
              <a:tailEnd type="triangle" w="lg" len="med"/>
            </a:ln>
          </p:spPr>
          <p:style>
            <a:lnRef idx="1">
              <a:schemeClr val="accent1"/>
            </a:lnRef>
            <a:fillRef idx="0">
              <a:schemeClr val="accent1"/>
            </a:fillRef>
            <a:effectRef idx="0">
              <a:schemeClr val="accent1"/>
            </a:effectRef>
            <a:fontRef idx="minor">
              <a:schemeClr val="tx1"/>
            </a:fontRef>
          </p:style>
        </p:cxnSp>
      </p:grpSp>
      <p:sp>
        <p:nvSpPr>
          <p:cNvPr id="172" name="Rectangle 171">
            <a:extLst>
              <a:ext uri="{FF2B5EF4-FFF2-40B4-BE49-F238E27FC236}">
                <a16:creationId xmlns:a16="http://schemas.microsoft.com/office/drawing/2014/main" id="{68255AB7-0D98-33E2-5891-BD60968E2515}"/>
              </a:ext>
            </a:extLst>
          </p:cNvPr>
          <p:cNvSpPr/>
          <p:nvPr/>
        </p:nvSpPr>
        <p:spPr>
          <a:xfrm>
            <a:off x="6076144" y="4436591"/>
            <a:ext cx="1389059" cy="184666"/>
          </a:xfrm>
          <a:prstGeom prst="rect">
            <a:avLst/>
          </a:prstGeom>
        </p:spPr>
        <p:txBody>
          <a:bodyPr wrap="square" lIns="0" tIns="0" rIns="0" bIns="0" anchor="ctr">
            <a:spAutoFit/>
          </a:bodyPr>
          <a:lstStyle/>
          <a:p>
            <a:pPr algn="ctr"/>
            <a:r>
              <a:rPr lang="en-US" sz="1200" dirty="0">
                <a:solidFill>
                  <a:schemeClr val="accent2"/>
                </a:solidFill>
                <a:latin typeface="Arial" panose="020B0604020202020204" pitchFamily="34" charset="0"/>
              </a:rPr>
              <a:t>Cloud Foundation</a:t>
            </a:r>
          </a:p>
        </p:txBody>
      </p:sp>
      <p:pic>
        <p:nvPicPr>
          <p:cNvPr id="173" name="Graphic 172">
            <a:extLst>
              <a:ext uri="{FF2B5EF4-FFF2-40B4-BE49-F238E27FC236}">
                <a16:creationId xmlns:a16="http://schemas.microsoft.com/office/drawing/2014/main" id="{3926778C-42FB-2CFC-1B81-1CBB187BCB8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519458" y="4414624"/>
            <a:ext cx="228600" cy="228600"/>
          </a:xfrm>
          <a:prstGeom prst="rect">
            <a:avLst/>
          </a:prstGeom>
        </p:spPr>
      </p:pic>
      <p:grpSp>
        <p:nvGrpSpPr>
          <p:cNvPr id="174" name="Group 173">
            <a:extLst>
              <a:ext uri="{FF2B5EF4-FFF2-40B4-BE49-F238E27FC236}">
                <a16:creationId xmlns:a16="http://schemas.microsoft.com/office/drawing/2014/main" id="{C5C93B5F-1A3D-1D55-3E09-F642A67E71C8}"/>
              </a:ext>
            </a:extLst>
          </p:cNvPr>
          <p:cNvGrpSpPr/>
          <p:nvPr/>
        </p:nvGrpSpPr>
        <p:grpSpPr>
          <a:xfrm>
            <a:off x="5719747" y="5068430"/>
            <a:ext cx="2189434" cy="283867"/>
            <a:chOff x="712452" y="5388690"/>
            <a:chExt cx="2189434" cy="283867"/>
          </a:xfrm>
        </p:grpSpPr>
        <p:sp>
          <p:nvSpPr>
            <p:cNvPr id="175" name="Rectangle 174">
              <a:extLst>
                <a:ext uri="{FF2B5EF4-FFF2-40B4-BE49-F238E27FC236}">
                  <a16:creationId xmlns:a16="http://schemas.microsoft.com/office/drawing/2014/main" id="{9D4B3092-F056-07AF-B9C7-A59DDAFA60B4}"/>
                </a:ext>
              </a:extLst>
            </p:cNvPr>
            <p:cNvSpPr/>
            <p:nvPr/>
          </p:nvSpPr>
          <p:spPr>
            <a:xfrm>
              <a:off x="712452"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76" name="Rectangle 175">
              <a:extLst>
                <a:ext uri="{FF2B5EF4-FFF2-40B4-BE49-F238E27FC236}">
                  <a16:creationId xmlns:a16="http://schemas.microsoft.com/office/drawing/2014/main" id="{F9179D2C-6753-1A1E-F8E6-F664330DFE51}"/>
                </a:ext>
              </a:extLst>
            </p:cNvPr>
            <p:cNvSpPr/>
            <p:nvPr/>
          </p:nvSpPr>
          <p:spPr>
            <a:xfrm>
              <a:off x="1276289"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77" name="Rectangle 176">
              <a:extLst>
                <a:ext uri="{FF2B5EF4-FFF2-40B4-BE49-F238E27FC236}">
                  <a16:creationId xmlns:a16="http://schemas.microsoft.com/office/drawing/2014/main" id="{5CCF8322-D269-7B4B-DEBA-C2350CDAFF9C}"/>
                </a:ext>
              </a:extLst>
            </p:cNvPr>
            <p:cNvSpPr/>
            <p:nvPr/>
          </p:nvSpPr>
          <p:spPr>
            <a:xfrm>
              <a:off x="1840126"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78" name="Rectangle 177">
              <a:extLst>
                <a:ext uri="{FF2B5EF4-FFF2-40B4-BE49-F238E27FC236}">
                  <a16:creationId xmlns:a16="http://schemas.microsoft.com/office/drawing/2014/main" id="{8BCD888A-6240-85FF-1377-96FC3F985155}"/>
                </a:ext>
              </a:extLst>
            </p:cNvPr>
            <p:cNvSpPr/>
            <p:nvPr/>
          </p:nvSpPr>
          <p:spPr>
            <a:xfrm>
              <a:off x="2403963" y="53886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79" name="Rectangle 178">
              <a:extLst>
                <a:ext uri="{FF2B5EF4-FFF2-40B4-BE49-F238E27FC236}">
                  <a16:creationId xmlns:a16="http://schemas.microsoft.com/office/drawing/2014/main" id="{BBEB8FF5-03CE-77A0-6F17-E250254214A5}"/>
                </a:ext>
              </a:extLst>
            </p:cNvPr>
            <p:cNvSpPr/>
            <p:nvPr/>
          </p:nvSpPr>
          <p:spPr>
            <a:xfrm>
              <a:off x="712452"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80" name="Rectangle 179">
              <a:extLst>
                <a:ext uri="{FF2B5EF4-FFF2-40B4-BE49-F238E27FC236}">
                  <a16:creationId xmlns:a16="http://schemas.microsoft.com/office/drawing/2014/main" id="{F916FC72-48BD-DC1E-ECFD-9D5EA5D5B7CF}"/>
                </a:ext>
              </a:extLst>
            </p:cNvPr>
            <p:cNvSpPr/>
            <p:nvPr/>
          </p:nvSpPr>
          <p:spPr>
            <a:xfrm>
              <a:off x="1276289"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81" name="Rectangle 180">
              <a:extLst>
                <a:ext uri="{FF2B5EF4-FFF2-40B4-BE49-F238E27FC236}">
                  <a16:creationId xmlns:a16="http://schemas.microsoft.com/office/drawing/2014/main" id="{917E8934-97DA-2F1D-04B2-FCBE478E4EC1}"/>
                </a:ext>
              </a:extLst>
            </p:cNvPr>
            <p:cNvSpPr/>
            <p:nvPr/>
          </p:nvSpPr>
          <p:spPr>
            <a:xfrm>
              <a:off x="1840126"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82" name="Rectangle 181">
              <a:extLst>
                <a:ext uri="{FF2B5EF4-FFF2-40B4-BE49-F238E27FC236}">
                  <a16:creationId xmlns:a16="http://schemas.microsoft.com/office/drawing/2014/main" id="{07100E65-D86D-6F0E-A532-057E9D6998E4}"/>
                </a:ext>
              </a:extLst>
            </p:cNvPr>
            <p:cNvSpPr/>
            <p:nvPr/>
          </p:nvSpPr>
          <p:spPr>
            <a:xfrm>
              <a:off x="2403963" y="5559490"/>
              <a:ext cx="497923" cy="113067"/>
            </a:xfrm>
            <a:prstGeom prst="rect">
              <a:avLst/>
            </a:prstGeom>
            <a:solidFill>
              <a:schemeClr val="accent1">
                <a:lumMod val="20000"/>
                <a:lumOff val="80000"/>
              </a:schemeClr>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185" name="Group 184">
            <a:extLst>
              <a:ext uri="{FF2B5EF4-FFF2-40B4-BE49-F238E27FC236}">
                <a16:creationId xmlns:a16="http://schemas.microsoft.com/office/drawing/2014/main" id="{67424025-756C-2062-ECCE-A720D9C4674B}"/>
              </a:ext>
            </a:extLst>
          </p:cNvPr>
          <p:cNvGrpSpPr/>
          <p:nvPr/>
        </p:nvGrpSpPr>
        <p:grpSpPr>
          <a:xfrm>
            <a:off x="5720953" y="1654500"/>
            <a:ext cx="2183553" cy="438736"/>
            <a:chOff x="5719747" y="2772745"/>
            <a:chExt cx="2183553" cy="438736"/>
          </a:xfrm>
        </p:grpSpPr>
        <p:sp>
          <p:nvSpPr>
            <p:cNvPr id="186" name="Rectangle 185">
              <a:extLst>
                <a:ext uri="{FF2B5EF4-FFF2-40B4-BE49-F238E27FC236}">
                  <a16:creationId xmlns:a16="http://schemas.microsoft.com/office/drawing/2014/main" id="{EB51429C-758A-24E1-A492-E6EE77A25EBE}"/>
                </a:ext>
              </a:extLst>
            </p:cNvPr>
            <p:cNvSpPr/>
            <p:nvPr/>
          </p:nvSpPr>
          <p:spPr>
            <a:xfrm>
              <a:off x="5719747" y="2772745"/>
              <a:ext cx="2183553" cy="438736"/>
            </a:xfrm>
            <a:prstGeom prst="rect">
              <a:avLst/>
            </a:prstGeom>
            <a:solidFill>
              <a:schemeClr val="accent5">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latin typeface="Arial" panose="020B0604020202020204" pitchFamily="34" charset="0"/>
              </a:endParaRPr>
            </a:p>
          </p:txBody>
        </p:sp>
        <p:pic>
          <p:nvPicPr>
            <p:cNvPr id="187" name="Graphic 186">
              <a:extLst>
                <a:ext uri="{FF2B5EF4-FFF2-40B4-BE49-F238E27FC236}">
                  <a16:creationId xmlns:a16="http://schemas.microsoft.com/office/drawing/2014/main" id="{0486736A-F491-9188-4680-3D6B16BC21AF}"/>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5828202" y="2830549"/>
              <a:ext cx="323199" cy="323199"/>
            </a:xfrm>
            <a:prstGeom prst="rect">
              <a:avLst/>
            </a:prstGeom>
          </p:spPr>
        </p:pic>
        <p:sp>
          <p:nvSpPr>
            <p:cNvPr id="188" name="TextBox 187">
              <a:extLst>
                <a:ext uri="{FF2B5EF4-FFF2-40B4-BE49-F238E27FC236}">
                  <a16:creationId xmlns:a16="http://schemas.microsoft.com/office/drawing/2014/main" id="{6AB5E18A-D95A-590A-6D29-1E7438F0F5D5}"/>
                </a:ext>
              </a:extLst>
            </p:cNvPr>
            <p:cNvSpPr txBox="1"/>
            <p:nvPr/>
          </p:nvSpPr>
          <p:spPr>
            <a:xfrm>
              <a:off x="6095787" y="2899780"/>
              <a:ext cx="1608731" cy="184666"/>
            </a:xfrm>
            <a:prstGeom prst="rect">
              <a:avLst/>
            </a:prstGeom>
          </p:spPr>
          <p:txBody>
            <a:bodyPr wrap="square" lIns="0" tIns="0" rIns="0" bIns="0" rtlCol="0">
              <a:spAutoFit/>
            </a:bodyPr>
            <a:lstStyle/>
            <a:p>
              <a:pPr algn="ctr">
                <a:spcAft>
                  <a:spcPts val="600"/>
                </a:spcAft>
              </a:pPr>
              <a:r>
                <a:rPr lang="en-US" sz="1200" dirty="0">
                  <a:latin typeface="Arial" panose="020B0604020202020204" pitchFamily="34" charset="0"/>
                </a:rPr>
                <a:t>Cyber Compliance</a:t>
              </a:r>
            </a:p>
          </p:txBody>
        </p:sp>
      </p:grpSp>
      <p:grpSp>
        <p:nvGrpSpPr>
          <p:cNvPr id="192" name="Group 191">
            <a:extLst>
              <a:ext uri="{FF2B5EF4-FFF2-40B4-BE49-F238E27FC236}">
                <a16:creationId xmlns:a16="http://schemas.microsoft.com/office/drawing/2014/main" id="{D340317F-FE6A-DA53-6242-DA63911A9D83}"/>
              </a:ext>
            </a:extLst>
          </p:cNvPr>
          <p:cNvGrpSpPr/>
          <p:nvPr/>
        </p:nvGrpSpPr>
        <p:grpSpPr>
          <a:xfrm>
            <a:off x="1692651" y="3002986"/>
            <a:ext cx="285074" cy="285193"/>
            <a:chOff x="839967" y="3567415"/>
            <a:chExt cx="386791" cy="386953"/>
          </a:xfrm>
          <a:solidFill>
            <a:srgbClr val="E68C28"/>
          </a:solidFill>
        </p:grpSpPr>
        <p:sp>
          <p:nvSpPr>
            <p:cNvPr id="193" name="Picture Placeholder 87">
              <a:extLst>
                <a:ext uri="{FF2B5EF4-FFF2-40B4-BE49-F238E27FC236}">
                  <a16:creationId xmlns:a16="http://schemas.microsoft.com/office/drawing/2014/main" id="{3C7C4405-21C9-14BB-C041-E457146E4544}"/>
                </a:ext>
              </a:extLst>
            </p:cNvPr>
            <p:cNvSpPr/>
            <p:nvPr/>
          </p:nvSpPr>
          <p:spPr>
            <a:xfrm>
              <a:off x="961869" y="3689439"/>
              <a:ext cx="264889" cy="264929"/>
            </a:xfrm>
            <a:custGeom>
              <a:avLst/>
              <a:gdLst>
                <a:gd name="connsiteX0" fmla="*/ 415589 w 415589"/>
                <a:gd name="connsiteY0" fmla="*/ 415653 h 415652"/>
                <a:gd name="connsiteX1" fmla="*/ 0 w 415589"/>
                <a:gd name="connsiteY1" fmla="*/ 415653 h 415652"/>
                <a:gd name="connsiteX2" fmla="*/ 0 w 415589"/>
                <a:gd name="connsiteY2" fmla="*/ 366447 h 415652"/>
                <a:gd name="connsiteX3" fmla="*/ 15812 w 415589"/>
                <a:gd name="connsiteY3" fmla="*/ 366447 h 415652"/>
                <a:gd name="connsiteX4" fmla="*/ 15812 w 415589"/>
                <a:gd name="connsiteY4" fmla="*/ 399841 h 415652"/>
                <a:gd name="connsiteX5" fmla="*/ 399778 w 415589"/>
                <a:gd name="connsiteY5" fmla="*/ 399841 h 415652"/>
                <a:gd name="connsiteX6" fmla="*/ 399778 w 415589"/>
                <a:gd name="connsiteY6" fmla="*/ 15812 h 415652"/>
                <a:gd name="connsiteX7" fmla="*/ 364550 w 415589"/>
                <a:gd name="connsiteY7" fmla="*/ 15812 h 415652"/>
                <a:gd name="connsiteX8" fmla="*/ 364550 w 415589"/>
                <a:gd name="connsiteY8" fmla="*/ 0 h 415652"/>
                <a:gd name="connsiteX9" fmla="*/ 415589 w 415589"/>
                <a:gd name="connsiteY9" fmla="*/ 0 h 415652"/>
                <a:gd name="connsiteX10" fmla="*/ 415589 w 415589"/>
                <a:gd name="connsiteY10" fmla="*/ 415653 h 41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652">
                  <a:moveTo>
                    <a:pt x="415589" y="415653"/>
                  </a:moveTo>
                  <a:lnTo>
                    <a:pt x="0" y="415653"/>
                  </a:lnTo>
                  <a:lnTo>
                    <a:pt x="0" y="366447"/>
                  </a:lnTo>
                  <a:lnTo>
                    <a:pt x="15812" y="366447"/>
                  </a:lnTo>
                  <a:lnTo>
                    <a:pt x="15812" y="399841"/>
                  </a:lnTo>
                  <a:lnTo>
                    <a:pt x="399778" y="399841"/>
                  </a:lnTo>
                  <a:lnTo>
                    <a:pt x="399778" y="15812"/>
                  </a:lnTo>
                  <a:lnTo>
                    <a:pt x="364550" y="15812"/>
                  </a:lnTo>
                  <a:lnTo>
                    <a:pt x="364550" y="0"/>
                  </a:lnTo>
                  <a:lnTo>
                    <a:pt x="415589" y="0"/>
                  </a:lnTo>
                  <a:lnTo>
                    <a:pt x="415589" y="415653"/>
                  </a:lnTo>
                  <a:close/>
                </a:path>
              </a:pathLst>
            </a:custGeom>
            <a:grpFill/>
            <a:ln w="6271" cap="flat">
              <a:noFill/>
              <a:prstDash val="solid"/>
              <a:miter/>
            </a:ln>
          </p:spPr>
          <p:txBody>
            <a:bodyPr rtlCol="0" anchor="ctr"/>
            <a:lstStyle/>
            <a:p>
              <a:endParaRPr lang="en-US"/>
            </a:p>
          </p:txBody>
        </p:sp>
        <p:sp>
          <p:nvSpPr>
            <p:cNvPr id="194" name="Picture Placeholder 87">
              <a:extLst>
                <a:ext uri="{FF2B5EF4-FFF2-40B4-BE49-F238E27FC236}">
                  <a16:creationId xmlns:a16="http://schemas.microsoft.com/office/drawing/2014/main" id="{1A3E71E7-7333-D372-517C-A14CC9F15FDB}"/>
                </a:ext>
              </a:extLst>
            </p:cNvPr>
            <p:cNvSpPr/>
            <p:nvPr/>
          </p:nvSpPr>
          <p:spPr>
            <a:xfrm>
              <a:off x="919341" y="3646749"/>
              <a:ext cx="264889" cy="264889"/>
            </a:xfrm>
            <a:custGeom>
              <a:avLst/>
              <a:gdLst>
                <a:gd name="connsiteX0" fmla="*/ 415589 w 415589"/>
                <a:gd name="connsiteY0" fmla="*/ 415589 h 415589"/>
                <a:gd name="connsiteX1" fmla="*/ 0 w 415589"/>
                <a:gd name="connsiteY1" fmla="*/ 415589 h 415589"/>
                <a:gd name="connsiteX2" fmla="*/ 0 w 415589"/>
                <a:gd name="connsiteY2" fmla="*/ 365246 h 415589"/>
                <a:gd name="connsiteX3" fmla="*/ 15812 w 415589"/>
                <a:gd name="connsiteY3" fmla="*/ 365246 h 415589"/>
                <a:gd name="connsiteX4" fmla="*/ 15812 w 415589"/>
                <a:gd name="connsiteY4" fmla="*/ 399778 h 415589"/>
                <a:gd name="connsiteX5" fmla="*/ 399778 w 415589"/>
                <a:gd name="connsiteY5" fmla="*/ 399778 h 415589"/>
                <a:gd name="connsiteX6" fmla="*/ 399778 w 415589"/>
                <a:gd name="connsiteY6" fmla="*/ 15812 h 415589"/>
                <a:gd name="connsiteX7" fmla="*/ 364740 w 415589"/>
                <a:gd name="connsiteY7" fmla="*/ 15812 h 415589"/>
                <a:gd name="connsiteX8" fmla="*/ 364740 w 415589"/>
                <a:gd name="connsiteY8" fmla="*/ 0 h 415589"/>
                <a:gd name="connsiteX9" fmla="*/ 415589 w 415589"/>
                <a:gd name="connsiteY9" fmla="*/ 0 h 415589"/>
                <a:gd name="connsiteX10" fmla="*/ 415589 w 415589"/>
                <a:gd name="connsiteY10" fmla="*/ 415589 h 41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589">
                  <a:moveTo>
                    <a:pt x="415589" y="415589"/>
                  </a:moveTo>
                  <a:lnTo>
                    <a:pt x="0" y="415589"/>
                  </a:lnTo>
                  <a:lnTo>
                    <a:pt x="0" y="365246"/>
                  </a:lnTo>
                  <a:lnTo>
                    <a:pt x="15812" y="365246"/>
                  </a:lnTo>
                  <a:lnTo>
                    <a:pt x="15812" y="399778"/>
                  </a:lnTo>
                  <a:lnTo>
                    <a:pt x="399778" y="399778"/>
                  </a:lnTo>
                  <a:lnTo>
                    <a:pt x="399778" y="15812"/>
                  </a:lnTo>
                  <a:lnTo>
                    <a:pt x="364740" y="15812"/>
                  </a:lnTo>
                  <a:lnTo>
                    <a:pt x="364740" y="0"/>
                  </a:lnTo>
                  <a:lnTo>
                    <a:pt x="415589" y="0"/>
                  </a:lnTo>
                  <a:lnTo>
                    <a:pt x="415589" y="415589"/>
                  </a:lnTo>
                  <a:close/>
                </a:path>
              </a:pathLst>
            </a:custGeom>
            <a:grpFill/>
            <a:ln w="6271" cap="flat">
              <a:noFill/>
              <a:prstDash val="solid"/>
              <a:miter/>
            </a:ln>
          </p:spPr>
          <p:txBody>
            <a:bodyPr rtlCol="0" anchor="ctr"/>
            <a:lstStyle/>
            <a:p>
              <a:endParaRPr lang="en-US"/>
            </a:p>
          </p:txBody>
        </p:sp>
        <p:sp>
          <p:nvSpPr>
            <p:cNvPr id="195" name="Picture Placeholder 87">
              <a:extLst>
                <a:ext uri="{FF2B5EF4-FFF2-40B4-BE49-F238E27FC236}">
                  <a16:creationId xmlns:a16="http://schemas.microsoft.com/office/drawing/2014/main" id="{BE792CAF-B287-DBC9-53E1-7657C1949BB0}"/>
                </a:ext>
              </a:extLst>
            </p:cNvPr>
            <p:cNvSpPr/>
            <p:nvPr/>
          </p:nvSpPr>
          <p:spPr>
            <a:xfrm>
              <a:off x="876973" y="3604260"/>
              <a:ext cx="264889" cy="264889"/>
            </a:xfrm>
            <a:custGeom>
              <a:avLst/>
              <a:gdLst>
                <a:gd name="connsiteX0" fmla="*/ 415589 w 415589"/>
                <a:gd name="connsiteY0" fmla="*/ 415589 h 415589"/>
                <a:gd name="connsiteX1" fmla="*/ 0 w 415589"/>
                <a:gd name="connsiteY1" fmla="*/ 415589 h 415589"/>
                <a:gd name="connsiteX2" fmla="*/ 0 w 415589"/>
                <a:gd name="connsiteY2" fmla="*/ 358352 h 415589"/>
                <a:gd name="connsiteX3" fmla="*/ 15812 w 415589"/>
                <a:gd name="connsiteY3" fmla="*/ 358352 h 415589"/>
                <a:gd name="connsiteX4" fmla="*/ 15812 w 415589"/>
                <a:gd name="connsiteY4" fmla="*/ 399778 h 415589"/>
                <a:gd name="connsiteX5" fmla="*/ 399778 w 415589"/>
                <a:gd name="connsiteY5" fmla="*/ 399778 h 415589"/>
                <a:gd name="connsiteX6" fmla="*/ 399778 w 415589"/>
                <a:gd name="connsiteY6" fmla="*/ 15812 h 415589"/>
                <a:gd name="connsiteX7" fmla="*/ 358036 w 415589"/>
                <a:gd name="connsiteY7" fmla="*/ 15812 h 415589"/>
                <a:gd name="connsiteX8" fmla="*/ 358036 w 415589"/>
                <a:gd name="connsiteY8" fmla="*/ 0 h 415589"/>
                <a:gd name="connsiteX9" fmla="*/ 415589 w 415589"/>
                <a:gd name="connsiteY9" fmla="*/ 0 h 415589"/>
                <a:gd name="connsiteX10" fmla="*/ 415589 w 415589"/>
                <a:gd name="connsiteY10" fmla="*/ 415589 h 41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589">
                  <a:moveTo>
                    <a:pt x="415589" y="415589"/>
                  </a:moveTo>
                  <a:lnTo>
                    <a:pt x="0" y="415589"/>
                  </a:lnTo>
                  <a:lnTo>
                    <a:pt x="0" y="358352"/>
                  </a:lnTo>
                  <a:lnTo>
                    <a:pt x="15812" y="358352"/>
                  </a:lnTo>
                  <a:lnTo>
                    <a:pt x="15812" y="399778"/>
                  </a:lnTo>
                  <a:lnTo>
                    <a:pt x="399778" y="399778"/>
                  </a:lnTo>
                  <a:lnTo>
                    <a:pt x="399778" y="15812"/>
                  </a:lnTo>
                  <a:lnTo>
                    <a:pt x="358036" y="15812"/>
                  </a:lnTo>
                  <a:lnTo>
                    <a:pt x="358036" y="0"/>
                  </a:lnTo>
                  <a:lnTo>
                    <a:pt x="415589" y="0"/>
                  </a:lnTo>
                  <a:lnTo>
                    <a:pt x="415589" y="415589"/>
                  </a:lnTo>
                  <a:close/>
                </a:path>
              </a:pathLst>
            </a:custGeom>
            <a:grpFill/>
            <a:ln w="6271" cap="flat">
              <a:noFill/>
              <a:prstDash val="solid"/>
              <a:miter/>
            </a:ln>
          </p:spPr>
          <p:txBody>
            <a:bodyPr rtlCol="0" anchor="ctr"/>
            <a:lstStyle/>
            <a:p>
              <a:endParaRPr lang="en-US"/>
            </a:p>
          </p:txBody>
        </p:sp>
        <p:grpSp>
          <p:nvGrpSpPr>
            <p:cNvPr id="196" name="Group 195">
              <a:extLst>
                <a:ext uri="{FF2B5EF4-FFF2-40B4-BE49-F238E27FC236}">
                  <a16:creationId xmlns:a16="http://schemas.microsoft.com/office/drawing/2014/main" id="{B8374310-0B04-9EC6-56DD-48572D2A6A6D}"/>
                </a:ext>
              </a:extLst>
            </p:cNvPr>
            <p:cNvGrpSpPr/>
            <p:nvPr/>
          </p:nvGrpSpPr>
          <p:grpSpPr>
            <a:xfrm>
              <a:off x="839967" y="3567415"/>
              <a:ext cx="254851" cy="254810"/>
              <a:chOff x="3997454" y="2716554"/>
              <a:chExt cx="254851" cy="254810"/>
            </a:xfrm>
            <a:grpFill/>
          </p:grpSpPr>
          <p:sp>
            <p:nvSpPr>
              <p:cNvPr id="197" name="Picture Placeholder 87">
                <a:extLst>
                  <a:ext uri="{FF2B5EF4-FFF2-40B4-BE49-F238E27FC236}">
                    <a16:creationId xmlns:a16="http://schemas.microsoft.com/office/drawing/2014/main" id="{BE08F63D-7F58-D8C3-1B5D-3AAA807994E8}"/>
                  </a:ext>
                </a:extLst>
              </p:cNvPr>
              <p:cNvSpPr/>
              <p:nvPr/>
            </p:nvSpPr>
            <p:spPr>
              <a:xfrm>
                <a:off x="4043273" y="2761774"/>
                <a:ext cx="175573" cy="164349"/>
              </a:xfrm>
              <a:custGeom>
                <a:avLst/>
                <a:gdLst>
                  <a:gd name="connsiteX0" fmla="*/ 253894 w 275460"/>
                  <a:gd name="connsiteY0" fmla="*/ 97350 h 257851"/>
                  <a:gd name="connsiteX1" fmla="*/ 97351 w 275460"/>
                  <a:gd name="connsiteY1" fmla="*/ 3958 h 257851"/>
                  <a:gd name="connsiteX2" fmla="*/ 3958 w 275460"/>
                  <a:gd name="connsiteY2" fmla="*/ 160501 h 257851"/>
                  <a:gd name="connsiteX3" fmla="*/ 160502 w 275460"/>
                  <a:gd name="connsiteY3" fmla="*/ 253894 h 257851"/>
                  <a:gd name="connsiteX4" fmla="*/ 192735 w 275460"/>
                  <a:gd name="connsiteY4" fmla="*/ 240919 h 257851"/>
                  <a:gd name="connsiteX5" fmla="*/ 184893 w 275460"/>
                  <a:gd name="connsiteY5" fmla="*/ 227194 h 257851"/>
                  <a:gd name="connsiteX6" fmla="*/ 30757 w 275460"/>
                  <a:gd name="connsiteY6" fmla="*/ 184890 h 257851"/>
                  <a:gd name="connsiteX7" fmla="*/ 73061 w 275460"/>
                  <a:gd name="connsiteY7" fmla="*/ 30755 h 257851"/>
                  <a:gd name="connsiteX8" fmla="*/ 227197 w 275460"/>
                  <a:gd name="connsiteY8" fmla="*/ 73059 h 257851"/>
                  <a:gd name="connsiteX9" fmla="*/ 238272 w 275460"/>
                  <a:gd name="connsiteY9" fmla="*/ 100196 h 257851"/>
                  <a:gd name="connsiteX10" fmla="*/ 217275 w 275460"/>
                  <a:gd name="connsiteY10" fmla="*/ 104054 h 257851"/>
                  <a:gd name="connsiteX11" fmla="*/ 255665 w 275460"/>
                  <a:gd name="connsiteY11" fmla="*/ 149086 h 257851"/>
                  <a:gd name="connsiteX12" fmla="*/ 275461 w 275460"/>
                  <a:gd name="connsiteY12" fmla="*/ 93113 h 2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5460" h="257851">
                    <a:moveTo>
                      <a:pt x="253894" y="97350"/>
                    </a:moveTo>
                    <a:cubicBezTo>
                      <a:pt x="236455" y="28333"/>
                      <a:pt x="166369" y="-13481"/>
                      <a:pt x="97351" y="3958"/>
                    </a:cubicBezTo>
                    <a:cubicBezTo>
                      <a:pt x="28333" y="21396"/>
                      <a:pt x="-13480" y="91484"/>
                      <a:pt x="3958" y="160501"/>
                    </a:cubicBezTo>
                    <a:cubicBezTo>
                      <a:pt x="21397" y="229519"/>
                      <a:pt x="91483" y="271333"/>
                      <a:pt x="160502" y="253894"/>
                    </a:cubicBezTo>
                    <a:cubicBezTo>
                      <a:pt x="171782" y="251043"/>
                      <a:pt x="182625" y="246679"/>
                      <a:pt x="192735" y="240919"/>
                    </a:cubicBezTo>
                    <a:lnTo>
                      <a:pt x="184893" y="227194"/>
                    </a:lnTo>
                    <a:cubicBezTo>
                      <a:pt x="130647" y="258076"/>
                      <a:pt x="61639" y="239136"/>
                      <a:pt x="30757" y="184890"/>
                    </a:cubicBezTo>
                    <a:cubicBezTo>
                      <a:pt x="-124" y="130645"/>
                      <a:pt x="18816" y="61637"/>
                      <a:pt x="73061" y="30755"/>
                    </a:cubicBezTo>
                    <a:cubicBezTo>
                      <a:pt x="127307" y="-126"/>
                      <a:pt x="196316" y="18814"/>
                      <a:pt x="227197" y="73059"/>
                    </a:cubicBezTo>
                    <a:cubicBezTo>
                      <a:pt x="232051" y="81586"/>
                      <a:pt x="235774" y="90708"/>
                      <a:pt x="238272" y="100196"/>
                    </a:cubicBezTo>
                    <a:lnTo>
                      <a:pt x="217275" y="104054"/>
                    </a:lnTo>
                    <a:lnTo>
                      <a:pt x="255665" y="149086"/>
                    </a:lnTo>
                    <a:lnTo>
                      <a:pt x="275461" y="93113"/>
                    </a:lnTo>
                    <a:close/>
                  </a:path>
                </a:pathLst>
              </a:custGeom>
              <a:grpFill/>
              <a:ln w="6271" cap="flat">
                <a:noFill/>
                <a:prstDash val="solid"/>
                <a:miter/>
              </a:ln>
            </p:spPr>
            <p:txBody>
              <a:bodyPr rtlCol="0" anchor="ctr"/>
              <a:lstStyle/>
              <a:p>
                <a:endParaRPr lang="en-US"/>
              </a:p>
            </p:txBody>
          </p:sp>
          <p:sp>
            <p:nvSpPr>
              <p:cNvPr id="198" name="Picture Placeholder 87">
                <a:extLst>
                  <a:ext uri="{FF2B5EF4-FFF2-40B4-BE49-F238E27FC236}">
                    <a16:creationId xmlns:a16="http://schemas.microsoft.com/office/drawing/2014/main" id="{5C81CAF1-FD05-996C-3AA4-B5F3EA643F6B}"/>
                  </a:ext>
                </a:extLst>
              </p:cNvPr>
              <p:cNvSpPr/>
              <p:nvPr/>
            </p:nvSpPr>
            <p:spPr>
              <a:xfrm>
                <a:off x="3997454" y="2716554"/>
                <a:ext cx="254851" cy="254810"/>
              </a:xfrm>
              <a:custGeom>
                <a:avLst/>
                <a:gdLst>
                  <a:gd name="connsiteX0" fmla="*/ 384030 w 399841"/>
                  <a:gd name="connsiteY0" fmla="*/ 15812 h 399777"/>
                  <a:gd name="connsiteX1" fmla="*/ 384030 w 399841"/>
                  <a:gd name="connsiteY1" fmla="*/ 383966 h 399777"/>
                  <a:gd name="connsiteX2" fmla="*/ 15812 w 399841"/>
                  <a:gd name="connsiteY2" fmla="*/ 383966 h 399777"/>
                  <a:gd name="connsiteX3" fmla="*/ 15812 w 399841"/>
                  <a:gd name="connsiteY3" fmla="*/ 15812 h 399777"/>
                  <a:gd name="connsiteX4" fmla="*/ 384030 w 399841"/>
                  <a:gd name="connsiteY4" fmla="*/ 15812 h 399777"/>
                  <a:gd name="connsiteX5" fmla="*/ 399841 w 399841"/>
                  <a:gd name="connsiteY5" fmla="*/ 0 h 399777"/>
                  <a:gd name="connsiteX6" fmla="*/ 0 w 399841"/>
                  <a:gd name="connsiteY6" fmla="*/ 0 h 399777"/>
                  <a:gd name="connsiteX7" fmla="*/ 0 w 399841"/>
                  <a:gd name="connsiteY7" fmla="*/ 399778 h 399777"/>
                  <a:gd name="connsiteX8" fmla="*/ 399778 w 399841"/>
                  <a:gd name="connsiteY8" fmla="*/ 399778 h 399777"/>
                  <a:gd name="connsiteX9" fmla="*/ 399778 w 399841"/>
                  <a:gd name="connsiteY9" fmla="*/ 0 h 399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9841" h="399777">
                    <a:moveTo>
                      <a:pt x="384030" y="15812"/>
                    </a:moveTo>
                    <a:lnTo>
                      <a:pt x="384030" y="383966"/>
                    </a:lnTo>
                    <a:lnTo>
                      <a:pt x="15812" y="383966"/>
                    </a:lnTo>
                    <a:lnTo>
                      <a:pt x="15812" y="15812"/>
                    </a:lnTo>
                    <a:lnTo>
                      <a:pt x="384030" y="15812"/>
                    </a:lnTo>
                    <a:moveTo>
                      <a:pt x="399841" y="0"/>
                    </a:moveTo>
                    <a:lnTo>
                      <a:pt x="0" y="0"/>
                    </a:lnTo>
                    <a:lnTo>
                      <a:pt x="0" y="399778"/>
                    </a:lnTo>
                    <a:lnTo>
                      <a:pt x="399778" y="399778"/>
                    </a:lnTo>
                    <a:lnTo>
                      <a:pt x="399778" y="0"/>
                    </a:lnTo>
                    <a:close/>
                  </a:path>
                </a:pathLst>
              </a:custGeom>
              <a:grpFill/>
              <a:ln w="6271" cap="flat">
                <a:noFill/>
                <a:prstDash val="solid"/>
                <a:miter/>
              </a:ln>
            </p:spPr>
            <p:txBody>
              <a:bodyPr rtlCol="0" anchor="ctr"/>
              <a:lstStyle/>
              <a:p>
                <a:endParaRPr lang="en-US"/>
              </a:p>
            </p:txBody>
          </p:sp>
        </p:grpSp>
      </p:grpSp>
      <p:cxnSp>
        <p:nvCxnSpPr>
          <p:cNvPr id="199" name="Straight Connector 198">
            <a:extLst>
              <a:ext uri="{FF2B5EF4-FFF2-40B4-BE49-F238E27FC236}">
                <a16:creationId xmlns:a16="http://schemas.microsoft.com/office/drawing/2014/main" id="{AB9E4D2A-7C67-1EFD-DDE8-E2AA410A5335}"/>
              </a:ext>
            </a:extLst>
          </p:cNvPr>
          <p:cNvCxnSpPr>
            <a:cxnSpLocks/>
          </p:cNvCxnSpPr>
          <p:nvPr/>
        </p:nvCxnSpPr>
        <p:spPr bwMode="gray">
          <a:xfrm flipV="1">
            <a:off x="2089085" y="3460605"/>
            <a:ext cx="0" cy="188044"/>
          </a:xfrm>
          <a:prstGeom prst="line">
            <a:avLst/>
          </a:prstGeom>
          <a:ln w="25400">
            <a:solidFill>
              <a:srgbClr val="E68C28"/>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0" name="TextBox 199">
            <a:extLst>
              <a:ext uri="{FF2B5EF4-FFF2-40B4-BE49-F238E27FC236}">
                <a16:creationId xmlns:a16="http://schemas.microsoft.com/office/drawing/2014/main" id="{09BE8791-72DD-DBA0-F48F-97665AF6EFDD}"/>
              </a:ext>
            </a:extLst>
          </p:cNvPr>
          <p:cNvSpPr txBox="1"/>
          <p:nvPr/>
        </p:nvSpPr>
        <p:spPr>
          <a:xfrm>
            <a:off x="946684" y="3190065"/>
            <a:ext cx="890142" cy="369332"/>
          </a:xfrm>
          <a:prstGeom prst="rect">
            <a:avLst/>
          </a:prstGeom>
        </p:spPr>
        <p:txBody>
          <a:bodyPr wrap="square" lIns="0" tIns="0" rIns="0" bIns="0" rtlCol="0">
            <a:spAutoFit/>
          </a:bodyPr>
          <a:lstStyle/>
          <a:p>
            <a:pPr>
              <a:spcAft>
                <a:spcPts val="600"/>
              </a:spcAft>
            </a:pPr>
            <a:r>
              <a:rPr lang="en-US" sz="1200" dirty="0">
                <a:solidFill>
                  <a:srgbClr val="E68C28"/>
                </a:solidFill>
                <a:latin typeface="Arial" panose="020B0604020202020204" pitchFamily="34" charset="0"/>
              </a:rPr>
              <a:t>Local ESA snapshots</a:t>
            </a:r>
          </a:p>
        </p:txBody>
      </p:sp>
      <p:cxnSp>
        <p:nvCxnSpPr>
          <p:cNvPr id="201" name="Straight Connector 200">
            <a:extLst>
              <a:ext uri="{FF2B5EF4-FFF2-40B4-BE49-F238E27FC236}">
                <a16:creationId xmlns:a16="http://schemas.microsoft.com/office/drawing/2014/main" id="{054EB337-3BAB-1032-64A9-3166A2DAC22C}"/>
              </a:ext>
            </a:extLst>
          </p:cNvPr>
          <p:cNvCxnSpPr>
            <a:cxnSpLocks/>
          </p:cNvCxnSpPr>
          <p:nvPr/>
        </p:nvCxnSpPr>
        <p:spPr bwMode="gray">
          <a:xfrm>
            <a:off x="1834717" y="3460605"/>
            <a:ext cx="254368" cy="0"/>
          </a:xfrm>
          <a:prstGeom prst="line">
            <a:avLst/>
          </a:prstGeom>
          <a:ln w="25400">
            <a:solidFill>
              <a:srgbClr val="E68C28"/>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2ABD01AF-ADD0-D685-03F8-9B31FCA77BE1}"/>
              </a:ext>
            </a:extLst>
          </p:cNvPr>
          <p:cNvCxnSpPr>
            <a:cxnSpLocks/>
          </p:cNvCxnSpPr>
          <p:nvPr/>
        </p:nvCxnSpPr>
        <p:spPr bwMode="gray">
          <a:xfrm flipV="1">
            <a:off x="1834717" y="3344261"/>
            <a:ext cx="0" cy="116344"/>
          </a:xfrm>
          <a:prstGeom prst="line">
            <a:avLst/>
          </a:prstGeom>
          <a:ln w="25400">
            <a:solidFill>
              <a:srgbClr val="E68C28"/>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F10D9445-DCE8-4BD7-A63C-B62708D5C49D}"/>
              </a:ext>
            </a:extLst>
          </p:cNvPr>
          <p:cNvCxnSpPr>
            <a:cxnSpLocks/>
          </p:cNvCxnSpPr>
          <p:nvPr/>
        </p:nvCxnSpPr>
        <p:spPr bwMode="gray">
          <a:xfrm flipV="1">
            <a:off x="2365735" y="3344261"/>
            <a:ext cx="0" cy="116344"/>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4" name="TextBox 203">
            <a:extLst>
              <a:ext uri="{FF2B5EF4-FFF2-40B4-BE49-F238E27FC236}">
                <a16:creationId xmlns:a16="http://schemas.microsoft.com/office/drawing/2014/main" id="{E80DA8D0-0DDC-C087-2C33-37570A979C2A}"/>
              </a:ext>
            </a:extLst>
          </p:cNvPr>
          <p:cNvSpPr txBox="1"/>
          <p:nvPr/>
        </p:nvSpPr>
        <p:spPr>
          <a:xfrm>
            <a:off x="2557098" y="3190065"/>
            <a:ext cx="642290" cy="184666"/>
          </a:xfrm>
          <a:prstGeom prst="rect">
            <a:avLst/>
          </a:prstGeom>
        </p:spPr>
        <p:txBody>
          <a:bodyPr wrap="square" lIns="0" tIns="0" rIns="0" bIns="0" rtlCol="0">
            <a:spAutoFit/>
          </a:bodyPr>
          <a:lstStyle/>
          <a:p>
            <a:pPr>
              <a:spcAft>
                <a:spcPts val="600"/>
              </a:spcAft>
            </a:pPr>
            <a:r>
              <a:rPr lang="en-US" sz="1200" dirty="0">
                <a:solidFill>
                  <a:schemeClr val="accent3"/>
                </a:solidFill>
                <a:latin typeface="Arial" panose="020B0604020202020204" pitchFamily="34" charset="0"/>
              </a:rPr>
              <a:t>Replica</a:t>
            </a:r>
          </a:p>
        </p:txBody>
      </p:sp>
      <p:cxnSp>
        <p:nvCxnSpPr>
          <p:cNvPr id="205" name="Straight Connector 204">
            <a:extLst>
              <a:ext uri="{FF2B5EF4-FFF2-40B4-BE49-F238E27FC236}">
                <a16:creationId xmlns:a16="http://schemas.microsoft.com/office/drawing/2014/main" id="{ED56CF7D-ACC7-899C-26CA-5EA7B9B801A9}"/>
              </a:ext>
            </a:extLst>
          </p:cNvPr>
          <p:cNvCxnSpPr>
            <a:cxnSpLocks/>
          </p:cNvCxnSpPr>
          <p:nvPr/>
        </p:nvCxnSpPr>
        <p:spPr bwMode="gray">
          <a:xfrm>
            <a:off x="2089085" y="3460605"/>
            <a:ext cx="276650"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06" name="Group 205">
            <a:extLst>
              <a:ext uri="{FF2B5EF4-FFF2-40B4-BE49-F238E27FC236}">
                <a16:creationId xmlns:a16="http://schemas.microsoft.com/office/drawing/2014/main" id="{C029C332-5FE3-C911-E525-6BE6D18B93BA}"/>
              </a:ext>
            </a:extLst>
          </p:cNvPr>
          <p:cNvGrpSpPr/>
          <p:nvPr/>
        </p:nvGrpSpPr>
        <p:grpSpPr>
          <a:xfrm>
            <a:off x="2273685" y="3062047"/>
            <a:ext cx="187831" cy="188341"/>
            <a:chOff x="4404513" y="3389064"/>
            <a:chExt cx="187831" cy="188341"/>
          </a:xfrm>
        </p:grpSpPr>
        <p:sp>
          <p:nvSpPr>
            <p:cNvPr id="207" name="Picture Placeholder 87">
              <a:extLst>
                <a:ext uri="{FF2B5EF4-FFF2-40B4-BE49-F238E27FC236}">
                  <a16:creationId xmlns:a16="http://schemas.microsoft.com/office/drawing/2014/main" id="{B300C41A-FFDE-5F23-B8EC-A26FCBE04F7F}"/>
                </a:ext>
              </a:extLst>
            </p:cNvPr>
            <p:cNvSpPr/>
            <p:nvPr/>
          </p:nvSpPr>
          <p:spPr>
            <a:xfrm>
              <a:off x="4404513" y="3389604"/>
              <a:ext cx="187831" cy="187801"/>
            </a:xfrm>
            <a:custGeom>
              <a:avLst/>
              <a:gdLst>
                <a:gd name="connsiteX0" fmla="*/ 384030 w 399841"/>
                <a:gd name="connsiteY0" fmla="*/ 15812 h 399777"/>
                <a:gd name="connsiteX1" fmla="*/ 384030 w 399841"/>
                <a:gd name="connsiteY1" fmla="*/ 383966 h 399777"/>
                <a:gd name="connsiteX2" fmla="*/ 15812 w 399841"/>
                <a:gd name="connsiteY2" fmla="*/ 383966 h 399777"/>
                <a:gd name="connsiteX3" fmla="*/ 15812 w 399841"/>
                <a:gd name="connsiteY3" fmla="*/ 15812 h 399777"/>
                <a:gd name="connsiteX4" fmla="*/ 384030 w 399841"/>
                <a:gd name="connsiteY4" fmla="*/ 15812 h 399777"/>
                <a:gd name="connsiteX5" fmla="*/ 399841 w 399841"/>
                <a:gd name="connsiteY5" fmla="*/ 0 h 399777"/>
                <a:gd name="connsiteX6" fmla="*/ 0 w 399841"/>
                <a:gd name="connsiteY6" fmla="*/ 0 h 399777"/>
                <a:gd name="connsiteX7" fmla="*/ 0 w 399841"/>
                <a:gd name="connsiteY7" fmla="*/ 399778 h 399777"/>
                <a:gd name="connsiteX8" fmla="*/ 399778 w 399841"/>
                <a:gd name="connsiteY8" fmla="*/ 399778 h 399777"/>
                <a:gd name="connsiteX9" fmla="*/ 399778 w 399841"/>
                <a:gd name="connsiteY9" fmla="*/ 0 h 399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9841" h="399777">
                  <a:moveTo>
                    <a:pt x="384030" y="15812"/>
                  </a:moveTo>
                  <a:lnTo>
                    <a:pt x="384030" y="383966"/>
                  </a:lnTo>
                  <a:lnTo>
                    <a:pt x="15812" y="383966"/>
                  </a:lnTo>
                  <a:lnTo>
                    <a:pt x="15812" y="15812"/>
                  </a:lnTo>
                  <a:lnTo>
                    <a:pt x="384030" y="15812"/>
                  </a:lnTo>
                  <a:moveTo>
                    <a:pt x="399841" y="0"/>
                  </a:moveTo>
                  <a:lnTo>
                    <a:pt x="0" y="0"/>
                  </a:lnTo>
                  <a:lnTo>
                    <a:pt x="0" y="399778"/>
                  </a:lnTo>
                  <a:lnTo>
                    <a:pt x="399778" y="399778"/>
                  </a:lnTo>
                  <a:lnTo>
                    <a:pt x="399778" y="0"/>
                  </a:lnTo>
                  <a:close/>
                </a:path>
              </a:pathLst>
            </a:custGeom>
            <a:solidFill>
              <a:schemeClr val="accent3"/>
            </a:solidFill>
            <a:ln w="6271" cap="flat">
              <a:noFill/>
              <a:prstDash val="solid"/>
              <a:miter/>
            </a:ln>
          </p:spPr>
          <p:txBody>
            <a:bodyPr rtlCol="0" anchor="ctr"/>
            <a:lstStyle/>
            <a:p>
              <a:endParaRPr lang="en-US"/>
            </a:p>
          </p:txBody>
        </p:sp>
        <p:sp>
          <p:nvSpPr>
            <p:cNvPr id="208" name="TextBox 207">
              <a:extLst>
                <a:ext uri="{FF2B5EF4-FFF2-40B4-BE49-F238E27FC236}">
                  <a16:creationId xmlns:a16="http://schemas.microsoft.com/office/drawing/2014/main" id="{6E4AC64E-550F-EB09-E30E-552099F0E5F6}"/>
                </a:ext>
              </a:extLst>
            </p:cNvPr>
            <p:cNvSpPr txBox="1"/>
            <p:nvPr/>
          </p:nvSpPr>
          <p:spPr>
            <a:xfrm>
              <a:off x="4409275" y="3389064"/>
              <a:ext cx="177513" cy="184666"/>
            </a:xfrm>
            <a:prstGeom prst="rect">
              <a:avLst/>
            </a:prstGeom>
            <a:noFill/>
            <a:ln>
              <a:noFill/>
            </a:ln>
          </p:spPr>
          <p:txBody>
            <a:bodyPr wrap="square" lIns="0" tIns="0" rIns="0" bIns="0" rtlCol="0">
              <a:spAutoFit/>
            </a:bodyPr>
            <a:lstStyle/>
            <a:p>
              <a:pPr algn="ctr"/>
              <a:r>
                <a:rPr lang="en-US" sz="1200" dirty="0">
                  <a:solidFill>
                    <a:schemeClr val="accent3"/>
                  </a:solidFill>
                  <a:latin typeface="Arial" panose="020B0604020202020204" pitchFamily="34" charset="0"/>
                </a:rPr>
                <a:t>R</a:t>
              </a:r>
            </a:p>
          </p:txBody>
        </p:sp>
      </p:grpSp>
      <p:sp>
        <p:nvSpPr>
          <p:cNvPr id="218" name="TextBox 217">
            <a:extLst>
              <a:ext uri="{FF2B5EF4-FFF2-40B4-BE49-F238E27FC236}">
                <a16:creationId xmlns:a16="http://schemas.microsoft.com/office/drawing/2014/main" id="{B5296900-B54F-6992-8C25-78D969105FCF}"/>
              </a:ext>
            </a:extLst>
          </p:cNvPr>
          <p:cNvSpPr txBox="1"/>
          <p:nvPr/>
        </p:nvSpPr>
        <p:spPr>
          <a:xfrm>
            <a:off x="5860493" y="4053446"/>
            <a:ext cx="1898602" cy="153888"/>
          </a:xfrm>
          <a:prstGeom prst="rect">
            <a:avLst/>
          </a:prstGeom>
        </p:spPr>
        <p:txBody>
          <a:bodyPr wrap="square" lIns="0" tIns="0" rIns="0" bIns="0" rtlCol="0">
            <a:spAutoFit/>
          </a:bodyPr>
          <a:lstStyle/>
          <a:p>
            <a:pPr marL="171450" indent="-171450">
              <a:spcAft>
                <a:spcPts val="600"/>
              </a:spcAft>
              <a:buFont typeface="Arial" panose="020B0604020202020204" pitchFamily="34" charset="0"/>
              <a:buChar char="•"/>
            </a:pPr>
            <a:r>
              <a:rPr lang="en-US" sz="1000" dirty="0">
                <a:solidFill>
                  <a:schemeClr val="accent2"/>
                </a:solidFill>
              </a:rPr>
              <a:t>Guided fail back</a:t>
            </a:r>
          </a:p>
        </p:txBody>
      </p:sp>
      <p:sp>
        <p:nvSpPr>
          <p:cNvPr id="224" name="TextBox 223">
            <a:extLst>
              <a:ext uri="{FF2B5EF4-FFF2-40B4-BE49-F238E27FC236}">
                <a16:creationId xmlns:a16="http://schemas.microsoft.com/office/drawing/2014/main" id="{F9516854-BB4B-F764-AF1F-068C0D159EDF}"/>
              </a:ext>
            </a:extLst>
          </p:cNvPr>
          <p:cNvSpPr txBox="1"/>
          <p:nvPr/>
        </p:nvSpPr>
        <p:spPr>
          <a:xfrm>
            <a:off x="5817518" y="5934954"/>
            <a:ext cx="1989217" cy="246221"/>
          </a:xfrm>
          <a:prstGeom prst="rect">
            <a:avLst/>
          </a:prstGeom>
        </p:spPr>
        <p:txBody>
          <a:bodyPr wrap="square" lIns="0" tIns="0" rIns="0" bIns="0" rtlCol="0">
            <a:spAutoFit/>
          </a:bodyPr>
          <a:lstStyle/>
          <a:p>
            <a:pPr algn="ctr">
              <a:spcAft>
                <a:spcPts val="600"/>
              </a:spcAft>
            </a:pPr>
            <a:r>
              <a:rPr lang="en-US" sz="1600" dirty="0">
                <a:solidFill>
                  <a:schemeClr val="tx2"/>
                </a:solidFill>
                <a:latin typeface="Arial" panose="020B0604020202020204" pitchFamily="34" charset="0"/>
              </a:rPr>
              <a:t>Customer Owned</a:t>
            </a:r>
          </a:p>
        </p:txBody>
      </p:sp>
      <p:sp>
        <p:nvSpPr>
          <p:cNvPr id="225" name="TextBox 224">
            <a:extLst>
              <a:ext uri="{FF2B5EF4-FFF2-40B4-BE49-F238E27FC236}">
                <a16:creationId xmlns:a16="http://schemas.microsoft.com/office/drawing/2014/main" id="{08C196F3-6A74-68BA-2FA0-618E44F2592C}"/>
              </a:ext>
            </a:extLst>
          </p:cNvPr>
          <p:cNvSpPr txBox="1"/>
          <p:nvPr/>
        </p:nvSpPr>
        <p:spPr>
          <a:xfrm>
            <a:off x="1094479" y="5934954"/>
            <a:ext cx="1989217" cy="246221"/>
          </a:xfrm>
          <a:prstGeom prst="rect">
            <a:avLst/>
          </a:prstGeom>
        </p:spPr>
        <p:txBody>
          <a:bodyPr wrap="square" lIns="0" tIns="0" rIns="0" bIns="0" rtlCol="0">
            <a:spAutoFit/>
          </a:bodyPr>
          <a:lstStyle/>
          <a:p>
            <a:pPr algn="ctr">
              <a:spcAft>
                <a:spcPts val="600"/>
              </a:spcAft>
            </a:pPr>
            <a:r>
              <a:rPr lang="en-US" sz="1600" dirty="0">
                <a:solidFill>
                  <a:schemeClr val="tx2"/>
                </a:solidFill>
                <a:latin typeface="Arial" panose="020B0604020202020204" pitchFamily="34" charset="0"/>
              </a:rPr>
              <a:t>Customer Owned</a:t>
            </a:r>
          </a:p>
        </p:txBody>
      </p:sp>
      <p:grpSp>
        <p:nvGrpSpPr>
          <p:cNvPr id="5" name="Group 4">
            <a:extLst>
              <a:ext uri="{FF2B5EF4-FFF2-40B4-BE49-F238E27FC236}">
                <a16:creationId xmlns:a16="http://schemas.microsoft.com/office/drawing/2014/main" id="{FFE02464-0A17-FB37-EF55-FF7705D78A3C}"/>
              </a:ext>
            </a:extLst>
          </p:cNvPr>
          <p:cNvGrpSpPr/>
          <p:nvPr/>
        </p:nvGrpSpPr>
        <p:grpSpPr>
          <a:xfrm>
            <a:off x="2723845" y="5418401"/>
            <a:ext cx="421996" cy="376429"/>
            <a:chOff x="2755969" y="5735180"/>
            <a:chExt cx="421996" cy="376429"/>
          </a:xfrm>
        </p:grpSpPr>
        <p:pic>
          <p:nvPicPr>
            <p:cNvPr id="11" name="Graphic 10">
              <a:extLst>
                <a:ext uri="{FF2B5EF4-FFF2-40B4-BE49-F238E27FC236}">
                  <a16:creationId xmlns:a16="http://schemas.microsoft.com/office/drawing/2014/main" id="{5D980937-486E-30B6-50FB-FE3B2DC3836A}"/>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2876802" y="5899761"/>
              <a:ext cx="180257" cy="211848"/>
            </a:xfrm>
            <a:prstGeom prst="rect">
              <a:avLst/>
            </a:prstGeom>
          </p:spPr>
        </p:pic>
        <p:grpSp>
          <p:nvGrpSpPr>
            <p:cNvPr id="13" name="Group 12">
              <a:extLst>
                <a:ext uri="{FF2B5EF4-FFF2-40B4-BE49-F238E27FC236}">
                  <a16:creationId xmlns:a16="http://schemas.microsoft.com/office/drawing/2014/main" id="{C3556838-2864-07F1-1DF1-54F6B25A4246}"/>
                </a:ext>
              </a:extLst>
            </p:cNvPr>
            <p:cNvGrpSpPr/>
            <p:nvPr/>
          </p:nvGrpSpPr>
          <p:grpSpPr>
            <a:xfrm>
              <a:off x="2755969" y="5735180"/>
              <a:ext cx="421996" cy="111051"/>
              <a:chOff x="4831100" y="5347694"/>
              <a:chExt cx="421996" cy="111051"/>
            </a:xfrm>
            <a:solidFill>
              <a:schemeClr val="bg1">
                <a:lumMod val="50000"/>
              </a:schemeClr>
            </a:solidFill>
          </p:grpSpPr>
          <p:sp>
            <p:nvSpPr>
              <p:cNvPr id="58" name="Freeform: Shape 57">
                <a:extLst>
                  <a:ext uri="{FF2B5EF4-FFF2-40B4-BE49-F238E27FC236}">
                    <a16:creationId xmlns:a16="http://schemas.microsoft.com/office/drawing/2014/main" id="{FE1F5BB8-B7E4-7475-9CA6-D214B5FCFD4F}"/>
                  </a:ext>
                </a:extLst>
              </p:cNvPr>
              <p:cNvSpPr/>
              <p:nvPr/>
            </p:nvSpPr>
            <p:spPr>
              <a:xfrm>
                <a:off x="4831100" y="5347694"/>
                <a:ext cx="421996" cy="111051"/>
              </a:xfrm>
              <a:custGeom>
                <a:avLst/>
                <a:gdLst>
                  <a:gd name="connsiteX0" fmla="*/ 410891 w 421996"/>
                  <a:gd name="connsiteY0" fmla="*/ 11105 h 111051"/>
                  <a:gd name="connsiteX1" fmla="*/ 410891 w 421996"/>
                  <a:gd name="connsiteY1" fmla="*/ 99946 h 111051"/>
                  <a:gd name="connsiteX2" fmla="*/ 11105 w 421996"/>
                  <a:gd name="connsiteY2" fmla="*/ 99946 h 111051"/>
                  <a:gd name="connsiteX3" fmla="*/ 11105 w 421996"/>
                  <a:gd name="connsiteY3" fmla="*/ 11105 h 111051"/>
                  <a:gd name="connsiteX4" fmla="*/ 410891 w 421996"/>
                  <a:gd name="connsiteY4" fmla="*/ 11105 h 111051"/>
                  <a:gd name="connsiteX5" fmla="*/ 421997 w 421996"/>
                  <a:gd name="connsiteY5" fmla="*/ 0 h 111051"/>
                  <a:gd name="connsiteX6" fmla="*/ 0 w 421996"/>
                  <a:gd name="connsiteY6" fmla="*/ 0 h 111051"/>
                  <a:gd name="connsiteX7" fmla="*/ 0 w 421996"/>
                  <a:gd name="connsiteY7" fmla="*/ 111052 h 111051"/>
                  <a:gd name="connsiteX8" fmla="*/ 421997 w 421996"/>
                  <a:gd name="connsiteY8" fmla="*/ 111052 h 111051"/>
                  <a:gd name="connsiteX9" fmla="*/ 421997 w 421996"/>
                  <a:gd name="connsiteY9" fmla="*/ 0 h 111051"/>
                  <a:gd name="connsiteX10" fmla="*/ 421997 w 421996"/>
                  <a:gd name="connsiteY10" fmla="*/ 0 h 11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996" h="111051">
                    <a:moveTo>
                      <a:pt x="410891" y="11105"/>
                    </a:moveTo>
                    <a:lnTo>
                      <a:pt x="410891" y="99946"/>
                    </a:lnTo>
                    <a:lnTo>
                      <a:pt x="11105" y="99946"/>
                    </a:lnTo>
                    <a:lnTo>
                      <a:pt x="11105" y="11105"/>
                    </a:lnTo>
                    <a:lnTo>
                      <a:pt x="410891" y="11105"/>
                    </a:lnTo>
                    <a:moveTo>
                      <a:pt x="421997" y="0"/>
                    </a:moveTo>
                    <a:lnTo>
                      <a:pt x="0" y="0"/>
                    </a:lnTo>
                    <a:lnTo>
                      <a:pt x="0" y="111052"/>
                    </a:lnTo>
                    <a:lnTo>
                      <a:pt x="421997" y="111052"/>
                    </a:lnTo>
                    <a:lnTo>
                      <a:pt x="421997" y="0"/>
                    </a:lnTo>
                    <a:lnTo>
                      <a:pt x="421997" y="0"/>
                    </a:lnTo>
                    <a:close/>
                  </a:path>
                </a:pathLst>
              </a:custGeom>
              <a:grpFill/>
              <a:ln w="3380"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049C687A-2671-D437-7D18-02A0DC50594E}"/>
                  </a:ext>
                </a:extLst>
              </p:cNvPr>
              <p:cNvSpPr/>
              <p:nvPr/>
            </p:nvSpPr>
            <p:spPr>
              <a:xfrm>
                <a:off x="486113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58110AC5-4E72-7443-F03F-CF6DDA4BAC01}"/>
                  </a:ext>
                </a:extLst>
              </p:cNvPr>
              <p:cNvSpPr/>
              <p:nvPr/>
            </p:nvSpPr>
            <p:spPr>
              <a:xfrm>
                <a:off x="4885696"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7BBE1680-94F9-D84D-0CDE-D5DA877693F6}"/>
                  </a:ext>
                </a:extLst>
              </p:cNvPr>
              <p:cNvSpPr/>
              <p:nvPr/>
            </p:nvSpPr>
            <p:spPr>
              <a:xfrm>
                <a:off x="4910257"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BDCB7B29-ED04-1636-A25F-AA3466434792}"/>
                  </a:ext>
                </a:extLst>
              </p:cNvPr>
              <p:cNvSpPr/>
              <p:nvPr/>
            </p:nvSpPr>
            <p:spPr>
              <a:xfrm>
                <a:off x="5155867"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43A408DF-3F34-6EDE-E132-40B7B0E738B9}"/>
                  </a:ext>
                </a:extLst>
              </p:cNvPr>
              <p:cNvSpPr/>
              <p:nvPr/>
            </p:nvSpPr>
            <p:spPr>
              <a:xfrm>
                <a:off x="5180428"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E2F66541-C431-E1D8-CE0C-C649278F379F}"/>
                  </a:ext>
                </a:extLst>
              </p:cNvPr>
              <p:cNvSpPr/>
              <p:nvPr/>
            </p:nvSpPr>
            <p:spPr>
              <a:xfrm>
                <a:off x="520498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7CD3BD1E-89C8-AEB9-A309-B8A87E4ED941}"/>
                  </a:ext>
                </a:extLst>
              </p:cNvPr>
              <p:cNvSpPr/>
              <p:nvPr/>
            </p:nvSpPr>
            <p:spPr>
              <a:xfrm>
                <a:off x="4934818"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E39C9869-E98C-7F91-4A40-D9FA7B4567A7}"/>
                  </a:ext>
                </a:extLst>
              </p:cNvPr>
              <p:cNvSpPr/>
              <p:nvPr/>
            </p:nvSpPr>
            <p:spPr>
              <a:xfrm>
                <a:off x="4959379"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9AA5FD2A-7509-9A56-1D20-AEE1686B81BB}"/>
                  </a:ext>
                </a:extLst>
              </p:cNvPr>
              <p:cNvSpPr/>
              <p:nvPr/>
            </p:nvSpPr>
            <p:spPr>
              <a:xfrm>
                <a:off x="4983940"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BA01D15A-D247-A208-F20D-15984BF227BF}"/>
                  </a:ext>
                </a:extLst>
              </p:cNvPr>
              <p:cNvSpPr/>
              <p:nvPr/>
            </p:nvSpPr>
            <p:spPr>
              <a:xfrm>
                <a:off x="5008501"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5D33AE9A-F8CD-E4B5-F767-F4EC104081B0}"/>
                  </a:ext>
                </a:extLst>
              </p:cNvPr>
              <p:cNvSpPr/>
              <p:nvPr/>
            </p:nvSpPr>
            <p:spPr>
              <a:xfrm>
                <a:off x="5033062"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3D878A1F-3027-670E-F182-30F3383C584E}"/>
                  </a:ext>
                </a:extLst>
              </p:cNvPr>
              <p:cNvSpPr/>
              <p:nvPr/>
            </p:nvSpPr>
            <p:spPr>
              <a:xfrm>
                <a:off x="5057623"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589B397A-C6AA-A0F0-8D66-D59DEB367BAC}"/>
                  </a:ext>
                </a:extLst>
              </p:cNvPr>
              <p:cNvSpPr/>
              <p:nvPr/>
            </p:nvSpPr>
            <p:spPr>
              <a:xfrm>
                <a:off x="5082184"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7B9F0911-481C-D964-727D-38C89569E11B}"/>
                  </a:ext>
                </a:extLst>
              </p:cNvPr>
              <p:cNvSpPr/>
              <p:nvPr/>
            </p:nvSpPr>
            <p:spPr>
              <a:xfrm>
                <a:off x="5106745"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E74B1FDF-1ECC-B54D-1AEA-9F7161FC4693}"/>
                  </a:ext>
                </a:extLst>
              </p:cNvPr>
              <p:cNvSpPr/>
              <p:nvPr/>
            </p:nvSpPr>
            <p:spPr>
              <a:xfrm>
                <a:off x="5131306" y="5378207"/>
                <a:ext cx="11105" cy="44420"/>
              </a:xfrm>
              <a:custGeom>
                <a:avLst/>
                <a:gdLst>
                  <a:gd name="connsiteX0" fmla="*/ 0 w 11105"/>
                  <a:gd name="connsiteY0" fmla="*/ 0 h 44420"/>
                  <a:gd name="connsiteX1" fmla="*/ 11105 w 11105"/>
                  <a:gd name="connsiteY1" fmla="*/ 0 h 44420"/>
                  <a:gd name="connsiteX2" fmla="*/ 11105 w 11105"/>
                  <a:gd name="connsiteY2" fmla="*/ 44421 h 44420"/>
                  <a:gd name="connsiteX3" fmla="*/ 0 w 11105"/>
                  <a:gd name="connsiteY3" fmla="*/ 44421 h 44420"/>
                </a:gdLst>
                <a:ahLst/>
                <a:cxnLst>
                  <a:cxn ang="0">
                    <a:pos x="connsiteX0" y="connsiteY0"/>
                  </a:cxn>
                  <a:cxn ang="0">
                    <a:pos x="connsiteX1" y="connsiteY1"/>
                  </a:cxn>
                  <a:cxn ang="0">
                    <a:pos x="connsiteX2" y="connsiteY2"/>
                  </a:cxn>
                  <a:cxn ang="0">
                    <a:pos x="connsiteX3" y="connsiteY3"/>
                  </a:cxn>
                </a:cxnLst>
                <a:rect l="l" t="t" r="r" b="b"/>
                <a:pathLst>
                  <a:path w="11105" h="44420">
                    <a:moveTo>
                      <a:pt x="0" y="0"/>
                    </a:moveTo>
                    <a:lnTo>
                      <a:pt x="11105" y="0"/>
                    </a:lnTo>
                    <a:lnTo>
                      <a:pt x="11105" y="44421"/>
                    </a:lnTo>
                    <a:lnTo>
                      <a:pt x="0" y="44421"/>
                    </a:lnTo>
                    <a:close/>
                  </a:path>
                </a:pathLst>
              </a:custGeom>
              <a:grpFill/>
              <a:ln w="3380" cap="flat">
                <a:noFill/>
                <a:prstDash val="solid"/>
                <a:miter/>
              </a:ln>
            </p:spPr>
            <p:txBody>
              <a:bodyPr rtlCol="0" anchor="ctr"/>
              <a:lstStyle/>
              <a:p>
                <a:endParaRPr lang="en-US"/>
              </a:p>
            </p:txBody>
          </p:sp>
        </p:grpSp>
      </p:grpSp>
      <p:sp>
        <p:nvSpPr>
          <p:cNvPr id="215" name="TextBox 214">
            <a:extLst>
              <a:ext uri="{FF2B5EF4-FFF2-40B4-BE49-F238E27FC236}">
                <a16:creationId xmlns:a16="http://schemas.microsoft.com/office/drawing/2014/main" id="{8E814408-A327-CB6D-7C4A-1D42DC7D50B5}"/>
              </a:ext>
            </a:extLst>
          </p:cNvPr>
          <p:cNvSpPr txBox="1"/>
          <p:nvPr/>
        </p:nvSpPr>
        <p:spPr>
          <a:xfrm>
            <a:off x="3044118" y="5596573"/>
            <a:ext cx="1058957" cy="184666"/>
          </a:xfrm>
          <a:prstGeom prst="rect">
            <a:avLst/>
          </a:prstGeom>
        </p:spPr>
        <p:txBody>
          <a:bodyPr wrap="square" lIns="0" tIns="0" rIns="0" bIns="0" rtlCol="0">
            <a:spAutoFit/>
          </a:bodyPr>
          <a:lstStyle/>
          <a:p>
            <a:pPr algn="ctr"/>
            <a:r>
              <a:rPr lang="en-US" sz="1200" dirty="0">
                <a:solidFill>
                  <a:schemeClr val="bg1">
                    <a:lumMod val="50000"/>
                  </a:schemeClr>
                </a:solidFill>
                <a:latin typeface="Arial" panose="020B0604020202020204" pitchFamily="34" charset="0"/>
              </a:rPr>
              <a:t>VMFS or NFS</a:t>
            </a:r>
          </a:p>
        </p:txBody>
      </p:sp>
    </p:spTree>
    <p:extLst>
      <p:ext uri="{BB962C8B-B14F-4D97-AF65-F5344CB8AC3E}">
        <p14:creationId xmlns:p14="http://schemas.microsoft.com/office/powerpoint/2010/main" val="20234457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childTnLst>
                                </p:cTn>
                              </p:par>
                              <p:par>
                                <p:cTn id="8" presetID="10" presetClass="entr" presetSubtype="0" fill="hold" nodeType="withEffect">
                                  <p:stCondLst>
                                    <p:cond delay="500"/>
                                  </p:stCondLst>
                                  <p:childTnLst>
                                    <p:set>
                                      <p:cBhvr>
                                        <p:cTn id="9" dur="1" fill="hold">
                                          <p:stCondLst>
                                            <p:cond delay="0"/>
                                          </p:stCondLst>
                                        </p:cTn>
                                        <p:tgtEl>
                                          <p:spTgt spid="37"/>
                                        </p:tgtEl>
                                        <p:attrNameLst>
                                          <p:attrName>style.visibility</p:attrName>
                                        </p:attrNameLst>
                                      </p:cBhvr>
                                      <p:to>
                                        <p:strVal val="visible"/>
                                      </p:to>
                                    </p:set>
                                    <p:animEffect transition="in" filter="fade">
                                      <p:cBhvr>
                                        <p:cTn id="10" dur="500"/>
                                        <p:tgtEl>
                                          <p:spTgt spid="37"/>
                                        </p:tgtEl>
                                      </p:cBhvr>
                                    </p:animEffect>
                                  </p:childTnLst>
                                </p:cTn>
                              </p:par>
                              <p:par>
                                <p:cTn id="11" presetID="10" presetClass="entr" presetSubtype="0" fill="hold" nodeType="withEffect">
                                  <p:stCondLst>
                                    <p:cond delay="500"/>
                                  </p:stCondLst>
                                  <p:childTnLst>
                                    <p:set>
                                      <p:cBhvr>
                                        <p:cTn id="12" dur="1" fill="hold">
                                          <p:stCondLst>
                                            <p:cond delay="0"/>
                                          </p:stCondLst>
                                        </p:cTn>
                                        <p:tgtEl>
                                          <p:spTgt spid="38"/>
                                        </p:tgtEl>
                                        <p:attrNameLst>
                                          <p:attrName>style.visibility</p:attrName>
                                        </p:attrNameLst>
                                      </p:cBhvr>
                                      <p:to>
                                        <p:strVal val="visible"/>
                                      </p:to>
                                    </p:set>
                                    <p:animEffect transition="in" filter="fade">
                                      <p:cBhvr>
                                        <p:cTn id="13" dur="500"/>
                                        <p:tgtEl>
                                          <p:spTgt spid="38"/>
                                        </p:tgtEl>
                                      </p:cBhvr>
                                    </p:animEffect>
                                  </p:childTnLst>
                                </p:cTn>
                              </p:par>
                              <p:par>
                                <p:cTn id="14" presetID="10" presetClass="entr" presetSubtype="0" fill="hold" nodeType="withEffect">
                                  <p:stCondLst>
                                    <p:cond delay="500"/>
                                  </p:stCondLst>
                                  <p:childTnLst>
                                    <p:set>
                                      <p:cBhvr>
                                        <p:cTn id="15" dur="1" fill="hold">
                                          <p:stCondLst>
                                            <p:cond delay="0"/>
                                          </p:stCondLst>
                                        </p:cTn>
                                        <p:tgtEl>
                                          <p:spTgt spid="40"/>
                                        </p:tgtEl>
                                        <p:attrNameLst>
                                          <p:attrName>style.visibility</p:attrName>
                                        </p:attrNameLst>
                                      </p:cBhvr>
                                      <p:to>
                                        <p:strVal val="visible"/>
                                      </p:to>
                                    </p:set>
                                    <p:animEffect transition="in" filter="fade">
                                      <p:cBhvr>
                                        <p:cTn id="16" dur="500"/>
                                        <p:tgtEl>
                                          <p:spTgt spid="40"/>
                                        </p:tgtEl>
                                      </p:cBhvr>
                                    </p:animEffect>
                                  </p:childTnLst>
                                </p:cTn>
                              </p:par>
                              <p:par>
                                <p:cTn id="17" presetID="10" presetClass="entr" presetSubtype="0" fill="hold" nodeType="withEffect">
                                  <p:stCondLst>
                                    <p:cond delay="500"/>
                                  </p:stCondLst>
                                  <p:childTnLst>
                                    <p:set>
                                      <p:cBhvr>
                                        <p:cTn id="18" dur="1" fill="hold">
                                          <p:stCondLst>
                                            <p:cond delay="0"/>
                                          </p:stCondLst>
                                        </p:cTn>
                                        <p:tgtEl>
                                          <p:spTgt spid="41"/>
                                        </p:tgtEl>
                                        <p:attrNameLst>
                                          <p:attrName>style.visibility</p:attrName>
                                        </p:attrNameLst>
                                      </p:cBhvr>
                                      <p:to>
                                        <p:strVal val="visible"/>
                                      </p:to>
                                    </p:set>
                                    <p:animEffect transition="in" filter="fade">
                                      <p:cBhvr>
                                        <p:cTn id="19" dur="500"/>
                                        <p:tgtEl>
                                          <p:spTgt spid="41"/>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42"/>
                                        </p:tgtEl>
                                        <p:attrNameLst>
                                          <p:attrName>style.visibility</p:attrName>
                                        </p:attrNameLst>
                                      </p:cBhvr>
                                      <p:to>
                                        <p:strVal val="visible"/>
                                      </p:to>
                                    </p:set>
                                    <p:animEffect transition="in" filter="fade">
                                      <p:cBhvr>
                                        <p:cTn id="22" dur="500"/>
                                        <p:tgtEl>
                                          <p:spTgt spid="42"/>
                                        </p:tgtEl>
                                      </p:cBhvr>
                                    </p:animEffect>
                                  </p:childTnLst>
                                </p:cTn>
                              </p:par>
                              <p:par>
                                <p:cTn id="23" presetID="10" presetClass="entr" presetSubtype="0" fill="hold" nodeType="withEffect">
                                  <p:stCondLst>
                                    <p:cond delay="500"/>
                                  </p:stCondLst>
                                  <p:childTnLst>
                                    <p:set>
                                      <p:cBhvr>
                                        <p:cTn id="24" dur="1" fill="hold">
                                          <p:stCondLst>
                                            <p:cond delay="0"/>
                                          </p:stCondLst>
                                        </p:cTn>
                                        <p:tgtEl>
                                          <p:spTgt spid="219"/>
                                        </p:tgtEl>
                                        <p:attrNameLst>
                                          <p:attrName>style.visibility</p:attrName>
                                        </p:attrNameLst>
                                      </p:cBhvr>
                                      <p:to>
                                        <p:strVal val="visible"/>
                                      </p:to>
                                    </p:set>
                                    <p:animEffect transition="in" filter="fade">
                                      <p:cBhvr>
                                        <p:cTn id="25" dur="500"/>
                                        <p:tgtEl>
                                          <p:spTgt spid="219"/>
                                        </p:tgtEl>
                                      </p:cBhvr>
                                    </p:animEffect>
                                  </p:childTnLst>
                                </p:cTn>
                              </p:par>
                              <p:par>
                                <p:cTn id="26" presetID="10" presetClass="entr" presetSubtype="0" fill="hold" nodeType="withEffect">
                                  <p:stCondLst>
                                    <p:cond delay="500"/>
                                  </p:stCondLst>
                                  <p:childTnLst>
                                    <p:set>
                                      <p:cBhvr>
                                        <p:cTn id="27" dur="1" fill="hold">
                                          <p:stCondLst>
                                            <p:cond delay="0"/>
                                          </p:stCondLst>
                                        </p:cTn>
                                        <p:tgtEl>
                                          <p:spTgt spid="220"/>
                                        </p:tgtEl>
                                        <p:attrNameLst>
                                          <p:attrName>style.visibility</p:attrName>
                                        </p:attrNameLst>
                                      </p:cBhvr>
                                      <p:to>
                                        <p:strVal val="visible"/>
                                      </p:to>
                                    </p:set>
                                    <p:animEffect transition="in" filter="fade">
                                      <p:cBhvr>
                                        <p:cTn id="28" dur="500"/>
                                        <p:tgtEl>
                                          <p:spTgt spid="220"/>
                                        </p:tgtEl>
                                      </p:cBhvr>
                                    </p:animEffect>
                                  </p:childTnLst>
                                </p:cTn>
                              </p:par>
                              <p:par>
                                <p:cTn id="29" presetID="10" presetClass="entr" presetSubtype="0" fill="hold" nodeType="withEffect">
                                  <p:stCondLst>
                                    <p:cond delay="50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par>
                                <p:cTn id="32" presetID="10" presetClass="entr" presetSubtype="0" fill="hold" grpId="0" nodeType="withEffect">
                                  <p:stCondLst>
                                    <p:cond delay="500"/>
                                  </p:stCondLst>
                                  <p:childTnLst>
                                    <p:set>
                                      <p:cBhvr>
                                        <p:cTn id="33" dur="1" fill="hold">
                                          <p:stCondLst>
                                            <p:cond delay="0"/>
                                          </p:stCondLst>
                                        </p:cTn>
                                        <p:tgtEl>
                                          <p:spTgt spid="215"/>
                                        </p:tgtEl>
                                        <p:attrNameLst>
                                          <p:attrName>style.visibility</p:attrName>
                                        </p:attrNameLst>
                                      </p:cBhvr>
                                      <p:to>
                                        <p:strVal val="visible"/>
                                      </p:to>
                                    </p:set>
                                    <p:animEffect transition="in" filter="fade">
                                      <p:cBhvr>
                                        <p:cTn id="34" dur="500"/>
                                        <p:tgtEl>
                                          <p:spTgt spid="215"/>
                                        </p:tgtEl>
                                      </p:cBhvr>
                                    </p:animEffect>
                                  </p:childTnLst>
                                </p:cTn>
                              </p:par>
                            </p:childTnLst>
                          </p:cTn>
                        </p:par>
                        <p:par>
                          <p:cTn id="35" fill="hold">
                            <p:stCondLst>
                              <p:cond delay="1000"/>
                            </p:stCondLst>
                            <p:childTnLst>
                              <p:par>
                                <p:cTn id="36" presetID="10" presetClass="entr" presetSubtype="0" fill="hold" grpId="0" nodeType="afterEffect">
                                  <p:stCondLst>
                                    <p:cond delay="0"/>
                                  </p:stCondLst>
                                  <p:childTnLst>
                                    <p:set>
                                      <p:cBhvr>
                                        <p:cTn id="37" dur="1" fill="hold">
                                          <p:stCondLst>
                                            <p:cond delay="0"/>
                                          </p:stCondLst>
                                        </p:cTn>
                                        <p:tgtEl>
                                          <p:spTgt spid="43"/>
                                        </p:tgtEl>
                                        <p:attrNameLst>
                                          <p:attrName>style.visibility</p:attrName>
                                        </p:attrNameLst>
                                      </p:cBhvr>
                                      <p:to>
                                        <p:strVal val="visible"/>
                                      </p:to>
                                    </p:set>
                                    <p:animEffect transition="in" filter="fade">
                                      <p:cBhvr>
                                        <p:cTn id="38" dur="500"/>
                                        <p:tgtEl>
                                          <p:spTgt spid="43"/>
                                        </p:tgtEl>
                                      </p:cBhvr>
                                    </p:animEffect>
                                  </p:childTnLst>
                                </p:cTn>
                              </p:par>
                              <p:par>
                                <p:cTn id="39" presetID="10" presetClass="entr" presetSubtype="0" fill="hold" nodeType="withEffect">
                                  <p:stCondLst>
                                    <p:cond delay="0"/>
                                  </p:stCondLst>
                                  <p:childTnLst>
                                    <p:set>
                                      <p:cBhvr>
                                        <p:cTn id="40" dur="1" fill="hold">
                                          <p:stCondLst>
                                            <p:cond delay="0"/>
                                          </p:stCondLst>
                                        </p:cTn>
                                        <p:tgtEl>
                                          <p:spTgt spid="45"/>
                                        </p:tgtEl>
                                        <p:attrNameLst>
                                          <p:attrName>style.visibility</p:attrName>
                                        </p:attrNameLst>
                                      </p:cBhvr>
                                      <p:to>
                                        <p:strVal val="visible"/>
                                      </p:to>
                                    </p:set>
                                    <p:animEffect transition="in" filter="fade">
                                      <p:cBhvr>
                                        <p:cTn id="41" dur="500"/>
                                        <p:tgtEl>
                                          <p:spTgt spid="45"/>
                                        </p:tgtEl>
                                      </p:cBhvr>
                                    </p:animEffect>
                                  </p:childTnLst>
                                </p:cTn>
                              </p:par>
                            </p:childTnLst>
                          </p:cTn>
                        </p:par>
                        <p:par>
                          <p:cTn id="42" fill="hold">
                            <p:stCondLst>
                              <p:cond delay="1500"/>
                            </p:stCondLst>
                            <p:childTnLst>
                              <p:par>
                                <p:cTn id="43" presetID="10" presetClass="entr" presetSubtype="0" fill="hold" grpId="0" nodeType="after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fade">
                                      <p:cBhvr>
                                        <p:cTn id="45" dur="500"/>
                                        <p:tgtEl>
                                          <p:spTgt spid="51"/>
                                        </p:tgtEl>
                                      </p:cBhvr>
                                    </p:animEffect>
                                  </p:childTnLst>
                                </p:cTn>
                              </p:par>
                              <p:par>
                                <p:cTn id="46" presetID="10" presetClass="entr" presetSubtype="0" fill="hold" nodeType="withEffect">
                                  <p:stCondLst>
                                    <p:cond delay="0"/>
                                  </p:stCondLst>
                                  <p:childTnLst>
                                    <p:set>
                                      <p:cBhvr>
                                        <p:cTn id="47" dur="1" fill="hold">
                                          <p:stCondLst>
                                            <p:cond delay="0"/>
                                          </p:stCondLst>
                                        </p:cTn>
                                        <p:tgtEl>
                                          <p:spTgt spid="44"/>
                                        </p:tgtEl>
                                        <p:attrNameLst>
                                          <p:attrName>style.visibility</p:attrName>
                                        </p:attrNameLst>
                                      </p:cBhvr>
                                      <p:to>
                                        <p:strVal val="visible"/>
                                      </p:to>
                                    </p:set>
                                    <p:animEffect transition="in" filter="fade">
                                      <p:cBhvr>
                                        <p:cTn id="48" dur="500"/>
                                        <p:tgtEl>
                                          <p:spTgt spid="44"/>
                                        </p:tgtEl>
                                      </p:cBhvr>
                                    </p:animEffect>
                                  </p:childTnLst>
                                </p:cTn>
                              </p:par>
                              <p:par>
                                <p:cTn id="49" presetID="10" presetClass="entr" presetSubtype="0" fill="hold" nodeType="withEffect">
                                  <p:stCondLst>
                                    <p:cond delay="0"/>
                                  </p:stCondLst>
                                  <p:childTnLst>
                                    <p:set>
                                      <p:cBhvr>
                                        <p:cTn id="50" dur="1" fill="hold">
                                          <p:stCondLst>
                                            <p:cond delay="0"/>
                                          </p:stCondLst>
                                        </p:cTn>
                                        <p:tgtEl>
                                          <p:spTgt spid="52"/>
                                        </p:tgtEl>
                                        <p:attrNameLst>
                                          <p:attrName>style.visibility</p:attrName>
                                        </p:attrNameLst>
                                      </p:cBhvr>
                                      <p:to>
                                        <p:strVal val="visible"/>
                                      </p:to>
                                    </p:set>
                                    <p:animEffect transition="in" filter="fade">
                                      <p:cBhvr>
                                        <p:cTn id="51" dur="500"/>
                                        <p:tgtEl>
                                          <p:spTgt spid="52"/>
                                        </p:tgtEl>
                                      </p:cBhvr>
                                    </p:animEffect>
                                  </p:childTnLst>
                                </p:cTn>
                              </p:par>
                            </p:childTnLst>
                          </p:cTn>
                        </p:par>
                        <p:par>
                          <p:cTn id="52" fill="hold">
                            <p:stCondLst>
                              <p:cond delay="2000"/>
                            </p:stCondLst>
                            <p:childTnLst>
                              <p:par>
                                <p:cTn id="53" presetID="10" presetClass="entr" presetSubtype="0" fill="hold" grpId="0" nodeType="afterEffect">
                                  <p:stCondLst>
                                    <p:cond delay="0"/>
                                  </p:stCondLst>
                                  <p:childTnLst>
                                    <p:set>
                                      <p:cBhvr>
                                        <p:cTn id="54" dur="1" fill="hold">
                                          <p:stCondLst>
                                            <p:cond delay="0"/>
                                          </p:stCondLst>
                                        </p:cTn>
                                        <p:tgtEl>
                                          <p:spTgt spid="225"/>
                                        </p:tgtEl>
                                        <p:attrNameLst>
                                          <p:attrName>style.visibility</p:attrName>
                                        </p:attrNameLst>
                                      </p:cBhvr>
                                      <p:to>
                                        <p:strVal val="visible"/>
                                      </p:to>
                                    </p:set>
                                    <p:animEffect transition="in" filter="fade">
                                      <p:cBhvr>
                                        <p:cTn id="55" dur="500"/>
                                        <p:tgtEl>
                                          <p:spTgt spid="225"/>
                                        </p:tgtEl>
                                      </p:cBhvr>
                                    </p:animEffect>
                                  </p:childTnLst>
                                </p:cTn>
                              </p:par>
                            </p:childTnLst>
                          </p:cTn>
                        </p:par>
                        <p:par>
                          <p:cTn id="56" fill="hold">
                            <p:stCondLst>
                              <p:cond delay="2500"/>
                            </p:stCondLst>
                            <p:childTnLst>
                              <p:par>
                                <p:cTn id="57" presetID="10" presetClass="entr" presetSubtype="0" fill="hold" nodeType="afterEffect">
                                  <p:stCondLst>
                                    <p:cond delay="0"/>
                                  </p:stCondLst>
                                  <p:childTnLst>
                                    <p:set>
                                      <p:cBhvr>
                                        <p:cTn id="58" dur="1" fill="hold">
                                          <p:stCondLst>
                                            <p:cond delay="0"/>
                                          </p:stCondLst>
                                        </p:cTn>
                                        <p:tgtEl>
                                          <p:spTgt spid="131"/>
                                        </p:tgtEl>
                                        <p:attrNameLst>
                                          <p:attrName>style.visibility</p:attrName>
                                        </p:attrNameLst>
                                      </p:cBhvr>
                                      <p:to>
                                        <p:strVal val="visible"/>
                                      </p:to>
                                    </p:set>
                                    <p:animEffect transition="in" filter="fade">
                                      <p:cBhvr>
                                        <p:cTn id="59" dur="500"/>
                                        <p:tgtEl>
                                          <p:spTgt spid="131"/>
                                        </p:tgtEl>
                                      </p:cBhvr>
                                    </p:animEffect>
                                  </p:childTnLst>
                                </p:cTn>
                              </p:par>
                            </p:childTnLst>
                          </p:cTn>
                        </p:par>
                        <p:par>
                          <p:cTn id="60" fill="hold">
                            <p:stCondLst>
                              <p:cond delay="3000"/>
                            </p:stCondLst>
                            <p:childTnLst>
                              <p:par>
                                <p:cTn id="61" presetID="22" presetClass="entr" presetSubtype="1" fill="hold" grpId="0" nodeType="afterEffect">
                                  <p:stCondLst>
                                    <p:cond delay="0"/>
                                  </p:stCondLst>
                                  <p:childTnLst>
                                    <p:set>
                                      <p:cBhvr>
                                        <p:cTn id="62" dur="1" fill="hold">
                                          <p:stCondLst>
                                            <p:cond delay="0"/>
                                          </p:stCondLst>
                                        </p:cTn>
                                        <p:tgtEl>
                                          <p:spTgt spid="6"/>
                                        </p:tgtEl>
                                        <p:attrNameLst>
                                          <p:attrName>style.visibility</p:attrName>
                                        </p:attrNameLst>
                                      </p:cBhvr>
                                      <p:to>
                                        <p:strVal val="visible"/>
                                      </p:to>
                                    </p:set>
                                    <p:animEffect transition="in" filter="wipe(up)">
                                      <p:cBhvr>
                                        <p:cTn id="63" dur="500"/>
                                        <p:tgtEl>
                                          <p:spTgt spid="6"/>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156"/>
                                        </p:tgtEl>
                                        <p:attrNameLst>
                                          <p:attrName>style.visibility</p:attrName>
                                        </p:attrNameLst>
                                      </p:cBhvr>
                                      <p:to>
                                        <p:strVal val="visible"/>
                                      </p:to>
                                    </p:set>
                                    <p:animEffect transition="in" filter="fade">
                                      <p:cBhvr>
                                        <p:cTn id="66" dur="500"/>
                                        <p:tgtEl>
                                          <p:spTgt spid="156"/>
                                        </p:tgtEl>
                                      </p:cBhvr>
                                    </p:animEffect>
                                  </p:childTnLst>
                                </p:cTn>
                              </p:par>
                            </p:childTnLst>
                          </p:cTn>
                        </p:par>
                        <p:par>
                          <p:cTn id="67" fill="hold">
                            <p:stCondLst>
                              <p:cond delay="3500"/>
                            </p:stCondLst>
                            <p:childTnLst>
                              <p:par>
                                <p:cTn id="68" presetID="22" presetClass="entr" presetSubtype="4" fill="hold" nodeType="afterEffect">
                                  <p:stCondLst>
                                    <p:cond delay="0"/>
                                  </p:stCondLst>
                                  <p:childTnLst>
                                    <p:set>
                                      <p:cBhvr>
                                        <p:cTn id="69" dur="1" fill="hold">
                                          <p:stCondLst>
                                            <p:cond delay="0"/>
                                          </p:stCondLst>
                                        </p:cTn>
                                        <p:tgtEl>
                                          <p:spTgt spid="157"/>
                                        </p:tgtEl>
                                        <p:attrNameLst>
                                          <p:attrName>style.visibility</p:attrName>
                                        </p:attrNameLst>
                                      </p:cBhvr>
                                      <p:to>
                                        <p:strVal val="visible"/>
                                      </p:to>
                                    </p:set>
                                    <p:animEffect transition="in" filter="wipe(down)">
                                      <p:cBhvr>
                                        <p:cTn id="70" dur="250"/>
                                        <p:tgtEl>
                                          <p:spTgt spid="157"/>
                                        </p:tgtEl>
                                      </p:cBhvr>
                                    </p:animEffect>
                                  </p:childTnLst>
                                </p:cTn>
                              </p:par>
                            </p:childTnLst>
                          </p:cTn>
                        </p:par>
                        <p:par>
                          <p:cTn id="71" fill="hold">
                            <p:stCondLst>
                              <p:cond delay="3750"/>
                            </p:stCondLst>
                            <p:childTnLst>
                              <p:par>
                                <p:cTn id="72" presetID="10" presetClass="entr" presetSubtype="0" fill="hold" grpId="0" nodeType="afterEffect">
                                  <p:stCondLst>
                                    <p:cond delay="0"/>
                                  </p:stCondLst>
                                  <p:childTnLst>
                                    <p:set>
                                      <p:cBhvr>
                                        <p:cTn id="73" dur="1" fill="hold">
                                          <p:stCondLst>
                                            <p:cond delay="0"/>
                                          </p:stCondLst>
                                        </p:cTn>
                                        <p:tgtEl>
                                          <p:spTgt spid="75"/>
                                        </p:tgtEl>
                                        <p:attrNameLst>
                                          <p:attrName>style.visibility</p:attrName>
                                        </p:attrNameLst>
                                      </p:cBhvr>
                                      <p:to>
                                        <p:strVal val="visible"/>
                                      </p:to>
                                    </p:set>
                                    <p:animEffect transition="in" filter="fade">
                                      <p:cBhvr>
                                        <p:cTn id="74" dur="500"/>
                                        <p:tgtEl>
                                          <p:spTgt spid="75"/>
                                        </p:tgtEl>
                                      </p:cBhvr>
                                    </p:animEffect>
                                  </p:childTnLst>
                                </p:cTn>
                              </p:par>
                              <p:par>
                                <p:cTn id="75" presetID="10" presetClass="entr" presetSubtype="0" fill="hold" nodeType="withEffect">
                                  <p:stCondLst>
                                    <p:cond delay="0"/>
                                  </p:stCondLst>
                                  <p:childTnLst>
                                    <p:set>
                                      <p:cBhvr>
                                        <p:cTn id="76" dur="1" fill="hold">
                                          <p:stCondLst>
                                            <p:cond delay="0"/>
                                          </p:stCondLst>
                                        </p:cTn>
                                        <p:tgtEl>
                                          <p:spTgt spid="65"/>
                                        </p:tgtEl>
                                        <p:attrNameLst>
                                          <p:attrName>style.visibility</p:attrName>
                                        </p:attrNameLst>
                                      </p:cBhvr>
                                      <p:to>
                                        <p:strVal val="visible"/>
                                      </p:to>
                                    </p:set>
                                    <p:animEffect transition="in" filter="fade">
                                      <p:cBhvr>
                                        <p:cTn id="77" dur="500"/>
                                        <p:tgtEl>
                                          <p:spTgt spid="65"/>
                                        </p:tgtEl>
                                      </p:cBhvr>
                                    </p:animEffect>
                                  </p:childTnLst>
                                </p:cTn>
                              </p:par>
                            </p:childTnLst>
                          </p:cTn>
                        </p:par>
                        <p:par>
                          <p:cTn id="78" fill="hold">
                            <p:stCondLst>
                              <p:cond delay="4250"/>
                            </p:stCondLst>
                            <p:childTnLst>
                              <p:par>
                                <p:cTn id="79" presetID="10" presetClass="entr" presetSubtype="0" fill="hold" nodeType="afterEffect">
                                  <p:stCondLst>
                                    <p:cond delay="0"/>
                                  </p:stCondLst>
                                  <p:childTnLst>
                                    <p:set>
                                      <p:cBhvr>
                                        <p:cTn id="80" dur="1" fill="hold">
                                          <p:stCondLst>
                                            <p:cond delay="0"/>
                                          </p:stCondLst>
                                        </p:cTn>
                                        <p:tgtEl>
                                          <p:spTgt spid="158"/>
                                        </p:tgtEl>
                                        <p:attrNameLst>
                                          <p:attrName>style.visibility</p:attrName>
                                        </p:attrNameLst>
                                      </p:cBhvr>
                                      <p:to>
                                        <p:strVal val="visible"/>
                                      </p:to>
                                    </p:set>
                                    <p:animEffect transition="in" filter="fade">
                                      <p:cBhvr>
                                        <p:cTn id="81" dur="500"/>
                                        <p:tgtEl>
                                          <p:spTgt spid="158"/>
                                        </p:tgtEl>
                                      </p:cBhvr>
                                    </p:animEffect>
                                  </p:childTnLst>
                                </p:cTn>
                              </p:par>
                              <p:par>
                                <p:cTn id="82" presetID="10" presetClass="entr" presetSubtype="0" fill="hold" nodeType="withEffect">
                                  <p:stCondLst>
                                    <p:cond delay="0"/>
                                  </p:stCondLst>
                                  <p:childTnLst>
                                    <p:set>
                                      <p:cBhvr>
                                        <p:cTn id="83" dur="1" fill="hold">
                                          <p:stCondLst>
                                            <p:cond delay="0"/>
                                          </p:stCondLst>
                                        </p:cTn>
                                        <p:tgtEl>
                                          <p:spTgt spid="159"/>
                                        </p:tgtEl>
                                        <p:attrNameLst>
                                          <p:attrName>style.visibility</p:attrName>
                                        </p:attrNameLst>
                                      </p:cBhvr>
                                      <p:to>
                                        <p:strVal val="visible"/>
                                      </p:to>
                                    </p:set>
                                    <p:animEffect transition="in" filter="fade">
                                      <p:cBhvr>
                                        <p:cTn id="84" dur="500"/>
                                        <p:tgtEl>
                                          <p:spTgt spid="159"/>
                                        </p:tgtEl>
                                      </p:cBhvr>
                                    </p:animEffect>
                                  </p:childTnLst>
                                </p:cTn>
                              </p:par>
                              <p:par>
                                <p:cTn id="85" presetID="10" presetClass="entr" presetSubtype="0" fill="hold" nodeType="withEffect">
                                  <p:stCondLst>
                                    <p:cond delay="0"/>
                                  </p:stCondLst>
                                  <p:childTnLst>
                                    <p:set>
                                      <p:cBhvr>
                                        <p:cTn id="86" dur="1" fill="hold">
                                          <p:stCondLst>
                                            <p:cond delay="0"/>
                                          </p:stCondLst>
                                        </p:cTn>
                                        <p:tgtEl>
                                          <p:spTgt spid="160"/>
                                        </p:tgtEl>
                                        <p:attrNameLst>
                                          <p:attrName>style.visibility</p:attrName>
                                        </p:attrNameLst>
                                      </p:cBhvr>
                                      <p:to>
                                        <p:strVal val="visible"/>
                                      </p:to>
                                    </p:set>
                                    <p:animEffect transition="in" filter="fade">
                                      <p:cBhvr>
                                        <p:cTn id="87" dur="500"/>
                                        <p:tgtEl>
                                          <p:spTgt spid="160"/>
                                        </p:tgtEl>
                                      </p:cBhvr>
                                    </p:animEffect>
                                  </p:childTnLst>
                                </p:cTn>
                              </p:par>
                              <p:par>
                                <p:cTn id="88" presetID="10" presetClass="entr" presetSubtype="0" fill="hold" nodeType="withEffect">
                                  <p:stCondLst>
                                    <p:cond delay="0"/>
                                  </p:stCondLst>
                                  <p:childTnLst>
                                    <p:set>
                                      <p:cBhvr>
                                        <p:cTn id="89" dur="1" fill="hold">
                                          <p:stCondLst>
                                            <p:cond delay="0"/>
                                          </p:stCondLst>
                                        </p:cTn>
                                        <p:tgtEl>
                                          <p:spTgt spid="161"/>
                                        </p:tgtEl>
                                        <p:attrNameLst>
                                          <p:attrName>style.visibility</p:attrName>
                                        </p:attrNameLst>
                                      </p:cBhvr>
                                      <p:to>
                                        <p:strVal val="visible"/>
                                      </p:to>
                                    </p:set>
                                    <p:animEffect transition="in" filter="fade">
                                      <p:cBhvr>
                                        <p:cTn id="90" dur="500"/>
                                        <p:tgtEl>
                                          <p:spTgt spid="161"/>
                                        </p:tgtEl>
                                      </p:cBhvr>
                                    </p:animEffect>
                                  </p:childTnLst>
                                </p:cTn>
                              </p:par>
                              <p:par>
                                <p:cTn id="91" presetID="10" presetClass="entr" presetSubtype="0" fill="hold" nodeType="withEffect">
                                  <p:stCondLst>
                                    <p:cond delay="0"/>
                                  </p:stCondLst>
                                  <p:childTnLst>
                                    <p:set>
                                      <p:cBhvr>
                                        <p:cTn id="92" dur="1" fill="hold">
                                          <p:stCondLst>
                                            <p:cond delay="0"/>
                                          </p:stCondLst>
                                        </p:cTn>
                                        <p:tgtEl>
                                          <p:spTgt spid="162"/>
                                        </p:tgtEl>
                                        <p:attrNameLst>
                                          <p:attrName>style.visibility</p:attrName>
                                        </p:attrNameLst>
                                      </p:cBhvr>
                                      <p:to>
                                        <p:strVal val="visible"/>
                                      </p:to>
                                    </p:set>
                                    <p:animEffect transition="in" filter="fade">
                                      <p:cBhvr>
                                        <p:cTn id="93" dur="500"/>
                                        <p:tgtEl>
                                          <p:spTgt spid="162"/>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163"/>
                                        </p:tgtEl>
                                        <p:attrNameLst>
                                          <p:attrName>style.visibility</p:attrName>
                                        </p:attrNameLst>
                                      </p:cBhvr>
                                      <p:to>
                                        <p:strVal val="visible"/>
                                      </p:to>
                                    </p:set>
                                    <p:animEffect transition="in" filter="fade">
                                      <p:cBhvr>
                                        <p:cTn id="96" dur="500"/>
                                        <p:tgtEl>
                                          <p:spTgt spid="163"/>
                                        </p:tgtEl>
                                      </p:cBhvr>
                                    </p:animEffect>
                                  </p:childTnLst>
                                </p:cTn>
                              </p:par>
                              <p:par>
                                <p:cTn id="97" presetID="10" presetClass="entr" presetSubtype="0" fill="hold" nodeType="withEffect">
                                  <p:stCondLst>
                                    <p:cond delay="0"/>
                                  </p:stCondLst>
                                  <p:childTnLst>
                                    <p:set>
                                      <p:cBhvr>
                                        <p:cTn id="98" dur="1" fill="hold">
                                          <p:stCondLst>
                                            <p:cond delay="0"/>
                                          </p:stCondLst>
                                        </p:cTn>
                                        <p:tgtEl>
                                          <p:spTgt spid="174"/>
                                        </p:tgtEl>
                                        <p:attrNameLst>
                                          <p:attrName>style.visibility</p:attrName>
                                        </p:attrNameLst>
                                      </p:cBhvr>
                                      <p:to>
                                        <p:strVal val="visible"/>
                                      </p:to>
                                    </p:set>
                                    <p:animEffect transition="in" filter="fade">
                                      <p:cBhvr>
                                        <p:cTn id="99" dur="500"/>
                                        <p:tgtEl>
                                          <p:spTgt spid="174"/>
                                        </p:tgtEl>
                                      </p:cBhvr>
                                    </p:animEffect>
                                  </p:childTnLst>
                                </p:cTn>
                              </p:par>
                            </p:childTnLst>
                          </p:cTn>
                        </p:par>
                        <p:par>
                          <p:cTn id="100" fill="hold">
                            <p:stCondLst>
                              <p:cond delay="4750"/>
                            </p:stCondLst>
                            <p:childTnLst>
                              <p:par>
                                <p:cTn id="101" presetID="10" presetClass="entr" presetSubtype="0" fill="hold" grpId="0" nodeType="afterEffect">
                                  <p:stCondLst>
                                    <p:cond delay="0"/>
                                  </p:stCondLst>
                                  <p:childTnLst>
                                    <p:set>
                                      <p:cBhvr>
                                        <p:cTn id="102" dur="1" fill="hold">
                                          <p:stCondLst>
                                            <p:cond delay="0"/>
                                          </p:stCondLst>
                                        </p:cTn>
                                        <p:tgtEl>
                                          <p:spTgt spid="164"/>
                                        </p:tgtEl>
                                        <p:attrNameLst>
                                          <p:attrName>style.visibility</p:attrName>
                                        </p:attrNameLst>
                                      </p:cBhvr>
                                      <p:to>
                                        <p:strVal val="visible"/>
                                      </p:to>
                                    </p:set>
                                    <p:animEffect transition="in" filter="fade">
                                      <p:cBhvr>
                                        <p:cTn id="103" dur="500"/>
                                        <p:tgtEl>
                                          <p:spTgt spid="164"/>
                                        </p:tgtEl>
                                      </p:cBhvr>
                                    </p:animEffect>
                                  </p:childTnLst>
                                </p:cTn>
                              </p:par>
                              <p:par>
                                <p:cTn id="104" presetID="10" presetClass="entr" presetSubtype="0" fill="hold" nodeType="withEffect">
                                  <p:stCondLst>
                                    <p:cond delay="0"/>
                                  </p:stCondLst>
                                  <p:childTnLst>
                                    <p:set>
                                      <p:cBhvr>
                                        <p:cTn id="105" dur="1" fill="hold">
                                          <p:stCondLst>
                                            <p:cond delay="0"/>
                                          </p:stCondLst>
                                        </p:cTn>
                                        <p:tgtEl>
                                          <p:spTgt spid="166"/>
                                        </p:tgtEl>
                                        <p:attrNameLst>
                                          <p:attrName>style.visibility</p:attrName>
                                        </p:attrNameLst>
                                      </p:cBhvr>
                                      <p:to>
                                        <p:strVal val="visible"/>
                                      </p:to>
                                    </p:set>
                                    <p:animEffect transition="in" filter="fade">
                                      <p:cBhvr>
                                        <p:cTn id="106" dur="500"/>
                                        <p:tgtEl>
                                          <p:spTgt spid="166"/>
                                        </p:tgtEl>
                                      </p:cBhvr>
                                    </p:animEffect>
                                  </p:childTnLst>
                                </p:cTn>
                              </p:par>
                            </p:childTnLst>
                          </p:cTn>
                        </p:par>
                        <p:par>
                          <p:cTn id="107" fill="hold">
                            <p:stCondLst>
                              <p:cond delay="5250"/>
                            </p:stCondLst>
                            <p:childTnLst>
                              <p:par>
                                <p:cTn id="108" presetID="10" presetClass="entr" presetSubtype="0" fill="hold" grpId="0" nodeType="afterEffect">
                                  <p:stCondLst>
                                    <p:cond delay="0"/>
                                  </p:stCondLst>
                                  <p:childTnLst>
                                    <p:set>
                                      <p:cBhvr>
                                        <p:cTn id="109" dur="1" fill="hold">
                                          <p:stCondLst>
                                            <p:cond delay="0"/>
                                          </p:stCondLst>
                                        </p:cTn>
                                        <p:tgtEl>
                                          <p:spTgt spid="172"/>
                                        </p:tgtEl>
                                        <p:attrNameLst>
                                          <p:attrName>style.visibility</p:attrName>
                                        </p:attrNameLst>
                                      </p:cBhvr>
                                      <p:to>
                                        <p:strVal val="visible"/>
                                      </p:to>
                                    </p:set>
                                    <p:animEffect transition="in" filter="fade">
                                      <p:cBhvr>
                                        <p:cTn id="110" dur="500"/>
                                        <p:tgtEl>
                                          <p:spTgt spid="172"/>
                                        </p:tgtEl>
                                      </p:cBhvr>
                                    </p:animEffect>
                                  </p:childTnLst>
                                </p:cTn>
                              </p:par>
                              <p:par>
                                <p:cTn id="111" presetID="10" presetClass="entr" presetSubtype="0" fill="hold" nodeType="withEffect">
                                  <p:stCondLst>
                                    <p:cond delay="0"/>
                                  </p:stCondLst>
                                  <p:childTnLst>
                                    <p:set>
                                      <p:cBhvr>
                                        <p:cTn id="112" dur="1" fill="hold">
                                          <p:stCondLst>
                                            <p:cond delay="0"/>
                                          </p:stCondLst>
                                        </p:cTn>
                                        <p:tgtEl>
                                          <p:spTgt spid="165"/>
                                        </p:tgtEl>
                                        <p:attrNameLst>
                                          <p:attrName>style.visibility</p:attrName>
                                        </p:attrNameLst>
                                      </p:cBhvr>
                                      <p:to>
                                        <p:strVal val="visible"/>
                                      </p:to>
                                    </p:set>
                                    <p:animEffect transition="in" filter="fade">
                                      <p:cBhvr>
                                        <p:cTn id="113" dur="500"/>
                                        <p:tgtEl>
                                          <p:spTgt spid="165"/>
                                        </p:tgtEl>
                                      </p:cBhvr>
                                    </p:animEffect>
                                  </p:childTnLst>
                                </p:cTn>
                              </p:par>
                              <p:par>
                                <p:cTn id="114" presetID="10" presetClass="entr" presetSubtype="0" fill="hold" nodeType="withEffect">
                                  <p:stCondLst>
                                    <p:cond delay="0"/>
                                  </p:stCondLst>
                                  <p:childTnLst>
                                    <p:set>
                                      <p:cBhvr>
                                        <p:cTn id="115" dur="1" fill="hold">
                                          <p:stCondLst>
                                            <p:cond delay="0"/>
                                          </p:stCondLst>
                                        </p:cTn>
                                        <p:tgtEl>
                                          <p:spTgt spid="173"/>
                                        </p:tgtEl>
                                        <p:attrNameLst>
                                          <p:attrName>style.visibility</p:attrName>
                                        </p:attrNameLst>
                                      </p:cBhvr>
                                      <p:to>
                                        <p:strVal val="visible"/>
                                      </p:to>
                                    </p:set>
                                    <p:animEffect transition="in" filter="fade">
                                      <p:cBhvr>
                                        <p:cTn id="116" dur="500"/>
                                        <p:tgtEl>
                                          <p:spTgt spid="173"/>
                                        </p:tgtEl>
                                      </p:cBhvr>
                                    </p:animEffect>
                                  </p:childTnLst>
                                </p:cTn>
                              </p:par>
                            </p:childTnLst>
                          </p:cTn>
                        </p:par>
                        <p:par>
                          <p:cTn id="117" fill="hold">
                            <p:stCondLst>
                              <p:cond delay="5750"/>
                            </p:stCondLst>
                            <p:childTnLst>
                              <p:par>
                                <p:cTn id="118" presetID="10" presetClass="entr" presetSubtype="0" fill="hold" grpId="0" nodeType="afterEffect">
                                  <p:stCondLst>
                                    <p:cond delay="0"/>
                                  </p:stCondLst>
                                  <p:childTnLst>
                                    <p:set>
                                      <p:cBhvr>
                                        <p:cTn id="119" dur="1" fill="hold">
                                          <p:stCondLst>
                                            <p:cond delay="0"/>
                                          </p:stCondLst>
                                        </p:cTn>
                                        <p:tgtEl>
                                          <p:spTgt spid="224"/>
                                        </p:tgtEl>
                                        <p:attrNameLst>
                                          <p:attrName>style.visibility</p:attrName>
                                        </p:attrNameLst>
                                      </p:cBhvr>
                                      <p:to>
                                        <p:strVal val="visible"/>
                                      </p:to>
                                    </p:set>
                                    <p:animEffect transition="in" filter="fade">
                                      <p:cBhvr>
                                        <p:cTn id="120" dur="500"/>
                                        <p:tgtEl>
                                          <p:spTgt spid="224"/>
                                        </p:tgtEl>
                                      </p:cBhvr>
                                    </p:animEffect>
                                  </p:childTnLst>
                                </p:cTn>
                              </p:par>
                            </p:childTnLst>
                          </p:cTn>
                        </p:par>
                        <p:par>
                          <p:cTn id="121" fill="hold">
                            <p:stCondLst>
                              <p:cond delay="6250"/>
                            </p:stCondLst>
                            <p:childTnLst>
                              <p:par>
                                <p:cTn id="122" presetID="10" presetClass="entr" presetSubtype="0" fill="hold" nodeType="afterEffect">
                                  <p:stCondLst>
                                    <p:cond delay="0"/>
                                  </p:stCondLst>
                                  <p:childTnLst>
                                    <p:set>
                                      <p:cBhvr>
                                        <p:cTn id="123" dur="1" fill="hold">
                                          <p:stCondLst>
                                            <p:cond delay="0"/>
                                          </p:stCondLst>
                                        </p:cTn>
                                        <p:tgtEl>
                                          <p:spTgt spid="185"/>
                                        </p:tgtEl>
                                        <p:attrNameLst>
                                          <p:attrName>style.visibility</p:attrName>
                                        </p:attrNameLst>
                                      </p:cBhvr>
                                      <p:to>
                                        <p:strVal val="visible"/>
                                      </p:to>
                                    </p:set>
                                    <p:animEffect transition="in" filter="fade">
                                      <p:cBhvr>
                                        <p:cTn id="124" dur="500"/>
                                        <p:tgtEl>
                                          <p:spTgt spid="185"/>
                                        </p:tgtEl>
                                      </p:cBhvr>
                                    </p:animEffect>
                                  </p:childTnLst>
                                </p:cTn>
                              </p:par>
                            </p:childTnLst>
                          </p:cTn>
                        </p:par>
                        <p:par>
                          <p:cTn id="125" fill="hold">
                            <p:stCondLst>
                              <p:cond delay="6750"/>
                            </p:stCondLst>
                            <p:childTnLst>
                              <p:par>
                                <p:cTn id="126" presetID="10" presetClass="entr" presetSubtype="0" fill="hold" nodeType="afterEffect">
                                  <p:stCondLst>
                                    <p:cond delay="0"/>
                                  </p:stCondLst>
                                  <p:childTnLst>
                                    <p:set>
                                      <p:cBhvr>
                                        <p:cTn id="127" dur="1" fill="hold">
                                          <p:stCondLst>
                                            <p:cond delay="0"/>
                                          </p:stCondLst>
                                        </p:cTn>
                                        <p:tgtEl>
                                          <p:spTgt spid="8"/>
                                        </p:tgtEl>
                                        <p:attrNameLst>
                                          <p:attrName>style.visibility</p:attrName>
                                        </p:attrNameLst>
                                      </p:cBhvr>
                                      <p:to>
                                        <p:strVal val="visible"/>
                                      </p:to>
                                    </p:set>
                                    <p:animEffect transition="in" filter="fade">
                                      <p:cBhvr>
                                        <p:cTn id="128" dur="500"/>
                                        <p:tgtEl>
                                          <p:spTgt spid="8"/>
                                        </p:tgtEl>
                                      </p:cBhvr>
                                    </p:animEffect>
                                  </p:childTnLst>
                                </p:cTn>
                              </p:par>
                              <p:par>
                                <p:cTn id="129" presetID="10" presetClass="entr" presetSubtype="0" fill="hold" grpId="0" nodeType="withEffect">
                                  <p:stCondLst>
                                    <p:cond delay="0"/>
                                  </p:stCondLst>
                                  <p:childTnLst>
                                    <p:set>
                                      <p:cBhvr>
                                        <p:cTn id="130" dur="1" fill="hold">
                                          <p:stCondLst>
                                            <p:cond delay="0"/>
                                          </p:stCondLst>
                                        </p:cTn>
                                        <p:tgtEl>
                                          <p:spTgt spid="22"/>
                                        </p:tgtEl>
                                        <p:attrNameLst>
                                          <p:attrName>style.visibility</p:attrName>
                                        </p:attrNameLst>
                                      </p:cBhvr>
                                      <p:to>
                                        <p:strVal val="visible"/>
                                      </p:to>
                                    </p:set>
                                    <p:animEffect transition="in" filter="fade">
                                      <p:cBhvr>
                                        <p:cTn id="131" dur="500"/>
                                        <p:tgtEl>
                                          <p:spTgt spid="22"/>
                                        </p:tgtEl>
                                      </p:cBhvr>
                                    </p:animEffect>
                                  </p:childTnLst>
                                </p:cTn>
                              </p:par>
                            </p:childTnLst>
                          </p:cTn>
                        </p:par>
                        <p:par>
                          <p:cTn id="132" fill="hold">
                            <p:stCondLst>
                              <p:cond delay="7250"/>
                            </p:stCondLst>
                            <p:childTnLst>
                              <p:par>
                                <p:cTn id="133" presetID="10" presetClass="entr" presetSubtype="0" fill="hold" grpId="0" nodeType="afterEffect">
                                  <p:stCondLst>
                                    <p:cond delay="0"/>
                                  </p:stCondLst>
                                  <p:childTnLst>
                                    <p:set>
                                      <p:cBhvr>
                                        <p:cTn id="134" dur="1" fill="hold">
                                          <p:stCondLst>
                                            <p:cond delay="0"/>
                                          </p:stCondLst>
                                        </p:cTn>
                                        <p:tgtEl>
                                          <p:spTgt spid="34"/>
                                        </p:tgtEl>
                                        <p:attrNameLst>
                                          <p:attrName>style.visibility</p:attrName>
                                        </p:attrNameLst>
                                      </p:cBhvr>
                                      <p:to>
                                        <p:strVal val="visible"/>
                                      </p:to>
                                    </p:set>
                                    <p:animEffect transition="in" filter="fade">
                                      <p:cBhvr>
                                        <p:cTn id="135" dur="500"/>
                                        <p:tgtEl>
                                          <p:spTgt spid="34"/>
                                        </p:tgtEl>
                                      </p:cBhvr>
                                    </p:animEffect>
                                  </p:childTnLst>
                                </p:cTn>
                              </p:par>
                            </p:childTnLst>
                          </p:cTn>
                        </p:par>
                        <p:par>
                          <p:cTn id="136" fill="hold">
                            <p:stCondLst>
                              <p:cond delay="7750"/>
                            </p:stCondLst>
                            <p:childTnLst>
                              <p:par>
                                <p:cTn id="137" presetID="26" presetClass="emph" presetSubtype="0" fill="hold" grpId="1" nodeType="afterEffect">
                                  <p:stCondLst>
                                    <p:cond delay="500"/>
                                  </p:stCondLst>
                                  <p:childTnLst>
                                    <p:animEffect transition="out" filter="fade">
                                      <p:cBhvr>
                                        <p:cTn id="138" dur="500" tmFilter="0, 0; .2, .5; .8, .5; 1, 0"/>
                                        <p:tgtEl>
                                          <p:spTgt spid="34"/>
                                        </p:tgtEl>
                                      </p:cBhvr>
                                    </p:animEffect>
                                    <p:animScale>
                                      <p:cBhvr>
                                        <p:cTn id="139" dur="250" autoRev="1" fill="hold"/>
                                        <p:tgtEl>
                                          <p:spTgt spid="34"/>
                                        </p:tgtEl>
                                      </p:cBhvr>
                                      <p:by x="105000" y="105000"/>
                                    </p:animScale>
                                  </p:childTnLst>
                                </p:cTn>
                              </p:par>
                            </p:childTnLst>
                          </p:cTn>
                        </p:par>
                        <p:par>
                          <p:cTn id="140" fill="hold">
                            <p:stCondLst>
                              <p:cond delay="8750"/>
                            </p:stCondLst>
                            <p:childTnLst>
                              <p:par>
                                <p:cTn id="141" presetID="22" presetClass="entr" presetSubtype="4" fill="hold" nodeType="afterEffect">
                                  <p:stCondLst>
                                    <p:cond delay="0"/>
                                  </p:stCondLst>
                                  <p:childTnLst>
                                    <p:set>
                                      <p:cBhvr>
                                        <p:cTn id="142" dur="1" fill="hold">
                                          <p:stCondLst>
                                            <p:cond delay="0"/>
                                          </p:stCondLst>
                                        </p:cTn>
                                        <p:tgtEl>
                                          <p:spTgt spid="199"/>
                                        </p:tgtEl>
                                        <p:attrNameLst>
                                          <p:attrName>style.visibility</p:attrName>
                                        </p:attrNameLst>
                                      </p:cBhvr>
                                      <p:to>
                                        <p:strVal val="visible"/>
                                      </p:to>
                                    </p:set>
                                    <p:animEffect transition="in" filter="wipe(down)">
                                      <p:cBhvr>
                                        <p:cTn id="143" dur="250"/>
                                        <p:tgtEl>
                                          <p:spTgt spid="199"/>
                                        </p:tgtEl>
                                      </p:cBhvr>
                                    </p:animEffect>
                                  </p:childTnLst>
                                </p:cTn>
                              </p:par>
                            </p:childTnLst>
                          </p:cTn>
                        </p:par>
                        <p:par>
                          <p:cTn id="144" fill="hold">
                            <p:stCondLst>
                              <p:cond delay="9000"/>
                            </p:stCondLst>
                            <p:childTnLst>
                              <p:par>
                                <p:cTn id="145" presetID="22" presetClass="entr" presetSubtype="4" fill="hold" nodeType="afterEffect">
                                  <p:stCondLst>
                                    <p:cond delay="0"/>
                                  </p:stCondLst>
                                  <p:childTnLst>
                                    <p:set>
                                      <p:cBhvr>
                                        <p:cTn id="146" dur="1" fill="hold">
                                          <p:stCondLst>
                                            <p:cond delay="0"/>
                                          </p:stCondLst>
                                        </p:cTn>
                                        <p:tgtEl>
                                          <p:spTgt spid="201"/>
                                        </p:tgtEl>
                                        <p:attrNameLst>
                                          <p:attrName>style.visibility</p:attrName>
                                        </p:attrNameLst>
                                      </p:cBhvr>
                                      <p:to>
                                        <p:strVal val="visible"/>
                                      </p:to>
                                    </p:set>
                                    <p:animEffect transition="in" filter="wipe(down)">
                                      <p:cBhvr>
                                        <p:cTn id="147" dur="250"/>
                                        <p:tgtEl>
                                          <p:spTgt spid="201"/>
                                        </p:tgtEl>
                                      </p:cBhvr>
                                    </p:animEffect>
                                  </p:childTnLst>
                                </p:cTn>
                              </p:par>
                              <p:par>
                                <p:cTn id="148" presetID="22" presetClass="entr" presetSubtype="8" fill="hold" nodeType="withEffect">
                                  <p:stCondLst>
                                    <p:cond delay="0"/>
                                  </p:stCondLst>
                                  <p:childTnLst>
                                    <p:set>
                                      <p:cBhvr>
                                        <p:cTn id="149" dur="1" fill="hold">
                                          <p:stCondLst>
                                            <p:cond delay="0"/>
                                          </p:stCondLst>
                                        </p:cTn>
                                        <p:tgtEl>
                                          <p:spTgt spid="205"/>
                                        </p:tgtEl>
                                        <p:attrNameLst>
                                          <p:attrName>style.visibility</p:attrName>
                                        </p:attrNameLst>
                                      </p:cBhvr>
                                      <p:to>
                                        <p:strVal val="visible"/>
                                      </p:to>
                                    </p:set>
                                    <p:animEffect transition="in" filter="wipe(left)">
                                      <p:cBhvr>
                                        <p:cTn id="150" dur="250"/>
                                        <p:tgtEl>
                                          <p:spTgt spid="205"/>
                                        </p:tgtEl>
                                      </p:cBhvr>
                                    </p:animEffect>
                                  </p:childTnLst>
                                </p:cTn>
                              </p:par>
                            </p:childTnLst>
                          </p:cTn>
                        </p:par>
                        <p:par>
                          <p:cTn id="151" fill="hold">
                            <p:stCondLst>
                              <p:cond delay="9250"/>
                            </p:stCondLst>
                            <p:childTnLst>
                              <p:par>
                                <p:cTn id="152" presetID="22" presetClass="entr" presetSubtype="4" fill="hold" nodeType="afterEffect">
                                  <p:stCondLst>
                                    <p:cond delay="0"/>
                                  </p:stCondLst>
                                  <p:childTnLst>
                                    <p:set>
                                      <p:cBhvr>
                                        <p:cTn id="153" dur="1" fill="hold">
                                          <p:stCondLst>
                                            <p:cond delay="0"/>
                                          </p:stCondLst>
                                        </p:cTn>
                                        <p:tgtEl>
                                          <p:spTgt spid="202"/>
                                        </p:tgtEl>
                                        <p:attrNameLst>
                                          <p:attrName>style.visibility</p:attrName>
                                        </p:attrNameLst>
                                      </p:cBhvr>
                                      <p:to>
                                        <p:strVal val="visible"/>
                                      </p:to>
                                    </p:set>
                                    <p:animEffect transition="in" filter="wipe(down)">
                                      <p:cBhvr>
                                        <p:cTn id="154" dur="250"/>
                                        <p:tgtEl>
                                          <p:spTgt spid="202"/>
                                        </p:tgtEl>
                                      </p:cBhvr>
                                    </p:animEffect>
                                  </p:childTnLst>
                                </p:cTn>
                              </p:par>
                              <p:par>
                                <p:cTn id="155" presetID="22" presetClass="entr" presetSubtype="4" fill="hold" nodeType="withEffect">
                                  <p:stCondLst>
                                    <p:cond delay="0"/>
                                  </p:stCondLst>
                                  <p:childTnLst>
                                    <p:set>
                                      <p:cBhvr>
                                        <p:cTn id="156" dur="1" fill="hold">
                                          <p:stCondLst>
                                            <p:cond delay="0"/>
                                          </p:stCondLst>
                                        </p:cTn>
                                        <p:tgtEl>
                                          <p:spTgt spid="203"/>
                                        </p:tgtEl>
                                        <p:attrNameLst>
                                          <p:attrName>style.visibility</p:attrName>
                                        </p:attrNameLst>
                                      </p:cBhvr>
                                      <p:to>
                                        <p:strVal val="visible"/>
                                      </p:to>
                                    </p:set>
                                    <p:animEffect transition="in" filter="wipe(down)">
                                      <p:cBhvr>
                                        <p:cTn id="157" dur="250"/>
                                        <p:tgtEl>
                                          <p:spTgt spid="203"/>
                                        </p:tgtEl>
                                      </p:cBhvr>
                                    </p:animEffect>
                                  </p:childTnLst>
                                </p:cTn>
                              </p:par>
                            </p:childTnLst>
                          </p:cTn>
                        </p:par>
                        <p:par>
                          <p:cTn id="158" fill="hold">
                            <p:stCondLst>
                              <p:cond delay="9500"/>
                            </p:stCondLst>
                            <p:childTnLst>
                              <p:par>
                                <p:cTn id="159" presetID="10" presetClass="entr" presetSubtype="0" fill="hold" nodeType="afterEffect">
                                  <p:stCondLst>
                                    <p:cond delay="0"/>
                                  </p:stCondLst>
                                  <p:childTnLst>
                                    <p:set>
                                      <p:cBhvr>
                                        <p:cTn id="160" dur="1" fill="hold">
                                          <p:stCondLst>
                                            <p:cond delay="0"/>
                                          </p:stCondLst>
                                        </p:cTn>
                                        <p:tgtEl>
                                          <p:spTgt spid="192"/>
                                        </p:tgtEl>
                                        <p:attrNameLst>
                                          <p:attrName>style.visibility</p:attrName>
                                        </p:attrNameLst>
                                      </p:cBhvr>
                                      <p:to>
                                        <p:strVal val="visible"/>
                                      </p:to>
                                    </p:set>
                                    <p:animEffect transition="in" filter="fade">
                                      <p:cBhvr>
                                        <p:cTn id="161" dur="500"/>
                                        <p:tgtEl>
                                          <p:spTgt spid="192"/>
                                        </p:tgtEl>
                                      </p:cBhvr>
                                    </p:animEffect>
                                  </p:childTnLst>
                                </p:cTn>
                              </p:par>
                              <p:par>
                                <p:cTn id="162" presetID="10" presetClass="entr" presetSubtype="0" fill="hold" grpId="0" nodeType="withEffect">
                                  <p:stCondLst>
                                    <p:cond delay="0"/>
                                  </p:stCondLst>
                                  <p:childTnLst>
                                    <p:set>
                                      <p:cBhvr>
                                        <p:cTn id="163" dur="1" fill="hold">
                                          <p:stCondLst>
                                            <p:cond delay="0"/>
                                          </p:stCondLst>
                                        </p:cTn>
                                        <p:tgtEl>
                                          <p:spTgt spid="200"/>
                                        </p:tgtEl>
                                        <p:attrNameLst>
                                          <p:attrName>style.visibility</p:attrName>
                                        </p:attrNameLst>
                                      </p:cBhvr>
                                      <p:to>
                                        <p:strVal val="visible"/>
                                      </p:to>
                                    </p:set>
                                    <p:animEffect transition="in" filter="fade">
                                      <p:cBhvr>
                                        <p:cTn id="164" dur="500"/>
                                        <p:tgtEl>
                                          <p:spTgt spid="200"/>
                                        </p:tgtEl>
                                      </p:cBhvr>
                                    </p:animEffect>
                                  </p:childTnLst>
                                </p:cTn>
                              </p:par>
                              <p:par>
                                <p:cTn id="165" presetID="10" presetClass="entr" presetSubtype="0" fill="hold" grpId="0" nodeType="withEffect">
                                  <p:stCondLst>
                                    <p:cond delay="0"/>
                                  </p:stCondLst>
                                  <p:childTnLst>
                                    <p:set>
                                      <p:cBhvr>
                                        <p:cTn id="166" dur="1" fill="hold">
                                          <p:stCondLst>
                                            <p:cond delay="0"/>
                                          </p:stCondLst>
                                        </p:cTn>
                                        <p:tgtEl>
                                          <p:spTgt spid="204"/>
                                        </p:tgtEl>
                                        <p:attrNameLst>
                                          <p:attrName>style.visibility</p:attrName>
                                        </p:attrNameLst>
                                      </p:cBhvr>
                                      <p:to>
                                        <p:strVal val="visible"/>
                                      </p:to>
                                    </p:set>
                                    <p:animEffect transition="in" filter="fade">
                                      <p:cBhvr>
                                        <p:cTn id="167" dur="500"/>
                                        <p:tgtEl>
                                          <p:spTgt spid="204"/>
                                        </p:tgtEl>
                                      </p:cBhvr>
                                    </p:animEffect>
                                  </p:childTnLst>
                                </p:cTn>
                              </p:par>
                              <p:par>
                                <p:cTn id="168" presetID="10" presetClass="entr" presetSubtype="0" fill="hold" nodeType="withEffect">
                                  <p:stCondLst>
                                    <p:cond delay="0"/>
                                  </p:stCondLst>
                                  <p:childTnLst>
                                    <p:set>
                                      <p:cBhvr>
                                        <p:cTn id="169" dur="1" fill="hold">
                                          <p:stCondLst>
                                            <p:cond delay="0"/>
                                          </p:stCondLst>
                                        </p:cTn>
                                        <p:tgtEl>
                                          <p:spTgt spid="206"/>
                                        </p:tgtEl>
                                        <p:attrNameLst>
                                          <p:attrName>style.visibility</p:attrName>
                                        </p:attrNameLst>
                                      </p:cBhvr>
                                      <p:to>
                                        <p:strVal val="visible"/>
                                      </p:to>
                                    </p:set>
                                    <p:animEffect transition="in" filter="fade">
                                      <p:cBhvr>
                                        <p:cTn id="170" dur="500"/>
                                        <p:tgtEl>
                                          <p:spTgt spid="206"/>
                                        </p:tgtEl>
                                      </p:cBhvr>
                                    </p:animEffect>
                                  </p:childTnLst>
                                </p:cTn>
                              </p:par>
                              <p:par>
                                <p:cTn id="171" presetID="26" presetClass="emph" presetSubtype="0" fill="hold" nodeType="withEffect">
                                  <p:stCondLst>
                                    <p:cond delay="500"/>
                                  </p:stCondLst>
                                  <p:childTnLst>
                                    <p:animEffect transition="out" filter="fade">
                                      <p:cBhvr>
                                        <p:cTn id="172" dur="500" tmFilter="0, 0; .2, .5; .8, .5; 1, 0"/>
                                        <p:tgtEl>
                                          <p:spTgt spid="206"/>
                                        </p:tgtEl>
                                      </p:cBhvr>
                                    </p:animEffect>
                                    <p:animScale>
                                      <p:cBhvr>
                                        <p:cTn id="173" dur="250" autoRev="1" fill="hold"/>
                                        <p:tgtEl>
                                          <p:spTgt spid="206"/>
                                        </p:tgtEl>
                                      </p:cBhvr>
                                      <p:by x="105000" y="105000"/>
                                    </p:animScale>
                                  </p:childTnLst>
                                </p:cTn>
                              </p:par>
                            </p:childTnLst>
                          </p:cTn>
                        </p:par>
                        <p:par>
                          <p:cTn id="174" fill="hold">
                            <p:stCondLst>
                              <p:cond delay="10500"/>
                            </p:stCondLst>
                            <p:childTnLst>
                              <p:par>
                                <p:cTn id="175" presetID="22" presetClass="entr" presetSubtype="8" fill="hold" nodeType="afterEffect">
                                  <p:stCondLst>
                                    <p:cond delay="0"/>
                                  </p:stCondLst>
                                  <p:childTnLst>
                                    <p:set>
                                      <p:cBhvr>
                                        <p:cTn id="176" dur="1" fill="hold">
                                          <p:stCondLst>
                                            <p:cond delay="0"/>
                                          </p:stCondLst>
                                        </p:cTn>
                                        <p:tgtEl>
                                          <p:spTgt spid="60"/>
                                        </p:tgtEl>
                                        <p:attrNameLst>
                                          <p:attrName>style.visibility</p:attrName>
                                        </p:attrNameLst>
                                      </p:cBhvr>
                                      <p:to>
                                        <p:strVal val="visible"/>
                                      </p:to>
                                    </p:set>
                                    <p:animEffect transition="in" filter="wipe(left)">
                                      <p:cBhvr>
                                        <p:cTn id="177" dur="500"/>
                                        <p:tgtEl>
                                          <p:spTgt spid="60"/>
                                        </p:tgtEl>
                                      </p:cBhvr>
                                    </p:animEffect>
                                  </p:childTnLst>
                                </p:cTn>
                              </p:par>
                            </p:childTnLst>
                          </p:cTn>
                        </p:par>
                        <p:par>
                          <p:cTn id="178" fill="hold">
                            <p:stCondLst>
                              <p:cond delay="11000"/>
                            </p:stCondLst>
                            <p:childTnLst>
                              <p:par>
                                <p:cTn id="179" presetID="10" presetClass="entr" presetSubtype="0" fill="hold" nodeType="afterEffect">
                                  <p:stCondLst>
                                    <p:cond delay="0"/>
                                  </p:stCondLst>
                                  <p:childTnLst>
                                    <p:set>
                                      <p:cBhvr>
                                        <p:cTn id="180" dur="1" fill="hold">
                                          <p:stCondLst>
                                            <p:cond delay="0"/>
                                          </p:stCondLst>
                                        </p:cTn>
                                        <p:tgtEl>
                                          <p:spTgt spid="26"/>
                                        </p:tgtEl>
                                        <p:attrNameLst>
                                          <p:attrName>style.visibility</p:attrName>
                                        </p:attrNameLst>
                                      </p:cBhvr>
                                      <p:to>
                                        <p:strVal val="visible"/>
                                      </p:to>
                                    </p:set>
                                    <p:animEffect transition="in" filter="fade">
                                      <p:cBhvr>
                                        <p:cTn id="181" dur="500"/>
                                        <p:tgtEl>
                                          <p:spTgt spid="26"/>
                                        </p:tgtEl>
                                      </p:cBhvr>
                                    </p:animEffect>
                                  </p:childTnLst>
                                </p:cTn>
                              </p:par>
                            </p:childTnLst>
                          </p:cTn>
                        </p:par>
                        <p:par>
                          <p:cTn id="182" fill="hold">
                            <p:stCondLst>
                              <p:cond delay="11500"/>
                            </p:stCondLst>
                            <p:childTnLst>
                              <p:par>
                                <p:cTn id="183" presetID="22" presetClass="entr" presetSubtype="8" fill="hold" nodeType="afterEffect">
                                  <p:stCondLst>
                                    <p:cond delay="2000"/>
                                  </p:stCondLst>
                                  <p:childTnLst>
                                    <p:set>
                                      <p:cBhvr>
                                        <p:cTn id="184" dur="1" fill="hold">
                                          <p:stCondLst>
                                            <p:cond delay="0"/>
                                          </p:stCondLst>
                                        </p:cTn>
                                        <p:tgtEl>
                                          <p:spTgt spid="33"/>
                                        </p:tgtEl>
                                        <p:attrNameLst>
                                          <p:attrName>style.visibility</p:attrName>
                                        </p:attrNameLst>
                                      </p:cBhvr>
                                      <p:to>
                                        <p:strVal val="visible"/>
                                      </p:to>
                                    </p:set>
                                    <p:animEffect transition="in" filter="wipe(left)">
                                      <p:cBhvr>
                                        <p:cTn id="185" dur="500"/>
                                        <p:tgtEl>
                                          <p:spTgt spid="33"/>
                                        </p:tgtEl>
                                      </p:cBhvr>
                                    </p:animEffect>
                                  </p:childTnLst>
                                </p:cTn>
                              </p:par>
                            </p:childTnLst>
                          </p:cTn>
                        </p:par>
                        <p:par>
                          <p:cTn id="186" fill="hold">
                            <p:stCondLst>
                              <p:cond delay="14000"/>
                            </p:stCondLst>
                            <p:childTnLst>
                              <p:par>
                                <p:cTn id="187" presetID="10" presetClass="entr" presetSubtype="0" fill="hold" nodeType="afterEffect">
                                  <p:stCondLst>
                                    <p:cond delay="0"/>
                                  </p:stCondLst>
                                  <p:childTnLst>
                                    <p:set>
                                      <p:cBhvr>
                                        <p:cTn id="188" dur="1" fill="hold">
                                          <p:stCondLst>
                                            <p:cond delay="0"/>
                                          </p:stCondLst>
                                        </p:cTn>
                                        <p:tgtEl>
                                          <p:spTgt spid="77"/>
                                        </p:tgtEl>
                                        <p:attrNameLst>
                                          <p:attrName>style.visibility</p:attrName>
                                        </p:attrNameLst>
                                      </p:cBhvr>
                                      <p:to>
                                        <p:strVal val="visible"/>
                                      </p:to>
                                    </p:set>
                                    <p:animEffect transition="in" filter="fade">
                                      <p:cBhvr>
                                        <p:cTn id="189" dur="500"/>
                                        <p:tgtEl>
                                          <p:spTgt spid="77"/>
                                        </p:tgtEl>
                                      </p:cBhvr>
                                    </p:animEffect>
                                  </p:childTnLst>
                                </p:cTn>
                              </p:par>
                            </p:childTnLst>
                          </p:cTn>
                        </p:par>
                        <p:par>
                          <p:cTn id="190" fill="hold">
                            <p:stCondLst>
                              <p:cond delay="14500"/>
                            </p:stCondLst>
                            <p:childTnLst>
                              <p:par>
                                <p:cTn id="191" presetID="10" presetClass="entr" presetSubtype="0" fill="hold" grpId="0" nodeType="afterEffect">
                                  <p:stCondLst>
                                    <p:cond delay="0"/>
                                  </p:stCondLst>
                                  <p:childTnLst>
                                    <p:set>
                                      <p:cBhvr>
                                        <p:cTn id="192" dur="1" fill="hold">
                                          <p:stCondLst>
                                            <p:cond delay="0"/>
                                          </p:stCondLst>
                                        </p:cTn>
                                        <p:tgtEl>
                                          <p:spTgt spid="63"/>
                                        </p:tgtEl>
                                        <p:attrNameLst>
                                          <p:attrName>style.visibility</p:attrName>
                                        </p:attrNameLst>
                                      </p:cBhvr>
                                      <p:to>
                                        <p:strVal val="visible"/>
                                      </p:to>
                                    </p:set>
                                    <p:animEffect transition="in" filter="fade">
                                      <p:cBhvr>
                                        <p:cTn id="193" dur="500"/>
                                        <p:tgtEl>
                                          <p:spTgt spid="63"/>
                                        </p:tgtEl>
                                      </p:cBhvr>
                                    </p:animEffect>
                                  </p:childTnLst>
                                </p:cTn>
                              </p:par>
                            </p:childTnLst>
                          </p:cTn>
                        </p:par>
                        <p:par>
                          <p:cTn id="194" fill="hold">
                            <p:stCondLst>
                              <p:cond delay="15000"/>
                            </p:stCondLst>
                            <p:childTnLst>
                              <p:par>
                                <p:cTn id="195" presetID="10" presetClass="entr" presetSubtype="0" fill="hold" grpId="0" nodeType="afterEffect">
                                  <p:stCondLst>
                                    <p:cond delay="0"/>
                                  </p:stCondLst>
                                  <p:childTnLst>
                                    <p:set>
                                      <p:cBhvr>
                                        <p:cTn id="196" dur="1" fill="hold">
                                          <p:stCondLst>
                                            <p:cond delay="0"/>
                                          </p:stCondLst>
                                        </p:cTn>
                                        <p:tgtEl>
                                          <p:spTgt spid="64"/>
                                        </p:tgtEl>
                                        <p:attrNameLst>
                                          <p:attrName>style.visibility</p:attrName>
                                        </p:attrNameLst>
                                      </p:cBhvr>
                                      <p:to>
                                        <p:strVal val="visible"/>
                                      </p:to>
                                    </p:set>
                                    <p:animEffect transition="in" filter="fade">
                                      <p:cBhvr>
                                        <p:cTn id="197" dur="500"/>
                                        <p:tgtEl>
                                          <p:spTgt spid="64"/>
                                        </p:tgtEl>
                                      </p:cBhvr>
                                    </p:animEffect>
                                  </p:childTnLst>
                                </p:cTn>
                              </p:par>
                              <p:par>
                                <p:cTn id="198" presetID="10" presetClass="entr" presetSubtype="0" fill="hold" grpId="0" nodeType="withEffect">
                                  <p:stCondLst>
                                    <p:cond delay="500"/>
                                  </p:stCondLst>
                                  <p:childTnLst>
                                    <p:set>
                                      <p:cBhvr>
                                        <p:cTn id="199" dur="1" fill="hold">
                                          <p:stCondLst>
                                            <p:cond delay="0"/>
                                          </p:stCondLst>
                                        </p:cTn>
                                        <p:tgtEl>
                                          <p:spTgt spid="62"/>
                                        </p:tgtEl>
                                        <p:attrNameLst>
                                          <p:attrName>style.visibility</p:attrName>
                                        </p:attrNameLst>
                                      </p:cBhvr>
                                      <p:to>
                                        <p:strVal val="visible"/>
                                      </p:to>
                                    </p:set>
                                    <p:animEffect transition="in" filter="fade">
                                      <p:cBhvr>
                                        <p:cTn id="200" dur="500"/>
                                        <p:tgtEl>
                                          <p:spTgt spid="62"/>
                                        </p:tgtEl>
                                      </p:cBhvr>
                                    </p:animEffect>
                                  </p:childTnLst>
                                </p:cTn>
                              </p:par>
                            </p:childTnLst>
                          </p:cTn>
                        </p:par>
                        <p:par>
                          <p:cTn id="201" fill="hold">
                            <p:stCondLst>
                              <p:cond delay="16000"/>
                            </p:stCondLst>
                            <p:childTnLst>
                              <p:par>
                                <p:cTn id="202" presetID="10" presetClass="entr" presetSubtype="0" fill="hold" grpId="0" nodeType="afterEffect">
                                  <p:stCondLst>
                                    <p:cond delay="0"/>
                                  </p:stCondLst>
                                  <p:childTnLst>
                                    <p:set>
                                      <p:cBhvr>
                                        <p:cTn id="203" dur="1" fill="hold">
                                          <p:stCondLst>
                                            <p:cond delay="0"/>
                                          </p:stCondLst>
                                        </p:cTn>
                                        <p:tgtEl>
                                          <p:spTgt spid="218"/>
                                        </p:tgtEl>
                                        <p:attrNameLst>
                                          <p:attrName>style.visibility</p:attrName>
                                        </p:attrNameLst>
                                      </p:cBhvr>
                                      <p:to>
                                        <p:strVal val="visible"/>
                                      </p:to>
                                    </p:set>
                                    <p:animEffect transition="in" filter="fade">
                                      <p:cBhvr>
                                        <p:cTn id="204" dur="500"/>
                                        <p:tgtEl>
                                          <p:spTgt spid="218"/>
                                        </p:tgtEl>
                                      </p:cBhvr>
                                    </p:animEffect>
                                  </p:childTnLst>
                                </p:cTn>
                              </p:par>
                            </p:childTnLst>
                          </p:cTn>
                        </p:par>
                        <p:par>
                          <p:cTn id="205" fill="hold">
                            <p:stCondLst>
                              <p:cond delay="16500"/>
                            </p:stCondLst>
                            <p:childTnLst>
                              <p:par>
                                <p:cTn id="206" presetID="10" presetClass="entr" presetSubtype="0" fill="hold" nodeType="afterEffect">
                                  <p:stCondLst>
                                    <p:cond delay="0"/>
                                  </p:stCondLst>
                                  <p:childTnLst>
                                    <p:set>
                                      <p:cBhvr>
                                        <p:cTn id="207" dur="1" fill="hold">
                                          <p:stCondLst>
                                            <p:cond delay="0"/>
                                          </p:stCondLst>
                                        </p:cTn>
                                        <p:tgtEl>
                                          <p:spTgt spid="86"/>
                                        </p:tgtEl>
                                        <p:attrNameLst>
                                          <p:attrName>style.visibility</p:attrName>
                                        </p:attrNameLst>
                                      </p:cBhvr>
                                      <p:to>
                                        <p:strVal val="visible"/>
                                      </p:to>
                                    </p:set>
                                    <p:animEffect transition="in" filter="fade">
                                      <p:cBhvr>
                                        <p:cTn id="208" dur="500"/>
                                        <p:tgtEl>
                                          <p:spTgt spid="86"/>
                                        </p:tgtEl>
                                      </p:cBhvr>
                                    </p:animEffect>
                                  </p:childTnLst>
                                </p:cTn>
                              </p:par>
                            </p:childTnLst>
                          </p:cTn>
                        </p:par>
                        <p:par>
                          <p:cTn id="209" fill="hold">
                            <p:stCondLst>
                              <p:cond delay="17000"/>
                            </p:stCondLst>
                            <p:childTnLst>
                              <p:par>
                                <p:cTn id="210" presetID="26" presetClass="emph" presetSubtype="0" fill="hold" nodeType="afterEffect">
                                  <p:stCondLst>
                                    <p:cond delay="500"/>
                                  </p:stCondLst>
                                  <p:childTnLst>
                                    <p:animEffect transition="out" filter="fade">
                                      <p:cBhvr>
                                        <p:cTn id="211" dur="500" tmFilter="0, 0; .2, .5; .8, .5; 1, 0"/>
                                        <p:tgtEl>
                                          <p:spTgt spid="86"/>
                                        </p:tgtEl>
                                      </p:cBhvr>
                                    </p:animEffect>
                                    <p:animScale>
                                      <p:cBhvr>
                                        <p:cTn id="212" dur="250" autoRev="1" fill="hold"/>
                                        <p:tgtEl>
                                          <p:spTgt spid="86"/>
                                        </p:tgtEl>
                                      </p:cBhvr>
                                      <p:by x="105000" y="105000"/>
                                    </p:animScale>
                                  </p:childTnLst>
                                </p:cTn>
                              </p:par>
                            </p:childTnLst>
                          </p:cTn>
                        </p:par>
                        <p:par>
                          <p:cTn id="213" fill="hold">
                            <p:stCondLst>
                              <p:cond delay="18000"/>
                            </p:stCondLst>
                            <p:childTnLst>
                              <p:par>
                                <p:cTn id="214" presetID="22" presetClass="entr" presetSubtype="2" fill="hold" nodeType="afterEffect">
                                  <p:stCondLst>
                                    <p:cond delay="0"/>
                                  </p:stCondLst>
                                  <p:childTnLst>
                                    <p:set>
                                      <p:cBhvr>
                                        <p:cTn id="215" dur="1" fill="hold">
                                          <p:stCondLst>
                                            <p:cond delay="0"/>
                                          </p:stCondLst>
                                        </p:cTn>
                                        <p:tgtEl>
                                          <p:spTgt spid="118"/>
                                        </p:tgtEl>
                                        <p:attrNameLst>
                                          <p:attrName>style.visibility</p:attrName>
                                        </p:attrNameLst>
                                      </p:cBhvr>
                                      <p:to>
                                        <p:strVal val="visible"/>
                                      </p:to>
                                    </p:set>
                                    <p:animEffect transition="in" filter="wipe(right)">
                                      <p:cBhvr>
                                        <p:cTn id="216" dur="500"/>
                                        <p:tgtEl>
                                          <p:spTgt spid="118"/>
                                        </p:tgtEl>
                                      </p:cBhvr>
                                    </p:animEffect>
                                  </p:childTnLst>
                                </p:cTn>
                              </p:par>
                              <p:par>
                                <p:cTn id="217" presetID="10" presetClass="entr" presetSubtype="0" fill="hold" grpId="0" nodeType="withEffect">
                                  <p:stCondLst>
                                    <p:cond delay="0"/>
                                  </p:stCondLst>
                                  <p:childTnLst>
                                    <p:set>
                                      <p:cBhvr>
                                        <p:cTn id="218" dur="1" fill="hold">
                                          <p:stCondLst>
                                            <p:cond delay="0"/>
                                          </p:stCondLst>
                                        </p:cTn>
                                        <p:tgtEl>
                                          <p:spTgt spid="119"/>
                                        </p:tgtEl>
                                        <p:attrNameLst>
                                          <p:attrName>style.visibility</p:attrName>
                                        </p:attrNameLst>
                                      </p:cBhvr>
                                      <p:to>
                                        <p:strVal val="visible"/>
                                      </p:to>
                                    </p:set>
                                    <p:animEffect transition="in" filter="fade">
                                      <p:cBhvr>
                                        <p:cTn id="219" dur="500"/>
                                        <p:tgtEl>
                                          <p:spTgt spid="119"/>
                                        </p:tgtEl>
                                      </p:cBhvr>
                                    </p:animEffect>
                                  </p:childTnLst>
                                </p:cTn>
                              </p:par>
                              <p:par>
                                <p:cTn id="220" presetID="26" presetClass="emph" presetSubtype="0" fill="hold" grpId="1" nodeType="withEffect">
                                  <p:stCondLst>
                                    <p:cond delay="1000"/>
                                  </p:stCondLst>
                                  <p:childTnLst>
                                    <p:animEffect transition="out" filter="fade">
                                      <p:cBhvr>
                                        <p:cTn id="221" dur="500" tmFilter="0, 0; .2, .5; .8, .5; 1, 0"/>
                                        <p:tgtEl>
                                          <p:spTgt spid="119"/>
                                        </p:tgtEl>
                                      </p:cBhvr>
                                    </p:animEffect>
                                    <p:animScale>
                                      <p:cBhvr>
                                        <p:cTn id="222" dur="250" autoRev="1" fill="hold"/>
                                        <p:tgtEl>
                                          <p:spTgt spid="119"/>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2" grpId="0"/>
      <p:bldP spid="34" grpId="0"/>
      <p:bldP spid="34" grpId="1"/>
      <p:bldP spid="42" grpId="0"/>
      <p:bldP spid="43" grpId="0" animBg="1"/>
      <p:bldP spid="51" grpId="0"/>
      <p:bldP spid="62" grpId="0"/>
      <p:bldP spid="63" grpId="0"/>
      <p:bldP spid="64" grpId="0"/>
      <p:bldP spid="75" grpId="0"/>
      <p:bldP spid="119" grpId="0"/>
      <p:bldP spid="119" grpId="1"/>
      <p:bldP spid="156" grpId="0"/>
      <p:bldP spid="163" grpId="0"/>
      <p:bldP spid="164" grpId="0" animBg="1"/>
      <p:bldP spid="172" grpId="0"/>
      <p:bldP spid="200" grpId="0"/>
      <p:bldP spid="204" grpId="0"/>
      <p:bldP spid="218" grpId="0"/>
      <p:bldP spid="224" grpId="0"/>
      <p:bldP spid="225" grpId="0"/>
      <p:bldP spid="21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D7E063-2470-2C60-9A6C-AFBEB72C571E}"/>
            </a:ext>
          </a:extLst>
        </p:cNvPr>
        <p:cNvGrpSpPr/>
        <p:nvPr/>
      </p:nvGrpSpPr>
      <p:grpSpPr>
        <a:xfrm>
          <a:off x="0" y="0"/>
          <a:ext cx="0" cy="0"/>
          <a:chOff x="0" y="0"/>
          <a:chExt cx="0" cy="0"/>
        </a:xfrm>
      </p:grpSpPr>
      <p:sp>
        <p:nvSpPr>
          <p:cNvPr id="14" name="Rectangle 13">
            <a:extLst>
              <a:ext uri="{FF2B5EF4-FFF2-40B4-BE49-F238E27FC236}">
                <a16:creationId xmlns:a16="http://schemas.microsoft.com/office/drawing/2014/main" id="{9349BC4C-4D97-07AC-616C-1FE3A3E96057}"/>
              </a:ext>
            </a:extLst>
          </p:cNvPr>
          <p:cNvSpPr>
            <a:spLocks noGrp="1" noRot="1" noMove="1" noResize="1" noEditPoints="1" noAdjustHandles="1" noChangeArrowheads="1" noChangeShapeType="1"/>
          </p:cNvSpPr>
          <p:nvPr/>
        </p:nvSpPr>
        <p:spPr>
          <a:xfrm>
            <a:off x="4331715" y="1600200"/>
            <a:ext cx="3557526" cy="4637314"/>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3" name="Rectangle 12">
            <a:extLst>
              <a:ext uri="{FF2B5EF4-FFF2-40B4-BE49-F238E27FC236}">
                <a16:creationId xmlns:a16="http://schemas.microsoft.com/office/drawing/2014/main" id="{7D4D3DA2-8C7C-FD5C-B119-2BD10AF00E75}"/>
              </a:ext>
            </a:extLst>
          </p:cNvPr>
          <p:cNvSpPr>
            <a:spLocks noGrp="1" noRot="1" noMove="1" noResize="1" noEditPoints="1" noAdjustHandles="1" noChangeArrowheads="1" noChangeShapeType="1"/>
          </p:cNvSpPr>
          <p:nvPr/>
        </p:nvSpPr>
        <p:spPr>
          <a:xfrm>
            <a:off x="616505" y="1600200"/>
            <a:ext cx="3557526" cy="4637314"/>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5" name="Rectangle 14">
            <a:extLst>
              <a:ext uri="{FF2B5EF4-FFF2-40B4-BE49-F238E27FC236}">
                <a16:creationId xmlns:a16="http://schemas.microsoft.com/office/drawing/2014/main" id="{EF2EEC5F-780A-4913-A4BE-0E2255FA5797}"/>
              </a:ext>
            </a:extLst>
          </p:cNvPr>
          <p:cNvSpPr>
            <a:spLocks noGrp="1" noRot="1" noMove="1" noResize="1" noEditPoints="1" noAdjustHandles="1" noChangeArrowheads="1" noChangeShapeType="1"/>
          </p:cNvSpPr>
          <p:nvPr/>
        </p:nvSpPr>
        <p:spPr>
          <a:xfrm>
            <a:off x="8046926" y="1600201"/>
            <a:ext cx="3557526" cy="4637314"/>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 name="Title 1">
            <a:extLst>
              <a:ext uri="{FF2B5EF4-FFF2-40B4-BE49-F238E27FC236}">
                <a16:creationId xmlns:a16="http://schemas.microsoft.com/office/drawing/2014/main" id="{EE1A160D-837E-17E4-45CD-9F348E265DAC}"/>
              </a:ext>
            </a:extLst>
          </p:cNvPr>
          <p:cNvSpPr>
            <a:spLocks noGrp="1"/>
          </p:cNvSpPr>
          <p:nvPr>
            <p:ph type="title"/>
          </p:nvPr>
        </p:nvSpPr>
        <p:spPr/>
        <p:txBody>
          <a:bodyPr/>
          <a:lstStyle/>
          <a:p>
            <a:r>
              <a:rPr lang="en-US" dirty="0"/>
              <a:t>Protecting VMs at Scale with Confidence</a:t>
            </a:r>
          </a:p>
        </p:txBody>
      </p:sp>
      <p:sp>
        <p:nvSpPr>
          <p:cNvPr id="3" name="Subtitle 2">
            <a:extLst>
              <a:ext uri="{FF2B5EF4-FFF2-40B4-BE49-F238E27FC236}">
                <a16:creationId xmlns:a16="http://schemas.microsoft.com/office/drawing/2014/main" id="{BC2248D4-02C1-2DFA-CC0E-B7C24AE5CF06}"/>
              </a:ext>
            </a:extLst>
          </p:cNvPr>
          <p:cNvSpPr>
            <a:spLocks noGrp="1"/>
          </p:cNvSpPr>
          <p:nvPr>
            <p:ph type="subTitle" idx="10"/>
          </p:nvPr>
        </p:nvSpPr>
        <p:spPr/>
        <p:txBody>
          <a:bodyPr/>
          <a:lstStyle/>
          <a:p>
            <a:r>
              <a:rPr lang="en-US" dirty="0"/>
              <a:t>vSAN Protection and Recovery enhancements</a:t>
            </a:r>
          </a:p>
        </p:txBody>
      </p:sp>
      <p:sp>
        <p:nvSpPr>
          <p:cNvPr id="16" name="Text Placeholder 16">
            <a:extLst>
              <a:ext uri="{FF2B5EF4-FFF2-40B4-BE49-F238E27FC236}">
                <a16:creationId xmlns:a16="http://schemas.microsoft.com/office/drawing/2014/main" id="{326400CB-9809-716D-9250-39221895BB60}"/>
              </a:ext>
            </a:extLst>
          </p:cNvPr>
          <p:cNvSpPr txBox="1">
            <a:spLocks/>
          </p:cNvSpPr>
          <p:nvPr/>
        </p:nvSpPr>
        <p:spPr>
          <a:xfrm>
            <a:off x="4509484" y="5048657"/>
            <a:ext cx="3201988" cy="692852"/>
          </a:xfrm>
          <a:prstGeom prst="rect">
            <a:avLst/>
          </a:prstGeom>
        </p:spPr>
        <p:txBody>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Char char="​"/>
              <a:defRPr sz="2000" kern="1200">
                <a:solidFill>
                  <a:schemeClr val="tx1"/>
                </a:solidFill>
                <a:latin typeface="Metropolis" panose="00000500000000000000" pitchFamily="2" charset="0"/>
                <a:ea typeface="+mn-ea"/>
                <a:cs typeface="+mn-cs"/>
              </a:defRPr>
            </a:lvl1pPr>
            <a:lvl2pPr marL="457200" indent="-1841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800" kern="1200">
                <a:solidFill>
                  <a:schemeClr val="tx1"/>
                </a:solidFill>
                <a:latin typeface="Metropolis" panose="00000500000000000000" pitchFamily="2"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kern="1200">
                <a:solidFill>
                  <a:schemeClr val="tx1"/>
                </a:solidFill>
                <a:latin typeface="Metropolis" panose="00000500000000000000" pitchFamily="2"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kern="1200">
                <a:solidFill>
                  <a:schemeClr val="tx1"/>
                </a:solidFill>
                <a:latin typeface="Metropolis" panose="00000500000000000000" pitchFamily="2"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kern="1200">
                <a:solidFill>
                  <a:schemeClr val="tx1"/>
                </a:solidFill>
                <a:latin typeface="Metropolis" panose="00000500000000000000" pitchFamily="2"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algn="ctr">
              <a:spcAft>
                <a:spcPts val="1200"/>
              </a:spcAft>
            </a:pPr>
            <a:r>
              <a:rPr lang="en-US" sz="1400" dirty="0">
                <a:solidFill>
                  <a:schemeClr val="accent2"/>
                </a:solidFill>
                <a:latin typeface="Arial" panose="020B0604020202020204" pitchFamily="34" charset="0"/>
              </a:rPr>
              <a:t>Use vSphere tags to associate VMs to protection groups</a:t>
            </a:r>
          </a:p>
          <a:p>
            <a:pPr algn="ctr">
              <a:spcAft>
                <a:spcPts val="1200"/>
              </a:spcAft>
            </a:pPr>
            <a:r>
              <a:rPr lang="en-US" sz="1400" dirty="0">
                <a:solidFill>
                  <a:schemeClr val="accent2"/>
                </a:solidFill>
                <a:latin typeface="Arial" panose="020B0604020202020204" pitchFamily="34" charset="0"/>
              </a:rPr>
              <a:t>Works with other methods of protection group membership</a:t>
            </a:r>
          </a:p>
        </p:txBody>
      </p:sp>
      <p:sp>
        <p:nvSpPr>
          <p:cNvPr id="17" name="Text Placeholder 17">
            <a:extLst>
              <a:ext uri="{FF2B5EF4-FFF2-40B4-BE49-F238E27FC236}">
                <a16:creationId xmlns:a16="http://schemas.microsoft.com/office/drawing/2014/main" id="{66ED7CCF-DF27-F5C4-6ACB-69DF017B399C}"/>
              </a:ext>
            </a:extLst>
          </p:cNvPr>
          <p:cNvSpPr txBox="1">
            <a:spLocks/>
          </p:cNvSpPr>
          <p:nvPr/>
        </p:nvSpPr>
        <p:spPr>
          <a:xfrm>
            <a:off x="8224695" y="5048657"/>
            <a:ext cx="3201988" cy="692852"/>
          </a:xfrm>
          <a:prstGeom prst="rect">
            <a:avLst/>
          </a:prstGeom>
        </p:spPr>
        <p:txBody>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Char char="​"/>
              <a:defRPr sz="2000" kern="1200">
                <a:solidFill>
                  <a:schemeClr val="tx1"/>
                </a:solidFill>
                <a:latin typeface="Metropolis" panose="00000500000000000000" pitchFamily="2" charset="0"/>
                <a:ea typeface="+mn-ea"/>
                <a:cs typeface="+mn-cs"/>
              </a:defRPr>
            </a:lvl1pPr>
            <a:lvl2pPr marL="457200" indent="-1841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800" kern="1200">
                <a:solidFill>
                  <a:schemeClr val="tx1"/>
                </a:solidFill>
                <a:latin typeface="Metropolis" panose="00000500000000000000" pitchFamily="2"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kern="1200">
                <a:solidFill>
                  <a:schemeClr val="tx1"/>
                </a:solidFill>
                <a:latin typeface="Metropolis" panose="00000500000000000000" pitchFamily="2"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kern="1200">
                <a:solidFill>
                  <a:schemeClr val="tx1"/>
                </a:solidFill>
                <a:latin typeface="Metropolis" panose="00000500000000000000" pitchFamily="2"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kern="1200">
                <a:solidFill>
                  <a:schemeClr val="tx1"/>
                </a:solidFill>
                <a:latin typeface="Metropolis" panose="00000500000000000000" pitchFamily="2"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algn="ctr">
              <a:spcAft>
                <a:spcPts val="1200"/>
              </a:spcAft>
            </a:pPr>
            <a:r>
              <a:rPr lang="en-US" sz="1400" dirty="0">
                <a:solidFill>
                  <a:schemeClr val="accent2"/>
                </a:solidFill>
                <a:latin typeface="Arial" panose="020B0604020202020204" pitchFamily="34" charset="0"/>
              </a:rPr>
              <a:t>Optional manual seeding for initial replica of VMs</a:t>
            </a:r>
          </a:p>
          <a:p>
            <a:pPr algn="ctr">
              <a:spcAft>
                <a:spcPts val="1200"/>
              </a:spcAft>
            </a:pPr>
            <a:r>
              <a:rPr lang="en-US" sz="1400" dirty="0">
                <a:solidFill>
                  <a:schemeClr val="accent2"/>
                </a:solidFill>
                <a:latin typeface="Arial" panose="020B0604020202020204" pitchFamily="34" charset="0"/>
              </a:rPr>
              <a:t>Can choose to manually seed by some or all protection groups</a:t>
            </a:r>
          </a:p>
          <a:p>
            <a:pPr algn="ctr">
              <a:spcAft>
                <a:spcPts val="1200"/>
              </a:spcAft>
            </a:pPr>
            <a:endParaRPr lang="en-US" sz="1400" dirty="0">
              <a:solidFill>
                <a:schemeClr val="accent2"/>
              </a:solidFill>
              <a:latin typeface="Arial" panose="020B0604020202020204" pitchFamily="34" charset="0"/>
            </a:endParaRPr>
          </a:p>
        </p:txBody>
      </p:sp>
      <p:sp>
        <p:nvSpPr>
          <p:cNvPr id="19" name="Rectangle 18">
            <a:extLst>
              <a:ext uri="{FF2B5EF4-FFF2-40B4-BE49-F238E27FC236}">
                <a16:creationId xmlns:a16="http://schemas.microsoft.com/office/drawing/2014/main" id="{1F03FD57-4569-2D52-C0F3-D218370DB05B}"/>
              </a:ext>
            </a:extLst>
          </p:cNvPr>
          <p:cNvSpPr/>
          <p:nvPr/>
        </p:nvSpPr>
        <p:spPr>
          <a:xfrm>
            <a:off x="715758" y="1800884"/>
            <a:ext cx="3359020" cy="553998"/>
          </a:xfrm>
          <a:prstGeom prst="rect">
            <a:avLst/>
          </a:prstGeom>
          <a:noFill/>
          <a:ln>
            <a:noFill/>
          </a:ln>
        </p:spPr>
        <p:txBody>
          <a:bodyPr wrap="square" lIns="0" tIns="0" rIns="0" bIns="0">
            <a:spAutoFit/>
          </a:bodyPr>
          <a:lstStyle/>
          <a:p>
            <a:pPr algn="ctr"/>
            <a:r>
              <a:rPr lang="en-US" dirty="0">
                <a:solidFill>
                  <a:schemeClr val="tx2"/>
                </a:solidFill>
                <a:latin typeface="Arial" panose="020B0604020202020204" pitchFamily="34" charset="0"/>
              </a:rPr>
              <a:t>Logical and scalable snapshot retention mechanism</a:t>
            </a:r>
          </a:p>
        </p:txBody>
      </p:sp>
      <p:sp>
        <p:nvSpPr>
          <p:cNvPr id="20" name="Rectangle 19">
            <a:extLst>
              <a:ext uri="{FF2B5EF4-FFF2-40B4-BE49-F238E27FC236}">
                <a16:creationId xmlns:a16="http://schemas.microsoft.com/office/drawing/2014/main" id="{1B909A9A-59EC-C0D6-E656-3CF29C7C0C35}"/>
              </a:ext>
            </a:extLst>
          </p:cNvPr>
          <p:cNvSpPr/>
          <p:nvPr/>
        </p:nvSpPr>
        <p:spPr>
          <a:xfrm>
            <a:off x="4430968" y="1800884"/>
            <a:ext cx="3359020" cy="553998"/>
          </a:xfrm>
          <a:prstGeom prst="rect">
            <a:avLst/>
          </a:prstGeom>
          <a:noFill/>
          <a:ln>
            <a:noFill/>
          </a:ln>
        </p:spPr>
        <p:txBody>
          <a:bodyPr wrap="square" lIns="0" tIns="0" rIns="0" bIns="0">
            <a:spAutoFit/>
          </a:bodyPr>
          <a:lstStyle/>
          <a:p>
            <a:pPr algn="ctr"/>
            <a:r>
              <a:rPr lang="en-US" dirty="0">
                <a:solidFill>
                  <a:schemeClr val="tx2"/>
                </a:solidFill>
                <a:latin typeface="Arial" panose="020B0604020202020204" pitchFamily="34" charset="0"/>
              </a:rPr>
              <a:t>Improved flexibility in associating VMs with protection groups</a:t>
            </a:r>
          </a:p>
        </p:txBody>
      </p:sp>
      <p:sp>
        <p:nvSpPr>
          <p:cNvPr id="21" name="Rectangle 20">
            <a:extLst>
              <a:ext uri="{FF2B5EF4-FFF2-40B4-BE49-F238E27FC236}">
                <a16:creationId xmlns:a16="http://schemas.microsoft.com/office/drawing/2014/main" id="{4A8A2CD6-B89F-ED4F-5945-3636EC388E33}"/>
              </a:ext>
            </a:extLst>
          </p:cNvPr>
          <p:cNvSpPr/>
          <p:nvPr/>
        </p:nvSpPr>
        <p:spPr>
          <a:xfrm>
            <a:off x="8146179" y="1800884"/>
            <a:ext cx="3359020" cy="553998"/>
          </a:xfrm>
          <a:prstGeom prst="rect">
            <a:avLst/>
          </a:prstGeom>
          <a:noFill/>
          <a:ln>
            <a:noFill/>
          </a:ln>
        </p:spPr>
        <p:txBody>
          <a:bodyPr wrap="square" lIns="0" tIns="0" rIns="0" bIns="0">
            <a:spAutoFit/>
          </a:bodyPr>
          <a:lstStyle/>
          <a:p>
            <a:pPr algn="ctr"/>
            <a:r>
              <a:rPr lang="en-US" dirty="0">
                <a:solidFill>
                  <a:schemeClr val="tx2"/>
                </a:solidFill>
                <a:latin typeface="Arial" panose="020B0604020202020204" pitchFamily="34" charset="0"/>
              </a:rPr>
              <a:t>Faster and more efficient initial replica seeding</a:t>
            </a:r>
          </a:p>
        </p:txBody>
      </p:sp>
      <p:sp>
        <p:nvSpPr>
          <p:cNvPr id="177" name="Text Placeholder 16">
            <a:extLst>
              <a:ext uri="{FF2B5EF4-FFF2-40B4-BE49-F238E27FC236}">
                <a16:creationId xmlns:a16="http://schemas.microsoft.com/office/drawing/2014/main" id="{DC8BD32C-8DE3-90B3-4C50-67266DABD8FF}"/>
              </a:ext>
            </a:extLst>
          </p:cNvPr>
          <p:cNvSpPr txBox="1">
            <a:spLocks/>
          </p:cNvSpPr>
          <p:nvPr/>
        </p:nvSpPr>
        <p:spPr>
          <a:xfrm>
            <a:off x="794274" y="5048657"/>
            <a:ext cx="3201988" cy="692852"/>
          </a:xfrm>
          <a:prstGeom prst="rect">
            <a:avLst/>
          </a:prstGeom>
        </p:spPr>
        <p:txBody>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Char char="​"/>
              <a:defRPr sz="2000" kern="1200">
                <a:solidFill>
                  <a:schemeClr val="tx1"/>
                </a:solidFill>
                <a:latin typeface="Metropolis" panose="00000500000000000000" pitchFamily="2" charset="0"/>
                <a:ea typeface="+mn-ea"/>
                <a:cs typeface="+mn-cs"/>
              </a:defRPr>
            </a:lvl1pPr>
            <a:lvl2pPr marL="457200" indent="-1841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800" kern="1200">
                <a:solidFill>
                  <a:schemeClr val="tx1"/>
                </a:solidFill>
                <a:latin typeface="Metropolis" panose="00000500000000000000" pitchFamily="2"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kern="1200">
                <a:solidFill>
                  <a:schemeClr val="tx1"/>
                </a:solidFill>
                <a:latin typeface="Metropolis" panose="00000500000000000000" pitchFamily="2"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kern="1200">
                <a:solidFill>
                  <a:schemeClr val="tx1"/>
                </a:solidFill>
                <a:latin typeface="Metropolis" panose="00000500000000000000" pitchFamily="2"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kern="1200">
                <a:solidFill>
                  <a:schemeClr val="tx1"/>
                </a:solidFill>
                <a:latin typeface="Metropolis" panose="00000500000000000000" pitchFamily="2"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algn="ctr">
              <a:spcAft>
                <a:spcPts val="1200"/>
              </a:spcAft>
            </a:pPr>
            <a:r>
              <a:rPr lang="en-US" sz="1400" dirty="0">
                <a:solidFill>
                  <a:schemeClr val="accent2"/>
                </a:solidFill>
                <a:latin typeface="Arial" panose="020B0604020202020204" pitchFamily="34" charset="0"/>
              </a:rPr>
              <a:t>Uses new tiered snapshot retention model</a:t>
            </a:r>
          </a:p>
          <a:p>
            <a:pPr algn="ctr">
              <a:spcAft>
                <a:spcPts val="1200"/>
              </a:spcAft>
            </a:pPr>
            <a:r>
              <a:rPr lang="en-US" sz="1400" dirty="0">
                <a:solidFill>
                  <a:schemeClr val="accent2"/>
                </a:solidFill>
                <a:latin typeface="Arial" panose="020B0604020202020204" pitchFamily="34" charset="0"/>
              </a:rPr>
              <a:t>Configure retention for distinct periods (e.g. hourly, daily, weekly, monthly)</a:t>
            </a:r>
          </a:p>
        </p:txBody>
      </p:sp>
      <p:grpSp>
        <p:nvGrpSpPr>
          <p:cNvPr id="5" name="Picture Placeholder 75" descr="Calendar&#10;">
            <a:extLst>
              <a:ext uri="{FF2B5EF4-FFF2-40B4-BE49-F238E27FC236}">
                <a16:creationId xmlns:a16="http://schemas.microsoft.com/office/drawing/2014/main" id="{A16C9CCE-8818-BC06-C88B-201C4F10CDA5}"/>
              </a:ext>
            </a:extLst>
          </p:cNvPr>
          <p:cNvGrpSpPr>
            <a:grpSpLocks noChangeAspect="1"/>
          </p:cNvGrpSpPr>
          <p:nvPr/>
        </p:nvGrpSpPr>
        <p:grpSpPr>
          <a:xfrm>
            <a:off x="993787" y="2895509"/>
            <a:ext cx="600836" cy="527471"/>
            <a:chOff x="1847069" y="746835"/>
            <a:chExt cx="600836" cy="527471"/>
          </a:xfrm>
          <a:solidFill>
            <a:schemeClr val="accent3"/>
          </a:solidFill>
        </p:grpSpPr>
        <p:sp>
          <p:nvSpPr>
            <p:cNvPr id="6" name="Picture Placeholder 75">
              <a:extLst>
                <a:ext uri="{FF2B5EF4-FFF2-40B4-BE49-F238E27FC236}">
                  <a16:creationId xmlns:a16="http://schemas.microsoft.com/office/drawing/2014/main" id="{433F0978-EBC0-9E0E-9B49-F7FF137E32E9}"/>
                </a:ext>
              </a:extLst>
            </p:cNvPr>
            <p:cNvSpPr/>
            <p:nvPr/>
          </p:nvSpPr>
          <p:spPr>
            <a:xfrm>
              <a:off x="1930554"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7" name="Picture Placeholder 75">
              <a:extLst>
                <a:ext uri="{FF2B5EF4-FFF2-40B4-BE49-F238E27FC236}">
                  <a16:creationId xmlns:a16="http://schemas.microsoft.com/office/drawing/2014/main" id="{08A8F5FA-0398-476A-FCAD-3CFD3B6799EB}"/>
                </a:ext>
              </a:extLst>
            </p:cNvPr>
            <p:cNvSpPr/>
            <p:nvPr/>
          </p:nvSpPr>
          <p:spPr>
            <a:xfrm>
              <a:off x="2057046"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8" name="Picture Placeholder 75">
              <a:extLst>
                <a:ext uri="{FF2B5EF4-FFF2-40B4-BE49-F238E27FC236}">
                  <a16:creationId xmlns:a16="http://schemas.microsoft.com/office/drawing/2014/main" id="{6F2DD87F-77B4-3408-597B-EA898101A206}"/>
                </a:ext>
              </a:extLst>
            </p:cNvPr>
            <p:cNvSpPr/>
            <p:nvPr/>
          </p:nvSpPr>
          <p:spPr>
            <a:xfrm>
              <a:off x="2183538"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9" name="Picture Placeholder 75">
              <a:extLst>
                <a:ext uri="{FF2B5EF4-FFF2-40B4-BE49-F238E27FC236}">
                  <a16:creationId xmlns:a16="http://schemas.microsoft.com/office/drawing/2014/main" id="{E9CF57DD-1A7A-145E-6BED-56AE56477800}"/>
                </a:ext>
              </a:extLst>
            </p:cNvPr>
            <p:cNvSpPr/>
            <p:nvPr/>
          </p:nvSpPr>
          <p:spPr>
            <a:xfrm>
              <a:off x="2310030"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10" name="Picture Placeholder 75">
              <a:extLst>
                <a:ext uri="{FF2B5EF4-FFF2-40B4-BE49-F238E27FC236}">
                  <a16:creationId xmlns:a16="http://schemas.microsoft.com/office/drawing/2014/main" id="{520571B5-175A-F17F-1073-30C76D483EAB}"/>
                </a:ext>
              </a:extLst>
            </p:cNvPr>
            <p:cNvSpPr/>
            <p:nvPr/>
          </p:nvSpPr>
          <p:spPr>
            <a:xfrm>
              <a:off x="1930554"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11" name="Picture Placeholder 75">
              <a:extLst>
                <a:ext uri="{FF2B5EF4-FFF2-40B4-BE49-F238E27FC236}">
                  <a16:creationId xmlns:a16="http://schemas.microsoft.com/office/drawing/2014/main" id="{877B55EC-E2F7-92FC-8C60-DD4F9699DA4C}"/>
                </a:ext>
              </a:extLst>
            </p:cNvPr>
            <p:cNvSpPr/>
            <p:nvPr/>
          </p:nvSpPr>
          <p:spPr>
            <a:xfrm>
              <a:off x="2057046"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12" name="Picture Placeholder 75">
              <a:extLst>
                <a:ext uri="{FF2B5EF4-FFF2-40B4-BE49-F238E27FC236}">
                  <a16:creationId xmlns:a16="http://schemas.microsoft.com/office/drawing/2014/main" id="{94BB582B-FE84-6C98-C8B5-B79D3210BCC4}"/>
                </a:ext>
              </a:extLst>
            </p:cNvPr>
            <p:cNvSpPr/>
            <p:nvPr/>
          </p:nvSpPr>
          <p:spPr>
            <a:xfrm>
              <a:off x="2183538"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18" name="Picture Placeholder 75">
              <a:extLst>
                <a:ext uri="{FF2B5EF4-FFF2-40B4-BE49-F238E27FC236}">
                  <a16:creationId xmlns:a16="http://schemas.microsoft.com/office/drawing/2014/main" id="{39625F5C-A34D-DB9F-1A79-CDB15E6A5FE4}"/>
                </a:ext>
              </a:extLst>
            </p:cNvPr>
            <p:cNvSpPr/>
            <p:nvPr/>
          </p:nvSpPr>
          <p:spPr>
            <a:xfrm>
              <a:off x="2310030"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22" name="Picture Placeholder 75">
              <a:extLst>
                <a:ext uri="{FF2B5EF4-FFF2-40B4-BE49-F238E27FC236}">
                  <a16:creationId xmlns:a16="http://schemas.microsoft.com/office/drawing/2014/main" id="{4C14D85B-ECCE-0857-9E00-47B5E1839683}"/>
                </a:ext>
              </a:extLst>
            </p:cNvPr>
            <p:cNvSpPr/>
            <p:nvPr/>
          </p:nvSpPr>
          <p:spPr>
            <a:xfrm>
              <a:off x="1930554"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3" name="Picture Placeholder 75">
              <a:extLst>
                <a:ext uri="{FF2B5EF4-FFF2-40B4-BE49-F238E27FC236}">
                  <a16:creationId xmlns:a16="http://schemas.microsoft.com/office/drawing/2014/main" id="{82DE1C60-4624-B1BB-55A1-325752193BAB}"/>
                </a:ext>
              </a:extLst>
            </p:cNvPr>
            <p:cNvSpPr/>
            <p:nvPr/>
          </p:nvSpPr>
          <p:spPr>
            <a:xfrm>
              <a:off x="2057046"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4" name="Picture Placeholder 75">
              <a:extLst>
                <a:ext uri="{FF2B5EF4-FFF2-40B4-BE49-F238E27FC236}">
                  <a16:creationId xmlns:a16="http://schemas.microsoft.com/office/drawing/2014/main" id="{AB9E24D2-8B91-6C4F-345F-B535DC2789BB}"/>
                </a:ext>
              </a:extLst>
            </p:cNvPr>
            <p:cNvSpPr/>
            <p:nvPr/>
          </p:nvSpPr>
          <p:spPr>
            <a:xfrm>
              <a:off x="2183538"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5" name="Picture Placeholder 75">
              <a:extLst>
                <a:ext uri="{FF2B5EF4-FFF2-40B4-BE49-F238E27FC236}">
                  <a16:creationId xmlns:a16="http://schemas.microsoft.com/office/drawing/2014/main" id="{7CFE72AD-380B-F527-9477-113C4979C392}"/>
                </a:ext>
              </a:extLst>
            </p:cNvPr>
            <p:cNvSpPr/>
            <p:nvPr/>
          </p:nvSpPr>
          <p:spPr>
            <a:xfrm>
              <a:off x="2310030"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6" name="Picture Placeholder 75">
              <a:extLst>
                <a:ext uri="{FF2B5EF4-FFF2-40B4-BE49-F238E27FC236}">
                  <a16:creationId xmlns:a16="http://schemas.microsoft.com/office/drawing/2014/main" id="{683852D5-39A3-9D9C-81C7-0C5DC51D4CD7}"/>
                </a:ext>
              </a:extLst>
            </p:cNvPr>
            <p:cNvSpPr/>
            <p:nvPr/>
          </p:nvSpPr>
          <p:spPr>
            <a:xfrm>
              <a:off x="2266390" y="746835"/>
              <a:ext cx="15179" cy="84117"/>
            </a:xfrm>
            <a:custGeom>
              <a:avLst/>
              <a:gdLst>
                <a:gd name="connsiteX0" fmla="*/ 7590 w 15179"/>
                <a:gd name="connsiteY0" fmla="*/ 84117 h 84117"/>
                <a:gd name="connsiteX1" fmla="*/ 0 w 15179"/>
                <a:gd name="connsiteY1" fmla="*/ 76528 h 84117"/>
                <a:gd name="connsiteX2" fmla="*/ 0 w 15179"/>
                <a:gd name="connsiteY2" fmla="*/ 7590 h 84117"/>
                <a:gd name="connsiteX3" fmla="*/ 7590 w 15179"/>
                <a:gd name="connsiteY3" fmla="*/ 0 h 84117"/>
                <a:gd name="connsiteX4" fmla="*/ 15179 w 15179"/>
                <a:gd name="connsiteY4" fmla="*/ 7590 h 84117"/>
                <a:gd name="connsiteX5" fmla="*/ 15179 w 15179"/>
                <a:gd name="connsiteY5" fmla="*/ 75895 h 84117"/>
                <a:gd name="connsiteX6" fmla="*/ 7590 w 15179"/>
                <a:gd name="connsiteY6" fmla="*/ 84117 h 8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79" h="84117">
                  <a:moveTo>
                    <a:pt x="7590" y="84117"/>
                  </a:moveTo>
                  <a:cubicBezTo>
                    <a:pt x="3162" y="84117"/>
                    <a:pt x="0" y="80322"/>
                    <a:pt x="0" y="76528"/>
                  </a:cubicBezTo>
                  <a:lnTo>
                    <a:pt x="0" y="7590"/>
                  </a:lnTo>
                  <a:cubicBezTo>
                    <a:pt x="0" y="3162"/>
                    <a:pt x="3795" y="0"/>
                    <a:pt x="7590" y="0"/>
                  </a:cubicBezTo>
                  <a:cubicBezTo>
                    <a:pt x="11384" y="0"/>
                    <a:pt x="15179" y="3795"/>
                    <a:pt x="15179" y="7590"/>
                  </a:cubicBezTo>
                  <a:lnTo>
                    <a:pt x="15179" y="75895"/>
                  </a:lnTo>
                  <a:cubicBezTo>
                    <a:pt x="15179" y="80322"/>
                    <a:pt x="12017" y="84117"/>
                    <a:pt x="7590" y="84117"/>
                  </a:cubicBezTo>
                  <a:close/>
                </a:path>
              </a:pathLst>
            </a:custGeom>
            <a:grpFill/>
            <a:ln w="6271" cap="flat">
              <a:noFill/>
              <a:prstDash val="solid"/>
              <a:miter/>
            </a:ln>
          </p:spPr>
          <p:txBody>
            <a:bodyPr rtlCol="0" anchor="ctr"/>
            <a:lstStyle/>
            <a:p>
              <a:endParaRPr lang="en-US"/>
            </a:p>
          </p:txBody>
        </p:sp>
        <p:sp>
          <p:nvSpPr>
            <p:cNvPr id="27" name="Picture Placeholder 75">
              <a:extLst>
                <a:ext uri="{FF2B5EF4-FFF2-40B4-BE49-F238E27FC236}">
                  <a16:creationId xmlns:a16="http://schemas.microsoft.com/office/drawing/2014/main" id="{3139ED29-27B0-F81C-07CF-3A42E06702BF}"/>
                </a:ext>
              </a:extLst>
            </p:cNvPr>
            <p:cNvSpPr/>
            <p:nvPr/>
          </p:nvSpPr>
          <p:spPr>
            <a:xfrm>
              <a:off x="2014039" y="746835"/>
              <a:ext cx="15248" cy="84117"/>
            </a:xfrm>
            <a:custGeom>
              <a:avLst/>
              <a:gdLst>
                <a:gd name="connsiteX0" fmla="*/ 7590 w 15248"/>
                <a:gd name="connsiteY0" fmla="*/ 84117 h 84117"/>
                <a:gd name="connsiteX1" fmla="*/ 0 w 15248"/>
                <a:gd name="connsiteY1" fmla="*/ 76528 h 84117"/>
                <a:gd name="connsiteX2" fmla="*/ 0 w 15248"/>
                <a:gd name="connsiteY2" fmla="*/ 7590 h 84117"/>
                <a:gd name="connsiteX3" fmla="*/ 7590 w 15248"/>
                <a:gd name="connsiteY3" fmla="*/ 0 h 84117"/>
                <a:gd name="connsiteX4" fmla="*/ 15179 w 15248"/>
                <a:gd name="connsiteY4" fmla="*/ 7590 h 84117"/>
                <a:gd name="connsiteX5" fmla="*/ 15179 w 15248"/>
                <a:gd name="connsiteY5" fmla="*/ 75895 h 84117"/>
                <a:gd name="connsiteX6" fmla="*/ 7590 w 15248"/>
                <a:gd name="connsiteY6" fmla="*/ 84117 h 8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8" h="84117">
                  <a:moveTo>
                    <a:pt x="7590" y="84117"/>
                  </a:moveTo>
                  <a:cubicBezTo>
                    <a:pt x="3162" y="84117"/>
                    <a:pt x="0" y="80322"/>
                    <a:pt x="0" y="76528"/>
                  </a:cubicBezTo>
                  <a:lnTo>
                    <a:pt x="0" y="7590"/>
                  </a:lnTo>
                  <a:cubicBezTo>
                    <a:pt x="0" y="3162"/>
                    <a:pt x="3795" y="0"/>
                    <a:pt x="7590" y="0"/>
                  </a:cubicBezTo>
                  <a:cubicBezTo>
                    <a:pt x="11384" y="0"/>
                    <a:pt x="15179" y="3795"/>
                    <a:pt x="15179" y="7590"/>
                  </a:cubicBezTo>
                  <a:lnTo>
                    <a:pt x="15179" y="75895"/>
                  </a:lnTo>
                  <a:cubicBezTo>
                    <a:pt x="15812" y="80322"/>
                    <a:pt x="12017" y="84117"/>
                    <a:pt x="7590" y="84117"/>
                  </a:cubicBezTo>
                  <a:close/>
                </a:path>
              </a:pathLst>
            </a:custGeom>
            <a:grpFill/>
            <a:ln w="6271" cap="flat">
              <a:noFill/>
              <a:prstDash val="solid"/>
              <a:miter/>
            </a:ln>
          </p:spPr>
          <p:txBody>
            <a:bodyPr rtlCol="0" anchor="ctr"/>
            <a:lstStyle/>
            <a:p>
              <a:endParaRPr lang="en-US"/>
            </a:p>
          </p:txBody>
        </p:sp>
        <p:sp>
          <p:nvSpPr>
            <p:cNvPr id="28" name="Picture Placeholder 75">
              <a:extLst>
                <a:ext uri="{FF2B5EF4-FFF2-40B4-BE49-F238E27FC236}">
                  <a16:creationId xmlns:a16="http://schemas.microsoft.com/office/drawing/2014/main" id="{0D5105A0-52CB-CA38-B734-5CC139879BA2}"/>
                </a:ext>
              </a:extLst>
            </p:cNvPr>
            <p:cNvSpPr/>
            <p:nvPr/>
          </p:nvSpPr>
          <p:spPr>
            <a:xfrm>
              <a:off x="1930554"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9" name="Picture Placeholder 75">
              <a:extLst>
                <a:ext uri="{FF2B5EF4-FFF2-40B4-BE49-F238E27FC236}">
                  <a16:creationId xmlns:a16="http://schemas.microsoft.com/office/drawing/2014/main" id="{F942B2BD-390F-97F8-2FFA-9F649493E239}"/>
                </a:ext>
              </a:extLst>
            </p:cNvPr>
            <p:cNvSpPr/>
            <p:nvPr/>
          </p:nvSpPr>
          <p:spPr>
            <a:xfrm>
              <a:off x="2057046"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30" name="Picture Placeholder 75">
              <a:extLst>
                <a:ext uri="{FF2B5EF4-FFF2-40B4-BE49-F238E27FC236}">
                  <a16:creationId xmlns:a16="http://schemas.microsoft.com/office/drawing/2014/main" id="{4B8B9CA8-EF44-7C76-3286-3CAC5F4F6F49}"/>
                </a:ext>
              </a:extLst>
            </p:cNvPr>
            <p:cNvSpPr/>
            <p:nvPr/>
          </p:nvSpPr>
          <p:spPr>
            <a:xfrm>
              <a:off x="2183538"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31" name="Picture Placeholder 75">
              <a:extLst>
                <a:ext uri="{FF2B5EF4-FFF2-40B4-BE49-F238E27FC236}">
                  <a16:creationId xmlns:a16="http://schemas.microsoft.com/office/drawing/2014/main" id="{C0A65A8E-32F3-B48A-1CF9-34DC70D26EBB}"/>
                </a:ext>
              </a:extLst>
            </p:cNvPr>
            <p:cNvSpPr/>
            <p:nvPr/>
          </p:nvSpPr>
          <p:spPr>
            <a:xfrm>
              <a:off x="2310030"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32" name="Picture Placeholder 75">
              <a:extLst>
                <a:ext uri="{FF2B5EF4-FFF2-40B4-BE49-F238E27FC236}">
                  <a16:creationId xmlns:a16="http://schemas.microsoft.com/office/drawing/2014/main" id="{D7FA8C6D-FEBE-6494-36B1-90A5AFBAFE69}"/>
                </a:ext>
              </a:extLst>
            </p:cNvPr>
            <p:cNvSpPr/>
            <p:nvPr/>
          </p:nvSpPr>
          <p:spPr>
            <a:xfrm>
              <a:off x="1930554"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33" name="Picture Placeholder 75">
              <a:extLst>
                <a:ext uri="{FF2B5EF4-FFF2-40B4-BE49-F238E27FC236}">
                  <a16:creationId xmlns:a16="http://schemas.microsoft.com/office/drawing/2014/main" id="{018957F2-81AF-BD3F-ED9E-5F268241C936}"/>
                </a:ext>
              </a:extLst>
            </p:cNvPr>
            <p:cNvSpPr/>
            <p:nvPr/>
          </p:nvSpPr>
          <p:spPr>
            <a:xfrm>
              <a:off x="2057046"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34" name="Picture Placeholder 75">
              <a:extLst>
                <a:ext uri="{FF2B5EF4-FFF2-40B4-BE49-F238E27FC236}">
                  <a16:creationId xmlns:a16="http://schemas.microsoft.com/office/drawing/2014/main" id="{B3592C9A-0D28-FD48-13A1-35692DC2C95C}"/>
                </a:ext>
              </a:extLst>
            </p:cNvPr>
            <p:cNvSpPr/>
            <p:nvPr/>
          </p:nvSpPr>
          <p:spPr>
            <a:xfrm>
              <a:off x="2183538"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35" name="Picture Placeholder 75">
              <a:extLst>
                <a:ext uri="{FF2B5EF4-FFF2-40B4-BE49-F238E27FC236}">
                  <a16:creationId xmlns:a16="http://schemas.microsoft.com/office/drawing/2014/main" id="{AAE1D21A-C3A3-392E-E0DB-F7A2EE3EF58A}"/>
                </a:ext>
              </a:extLst>
            </p:cNvPr>
            <p:cNvSpPr/>
            <p:nvPr/>
          </p:nvSpPr>
          <p:spPr>
            <a:xfrm>
              <a:off x="2310030"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36" name="Picture Placeholder 75">
              <a:extLst>
                <a:ext uri="{FF2B5EF4-FFF2-40B4-BE49-F238E27FC236}">
                  <a16:creationId xmlns:a16="http://schemas.microsoft.com/office/drawing/2014/main" id="{6BB63C79-5AEF-0030-9D25-E0109E77ECFA}"/>
                </a:ext>
              </a:extLst>
            </p:cNvPr>
            <p:cNvSpPr/>
            <p:nvPr/>
          </p:nvSpPr>
          <p:spPr>
            <a:xfrm>
              <a:off x="1930554"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37" name="Picture Placeholder 75">
              <a:extLst>
                <a:ext uri="{FF2B5EF4-FFF2-40B4-BE49-F238E27FC236}">
                  <a16:creationId xmlns:a16="http://schemas.microsoft.com/office/drawing/2014/main" id="{C09382A6-77BD-E613-B433-5123D0B7E04E}"/>
                </a:ext>
              </a:extLst>
            </p:cNvPr>
            <p:cNvSpPr/>
            <p:nvPr/>
          </p:nvSpPr>
          <p:spPr>
            <a:xfrm>
              <a:off x="2057046"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38" name="Picture Placeholder 75">
              <a:extLst>
                <a:ext uri="{FF2B5EF4-FFF2-40B4-BE49-F238E27FC236}">
                  <a16:creationId xmlns:a16="http://schemas.microsoft.com/office/drawing/2014/main" id="{3866791E-D941-6393-325C-453B4C775D68}"/>
                </a:ext>
              </a:extLst>
            </p:cNvPr>
            <p:cNvSpPr/>
            <p:nvPr/>
          </p:nvSpPr>
          <p:spPr>
            <a:xfrm>
              <a:off x="2183538"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39" name="Picture Placeholder 75">
              <a:extLst>
                <a:ext uri="{FF2B5EF4-FFF2-40B4-BE49-F238E27FC236}">
                  <a16:creationId xmlns:a16="http://schemas.microsoft.com/office/drawing/2014/main" id="{AD882123-4A86-665D-FF63-926E849751FD}"/>
                </a:ext>
              </a:extLst>
            </p:cNvPr>
            <p:cNvSpPr/>
            <p:nvPr/>
          </p:nvSpPr>
          <p:spPr>
            <a:xfrm>
              <a:off x="2310030"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40" name="Picture Placeholder 75">
              <a:extLst>
                <a:ext uri="{FF2B5EF4-FFF2-40B4-BE49-F238E27FC236}">
                  <a16:creationId xmlns:a16="http://schemas.microsoft.com/office/drawing/2014/main" id="{345E8110-E429-4E3C-2423-1195D36A2EF1}"/>
                </a:ext>
              </a:extLst>
            </p:cNvPr>
            <p:cNvSpPr/>
            <p:nvPr/>
          </p:nvSpPr>
          <p:spPr>
            <a:xfrm>
              <a:off x="2266390" y="746835"/>
              <a:ext cx="15179" cy="84117"/>
            </a:xfrm>
            <a:custGeom>
              <a:avLst/>
              <a:gdLst>
                <a:gd name="connsiteX0" fmla="*/ 7590 w 15179"/>
                <a:gd name="connsiteY0" fmla="*/ 84117 h 84117"/>
                <a:gd name="connsiteX1" fmla="*/ 0 w 15179"/>
                <a:gd name="connsiteY1" fmla="*/ 76528 h 84117"/>
                <a:gd name="connsiteX2" fmla="*/ 0 w 15179"/>
                <a:gd name="connsiteY2" fmla="*/ 7590 h 84117"/>
                <a:gd name="connsiteX3" fmla="*/ 7590 w 15179"/>
                <a:gd name="connsiteY3" fmla="*/ 0 h 84117"/>
                <a:gd name="connsiteX4" fmla="*/ 15179 w 15179"/>
                <a:gd name="connsiteY4" fmla="*/ 7590 h 84117"/>
                <a:gd name="connsiteX5" fmla="*/ 15179 w 15179"/>
                <a:gd name="connsiteY5" fmla="*/ 75895 h 84117"/>
                <a:gd name="connsiteX6" fmla="*/ 7590 w 15179"/>
                <a:gd name="connsiteY6" fmla="*/ 84117 h 8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79" h="84117">
                  <a:moveTo>
                    <a:pt x="7590" y="84117"/>
                  </a:moveTo>
                  <a:cubicBezTo>
                    <a:pt x="3162" y="84117"/>
                    <a:pt x="0" y="80322"/>
                    <a:pt x="0" y="76528"/>
                  </a:cubicBezTo>
                  <a:lnTo>
                    <a:pt x="0" y="7590"/>
                  </a:lnTo>
                  <a:cubicBezTo>
                    <a:pt x="0" y="3162"/>
                    <a:pt x="3795" y="0"/>
                    <a:pt x="7590" y="0"/>
                  </a:cubicBezTo>
                  <a:cubicBezTo>
                    <a:pt x="11384" y="0"/>
                    <a:pt x="15179" y="3795"/>
                    <a:pt x="15179" y="7590"/>
                  </a:cubicBezTo>
                  <a:lnTo>
                    <a:pt x="15179" y="75895"/>
                  </a:lnTo>
                  <a:cubicBezTo>
                    <a:pt x="15179" y="80322"/>
                    <a:pt x="12017" y="84117"/>
                    <a:pt x="7590" y="84117"/>
                  </a:cubicBezTo>
                  <a:close/>
                </a:path>
              </a:pathLst>
            </a:custGeom>
            <a:grpFill/>
            <a:ln w="6271" cap="flat">
              <a:noFill/>
              <a:prstDash val="solid"/>
              <a:miter/>
            </a:ln>
          </p:spPr>
          <p:txBody>
            <a:bodyPr rtlCol="0" anchor="ctr"/>
            <a:lstStyle/>
            <a:p>
              <a:endParaRPr lang="en-US"/>
            </a:p>
          </p:txBody>
        </p:sp>
        <p:grpSp>
          <p:nvGrpSpPr>
            <p:cNvPr id="41" name="Picture Placeholder 75">
              <a:extLst>
                <a:ext uri="{FF2B5EF4-FFF2-40B4-BE49-F238E27FC236}">
                  <a16:creationId xmlns:a16="http://schemas.microsoft.com/office/drawing/2014/main" id="{83D38AEB-333F-DD6B-3107-71007D57F764}"/>
                </a:ext>
              </a:extLst>
            </p:cNvPr>
            <p:cNvGrpSpPr/>
            <p:nvPr/>
          </p:nvGrpSpPr>
          <p:grpSpPr>
            <a:xfrm>
              <a:off x="1847069" y="785415"/>
              <a:ext cx="600836" cy="488891"/>
              <a:chOff x="1847069" y="785415"/>
              <a:chExt cx="600836" cy="488891"/>
            </a:xfrm>
            <a:grpFill/>
          </p:grpSpPr>
          <p:sp>
            <p:nvSpPr>
              <p:cNvPr id="43" name="Picture Placeholder 75">
                <a:extLst>
                  <a:ext uri="{FF2B5EF4-FFF2-40B4-BE49-F238E27FC236}">
                    <a16:creationId xmlns:a16="http://schemas.microsoft.com/office/drawing/2014/main" id="{C6FDFCE3-87EC-37FA-DE07-ACF6798167FB}"/>
                  </a:ext>
                </a:extLst>
              </p:cNvPr>
              <p:cNvSpPr/>
              <p:nvPr/>
            </p:nvSpPr>
            <p:spPr>
              <a:xfrm>
                <a:off x="2045662" y="785415"/>
                <a:ext cx="204917" cy="15811"/>
              </a:xfrm>
              <a:custGeom>
                <a:avLst/>
                <a:gdLst>
                  <a:gd name="connsiteX0" fmla="*/ 0 w 204917"/>
                  <a:gd name="connsiteY0" fmla="*/ 0 h 15811"/>
                  <a:gd name="connsiteX1" fmla="*/ 204917 w 204917"/>
                  <a:gd name="connsiteY1" fmla="*/ 0 h 15811"/>
                  <a:gd name="connsiteX2" fmla="*/ 204917 w 204917"/>
                  <a:gd name="connsiteY2" fmla="*/ 15811 h 15811"/>
                  <a:gd name="connsiteX3" fmla="*/ 0 w 204917"/>
                  <a:gd name="connsiteY3" fmla="*/ 15811 h 15811"/>
                </a:gdLst>
                <a:ahLst/>
                <a:cxnLst>
                  <a:cxn ang="0">
                    <a:pos x="connsiteX0" y="connsiteY0"/>
                  </a:cxn>
                  <a:cxn ang="0">
                    <a:pos x="connsiteX1" y="connsiteY1"/>
                  </a:cxn>
                  <a:cxn ang="0">
                    <a:pos x="connsiteX2" y="connsiteY2"/>
                  </a:cxn>
                  <a:cxn ang="0">
                    <a:pos x="connsiteX3" y="connsiteY3"/>
                  </a:cxn>
                </a:cxnLst>
                <a:rect l="l" t="t" r="r" b="b"/>
                <a:pathLst>
                  <a:path w="204917" h="15811">
                    <a:moveTo>
                      <a:pt x="0" y="0"/>
                    </a:moveTo>
                    <a:lnTo>
                      <a:pt x="204917" y="0"/>
                    </a:lnTo>
                    <a:lnTo>
                      <a:pt x="204917" y="15811"/>
                    </a:lnTo>
                    <a:lnTo>
                      <a:pt x="0" y="15811"/>
                    </a:lnTo>
                    <a:close/>
                  </a:path>
                </a:pathLst>
              </a:custGeom>
              <a:grpFill/>
              <a:ln w="6271" cap="flat">
                <a:noFill/>
                <a:prstDash val="solid"/>
                <a:miter/>
              </a:ln>
            </p:spPr>
            <p:txBody>
              <a:bodyPr rtlCol="0" anchor="ctr"/>
              <a:lstStyle/>
              <a:p>
                <a:endParaRPr lang="en-US"/>
              </a:p>
            </p:txBody>
          </p:sp>
          <p:sp>
            <p:nvSpPr>
              <p:cNvPr id="44" name="Picture Placeholder 75">
                <a:extLst>
                  <a:ext uri="{FF2B5EF4-FFF2-40B4-BE49-F238E27FC236}">
                    <a16:creationId xmlns:a16="http://schemas.microsoft.com/office/drawing/2014/main" id="{0CA7DD9B-5703-E905-E9EE-1A7375CF7543}"/>
                  </a:ext>
                </a:extLst>
              </p:cNvPr>
              <p:cNvSpPr/>
              <p:nvPr/>
            </p:nvSpPr>
            <p:spPr>
              <a:xfrm>
                <a:off x="1847069" y="785415"/>
                <a:ext cx="600836" cy="488891"/>
              </a:xfrm>
              <a:custGeom>
                <a:avLst/>
                <a:gdLst>
                  <a:gd name="connsiteX0" fmla="*/ 450312 w 600836"/>
                  <a:gd name="connsiteY0" fmla="*/ 0 h 488891"/>
                  <a:gd name="connsiteX1" fmla="*/ 450312 w 600836"/>
                  <a:gd name="connsiteY1" fmla="*/ 15812 h 488891"/>
                  <a:gd name="connsiteX2" fmla="*/ 585026 w 600836"/>
                  <a:gd name="connsiteY2" fmla="*/ 15812 h 488891"/>
                  <a:gd name="connsiteX3" fmla="*/ 585026 w 600836"/>
                  <a:gd name="connsiteY3" fmla="*/ 473080 h 488891"/>
                  <a:gd name="connsiteX4" fmla="*/ 15812 w 600836"/>
                  <a:gd name="connsiteY4" fmla="*/ 473080 h 488891"/>
                  <a:gd name="connsiteX5" fmla="*/ 15812 w 600836"/>
                  <a:gd name="connsiteY5" fmla="*/ 15812 h 488891"/>
                  <a:gd name="connsiteX6" fmla="*/ 151158 w 600836"/>
                  <a:gd name="connsiteY6" fmla="*/ 15812 h 488891"/>
                  <a:gd name="connsiteX7" fmla="*/ 151158 w 600836"/>
                  <a:gd name="connsiteY7" fmla="*/ 0 h 488891"/>
                  <a:gd name="connsiteX8" fmla="*/ 0 w 600836"/>
                  <a:gd name="connsiteY8" fmla="*/ 0 h 488891"/>
                  <a:gd name="connsiteX9" fmla="*/ 0 w 600836"/>
                  <a:gd name="connsiteY9" fmla="*/ 488892 h 488891"/>
                  <a:gd name="connsiteX10" fmla="*/ 600837 w 600836"/>
                  <a:gd name="connsiteY10" fmla="*/ 488892 h 488891"/>
                  <a:gd name="connsiteX11" fmla="*/ 600837 w 600836"/>
                  <a:gd name="connsiteY11" fmla="*/ 0 h 48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0836" h="488891">
                    <a:moveTo>
                      <a:pt x="450312" y="0"/>
                    </a:moveTo>
                    <a:lnTo>
                      <a:pt x="450312" y="15812"/>
                    </a:lnTo>
                    <a:lnTo>
                      <a:pt x="585026" y="15812"/>
                    </a:lnTo>
                    <a:lnTo>
                      <a:pt x="585026" y="473080"/>
                    </a:lnTo>
                    <a:lnTo>
                      <a:pt x="15812" y="473080"/>
                    </a:lnTo>
                    <a:lnTo>
                      <a:pt x="15812" y="15812"/>
                    </a:lnTo>
                    <a:lnTo>
                      <a:pt x="151158" y="15812"/>
                    </a:lnTo>
                    <a:lnTo>
                      <a:pt x="151158" y="0"/>
                    </a:lnTo>
                    <a:lnTo>
                      <a:pt x="0" y="0"/>
                    </a:lnTo>
                    <a:lnTo>
                      <a:pt x="0" y="488892"/>
                    </a:lnTo>
                    <a:lnTo>
                      <a:pt x="600837" y="488892"/>
                    </a:lnTo>
                    <a:lnTo>
                      <a:pt x="600837" y="0"/>
                    </a:lnTo>
                    <a:close/>
                  </a:path>
                </a:pathLst>
              </a:custGeom>
              <a:grpFill/>
              <a:ln w="6271" cap="flat">
                <a:noFill/>
                <a:prstDash val="solid"/>
                <a:miter/>
              </a:ln>
            </p:spPr>
            <p:txBody>
              <a:bodyPr rtlCol="0" anchor="ctr"/>
              <a:lstStyle/>
              <a:p>
                <a:endParaRPr lang="en-US"/>
              </a:p>
            </p:txBody>
          </p:sp>
        </p:grpSp>
        <p:sp>
          <p:nvSpPr>
            <p:cNvPr id="42" name="Picture Placeholder 75">
              <a:extLst>
                <a:ext uri="{FF2B5EF4-FFF2-40B4-BE49-F238E27FC236}">
                  <a16:creationId xmlns:a16="http://schemas.microsoft.com/office/drawing/2014/main" id="{2B2E9334-19AB-3CA6-033A-170D09D31DB2}"/>
                </a:ext>
              </a:extLst>
            </p:cNvPr>
            <p:cNvSpPr/>
            <p:nvPr/>
          </p:nvSpPr>
          <p:spPr>
            <a:xfrm>
              <a:off x="2014039" y="746835"/>
              <a:ext cx="15248" cy="84117"/>
            </a:xfrm>
            <a:custGeom>
              <a:avLst/>
              <a:gdLst>
                <a:gd name="connsiteX0" fmla="*/ 7590 w 15248"/>
                <a:gd name="connsiteY0" fmla="*/ 84117 h 84117"/>
                <a:gd name="connsiteX1" fmla="*/ 0 w 15248"/>
                <a:gd name="connsiteY1" fmla="*/ 76528 h 84117"/>
                <a:gd name="connsiteX2" fmla="*/ 0 w 15248"/>
                <a:gd name="connsiteY2" fmla="*/ 7590 h 84117"/>
                <a:gd name="connsiteX3" fmla="*/ 7590 w 15248"/>
                <a:gd name="connsiteY3" fmla="*/ 0 h 84117"/>
                <a:gd name="connsiteX4" fmla="*/ 15179 w 15248"/>
                <a:gd name="connsiteY4" fmla="*/ 7590 h 84117"/>
                <a:gd name="connsiteX5" fmla="*/ 15179 w 15248"/>
                <a:gd name="connsiteY5" fmla="*/ 75895 h 84117"/>
                <a:gd name="connsiteX6" fmla="*/ 7590 w 15248"/>
                <a:gd name="connsiteY6" fmla="*/ 84117 h 8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8" h="84117">
                  <a:moveTo>
                    <a:pt x="7590" y="84117"/>
                  </a:moveTo>
                  <a:cubicBezTo>
                    <a:pt x="3162" y="84117"/>
                    <a:pt x="0" y="80322"/>
                    <a:pt x="0" y="76528"/>
                  </a:cubicBezTo>
                  <a:lnTo>
                    <a:pt x="0" y="7590"/>
                  </a:lnTo>
                  <a:cubicBezTo>
                    <a:pt x="0" y="3162"/>
                    <a:pt x="3795" y="0"/>
                    <a:pt x="7590" y="0"/>
                  </a:cubicBezTo>
                  <a:cubicBezTo>
                    <a:pt x="11384" y="0"/>
                    <a:pt x="15179" y="3795"/>
                    <a:pt x="15179" y="7590"/>
                  </a:cubicBezTo>
                  <a:lnTo>
                    <a:pt x="15179" y="75895"/>
                  </a:lnTo>
                  <a:cubicBezTo>
                    <a:pt x="15812" y="80322"/>
                    <a:pt x="12017" y="84117"/>
                    <a:pt x="7590" y="84117"/>
                  </a:cubicBezTo>
                  <a:close/>
                </a:path>
              </a:pathLst>
            </a:custGeom>
            <a:grpFill/>
            <a:ln w="6271" cap="flat">
              <a:noFill/>
              <a:prstDash val="solid"/>
              <a:miter/>
            </a:ln>
          </p:spPr>
          <p:txBody>
            <a:bodyPr rtlCol="0" anchor="ctr"/>
            <a:lstStyle/>
            <a:p>
              <a:endParaRPr lang="en-US"/>
            </a:p>
          </p:txBody>
        </p:sp>
      </p:grpSp>
      <p:sp>
        <p:nvSpPr>
          <p:cNvPr id="45" name="Picture Placeholder 78" descr="Tag">
            <a:extLst>
              <a:ext uri="{FF2B5EF4-FFF2-40B4-BE49-F238E27FC236}">
                <a16:creationId xmlns:a16="http://schemas.microsoft.com/office/drawing/2014/main" id="{08F5CA97-B3B4-A0B7-1EBA-795939325B35}"/>
              </a:ext>
            </a:extLst>
          </p:cNvPr>
          <p:cNvSpPr>
            <a:spLocks noChangeAspect="1"/>
          </p:cNvSpPr>
          <p:nvPr/>
        </p:nvSpPr>
        <p:spPr>
          <a:xfrm>
            <a:off x="7024843" y="3973788"/>
            <a:ext cx="471006" cy="279433"/>
          </a:xfrm>
          <a:custGeom>
            <a:avLst/>
            <a:gdLst>
              <a:gd name="connsiteX0" fmla="*/ 579966 w 587555"/>
              <a:gd name="connsiteY0" fmla="*/ 348578 h 348578"/>
              <a:gd name="connsiteX1" fmla="*/ 108151 w 587555"/>
              <a:gd name="connsiteY1" fmla="*/ 348578 h 348578"/>
              <a:gd name="connsiteX2" fmla="*/ 102459 w 587555"/>
              <a:gd name="connsiteY2" fmla="*/ 346043 h 348578"/>
              <a:gd name="connsiteX3" fmla="*/ 2530 w 587555"/>
              <a:gd name="connsiteY3" fmla="*/ 249709 h 348578"/>
              <a:gd name="connsiteX4" fmla="*/ 0 w 587555"/>
              <a:gd name="connsiteY4" fmla="*/ 244005 h 348578"/>
              <a:gd name="connsiteX5" fmla="*/ 0 w 587555"/>
              <a:gd name="connsiteY5" fmla="*/ 100771 h 348578"/>
              <a:gd name="connsiteX6" fmla="*/ 2530 w 587555"/>
              <a:gd name="connsiteY6" fmla="*/ 95067 h 348578"/>
              <a:gd name="connsiteX7" fmla="*/ 96134 w 587555"/>
              <a:gd name="connsiteY7" fmla="*/ 2535 h 348578"/>
              <a:gd name="connsiteX8" fmla="*/ 101826 w 587555"/>
              <a:gd name="connsiteY8" fmla="*/ 0 h 348578"/>
              <a:gd name="connsiteX9" fmla="*/ 578068 w 587555"/>
              <a:gd name="connsiteY9" fmla="*/ 0 h 348578"/>
              <a:gd name="connsiteX10" fmla="*/ 585658 w 587555"/>
              <a:gd name="connsiteY10" fmla="*/ 7605 h 348578"/>
              <a:gd name="connsiteX11" fmla="*/ 587555 w 587555"/>
              <a:gd name="connsiteY11" fmla="*/ 340339 h 348578"/>
              <a:gd name="connsiteX12" fmla="*/ 585026 w 587555"/>
              <a:gd name="connsiteY12" fmla="*/ 346043 h 348578"/>
              <a:gd name="connsiteX13" fmla="*/ 579966 w 587555"/>
              <a:gd name="connsiteY13" fmla="*/ 348578 h 348578"/>
              <a:gd name="connsiteX14" fmla="*/ 111313 w 587555"/>
              <a:gd name="connsiteY14" fmla="*/ 332734 h 348578"/>
              <a:gd name="connsiteX15" fmla="*/ 571744 w 587555"/>
              <a:gd name="connsiteY15" fmla="*/ 332734 h 348578"/>
              <a:gd name="connsiteX16" fmla="*/ 569846 w 587555"/>
              <a:gd name="connsiteY16" fmla="*/ 15844 h 348578"/>
              <a:gd name="connsiteX17" fmla="*/ 104988 w 587555"/>
              <a:gd name="connsiteY17" fmla="*/ 15844 h 348578"/>
              <a:gd name="connsiteX18" fmla="*/ 15812 w 587555"/>
              <a:gd name="connsiteY18" fmla="*/ 103940 h 348578"/>
              <a:gd name="connsiteX19" fmla="*/ 15812 w 587555"/>
              <a:gd name="connsiteY19" fmla="*/ 240836 h 348578"/>
              <a:gd name="connsiteX20" fmla="*/ 111313 w 587555"/>
              <a:gd name="connsiteY20" fmla="*/ 332734 h 348578"/>
              <a:gd name="connsiteX21" fmla="*/ 96134 w 587555"/>
              <a:gd name="connsiteY21" fmla="*/ 213583 h 348578"/>
              <a:gd name="connsiteX22" fmla="*/ 56921 w 587555"/>
              <a:gd name="connsiteY22" fmla="*/ 174289 h 348578"/>
              <a:gd name="connsiteX23" fmla="*/ 96134 w 587555"/>
              <a:gd name="connsiteY23" fmla="*/ 134995 h 348578"/>
              <a:gd name="connsiteX24" fmla="*/ 135346 w 587555"/>
              <a:gd name="connsiteY24" fmla="*/ 174289 h 348578"/>
              <a:gd name="connsiteX25" fmla="*/ 96134 w 587555"/>
              <a:gd name="connsiteY25" fmla="*/ 213583 h 348578"/>
              <a:gd name="connsiteX26" fmla="*/ 96134 w 587555"/>
              <a:gd name="connsiteY26" fmla="*/ 150205 h 348578"/>
              <a:gd name="connsiteX27" fmla="*/ 72100 w 587555"/>
              <a:gd name="connsiteY27" fmla="*/ 173655 h 348578"/>
              <a:gd name="connsiteX28" fmla="*/ 96134 w 587555"/>
              <a:gd name="connsiteY28" fmla="*/ 197739 h 348578"/>
              <a:gd name="connsiteX29" fmla="*/ 120167 w 587555"/>
              <a:gd name="connsiteY29" fmla="*/ 173655 h 348578"/>
              <a:gd name="connsiteX30" fmla="*/ 96134 w 587555"/>
              <a:gd name="connsiteY30" fmla="*/ 150205 h 348578"/>
              <a:gd name="connsiteX31" fmla="*/ 514822 w 587555"/>
              <a:gd name="connsiteY31" fmla="*/ 117883 h 348578"/>
              <a:gd name="connsiteX32" fmla="*/ 325084 w 587555"/>
              <a:gd name="connsiteY32" fmla="*/ 117883 h 348578"/>
              <a:gd name="connsiteX33" fmla="*/ 325084 w 587555"/>
              <a:gd name="connsiteY33" fmla="*/ 133727 h 348578"/>
              <a:gd name="connsiteX34" fmla="*/ 514190 w 587555"/>
              <a:gd name="connsiteY34" fmla="*/ 133727 h 348578"/>
              <a:gd name="connsiteX35" fmla="*/ 514190 w 587555"/>
              <a:gd name="connsiteY35" fmla="*/ 117883 h 348578"/>
              <a:gd name="connsiteX36" fmla="*/ 419321 w 587555"/>
              <a:gd name="connsiteY36" fmla="*/ 214851 h 348578"/>
              <a:gd name="connsiteX37" fmla="*/ 325084 w 587555"/>
              <a:gd name="connsiteY37" fmla="*/ 214851 h 348578"/>
              <a:gd name="connsiteX38" fmla="*/ 325084 w 587555"/>
              <a:gd name="connsiteY38" fmla="*/ 230695 h 348578"/>
              <a:gd name="connsiteX39" fmla="*/ 419321 w 587555"/>
              <a:gd name="connsiteY39" fmla="*/ 230695 h 348578"/>
              <a:gd name="connsiteX40" fmla="*/ 419321 w 587555"/>
              <a:gd name="connsiteY40" fmla="*/ 214851 h 34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87555" h="348578">
                <a:moveTo>
                  <a:pt x="579966" y="348578"/>
                </a:moveTo>
                <a:lnTo>
                  <a:pt x="108151" y="348578"/>
                </a:lnTo>
                <a:cubicBezTo>
                  <a:pt x="106253" y="348578"/>
                  <a:pt x="104356" y="347944"/>
                  <a:pt x="102459" y="346043"/>
                </a:cubicBezTo>
                <a:lnTo>
                  <a:pt x="2530" y="249709"/>
                </a:lnTo>
                <a:cubicBezTo>
                  <a:pt x="1265" y="248441"/>
                  <a:pt x="0" y="245906"/>
                  <a:pt x="0" y="244005"/>
                </a:cubicBezTo>
                <a:lnTo>
                  <a:pt x="0" y="100771"/>
                </a:lnTo>
                <a:cubicBezTo>
                  <a:pt x="0" y="98869"/>
                  <a:pt x="632" y="96334"/>
                  <a:pt x="2530" y="95067"/>
                </a:cubicBezTo>
                <a:lnTo>
                  <a:pt x="96134" y="2535"/>
                </a:lnTo>
                <a:cubicBezTo>
                  <a:pt x="97399" y="1268"/>
                  <a:pt x="99296" y="0"/>
                  <a:pt x="101826" y="0"/>
                </a:cubicBezTo>
                <a:lnTo>
                  <a:pt x="578068" y="0"/>
                </a:lnTo>
                <a:cubicBezTo>
                  <a:pt x="582496" y="0"/>
                  <a:pt x="585658" y="3803"/>
                  <a:pt x="585658" y="7605"/>
                </a:cubicBezTo>
                <a:lnTo>
                  <a:pt x="587555" y="340339"/>
                </a:lnTo>
                <a:cubicBezTo>
                  <a:pt x="587555" y="342240"/>
                  <a:pt x="586923" y="344775"/>
                  <a:pt x="585026" y="346043"/>
                </a:cubicBezTo>
                <a:cubicBezTo>
                  <a:pt x="583761" y="347944"/>
                  <a:pt x="581863" y="348578"/>
                  <a:pt x="579966" y="348578"/>
                </a:cubicBezTo>
                <a:close/>
                <a:moveTo>
                  <a:pt x="111313" y="332734"/>
                </a:moveTo>
                <a:lnTo>
                  <a:pt x="571744" y="332734"/>
                </a:lnTo>
                <a:lnTo>
                  <a:pt x="569846" y="15844"/>
                </a:lnTo>
                <a:lnTo>
                  <a:pt x="104988" y="15844"/>
                </a:lnTo>
                <a:lnTo>
                  <a:pt x="15812" y="103940"/>
                </a:lnTo>
                <a:lnTo>
                  <a:pt x="15812" y="240836"/>
                </a:lnTo>
                <a:lnTo>
                  <a:pt x="111313" y="332734"/>
                </a:lnTo>
                <a:close/>
                <a:moveTo>
                  <a:pt x="96134" y="213583"/>
                </a:moveTo>
                <a:cubicBezTo>
                  <a:pt x="74630" y="213583"/>
                  <a:pt x="56921" y="195837"/>
                  <a:pt x="56921" y="174289"/>
                </a:cubicBezTo>
                <a:cubicBezTo>
                  <a:pt x="56921" y="152741"/>
                  <a:pt x="74630" y="134995"/>
                  <a:pt x="96134" y="134995"/>
                </a:cubicBezTo>
                <a:cubicBezTo>
                  <a:pt x="117638" y="134995"/>
                  <a:pt x="135346" y="152741"/>
                  <a:pt x="135346" y="174289"/>
                </a:cubicBezTo>
                <a:cubicBezTo>
                  <a:pt x="135346" y="195837"/>
                  <a:pt x="117638" y="213583"/>
                  <a:pt x="96134" y="213583"/>
                </a:cubicBezTo>
                <a:close/>
                <a:moveTo>
                  <a:pt x="96134" y="150205"/>
                </a:moveTo>
                <a:cubicBezTo>
                  <a:pt x="82852" y="150205"/>
                  <a:pt x="72100" y="160980"/>
                  <a:pt x="72100" y="173655"/>
                </a:cubicBezTo>
                <a:cubicBezTo>
                  <a:pt x="72100" y="186965"/>
                  <a:pt x="82852" y="197739"/>
                  <a:pt x="96134" y="197739"/>
                </a:cubicBezTo>
                <a:cubicBezTo>
                  <a:pt x="109416" y="197739"/>
                  <a:pt x="120167" y="186965"/>
                  <a:pt x="120167" y="173655"/>
                </a:cubicBezTo>
                <a:cubicBezTo>
                  <a:pt x="119535" y="160980"/>
                  <a:pt x="109416" y="150205"/>
                  <a:pt x="96134" y="150205"/>
                </a:cubicBezTo>
                <a:close/>
                <a:moveTo>
                  <a:pt x="514822" y="117883"/>
                </a:moveTo>
                <a:lnTo>
                  <a:pt x="325084" y="117883"/>
                </a:lnTo>
                <a:lnTo>
                  <a:pt x="325084" y="133727"/>
                </a:lnTo>
                <a:lnTo>
                  <a:pt x="514190" y="133727"/>
                </a:lnTo>
                <a:lnTo>
                  <a:pt x="514190" y="117883"/>
                </a:lnTo>
                <a:close/>
                <a:moveTo>
                  <a:pt x="419321" y="214851"/>
                </a:moveTo>
                <a:lnTo>
                  <a:pt x="325084" y="214851"/>
                </a:lnTo>
                <a:lnTo>
                  <a:pt x="325084" y="230695"/>
                </a:lnTo>
                <a:lnTo>
                  <a:pt x="419321" y="230695"/>
                </a:lnTo>
                <a:lnTo>
                  <a:pt x="419321" y="214851"/>
                </a:lnTo>
                <a:close/>
              </a:path>
            </a:pathLst>
          </a:custGeom>
          <a:solidFill>
            <a:schemeClr val="accent3"/>
          </a:solidFill>
          <a:ln w="6271" cap="flat">
            <a:noFill/>
            <a:prstDash val="solid"/>
            <a:miter/>
          </a:ln>
        </p:spPr>
        <p:txBody>
          <a:bodyPr rtlCol="0" anchor="ctr"/>
          <a:lstStyle/>
          <a:p>
            <a:endParaRPr lang="en-US"/>
          </a:p>
        </p:txBody>
      </p:sp>
      <p:grpSp>
        <p:nvGrpSpPr>
          <p:cNvPr id="47" name="Group 46" descr="Backup-Restore&#10;">
            <a:extLst>
              <a:ext uri="{FF2B5EF4-FFF2-40B4-BE49-F238E27FC236}">
                <a16:creationId xmlns:a16="http://schemas.microsoft.com/office/drawing/2014/main" id="{A7D7DA2D-1EED-5694-A212-223FD6F2F220}"/>
              </a:ext>
            </a:extLst>
          </p:cNvPr>
          <p:cNvGrpSpPr>
            <a:grpSpLocks noChangeAspect="1"/>
          </p:cNvGrpSpPr>
          <p:nvPr/>
        </p:nvGrpSpPr>
        <p:grpSpPr>
          <a:xfrm>
            <a:off x="1071663" y="3977410"/>
            <a:ext cx="445085" cy="445271"/>
            <a:chOff x="4487614" y="5708568"/>
            <a:chExt cx="606844" cy="607098"/>
          </a:xfrm>
          <a:solidFill>
            <a:schemeClr val="accent3"/>
          </a:solidFill>
        </p:grpSpPr>
        <p:sp>
          <p:nvSpPr>
            <p:cNvPr id="48" name="Picture Placeholder 87">
              <a:extLst>
                <a:ext uri="{FF2B5EF4-FFF2-40B4-BE49-F238E27FC236}">
                  <a16:creationId xmlns:a16="http://schemas.microsoft.com/office/drawing/2014/main" id="{84FF20ED-E1E9-A311-A6DF-2D20653C4E0F}"/>
                </a:ext>
              </a:extLst>
            </p:cNvPr>
            <p:cNvSpPr/>
            <p:nvPr/>
          </p:nvSpPr>
          <p:spPr>
            <a:xfrm>
              <a:off x="4678869" y="5900014"/>
              <a:ext cx="415589" cy="415652"/>
            </a:xfrm>
            <a:custGeom>
              <a:avLst/>
              <a:gdLst>
                <a:gd name="connsiteX0" fmla="*/ 415589 w 415589"/>
                <a:gd name="connsiteY0" fmla="*/ 415653 h 415652"/>
                <a:gd name="connsiteX1" fmla="*/ 0 w 415589"/>
                <a:gd name="connsiteY1" fmla="*/ 415653 h 415652"/>
                <a:gd name="connsiteX2" fmla="*/ 0 w 415589"/>
                <a:gd name="connsiteY2" fmla="*/ 366447 h 415652"/>
                <a:gd name="connsiteX3" fmla="*/ 15812 w 415589"/>
                <a:gd name="connsiteY3" fmla="*/ 366447 h 415652"/>
                <a:gd name="connsiteX4" fmla="*/ 15812 w 415589"/>
                <a:gd name="connsiteY4" fmla="*/ 399841 h 415652"/>
                <a:gd name="connsiteX5" fmla="*/ 399778 w 415589"/>
                <a:gd name="connsiteY5" fmla="*/ 399841 h 415652"/>
                <a:gd name="connsiteX6" fmla="*/ 399778 w 415589"/>
                <a:gd name="connsiteY6" fmla="*/ 15812 h 415652"/>
                <a:gd name="connsiteX7" fmla="*/ 364550 w 415589"/>
                <a:gd name="connsiteY7" fmla="*/ 15812 h 415652"/>
                <a:gd name="connsiteX8" fmla="*/ 364550 w 415589"/>
                <a:gd name="connsiteY8" fmla="*/ 0 h 415652"/>
                <a:gd name="connsiteX9" fmla="*/ 415589 w 415589"/>
                <a:gd name="connsiteY9" fmla="*/ 0 h 415652"/>
                <a:gd name="connsiteX10" fmla="*/ 415589 w 415589"/>
                <a:gd name="connsiteY10" fmla="*/ 415653 h 41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652">
                  <a:moveTo>
                    <a:pt x="415589" y="415653"/>
                  </a:moveTo>
                  <a:lnTo>
                    <a:pt x="0" y="415653"/>
                  </a:lnTo>
                  <a:lnTo>
                    <a:pt x="0" y="366447"/>
                  </a:lnTo>
                  <a:lnTo>
                    <a:pt x="15812" y="366447"/>
                  </a:lnTo>
                  <a:lnTo>
                    <a:pt x="15812" y="399841"/>
                  </a:lnTo>
                  <a:lnTo>
                    <a:pt x="399778" y="399841"/>
                  </a:lnTo>
                  <a:lnTo>
                    <a:pt x="399778" y="15812"/>
                  </a:lnTo>
                  <a:lnTo>
                    <a:pt x="364550" y="15812"/>
                  </a:lnTo>
                  <a:lnTo>
                    <a:pt x="364550" y="0"/>
                  </a:lnTo>
                  <a:lnTo>
                    <a:pt x="415589" y="0"/>
                  </a:lnTo>
                  <a:lnTo>
                    <a:pt x="415589" y="415653"/>
                  </a:lnTo>
                  <a:close/>
                </a:path>
              </a:pathLst>
            </a:custGeom>
            <a:grpFill/>
            <a:ln w="6271" cap="flat">
              <a:noFill/>
              <a:prstDash val="solid"/>
              <a:miter/>
            </a:ln>
          </p:spPr>
          <p:txBody>
            <a:bodyPr rtlCol="0" anchor="ctr"/>
            <a:lstStyle/>
            <a:p>
              <a:endParaRPr lang="en-US"/>
            </a:p>
          </p:txBody>
        </p:sp>
        <p:sp>
          <p:nvSpPr>
            <p:cNvPr id="49" name="Picture Placeholder 87">
              <a:extLst>
                <a:ext uri="{FF2B5EF4-FFF2-40B4-BE49-F238E27FC236}">
                  <a16:creationId xmlns:a16="http://schemas.microsoft.com/office/drawing/2014/main" id="{FD44C5B9-DBAC-1C6B-3BB1-EE86C3863F12}"/>
                </a:ext>
              </a:extLst>
            </p:cNvPr>
            <p:cNvSpPr/>
            <p:nvPr/>
          </p:nvSpPr>
          <p:spPr>
            <a:xfrm>
              <a:off x="4612145" y="5833036"/>
              <a:ext cx="415589" cy="415589"/>
            </a:xfrm>
            <a:custGeom>
              <a:avLst/>
              <a:gdLst>
                <a:gd name="connsiteX0" fmla="*/ 415589 w 415589"/>
                <a:gd name="connsiteY0" fmla="*/ 415589 h 415589"/>
                <a:gd name="connsiteX1" fmla="*/ 0 w 415589"/>
                <a:gd name="connsiteY1" fmla="*/ 415589 h 415589"/>
                <a:gd name="connsiteX2" fmla="*/ 0 w 415589"/>
                <a:gd name="connsiteY2" fmla="*/ 365246 h 415589"/>
                <a:gd name="connsiteX3" fmla="*/ 15812 w 415589"/>
                <a:gd name="connsiteY3" fmla="*/ 365246 h 415589"/>
                <a:gd name="connsiteX4" fmla="*/ 15812 w 415589"/>
                <a:gd name="connsiteY4" fmla="*/ 399778 h 415589"/>
                <a:gd name="connsiteX5" fmla="*/ 399778 w 415589"/>
                <a:gd name="connsiteY5" fmla="*/ 399778 h 415589"/>
                <a:gd name="connsiteX6" fmla="*/ 399778 w 415589"/>
                <a:gd name="connsiteY6" fmla="*/ 15812 h 415589"/>
                <a:gd name="connsiteX7" fmla="*/ 364740 w 415589"/>
                <a:gd name="connsiteY7" fmla="*/ 15812 h 415589"/>
                <a:gd name="connsiteX8" fmla="*/ 364740 w 415589"/>
                <a:gd name="connsiteY8" fmla="*/ 0 h 415589"/>
                <a:gd name="connsiteX9" fmla="*/ 415589 w 415589"/>
                <a:gd name="connsiteY9" fmla="*/ 0 h 415589"/>
                <a:gd name="connsiteX10" fmla="*/ 415589 w 415589"/>
                <a:gd name="connsiteY10" fmla="*/ 415589 h 41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589">
                  <a:moveTo>
                    <a:pt x="415589" y="415589"/>
                  </a:moveTo>
                  <a:lnTo>
                    <a:pt x="0" y="415589"/>
                  </a:lnTo>
                  <a:lnTo>
                    <a:pt x="0" y="365246"/>
                  </a:lnTo>
                  <a:lnTo>
                    <a:pt x="15812" y="365246"/>
                  </a:lnTo>
                  <a:lnTo>
                    <a:pt x="15812" y="399778"/>
                  </a:lnTo>
                  <a:lnTo>
                    <a:pt x="399778" y="399778"/>
                  </a:lnTo>
                  <a:lnTo>
                    <a:pt x="399778" y="15812"/>
                  </a:lnTo>
                  <a:lnTo>
                    <a:pt x="364740" y="15812"/>
                  </a:lnTo>
                  <a:lnTo>
                    <a:pt x="364740" y="0"/>
                  </a:lnTo>
                  <a:lnTo>
                    <a:pt x="415589" y="0"/>
                  </a:lnTo>
                  <a:lnTo>
                    <a:pt x="415589" y="415589"/>
                  </a:lnTo>
                  <a:close/>
                </a:path>
              </a:pathLst>
            </a:custGeom>
            <a:grpFill/>
            <a:ln w="6271" cap="flat">
              <a:noFill/>
              <a:prstDash val="solid"/>
              <a:miter/>
            </a:ln>
          </p:spPr>
          <p:txBody>
            <a:bodyPr rtlCol="0" anchor="ctr"/>
            <a:lstStyle/>
            <a:p>
              <a:endParaRPr lang="en-US"/>
            </a:p>
          </p:txBody>
        </p:sp>
        <p:sp>
          <p:nvSpPr>
            <p:cNvPr id="50" name="Picture Placeholder 87">
              <a:extLst>
                <a:ext uri="{FF2B5EF4-FFF2-40B4-BE49-F238E27FC236}">
                  <a16:creationId xmlns:a16="http://schemas.microsoft.com/office/drawing/2014/main" id="{00AE63EE-4462-7494-B946-F0A1CBE897AF}"/>
                </a:ext>
              </a:extLst>
            </p:cNvPr>
            <p:cNvSpPr/>
            <p:nvPr/>
          </p:nvSpPr>
          <p:spPr>
            <a:xfrm>
              <a:off x="4545673" y="5766375"/>
              <a:ext cx="415589" cy="415589"/>
            </a:xfrm>
            <a:custGeom>
              <a:avLst/>
              <a:gdLst>
                <a:gd name="connsiteX0" fmla="*/ 415589 w 415589"/>
                <a:gd name="connsiteY0" fmla="*/ 415589 h 415589"/>
                <a:gd name="connsiteX1" fmla="*/ 0 w 415589"/>
                <a:gd name="connsiteY1" fmla="*/ 415589 h 415589"/>
                <a:gd name="connsiteX2" fmla="*/ 0 w 415589"/>
                <a:gd name="connsiteY2" fmla="*/ 358352 h 415589"/>
                <a:gd name="connsiteX3" fmla="*/ 15812 w 415589"/>
                <a:gd name="connsiteY3" fmla="*/ 358352 h 415589"/>
                <a:gd name="connsiteX4" fmla="*/ 15812 w 415589"/>
                <a:gd name="connsiteY4" fmla="*/ 399778 h 415589"/>
                <a:gd name="connsiteX5" fmla="*/ 399778 w 415589"/>
                <a:gd name="connsiteY5" fmla="*/ 399778 h 415589"/>
                <a:gd name="connsiteX6" fmla="*/ 399778 w 415589"/>
                <a:gd name="connsiteY6" fmla="*/ 15812 h 415589"/>
                <a:gd name="connsiteX7" fmla="*/ 358036 w 415589"/>
                <a:gd name="connsiteY7" fmla="*/ 15812 h 415589"/>
                <a:gd name="connsiteX8" fmla="*/ 358036 w 415589"/>
                <a:gd name="connsiteY8" fmla="*/ 0 h 415589"/>
                <a:gd name="connsiteX9" fmla="*/ 415589 w 415589"/>
                <a:gd name="connsiteY9" fmla="*/ 0 h 415589"/>
                <a:gd name="connsiteX10" fmla="*/ 415589 w 415589"/>
                <a:gd name="connsiteY10" fmla="*/ 415589 h 41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589" h="415589">
                  <a:moveTo>
                    <a:pt x="415589" y="415589"/>
                  </a:moveTo>
                  <a:lnTo>
                    <a:pt x="0" y="415589"/>
                  </a:lnTo>
                  <a:lnTo>
                    <a:pt x="0" y="358352"/>
                  </a:lnTo>
                  <a:lnTo>
                    <a:pt x="15812" y="358352"/>
                  </a:lnTo>
                  <a:lnTo>
                    <a:pt x="15812" y="399778"/>
                  </a:lnTo>
                  <a:lnTo>
                    <a:pt x="399778" y="399778"/>
                  </a:lnTo>
                  <a:lnTo>
                    <a:pt x="399778" y="15812"/>
                  </a:lnTo>
                  <a:lnTo>
                    <a:pt x="358036" y="15812"/>
                  </a:lnTo>
                  <a:lnTo>
                    <a:pt x="358036" y="0"/>
                  </a:lnTo>
                  <a:lnTo>
                    <a:pt x="415589" y="0"/>
                  </a:lnTo>
                  <a:lnTo>
                    <a:pt x="415589" y="415589"/>
                  </a:lnTo>
                  <a:close/>
                </a:path>
              </a:pathLst>
            </a:custGeom>
            <a:grpFill/>
            <a:ln w="6271" cap="flat">
              <a:noFill/>
              <a:prstDash val="solid"/>
              <a:miter/>
            </a:ln>
          </p:spPr>
          <p:txBody>
            <a:bodyPr rtlCol="0" anchor="ctr"/>
            <a:lstStyle/>
            <a:p>
              <a:endParaRPr lang="en-US"/>
            </a:p>
          </p:txBody>
        </p:sp>
        <p:sp>
          <p:nvSpPr>
            <p:cNvPr id="51" name="Picture Placeholder 87">
              <a:extLst>
                <a:ext uri="{FF2B5EF4-FFF2-40B4-BE49-F238E27FC236}">
                  <a16:creationId xmlns:a16="http://schemas.microsoft.com/office/drawing/2014/main" id="{DA2E4EE9-C6D6-FE76-A371-D784EC0D62BC}"/>
                </a:ext>
              </a:extLst>
            </p:cNvPr>
            <p:cNvSpPr/>
            <p:nvPr/>
          </p:nvSpPr>
          <p:spPr>
            <a:xfrm>
              <a:off x="4559500" y="5779515"/>
              <a:ext cx="275460" cy="257851"/>
            </a:xfrm>
            <a:custGeom>
              <a:avLst/>
              <a:gdLst>
                <a:gd name="connsiteX0" fmla="*/ 253894 w 275460"/>
                <a:gd name="connsiteY0" fmla="*/ 97350 h 257851"/>
                <a:gd name="connsiteX1" fmla="*/ 97351 w 275460"/>
                <a:gd name="connsiteY1" fmla="*/ 3958 h 257851"/>
                <a:gd name="connsiteX2" fmla="*/ 3958 w 275460"/>
                <a:gd name="connsiteY2" fmla="*/ 160501 h 257851"/>
                <a:gd name="connsiteX3" fmla="*/ 160502 w 275460"/>
                <a:gd name="connsiteY3" fmla="*/ 253894 h 257851"/>
                <a:gd name="connsiteX4" fmla="*/ 192735 w 275460"/>
                <a:gd name="connsiteY4" fmla="*/ 240919 h 257851"/>
                <a:gd name="connsiteX5" fmla="*/ 184893 w 275460"/>
                <a:gd name="connsiteY5" fmla="*/ 227194 h 257851"/>
                <a:gd name="connsiteX6" fmla="*/ 30757 w 275460"/>
                <a:gd name="connsiteY6" fmla="*/ 184890 h 257851"/>
                <a:gd name="connsiteX7" fmla="*/ 73061 w 275460"/>
                <a:gd name="connsiteY7" fmla="*/ 30755 h 257851"/>
                <a:gd name="connsiteX8" fmla="*/ 227197 w 275460"/>
                <a:gd name="connsiteY8" fmla="*/ 73059 h 257851"/>
                <a:gd name="connsiteX9" fmla="*/ 238272 w 275460"/>
                <a:gd name="connsiteY9" fmla="*/ 100196 h 257851"/>
                <a:gd name="connsiteX10" fmla="*/ 217275 w 275460"/>
                <a:gd name="connsiteY10" fmla="*/ 104054 h 257851"/>
                <a:gd name="connsiteX11" fmla="*/ 255665 w 275460"/>
                <a:gd name="connsiteY11" fmla="*/ 149086 h 257851"/>
                <a:gd name="connsiteX12" fmla="*/ 275461 w 275460"/>
                <a:gd name="connsiteY12" fmla="*/ 93113 h 2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5460" h="257851">
                  <a:moveTo>
                    <a:pt x="253894" y="97350"/>
                  </a:moveTo>
                  <a:cubicBezTo>
                    <a:pt x="236455" y="28333"/>
                    <a:pt x="166369" y="-13481"/>
                    <a:pt x="97351" y="3958"/>
                  </a:cubicBezTo>
                  <a:cubicBezTo>
                    <a:pt x="28333" y="21396"/>
                    <a:pt x="-13480" y="91484"/>
                    <a:pt x="3958" y="160501"/>
                  </a:cubicBezTo>
                  <a:cubicBezTo>
                    <a:pt x="21397" y="229519"/>
                    <a:pt x="91483" y="271333"/>
                    <a:pt x="160502" y="253894"/>
                  </a:cubicBezTo>
                  <a:cubicBezTo>
                    <a:pt x="171782" y="251043"/>
                    <a:pt x="182625" y="246679"/>
                    <a:pt x="192735" y="240919"/>
                  </a:cubicBezTo>
                  <a:lnTo>
                    <a:pt x="184893" y="227194"/>
                  </a:lnTo>
                  <a:cubicBezTo>
                    <a:pt x="130647" y="258076"/>
                    <a:pt x="61639" y="239136"/>
                    <a:pt x="30757" y="184890"/>
                  </a:cubicBezTo>
                  <a:cubicBezTo>
                    <a:pt x="-124" y="130645"/>
                    <a:pt x="18816" y="61637"/>
                    <a:pt x="73061" y="30755"/>
                  </a:cubicBezTo>
                  <a:cubicBezTo>
                    <a:pt x="127307" y="-126"/>
                    <a:pt x="196316" y="18814"/>
                    <a:pt x="227197" y="73059"/>
                  </a:cubicBezTo>
                  <a:cubicBezTo>
                    <a:pt x="232051" y="81586"/>
                    <a:pt x="235774" y="90708"/>
                    <a:pt x="238272" y="100196"/>
                  </a:cubicBezTo>
                  <a:lnTo>
                    <a:pt x="217275" y="104054"/>
                  </a:lnTo>
                  <a:lnTo>
                    <a:pt x="255665" y="149086"/>
                  </a:lnTo>
                  <a:lnTo>
                    <a:pt x="275461" y="93113"/>
                  </a:lnTo>
                  <a:close/>
                </a:path>
              </a:pathLst>
            </a:custGeom>
            <a:grpFill/>
            <a:ln w="6271" cap="flat">
              <a:noFill/>
              <a:prstDash val="solid"/>
              <a:miter/>
            </a:ln>
          </p:spPr>
          <p:txBody>
            <a:bodyPr rtlCol="0" anchor="ctr"/>
            <a:lstStyle/>
            <a:p>
              <a:endParaRPr lang="en-US"/>
            </a:p>
          </p:txBody>
        </p:sp>
        <p:sp>
          <p:nvSpPr>
            <p:cNvPr id="52" name="Picture Placeholder 87">
              <a:extLst>
                <a:ext uri="{FF2B5EF4-FFF2-40B4-BE49-F238E27FC236}">
                  <a16:creationId xmlns:a16="http://schemas.microsoft.com/office/drawing/2014/main" id="{DE8DD4D0-CDB1-F836-A21D-D5A0D39C05F4}"/>
                </a:ext>
              </a:extLst>
            </p:cNvPr>
            <p:cNvSpPr/>
            <p:nvPr/>
          </p:nvSpPr>
          <p:spPr>
            <a:xfrm>
              <a:off x="4487614" y="5708568"/>
              <a:ext cx="399841" cy="399777"/>
            </a:xfrm>
            <a:custGeom>
              <a:avLst/>
              <a:gdLst>
                <a:gd name="connsiteX0" fmla="*/ 384030 w 399841"/>
                <a:gd name="connsiteY0" fmla="*/ 15812 h 399777"/>
                <a:gd name="connsiteX1" fmla="*/ 384030 w 399841"/>
                <a:gd name="connsiteY1" fmla="*/ 383966 h 399777"/>
                <a:gd name="connsiteX2" fmla="*/ 15812 w 399841"/>
                <a:gd name="connsiteY2" fmla="*/ 383966 h 399777"/>
                <a:gd name="connsiteX3" fmla="*/ 15812 w 399841"/>
                <a:gd name="connsiteY3" fmla="*/ 15812 h 399777"/>
                <a:gd name="connsiteX4" fmla="*/ 384030 w 399841"/>
                <a:gd name="connsiteY4" fmla="*/ 15812 h 399777"/>
                <a:gd name="connsiteX5" fmla="*/ 399841 w 399841"/>
                <a:gd name="connsiteY5" fmla="*/ 0 h 399777"/>
                <a:gd name="connsiteX6" fmla="*/ 0 w 399841"/>
                <a:gd name="connsiteY6" fmla="*/ 0 h 399777"/>
                <a:gd name="connsiteX7" fmla="*/ 0 w 399841"/>
                <a:gd name="connsiteY7" fmla="*/ 399778 h 399777"/>
                <a:gd name="connsiteX8" fmla="*/ 399778 w 399841"/>
                <a:gd name="connsiteY8" fmla="*/ 399778 h 399777"/>
                <a:gd name="connsiteX9" fmla="*/ 399778 w 399841"/>
                <a:gd name="connsiteY9" fmla="*/ 0 h 399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9841" h="399777">
                  <a:moveTo>
                    <a:pt x="384030" y="15812"/>
                  </a:moveTo>
                  <a:lnTo>
                    <a:pt x="384030" y="383966"/>
                  </a:lnTo>
                  <a:lnTo>
                    <a:pt x="15812" y="383966"/>
                  </a:lnTo>
                  <a:lnTo>
                    <a:pt x="15812" y="15812"/>
                  </a:lnTo>
                  <a:lnTo>
                    <a:pt x="384030" y="15812"/>
                  </a:lnTo>
                  <a:moveTo>
                    <a:pt x="399841" y="0"/>
                  </a:moveTo>
                  <a:lnTo>
                    <a:pt x="0" y="0"/>
                  </a:lnTo>
                  <a:lnTo>
                    <a:pt x="0" y="399778"/>
                  </a:lnTo>
                  <a:lnTo>
                    <a:pt x="399778" y="399778"/>
                  </a:lnTo>
                  <a:lnTo>
                    <a:pt x="399778" y="0"/>
                  </a:lnTo>
                  <a:close/>
                </a:path>
              </a:pathLst>
            </a:custGeom>
            <a:grpFill/>
            <a:ln w="6271" cap="flat">
              <a:noFill/>
              <a:prstDash val="solid"/>
              <a:miter/>
            </a:ln>
          </p:spPr>
          <p:txBody>
            <a:bodyPr rtlCol="0" anchor="ctr"/>
            <a:lstStyle/>
            <a:p>
              <a:endParaRPr lang="en-US"/>
            </a:p>
          </p:txBody>
        </p:sp>
      </p:grpSp>
      <p:cxnSp>
        <p:nvCxnSpPr>
          <p:cNvPr id="56" name="Straight Connector 55">
            <a:extLst>
              <a:ext uri="{FF2B5EF4-FFF2-40B4-BE49-F238E27FC236}">
                <a16:creationId xmlns:a16="http://schemas.microsoft.com/office/drawing/2014/main" id="{52C2D14D-0EBD-004B-2B8B-B7E66ECA8B72}"/>
              </a:ext>
            </a:extLst>
          </p:cNvPr>
          <p:cNvCxnSpPr>
            <a:cxnSpLocks/>
          </p:cNvCxnSpPr>
          <p:nvPr/>
        </p:nvCxnSpPr>
        <p:spPr bwMode="gray">
          <a:xfrm flipV="1">
            <a:off x="1294205" y="3500545"/>
            <a:ext cx="0" cy="378809"/>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03" name="Group 202">
            <a:extLst>
              <a:ext uri="{FF2B5EF4-FFF2-40B4-BE49-F238E27FC236}">
                <a16:creationId xmlns:a16="http://schemas.microsoft.com/office/drawing/2014/main" id="{5939FBDA-135A-75CC-2B0A-7D50F2C5773A}"/>
              </a:ext>
            </a:extLst>
          </p:cNvPr>
          <p:cNvGrpSpPr/>
          <p:nvPr/>
        </p:nvGrpSpPr>
        <p:grpSpPr>
          <a:xfrm>
            <a:off x="1758714" y="3534005"/>
            <a:ext cx="129073" cy="129073"/>
            <a:chOff x="2337484" y="4961435"/>
            <a:chExt cx="129073" cy="129073"/>
          </a:xfrm>
        </p:grpSpPr>
        <p:sp>
          <p:nvSpPr>
            <p:cNvPr id="204" name="Rectangle 203">
              <a:extLst>
                <a:ext uri="{FF2B5EF4-FFF2-40B4-BE49-F238E27FC236}">
                  <a16:creationId xmlns:a16="http://schemas.microsoft.com/office/drawing/2014/main" id="{071166D0-526D-BABC-F385-25D07DFD3B01}"/>
                </a:ext>
              </a:extLst>
            </p:cNvPr>
            <p:cNvSpPr/>
            <p:nvPr/>
          </p:nvSpPr>
          <p:spPr>
            <a:xfrm>
              <a:off x="2337484" y="4961435"/>
              <a:ext cx="129073" cy="129073"/>
            </a:xfrm>
            <a:prstGeom prst="rect">
              <a:avLst/>
            </a:prstGeom>
            <a:solidFill>
              <a:schemeClr val="accent3"/>
            </a:solid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05" name="L-Shape 204">
              <a:extLst>
                <a:ext uri="{FF2B5EF4-FFF2-40B4-BE49-F238E27FC236}">
                  <a16:creationId xmlns:a16="http://schemas.microsoft.com/office/drawing/2014/main" id="{F654006C-FB86-D886-CEF9-3B850770A053}"/>
                </a:ext>
              </a:extLst>
            </p:cNvPr>
            <p:cNvSpPr/>
            <p:nvPr/>
          </p:nvSpPr>
          <p:spPr bwMode="gray">
            <a:xfrm rot="18900000">
              <a:off x="2372092" y="5011450"/>
              <a:ext cx="59857" cy="29042"/>
            </a:xfrm>
            <a:prstGeom prst="corner">
              <a:avLst>
                <a:gd name="adj1" fmla="val 43503"/>
                <a:gd name="adj2" fmla="val 47169"/>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bg1"/>
                </a:solidFill>
              </a:endParaRPr>
            </a:p>
          </p:txBody>
        </p:sp>
      </p:grpSp>
      <p:cxnSp>
        <p:nvCxnSpPr>
          <p:cNvPr id="207" name="Straight Connector 206">
            <a:extLst>
              <a:ext uri="{FF2B5EF4-FFF2-40B4-BE49-F238E27FC236}">
                <a16:creationId xmlns:a16="http://schemas.microsoft.com/office/drawing/2014/main" id="{FFEFEF3F-5BCC-4FBD-799B-6CFCEEC3CFB3}"/>
              </a:ext>
            </a:extLst>
          </p:cNvPr>
          <p:cNvCxnSpPr>
            <a:cxnSpLocks/>
          </p:cNvCxnSpPr>
          <p:nvPr/>
        </p:nvCxnSpPr>
        <p:spPr bwMode="gray">
          <a:xfrm flipH="1">
            <a:off x="1294205" y="3689949"/>
            <a:ext cx="295074" cy="0"/>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24" name="Group 223">
            <a:extLst>
              <a:ext uri="{FF2B5EF4-FFF2-40B4-BE49-F238E27FC236}">
                <a16:creationId xmlns:a16="http://schemas.microsoft.com/office/drawing/2014/main" id="{3A0E9D12-0AC6-ECAE-90F3-C379C50B2878}"/>
              </a:ext>
            </a:extLst>
          </p:cNvPr>
          <p:cNvGrpSpPr/>
          <p:nvPr/>
        </p:nvGrpSpPr>
        <p:grpSpPr>
          <a:xfrm>
            <a:off x="1758714" y="3290769"/>
            <a:ext cx="2176031" cy="830983"/>
            <a:chOff x="1941085" y="3069015"/>
            <a:chExt cx="2176031" cy="830983"/>
          </a:xfrm>
        </p:grpSpPr>
        <p:sp>
          <p:nvSpPr>
            <p:cNvPr id="55" name="TextBox 54">
              <a:extLst>
                <a:ext uri="{FF2B5EF4-FFF2-40B4-BE49-F238E27FC236}">
                  <a16:creationId xmlns:a16="http://schemas.microsoft.com/office/drawing/2014/main" id="{23C635FC-9932-19CF-E96C-B6C4F9A9AA91}"/>
                </a:ext>
              </a:extLst>
            </p:cNvPr>
            <p:cNvSpPr txBox="1"/>
            <p:nvPr/>
          </p:nvSpPr>
          <p:spPr>
            <a:xfrm>
              <a:off x="2130744" y="3069015"/>
              <a:ext cx="1986372" cy="184666"/>
            </a:xfrm>
            <a:prstGeom prst="rect">
              <a:avLst/>
            </a:prstGeom>
            <a:noFill/>
          </p:spPr>
          <p:txBody>
            <a:bodyPr wrap="square" lIns="0" tIns="0" rIns="0" bIns="0" rtlCol="0">
              <a:spAutoFit/>
            </a:bodyPr>
            <a:lstStyle/>
            <a:p>
              <a:pPr algn="l"/>
              <a:r>
                <a:rPr lang="en-US" sz="1200" dirty="0">
                  <a:solidFill>
                    <a:schemeClr val="tx2"/>
                  </a:solidFill>
                </a:rPr>
                <a:t>Keep hourly for __ day(s)</a:t>
              </a:r>
            </a:p>
          </p:txBody>
        </p:sp>
        <p:sp>
          <p:nvSpPr>
            <p:cNvPr id="200" name="Rectangle 199">
              <a:extLst>
                <a:ext uri="{FF2B5EF4-FFF2-40B4-BE49-F238E27FC236}">
                  <a16:creationId xmlns:a16="http://schemas.microsoft.com/office/drawing/2014/main" id="{E7428BA5-E38A-3526-4B9C-EF74FF6DAD0B}"/>
                </a:ext>
              </a:extLst>
            </p:cNvPr>
            <p:cNvSpPr/>
            <p:nvPr/>
          </p:nvSpPr>
          <p:spPr>
            <a:xfrm>
              <a:off x="1941085" y="3096812"/>
              <a:ext cx="129073" cy="129073"/>
            </a:xfrm>
            <a:prstGeom prst="rect">
              <a:avLst/>
            </a:prstGeom>
            <a:no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01" name="Rectangle 200">
              <a:extLst>
                <a:ext uri="{FF2B5EF4-FFF2-40B4-BE49-F238E27FC236}">
                  <a16:creationId xmlns:a16="http://schemas.microsoft.com/office/drawing/2014/main" id="{57CF6B5F-BC8E-277B-39EF-52BCDAAD8A28}"/>
                </a:ext>
              </a:extLst>
            </p:cNvPr>
            <p:cNvSpPr/>
            <p:nvPr/>
          </p:nvSpPr>
          <p:spPr>
            <a:xfrm>
              <a:off x="1941085" y="3312251"/>
              <a:ext cx="129073" cy="129073"/>
            </a:xfrm>
            <a:prstGeom prst="rect">
              <a:avLst/>
            </a:prstGeom>
            <a:no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02" name="Rectangle 201">
              <a:extLst>
                <a:ext uri="{FF2B5EF4-FFF2-40B4-BE49-F238E27FC236}">
                  <a16:creationId xmlns:a16="http://schemas.microsoft.com/office/drawing/2014/main" id="{06AC3DFA-6895-7E0C-AE79-997A4F55CC71}"/>
                </a:ext>
              </a:extLst>
            </p:cNvPr>
            <p:cNvSpPr/>
            <p:nvPr/>
          </p:nvSpPr>
          <p:spPr>
            <a:xfrm>
              <a:off x="1941085" y="3527690"/>
              <a:ext cx="129073" cy="129073"/>
            </a:xfrm>
            <a:prstGeom prst="rect">
              <a:avLst/>
            </a:prstGeom>
            <a:no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10" name="Rectangle 209">
              <a:extLst>
                <a:ext uri="{FF2B5EF4-FFF2-40B4-BE49-F238E27FC236}">
                  <a16:creationId xmlns:a16="http://schemas.microsoft.com/office/drawing/2014/main" id="{9FE480C5-FB7E-91D7-3CEA-5EA7EAB49841}"/>
                </a:ext>
              </a:extLst>
            </p:cNvPr>
            <p:cNvSpPr/>
            <p:nvPr/>
          </p:nvSpPr>
          <p:spPr>
            <a:xfrm>
              <a:off x="1941085" y="3743129"/>
              <a:ext cx="129073" cy="129073"/>
            </a:xfrm>
            <a:prstGeom prst="rect">
              <a:avLst/>
            </a:prstGeom>
            <a:no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14" name="TextBox 213">
              <a:extLst>
                <a:ext uri="{FF2B5EF4-FFF2-40B4-BE49-F238E27FC236}">
                  <a16:creationId xmlns:a16="http://schemas.microsoft.com/office/drawing/2014/main" id="{400F3772-96CE-4990-A2BE-665F573EFE77}"/>
                </a:ext>
              </a:extLst>
            </p:cNvPr>
            <p:cNvSpPr txBox="1"/>
            <p:nvPr/>
          </p:nvSpPr>
          <p:spPr>
            <a:xfrm>
              <a:off x="2130744" y="3284454"/>
              <a:ext cx="1986372" cy="184666"/>
            </a:xfrm>
            <a:prstGeom prst="rect">
              <a:avLst/>
            </a:prstGeom>
            <a:noFill/>
          </p:spPr>
          <p:txBody>
            <a:bodyPr wrap="square" lIns="0" tIns="0" rIns="0" bIns="0" rtlCol="0">
              <a:spAutoFit/>
            </a:bodyPr>
            <a:lstStyle/>
            <a:p>
              <a:pPr algn="l"/>
              <a:r>
                <a:rPr lang="en-US" sz="1200" dirty="0">
                  <a:solidFill>
                    <a:schemeClr val="tx2"/>
                  </a:solidFill>
                </a:rPr>
                <a:t>Keep daily for __ weeks</a:t>
              </a:r>
            </a:p>
          </p:txBody>
        </p:sp>
        <p:sp>
          <p:nvSpPr>
            <p:cNvPr id="215" name="TextBox 214">
              <a:extLst>
                <a:ext uri="{FF2B5EF4-FFF2-40B4-BE49-F238E27FC236}">
                  <a16:creationId xmlns:a16="http://schemas.microsoft.com/office/drawing/2014/main" id="{FCB8291A-F58A-44BC-5FD8-780CF594641C}"/>
                </a:ext>
              </a:extLst>
            </p:cNvPr>
            <p:cNvSpPr txBox="1"/>
            <p:nvPr/>
          </p:nvSpPr>
          <p:spPr>
            <a:xfrm>
              <a:off x="2130744" y="3499893"/>
              <a:ext cx="1986372" cy="184666"/>
            </a:xfrm>
            <a:prstGeom prst="rect">
              <a:avLst/>
            </a:prstGeom>
            <a:noFill/>
          </p:spPr>
          <p:txBody>
            <a:bodyPr wrap="square" lIns="0" tIns="0" rIns="0" bIns="0" rtlCol="0">
              <a:spAutoFit/>
            </a:bodyPr>
            <a:lstStyle/>
            <a:p>
              <a:pPr algn="l"/>
              <a:r>
                <a:rPr lang="en-US" sz="1200" dirty="0">
                  <a:solidFill>
                    <a:schemeClr val="tx2"/>
                  </a:solidFill>
                </a:rPr>
                <a:t>Keep weekly for __ weeks</a:t>
              </a:r>
            </a:p>
          </p:txBody>
        </p:sp>
        <p:sp>
          <p:nvSpPr>
            <p:cNvPr id="216" name="TextBox 215">
              <a:extLst>
                <a:ext uri="{FF2B5EF4-FFF2-40B4-BE49-F238E27FC236}">
                  <a16:creationId xmlns:a16="http://schemas.microsoft.com/office/drawing/2014/main" id="{1E767B39-67CA-66B1-60E0-082996B94922}"/>
                </a:ext>
              </a:extLst>
            </p:cNvPr>
            <p:cNvSpPr txBox="1"/>
            <p:nvPr/>
          </p:nvSpPr>
          <p:spPr>
            <a:xfrm>
              <a:off x="2130744" y="3715332"/>
              <a:ext cx="1986372" cy="184666"/>
            </a:xfrm>
            <a:prstGeom prst="rect">
              <a:avLst/>
            </a:prstGeom>
            <a:noFill/>
          </p:spPr>
          <p:txBody>
            <a:bodyPr wrap="square" lIns="0" tIns="0" rIns="0" bIns="0" rtlCol="0">
              <a:spAutoFit/>
            </a:bodyPr>
            <a:lstStyle/>
            <a:p>
              <a:pPr algn="l"/>
              <a:r>
                <a:rPr lang="en-US" sz="1200" dirty="0">
                  <a:solidFill>
                    <a:schemeClr val="tx2"/>
                  </a:solidFill>
                </a:rPr>
                <a:t>Keep monthly for __ months</a:t>
              </a:r>
            </a:p>
          </p:txBody>
        </p:sp>
      </p:grpSp>
      <p:grpSp>
        <p:nvGrpSpPr>
          <p:cNvPr id="217" name="Group 216">
            <a:extLst>
              <a:ext uri="{FF2B5EF4-FFF2-40B4-BE49-F238E27FC236}">
                <a16:creationId xmlns:a16="http://schemas.microsoft.com/office/drawing/2014/main" id="{3D4D95DC-8BA8-D7EE-9550-E1BD6DCD890C}"/>
              </a:ext>
            </a:extLst>
          </p:cNvPr>
          <p:cNvGrpSpPr/>
          <p:nvPr/>
        </p:nvGrpSpPr>
        <p:grpSpPr>
          <a:xfrm>
            <a:off x="1758714" y="3749444"/>
            <a:ext cx="129073" cy="129073"/>
            <a:chOff x="2337484" y="4961435"/>
            <a:chExt cx="129073" cy="129073"/>
          </a:xfrm>
        </p:grpSpPr>
        <p:sp>
          <p:nvSpPr>
            <p:cNvPr id="218" name="Rectangle 217">
              <a:extLst>
                <a:ext uri="{FF2B5EF4-FFF2-40B4-BE49-F238E27FC236}">
                  <a16:creationId xmlns:a16="http://schemas.microsoft.com/office/drawing/2014/main" id="{E1EC6457-33EB-49F6-97B9-8C3D9A0E7088}"/>
                </a:ext>
              </a:extLst>
            </p:cNvPr>
            <p:cNvSpPr/>
            <p:nvPr/>
          </p:nvSpPr>
          <p:spPr>
            <a:xfrm>
              <a:off x="2337484" y="4961435"/>
              <a:ext cx="129073" cy="129073"/>
            </a:xfrm>
            <a:prstGeom prst="rect">
              <a:avLst/>
            </a:prstGeom>
            <a:solidFill>
              <a:schemeClr val="accent3"/>
            </a:solid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19" name="L-Shape 218">
              <a:extLst>
                <a:ext uri="{FF2B5EF4-FFF2-40B4-BE49-F238E27FC236}">
                  <a16:creationId xmlns:a16="http://schemas.microsoft.com/office/drawing/2014/main" id="{AC0092E2-78CA-F07F-5D8B-947F1A3A76D8}"/>
                </a:ext>
              </a:extLst>
            </p:cNvPr>
            <p:cNvSpPr/>
            <p:nvPr/>
          </p:nvSpPr>
          <p:spPr bwMode="gray">
            <a:xfrm rot="18900000">
              <a:off x="2372092" y="5011450"/>
              <a:ext cx="59857" cy="29042"/>
            </a:xfrm>
            <a:prstGeom prst="corner">
              <a:avLst>
                <a:gd name="adj1" fmla="val 43503"/>
                <a:gd name="adj2" fmla="val 47169"/>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bg1"/>
                </a:solidFill>
              </a:endParaRPr>
            </a:p>
          </p:txBody>
        </p:sp>
      </p:grpSp>
      <p:grpSp>
        <p:nvGrpSpPr>
          <p:cNvPr id="220" name="Group 219">
            <a:extLst>
              <a:ext uri="{FF2B5EF4-FFF2-40B4-BE49-F238E27FC236}">
                <a16:creationId xmlns:a16="http://schemas.microsoft.com/office/drawing/2014/main" id="{0E362A07-5548-9A7F-64EB-0D77C1E91229}"/>
              </a:ext>
            </a:extLst>
          </p:cNvPr>
          <p:cNvGrpSpPr/>
          <p:nvPr/>
        </p:nvGrpSpPr>
        <p:grpSpPr>
          <a:xfrm>
            <a:off x="1758714" y="3318566"/>
            <a:ext cx="129073" cy="129073"/>
            <a:chOff x="2337484" y="4961435"/>
            <a:chExt cx="129073" cy="129073"/>
          </a:xfrm>
        </p:grpSpPr>
        <p:sp>
          <p:nvSpPr>
            <p:cNvPr id="221" name="Rectangle 220">
              <a:extLst>
                <a:ext uri="{FF2B5EF4-FFF2-40B4-BE49-F238E27FC236}">
                  <a16:creationId xmlns:a16="http://schemas.microsoft.com/office/drawing/2014/main" id="{FA1FC5FA-5EB3-118F-6CB4-FC16AEAD2A36}"/>
                </a:ext>
              </a:extLst>
            </p:cNvPr>
            <p:cNvSpPr/>
            <p:nvPr/>
          </p:nvSpPr>
          <p:spPr>
            <a:xfrm>
              <a:off x="2337484" y="4961435"/>
              <a:ext cx="129073" cy="129073"/>
            </a:xfrm>
            <a:prstGeom prst="rect">
              <a:avLst/>
            </a:prstGeom>
            <a:solidFill>
              <a:schemeClr val="accent3"/>
            </a:solid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22" name="L-Shape 221">
              <a:extLst>
                <a:ext uri="{FF2B5EF4-FFF2-40B4-BE49-F238E27FC236}">
                  <a16:creationId xmlns:a16="http://schemas.microsoft.com/office/drawing/2014/main" id="{EA4FA0B3-193B-E3AA-9DE3-427C962C09B6}"/>
                </a:ext>
              </a:extLst>
            </p:cNvPr>
            <p:cNvSpPr/>
            <p:nvPr/>
          </p:nvSpPr>
          <p:spPr bwMode="gray">
            <a:xfrm rot="18900000">
              <a:off x="2372092" y="5011450"/>
              <a:ext cx="59857" cy="29042"/>
            </a:xfrm>
            <a:prstGeom prst="corner">
              <a:avLst>
                <a:gd name="adj1" fmla="val 43503"/>
                <a:gd name="adj2" fmla="val 47169"/>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bg1"/>
                </a:solidFill>
              </a:endParaRPr>
            </a:p>
          </p:txBody>
        </p:sp>
      </p:grpSp>
      <p:grpSp>
        <p:nvGrpSpPr>
          <p:cNvPr id="509" name="Group 508">
            <a:extLst>
              <a:ext uri="{FF2B5EF4-FFF2-40B4-BE49-F238E27FC236}">
                <a16:creationId xmlns:a16="http://schemas.microsoft.com/office/drawing/2014/main" id="{483660C0-A6A7-0BA0-0AE7-D5FA3079CB84}"/>
              </a:ext>
            </a:extLst>
          </p:cNvPr>
          <p:cNvGrpSpPr/>
          <p:nvPr/>
        </p:nvGrpSpPr>
        <p:grpSpPr>
          <a:xfrm>
            <a:off x="5258527" y="3880242"/>
            <a:ext cx="1629150" cy="505912"/>
            <a:chOff x="5258527" y="3880242"/>
            <a:chExt cx="1629150" cy="505912"/>
          </a:xfrm>
        </p:grpSpPr>
        <p:pic>
          <p:nvPicPr>
            <p:cNvPr id="273" name="Graphic 272">
              <a:extLst>
                <a:ext uri="{FF2B5EF4-FFF2-40B4-BE49-F238E27FC236}">
                  <a16:creationId xmlns:a16="http://schemas.microsoft.com/office/drawing/2014/main" id="{B1B116C1-5609-3B03-7F36-77B4DD41837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258527" y="3880242"/>
              <a:ext cx="228440" cy="228440"/>
            </a:xfrm>
            <a:prstGeom prst="rect">
              <a:avLst/>
            </a:prstGeom>
          </p:spPr>
        </p:pic>
        <p:pic>
          <p:nvPicPr>
            <p:cNvPr id="274" name="Graphic 273">
              <a:extLst>
                <a:ext uri="{FF2B5EF4-FFF2-40B4-BE49-F238E27FC236}">
                  <a16:creationId xmlns:a16="http://schemas.microsoft.com/office/drawing/2014/main" id="{30E3BD08-4134-C084-05ED-730CD2B3884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538669" y="3880242"/>
              <a:ext cx="228440" cy="228440"/>
            </a:xfrm>
            <a:prstGeom prst="rect">
              <a:avLst/>
            </a:prstGeom>
          </p:spPr>
        </p:pic>
        <p:pic>
          <p:nvPicPr>
            <p:cNvPr id="275" name="Graphic 274">
              <a:extLst>
                <a:ext uri="{FF2B5EF4-FFF2-40B4-BE49-F238E27FC236}">
                  <a16:creationId xmlns:a16="http://schemas.microsoft.com/office/drawing/2014/main" id="{91CC1C0C-1306-3C75-4D0C-B8EE9704C24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18811" y="3880242"/>
              <a:ext cx="228440" cy="228440"/>
            </a:xfrm>
            <a:prstGeom prst="rect">
              <a:avLst/>
            </a:prstGeom>
          </p:spPr>
        </p:pic>
        <p:pic>
          <p:nvPicPr>
            <p:cNvPr id="276" name="Graphic 275">
              <a:extLst>
                <a:ext uri="{FF2B5EF4-FFF2-40B4-BE49-F238E27FC236}">
                  <a16:creationId xmlns:a16="http://schemas.microsoft.com/office/drawing/2014/main" id="{F6E2B5F4-A942-7BF8-4FF9-121F2298A7B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098953" y="3880242"/>
              <a:ext cx="228440" cy="228440"/>
            </a:xfrm>
            <a:prstGeom prst="rect">
              <a:avLst/>
            </a:prstGeom>
          </p:spPr>
        </p:pic>
        <p:pic>
          <p:nvPicPr>
            <p:cNvPr id="277" name="Graphic 276">
              <a:extLst>
                <a:ext uri="{FF2B5EF4-FFF2-40B4-BE49-F238E27FC236}">
                  <a16:creationId xmlns:a16="http://schemas.microsoft.com/office/drawing/2014/main" id="{D1CB2245-F4C7-5144-6202-3931A91B884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379095" y="3880242"/>
              <a:ext cx="228440" cy="228440"/>
            </a:xfrm>
            <a:prstGeom prst="rect">
              <a:avLst/>
            </a:prstGeom>
          </p:spPr>
        </p:pic>
        <p:pic>
          <p:nvPicPr>
            <p:cNvPr id="278" name="Graphic 277">
              <a:extLst>
                <a:ext uri="{FF2B5EF4-FFF2-40B4-BE49-F238E27FC236}">
                  <a16:creationId xmlns:a16="http://schemas.microsoft.com/office/drawing/2014/main" id="{A5C1F596-BED1-5BB4-20A7-DFC6A997BC0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659237" y="3880242"/>
              <a:ext cx="228440" cy="228440"/>
            </a:xfrm>
            <a:prstGeom prst="rect">
              <a:avLst/>
            </a:prstGeom>
          </p:spPr>
        </p:pic>
        <p:pic>
          <p:nvPicPr>
            <p:cNvPr id="279" name="Graphic 278">
              <a:extLst>
                <a:ext uri="{FF2B5EF4-FFF2-40B4-BE49-F238E27FC236}">
                  <a16:creationId xmlns:a16="http://schemas.microsoft.com/office/drawing/2014/main" id="{4C3FC3BB-8B9F-0DA0-70E7-80B94F12682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258527" y="4157714"/>
              <a:ext cx="228440" cy="228440"/>
            </a:xfrm>
            <a:prstGeom prst="rect">
              <a:avLst/>
            </a:prstGeom>
          </p:spPr>
        </p:pic>
        <p:pic>
          <p:nvPicPr>
            <p:cNvPr id="280" name="Graphic 279">
              <a:extLst>
                <a:ext uri="{FF2B5EF4-FFF2-40B4-BE49-F238E27FC236}">
                  <a16:creationId xmlns:a16="http://schemas.microsoft.com/office/drawing/2014/main" id="{D52A9D85-7A96-ADF4-4B2E-3AEDF68ABF8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538669" y="4157714"/>
              <a:ext cx="228440" cy="228440"/>
            </a:xfrm>
            <a:prstGeom prst="rect">
              <a:avLst/>
            </a:prstGeom>
          </p:spPr>
        </p:pic>
        <p:pic>
          <p:nvPicPr>
            <p:cNvPr id="281" name="Graphic 280">
              <a:extLst>
                <a:ext uri="{FF2B5EF4-FFF2-40B4-BE49-F238E27FC236}">
                  <a16:creationId xmlns:a16="http://schemas.microsoft.com/office/drawing/2014/main" id="{9050A9FB-D8FB-6C45-B159-8A4FFFA6DEC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18811" y="4157714"/>
              <a:ext cx="228440" cy="228440"/>
            </a:xfrm>
            <a:prstGeom prst="rect">
              <a:avLst/>
            </a:prstGeom>
          </p:spPr>
        </p:pic>
        <p:pic>
          <p:nvPicPr>
            <p:cNvPr id="282" name="Graphic 281">
              <a:extLst>
                <a:ext uri="{FF2B5EF4-FFF2-40B4-BE49-F238E27FC236}">
                  <a16:creationId xmlns:a16="http://schemas.microsoft.com/office/drawing/2014/main" id="{ED1C56FA-447E-35A0-F1B4-4358BBB64CC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098953" y="4157714"/>
              <a:ext cx="228440" cy="228440"/>
            </a:xfrm>
            <a:prstGeom prst="rect">
              <a:avLst/>
            </a:prstGeom>
          </p:spPr>
        </p:pic>
        <p:pic>
          <p:nvPicPr>
            <p:cNvPr id="283" name="Graphic 282">
              <a:extLst>
                <a:ext uri="{FF2B5EF4-FFF2-40B4-BE49-F238E27FC236}">
                  <a16:creationId xmlns:a16="http://schemas.microsoft.com/office/drawing/2014/main" id="{99771427-BF04-A4FD-D228-BCD16D2138E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379095" y="4157714"/>
              <a:ext cx="228440" cy="228440"/>
            </a:xfrm>
            <a:prstGeom prst="rect">
              <a:avLst/>
            </a:prstGeom>
          </p:spPr>
        </p:pic>
        <p:pic>
          <p:nvPicPr>
            <p:cNvPr id="284" name="Graphic 283">
              <a:extLst>
                <a:ext uri="{FF2B5EF4-FFF2-40B4-BE49-F238E27FC236}">
                  <a16:creationId xmlns:a16="http://schemas.microsoft.com/office/drawing/2014/main" id="{0922C678-FF87-6078-5965-3ED0FCF1994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659237" y="4157714"/>
              <a:ext cx="228440" cy="228440"/>
            </a:xfrm>
            <a:prstGeom prst="rect">
              <a:avLst/>
            </a:prstGeom>
          </p:spPr>
        </p:pic>
      </p:grpSp>
      <p:sp>
        <p:nvSpPr>
          <p:cNvPr id="308" name="TextBox 307">
            <a:extLst>
              <a:ext uri="{FF2B5EF4-FFF2-40B4-BE49-F238E27FC236}">
                <a16:creationId xmlns:a16="http://schemas.microsoft.com/office/drawing/2014/main" id="{501DD52A-2770-7528-75AA-FA40F1017B23}"/>
              </a:ext>
            </a:extLst>
          </p:cNvPr>
          <p:cNvSpPr txBox="1"/>
          <p:nvPr/>
        </p:nvSpPr>
        <p:spPr>
          <a:xfrm>
            <a:off x="7002664" y="4271934"/>
            <a:ext cx="515364" cy="184666"/>
          </a:xfrm>
          <a:prstGeom prst="rect">
            <a:avLst/>
          </a:prstGeom>
          <a:noFill/>
        </p:spPr>
        <p:txBody>
          <a:bodyPr wrap="square" lIns="0" tIns="0" rIns="0" bIns="0" rtlCol="0">
            <a:spAutoFit/>
          </a:bodyPr>
          <a:lstStyle/>
          <a:p>
            <a:pPr algn="ctr"/>
            <a:r>
              <a:rPr lang="en-US" sz="1200" dirty="0">
                <a:solidFill>
                  <a:schemeClr val="accent3"/>
                </a:solidFill>
              </a:rPr>
              <a:t>“SQL”</a:t>
            </a:r>
          </a:p>
        </p:txBody>
      </p:sp>
      <p:sp>
        <p:nvSpPr>
          <p:cNvPr id="326" name="Rectangle: Rounded Corners 325">
            <a:extLst>
              <a:ext uri="{FF2B5EF4-FFF2-40B4-BE49-F238E27FC236}">
                <a16:creationId xmlns:a16="http://schemas.microsoft.com/office/drawing/2014/main" id="{3C593C65-2690-B502-836E-75386DB02F66}"/>
              </a:ext>
            </a:extLst>
          </p:cNvPr>
          <p:cNvSpPr/>
          <p:nvPr/>
        </p:nvSpPr>
        <p:spPr>
          <a:xfrm>
            <a:off x="5225058" y="3850507"/>
            <a:ext cx="571860" cy="553998"/>
          </a:xfrm>
          <a:prstGeom prst="roundRect">
            <a:avLst/>
          </a:prstGeom>
          <a:noFill/>
          <a:ln w="0">
            <a:solidFill>
              <a:schemeClr val="accent4"/>
            </a:solidFill>
          </a:ln>
          <a:effectLst>
            <a:glow rad="63500">
              <a:schemeClr val="accent4">
                <a:alpha val="40000"/>
              </a:schemeClr>
            </a:glo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27" name="Rectangle: Rounded Corners 326">
            <a:extLst>
              <a:ext uri="{FF2B5EF4-FFF2-40B4-BE49-F238E27FC236}">
                <a16:creationId xmlns:a16="http://schemas.microsoft.com/office/drawing/2014/main" id="{C0DFEEDB-BEC9-EA95-F5F1-94832D7ED134}"/>
              </a:ext>
            </a:extLst>
          </p:cNvPr>
          <p:cNvSpPr/>
          <p:nvPr/>
        </p:nvSpPr>
        <p:spPr>
          <a:xfrm>
            <a:off x="6075989" y="3850507"/>
            <a:ext cx="848903" cy="553998"/>
          </a:xfrm>
          <a:prstGeom prst="roundRect">
            <a:avLst/>
          </a:prstGeom>
          <a:noFill/>
          <a:ln w="0">
            <a:solidFill>
              <a:schemeClr val="accent3"/>
            </a:solidFill>
          </a:ln>
          <a:effectLst>
            <a:glow rad="63500">
              <a:schemeClr val="accent3">
                <a:alpha val="40000"/>
              </a:schemeClr>
            </a:glo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28" name="TextBox 327">
            <a:extLst>
              <a:ext uri="{FF2B5EF4-FFF2-40B4-BE49-F238E27FC236}">
                <a16:creationId xmlns:a16="http://schemas.microsoft.com/office/drawing/2014/main" id="{DE97079F-5F21-3735-1171-3446D4618CAE}"/>
              </a:ext>
            </a:extLst>
          </p:cNvPr>
          <p:cNvSpPr txBox="1"/>
          <p:nvPr/>
        </p:nvSpPr>
        <p:spPr>
          <a:xfrm>
            <a:off x="7051552" y="3758174"/>
            <a:ext cx="417589" cy="184666"/>
          </a:xfrm>
          <a:prstGeom prst="rect">
            <a:avLst/>
          </a:prstGeom>
          <a:noFill/>
        </p:spPr>
        <p:txBody>
          <a:bodyPr wrap="square" lIns="0" tIns="0" rIns="0" bIns="0" rtlCol="0">
            <a:spAutoFit/>
          </a:bodyPr>
          <a:lstStyle/>
          <a:p>
            <a:pPr algn="ctr"/>
            <a:r>
              <a:rPr lang="en-US" sz="1200" dirty="0"/>
              <a:t>Tag</a:t>
            </a:r>
          </a:p>
        </p:txBody>
      </p:sp>
      <p:sp>
        <p:nvSpPr>
          <p:cNvPr id="334" name="Picture Placeholder 78" descr="Tag">
            <a:extLst>
              <a:ext uri="{FF2B5EF4-FFF2-40B4-BE49-F238E27FC236}">
                <a16:creationId xmlns:a16="http://schemas.microsoft.com/office/drawing/2014/main" id="{65A852BA-2FEA-8C3A-B036-FA752EF85A5F}"/>
              </a:ext>
            </a:extLst>
          </p:cNvPr>
          <p:cNvSpPr>
            <a:spLocks noChangeAspect="1"/>
          </p:cNvSpPr>
          <p:nvPr/>
        </p:nvSpPr>
        <p:spPr>
          <a:xfrm>
            <a:off x="4654099" y="3973788"/>
            <a:ext cx="471006" cy="279433"/>
          </a:xfrm>
          <a:custGeom>
            <a:avLst/>
            <a:gdLst>
              <a:gd name="connsiteX0" fmla="*/ 579966 w 587555"/>
              <a:gd name="connsiteY0" fmla="*/ 348578 h 348578"/>
              <a:gd name="connsiteX1" fmla="*/ 108151 w 587555"/>
              <a:gd name="connsiteY1" fmla="*/ 348578 h 348578"/>
              <a:gd name="connsiteX2" fmla="*/ 102459 w 587555"/>
              <a:gd name="connsiteY2" fmla="*/ 346043 h 348578"/>
              <a:gd name="connsiteX3" fmla="*/ 2530 w 587555"/>
              <a:gd name="connsiteY3" fmla="*/ 249709 h 348578"/>
              <a:gd name="connsiteX4" fmla="*/ 0 w 587555"/>
              <a:gd name="connsiteY4" fmla="*/ 244005 h 348578"/>
              <a:gd name="connsiteX5" fmla="*/ 0 w 587555"/>
              <a:gd name="connsiteY5" fmla="*/ 100771 h 348578"/>
              <a:gd name="connsiteX6" fmla="*/ 2530 w 587555"/>
              <a:gd name="connsiteY6" fmla="*/ 95067 h 348578"/>
              <a:gd name="connsiteX7" fmla="*/ 96134 w 587555"/>
              <a:gd name="connsiteY7" fmla="*/ 2535 h 348578"/>
              <a:gd name="connsiteX8" fmla="*/ 101826 w 587555"/>
              <a:gd name="connsiteY8" fmla="*/ 0 h 348578"/>
              <a:gd name="connsiteX9" fmla="*/ 578068 w 587555"/>
              <a:gd name="connsiteY9" fmla="*/ 0 h 348578"/>
              <a:gd name="connsiteX10" fmla="*/ 585658 w 587555"/>
              <a:gd name="connsiteY10" fmla="*/ 7605 h 348578"/>
              <a:gd name="connsiteX11" fmla="*/ 587555 w 587555"/>
              <a:gd name="connsiteY11" fmla="*/ 340339 h 348578"/>
              <a:gd name="connsiteX12" fmla="*/ 585026 w 587555"/>
              <a:gd name="connsiteY12" fmla="*/ 346043 h 348578"/>
              <a:gd name="connsiteX13" fmla="*/ 579966 w 587555"/>
              <a:gd name="connsiteY13" fmla="*/ 348578 h 348578"/>
              <a:gd name="connsiteX14" fmla="*/ 111313 w 587555"/>
              <a:gd name="connsiteY14" fmla="*/ 332734 h 348578"/>
              <a:gd name="connsiteX15" fmla="*/ 571744 w 587555"/>
              <a:gd name="connsiteY15" fmla="*/ 332734 h 348578"/>
              <a:gd name="connsiteX16" fmla="*/ 569846 w 587555"/>
              <a:gd name="connsiteY16" fmla="*/ 15844 h 348578"/>
              <a:gd name="connsiteX17" fmla="*/ 104988 w 587555"/>
              <a:gd name="connsiteY17" fmla="*/ 15844 h 348578"/>
              <a:gd name="connsiteX18" fmla="*/ 15812 w 587555"/>
              <a:gd name="connsiteY18" fmla="*/ 103940 h 348578"/>
              <a:gd name="connsiteX19" fmla="*/ 15812 w 587555"/>
              <a:gd name="connsiteY19" fmla="*/ 240836 h 348578"/>
              <a:gd name="connsiteX20" fmla="*/ 111313 w 587555"/>
              <a:gd name="connsiteY20" fmla="*/ 332734 h 348578"/>
              <a:gd name="connsiteX21" fmla="*/ 96134 w 587555"/>
              <a:gd name="connsiteY21" fmla="*/ 213583 h 348578"/>
              <a:gd name="connsiteX22" fmla="*/ 56921 w 587555"/>
              <a:gd name="connsiteY22" fmla="*/ 174289 h 348578"/>
              <a:gd name="connsiteX23" fmla="*/ 96134 w 587555"/>
              <a:gd name="connsiteY23" fmla="*/ 134995 h 348578"/>
              <a:gd name="connsiteX24" fmla="*/ 135346 w 587555"/>
              <a:gd name="connsiteY24" fmla="*/ 174289 h 348578"/>
              <a:gd name="connsiteX25" fmla="*/ 96134 w 587555"/>
              <a:gd name="connsiteY25" fmla="*/ 213583 h 348578"/>
              <a:gd name="connsiteX26" fmla="*/ 96134 w 587555"/>
              <a:gd name="connsiteY26" fmla="*/ 150205 h 348578"/>
              <a:gd name="connsiteX27" fmla="*/ 72100 w 587555"/>
              <a:gd name="connsiteY27" fmla="*/ 173655 h 348578"/>
              <a:gd name="connsiteX28" fmla="*/ 96134 w 587555"/>
              <a:gd name="connsiteY28" fmla="*/ 197739 h 348578"/>
              <a:gd name="connsiteX29" fmla="*/ 120167 w 587555"/>
              <a:gd name="connsiteY29" fmla="*/ 173655 h 348578"/>
              <a:gd name="connsiteX30" fmla="*/ 96134 w 587555"/>
              <a:gd name="connsiteY30" fmla="*/ 150205 h 348578"/>
              <a:gd name="connsiteX31" fmla="*/ 514822 w 587555"/>
              <a:gd name="connsiteY31" fmla="*/ 117883 h 348578"/>
              <a:gd name="connsiteX32" fmla="*/ 325084 w 587555"/>
              <a:gd name="connsiteY32" fmla="*/ 117883 h 348578"/>
              <a:gd name="connsiteX33" fmla="*/ 325084 w 587555"/>
              <a:gd name="connsiteY33" fmla="*/ 133727 h 348578"/>
              <a:gd name="connsiteX34" fmla="*/ 514190 w 587555"/>
              <a:gd name="connsiteY34" fmla="*/ 133727 h 348578"/>
              <a:gd name="connsiteX35" fmla="*/ 514190 w 587555"/>
              <a:gd name="connsiteY35" fmla="*/ 117883 h 348578"/>
              <a:gd name="connsiteX36" fmla="*/ 419321 w 587555"/>
              <a:gd name="connsiteY36" fmla="*/ 214851 h 348578"/>
              <a:gd name="connsiteX37" fmla="*/ 325084 w 587555"/>
              <a:gd name="connsiteY37" fmla="*/ 214851 h 348578"/>
              <a:gd name="connsiteX38" fmla="*/ 325084 w 587555"/>
              <a:gd name="connsiteY38" fmla="*/ 230695 h 348578"/>
              <a:gd name="connsiteX39" fmla="*/ 419321 w 587555"/>
              <a:gd name="connsiteY39" fmla="*/ 230695 h 348578"/>
              <a:gd name="connsiteX40" fmla="*/ 419321 w 587555"/>
              <a:gd name="connsiteY40" fmla="*/ 214851 h 34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87555" h="348578">
                <a:moveTo>
                  <a:pt x="579966" y="348578"/>
                </a:moveTo>
                <a:lnTo>
                  <a:pt x="108151" y="348578"/>
                </a:lnTo>
                <a:cubicBezTo>
                  <a:pt x="106253" y="348578"/>
                  <a:pt x="104356" y="347944"/>
                  <a:pt x="102459" y="346043"/>
                </a:cubicBezTo>
                <a:lnTo>
                  <a:pt x="2530" y="249709"/>
                </a:lnTo>
                <a:cubicBezTo>
                  <a:pt x="1265" y="248441"/>
                  <a:pt x="0" y="245906"/>
                  <a:pt x="0" y="244005"/>
                </a:cubicBezTo>
                <a:lnTo>
                  <a:pt x="0" y="100771"/>
                </a:lnTo>
                <a:cubicBezTo>
                  <a:pt x="0" y="98869"/>
                  <a:pt x="632" y="96334"/>
                  <a:pt x="2530" y="95067"/>
                </a:cubicBezTo>
                <a:lnTo>
                  <a:pt x="96134" y="2535"/>
                </a:lnTo>
                <a:cubicBezTo>
                  <a:pt x="97399" y="1268"/>
                  <a:pt x="99296" y="0"/>
                  <a:pt x="101826" y="0"/>
                </a:cubicBezTo>
                <a:lnTo>
                  <a:pt x="578068" y="0"/>
                </a:lnTo>
                <a:cubicBezTo>
                  <a:pt x="582496" y="0"/>
                  <a:pt x="585658" y="3803"/>
                  <a:pt x="585658" y="7605"/>
                </a:cubicBezTo>
                <a:lnTo>
                  <a:pt x="587555" y="340339"/>
                </a:lnTo>
                <a:cubicBezTo>
                  <a:pt x="587555" y="342240"/>
                  <a:pt x="586923" y="344775"/>
                  <a:pt x="585026" y="346043"/>
                </a:cubicBezTo>
                <a:cubicBezTo>
                  <a:pt x="583761" y="347944"/>
                  <a:pt x="581863" y="348578"/>
                  <a:pt x="579966" y="348578"/>
                </a:cubicBezTo>
                <a:close/>
                <a:moveTo>
                  <a:pt x="111313" y="332734"/>
                </a:moveTo>
                <a:lnTo>
                  <a:pt x="571744" y="332734"/>
                </a:lnTo>
                <a:lnTo>
                  <a:pt x="569846" y="15844"/>
                </a:lnTo>
                <a:lnTo>
                  <a:pt x="104988" y="15844"/>
                </a:lnTo>
                <a:lnTo>
                  <a:pt x="15812" y="103940"/>
                </a:lnTo>
                <a:lnTo>
                  <a:pt x="15812" y="240836"/>
                </a:lnTo>
                <a:lnTo>
                  <a:pt x="111313" y="332734"/>
                </a:lnTo>
                <a:close/>
                <a:moveTo>
                  <a:pt x="96134" y="213583"/>
                </a:moveTo>
                <a:cubicBezTo>
                  <a:pt x="74630" y="213583"/>
                  <a:pt x="56921" y="195837"/>
                  <a:pt x="56921" y="174289"/>
                </a:cubicBezTo>
                <a:cubicBezTo>
                  <a:pt x="56921" y="152741"/>
                  <a:pt x="74630" y="134995"/>
                  <a:pt x="96134" y="134995"/>
                </a:cubicBezTo>
                <a:cubicBezTo>
                  <a:pt x="117638" y="134995"/>
                  <a:pt x="135346" y="152741"/>
                  <a:pt x="135346" y="174289"/>
                </a:cubicBezTo>
                <a:cubicBezTo>
                  <a:pt x="135346" y="195837"/>
                  <a:pt x="117638" y="213583"/>
                  <a:pt x="96134" y="213583"/>
                </a:cubicBezTo>
                <a:close/>
                <a:moveTo>
                  <a:pt x="96134" y="150205"/>
                </a:moveTo>
                <a:cubicBezTo>
                  <a:pt x="82852" y="150205"/>
                  <a:pt x="72100" y="160980"/>
                  <a:pt x="72100" y="173655"/>
                </a:cubicBezTo>
                <a:cubicBezTo>
                  <a:pt x="72100" y="186965"/>
                  <a:pt x="82852" y="197739"/>
                  <a:pt x="96134" y="197739"/>
                </a:cubicBezTo>
                <a:cubicBezTo>
                  <a:pt x="109416" y="197739"/>
                  <a:pt x="120167" y="186965"/>
                  <a:pt x="120167" y="173655"/>
                </a:cubicBezTo>
                <a:cubicBezTo>
                  <a:pt x="119535" y="160980"/>
                  <a:pt x="109416" y="150205"/>
                  <a:pt x="96134" y="150205"/>
                </a:cubicBezTo>
                <a:close/>
                <a:moveTo>
                  <a:pt x="514822" y="117883"/>
                </a:moveTo>
                <a:lnTo>
                  <a:pt x="325084" y="117883"/>
                </a:lnTo>
                <a:lnTo>
                  <a:pt x="325084" y="133727"/>
                </a:lnTo>
                <a:lnTo>
                  <a:pt x="514190" y="133727"/>
                </a:lnTo>
                <a:lnTo>
                  <a:pt x="514190" y="117883"/>
                </a:lnTo>
                <a:close/>
                <a:moveTo>
                  <a:pt x="419321" y="214851"/>
                </a:moveTo>
                <a:lnTo>
                  <a:pt x="325084" y="214851"/>
                </a:lnTo>
                <a:lnTo>
                  <a:pt x="325084" y="230695"/>
                </a:lnTo>
                <a:lnTo>
                  <a:pt x="419321" y="230695"/>
                </a:lnTo>
                <a:lnTo>
                  <a:pt x="419321" y="214851"/>
                </a:lnTo>
                <a:close/>
              </a:path>
            </a:pathLst>
          </a:custGeom>
          <a:solidFill>
            <a:schemeClr val="accent4"/>
          </a:solidFill>
          <a:ln w="6271" cap="flat">
            <a:noFill/>
            <a:prstDash val="solid"/>
            <a:miter/>
          </a:ln>
        </p:spPr>
        <p:txBody>
          <a:bodyPr rtlCol="0" anchor="ctr"/>
          <a:lstStyle/>
          <a:p>
            <a:endParaRPr lang="en-US"/>
          </a:p>
        </p:txBody>
      </p:sp>
      <p:sp>
        <p:nvSpPr>
          <p:cNvPr id="335" name="TextBox 334">
            <a:extLst>
              <a:ext uri="{FF2B5EF4-FFF2-40B4-BE49-F238E27FC236}">
                <a16:creationId xmlns:a16="http://schemas.microsoft.com/office/drawing/2014/main" id="{5664ABCD-661C-CF30-CB06-C1A9838ADF20}"/>
              </a:ext>
            </a:extLst>
          </p:cNvPr>
          <p:cNvSpPr txBox="1"/>
          <p:nvPr/>
        </p:nvSpPr>
        <p:spPr>
          <a:xfrm>
            <a:off x="4631920" y="4271934"/>
            <a:ext cx="515364" cy="184666"/>
          </a:xfrm>
          <a:prstGeom prst="rect">
            <a:avLst/>
          </a:prstGeom>
          <a:noFill/>
        </p:spPr>
        <p:txBody>
          <a:bodyPr wrap="square" lIns="0" tIns="0" rIns="0" bIns="0" rtlCol="0">
            <a:spAutoFit/>
          </a:bodyPr>
          <a:lstStyle/>
          <a:p>
            <a:pPr algn="ctr"/>
            <a:r>
              <a:rPr lang="en-US" sz="1200" dirty="0">
                <a:solidFill>
                  <a:schemeClr val="accent4"/>
                </a:solidFill>
              </a:rPr>
              <a:t>“Web”</a:t>
            </a:r>
          </a:p>
        </p:txBody>
      </p:sp>
      <p:sp>
        <p:nvSpPr>
          <p:cNvPr id="336" name="TextBox 335">
            <a:extLst>
              <a:ext uri="{FF2B5EF4-FFF2-40B4-BE49-F238E27FC236}">
                <a16:creationId xmlns:a16="http://schemas.microsoft.com/office/drawing/2014/main" id="{83C5E03C-FBC3-30D8-C39E-4459CBAA2AFB}"/>
              </a:ext>
            </a:extLst>
          </p:cNvPr>
          <p:cNvSpPr txBox="1"/>
          <p:nvPr/>
        </p:nvSpPr>
        <p:spPr>
          <a:xfrm>
            <a:off x="4680808" y="3758174"/>
            <a:ext cx="417589" cy="184666"/>
          </a:xfrm>
          <a:prstGeom prst="rect">
            <a:avLst/>
          </a:prstGeom>
          <a:noFill/>
        </p:spPr>
        <p:txBody>
          <a:bodyPr wrap="square" lIns="0" tIns="0" rIns="0" bIns="0" rtlCol="0">
            <a:spAutoFit/>
          </a:bodyPr>
          <a:lstStyle/>
          <a:p>
            <a:pPr algn="ctr"/>
            <a:r>
              <a:rPr lang="en-US" sz="1200" dirty="0"/>
              <a:t>Tag</a:t>
            </a:r>
          </a:p>
        </p:txBody>
      </p:sp>
      <p:grpSp>
        <p:nvGrpSpPr>
          <p:cNvPr id="510" name="Group 509">
            <a:extLst>
              <a:ext uri="{FF2B5EF4-FFF2-40B4-BE49-F238E27FC236}">
                <a16:creationId xmlns:a16="http://schemas.microsoft.com/office/drawing/2014/main" id="{789D93FE-0EA9-35BC-70E4-420DFAC76B90}"/>
              </a:ext>
            </a:extLst>
          </p:cNvPr>
          <p:cNvGrpSpPr/>
          <p:nvPr/>
        </p:nvGrpSpPr>
        <p:grpSpPr>
          <a:xfrm>
            <a:off x="5258527" y="2800262"/>
            <a:ext cx="1629150" cy="687264"/>
            <a:chOff x="5258527" y="2800262"/>
            <a:chExt cx="1629150" cy="687264"/>
          </a:xfrm>
        </p:grpSpPr>
        <p:sp>
          <p:nvSpPr>
            <p:cNvPr id="233" name="TextBox 232">
              <a:extLst>
                <a:ext uri="{FF2B5EF4-FFF2-40B4-BE49-F238E27FC236}">
                  <a16:creationId xmlns:a16="http://schemas.microsoft.com/office/drawing/2014/main" id="{45AD959E-444B-EC3A-61F4-521D34CE5DCF}"/>
                </a:ext>
              </a:extLst>
            </p:cNvPr>
            <p:cNvSpPr txBox="1"/>
            <p:nvPr/>
          </p:nvSpPr>
          <p:spPr>
            <a:xfrm>
              <a:off x="5265151" y="2829749"/>
              <a:ext cx="1113944" cy="153888"/>
            </a:xfrm>
            <a:prstGeom prst="rect">
              <a:avLst/>
            </a:prstGeom>
          </p:spPr>
          <p:txBody>
            <a:bodyPr wrap="square" lIns="0" tIns="0" rIns="0" bIns="0" rtlCol="0">
              <a:spAutoFit/>
            </a:bodyPr>
            <a:lstStyle/>
            <a:p>
              <a:pPr algn="ctr">
                <a:spcAft>
                  <a:spcPts val="600"/>
                </a:spcAft>
              </a:pPr>
              <a:r>
                <a:rPr lang="en-US" sz="1000" dirty="0"/>
                <a:t>Protection groups</a:t>
              </a:r>
            </a:p>
          </p:txBody>
        </p:sp>
        <p:sp>
          <p:nvSpPr>
            <p:cNvPr id="234" name="Rectangle 233">
              <a:extLst>
                <a:ext uri="{FF2B5EF4-FFF2-40B4-BE49-F238E27FC236}">
                  <a16:creationId xmlns:a16="http://schemas.microsoft.com/office/drawing/2014/main" id="{68A1F53A-A52A-9190-61EA-241DC070F6B0}"/>
                </a:ext>
              </a:extLst>
            </p:cNvPr>
            <p:cNvSpPr/>
            <p:nvPr/>
          </p:nvSpPr>
          <p:spPr>
            <a:xfrm>
              <a:off x="5258527" y="2800262"/>
              <a:ext cx="1579153" cy="631715"/>
            </a:xfrm>
            <a:prstGeom prst="rect">
              <a:avLst/>
            </a:prstGeom>
            <a:solidFill>
              <a:schemeClr val="bg1">
                <a:lumMod val="50000"/>
                <a:alpha val="10000"/>
              </a:schemeClr>
            </a:solidFill>
            <a:ln w="15875">
              <a:solidFill>
                <a:schemeClr val="tx1"/>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grpSp>
          <p:nvGrpSpPr>
            <p:cNvPr id="235" name="Picture Placeholder 75" descr="Calendar&#10;">
              <a:extLst>
                <a:ext uri="{FF2B5EF4-FFF2-40B4-BE49-F238E27FC236}">
                  <a16:creationId xmlns:a16="http://schemas.microsoft.com/office/drawing/2014/main" id="{E4655318-89FE-4529-FF4F-A713AE1295EA}"/>
                </a:ext>
              </a:extLst>
            </p:cNvPr>
            <p:cNvGrpSpPr>
              <a:grpSpLocks noChangeAspect="1"/>
            </p:cNvGrpSpPr>
            <p:nvPr/>
          </p:nvGrpSpPr>
          <p:grpSpPr>
            <a:xfrm>
              <a:off x="6494385" y="2858755"/>
              <a:ext cx="262195" cy="230180"/>
              <a:chOff x="1847069" y="746835"/>
              <a:chExt cx="600836" cy="527471"/>
            </a:xfrm>
            <a:solidFill>
              <a:schemeClr val="tx1"/>
            </a:solidFill>
          </p:grpSpPr>
          <p:sp>
            <p:nvSpPr>
              <p:cNvPr id="241" name="Picture Placeholder 75">
                <a:extLst>
                  <a:ext uri="{FF2B5EF4-FFF2-40B4-BE49-F238E27FC236}">
                    <a16:creationId xmlns:a16="http://schemas.microsoft.com/office/drawing/2014/main" id="{642C416D-9C60-5EEE-ED6B-00A0B77DBB13}"/>
                  </a:ext>
                </a:extLst>
              </p:cNvPr>
              <p:cNvSpPr/>
              <p:nvPr/>
            </p:nvSpPr>
            <p:spPr>
              <a:xfrm>
                <a:off x="1930554"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42" name="Picture Placeholder 75">
                <a:extLst>
                  <a:ext uri="{FF2B5EF4-FFF2-40B4-BE49-F238E27FC236}">
                    <a16:creationId xmlns:a16="http://schemas.microsoft.com/office/drawing/2014/main" id="{449F1B32-E102-C32D-19ED-C505D948DBC6}"/>
                  </a:ext>
                </a:extLst>
              </p:cNvPr>
              <p:cNvSpPr/>
              <p:nvPr/>
            </p:nvSpPr>
            <p:spPr>
              <a:xfrm>
                <a:off x="2057046"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43" name="Picture Placeholder 75">
                <a:extLst>
                  <a:ext uri="{FF2B5EF4-FFF2-40B4-BE49-F238E27FC236}">
                    <a16:creationId xmlns:a16="http://schemas.microsoft.com/office/drawing/2014/main" id="{E33F07E2-9CEA-41A8-FDE8-E0E7F2A80D51}"/>
                  </a:ext>
                </a:extLst>
              </p:cNvPr>
              <p:cNvSpPr/>
              <p:nvPr/>
            </p:nvSpPr>
            <p:spPr>
              <a:xfrm>
                <a:off x="2183538"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44" name="Picture Placeholder 75">
                <a:extLst>
                  <a:ext uri="{FF2B5EF4-FFF2-40B4-BE49-F238E27FC236}">
                    <a16:creationId xmlns:a16="http://schemas.microsoft.com/office/drawing/2014/main" id="{CB839CD9-6FFC-F1EA-5F74-021928B380D3}"/>
                  </a:ext>
                </a:extLst>
              </p:cNvPr>
              <p:cNvSpPr/>
              <p:nvPr/>
            </p:nvSpPr>
            <p:spPr>
              <a:xfrm>
                <a:off x="2310030"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45" name="Picture Placeholder 75">
                <a:extLst>
                  <a:ext uri="{FF2B5EF4-FFF2-40B4-BE49-F238E27FC236}">
                    <a16:creationId xmlns:a16="http://schemas.microsoft.com/office/drawing/2014/main" id="{B5F98569-7E94-48AE-326D-A43309DB0749}"/>
                  </a:ext>
                </a:extLst>
              </p:cNvPr>
              <p:cNvSpPr/>
              <p:nvPr/>
            </p:nvSpPr>
            <p:spPr>
              <a:xfrm>
                <a:off x="1930554"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246" name="Picture Placeholder 75">
                <a:extLst>
                  <a:ext uri="{FF2B5EF4-FFF2-40B4-BE49-F238E27FC236}">
                    <a16:creationId xmlns:a16="http://schemas.microsoft.com/office/drawing/2014/main" id="{78B86763-62E7-1C61-7BB8-32D4BED3D4B0}"/>
                  </a:ext>
                </a:extLst>
              </p:cNvPr>
              <p:cNvSpPr/>
              <p:nvPr/>
            </p:nvSpPr>
            <p:spPr>
              <a:xfrm>
                <a:off x="2057046"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247" name="Picture Placeholder 75">
                <a:extLst>
                  <a:ext uri="{FF2B5EF4-FFF2-40B4-BE49-F238E27FC236}">
                    <a16:creationId xmlns:a16="http://schemas.microsoft.com/office/drawing/2014/main" id="{D6F6CA66-DADB-2B64-400E-12B6E559CFE2}"/>
                  </a:ext>
                </a:extLst>
              </p:cNvPr>
              <p:cNvSpPr/>
              <p:nvPr/>
            </p:nvSpPr>
            <p:spPr>
              <a:xfrm>
                <a:off x="2183538"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248" name="Picture Placeholder 75">
                <a:extLst>
                  <a:ext uri="{FF2B5EF4-FFF2-40B4-BE49-F238E27FC236}">
                    <a16:creationId xmlns:a16="http://schemas.microsoft.com/office/drawing/2014/main" id="{21036A03-D552-3FDB-C40A-57ED19C1179A}"/>
                  </a:ext>
                </a:extLst>
              </p:cNvPr>
              <p:cNvSpPr/>
              <p:nvPr/>
            </p:nvSpPr>
            <p:spPr>
              <a:xfrm>
                <a:off x="2310030"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249" name="Picture Placeholder 75">
                <a:extLst>
                  <a:ext uri="{FF2B5EF4-FFF2-40B4-BE49-F238E27FC236}">
                    <a16:creationId xmlns:a16="http://schemas.microsoft.com/office/drawing/2014/main" id="{BAD2BFCB-9E45-3DBF-53AA-2F12C988786C}"/>
                  </a:ext>
                </a:extLst>
              </p:cNvPr>
              <p:cNvSpPr/>
              <p:nvPr/>
            </p:nvSpPr>
            <p:spPr>
              <a:xfrm>
                <a:off x="1930554"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50" name="Picture Placeholder 75">
                <a:extLst>
                  <a:ext uri="{FF2B5EF4-FFF2-40B4-BE49-F238E27FC236}">
                    <a16:creationId xmlns:a16="http://schemas.microsoft.com/office/drawing/2014/main" id="{B67575AF-3253-2BCC-D3C5-4B89184B895A}"/>
                  </a:ext>
                </a:extLst>
              </p:cNvPr>
              <p:cNvSpPr/>
              <p:nvPr/>
            </p:nvSpPr>
            <p:spPr>
              <a:xfrm>
                <a:off x="2057046"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51" name="Picture Placeholder 75">
                <a:extLst>
                  <a:ext uri="{FF2B5EF4-FFF2-40B4-BE49-F238E27FC236}">
                    <a16:creationId xmlns:a16="http://schemas.microsoft.com/office/drawing/2014/main" id="{E93DE4A0-F6BD-D50E-40D7-FD19A92F0FAA}"/>
                  </a:ext>
                </a:extLst>
              </p:cNvPr>
              <p:cNvSpPr/>
              <p:nvPr/>
            </p:nvSpPr>
            <p:spPr>
              <a:xfrm>
                <a:off x="2183538"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52" name="Picture Placeholder 75">
                <a:extLst>
                  <a:ext uri="{FF2B5EF4-FFF2-40B4-BE49-F238E27FC236}">
                    <a16:creationId xmlns:a16="http://schemas.microsoft.com/office/drawing/2014/main" id="{67352AB5-8FC8-476B-3794-CC893427957D}"/>
                  </a:ext>
                </a:extLst>
              </p:cNvPr>
              <p:cNvSpPr/>
              <p:nvPr/>
            </p:nvSpPr>
            <p:spPr>
              <a:xfrm>
                <a:off x="2310030"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53" name="Picture Placeholder 75">
                <a:extLst>
                  <a:ext uri="{FF2B5EF4-FFF2-40B4-BE49-F238E27FC236}">
                    <a16:creationId xmlns:a16="http://schemas.microsoft.com/office/drawing/2014/main" id="{1DA69199-A805-D59C-34F1-33BA1C685693}"/>
                  </a:ext>
                </a:extLst>
              </p:cNvPr>
              <p:cNvSpPr/>
              <p:nvPr/>
            </p:nvSpPr>
            <p:spPr>
              <a:xfrm>
                <a:off x="2266390" y="746835"/>
                <a:ext cx="15179" cy="84117"/>
              </a:xfrm>
              <a:custGeom>
                <a:avLst/>
                <a:gdLst>
                  <a:gd name="connsiteX0" fmla="*/ 7590 w 15179"/>
                  <a:gd name="connsiteY0" fmla="*/ 84117 h 84117"/>
                  <a:gd name="connsiteX1" fmla="*/ 0 w 15179"/>
                  <a:gd name="connsiteY1" fmla="*/ 76528 h 84117"/>
                  <a:gd name="connsiteX2" fmla="*/ 0 w 15179"/>
                  <a:gd name="connsiteY2" fmla="*/ 7590 h 84117"/>
                  <a:gd name="connsiteX3" fmla="*/ 7590 w 15179"/>
                  <a:gd name="connsiteY3" fmla="*/ 0 h 84117"/>
                  <a:gd name="connsiteX4" fmla="*/ 15179 w 15179"/>
                  <a:gd name="connsiteY4" fmla="*/ 7590 h 84117"/>
                  <a:gd name="connsiteX5" fmla="*/ 15179 w 15179"/>
                  <a:gd name="connsiteY5" fmla="*/ 75895 h 84117"/>
                  <a:gd name="connsiteX6" fmla="*/ 7590 w 15179"/>
                  <a:gd name="connsiteY6" fmla="*/ 84117 h 8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79" h="84117">
                    <a:moveTo>
                      <a:pt x="7590" y="84117"/>
                    </a:moveTo>
                    <a:cubicBezTo>
                      <a:pt x="3162" y="84117"/>
                      <a:pt x="0" y="80322"/>
                      <a:pt x="0" y="76528"/>
                    </a:cubicBezTo>
                    <a:lnTo>
                      <a:pt x="0" y="7590"/>
                    </a:lnTo>
                    <a:cubicBezTo>
                      <a:pt x="0" y="3162"/>
                      <a:pt x="3795" y="0"/>
                      <a:pt x="7590" y="0"/>
                    </a:cubicBezTo>
                    <a:cubicBezTo>
                      <a:pt x="11384" y="0"/>
                      <a:pt x="15179" y="3795"/>
                      <a:pt x="15179" y="7590"/>
                    </a:cubicBezTo>
                    <a:lnTo>
                      <a:pt x="15179" y="75895"/>
                    </a:lnTo>
                    <a:cubicBezTo>
                      <a:pt x="15179" y="80322"/>
                      <a:pt x="12017" y="84117"/>
                      <a:pt x="7590" y="84117"/>
                    </a:cubicBezTo>
                    <a:close/>
                  </a:path>
                </a:pathLst>
              </a:custGeom>
              <a:grpFill/>
              <a:ln w="6271" cap="flat">
                <a:noFill/>
                <a:prstDash val="solid"/>
                <a:miter/>
              </a:ln>
            </p:spPr>
            <p:txBody>
              <a:bodyPr rtlCol="0" anchor="ctr"/>
              <a:lstStyle/>
              <a:p>
                <a:endParaRPr lang="en-US"/>
              </a:p>
            </p:txBody>
          </p:sp>
          <p:sp>
            <p:nvSpPr>
              <p:cNvPr id="254" name="Picture Placeholder 75">
                <a:extLst>
                  <a:ext uri="{FF2B5EF4-FFF2-40B4-BE49-F238E27FC236}">
                    <a16:creationId xmlns:a16="http://schemas.microsoft.com/office/drawing/2014/main" id="{33814EF1-E066-01DA-D0CA-850DBDB937C9}"/>
                  </a:ext>
                </a:extLst>
              </p:cNvPr>
              <p:cNvSpPr/>
              <p:nvPr/>
            </p:nvSpPr>
            <p:spPr>
              <a:xfrm>
                <a:off x="2014039" y="746835"/>
                <a:ext cx="15248" cy="84117"/>
              </a:xfrm>
              <a:custGeom>
                <a:avLst/>
                <a:gdLst>
                  <a:gd name="connsiteX0" fmla="*/ 7590 w 15248"/>
                  <a:gd name="connsiteY0" fmla="*/ 84117 h 84117"/>
                  <a:gd name="connsiteX1" fmla="*/ 0 w 15248"/>
                  <a:gd name="connsiteY1" fmla="*/ 76528 h 84117"/>
                  <a:gd name="connsiteX2" fmla="*/ 0 w 15248"/>
                  <a:gd name="connsiteY2" fmla="*/ 7590 h 84117"/>
                  <a:gd name="connsiteX3" fmla="*/ 7590 w 15248"/>
                  <a:gd name="connsiteY3" fmla="*/ 0 h 84117"/>
                  <a:gd name="connsiteX4" fmla="*/ 15179 w 15248"/>
                  <a:gd name="connsiteY4" fmla="*/ 7590 h 84117"/>
                  <a:gd name="connsiteX5" fmla="*/ 15179 w 15248"/>
                  <a:gd name="connsiteY5" fmla="*/ 75895 h 84117"/>
                  <a:gd name="connsiteX6" fmla="*/ 7590 w 15248"/>
                  <a:gd name="connsiteY6" fmla="*/ 84117 h 8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8" h="84117">
                    <a:moveTo>
                      <a:pt x="7590" y="84117"/>
                    </a:moveTo>
                    <a:cubicBezTo>
                      <a:pt x="3162" y="84117"/>
                      <a:pt x="0" y="80322"/>
                      <a:pt x="0" y="76528"/>
                    </a:cubicBezTo>
                    <a:lnTo>
                      <a:pt x="0" y="7590"/>
                    </a:lnTo>
                    <a:cubicBezTo>
                      <a:pt x="0" y="3162"/>
                      <a:pt x="3795" y="0"/>
                      <a:pt x="7590" y="0"/>
                    </a:cubicBezTo>
                    <a:cubicBezTo>
                      <a:pt x="11384" y="0"/>
                      <a:pt x="15179" y="3795"/>
                      <a:pt x="15179" y="7590"/>
                    </a:cubicBezTo>
                    <a:lnTo>
                      <a:pt x="15179" y="75895"/>
                    </a:lnTo>
                    <a:cubicBezTo>
                      <a:pt x="15812" y="80322"/>
                      <a:pt x="12017" y="84117"/>
                      <a:pt x="7590" y="84117"/>
                    </a:cubicBezTo>
                    <a:close/>
                  </a:path>
                </a:pathLst>
              </a:custGeom>
              <a:grpFill/>
              <a:ln w="6271" cap="flat">
                <a:noFill/>
                <a:prstDash val="solid"/>
                <a:miter/>
              </a:ln>
            </p:spPr>
            <p:txBody>
              <a:bodyPr rtlCol="0" anchor="ctr"/>
              <a:lstStyle/>
              <a:p>
                <a:endParaRPr lang="en-US"/>
              </a:p>
            </p:txBody>
          </p:sp>
          <p:sp>
            <p:nvSpPr>
              <p:cNvPr id="255" name="Picture Placeholder 75">
                <a:extLst>
                  <a:ext uri="{FF2B5EF4-FFF2-40B4-BE49-F238E27FC236}">
                    <a16:creationId xmlns:a16="http://schemas.microsoft.com/office/drawing/2014/main" id="{92EA32E7-E79D-2184-1CE4-0EE6566DFAB3}"/>
                  </a:ext>
                </a:extLst>
              </p:cNvPr>
              <p:cNvSpPr/>
              <p:nvPr/>
            </p:nvSpPr>
            <p:spPr>
              <a:xfrm>
                <a:off x="1930554"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56" name="Picture Placeholder 75">
                <a:extLst>
                  <a:ext uri="{FF2B5EF4-FFF2-40B4-BE49-F238E27FC236}">
                    <a16:creationId xmlns:a16="http://schemas.microsoft.com/office/drawing/2014/main" id="{D0346A4B-87EE-7C08-20F4-F25ABEC61B81}"/>
                  </a:ext>
                </a:extLst>
              </p:cNvPr>
              <p:cNvSpPr/>
              <p:nvPr/>
            </p:nvSpPr>
            <p:spPr>
              <a:xfrm>
                <a:off x="2057046"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57" name="Picture Placeholder 75">
                <a:extLst>
                  <a:ext uri="{FF2B5EF4-FFF2-40B4-BE49-F238E27FC236}">
                    <a16:creationId xmlns:a16="http://schemas.microsoft.com/office/drawing/2014/main" id="{651FC3EB-406C-2739-7E86-95A14DA9B6D1}"/>
                  </a:ext>
                </a:extLst>
              </p:cNvPr>
              <p:cNvSpPr/>
              <p:nvPr/>
            </p:nvSpPr>
            <p:spPr>
              <a:xfrm>
                <a:off x="2183538"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58" name="Picture Placeholder 75">
                <a:extLst>
                  <a:ext uri="{FF2B5EF4-FFF2-40B4-BE49-F238E27FC236}">
                    <a16:creationId xmlns:a16="http://schemas.microsoft.com/office/drawing/2014/main" id="{BEB80BE9-CF18-5CCC-4731-E695B87784E7}"/>
                  </a:ext>
                </a:extLst>
              </p:cNvPr>
              <p:cNvSpPr/>
              <p:nvPr/>
            </p:nvSpPr>
            <p:spPr>
              <a:xfrm>
                <a:off x="2310030" y="1021322"/>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59" name="Picture Placeholder 75">
                <a:extLst>
                  <a:ext uri="{FF2B5EF4-FFF2-40B4-BE49-F238E27FC236}">
                    <a16:creationId xmlns:a16="http://schemas.microsoft.com/office/drawing/2014/main" id="{984CBE58-0FCC-3AAE-29F8-B3A6C8ABB3CB}"/>
                  </a:ext>
                </a:extLst>
              </p:cNvPr>
              <p:cNvSpPr/>
              <p:nvPr/>
            </p:nvSpPr>
            <p:spPr>
              <a:xfrm>
                <a:off x="1930554"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260" name="Picture Placeholder 75">
                <a:extLst>
                  <a:ext uri="{FF2B5EF4-FFF2-40B4-BE49-F238E27FC236}">
                    <a16:creationId xmlns:a16="http://schemas.microsoft.com/office/drawing/2014/main" id="{FFF21422-9F59-AB3E-B9BF-2D6993F5BCDB}"/>
                  </a:ext>
                </a:extLst>
              </p:cNvPr>
              <p:cNvSpPr/>
              <p:nvPr/>
            </p:nvSpPr>
            <p:spPr>
              <a:xfrm>
                <a:off x="2057046"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261" name="Picture Placeholder 75">
                <a:extLst>
                  <a:ext uri="{FF2B5EF4-FFF2-40B4-BE49-F238E27FC236}">
                    <a16:creationId xmlns:a16="http://schemas.microsoft.com/office/drawing/2014/main" id="{BF177944-FF32-129C-DB53-3C4C5AEEC8B8}"/>
                  </a:ext>
                </a:extLst>
              </p:cNvPr>
              <p:cNvSpPr/>
              <p:nvPr/>
            </p:nvSpPr>
            <p:spPr>
              <a:xfrm>
                <a:off x="2183538"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262" name="Picture Placeholder 75">
                <a:extLst>
                  <a:ext uri="{FF2B5EF4-FFF2-40B4-BE49-F238E27FC236}">
                    <a16:creationId xmlns:a16="http://schemas.microsoft.com/office/drawing/2014/main" id="{75A184BF-ED9E-A75E-2E15-AE224D930799}"/>
                  </a:ext>
                </a:extLst>
              </p:cNvPr>
              <p:cNvSpPr/>
              <p:nvPr/>
            </p:nvSpPr>
            <p:spPr>
              <a:xfrm>
                <a:off x="2310030" y="894830"/>
                <a:ext cx="47434" cy="47434"/>
              </a:xfrm>
              <a:custGeom>
                <a:avLst/>
                <a:gdLst>
                  <a:gd name="connsiteX0" fmla="*/ 0 w 47434"/>
                  <a:gd name="connsiteY0" fmla="*/ 0 h 47434"/>
                  <a:gd name="connsiteX1" fmla="*/ 47435 w 47434"/>
                  <a:gd name="connsiteY1" fmla="*/ 0 h 47434"/>
                  <a:gd name="connsiteX2" fmla="*/ 47435 w 47434"/>
                  <a:gd name="connsiteY2" fmla="*/ 47435 h 47434"/>
                  <a:gd name="connsiteX3" fmla="*/ 0 w 47434"/>
                  <a:gd name="connsiteY3" fmla="*/ 47435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5"/>
                    </a:lnTo>
                    <a:lnTo>
                      <a:pt x="0" y="47435"/>
                    </a:lnTo>
                    <a:close/>
                  </a:path>
                </a:pathLst>
              </a:custGeom>
              <a:grpFill/>
              <a:ln w="6271" cap="flat">
                <a:noFill/>
                <a:prstDash val="solid"/>
                <a:miter/>
              </a:ln>
            </p:spPr>
            <p:txBody>
              <a:bodyPr rtlCol="0" anchor="ctr"/>
              <a:lstStyle/>
              <a:p>
                <a:endParaRPr lang="en-US"/>
              </a:p>
            </p:txBody>
          </p:sp>
          <p:sp>
            <p:nvSpPr>
              <p:cNvPr id="263" name="Picture Placeholder 75">
                <a:extLst>
                  <a:ext uri="{FF2B5EF4-FFF2-40B4-BE49-F238E27FC236}">
                    <a16:creationId xmlns:a16="http://schemas.microsoft.com/office/drawing/2014/main" id="{5A912906-9246-736C-13C1-DA8226A3129A}"/>
                  </a:ext>
                </a:extLst>
              </p:cNvPr>
              <p:cNvSpPr/>
              <p:nvPr/>
            </p:nvSpPr>
            <p:spPr>
              <a:xfrm>
                <a:off x="1930554"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64" name="Picture Placeholder 75">
                <a:extLst>
                  <a:ext uri="{FF2B5EF4-FFF2-40B4-BE49-F238E27FC236}">
                    <a16:creationId xmlns:a16="http://schemas.microsoft.com/office/drawing/2014/main" id="{2EA41EBE-EF8C-E5DB-FC42-61FF6C043F83}"/>
                  </a:ext>
                </a:extLst>
              </p:cNvPr>
              <p:cNvSpPr/>
              <p:nvPr/>
            </p:nvSpPr>
            <p:spPr>
              <a:xfrm>
                <a:off x="2057046"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65" name="Picture Placeholder 75">
                <a:extLst>
                  <a:ext uri="{FF2B5EF4-FFF2-40B4-BE49-F238E27FC236}">
                    <a16:creationId xmlns:a16="http://schemas.microsoft.com/office/drawing/2014/main" id="{340ADC01-C782-EF69-92E8-8A38B37BF72C}"/>
                  </a:ext>
                </a:extLst>
              </p:cNvPr>
              <p:cNvSpPr/>
              <p:nvPr/>
            </p:nvSpPr>
            <p:spPr>
              <a:xfrm>
                <a:off x="2183538"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66" name="Picture Placeholder 75">
                <a:extLst>
                  <a:ext uri="{FF2B5EF4-FFF2-40B4-BE49-F238E27FC236}">
                    <a16:creationId xmlns:a16="http://schemas.microsoft.com/office/drawing/2014/main" id="{5915B8A7-C32A-1E7F-23BC-F0C4CF43F48D}"/>
                  </a:ext>
                </a:extLst>
              </p:cNvPr>
              <p:cNvSpPr/>
              <p:nvPr/>
            </p:nvSpPr>
            <p:spPr>
              <a:xfrm>
                <a:off x="2310030" y="1147814"/>
                <a:ext cx="47434" cy="47434"/>
              </a:xfrm>
              <a:custGeom>
                <a:avLst/>
                <a:gdLst>
                  <a:gd name="connsiteX0" fmla="*/ 0 w 47434"/>
                  <a:gd name="connsiteY0" fmla="*/ 0 h 47434"/>
                  <a:gd name="connsiteX1" fmla="*/ 47435 w 47434"/>
                  <a:gd name="connsiteY1" fmla="*/ 0 h 47434"/>
                  <a:gd name="connsiteX2" fmla="*/ 47435 w 47434"/>
                  <a:gd name="connsiteY2" fmla="*/ 47434 h 47434"/>
                  <a:gd name="connsiteX3" fmla="*/ 0 w 47434"/>
                  <a:gd name="connsiteY3" fmla="*/ 47434 h 47434"/>
                </a:gdLst>
                <a:ahLst/>
                <a:cxnLst>
                  <a:cxn ang="0">
                    <a:pos x="connsiteX0" y="connsiteY0"/>
                  </a:cxn>
                  <a:cxn ang="0">
                    <a:pos x="connsiteX1" y="connsiteY1"/>
                  </a:cxn>
                  <a:cxn ang="0">
                    <a:pos x="connsiteX2" y="connsiteY2"/>
                  </a:cxn>
                  <a:cxn ang="0">
                    <a:pos x="connsiteX3" y="connsiteY3"/>
                  </a:cxn>
                </a:cxnLst>
                <a:rect l="l" t="t" r="r" b="b"/>
                <a:pathLst>
                  <a:path w="47434" h="47434">
                    <a:moveTo>
                      <a:pt x="0" y="0"/>
                    </a:moveTo>
                    <a:lnTo>
                      <a:pt x="47435" y="0"/>
                    </a:lnTo>
                    <a:lnTo>
                      <a:pt x="47435" y="47434"/>
                    </a:lnTo>
                    <a:lnTo>
                      <a:pt x="0" y="47434"/>
                    </a:lnTo>
                    <a:close/>
                  </a:path>
                </a:pathLst>
              </a:custGeom>
              <a:grpFill/>
              <a:ln w="6271" cap="flat">
                <a:noFill/>
                <a:prstDash val="solid"/>
                <a:miter/>
              </a:ln>
            </p:spPr>
            <p:txBody>
              <a:bodyPr rtlCol="0" anchor="ctr"/>
              <a:lstStyle/>
              <a:p>
                <a:endParaRPr lang="en-US"/>
              </a:p>
            </p:txBody>
          </p:sp>
          <p:sp>
            <p:nvSpPr>
              <p:cNvPr id="267" name="Picture Placeholder 75">
                <a:extLst>
                  <a:ext uri="{FF2B5EF4-FFF2-40B4-BE49-F238E27FC236}">
                    <a16:creationId xmlns:a16="http://schemas.microsoft.com/office/drawing/2014/main" id="{7443E578-CF86-B495-12C4-F6ED07592D46}"/>
                  </a:ext>
                </a:extLst>
              </p:cNvPr>
              <p:cNvSpPr/>
              <p:nvPr/>
            </p:nvSpPr>
            <p:spPr>
              <a:xfrm>
                <a:off x="2266390" y="746835"/>
                <a:ext cx="15179" cy="84117"/>
              </a:xfrm>
              <a:custGeom>
                <a:avLst/>
                <a:gdLst>
                  <a:gd name="connsiteX0" fmla="*/ 7590 w 15179"/>
                  <a:gd name="connsiteY0" fmla="*/ 84117 h 84117"/>
                  <a:gd name="connsiteX1" fmla="*/ 0 w 15179"/>
                  <a:gd name="connsiteY1" fmla="*/ 76528 h 84117"/>
                  <a:gd name="connsiteX2" fmla="*/ 0 w 15179"/>
                  <a:gd name="connsiteY2" fmla="*/ 7590 h 84117"/>
                  <a:gd name="connsiteX3" fmla="*/ 7590 w 15179"/>
                  <a:gd name="connsiteY3" fmla="*/ 0 h 84117"/>
                  <a:gd name="connsiteX4" fmla="*/ 15179 w 15179"/>
                  <a:gd name="connsiteY4" fmla="*/ 7590 h 84117"/>
                  <a:gd name="connsiteX5" fmla="*/ 15179 w 15179"/>
                  <a:gd name="connsiteY5" fmla="*/ 75895 h 84117"/>
                  <a:gd name="connsiteX6" fmla="*/ 7590 w 15179"/>
                  <a:gd name="connsiteY6" fmla="*/ 84117 h 8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79" h="84117">
                    <a:moveTo>
                      <a:pt x="7590" y="84117"/>
                    </a:moveTo>
                    <a:cubicBezTo>
                      <a:pt x="3162" y="84117"/>
                      <a:pt x="0" y="80322"/>
                      <a:pt x="0" y="76528"/>
                    </a:cubicBezTo>
                    <a:lnTo>
                      <a:pt x="0" y="7590"/>
                    </a:lnTo>
                    <a:cubicBezTo>
                      <a:pt x="0" y="3162"/>
                      <a:pt x="3795" y="0"/>
                      <a:pt x="7590" y="0"/>
                    </a:cubicBezTo>
                    <a:cubicBezTo>
                      <a:pt x="11384" y="0"/>
                      <a:pt x="15179" y="3795"/>
                      <a:pt x="15179" y="7590"/>
                    </a:cubicBezTo>
                    <a:lnTo>
                      <a:pt x="15179" y="75895"/>
                    </a:lnTo>
                    <a:cubicBezTo>
                      <a:pt x="15179" y="80322"/>
                      <a:pt x="12017" y="84117"/>
                      <a:pt x="7590" y="84117"/>
                    </a:cubicBezTo>
                    <a:close/>
                  </a:path>
                </a:pathLst>
              </a:custGeom>
              <a:grpFill/>
              <a:ln w="6271" cap="flat">
                <a:noFill/>
                <a:prstDash val="solid"/>
                <a:miter/>
              </a:ln>
            </p:spPr>
            <p:txBody>
              <a:bodyPr rtlCol="0" anchor="ctr"/>
              <a:lstStyle/>
              <a:p>
                <a:endParaRPr lang="en-US"/>
              </a:p>
            </p:txBody>
          </p:sp>
          <p:grpSp>
            <p:nvGrpSpPr>
              <p:cNvPr id="268" name="Picture Placeholder 75">
                <a:extLst>
                  <a:ext uri="{FF2B5EF4-FFF2-40B4-BE49-F238E27FC236}">
                    <a16:creationId xmlns:a16="http://schemas.microsoft.com/office/drawing/2014/main" id="{110E408F-188A-6319-DB2E-03BEB949DB47}"/>
                  </a:ext>
                </a:extLst>
              </p:cNvPr>
              <p:cNvGrpSpPr/>
              <p:nvPr/>
            </p:nvGrpSpPr>
            <p:grpSpPr>
              <a:xfrm>
                <a:off x="1847069" y="785415"/>
                <a:ext cx="600836" cy="488891"/>
                <a:chOff x="1847069" y="785415"/>
                <a:chExt cx="600836" cy="488891"/>
              </a:xfrm>
              <a:grpFill/>
            </p:grpSpPr>
            <p:sp>
              <p:nvSpPr>
                <p:cNvPr id="270" name="Picture Placeholder 75">
                  <a:extLst>
                    <a:ext uri="{FF2B5EF4-FFF2-40B4-BE49-F238E27FC236}">
                      <a16:creationId xmlns:a16="http://schemas.microsoft.com/office/drawing/2014/main" id="{2B8F97FE-CD85-309A-FED3-B1DFA5B98F0A}"/>
                    </a:ext>
                  </a:extLst>
                </p:cNvPr>
                <p:cNvSpPr/>
                <p:nvPr/>
              </p:nvSpPr>
              <p:spPr>
                <a:xfrm>
                  <a:off x="2045662" y="785415"/>
                  <a:ext cx="204917" cy="15811"/>
                </a:xfrm>
                <a:custGeom>
                  <a:avLst/>
                  <a:gdLst>
                    <a:gd name="connsiteX0" fmla="*/ 0 w 204917"/>
                    <a:gd name="connsiteY0" fmla="*/ 0 h 15811"/>
                    <a:gd name="connsiteX1" fmla="*/ 204917 w 204917"/>
                    <a:gd name="connsiteY1" fmla="*/ 0 h 15811"/>
                    <a:gd name="connsiteX2" fmla="*/ 204917 w 204917"/>
                    <a:gd name="connsiteY2" fmla="*/ 15811 h 15811"/>
                    <a:gd name="connsiteX3" fmla="*/ 0 w 204917"/>
                    <a:gd name="connsiteY3" fmla="*/ 15811 h 15811"/>
                  </a:gdLst>
                  <a:ahLst/>
                  <a:cxnLst>
                    <a:cxn ang="0">
                      <a:pos x="connsiteX0" y="connsiteY0"/>
                    </a:cxn>
                    <a:cxn ang="0">
                      <a:pos x="connsiteX1" y="connsiteY1"/>
                    </a:cxn>
                    <a:cxn ang="0">
                      <a:pos x="connsiteX2" y="connsiteY2"/>
                    </a:cxn>
                    <a:cxn ang="0">
                      <a:pos x="connsiteX3" y="connsiteY3"/>
                    </a:cxn>
                  </a:cxnLst>
                  <a:rect l="l" t="t" r="r" b="b"/>
                  <a:pathLst>
                    <a:path w="204917" h="15811">
                      <a:moveTo>
                        <a:pt x="0" y="0"/>
                      </a:moveTo>
                      <a:lnTo>
                        <a:pt x="204917" y="0"/>
                      </a:lnTo>
                      <a:lnTo>
                        <a:pt x="204917" y="15811"/>
                      </a:lnTo>
                      <a:lnTo>
                        <a:pt x="0" y="15811"/>
                      </a:lnTo>
                      <a:close/>
                    </a:path>
                  </a:pathLst>
                </a:custGeom>
                <a:grpFill/>
                <a:ln w="6271" cap="flat">
                  <a:noFill/>
                  <a:prstDash val="solid"/>
                  <a:miter/>
                </a:ln>
              </p:spPr>
              <p:txBody>
                <a:bodyPr rtlCol="0" anchor="ctr"/>
                <a:lstStyle/>
                <a:p>
                  <a:endParaRPr lang="en-US"/>
                </a:p>
              </p:txBody>
            </p:sp>
            <p:sp>
              <p:nvSpPr>
                <p:cNvPr id="271" name="Picture Placeholder 75">
                  <a:extLst>
                    <a:ext uri="{FF2B5EF4-FFF2-40B4-BE49-F238E27FC236}">
                      <a16:creationId xmlns:a16="http://schemas.microsoft.com/office/drawing/2014/main" id="{630E0780-EB0E-9E77-364B-C285FA21138C}"/>
                    </a:ext>
                  </a:extLst>
                </p:cNvPr>
                <p:cNvSpPr/>
                <p:nvPr/>
              </p:nvSpPr>
              <p:spPr>
                <a:xfrm>
                  <a:off x="1847069" y="785415"/>
                  <a:ext cx="600836" cy="488891"/>
                </a:xfrm>
                <a:custGeom>
                  <a:avLst/>
                  <a:gdLst>
                    <a:gd name="connsiteX0" fmla="*/ 450312 w 600836"/>
                    <a:gd name="connsiteY0" fmla="*/ 0 h 488891"/>
                    <a:gd name="connsiteX1" fmla="*/ 450312 w 600836"/>
                    <a:gd name="connsiteY1" fmla="*/ 15812 h 488891"/>
                    <a:gd name="connsiteX2" fmla="*/ 585026 w 600836"/>
                    <a:gd name="connsiteY2" fmla="*/ 15812 h 488891"/>
                    <a:gd name="connsiteX3" fmla="*/ 585026 w 600836"/>
                    <a:gd name="connsiteY3" fmla="*/ 473080 h 488891"/>
                    <a:gd name="connsiteX4" fmla="*/ 15812 w 600836"/>
                    <a:gd name="connsiteY4" fmla="*/ 473080 h 488891"/>
                    <a:gd name="connsiteX5" fmla="*/ 15812 w 600836"/>
                    <a:gd name="connsiteY5" fmla="*/ 15812 h 488891"/>
                    <a:gd name="connsiteX6" fmla="*/ 151158 w 600836"/>
                    <a:gd name="connsiteY6" fmla="*/ 15812 h 488891"/>
                    <a:gd name="connsiteX7" fmla="*/ 151158 w 600836"/>
                    <a:gd name="connsiteY7" fmla="*/ 0 h 488891"/>
                    <a:gd name="connsiteX8" fmla="*/ 0 w 600836"/>
                    <a:gd name="connsiteY8" fmla="*/ 0 h 488891"/>
                    <a:gd name="connsiteX9" fmla="*/ 0 w 600836"/>
                    <a:gd name="connsiteY9" fmla="*/ 488892 h 488891"/>
                    <a:gd name="connsiteX10" fmla="*/ 600837 w 600836"/>
                    <a:gd name="connsiteY10" fmla="*/ 488892 h 488891"/>
                    <a:gd name="connsiteX11" fmla="*/ 600837 w 600836"/>
                    <a:gd name="connsiteY11" fmla="*/ 0 h 48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0836" h="488891">
                      <a:moveTo>
                        <a:pt x="450312" y="0"/>
                      </a:moveTo>
                      <a:lnTo>
                        <a:pt x="450312" y="15812"/>
                      </a:lnTo>
                      <a:lnTo>
                        <a:pt x="585026" y="15812"/>
                      </a:lnTo>
                      <a:lnTo>
                        <a:pt x="585026" y="473080"/>
                      </a:lnTo>
                      <a:lnTo>
                        <a:pt x="15812" y="473080"/>
                      </a:lnTo>
                      <a:lnTo>
                        <a:pt x="15812" y="15812"/>
                      </a:lnTo>
                      <a:lnTo>
                        <a:pt x="151158" y="15812"/>
                      </a:lnTo>
                      <a:lnTo>
                        <a:pt x="151158" y="0"/>
                      </a:lnTo>
                      <a:lnTo>
                        <a:pt x="0" y="0"/>
                      </a:lnTo>
                      <a:lnTo>
                        <a:pt x="0" y="488892"/>
                      </a:lnTo>
                      <a:lnTo>
                        <a:pt x="600837" y="488892"/>
                      </a:lnTo>
                      <a:lnTo>
                        <a:pt x="600837" y="0"/>
                      </a:lnTo>
                      <a:close/>
                    </a:path>
                  </a:pathLst>
                </a:custGeom>
                <a:grpFill/>
                <a:ln w="6271" cap="flat">
                  <a:noFill/>
                  <a:prstDash val="solid"/>
                  <a:miter/>
                </a:ln>
              </p:spPr>
              <p:txBody>
                <a:bodyPr rtlCol="0" anchor="ctr"/>
                <a:lstStyle/>
                <a:p>
                  <a:endParaRPr lang="en-US"/>
                </a:p>
              </p:txBody>
            </p:sp>
          </p:grpSp>
          <p:sp>
            <p:nvSpPr>
              <p:cNvPr id="269" name="Picture Placeholder 75">
                <a:extLst>
                  <a:ext uri="{FF2B5EF4-FFF2-40B4-BE49-F238E27FC236}">
                    <a16:creationId xmlns:a16="http://schemas.microsoft.com/office/drawing/2014/main" id="{25F18049-5E76-6010-D44B-684342FDC448}"/>
                  </a:ext>
                </a:extLst>
              </p:cNvPr>
              <p:cNvSpPr/>
              <p:nvPr/>
            </p:nvSpPr>
            <p:spPr>
              <a:xfrm>
                <a:off x="2014039" y="746835"/>
                <a:ext cx="15248" cy="84117"/>
              </a:xfrm>
              <a:custGeom>
                <a:avLst/>
                <a:gdLst>
                  <a:gd name="connsiteX0" fmla="*/ 7590 w 15248"/>
                  <a:gd name="connsiteY0" fmla="*/ 84117 h 84117"/>
                  <a:gd name="connsiteX1" fmla="*/ 0 w 15248"/>
                  <a:gd name="connsiteY1" fmla="*/ 76528 h 84117"/>
                  <a:gd name="connsiteX2" fmla="*/ 0 w 15248"/>
                  <a:gd name="connsiteY2" fmla="*/ 7590 h 84117"/>
                  <a:gd name="connsiteX3" fmla="*/ 7590 w 15248"/>
                  <a:gd name="connsiteY3" fmla="*/ 0 h 84117"/>
                  <a:gd name="connsiteX4" fmla="*/ 15179 w 15248"/>
                  <a:gd name="connsiteY4" fmla="*/ 7590 h 84117"/>
                  <a:gd name="connsiteX5" fmla="*/ 15179 w 15248"/>
                  <a:gd name="connsiteY5" fmla="*/ 75895 h 84117"/>
                  <a:gd name="connsiteX6" fmla="*/ 7590 w 15248"/>
                  <a:gd name="connsiteY6" fmla="*/ 84117 h 8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8" h="84117">
                    <a:moveTo>
                      <a:pt x="7590" y="84117"/>
                    </a:moveTo>
                    <a:cubicBezTo>
                      <a:pt x="3162" y="84117"/>
                      <a:pt x="0" y="80322"/>
                      <a:pt x="0" y="76528"/>
                    </a:cubicBezTo>
                    <a:lnTo>
                      <a:pt x="0" y="7590"/>
                    </a:lnTo>
                    <a:cubicBezTo>
                      <a:pt x="0" y="3162"/>
                      <a:pt x="3795" y="0"/>
                      <a:pt x="7590" y="0"/>
                    </a:cubicBezTo>
                    <a:cubicBezTo>
                      <a:pt x="11384" y="0"/>
                      <a:pt x="15179" y="3795"/>
                      <a:pt x="15179" y="7590"/>
                    </a:cubicBezTo>
                    <a:lnTo>
                      <a:pt x="15179" y="75895"/>
                    </a:lnTo>
                    <a:cubicBezTo>
                      <a:pt x="15812" y="80322"/>
                      <a:pt x="12017" y="84117"/>
                      <a:pt x="7590" y="84117"/>
                    </a:cubicBezTo>
                    <a:close/>
                  </a:path>
                </a:pathLst>
              </a:custGeom>
              <a:grpFill/>
              <a:ln w="6271" cap="flat">
                <a:noFill/>
                <a:prstDash val="solid"/>
                <a:miter/>
              </a:ln>
            </p:spPr>
            <p:txBody>
              <a:bodyPr rtlCol="0" anchor="ctr"/>
              <a:lstStyle/>
              <a:p>
                <a:endParaRPr lang="en-US"/>
              </a:p>
            </p:txBody>
          </p:sp>
        </p:grpSp>
        <p:sp>
          <p:nvSpPr>
            <p:cNvPr id="227" name="Rectangle 226">
              <a:extLst>
                <a:ext uri="{FF2B5EF4-FFF2-40B4-BE49-F238E27FC236}">
                  <a16:creationId xmlns:a16="http://schemas.microsoft.com/office/drawing/2014/main" id="{7148BA7D-C89D-B302-9B79-BB44CEFF21C0}"/>
                </a:ext>
              </a:extLst>
            </p:cNvPr>
            <p:cNvSpPr/>
            <p:nvPr/>
          </p:nvSpPr>
          <p:spPr>
            <a:xfrm>
              <a:off x="6837682" y="2886553"/>
              <a:ext cx="49995" cy="600488"/>
            </a:xfrm>
            <a:prstGeom prst="rect">
              <a:avLst/>
            </a:prstGeom>
            <a:solidFill>
              <a:schemeClr val="bg1">
                <a:lumMod val="50000"/>
                <a:alpha val="10000"/>
              </a:schemeClr>
            </a:solidFill>
            <a:ln w="15875">
              <a:no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cxnSp>
          <p:nvCxnSpPr>
            <p:cNvPr id="228" name="Straight Connector 227">
              <a:extLst>
                <a:ext uri="{FF2B5EF4-FFF2-40B4-BE49-F238E27FC236}">
                  <a16:creationId xmlns:a16="http://schemas.microsoft.com/office/drawing/2014/main" id="{4D919FF4-5A64-650A-C232-25DF5ADF5EA1}"/>
                </a:ext>
              </a:extLst>
            </p:cNvPr>
            <p:cNvCxnSpPr>
              <a:cxnSpLocks/>
            </p:cNvCxnSpPr>
            <p:nvPr/>
          </p:nvCxnSpPr>
          <p:spPr bwMode="gray">
            <a:xfrm>
              <a:off x="6887677" y="2886553"/>
              <a:ext cx="0" cy="600973"/>
            </a:xfrm>
            <a:prstGeom prst="line">
              <a:avLst/>
            </a:prstGeom>
            <a:ln w="15875">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3D737E58-B4A9-282D-6073-FEF02568E13C}"/>
                </a:ext>
              </a:extLst>
            </p:cNvPr>
            <p:cNvCxnSpPr>
              <a:cxnSpLocks/>
            </p:cNvCxnSpPr>
            <p:nvPr/>
          </p:nvCxnSpPr>
          <p:spPr bwMode="gray">
            <a:xfrm flipH="1">
              <a:off x="5308416" y="3487526"/>
              <a:ext cx="1579261" cy="0"/>
            </a:xfrm>
            <a:prstGeom prst="line">
              <a:avLst/>
            </a:prstGeom>
            <a:ln w="15875">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BEE43856-0B0B-A619-0813-CFCBB2B96B1A}"/>
                </a:ext>
              </a:extLst>
            </p:cNvPr>
            <p:cNvCxnSpPr>
              <a:cxnSpLocks/>
            </p:cNvCxnSpPr>
            <p:nvPr/>
          </p:nvCxnSpPr>
          <p:spPr bwMode="gray">
            <a:xfrm flipH="1">
              <a:off x="6847500" y="2886553"/>
              <a:ext cx="40177" cy="0"/>
            </a:xfrm>
            <a:prstGeom prst="line">
              <a:avLst/>
            </a:prstGeom>
            <a:ln w="15875">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A81F3FFC-302C-2459-0A26-7142737D4188}"/>
                </a:ext>
              </a:extLst>
            </p:cNvPr>
            <p:cNvCxnSpPr>
              <a:cxnSpLocks/>
            </p:cNvCxnSpPr>
            <p:nvPr/>
          </p:nvCxnSpPr>
          <p:spPr bwMode="gray">
            <a:xfrm flipV="1">
              <a:off x="5308416" y="3438197"/>
              <a:ext cx="0" cy="48846"/>
            </a:xfrm>
            <a:prstGeom prst="line">
              <a:avLst/>
            </a:prstGeom>
            <a:ln w="15875">
              <a:solidFill>
                <a:schemeClr val="tx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sp>
          <p:nvSpPr>
            <p:cNvPr id="232" name="Rectangle 231">
              <a:extLst>
                <a:ext uri="{FF2B5EF4-FFF2-40B4-BE49-F238E27FC236}">
                  <a16:creationId xmlns:a16="http://schemas.microsoft.com/office/drawing/2014/main" id="{9FE42C0C-8986-9F47-5EA5-2C80361358B1}"/>
                </a:ext>
              </a:extLst>
            </p:cNvPr>
            <p:cNvSpPr/>
            <p:nvPr/>
          </p:nvSpPr>
          <p:spPr>
            <a:xfrm rot="5400000">
              <a:off x="6048623" y="2697989"/>
              <a:ext cx="48847" cy="1529261"/>
            </a:xfrm>
            <a:prstGeom prst="rect">
              <a:avLst/>
            </a:prstGeom>
            <a:solidFill>
              <a:schemeClr val="bg1">
                <a:lumMod val="50000"/>
                <a:alpha val="10000"/>
              </a:schemeClr>
            </a:solidFill>
            <a:ln w="15875">
              <a:no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grpSp>
      <p:pic>
        <p:nvPicPr>
          <p:cNvPr id="396" name="Graphic 395">
            <a:extLst>
              <a:ext uri="{FF2B5EF4-FFF2-40B4-BE49-F238E27FC236}">
                <a16:creationId xmlns:a16="http://schemas.microsoft.com/office/drawing/2014/main" id="{27899233-97AE-6B4A-F916-7837A48E842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8617831" y="3942157"/>
            <a:ext cx="342834" cy="398807"/>
          </a:xfrm>
          <a:prstGeom prst="rect">
            <a:avLst/>
          </a:prstGeom>
        </p:spPr>
      </p:pic>
      <p:pic>
        <p:nvPicPr>
          <p:cNvPr id="397" name="Graphic 396">
            <a:extLst>
              <a:ext uri="{FF2B5EF4-FFF2-40B4-BE49-F238E27FC236}">
                <a16:creationId xmlns:a16="http://schemas.microsoft.com/office/drawing/2014/main" id="{E1864F74-4D1A-97AD-650D-D553E6D0D6F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656437" y="3942157"/>
            <a:ext cx="342834" cy="398807"/>
          </a:xfrm>
          <a:prstGeom prst="rect">
            <a:avLst/>
          </a:prstGeom>
        </p:spPr>
      </p:pic>
      <p:grpSp>
        <p:nvGrpSpPr>
          <p:cNvPr id="398" name="Group 397" descr="Location – Buildings&#10;">
            <a:extLst>
              <a:ext uri="{FF2B5EF4-FFF2-40B4-BE49-F238E27FC236}">
                <a16:creationId xmlns:a16="http://schemas.microsoft.com/office/drawing/2014/main" id="{A6E4D5D0-DC01-7BC5-8787-64B8B819AA7A}"/>
              </a:ext>
            </a:extLst>
          </p:cNvPr>
          <p:cNvGrpSpPr>
            <a:grpSpLocks noChangeAspect="1"/>
          </p:cNvGrpSpPr>
          <p:nvPr/>
        </p:nvGrpSpPr>
        <p:grpSpPr>
          <a:xfrm>
            <a:off x="8520452" y="2800262"/>
            <a:ext cx="537591" cy="602215"/>
            <a:chOff x="11107442" y="4477953"/>
            <a:chExt cx="537591" cy="602215"/>
          </a:xfrm>
          <a:solidFill>
            <a:schemeClr val="tx1"/>
          </a:solidFill>
        </p:grpSpPr>
        <p:sp>
          <p:nvSpPr>
            <p:cNvPr id="399" name="Picture Placeholder 83">
              <a:extLst>
                <a:ext uri="{FF2B5EF4-FFF2-40B4-BE49-F238E27FC236}">
                  <a16:creationId xmlns:a16="http://schemas.microsoft.com/office/drawing/2014/main" id="{2706A589-4F47-7234-3940-C01E67928A0B}"/>
                </a:ext>
              </a:extLst>
            </p:cNvPr>
            <p:cNvSpPr/>
            <p:nvPr/>
          </p:nvSpPr>
          <p:spPr>
            <a:xfrm>
              <a:off x="11139698" y="4477953"/>
              <a:ext cx="237172" cy="602089"/>
            </a:xfrm>
            <a:custGeom>
              <a:avLst/>
              <a:gdLst>
                <a:gd name="connsiteX0" fmla="*/ 15812 w 237172"/>
                <a:gd name="connsiteY0" fmla="*/ 602089 h 602089"/>
                <a:gd name="connsiteX1" fmla="*/ 0 w 237172"/>
                <a:gd name="connsiteY1" fmla="*/ 602089 h 602089"/>
                <a:gd name="connsiteX2" fmla="*/ 0 w 237172"/>
                <a:gd name="connsiteY2" fmla="*/ 0 h 602089"/>
                <a:gd name="connsiteX3" fmla="*/ 237173 w 237172"/>
                <a:gd name="connsiteY3" fmla="*/ 0 h 602089"/>
                <a:gd name="connsiteX4" fmla="*/ 237173 w 237172"/>
                <a:gd name="connsiteY4" fmla="*/ 221822 h 602089"/>
                <a:gd name="connsiteX5" fmla="*/ 221361 w 237172"/>
                <a:gd name="connsiteY5" fmla="*/ 221822 h 602089"/>
                <a:gd name="connsiteX6" fmla="*/ 221361 w 237172"/>
                <a:gd name="connsiteY6" fmla="*/ 15844 h 602089"/>
                <a:gd name="connsiteX7" fmla="*/ 15812 w 237172"/>
                <a:gd name="connsiteY7" fmla="*/ 15844 h 602089"/>
                <a:gd name="connsiteX8" fmla="*/ 15812 w 237172"/>
                <a:gd name="connsiteY8" fmla="*/ 602089 h 602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172" h="602089">
                  <a:moveTo>
                    <a:pt x="15812" y="602089"/>
                  </a:moveTo>
                  <a:lnTo>
                    <a:pt x="0" y="602089"/>
                  </a:lnTo>
                  <a:lnTo>
                    <a:pt x="0" y="0"/>
                  </a:lnTo>
                  <a:lnTo>
                    <a:pt x="237173" y="0"/>
                  </a:lnTo>
                  <a:lnTo>
                    <a:pt x="237173" y="221822"/>
                  </a:lnTo>
                  <a:lnTo>
                    <a:pt x="221361" y="221822"/>
                  </a:lnTo>
                  <a:lnTo>
                    <a:pt x="221361" y="15844"/>
                  </a:lnTo>
                  <a:lnTo>
                    <a:pt x="15812" y="15844"/>
                  </a:lnTo>
                  <a:lnTo>
                    <a:pt x="15812" y="602089"/>
                  </a:lnTo>
                  <a:close/>
                </a:path>
              </a:pathLst>
            </a:custGeom>
            <a:grpFill/>
            <a:ln w="6271" cap="flat">
              <a:noFill/>
              <a:prstDash val="solid"/>
              <a:miter/>
            </a:ln>
          </p:spPr>
          <p:txBody>
            <a:bodyPr rtlCol="0" anchor="ctr"/>
            <a:lstStyle/>
            <a:p>
              <a:endParaRPr lang="en-US"/>
            </a:p>
          </p:txBody>
        </p:sp>
        <p:sp>
          <p:nvSpPr>
            <p:cNvPr id="400" name="Picture Placeholder 83">
              <a:extLst>
                <a:ext uri="{FF2B5EF4-FFF2-40B4-BE49-F238E27FC236}">
                  <a16:creationId xmlns:a16="http://schemas.microsoft.com/office/drawing/2014/main" id="{056598FB-D2CE-B780-2BA2-95AEFB9BBBDF}"/>
                </a:ext>
              </a:extLst>
            </p:cNvPr>
            <p:cNvSpPr/>
            <p:nvPr/>
          </p:nvSpPr>
          <p:spPr>
            <a:xfrm>
              <a:off x="11107442" y="5064324"/>
              <a:ext cx="537591" cy="15844"/>
            </a:xfrm>
            <a:custGeom>
              <a:avLst/>
              <a:gdLst>
                <a:gd name="connsiteX0" fmla="*/ 0 w 537591"/>
                <a:gd name="connsiteY0" fmla="*/ 0 h 15844"/>
                <a:gd name="connsiteX1" fmla="*/ 537591 w 537591"/>
                <a:gd name="connsiteY1" fmla="*/ 0 h 15844"/>
                <a:gd name="connsiteX2" fmla="*/ 537591 w 537591"/>
                <a:gd name="connsiteY2" fmla="*/ 15844 h 15844"/>
                <a:gd name="connsiteX3" fmla="*/ 0 w 53759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537591" h="15844">
                  <a:moveTo>
                    <a:pt x="0" y="0"/>
                  </a:moveTo>
                  <a:lnTo>
                    <a:pt x="537591" y="0"/>
                  </a:lnTo>
                  <a:lnTo>
                    <a:pt x="537591" y="15844"/>
                  </a:lnTo>
                  <a:lnTo>
                    <a:pt x="0" y="15844"/>
                  </a:lnTo>
                  <a:close/>
                </a:path>
              </a:pathLst>
            </a:custGeom>
            <a:grpFill/>
            <a:ln w="6271" cap="flat">
              <a:noFill/>
              <a:prstDash val="solid"/>
              <a:miter/>
            </a:ln>
          </p:spPr>
          <p:txBody>
            <a:bodyPr rtlCol="0" anchor="ctr"/>
            <a:lstStyle/>
            <a:p>
              <a:endParaRPr lang="en-US"/>
            </a:p>
          </p:txBody>
        </p:sp>
        <p:sp>
          <p:nvSpPr>
            <p:cNvPr id="401" name="Picture Placeholder 83">
              <a:extLst>
                <a:ext uri="{FF2B5EF4-FFF2-40B4-BE49-F238E27FC236}">
                  <a16:creationId xmlns:a16="http://schemas.microsoft.com/office/drawing/2014/main" id="{D9F10285-8AC7-BCA6-9C9D-15874B6E17FB}"/>
                </a:ext>
              </a:extLst>
            </p:cNvPr>
            <p:cNvSpPr/>
            <p:nvPr/>
          </p:nvSpPr>
          <p:spPr>
            <a:xfrm>
              <a:off x="11360173" y="4730070"/>
              <a:ext cx="252984" cy="344331"/>
            </a:xfrm>
            <a:custGeom>
              <a:avLst/>
              <a:gdLst>
                <a:gd name="connsiteX0" fmla="*/ 252984 w 252984"/>
                <a:gd name="connsiteY0" fmla="*/ 344332 h 344331"/>
                <a:gd name="connsiteX1" fmla="*/ 237173 w 252984"/>
                <a:gd name="connsiteY1" fmla="*/ 344332 h 344331"/>
                <a:gd name="connsiteX2" fmla="*/ 237173 w 252984"/>
                <a:gd name="connsiteY2" fmla="*/ 15844 h 344331"/>
                <a:gd name="connsiteX3" fmla="*/ 15812 w 252984"/>
                <a:gd name="connsiteY3" fmla="*/ 15844 h 344331"/>
                <a:gd name="connsiteX4" fmla="*/ 15812 w 252984"/>
                <a:gd name="connsiteY4" fmla="*/ 303200 h 344331"/>
                <a:gd name="connsiteX5" fmla="*/ 0 w 252984"/>
                <a:gd name="connsiteY5" fmla="*/ 303200 h 344331"/>
                <a:gd name="connsiteX6" fmla="*/ 0 w 252984"/>
                <a:gd name="connsiteY6" fmla="*/ 0 h 344331"/>
                <a:gd name="connsiteX7" fmla="*/ 252984 w 252984"/>
                <a:gd name="connsiteY7" fmla="*/ 0 h 344331"/>
                <a:gd name="connsiteX8" fmla="*/ 252984 w 252984"/>
                <a:gd name="connsiteY8" fmla="*/ 344332 h 344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984" h="344331">
                  <a:moveTo>
                    <a:pt x="252984" y="344332"/>
                  </a:moveTo>
                  <a:lnTo>
                    <a:pt x="237173" y="344332"/>
                  </a:lnTo>
                  <a:lnTo>
                    <a:pt x="237173" y="15844"/>
                  </a:lnTo>
                  <a:lnTo>
                    <a:pt x="15812" y="15844"/>
                  </a:lnTo>
                  <a:lnTo>
                    <a:pt x="15812" y="303200"/>
                  </a:lnTo>
                  <a:lnTo>
                    <a:pt x="0" y="303200"/>
                  </a:lnTo>
                  <a:lnTo>
                    <a:pt x="0" y="0"/>
                  </a:lnTo>
                  <a:lnTo>
                    <a:pt x="252984" y="0"/>
                  </a:lnTo>
                  <a:lnTo>
                    <a:pt x="252984" y="344332"/>
                  </a:lnTo>
                  <a:close/>
                </a:path>
              </a:pathLst>
            </a:custGeom>
            <a:grpFill/>
            <a:ln w="6271" cap="flat">
              <a:noFill/>
              <a:prstDash val="solid"/>
              <a:miter/>
            </a:ln>
          </p:spPr>
          <p:txBody>
            <a:bodyPr rtlCol="0" anchor="ctr"/>
            <a:lstStyle/>
            <a:p>
              <a:endParaRPr lang="en-US"/>
            </a:p>
          </p:txBody>
        </p:sp>
        <p:sp>
          <p:nvSpPr>
            <p:cNvPr id="402" name="Picture Placeholder 83">
              <a:extLst>
                <a:ext uri="{FF2B5EF4-FFF2-40B4-BE49-F238E27FC236}">
                  <a16:creationId xmlns:a16="http://schemas.microsoft.com/office/drawing/2014/main" id="{C7E89E21-D46B-A2E7-6504-230466FCE667}"/>
                </a:ext>
              </a:extLst>
            </p:cNvPr>
            <p:cNvSpPr/>
            <p:nvPr/>
          </p:nvSpPr>
          <p:spPr>
            <a:xfrm>
              <a:off x="11187069" y="4525042"/>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03" name="Picture Placeholder 83">
              <a:extLst>
                <a:ext uri="{FF2B5EF4-FFF2-40B4-BE49-F238E27FC236}">
                  <a16:creationId xmlns:a16="http://schemas.microsoft.com/office/drawing/2014/main" id="{E6DFBAAB-A554-56E3-8030-BB0701DE910C}"/>
                </a:ext>
              </a:extLst>
            </p:cNvPr>
            <p:cNvSpPr/>
            <p:nvPr/>
          </p:nvSpPr>
          <p:spPr>
            <a:xfrm>
              <a:off x="11250315" y="4525042"/>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04" name="Picture Placeholder 83">
              <a:extLst>
                <a:ext uri="{FF2B5EF4-FFF2-40B4-BE49-F238E27FC236}">
                  <a16:creationId xmlns:a16="http://schemas.microsoft.com/office/drawing/2014/main" id="{6E764332-5CD3-51EA-238A-F7FA6CE46E85}"/>
                </a:ext>
              </a:extLst>
            </p:cNvPr>
            <p:cNvSpPr/>
            <p:nvPr/>
          </p:nvSpPr>
          <p:spPr>
            <a:xfrm>
              <a:off x="11313561" y="4525042"/>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05" name="Picture Placeholder 83">
              <a:extLst>
                <a:ext uri="{FF2B5EF4-FFF2-40B4-BE49-F238E27FC236}">
                  <a16:creationId xmlns:a16="http://schemas.microsoft.com/office/drawing/2014/main" id="{E5831EDD-B2FA-0C28-5AF2-26F8A7D38401}"/>
                </a:ext>
              </a:extLst>
            </p:cNvPr>
            <p:cNvSpPr/>
            <p:nvPr/>
          </p:nvSpPr>
          <p:spPr>
            <a:xfrm>
              <a:off x="11187069" y="4588420"/>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06" name="Picture Placeholder 83">
              <a:extLst>
                <a:ext uri="{FF2B5EF4-FFF2-40B4-BE49-F238E27FC236}">
                  <a16:creationId xmlns:a16="http://schemas.microsoft.com/office/drawing/2014/main" id="{F1414949-735E-785D-7422-DCCCFBEA4F1D}"/>
                </a:ext>
              </a:extLst>
            </p:cNvPr>
            <p:cNvSpPr/>
            <p:nvPr/>
          </p:nvSpPr>
          <p:spPr>
            <a:xfrm>
              <a:off x="11250315" y="4588420"/>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07" name="Picture Placeholder 83">
              <a:extLst>
                <a:ext uri="{FF2B5EF4-FFF2-40B4-BE49-F238E27FC236}">
                  <a16:creationId xmlns:a16="http://schemas.microsoft.com/office/drawing/2014/main" id="{116AB5DA-2333-115C-E5F8-EF536223507C}"/>
                </a:ext>
              </a:extLst>
            </p:cNvPr>
            <p:cNvSpPr/>
            <p:nvPr/>
          </p:nvSpPr>
          <p:spPr>
            <a:xfrm>
              <a:off x="11313561" y="4588420"/>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08" name="Picture Placeholder 83">
              <a:extLst>
                <a:ext uri="{FF2B5EF4-FFF2-40B4-BE49-F238E27FC236}">
                  <a16:creationId xmlns:a16="http://schemas.microsoft.com/office/drawing/2014/main" id="{98E3D346-BFC6-6A26-DD95-AC2ADAC5E7E7}"/>
                </a:ext>
              </a:extLst>
            </p:cNvPr>
            <p:cNvSpPr/>
            <p:nvPr/>
          </p:nvSpPr>
          <p:spPr>
            <a:xfrm>
              <a:off x="11187069" y="4651798"/>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09" name="Picture Placeholder 83">
              <a:extLst>
                <a:ext uri="{FF2B5EF4-FFF2-40B4-BE49-F238E27FC236}">
                  <a16:creationId xmlns:a16="http://schemas.microsoft.com/office/drawing/2014/main" id="{C31370FA-EA4E-9036-EB30-B4D8383FE20B}"/>
                </a:ext>
              </a:extLst>
            </p:cNvPr>
            <p:cNvSpPr/>
            <p:nvPr/>
          </p:nvSpPr>
          <p:spPr>
            <a:xfrm>
              <a:off x="11250315" y="4651798"/>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10" name="Picture Placeholder 83">
              <a:extLst>
                <a:ext uri="{FF2B5EF4-FFF2-40B4-BE49-F238E27FC236}">
                  <a16:creationId xmlns:a16="http://schemas.microsoft.com/office/drawing/2014/main" id="{013D1E86-D430-B102-C2C3-DECDD7659260}"/>
                </a:ext>
              </a:extLst>
            </p:cNvPr>
            <p:cNvSpPr/>
            <p:nvPr/>
          </p:nvSpPr>
          <p:spPr>
            <a:xfrm>
              <a:off x="11313561" y="4651798"/>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11" name="Picture Placeholder 83">
              <a:extLst>
                <a:ext uri="{FF2B5EF4-FFF2-40B4-BE49-F238E27FC236}">
                  <a16:creationId xmlns:a16="http://schemas.microsoft.com/office/drawing/2014/main" id="{B4849D99-82D0-3346-AF55-E3421D5F52B1}"/>
                </a:ext>
              </a:extLst>
            </p:cNvPr>
            <p:cNvSpPr/>
            <p:nvPr/>
          </p:nvSpPr>
          <p:spPr>
            <a:xfrm>
              <a:off x="11187069" y="4715176"/>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12" name="Picture Placeholder 83">
              <a:extLst>
                <a:ext uri="{FF2B5EF4-FFF2-40B4-BE49-F238E27FC236}">
                  <a16:creationId xmlns:a16="http://schemas.microsoft.com/office/drawing/2014/main" id="{352620F6-FB86-E684-81CB-C11F1C28526C}"/>
                </a:ext>
              </a:extLst>
            </p:cNvPr>
            <p:cNvSpPr/>
            <p:nvPr/>
          </p:nvSpPr>
          <p:spPr>
            <a:xfrm>
              <a:off x="11250315" y="4715176"/>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13" name="Picture Placeholder 83">
              <a:extLst>
                <a:ext uri="{FF2B5EF4-FFF2-40B4-BE49-F238E27FC236}">
                  <a16:creationId xmlns:a16="http://schemas.microsoft.com/office/drawing/2014/main" id="{D31E4A05-EA6E-98AC-13C4-3FBE08C61E73}"/>
                </a:ext>
              </a:extLst>
            </p:cNvPr>
            <p:cNvSpPr/>
            <p:nvPr/>
          </p:nvSpPr>
          <p:spPr>
            <a:xfrm>
              <a:off x="11313561" y="4715176"/>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14" name="Picture Placeholder 83">
              <a:extLst>
                <a:ext uri="{FF2B5EF4-FFF2-40B4-BE49-F238E27FC236}">
                  <a16:creationId xmlns:a16="http://schemas.microsoft.com/office/drawing/2014/main" id="{32A8ADF0-4230-9884-AA39-2812A2504E5B}"/>
                </a:ext>
              </a:extLst>
            </p:cNvPr>
            <p:cNvSpPr/>
            <p:nvPr/>
          </p:nvSpPr>
          <p:spPr>
            <a:xfrm>
              <a:off x="11187069" y="4778554"/>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15" name="Picture Placeholder 83">
              <a:extLst>
                <a:ext uri="{FF2B5EF4-FFF2-40B4-BE49-F238E27FC236}">
                  <a16:creationId xmlns:a16="http://schemas.microsoft.com/office/drawing/2014/main" id="{CA8C1EE0-8001-97C4-0AA6-D4F8E2DE8201}"/>
                </a:ext>
              </a:extLst>
            </p:cNvPr>
            <p:cNvSpPr/>
            <p:nvPr/>
          </p:nvSpPr>
          <p:spPr>
            <a:xfrm>
              <a:off x="11250315" y="4778554"/>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16" name="Picture Placeholder 83">
              <a:extLst>
                <a:ext uri="{FF2B5EF4-FFF2-40B4-BE49-F238E27FC236}">
                  <a16:creationId xmlns:a16="http://schemas.microsoft.com/office/drawing/2014/main" id="{78C8ABF2-E7BF-D32C-2E01-45C34FB92C7F}"/>
                </a:ext>
              </a:extLst>
            </p:cNvPr>
            <p:cNvSpPr/>
            <p:nvPr/>
          </p:nvSpPr>
          <p:spPr>
            <a:xfrm>
              <a:off x="11313561" y="4778554"/>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17" name="Picture Placeholder 83">
              <a:extLst>
                <a:ext uri="{FF2B5EF4-FFF2-40B4-BE49-F238E27FC236}">
                  <a16:creationId xmlns:a16="http://schemas.microsoft.com/office/drawing/2014/main" id="{6CEBBC2D-E6BA-750A-9C7A-F673E6A91953}"/>
                </a:ext>
              </a:extLst>
            </p:cNvPr>
            <p:cNvSpPr/>
            <p:nvPr/>
          </p:nvSpPr>
          <p:spPr>
            <a:xfrm>
              <a:off x="11187069" y="4841932"/>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18" name="Picture Placeholder 83">
              <a:extLst>
                <a:ext uri="{FF2B5EF4-FFF2-40B4-BE49-F238E27FC236}">
                  <a16:creationId xmlns:a16="http://schemas.microsoft.com/office/drawing/2014/main" id="{D16B7A07-A0B4-0856-EBB0-01632E906CAC}"/>
                </a:ext>
              </a:extLst>
            </p:cNvPr>
            <p:cNvSpPr/>
            <p:nvPr/>
          </p:nvSpPr>
          <p:spPr>
            <a:xfrm>
              <a:off x="11250315" y="4841932"/>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19" name="Picture Placeholder 83">
              <a:extLst>
                <a:ext uri="{FF2B5EF4-FFF2-40B4-BE49-F238E27FC236}">
                  <a16:creationId xmlns:a16="http://schemas.microsoft.com/office/drawing/2014/main" id="{B30B6C8A-17A5-CCFA-CC4E-1F9E8ACFE6F1}"/>
                </a:ext>
              </a:extLst>
            </p:cNvPr>
            <p:cNvSpPr/>
            <p:nvPr/>
          </p:nvSpPr>
          <p:spPr>
            <a:xfrm>
              <a:off x="11313561" y="4841932"/>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20" name="Picture Placeholder 83">
              <a:extLst>
                <a:ext uri="{FF2B5EF4-FFF2-40B4-BE49-F238E27FC236}">
                  <a16:creationId xmlns:a16="http://schemas.microsoft.com/office/drawing/2014/main" id="{8CA5641C-D3F5-7B5D-1DEB-22E46977F4EE}"/>
                </a:ext>
              </a:extLst>
            </p:cNvPr>
            <p:cNvSpPr/>
            <p:nvPr/>
          </p:nvSpPr>
          <p:spPr>
            <a:xfrm>
              <a:off x="11187069" y="4905309"/>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21" name="Picture Placeholder 83">
              <a:extLst>
                <a:ext uri="{FF2B5EF4-FFF2-40B4-BE49-F238E27FC236}">
                  <a16:creationId xmlns:a16="http://schemas.microsoft.com/office/drawing/2014/main" id="{3D1ACF9E-F5E3-6BA2-BCFC-AD6FFB263742}"/>
                </a:ext>
              </a:extLst>
            </p:cNvPr>
            <p:cNvSpPr/>
            <p:nvPr/>
          </p:nvSpPr>
          <p:spPr>
            <a:xfrm>
              <a:off x="11250315" y="4905309"/>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22" name="Picture Placeholder 83">
              <a:extLst>
                <a:ext uri="{FF2B5EF4-FFF2-40B4-BE49-F238E27FC236}">
                  <a16:creationId xmlns:a16="http://schemas.microsoft.com/office/drawing/2014/main" id="{18203651-DF12-FB9D-5157-BC989E7209AA}"/>
                </a:ext>
              </a:extLst>
            </p:cNvPr>
            <p:cNvSpPr/>
            <p:nvPr/>
          </p:nvSpPr>
          <p:spPr>
            <a:xfrm>
              <a:off x="11313561" y="4905309"/>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23" name="Picture Placeholder 83">
              <a:extLst>
                <a:ext uri="{FF2B5EF4-FFF2-40B4-BE49-F238E27FC236}">
                  <a16:creationId xmlns:a16="http://schemas.microsoft.com/office/drawing/2014/main" id="{0C230CDD-7696-E4D0-8B02-F4CC0354404B}"/>
                </a:ext>
              </a:extLst>
            </p:cNvPr>
            <p:cNvSpPr/>
            <p:nvPr/>
          </p:nvSpPr>
          <p:spPr>
            <a:xfrm>
              <a:off x="11187069" y="4968687"/>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24" name="Picture Placeholder 83">
              <a:extLst>
                <a:ext uri="{FF2B5EF4-FFF2-40B4-BE49-F238E27FC236}">
                  <a16:creationId xmlns:a16="http://schemas.microsoft.com/office/drawing/2014/main" id="{AE547ECA-311C-7165-B284-10E46AD0F863}"/>
                </a:ext>
              </a:extLst>
            </p:cNvPr>
            <p:cNvSpPr/>
            <p:nvPr/>
          </p:nvSpPr>
          <p:spPr>
            <a:xfrm>
              <a:off x="11250315" y="4968687"/>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25" name="Picture Placeholder 83">
              <a:extLst>
                <a:ext uri="{FF2B5EF4-FFF2-40B4-BE49-F238E27FC236}">
                  <a16:creationId xmlns:a16="http://schemas.microsoft.com/office/drawing/2014/main" id="{9DAC1F1D-7A16-F6EE-69A4-0818A610EF38}"/>
                </a:ext>
              </a:extLst>
            </p:cNvPr>
            <p:cNvSpPr/>
            <p:nvPr/>
          </p:nvSpPr>
          <p:spPr>
            <a:xfrm>
              <a:off x="11313561" y="4968687"/>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26" name="Picture Placeholder 83">
              <a:extLst>
                <a:ext uri="{FF2B5EF4-FFF2-40B4-BE49-F238E27FC236}">
                  <a16:creationId xmlns:a16="http://schemas.microsoft.com/office/drawing/2014/main" id="{F3AA1530-BB45-CFE9-1E2D-C67AF6359C14}"/>
                </a:ext>
              </a:extLst>
            </p:cNvPr>
            <p:cNvSpPr/>
            <p:nvPr/>
          </p:nvSpPr>
          <p:spPr>
            <a:xfrm>
              <a:off x="11424241" y="4790089"/>
              <a:ext cx="126492" cy="15844"/>
            </a:xfrm>
            <a:custGeom>
              <a:avLst/>
              <a:gdLst>
                <a:gd name="connsiteX0" fmla="*/ 0 w 126492"/>
                <a:gd name="connsiteY0" fmla="*/ 0 h 15844"/>
                <a:gd name="connsiteX1" fmla="*/ 126492 w 126492"/>
                <a:gd name="connsiteY1" fmla="*/ 0 h 15844"/>
                <a:gd name="connsiteX2" fmla="*/ 126492 w 126492"/>
                <a:gd name="connsiteY2" fmla="*/ 15844 h 15844"/>
                <a:gd name="connsiteX3" fmla="*/ 0 w 126492"/>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26492" h="15844">
                  <a:moveTo>
                    <a:pt x="0" y="0"/>
                  </a:moveTo>
                  <a:lnTo>
                    <a:pt x="126492" y="0"/>
                  </a:lnTo>
                  <a:lnTo>
                    <a:pt x="126492" y="15844"/>
                  </a:lnTo>
                  <a:lnTo>
                    <a:pt x="0" y="15844"/>
                  </a:lnTo>
                  <a:close/>
                </a:path>
              </a:pathLst>
            </a:custGeom>
            <a:grpFill/>
            <a:ln w="6271" cap="flat">
              <a:noFill/>
              <a:prstDash val="solid"/>
              <a:miter/>
            </a:ln>
          </p:spPr>
          <p:txBody>
            <a:bodyPr rtlCol="0" anchor="ctr"/>
            <a:lstStyle/>
            <a:p>
              <a:endParaRPr lang="en-US"/>
            </a:p>
          </p:txBody>
        </p:sp>
        <p:sp>
          <p:nvSpPr>
            <p:cNvPr id="427" name="Picture Placeholder 83">
              <a:extLst>
                <a:ext uri="{FF2B5EF4-FFF2-40B4-BE49-F238E27FC236}">
                  <a16:creationId xmlns:a16="http://schemas.microsoft.com/office/drawing/2014/main" id="{797CC56F-7990-FFBB-3652-2B3C141E7BF2}"/>
                </a:ext>
              </a:extLst>
            </p:cNvPr>
            <p:cNvSpPr/>
            <p:nvPr/>
          </p:nvSpPr>
          <p:spPr>
            <a:xfrm>
              <a:off x="11424241" y="4853466"/>
              <a:ext cx="126492" cy="15844"/>
            </a:xfrm>
            <a:custGeom>
              <a:avLst/>
              <a:gdLst>
                <a:gd name="connsiteX0" fmla="*/ 0 w 126492"/>
                <a:gd name="connsiteY0" fmla="*/ 0 h 15844"/>
                <a:gd name="connsiteX1" fmla="*/ 126492 w 126492"/>
                <a:gd name="connsiteY1" fmla="*/ 0 h 15844"/>
                <a:gd name="connsiteX2" fmla="*/ 126492 w 126492"/>
                <a:gd name="connsiteY2" fmla="*/ 15844 h 15844"/>
                <a:gd name="connsiteX3" fmla="*/ 0 w 126492"/>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26492" h="15844">
                  <a:moveTo>
                    <a:pt x="0" y="0"/>
                  </a:moveTo>
                  <a:lnTo>
                    <a:pt x="126492" y="0"/>
                  </a:lnTo>
                  <a:lnTo>
                    <a:pt x="126492" y="15844"/>
                  </a:lnTo>
                  <a:lnTo>
                    <a:pt x="0" y="15844"/>
                  </a:lnTo>
                  <a:close/>
                </a:path>
              </a:pathLst>
            </a:custGeom>
            <a:grpFill/>
            <a:ln w="6271" cap="flat">
              <a:noFill/>
              <a:prstDash val="solid"/>
              <a:miter/>
            </a:ln>
          </p:spPr>
          <p:txBody>
            <a:bodyPr rtlCol="0" anchor="ctr"/>
            <a:lstStyle/>
            <a:p>
              <a:endParaRPr lang="en-US"/>
            </a:p>
          </p:txBody>
        </p:sp>
        <p:sp>
          <p:nvSpPr>
            <p:cNvPr id="428" name="Picture Placeholder 83">
              <a:extLst>
                <a:ext uri="{FF2B5EF4-FFF2-40B4-BE49-F238E27FC236}">
                  <a16:creationId xmlns:a16="http://schemas.microsoft.com/office/drawing/2014/main" id="{46EF36E5-32D0-2601-FA55-6EFF2DA0DF40}"/>
                </a:ext>
              </a:extLst>
            </p:cNvPr>
            <p:cNvSpPr/>
            <p:nvPr/>
          </p:nvSpPr>
          <p:spPr>
            <a:xfrm>
              <a:off x="11424241" y="4916844"/>
              <a:ext cx="126492" cy="15844"/>
            </a:xfrm>
            <a:custGeom>
              <a:avLst/>
              <a:gdLst>
                <a:gd name="connsiteX0" fmla="*/ 0 w 126492"/>
                <a:gd name="connsiteY0" fmla="*/ 0 h 15844"/>
                <a:gd name="connsiteX1" fmla="*/ 126492 w 126492"/>
                <a:gd name="connsiteY1" fmla="*/ 0 h 15844"/>
                <a:gd name="connsiteX2" fmla="*/ 126492 w 126492"/>
                <a:gd name="connsiteY2" fmla="*/ 15844 h 15844"/>
                <a:gd name="connsiteX3" fmla="*/ 0 w 126492"/>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26492" h="15844">
                  <a:moveTo>
                    <a:pt x="0" y="0"/>
                  </a:moveTo>
                  <a:lnTo>
                    <a:pt x="126492" y="0"/>
                  </a:lnTo>
                  <a:lnTo>
                    <a:pt x="126492" y="15844"/>
                  </a:lnTo>
                  <a:lnTo>
                    <a:pt x="0" y="15844"/>
                  </a:lnTo>
                  <a:close/>
                </a:path>
              </a:pathLst>
            </a:custGeom>
            <a:grpFill/>
            <a:ln w="6271" cap="flat">
              <a:noFill/>
              <a:prstDash val="solid"/>
              <a:miter/>
            </a:ln>
          </p:spPr>
          <p:txBody>
            <a:bodyPr rtlCol="0" anchor="ctr"/>
            <a:lstStyle/>
            <a:p>
              <a:endParaRPr lang="en-US"/>
            </a:p>
          </p:txBody>
        </p:sp>
        <p:sp>
          <p:nvSpPr>
            <p:cNvPr id="429" name="Picture Placeholder 83">
              <a:extLst>
                <a:ext uri="{FF2B5EF4-FFF2-40B4-BE49-F238E27FC236}">
                  <a16:creationId xmlns:a16="http://schemas.microsoft.com/office/drawing/2014/main" id="{0A98B70D-23BC-4A99-3D41-72B41B531E4D}"/>
                </a:ext>
              </a:extLst>
            </p:cNvPr>
            <p:cNvSpPr/>
            <p:nvPr/>
          </p:nvSpPr>
          <p:spPr>
            <a:xfrm>
              <a:off x="11424241" y="4980222"/>
              <a:ext cx="126492" cy="15844"/>
            </a:xfrm>
            <a:custGeom>
              <a:avLst/>
              <a:gdLst>
                <a:gd name="connsiteX0" fmla="*/ 0 w 126492"/>
                <a:gd name="connsiteY0" fmla="*/ 0 h 15844"/>
                <a:gd name="connsiteX1" fmla="*/ 126492 w 126492"/>
                <a:gd name="connsiteY1" fmla="*/ 0 h 15844"/>
                <a:gd name="connsiteX2" fmla="*/ 126492 w 126492"/>
                <a:gd name="connsiteY2" fmla="*/ 15844 h 15844"/>
                <a:gd name="connsiteX3" fmla="*/ 0 w 126492"/>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26492" h="15844">
                  <a:moveTo>
                    <a:pt x="0" y="0"/>
                  </a:moveTo>
                  <a:lnTo>
                    <a:pt x="126492" y="0"/>
                  </a:lnTo>
                  <a:lnTo>
                    <a:pt x="126492" y="15844"/>
                  </a:lnTo>
                  <a:lnTo>
                    <a:pt x="0" y="15844"/>
                  </a:lnTo>
                  <a:close/>
                </a:path>
              </a:pathLst>
            </a:custGeom>
            <a:grpFill/>
            <a:ln w="6271" cap="flat">
              <a:noFill/>
              <a:prstDash val="solid"/>
              <a:miter/>
            </a:ln>
          </p:spPr>
          <p:txBody>
            <a:bodyPr rtlCol="0" anchor="ctr"/>
            <a:lstStyle/>
            <a:p>
              <a:endParaRPr lang="en-US"/>
            </a:p>
          </p:txBody>
        </p:sp>
      </p:grpSp>
      <p:grpSp>
        <p:nvGrpSpPr>
          <p:cNvPr id="430" name="Group 429" descr="Location – Buildings&#10;">
            <a:extLst>
              <a:ext uri="{FF2B5EF4-FFF2-40B4-BE49-F238E27FC236}">
                <a16:creationId xmlns:a16="http://schemas.microsoft.com/office/drawing/2014/main" id="{34DCAAA7-4758-9A22-9787-502692587F7A}"/>
              </a:ext>
            </a:extLst>
          </p:cNvPr>
          <p:cNvGrpSpPr>
            <a:grpSpLocks noChangeAspect="1"/>
          </p:cNvGrpSpPr>
          <p:nvPr/>
        </p:nvGrpSpPr>
        <p:grpSpPr>
          <a:xfrm>
            <a:off x="10559058" y="2800262"/>
            <a:ext cx="537591" cy="602215"/>
            <a:chOff x="11107442" y="4477953"/>
            <a:chExt cx="537591" cy="602215"/>
          </a:xfrm>
          <a:solidFill>
            <a:schemeClr val="tx1"/>
          </a:solidFill>
        </p:grpSpPr>
        <p:sp>
          <p:nvSpPr>
            <p:cNvPr id="431" name="Picture Placeholder 83">
              <a:extLst>
                <a:ext uri="{FF2B5EF4-FFF2-40B4-BE49-F238E27FC236}">
                  <a16:creationId xmlns:a16="http://schemas.microsoft.com/office/drawing/2014/main" id="{197186CB-CC64-9672-7385-141D4AB3C2A5}"/>
                </a:ext>
              </a:extLst>
            </p:cNvPr>
            <p:cNvSpPr/>
            <p:nvPr/>
          </p:nvSpPr>
          <p:spPr>
            <a:xfrm>
              <a:off x="11139698" y="4477953"/>
              <a:ext cx="237172" cy="602089"/>
            </a:xfrm>
            <a:custGeom>
              <a:avLst/>
              <a:gdLst>
                <a:gd name="connsiteX0" fmla="*/ 15812 w 237172"/>
                <a:gd name="connsiteY0" fmla="*/ 602089 h 602089"/>
                <a:gd name="connsiteX1" fmla="*/ 0 w 237172"/>
                <a:gd name="connsiteY1" fmla="*/ 602089 h 602089"/>
                <a:gd name="connsiteX2" fmla="*/ 0 w 237172"/>
                <a:gd name="connsiteY2" fmla="*/ 0 h 602089"/>
                <a:gd name="connsiteX3" fmla="*/ 237173 w 237172"/>
                <a:gd name="connsiteY3" fmla="*/ 0 h 602089"/>
                <a:gd name="connsiteX4" fmla="*/ 237173 w 237172"/>
                <a:gd name="connsiteY4" fmla="*/ 221822 h 602089"/>
                <a:gd name="connsiteX5" fmla="*/ 221361 w 237172"/>
                <a:gd name="connsiteY5" fmla="*/ 221822 h 602089"/>
                <a:gd name="connsiteX6" fmla="*/ 221361 w 237172"/>
                <a:gd name="connsiteY6" fmla="*/ 15844 h 602089"/>
                <a:gd name="connsiteX7" fmla="*/ 15812 w 237172"/>
                <a:gd name="connsiteY7" fmla="*/ 15844 h 602089"/>
                <a:gd name="connsiteX8" fmla="*/ 15812 w 237172"/>
                <a:gd name="connsiteY8" fmla="*/ 602089 h 602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172" h="602089">
                  <a:moveTo>
                    <a:pt x="15812" y="602089"/>
                  </a:moveTo>
                  <a:lnTo>
                    <a:pt x="0" y="602089"/>
                  </a:lnTo>
                  <a:lnTo>
                    <a:pt x="0" y="0"/>
                  </a:lnTo>
                  <a:lnTo>
                    <a:pt x="237173" y="0"/>
                  </a:lnTo>
                  <a:lnTo>
                    <a:pt x="237173" y="221822"/>
                  </a:lnTo>
                  <a:lnTo>
                    <a:pt x="221361" y="221822"/>
                  </a:lnTo>
                  <a:lnTo>
                    <a:pt x="221361" y="15844"/>
                  </a:lnTo>
                  <a:lnTo>
                    <a:pt x="15812" y="15844"/>
                  </a:lnTo>
                  <a:lnTo>
                    <a:pt x="15812" y="602089"/>
                  </a:lnTo>
                  <a:close/>
                </a:path>
              </a:pathLst>
            </a:custGeom>
            <a:grpFill/>
            <a:ln w="6271" cap="flat">
              <a:noFill/>
              <a:prstDash val="solid"/>
              <a:miter/>
            </a:ln>
          </p:spPr>
          <p:txBody>
            <a:bodyPr rtlCol="0" anchor="ctr"/>
            <a:lstStyle/>
            <a:p>
              <a:endParaRPr lang="en-US"/>
            </a:p>
          </p:txBody>
        </p:sp>
        <p:sp>
          <p:nvSpPr>
            <p:cNvPr id="432" name="Picture Placeholder 83">
              <a:extLst>
                <a:ext uri="{FF2B5EF4-FFF2-40B4-BE49-F238E27FC236}">
                  <a16:creationId xmlns:a16="http://schemas.microsoft.com/office/drawing/2014/main" id="{2EC42BAF-D00A-0E5E-19F3-855FB7EF13B5}"/>
                </a:ext>
              </a:extLst>
            </p:cNvPr>
            <p:cNvSpPr/>
            <p:nvPr/>
          </p:nvSpPr>
          <p:spPr>
            <a:xfrm>
              <a:off x="11107442" y="5064324"/>
              <a:ext cx="537591" cy="15844"/>
            </a:xfrm>
            <a:custGeom>
              <a:avLst/>
              <a:gdLst>
                <a:gd name="connsiteX0" fmla="*/ 0 w 537591"/>
                <a:gd name="connsiteY0" fmla="*/ 0 h 15844"/>
                <a:gd name="connsiteX1" fmla="*/ 537591 w 537591"/>
                <a:gd name="connsiteY1" fmla="*/ 0 h 15844"/>
                <a:gd name="connsiteX2" fmla="*/ 537591 w 537591"/>
                <a:gd name="connsiteY2" fmla="*/ 15844 h 15844"/>
                <a:gd name="connsiteX3" fmla="*/ 0 w 53759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537591" h="15844">
                  <a:moveTo>
                    <a:pt x="0" y="0"/>
                  </a:moveTo>
                  <a:lnTo>
                    <a:pt x="537591" y="0"/>
                  </a:lnTo>
                  <a:lnTo>
                    <a:pt x="537591" y="15844"/>
                  </a:lnTo>
                  <a:lnTo>
                    <a:pt x="0" y="15844"/>
                  </a:lnTo>
                  <a:close/>
                </a:path>
              </a:pathLst>
            </a:custGeom>
            <a:grpFill/>
            <a:ln w="6271" cap="flat">
              <a:noFill/>
              <a:prstDash val="solid"/>
              <a:miter/>
            </a:ln>
          </p:spPr>
          <p:txBody>
            <a:bodyPr rtlCol="0" anchor="ctr"/>
            <a:lstStyle/>
            <a:p>
              <a:endParaRPr lang="en-US"/>
            </a:p>
          </p:txBody>
        </p:sp>
        <p:sp>
          <p:nvSpPr>
            <p:cNvPr id="433" name="Picture Placeholder 83">
              <a:extLst>
                <a:ext uri="{FF2B5EF4-FFF2-40B4-BE49-F238E27FC236}">
                  <a16:creationId xmlns:a16="http://schemas.microsoft.com/office/drawing/2014/main" id="{9E668F7D-36EE-766B-372F-554323EE3E2D}"/>
                </a:ext>
              </a:extLst>
            </p:cNvPr>
            <p:cNvSpPr/>
            <p:nvPr/>
          </p:nvSpPr>
          <p:spPr>
            <a:xfrm>
              <a:off x="11360173" y="4730070"/>
              <a:ext cx="252984" cy="344331"/>
            </a:xfrm>
            <a:custGeom>
              <a:avLst/>
              <a:gdLst>
                <a:gd name="connsiteX0" fmla="*/ 252984 w 252984"/>
                <a:gd name="connsiteY0" fmla="*/ 344332 h 344331"/>
                <a:gd name="connsiteX1" fmla="*/ 237173 w 252984"/>
                <a:gd name="connsiteY1" fmla="*/ 344332 h 344331"/>
                <a:gd name="connsiteX2" fmla="*/ 237173 w 252984"/>
                <a:gd name="connsiteY2" fmla="*/ 15844 h 344331"/>
                <a:gd name="connsiteX3" fmla="*/ 15812 w 252984"/>
                <a:gd name="connsiteY3" fmla="*/ 15844 h 344331"/>
                <a:gd name="connsiteX4" fmla="*/ 15812 w 252984"/>
                <a:gd name="connsiteY4" fmla="*/ 303200 h 344331"/>
                <a:gd name="connsiteX5" fmla="*/ 0 w 252984"/>
                <a:gd name="connsiteY5" fmla="*/ 303200 h 344331"/>
                <a:gd name="connsiteX6" fmla="*/ 0 w 252984"/>
                <a:gd name="connsiteY6" fmla="*/ 0 h 344331"/>
                <a:gd name="connsiteX7" fmla="*/ 252984 w 252984"/>
                <a:gd name="connsiteY7" fmla="*/ 0 h 344331"/>
                <a:gd name="connsiteX8" fmla="*/ 252984 w 252984"/>
                <a:gd name="connsiteY8" fmla="*/ 344332 h 344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984" h="344331">
                  <a:moveTo>
                    <a:pt x="252984" y="344332"/>
                  </a:moveTo>
                  <a:lnTo>
                    <a:pt x="237173" y="344332"/>
                  </a:lnTo>
                  <a:lnTo>
                    <a:pt x="237173" y="15844"/>
                  </a:lnTo>
                  <a:lnTo>
                    <a:pt x="15812" y="15844"/>
                  </a:lnTo>
                  <a:lnTo>
                    <a:pt x="15812" y="303200"/>
                  </a:lnTo>
                  <a:lnTo>
                    <a:pt x="0" y="303200"/>
                  </a:lnTo>
                  <a:lnTo>
                    <a:pt x="0" y="0"/>
                  </a:lnTo>
                  <a:lnTo>
                    <a:pt x="252984" y="0"/>
                  </a:lnTo>
                  <a:lnTo>
                    <a:pt x="252984" y="344332"/>
                  </a:lnTo>
                  <a:close/>
                </a:path>
              </a:pathLst>
            </a:custGeom>
            <a:grpFill/>
            <a:ln w="6271" cap="flat">
              <a:noFill/>
              <a:prstDash val="solid"/>
              <a:miter/>
            </a:ln>
          </p:spPr>
          <p:txBody>
            <a:bodyPr rtlCol="0" anchor="ctr"/>
            <a:lstStyle/>
            <a:p>
              <a:endParaRPr lang="en-US"/>
            </a:p>
          </p:txBody>
        </p:sp>
        <p:sp>
          <p:nvSpPr>
            <p:cNvPr id="434" name="Picture Placeholder 83">
              <a:extLst>
                <a:ext uri="{FF2B5EF4-FFF2-40B4-BE49-F238E27FC236}">
                  <a16:creationId xmlns:a16="http://schemas.microsoft.com/office/drawing/2014/main" id="{693E8E1B-4CFB-B888-040E-B0B6546DCE3B}"/>
                </a:ext>
              </a:extLst>
            </p:cNvPr>
            <p:cNvSpPr/>
            <p:nvPr/>
          </p:nvSpPr>
          <p:spPr>
            <a:xfrm>
              <a:off x="11187069" y="4525042"/>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35" name="Picture Placeholder 83">
              <a:extLst>
                <a:ext uri="{FF2B5EF4-FFF2-40B4-BE49-F238E27FC236}">
                  <a16:creationId xmlns:a16="http://schemas.microsoft.com/office/drawing/2014/main" id="{2AC551FB-B9ED-DDFD-68C1-77BE0332E0CC}"/>
                </a:ext>
              </a:extLst>
            </p:cNvPr>
            <p:cNvSpPr/>
            <p:nvPr/>
          </p:nvSpPr>
          <p:spPr>
            <a:xfrm>
              <a:off x="11250315" y="4525042"/>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36" name="Picture Placeholder 83">
              <a:extLst>
                <a:ext uri="{FF2B5EF4-FFF2-40B4-BE49-F238E27FC236}">
                  <a16:creationId xmlns:a16="http://schemas.microsoft.com/office/drawing/2014/main" id="{28A17948-967C-BA09-9206-2AA139CD87A5}"/>
                </a:ext>
              </a:extLst>
            </p:cNvPr>
            <p:cNvSpPr/>
            <p:nvPr/>
          </p:nvSpPr>
          <p:spPr>
            <a:xfrm>
              <a:off x="11313561" y="4525042"/>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37" name="Picture Placeholder 83">
              <a:extLst>
                <a:ext uri="{FF2B5EF4-FFF2-40B4-BE49-F238E27FC236}">
                  <a16:creationId xmlns:a16="http://schemas.microsoft.com/office/drawing/2014/main" id="{877068F6-4860-4A01-766F-B0DA38629810}"/>
                </a:ext>
              </a:extLst>
            </p:cNvPr>
            <p:cNvSpPr/>
            <p:nvPr/>
          </p:nvSpPr>
          <p:spPr>
            <a:xfrm>
              <a:off x="11187069" y="4588420"/>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38" name="Picture Placeholder 83">
              <a:extLst>
                <a:ext uri="{FF2B5EF4-FFF2-40B4-BE49-F238E27FC236}">
                  <a16:creationId xmlns:a16="http://schemas.microsoft.com/office/drawing/2014/main" id="{1E67DC55-0F3E-CBE2-1F68-8F0DFF1C7F0B}"/>
                </a:ext>
              </a:extLst>
            </p:cNvPr>
            <p:cNvSpPr/>
            <p:nvPr/>
          </p:nvSpPr>
          <p:spPr>
            <a:xfrm>
              <a:off x="11250315" y="4588420"/>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39" name="Picture Placeholder 83">
              <a:extLst>
                <a:ext uri="{FF2B5EF4-FFF2-40B4-BE49-F238E27FC236}">
                  <a16:creationId xmlns:a16="http://schemas.microsoft.com/office/drawing/2014/main" id="{95F05D65-3C94-0F6E-2C4C-04065EC7D05E}"/>
                </a:ext>
              </a:extLst>
            </p:cNvPr>
            <p:cNvSpPr/>
            <p:nvPr/>
          </p:nvSpPr>
          <p:spPr>
            <a:xfrm>
              <a:off x="11313561" y="4588420"/>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40" name="Picture Placeholder 83">
              <a:extLst>
                <a:ext uri="{FF2B5EF4-FFF2-40B4-BE49-F238E27FC236}">
                  <a16:creationId xmlns:a16="http://schemas.microsoft.com/office/drawing/2014/main" id="{6EA23127-A33B-5A40-630E-1919B662FC2F}"/>
                </a:ext>
              </a:extLst>
            </p:cNvPr>
            <p:cNvSpPr/>
            <p:nvPr/>
          </p:nvSpPr>
          <p:spPr>
            <a:xfrm>
              <a:off x="11187069" y="4651798"/>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41" name="Picture Placeholder 83">
              <a:extLst>
                <a:ext uri="{FF2B5EF4-FFF2-40B4-BE49-F238E27FC236}">
                  <a16:creationId xmlns:a16="http://schemas.microsoft.com/office/drawing/2014/main" id="{FA80F723-51E3-7227-9AC7-69DB2F339313}"/>
                </a:ext>
              </a:extLst>
            </p:cNvPr>
            <p:cNvSpPr/>
            <p:nvPr/>
          </p:nvSpPr>
          <p:spPr>
            <a:xfrm>
              <a:off x="11250315" y="4651798"/>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42" name="Picture Placeholder 83">
              <a:extLst>
                <a:ext uri="{FF2B5EF4-FFF2-40B4-BE49-F238E27FC236}">
                  <a16:creationId xmlns:a16="http://schemas.microsoft.com/office/drawing/2014/main" id="{1152C615-0FAD-80E2-40C3-C2DB9C2ADCAF}"/>
                </a:ext>
              </a:extLst>
            </p:cNvPr>
            <p:cNvSpPr/>
            <p:nvPr/>
          </p:nvSpPr>
          <p:spPr>
            <a:xfrm>
              <a:off x="11313561" y="4651798"/>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43" name="Picture Placeholder 83">
              <a:extLst>
                <a:ext uri="{FF2B5EF4-FFF2-40B4-BE49-F238E27FC236}">
                  <a16:creationId xmlns:a16="http://schemas.microsoft.com/office/drawing/2014/main" id="{D05C0A66-5228-8E54-2D2E-06E607DBA82A}"/>
                </a:ext>
              </a:extLst>
            </p:cNvPr>
            <p:cNvSpPr/>
            <p:nvPr/>
          </p:nvSpPr>
          <p:spPr>
            <a:xfrm>
              <a:off x="11187069" y="4715176"/>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44" name="Picture Placeholder 83">
              <a:extLst>
                <a:ext uri="{FF2B5EF4-FFF2-40B4-BE49-F238E27FC236}">
                  <a16:creationId xmlns:a16="http://schemas.microsoft.com/office/drawing/2014/main" id="{1817BA8F-41EB-95A2-E8D5-59A0E7C07352}"/>
                </a:ext>
              </a:extLst>
            </p:cNvPr>
            <p:cNvSpPr/>
            <p:nvPr/>
          </p:nvSpPr>
          <p:spPr>
            <a:xfrm>
              <a:off x="11250315" y="4715176"/>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45" name="Picture Placeholder 83">
              <a:extLst>
                <a:ext uri="{FF2B5EF4-FFF2-40B4-BE49-F238E27FC236}">
                  <a16:creationId xmlns:a16="http://schemas.microsoft.com/office/drawing/2014/main" id="{E3FAEAB6-E335-BADF-CD0A-7CD607C12579}"/>
                </a:ext>
              </a:extLst>
            </p:cNvPr>
            <p:cNvSpPr/>
            <p:nvPr/>
          </p:nvSpPr>
          <p:spPr>
            <a:xfrm>
              <a:off x="11313561" y="4715176"/>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46" name="Picture Placeholder 83">
              <a:extLst>
                <a:ext uri="{FF2B5EF4-FFF2-40B4-BE49-F238E27FC236}">
                  <a16:creationId xmlns:a16="http://schemas.microsoft.com/office/drawing/2014/main" id="{395935D8-7392-29C9-2180-2EA413692845}"/>
                </a:ext>
              </a:extLst>
            </p:cNvPr>
            <p:cNvSpPr/>
            <p:nvPr/>
          </p:nvSpPr>
          <p:spPr>
            <a:xfrm>
              <a:off x="11187069" y="4778554"/>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47" name="Picture Placeholder 83">
              <a:extLst>
                <a:ext uri="{FF2B5EF4-FFF2-40B4-BE49-F238E27FC236}">
                  <a16:creationId xmlns:a16="http://schemas.microsoft.com/office/drawing/2014/main" id="{C8A07E6D-A64F-5395-59F3-A30DBBF4898A}"/>
                </a:ext>
              </a:extLst>
            </p:cNvPr>
            <p:cNvSpPr/>
            <p:nvPr/>
          </p:nvSpPr>
          <p:spPr>
            <a:xfrm>
              <a:off x="11250315" y="4778554"/>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48" name="Picture Placeholder 83">
              <a:extLst>
                <a:ext uri="{FF2B5EF4-FFF2-40B4-BE49-F238E27FC236}">
                  <a16:creationId xmlns:a16="http://schemas.microsoft.com/office/drawing/2014/main" id="{2E7F502C-725C-EDCB-449F-C4BFD413A350}"/>
                </a:ext>
              </a:extLst>
            </p:cNvPr>
            <p:cNvSpPr/>
            <p:nvPr/>
          </p:nvSpPr>
          <p:spPr>
            <a:xfrm>
              <a:off x="11313561" y="4778554"/>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49" name="Picture Placeholder 83">
              <a:extLst>
                <a:ext uri="{FF2B5EF4-FFF2-40B4-BE49-F238E27FC236}">
                  <a16:creationId xmlns:a16="http://schemas.microsoft.com/office/drawing/2014/main" id="{3CF4D91E-566D-84C1-DAF3-8E0EABEDEF5E}"/>
                </a:ext>
              </a:extLst>
            </p:cNvPr>
            <p:cNvSpPr/>
            <p:nvPr/>
          </p:nvSpPr>
          <p:spPr>
            <a:xfrm>
              <a:off x="11187069" y="4841932"/>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50" name="Picture Placeholder 83">
              <a:extLst>
                <a:ext uri="{FF2B5EF4-FFF2-40B4-BE49-F238E27FC236}">
                  <a16:creationId xmlns:a16="http://schemas.microsoft.com/office/drawing/2014/main" id="{702B0D21-87FE-D49F-377F-EDD4B9F6A5FA}"/>
                </a:ext>
              </a:extLst>
            </p:cNvPr>
            <p:cNvSpPr/>
            <p:nvPr/>
          </p:nvSpPr>
          <p:spPr>
            <a:xfrm>
              <a:off x="11250315" y="4841932"/>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51" name="Picture Placeholder 83">
              <a:extLst>
                <a:ext uri="{FF2B5EF4-FFF2-40B4-BE49-F238E27FC236}">
                  <a16:creationId xmlns:a16="http://schemas.microsoft.com/office/drawing/2014/main" id="{5A749430-DC70-6C31-C504-08C11251D66B}"/>
                </a:ext>
              </a:extLst>
            </p:cNvPr>
            <p:cNvSpPr/>
            <p:nvPr/>
          </p:nvSpPr>
          <p:spPr>
            <a:xfrm>
              <a:off x="11313561" y="4841932"/>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52" name="Picture Placeholder 83">
              <a:extLst>
                <a:ext uri="{FF2B5EF4-FFF2-40B4-BE49-F238E27FC236}">
                  <a16:creationId xmlns:a16="http://schemas.microsoft.com/office/drawing/2014/main" id="{CB879DB2-7E0F-716C-46FA-75DD2927C269}"/>
                </a:ext>
              </a:extLst>
            </p:cNvPr>
            <p:cNvSpPr/>
            <p:nvPr/>
          </p:nvSpPr>
          <p:spPr>
            <a:xfrm>
              <a:off x="11187069" y="4905309"/>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53" name="Picture Placeholder 83">
              <a:extLst>
                <a:ext uri="{FF2B5EF4-FFF2-40B4-BE49-F238E27FC236}">
                  <a16:creationId xmlns:a16="http://schemas.microsoft.com/office/drawing/2014/main" id="{B40FA8EA-C573-274A-DD60-984A63679095}"/>
                </a:ext>
              </a:extLst>
            </p:cNvPr>
            <p:cNvSpPr/>
            <p:nvPr/>
          </p:nvSpPr>
          <p:spPr>
            <a:xfrm>
              <a:off x="11250315" y="4905309"/>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54" name="Picture Placeholder 83">
              <a:extLst>
                <a:ext uri="{FF2B5EF4-FFF2-40B4-BE49-F238E27FC236}">
                  <a16:creationId xmlns:a16="http://schemas.microsoft.com/office/drawing/2014/main" id="{C071D524-FE26-2175-F61A-34CE69E1E9F0}"/>
                </a:ext>
              </a:extLst>
            </p:cNvPr>
            <p:cNvSpPr/>
            <p:nvPr/>
          </p:nvSpPr>
          <p:spPr>
            <a:xfrm>
              <a:off x="11313561" y="4905309"/>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55" name="Picture Placeholder 83">
              <a:extLst>
                <a:ext uri="{FF2B5EF4-FFF2-40B4-BE49-F238E27FC236}">
                  <a16:creationId xmlns:a16="http://schemas.microsoft.com/office/drawing/2014/main" id="{7D238EFC-CFA6-2EFA-FF62-6590CDCF885B}"/>
                </a:ext>
              </a:extLst>
            </p:cNvPr>
            <p:cNvSpPr/>
            <p:nvPr/>
          </p:nvSpPr>
          <p:spPr>
            <a:xfrm>
              <a:off x="11187069" y="4968687"/>
              <a:ext cx="15811" cy="15844"/>
            </a:xfrm>
            <a:custGeom>
              <a:avLst/>
              <a:gdLst>
                <a:gd name="connsiteX0" fmla="*/ 0 w 15811"/>
                <a:gd name="connsiteY0" fmla="*/ 0 h 15844"/>
                <a:gd name="connsiteX1" fmla="*/ 15811 w 15811"/>
                <a:gd name="connsiteY1" fmla="*/ 0 h 15844"/>
                <a:gd name="connsiteX2" fmla="*/ 15811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1" y="0"/>
                  </a:lnTo>
                  <a:lnTo>
                    <a:pt x="15811" y="15844"/>
                  </a:lnTo>
                  <a:lnTo>
                    <a:pt x="0" y="15844"/>
                  </a:lnTo>
                  <a:close/>
                </a:path>
              </a:pathLst>
            </a:custGeom>
            <a:grpFill/>
            <a:ln w="6271" cap="flat">
              <a:noFill/>
              <a:prstDash val="solid"/>
              <a:miter/>
            </a:ln>
          </p:spPr>
          <p:txBody>
            <a:bodyPr rtlCol="0" anchor="ctr"/>
            <a:lstStyle/>
            <a:p>
              <a:endParaRPr lang="en-US"/>
            </a:p>
          </p:txBody>
        </p:sp>
        <p:sp>
          <p:nvSpPr>
            <p:cNvPr id="456" name="Picture Placeholder 83">
              <a:extLst>
                <a:ext uri="{FF2B5EF4-FFF2-40B4-BE49-F238E27FC236}">
                  <a16:creationId xmlns:a16="http://schemas.microsoft.com/office/drawing/2014/main" id="{C018ED1F-51DC-0276-F955-DDD5C5A76E31}"/>
                </a:ext>
              </a:extLst>
            </p:cNvPr>
            <p:cNvSpPr/>
            <p:nvPr/>
          </p:nvSpPr>
          <p:spPr>
            <a:xfrm>
              <a:off x="11250315" y="4968687"/>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57" name="Picture Placeholder 83">
              <a:extLst>
                <a:ext uri="{FF2B5EF4-FFF2-40B4-BE49-F238E27FC236}">
                  <a16:creationId xmlns:a16="http://schemas.microsoft.com/office/drawing/2014/main" id="{9BE06C7F-F90D-0C10-FBB2-AD8E4EB3EB2C}"/>
                </a:ext>
              </a:extLst>
            </p:cNvPr>
            <p:cNvSpPr/>
            <p:nvPr/>
          </p:nvSpPr>
          <p:spPr>
            <a:xfrm>
              <a:off x="11313561" y="4968687"/>
              <a:ext cx="15811" cy="15844"/>
            </a:xfrm>
            <a:custGeom>
              <a:avLst/>
              <a:gdLst>
                <a:gd name="connsiteX0" fmla="*/ 0 w 15811"/>
                <a:gd name="connsiteY0" fmla="*/ 0 h 15844"/>
                <a:gd name="connsiteX1" fmla="*/ 15812 w 15811"/>
                <a:gd name="connsiteY1" fmla="*/ 0 h 15844"/>
                <a:gd name="connsiteX2" fmla="*/ 15812 w 15811"/>
                <a:gd name="connsiteY2" fmla="*/ 15844 h 15844"/>
                <a:gd name="connsiteX3" fmla="*/ 0 w 15811"/>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5811" h="15844">
                  <a:moveTo>
                    <a:pt x="0" y="0"/>
                  </a:moveTo>
                  <a:lnTo>
                    <a:pt x="15812" y="0"/>
                  </a:lnTo>
                  <a:lnTo>
                    <a:pt x="15812" y="15844"/>
                  </a:lnTo>
                  <a:lnTo>
                    <a:pt x="0" y="15844"/>
                  </a:lnTo>
                  <a:close/>
                </a:path>
              </a:pathLst>
            </a:custGeom>
            <a:grpFill/>
            <a:ln w="6271" cap="flat">
              <a:noFill/>
              <a:prstDash val="solid"/>
              <a:miter/>
            </a:ln>
          </p:spPr>
          <p:txBody>
            <a:bodyPr rtlCol="0" anchor="ctr"/>
            <a:lstStyle/>
            <a:p>
              <a:endParaRPr lang="en-US"/>
            </a:p>
          </p:txBody>
        </p:sp>
        <p:sp>
          <p:nvSpPr>
            <p:cNvPr id="458" name="Picture Placeholder 83">
              <a:extLst>
                <a:ext uri="{FF2B5EF4-FFF2-40B4-BE49-F238E27FC236}">
                  <a16:creationId xmlns:a16="http://schemas.microsoft.com/office/drawing/2014/main" id="{2A09179E-9B40-2902-1CF2-96BFA6900CB6}"/>
                </a:ext>
              </a:extLst>
            </p:cNvPr>
            <p:cNvSpPr/>
            <p:nvPr/>
          </p:nvSpPr>
          <p:spPr>
            <a:xfrm>
              <a:off x="11424241" y="4790089"/>
              <a:ext cx="126492" cy="15844"/>
            </a:xfrm>
            <a:custGeom>
              <a:avLst/>
              <a:gdLst>
                <a:gd name="connsiteX0" fmla="*/ 0 w 126492"/>
                <a:gd name="connsiteY0" fmla="*/ 0 h 15844"/>
                <a:gd name="connsiteX1" fmla="*/ 126492 w 126492"/>
                <a:gd name="connsiteY1" fmla="*/ 0 h 15844"/>
                <a:gd name="connsiteX2" fmla="*/ 126492 w 126492"/>
                <a:gd name="connsiteY2" fmla="*/ 15844 h 15844"/>
                <a:gd name="connsiteX3" fmla="*/ 0 w 126492"/>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26492" h="15844">
                  <a:moveTo>
                    <a:pt x="0" y="0"/>
                  </a:moveTo>
                  <a:lnTo>
                    <a:pt x="126492" y="0"/>
                  </a:lnTo>
                  <a:lnTo>
                    <a:pt x="126492" y="15844"/>
                  </a:lnTo>
                  <a:lnTo>
                    <a:pt x="0" y="15844"/>
                  </a:lnTo>
                  <a:close/>
                </a:path>
              </a:pathLst>
            </a:custGeom>
            <a:grpFill/>
            <a:ln w="6271" cap="flat">
              <a:noFill/>
              <a:prstDash val="solid"/>
              <a:miter/>
            </a:ln>
          </p:spPr>
          <p:txBody>
            <a:bodyPr rtlCol="0" anchor="ctr"/>
            <a:lstStyle/>
            <a:p>
              <a:endParaRPr lang="en-US"/>
            </a:p>
          </p:txBody>
        </p:sp>
        <p:sp>
          <p:nvSpPr>
            <p:cNvPr id="459" name="Picture Placeholder 83">
              <a:extLst>
                <a:ext uri="{FF2B5EF4-FFF2-40B4-BE49-F238E27FC236}">
                  <a16:creationId xmlns:a16="http://schemas.microsoft.com/office/drawing/2014/main" id="{E5EF2D96-70A0-63FD-6279-4DB9ECEA5DDF}"/>
                </a:ext>
              </a:extLst>
            </p:cNvPr>
            <p:cNvSpPr/>
            <p:nvPr/>
          </p:nvSpPr>
          <p:spPr>
            <a:xfrm>
              <a:off x="11424241" y="4853466"/>
              <a:ext cx="126492" cy="15844"/>
            </a:xfrm>
            <a:custGeom>
              <a:avLst/>
              <a:gdLst>
                <a:gd name="connsiteX0" fmla="*/ 0 w 126492"/>
                <a:gd name="connsiteY0" fmla="*/ 0 h 15844"/>
                <a:gd name="connsiteX1" fmla="*/ 126492 w 126492"/>
                <a:gd name="connsiteY1" fmla="*/ 0 h 15844"/>
                <a:gd name="connsiteX2" fmla="*/ 126492 w 126492"/>
                <a:gd name="connsiteY2" fmla="*/ 15844 h 15844"/>
                <a:gd name="connsiteX3" fmla="*/ 0 w 126492"/>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26492" h="15844">
                  <a:moveTo>
                    <a:pt x="0" y="0"/>
                  </a:moveTo>
                  <a:lnTo>
                    <a:pt x="126492" y="0"/>
                  </a:lnTo>
                  <a:lnTo>
                    <a:pt x="126492" y="15844"/>
                  </a:lnTo>
                  <a:lnTo>
                    <a:pt x="0" y="15844"/>
                  </a:lnTo>
                  <a:close/>
                </a:path>
              </a:pathLst>
            </a:custGeom>
            <a:grpFill/>
            <a:ln w="6271" cap="flat">
              <a:noFill/>
              <a:prstDash val="solid"/>
              <a:miter/>
            </a:ln>
          </p:spPr>
          <p:txBody>
            <a:bodyPr rtlCol="0" anchor="ctr"/>
            <a:lstStyle/>
            <a:p>
              <a:endParaRPr lang="en-US"/>
            </a:p>
          </p:txBody>
        </p:sp>
        <p:sp>
          <p:nvSpPr>
            <p:cNvPr id="460" name="Picture Placeholder 83">
              <a:extLst>
                <a:ext uri="{FF2B5EF4-FFF2-40B4-BE49-F238E27FC236}">
                  <a16:creationId xmlns:a16="http://schemas.microsoft.com/office/drawing/2014/main" id="{D607AFAE-D55F-CFC1-C277-AFD0600C41DC}"/>
                </a:ext>
              </a:extLst>
            </p:cNvPr>
            <p:cNvSpPr/>
            <p:nvPr/>
          </p:nvSpPr>
          <p:spPr>
            <a:xfrm>
              <a:off x="11424241" y="4916844"/>
              <a:ext cx="126492" cy="15844"/>
            </a:xfrm>
            <a:custGeom>
              <a:avLst/>
              <a:gdLst>
                <a:gd name="connsiteX0" fmla="*/ 0 w 126492"/>
                <a:gd name="connsiteY0" fmla="*/ 0 h 15844"/>
                <a:gd name="connsiteX1" fmla="*/ 126492 w 126492"/>
                <a:gd name="connsiteY1" fmla="*/ 0 h 15844"/>
                <a:gd name="connsiteX2" fmla="*/ 126492 w 126492"/>
                <a:gd name="connsiteY2" fmla="*/ 15844 h 15844"/>
                <a:gd name="connsiteX3" fmla="*/ 0 w 126492"/>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26492" h="15844">
                  <a:moveTo>
                    <a:pt x="0" y="0"/>
                  </a:moveTo>
                  <a:lnTo>
                    <a:pt x="126492" y="0"/>
                  </a:lnTo>
                  <a:lnTo>
                    <a:pt x="126492" y="15844"/>
                  </a:lnTo>
                  <a:lnTo>
                    <a:pt x="0" y="15844"/>
                  </a:lnTo>
                  <a:close/>
                </a:path>
              </a:pathLst>
            </a:custGeom>
            <a:grpFill/>
            <a:ln w="6271" cap="flat">
              <a:noFill/>
              <a:prstDash val="solid"/>
              <a:miter/>
            </a:ln>
          </p:spPr>
          <p:txBody>
            <a:bodyPr rtlCol="0" anchor="ctr"/>
            <a:lstStyle/>
            <a:p>
              <a:endParaRPr lang="en-US"/>
            </a:p>
          </p:txBody>
        </p:sp>
        <p:sp>
          <p:nvSpPr>
            <p:cNvPr id="461" name="Picture Placeholder 83">
              <a:extLst>
                <a:ext uri="{FF2B5EF4-FFF2-40B4-BE49-F238E27FC236}">
                  <a16:creationId xmlns:a16="http://schemas.microsoft.com/office/drawing/2014/main" id="{1A65E4CF-76BC-FD2F-D46C-5F5D8514E20E}"/>
                </a:ext>
              </a:extLst>
            </p:cNvPr>
            <p:cNvSpPr/>
            <p:nvPr/>
          </p:nvSpPr>
          <p:spPr>
            <a:xfrm>
              <a:off x="11424241" y="4980222"/>
              <a:ext cx="126492" cy="15844"/>
            </a:xfrm>
            <a:custGeom>
              <a:avLst/>
              <a:gdLst>
                <a:gd name="connsiteX0" fmla="*/ 0 w 126492"/>
                <a:gd name="connsiteY0" fmla="*/ 0 h 15844"/>
                <a:gd name="connsiteX1" fmla="*/ 126492 w 126492"/>
                <a:gd name="connsiteY1" fmla="*/ 0 h 15844"/>
                <a:gd name="connsiteX2" fmla="*/ 126492 w 126492"/>
                <a:gd name="connsiteY2" fmla="*/ 15844 h 15844"/>
                <a:gd name="connsiteX3" fmla="*/ 0 w 126492"/>
                <a:gd name="connsiteY3" fmla="*/ 15844 h 15844"/>
              </a:gdLst>
              <a:ahLst/>
              <a:cxnLst>
                <a:cxn ang="0">
                  <a:pos x="connsiteX0" y="connsiteY0"/>
                </a:cxn>
                <a:cxn ang="0">
                  <a:pos x="connsiteX1" y="connsiteY1"/>
                </a:cxn>
                <a:cxn ang="0">
                  <a:pos x="connsiteX2" y="connsiteY2"/>
                </a:cxn>
                <a:cxn ang="0">
                  <a:pos x="connsiteX3" y="connsiteY3"/>
                </a:cxn>
              </a:cxnLst>
              <a:rect l="l" t="t" r="r" b="b"/>
              <a:pathLst>
                <a:path w="126492" h="15844">
                  <a:moveTo>
                    <a:pt x="0" y="0"/>
                  </a:moveTo>
                  <a:lnTo>
                    <a:pt x="126492" y="0"/>
                  </a:lnTo>
                  <a:lnTo>
                    <a:pt x="126492" y="15844"/>
                  </a:lnTo>
                  <a:lnTo>
                    <a:pt x="0" y="15844"/>
                  </a:lnTo>
                  <a:close/>
                </a:path>
              </a:pathLst>
            </a:custGeom>
            <a:grpFill/>
            <a:ln w="6271" cap="flat">
              <a:noFill/>
              <a:prstDash val="solid"/>
              <a:miter/>
            </a:ln>
          </p:spPr>
          <p:txBody>
            <a:bodyPr rtlCol="0" anchor="ctr"/>
            <a:lstStyle/>
            <a:p>
              <a:endParaRPr lang="en-US"/>
            </a:p>
          </p:txBody>
        </p:sp>
      </p:grpSp>
      <p:grpSp>
        <p:nvGrpSpPr>
          <p:cNvPr id="511" name="Group 510">
            <a:extLst>
              <a:ext uri="{FF2B5EF4-FFF2-40B4-BE49-F238E27FC236}">
                <a16:creationId xmlns:a16="http://schemas.microsoft.com/office/drawing/2014/main" id="{CBB78576-07FE-5CD8-F925-33A3C5B82C45}"/>
              </a:ext>
            </a:extLst>
          </p:cNvPr>
          <p:cNvGrpSpPr/>
          <p:nvPr/>
        </p:nvGrpSpPr>
        <p:grpSpPr>
          <a:xfrm>
            <a:off x="9201150" y="3157518"/>
            <a:ext cx="1241502" cy="0"/>
            <a:chOff x="9201150" y="3157518"/>
            <a:chExt cx="1241502" cy="0"/>
          </a:xfrm>
        </p:grpSpPr>
        <p:cxnSp>
          <p:nvCxnSpPr>
            <p:cNvPr id="462" name="Straight Connector 461">
              <a:extLst>
                <a:ext uri="{FF2B5EF4-FFF2-40B4-BE49-F238E27FC236}">
                  <a16:creationId xmlns:a16="http://schemas.microsoft.com/office/drawing/2014/main" id="{A733BC56-5B62-5A4B-2D33-868BBF49CEB4}"/>
                </a:ext>
              </a:extLst>
            </p:cNvPr>
            <p:cNvCxnSpPr>
              <a:cxnSpLocks/>
            </p:cNvCxnSpPr>
            <p:nvPr/>
          </p:nvCxnSpPr>
          <p:spPr bwMode="gray">
            <a:xfrm>
              <a:off x="9201150" y="3157518"/>
              <a:ext cx="595313"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1AF7AEAE-8609-0A7E-2B7C-B60011D2E88C}"/>
                </a:ext>
              </a:extLst>
            </p:cNvPr>
            <p:cNvCxnSpPr>
              <a:cxnSpLocks/>
            </p:cNvCxnSpPr>
            <p:nvPr/>
          </p:nvCxnSpPr>
          <p:spPr bwMode="gray">
            <a:xfrm flipH="1">
              <a:off x="9796463" y="3157518"/>
              <a:ext cx="646189"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grpSp>
      <p:sp>
        <p:nvSpPr>
          <p:cNvPr id="473" name="TextBox 472">
            <a:extLst>
              <a:ext uri="{FF2B5EF4-FFF2-40B4-BE49-F238E27FC236}">
                <a16:creationId xmlns:a16="http://schemas.microsoft.com/office/drawing/2014/main" id="{EA9CABFE-C5BD-35DA-2B0A-5C701D812A04}"/>
              </a:ext>
            </a:extLst>
          </p:cNvPr>
          <p:cNvSpPr txBox="1"/>
          <p:nvPr/>
        </p:nvSpPr>
        <p:spPr>
          <a:xfrm>
            <a:off x="8486175" y="3462012"/>
            <a:ext cx="606145" cy="369332"/>
          </a:xfrm>
          <a:prstGeom prst="rect">
            <a:avLst/>
          </a:prstGeom>
          <a:noFill/>
        </p:spPr>
        <p:txBody>
          <a:bodyPr wrap="square" lIns="0" tIns="0" rIns="0" bIns="0" rtlCol="0">
            <a:spAutoFit/>
          </a:bodyPr>
          <a:lstStyle/>
          <a:p>
            <a:pPr algn="ctr"/>
            <a:r>
              <a:rPr lang="en-US" sz="1200" dirty="0"/>
              <a:t>Source</a:t>
            </a:r>
            <a:br>
              <a:rPr lang="en-US" sz="1200" dirty="0"/>
            </a:br>
            <a:r>
              <a:rPr lang="en-US" sz="1200" dirty="0"/>
              <a:t>site</a:t>
            </a:r>
          </a:p>
        </p:txBody>
      </p:sp>
      <p:sp>
        <p:nvSpPr>
          <p:cNvPr id="475" name="TextBox 474">
            <a:extLst>
              <a:ext uri="{FF2B5EF4-FFF2-40B4-BE49-F238E27FC236}">
                <a16:creationId xmlns:a16="http://schemas.microsoft.com/office/drawing/2014/main" id="{60E28A1F-0DD3-609B-F0C5-402A92F5A995}"/>
              </a:ext>
            </a:extLst>
          </p:cNvPr>
          <p:cNvSpPr txBox="1"/>
          <p:nvPr/>
        </p:nvSpPr>
        <p:spPr>
          <a:xfrm>
            <a:off x="10524781" y="3462012"/>
            <a:ext cx="606145" cy="369332"/>
          </a:xfrm>
          <a:prstGeom prst="rect">
            <a:avLst/>
          </a:prstGeom>
          <a:noFill/>
        </p:spPr>
        <p:txBody>
          <a:bodyPr wrap="square" lIns="0" tIns="0" rIns="0" bIns="0" rtlCol="0">
            <a:spAutoFit/>
          </a:bodyPr>
          <a:lstStyle/>
          <a:p>
            <a:pPr algn="ctr"/>
            <a:r>
              <a:rPr lang="en-US" sz="1200" dirty="0"/>
              <a:t>Target</a:t>
            </a:r>
            <a:br>
              <a:rPr lang="en-US" sz="1200" dirty="0"/>
            </a:br>
            <a:r>
              <a:rPr lang="en-US" sz="1200" dirty="0"/>
              <a:t>site</a:t>
            </a:r>
          </a:p>
        </p:txBody>
      </p:sp>
      <p:sp>
        <p:nvSpPr>
          <p:cNvPr id="476" name="TextBox 475">
            <a:extLst>
              <a:ext uri="{FF2B5EF4-FFF2-40B4-BE49-F238E27FC236}">
                <a16:creationId xmlns:a16="http://schemas.microsoft.com/office/drawing/2014/main" id="{D00BE604-4CC6-1368-C4C1-764082F97E4E}"/>
              </a:ext>
            </a:extLst>
          </p:cNvPr>
          <p:cNvSpPr txBox="1"/>
          <p:nvPr/>
        </p:nvSpPr>
        <p:spPr>
          <a:xfrm>
            <a:off x="9250005" y="2925052"/>
            <a:ext cx="1151368" cy="184666"/>
          </a:xfrm>
          <a:prstGeom prst="rect">
            <a:avLst/>
          </a:prstGeom>
          <a:noFill/>
        </p:spPr>
        <p:txBody>
          <a:bodyPr wrap="square" lIns="0" tIns="0" rIns="0" bIns="0" rtlCol="0">
            <a:spAutoFit/>
          </a:bodyPr>
          <a:lstStyle/>
          <a:p>
            <a:pPr algn="ctr"/>
            <a:r>
              <a:rPr lang="en-US" sz="1200" dirty="0"/>
              <a:t>Replication link</a:t>
            </a:r>
          </a:p>
        </p:txBody>
      </p:sp>
      <p:cxnSp>
        <p:nvCxnSpPr>
          <p:cNvPr id="480" name="Straight Connector 479">
            <a:extLst>
              <a:ext uri="{FF2B5EF4-FFF2-40B4-BE49-F238E27FC236}">
                <a16:creationId xmlns:a16="http://schemas.microsoft.com/office/drawing/2014/main" id="{015A514C-8E15-F561-8AD7-696115CB7029}"/>
              </a:ext>
            </a:extLst>
          </p:cNvPr>
          <p:cNvCxnSpPr>
            <a:cxnSpLocks/>
          </p:cNvCxnSpPr>
          <p:nvPr/>
        </p:nvCxnSpPr>
        <p:spPr bwMode="gray">
          <a:xfrm>
            <a:off x="9201150" y="4138155"/>
            <a:ext cx="1258008" cy="0"/>
          </a:xfrm>
          <a:prstGeom prst="line">
            <a:avLst/>
          </a:prstGeom>
          <a:ln w="25400">
            <a:solidFill>
              <a:schemeClr val="accent3"/>
            </a:solidFill>
            <a:miter lim="800000"/>
            <a:tailEnd type="triangle" w="lg" len="med"/>
          </a:ln>
        </p:spPr>
        <p:style>
          <a:lnRef idx="1">
            <a:schemeClr val="accent1"/>
          </a:lnRef>
          <a:fillRef idx="0">
            <a:schemeClr val="accent1"/>
          </a:fillRef>
          <a:effectRef idx="0">
            <a:schemeClr val="accent1"/>
          </a:effectRef>
          <a:fontRef idx="minor">
            <a:schemeClr val="tx1"/>
          </a:fontRef>
        </p:style>
      </p:cxnSp>
      <p:sp>
        <p:nvSpPr>
          <p:cNvPr id="482" name="TextBox 481">
            <a:extLst>
              <a:ext uri="{FF2B5EF4-FFF2-40B4-BE49-F238E27FC236}">
                <a16:creationId xmlns:a16="http://schemas.microsoft.com/office/drawing/2014/main" id="{DE799D44-BF50-D9C2-9CB1-AD2F682DD224}"/>
              </a:ext>
            </a:extLst>
          </p:cNvPr>
          <p:cNvSpPr txBox="1"/>
          <p:nvPr/>
        </p:nvSpPr>
        <p:spPr>
          <a:xfrm>
            <a:off x="9266712" y="4497737"/>
            <a:ext cx="1151368" cy="184666"/>
          </a:xfrm>
          <a:prstGeom prst="rect">
            <a:avLst/>
          </a:prstGeom>
          <a:noFill/>
        </p:spPr>
        <p:txBody>
          <a:bodyPr wrap="square" lIns="0" tIns="0" rIns="0" bIns="0" rtlCol="0">
            <a:spAutoFit/>
          </a:bodyPr>
          <a:lstStyle/>
          <a:p>
            <a:pPr algn="ctr"/>
            <a:r>
              <a:rPr lang="en-US" sz="1200" dirty="0">
                <a:solidFill>
                  <a:schemeClr val="accent3"/>
                </a:solidFill>
              </a:rPr>
              <a:t>Initial seed files</a:t>
            </a:r>
          </a:p>
        </p:txBody>
      </p:sp>
      <p:grpSp>
        <p:nvGrpSpPr>
          <p:cNvPr id="501" name="Group 500" descr="USB Stick&#10;">
            <a:extLst>
              <a:ext uri="{FF2B5EF4-FFF2-40B4-BE49-F238E27FC236}">
                <a16:creationId xmlns:a16="http://schemas.microsoft.com/office/drawing/2014/main" id="{BB980B62-1F8A-D7AF-4FCC-6A945F704098}"/>
              </a:ext>
            </a:extLst>
          </p:cNvPr>
          <p:cNvGrpSpPr>
            <a:grpSpLocks noChangeAspect="1"/>
          </p:cNvGrpSpPr>
          <p:nvPr/>
        </p:nvGrpSpPr>
        <p:grpSpPr>
          <a:xfrm>
            <a:off x="9541187" y="4231991"/>
            <a:ext cx="602418" cy="217945"/>
            <a:chOff x="3167405" y="2141289"/>
            <a:chExt cx="602418" cy="217945"/>
          </a:xfrm>
          <a:solidFill>
            <a:schemeClr val="accent3"/>
          </a:solidFill>
        </p:grpSpPr>
        <p:sp>
          <p:nvSpPr>
            <p:cNvPr id="502" name="Picture Placeholder 88">
              <a:extLst>
                <a:ext uri="{FF2B5EF4-FFF2-40B4-BE49-F238E27FC236}">
                  <a16:creationId xmlns:a16="http://schemas.microsoft.com/office/drawing/2014/main" id="{DBFD376D-66F1-63E5-8409-DDDAB16D4BBE}"/>
                </a:ext>
              </a:extLst>
            </p:cNvPr>
            <p:cNvSpPr/>
            <p:nvPr/>
          </p:nvSpPr>
          <p:spPr>
            <a:xfrm>
              <a:off x="3167405" y="2141289"/>
              <a:ext cx="602418" cy="217945"/>
            </a:xfrm>
            <a:custGeom>
              <a:avLst/>
              <a:gdLst>
                <a:gd name="connsiteX0" fmla="*/ 602418 w 602418"/>
                <a:gd name="connsiteY0" fmla="*/ 24286 h 217945"/>
                <a:gd name="connsiteX1" fmla="*/ 451640 w 602418"/>
                <a:gd name="connsiteY1" fmla="*/ 24286 h 217945"/>
                <a:gd name="connsiteX2" fmla="*/ 451640 w 602418"/>
                <a:gd name="connsiteY2" fmla="*/ 0 h 217945"/>
                <a:gd name="connsiteX3" fmla="*/ 0 w 602418"/>
                <a:gd name="connsiteY3" fmla="*/ 0 h 217945"/>
                <a:gd name="connsiteX4" fmla="*/ 0 w 602418"/>
                <a:gd name="connsiteY4" fmla="*/ 217946 h 217945"/>
                <a:gd name="connsiteX5" fmla="*/ 451640 w 602418"/>
                <a:gd name="connsiteY5" fmla="*/ 217946 h 217945"/>
                <a:gd name="connsiteX6" fmla="*/ 451640 w 602418"/>
                <a:gd name="connsiteY6" fmla="*/ 193659 h 217945"/>
                <a:gd name="connsiteX7" fmla="*/ 602418 w 602418"/>
                <a:gd name="connsiteY7" fmla="*/ 193659 h 217945"/>
                <a:gd name="connsiteX8" fmla="*/ 435828 w 602418"/>
                <a:gd name="connsiteY8" fmla="*/ 202134 h 217945"/>
                <a:gd name="connsiteX9" fmla="*/ 15812 w 602418"/>
                <a:gd name="connsiteY9" fmla="*/ 202134 h 217945"/>
                <a:gd name="connsiteX10" fmla="*/ 15812 w 602418"/>
                <a:gd name="connsiteY10" fmla="*/ 15812 h 217945"/>
                <a:gd name="connsiteX11" fmla="*/ 435828 w 602418"/>
                <a:gd name="connsiteY11" fmla="*/ 15812 h 217945"/>
                <a:gd name="connsiteX12" fmla="*/ 586607 w 602418"/>
                <a:gd name="connsiteY12" fmla="*/ 177848 h 217945"/>
                <a:gd name="connsiteX13" fmla="*/ 451640 w 602418"/>
                <a:gd name="connsiteY13" fmla="*/ 177848 h 217945"/>
                <a:gd name="connsiteX14" fmla="*/ 451640 w 602418"/>
                <a:gd name="connsiteY14" fmla="*/ 40098 h 217945"/>
                <a:gd name="connsiteX15" fmla="*/ 586607 w 602418"/>
                <a:gd name="connsiteY15" fmla="*/ 40098 h 2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2418" h="217945">
                  <a:moveTo>
                    <a:pt x="602418" y="24286"/>
                  </a:moveTo>
                  <a:lnTo>
                    <a:pt x="451640" y="24286"/>
                  </a:lnTo>
                  <a:lnTo>
                    <a:pt x="451640" y="0"/>
                  </a:lnTo>
                  <a:lnTo>
                    <a:pt x="0" y="0"/>
                  </a:lnTo>
                  <a:lnTo>
                    <a:pt x="0" y="217946"/>
                  </a:lnTo>
                  <a:lnTo>
                    <a:pt x="451640" y="217946"/>
                  </a:lnTo>
                  <a:lnTo>
                    <a:pt x="451640" y="193659"/>
                  </a:lnTo>
                  <a:lnTo>
                    <a:pt x="602418" y="193659"/>
                  </a:lnTo>
                  <a:close/>
                  <a:moveTo>
                    <a:pt x="435828" y="202134"/>
                  </a:moveTo>
                  <a:lnTo>
                    <a:pt x="15812" y="202134"/>
                  </a:lnTo>
                  <a:lnTo>
                    <a:pt x="15812" y="15812"/>
                  </a:lnTo>
                  <a:lnTo>
                    <a:pt x="435828" y="15812"/>
                  </a:lnTo>
                  <a:close/>
                  <a:moveTo>
                    <a:pt x="586607" y="177848"/>
                  </a:moveTo>
                  <a:lnTo>
                    <a:pt x="451640" y="177848"/>
                  </a:lnTo>
                  <a:lnTo>
                    <a:pt x="451640" y="40098"/>
                  </a:lnTo>
                  <a:lnTo>
                    <a:pt x="586607" y="40098"/>
                  </a:lnTo>
                  <a:close/>
                </a:path>
              </a:pathLst>
            </a:custGeom>
            <a:grpFill/>
            <a:ln w="6271" cap="flat">
              <a:noFill/>
              <a:prstDash val="solid"/>
              <a:miter/>
            </a:ln>
          </p:spPr>
          <p:txBody>
            <a:bodyPr rtlCol="0" anchor="ctr"/>
            <a:lstStyle/>
            <a:p>
              <a:endParaRPr lang="en-US"/>
            </a:p>
          </p:txBody>
        </p:sp>
        <p:sp>
          <p:nvSpPr>
            <p:cNvPr id="503" name="Picture Placeholder 88">
              <a:extLst>
                <a:ext uri="{FF2B5EF4-FFF2-40B4-BE49-F238E27FC236}">
                  <a16:creationId xmlns:a16="http://schemas.microsoft.com/office/drawing/2014/main" id="{875D8EC3-A615-6C5D-C390-329F1F88EF0F}"/>
                </a:ext>
              </a:extLst>
            </p:cNvPr>
            <p:cNvSpPr/>
            <p:nvPr/>
          </p:nvSpPr>
          <p:spPr>
            <a:xfrm>
              <a:off x="3665404" y="2195807"/>
              <a:ext cx="30927" cy="35670"/>
            </a:xfrm>
            <a:custGeom>
              <a:avLst/>
              <a:gdLst>
                <a:gd name="connsiteX0" fmla="*/ 0 w 30927"/>
                <a:gd name="connsiteY0" fmla="*/ 0 h 35670"/>
                <a:gd name="connsiteX1" fmla="*/ 30927 w 30927"/>
                <a:gd name="connsiteY1" fmla="*/ 0 h 35670"/>
                <a:gd name="connsiteX2" fmla="*/ 30927 w 30927"/>
                <a:gd name="connsiteY2" fmla="*/ 35671 h 35670"/>
                <a:gd name="connsiteX3" fmla="*/ 0 w 30927"/>
                <a:gd name="connsiteY3" fmla="*/ 35671 h 35670"/>
              </a:gdLst>
              <a:ahLst/>
              <a:cxnLst>
                <a:cxn ang="0">
                  <a:pos x="connsiteX0" y="connsiteY0"/>
                </a:cxn>
                <a:cxn ang="0">
                  <a:pos x="connsiteX1" y="connsiteY1"/>
                </a:cxn>
                <a:cxn ang="0">
                  <a:pos x="connsiteX2" y="connsiteY2"/>
                </a:cxn>
                <a:cxn ang="0">
                  <a:pos x="connsiteX3" y="connsiteY3"/>
                </a:cxn>
              </a:cxnLst>
              <a:rect l="l" t="t" r="r" b="b"/>
              <a:pathLst>
                <a:path w="30927" h="35670">
                  <a:moveTo>
                    <a:pt x="0" y="0"/>
                  </a:moveTo>
                  <a:lnTo>
                    <a:pt x="30927" y="0"/>
                  </a:lnTo>
                  <a:lnTo>
                    <a:pt x="30927" y="35671"/>
                  </a:lnTo>
                  <a:lnTo>
                    <a:pt x="0" y="35671"/>
                  </a:lnTo>
                  <a:close/>
                </a:path>
              </a:pathLst>
            </a:custGeom>
            <a:grpFill/>
            <a:ln w="6271" cap="flat">
              <a:noFill/>
              <a:prstDash val="solid"/>
              <a:miter/>
            </a:ln>
          </p:spPr>
          <p:txBody>
            <a:bodyPr rtlCol="0" anchor="ctr"/>
            <a:lstStyle/>
            <a:p>
              <a:endParaRPr lang="en-US"/>
            </a:p>
          </p:txBody>
        </p:sp>
        <p:sp>
          <p:nvSpPr>
            <p:cNvPr id="504" name="Picture Placeholder 88">
              <a:extLst>
                <a:ext uri="{FF2B5EF4-FFF2-40B4-BE49-F238E27FC236}">
                  <a16:creationId xmlns:a16="http://schemas.microsoft.com/office/drawing/2014/main" id="{A9F29374-6ACA-6733-586F-008ABE167B6F}"/>
                </a:ext>
              </a:extLst>
            </p:cNvPr>
            <p:cNvSpPr/>
            <p:nvPr/>
          </p:nvSpPr>
          <p:spPr>
            <a:xfrm>
              <a:off x="3665404" y="2269425"/>
              <a:ext cx="30927" cy="35670"/>
            </a:xfrm>
            <a:custGeom>
              <a:avLst/>
              <a:gdLst>
                <a:gd name="connsiteX0" fmla="*/ 0 w 30927"/>
                <a:gd name="connsiteY0" fmla="*/ 0 h 35670"/>
                <a:gd name="connsiteX1" fmla="*/ 30927 w 30927"/>
                <a:gd name="connsiteY1" fmla="*/ 0 h 35670"/>
                <a:gd name="connsiteX2" fmla="*/ 30927 w 30927"/>
                <a:gd name="connsiteY2" fmla="*/ 35671 h 35670"/>
                <a:gd name="connsiteX3" fmla="*/ 0 w 30927"/>
                <a:gd name="connsiteY3" fmla="*/ 35671 h 35670"/>
              </a:gdLst>
              <a:ahLst/>
              <a:cxnLst>
                <a:cxn ang="0">
                  <a:pos x="connsiteX0" y="connsiteY0"/>
                </a:cxn>
                <a:cxn ang="0">
                  <a:pos x="connsiteX1" y="connsiteY1"/>
                </a:cxn>
                <a:cxn ang="0">
                  <a:pos x="connsiteX2" y="connsiteY2"/>
                </a:cxn>
                <a:cxn ang="0">
                  <a:pos x="connsiteX3" y="connsiteY3"/>
                </a:cxn>
              </a:cxnLst>
              <a:rect l="l" t="t" r="r" b="b"/>
              <a:pathLst>
                <a:path w="30927" h="35670">
                  <a:moveTo>
                    <a:pt x="0" y="0"/>
                  </a:moveTo>
                  <a:lnTo>
                    <a:pt x="30927" y="0"/>
                  </a:lnTo>
                  <a:lnTo>
                    <a:pt x="30927" y="35671"/>
                  </a:lnTo>
                  <a:lnTo>
                    <a:pt x="0" y="35671"/>
                  </a:lnTo>
                  <a:close/>
                </a:path>
              </a:pathLst>
            </a:custGeom>
            <a:grpFill/>
            <a:ln w="6271" cap="flat">
              <a:noFill/>
              <a:prstDash val="solid"/>
              <a:miter/>
            </a:ln>
          </p:spPr>
          <p:txBody>
            <a:bodyPr rtlCol="0" anchor="ctr"/>
            <a:lstStyle/>
            <a:p>
              <a:endParaRPr lang="en-US"/>
            </a:p>
          </p:txBody>
        </p:sp>
        <p:sp>
          <p:nvSpPr>
            <p:cNvPr id="505" name="Picture Placeholder 88">
              <a:extLst>
                <a:ext uri="{FF2B5EF4-FFF2-40B4-BE49-F238E27FC236}">
                  <a16:creationId xmlns:a16="http://schemas.microsoft.com/office/drawing/2014/main" id="{EF3CC04E-64CF-3F51-5ED0-62C3772DEDD5}"/>
                </a:ext>
              </a:extLst>
            </p:cNvPr>
            <p:cNvSpPr/>
            <p:nvPr/>
          </p:nvSpPr>
          <p:spPr>
            <a:xfrm>
              <a:off x="3291430" y="2210606"/>
              <a:ext cx="63815" cy="74914"/>
            </a:xfrm>
            <a:custGeom>
              <a:avLst/>
              <a:gdLst>
                <a:gd name="connsiteX0" fmla="*/ 0 w 63815"/>
                <a:gd name="connsiteY0" fmla="*/ 43007 h 74914"/>
                <a:gd name="connsiteX1" fmla="*/ 0 w 63815"/>
                <a:gd name="connsiteY1" fmla="*/ 0 h 74914"/>
                <a:gd name="connsiteX2" fmla="*/ 10942 w 63815"/>
                <a:gd name="connsiteY2" fmla="*/ 0 h 74914"/>
                <a:gd name="connsiteX3" fmla="*/ 10942 w 63815"/>
                <a:gd name="connsiteY3" fmla="*/ 42818 h 74914"/>
                <a:gd name="connsiteX4" fmla="*/ 30247 w 63815"/>
                <a:gd name="connsiteY4" fmla="*/ 65381 h 74914"/>
                <a:gd name="connsiteX5" fmla="*/ 52810 w 63815"/>
                <a:gd name="connsiteY5" fmla="*/ 46075 h 74914"/>
                <a:gd name="connsiteX6" fmla="*/ 52810 w 63815"/>
                <a:gd name="connsiteY6" fmla="*/ 42818 h 74914"/>
                <a:gd name="connsiteX7" fmla="*/ 52810 w 63815"/>
                <a:gd name="connsiteY7" fmla="*/ 0 h 74914"/>
                <a:gd name="connsiteX8" fmla="*/ 63815 w 63815"/>
                <a:gd name="connsiteY8" fmla="*/ 0 h 74914"/>
                <a:gd name="connsiteX9" fmla="*/ 63815 w 63815"/>
                <a:gd name="connsiteY9" fmla="*/ 43007 h 74914"/>
                <a:gd name="connsiteX10" fmla="*/ 31908 w 63815"/>
                <a:gd name="connsiteY10" fmla="*/ 74915 h 74914"/>
                <a:gd name="connsiteX11" fmla="*/ 0 w 63815"/>
                <a:gd name="connsiteY11" fmla="*/ 43007 h 7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815" h="74914">
                  <a:moveTo>
                    <a:pt x="0" y="43007"/>
                  </a:moveTo>
                  <a:lnTo>
                    <a:pt x="0" y="0"/>
                  </a:lnTo>
                  <a:lnTo>
                    <a:pt x="10942" y="0"/>
                  </a:lnTo>
                  <a:lnTo>
                    <a:pt x="10942" y="42818"/>
                  </a:lnTo>
                  <a:cubicBezTo>
                    <a:pt x="10042" y="54380"/>
                    <a:pt x="18685" y="64481"/>
                    <a:pt x="30247" y="65381"/>
                  </a:cubicBezTo>
                  <a:cubicBezTo>
                    <a:pt x="41809" y="66280"/>
                    <a:pt x="51911" y="57636"/>
                    <a:pt x="52810" y="46075"/>
                  </a:cubicBezTo>
                  <a:cubicBezTo>
                    <a:pt x="52895" y="44991"/>
                    <a:pt x="52895" y="43902"/>
                    <a:pt x="52810" y="42818"/>
                  </a:cubicBezTo>
                  <a:lnTo>
                    <a:pt x="52810" y="0"/>
                  </a:lnTo>
                  <a:lnTo>
                    <a:pt x="63815" y="0"/>
                  </a:lnTo>
                  <a:lnTo>
                    <a:pt x="63815" y="43007"/>
                  </a:lnTo>
                  <a:cubicBezTo>
                    <a:pt x="63815" y="60630"/>
                    <a:pt x="49530" y="74915"/>
                    <a:pt x="31908" y="74915"/>
                  </a:cubicBezTo>
                  <a:cubicBezTo>
                    <a:pt x="14285" y="74915"/>
                    <a:pt x="0" y="60630"/>
                    <a:pt x="0" y="43007"/>
                  </a:cubicBezTo>
                  <a:close/>
                </a:path>
              </a:pathLst>
            </a:custGeom>
            <a:grpFill/>
            <a:ln w="6271" cap="flat">
              <a:noFill/>
              <a:prstDash val="solid"/>
              <a:miter/>
            </a:ln>
          </p:spPr>
          <p:txBody>
            <a:bodyPr rtlCol="0" anchor="ctr"/>
            <a:lstStyle/>
            <a:p>
              <a:endParaRPr lang="en-US"/>
            </a:p>
          </p:txBody>
        </p:sp>
        <p:sp>
          <p:nvSpPr>
            <p:cNvPr id="506" name="Picture Placeholder 88">
              <a:extLst>
                <a:ext uri="{FF2B5EF4-FFF2-40B4-BE49-F238E27FC236}">
                  <a16:creationId xmlns:a16="http://schemas.microsoft.com/office/drawing/2014/main" id="{7CF7720E-377F-C08D-0EA4-C50F9C4D0B83}"/>
                </a:ext>
              </a:extLst>
            </p:cNvPr>
            <p:cNvSpPr/>
            <p:nvPr/>
          </p:nvSpPr>
          <p:spPr>
            <a:xfrm>
              <a:off x="3374409" y="2209087"/>
              <a:ext cx="58186" cy="76814"/>
            </a:xfrm>
            <a:custGeom>
              <a:avLst/>
              <a:gdLst>
                <a:gd name="connsiteX0" fmla="*/ 0 w 58186"/>
                <a:gd name="connsiteY0" fmla="*/ 65082 h 76814"/>
                <a:gd name="connsiteX1" fmla="*/ 6325 w 58186"/>
                <a:gd name="connsiteY1" fmla="*/ 56986 h 76814"/>
                <a:gd name="connsiteX2" fmla="*/ 30801 w 58186"/>
                <a:gd name="connsiteY2" fmla="*/ 67359 h 76814"/>
                <a:gd name="connsiteX3" fmla="*/ 46359 w 58186"/>
                <a:gd name="connsiteY3" fmla="*/ 56038 h 76814"/>
                <a:gd name="connsiteX4" fmla="*/ 27765 w 58186"/>
                <a:gd name="connsiteY4" fmla="*/ 43388 h 76814"/>
                <a:gd name="connsiteX5" fmla="*/ 2467 w 58186"/>
                <a:gd name="connsiteY5" fmla="*/ 21885 h 76814"/>
                <a:gd name="connsiteX6" fmla="*/ 28208 w 58186"/>
                <a:gd name="connsiteY6" fmla="*/ 2 h 76814"/>
                <a:gd name="connsiteX7" fmla="*/ 55404 w 58186"/>
                <a:gd name="connsiteY7" fmla="*/ 10501 h 76814"/>
                <a:gd name="connsiteX8" fmla="*/ 49079 w 58186"/>
                <a:gd name="connsiteY8" fmla="*/ 18722 h 76814"/>
                <a:gd name="connsiteX9" fmla="*/ 28144 w 58186"/>
                <a:gd name="connsiteY9" fmla="*/ 9552 h 76814"/>
                <a:gd name="connsiteX10" fmla="*/ 13951 w 58186"/>
                <a:gd name="connsiteY10" fmla="*/ 20440 h 76814"/>
                <a:gd name="connsiteX11" fmla="*/ 13914 w 58186"/>
                <a:gd name="connsiteY11" fmla="*/ 20746 h 76814"/>
                <a:gd name="connsiteX12" fmla="*/ 32888 w 58186"/>
                <a:gd name="connsiteY12" fmla="*/ 33016 h 76814"/>
                <a:gd name="connsiteX13" fmla="*/ 58186 w 58186"/>
                <a:gd name="connsiteY13" fmla="*/ 54773 h 76814"/>
                <a:gd name="connsiteX14" fmla="*/ 31117 w 58186"/>
                <a:gd name="connsiteY14" fmla="*/ 76782 h 76814"/>
                <a:gd name="connsiteX15" fmla="*/ 0 w 58186"/>
                <a:gd name="connsiteY15" fmla="*/ 65082 h 7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186" h="76814">
                  <a:moveTo>
                    <a:pt x="0" y="65082"/>
                  </a:moveTo>
                  <a:lnTo>
                    <a:pt x="6325" y="56986"/>
                  </a:lnTo>
                  <a:cubicBezTo>
                    <a:pt x="12764" y="63584"/>
                    <a:pt x="21582" y="67320"/>
                    <a:pt x="30801" y="67359"/>
                  </a:cubicBezTo>
                  <a:cubicBezTo>
                    <a:pt x="41047" y="67359"/>
                    <a:pt x="46359" y="61983"/>
                    <a:pt x="46359" y="56038"/>
                  </a:cubicBezTo>
                  <a:cubicBezTo>
                    <a:pt x="46359" y="48954"/>
                    <a:pt x="40035" y="46298"/>
                    <a:pt x="27765" y="43388"/>
                  </a:cubicBezTo>
                  <a:cubicBezTo>
                    <a:pt x="12586" y="39847"/>
                    <a:pt x="2467" y="35293"/>
                    <a:pt x="2467" y="21885"/>
                  </a:cubicBezTo>
                  <a:cubicBezTo>
                    <a:pt x="2467" y="8477"/>
                    <a:pt x="13282" y="2"/>
                    <a:pt x="28208" y="2"/>
                  </a:cubicBezTo>
                  <a:cubicBezTo>
                    <a:pt x="38280" y="-91"/>
                    <a:pt x="48007" y="3664"/>
                    <a:pt x="55404" y="10501"/>
                  </a:cubicBezTo>
                  <a:lnTo>
                    <a:pt x="49079" y="18722"/>
                  </a:lnTo>
                  <a:cubicBezTo>
                    <a:pt x="43464" y="13198"/>
                    <a:pt x="36012" y="9934"/>
                    <a:pt x="28144" y="9552"/>
                  </a:cubicBezTo>
                  <a:cubicBezTo>
                    <a:pt x="21218" y="8639"/>
                    <a:pt x="14863" y="13514"/>
                    <a:pt x="13951" y="20440"/>
                  </a:cubicBezTo>
                  <a:cubicBezTo>
                    <a:pt x="13938" y="20541"/>
                    <a:pt x="13925" y="20644"/>
                    <a:pt x="13914" y="20746"/>
                  </a:cubicBezTo>
                  <a:cubicBezTo>
                    <a:pt x="13914" y="27703"/>
                    <a:pt x="20239" y="30107"/>
                    <a:pt x="32888" y="33016"/>
                  </a:cubicBezTo>
                  <a:cubicBezTo>
                    <a:pt x="47687" y="36431"/>
                    <a:pt x="58186" y="41428"/>
                    <a:pt x="58186" y="54773"/>
                  </a:cubicBezTo>
                  <a:cubicBezTo>
                    <a:pt x="58186" y="68118"/>
                    <a:pt x="48636" y="76782"/>
                    <a:pt x="31117" y="76782"/>
                  </a:cubicBezTo>
                  <a:cubicBezTo>
                    <a:pt x="19592" y="77232"/>
                    <a:pt x="8373" y="73014"/>
                    <a:pt x="0" y="65082"/>
                  </a:cubicBezTo>
                  <a:close/>
                </a:path>
              </a:pathLst>
            </a:custGeom>
            <a:grpFill/>
            <a:ln w="6271" cap="flat">
              <a:noFill/>
              <a:prstDash val="solid"/>
              <a:miter/>
            </a:ln>
          </p:spPr>
          <p:txBody>
            <a:bodyPr rtlCol="0" anchor="ctr"/>
            <a:lstStyle/>
            <a:p>
              <a:endParaRPr lang="en-US"/>
            </a:p>
          </p:txBody>
        </p:sp>
        <p:sp>
          <p:nvSpPr>
            <p:cNvPr id="507" name="Picture Placeholder 88">
              <a:extLst>
                <a:ext uri="{FF2B5EF4-FFF2-40B4-BE49-F238E27FC236}">
                  <a16:creationId xmlns:a16="http://schemas.microsoft.com/office/drawing/2014/main" id="{5157E296-CC73-2756-1484-86284AC61A16}"/>
                </a:ext>
              </a:extLst>
            </p:cNvPr>
            <p:cNvSpPr/>
            <p:nvPr/>
          </p:nvSpPr>
          <p:spPr>
            <a:xfrm>
              <a:off x="3453277" y="2210606"/>
              <a:ext cx="59451" cy="74124"/>
            </a:xfrm>
            <a:custGeom>
              <a:avLst/>
              <a:gdLst>
                <a:gd name="connsiteX0" fmla="*/ 0 w 59451"/>
                <a:gd name="connsiteY0" fmla="*/ 0 h 74124"/>
                <a:gd name="connsiteX1" fmla="*/ 35228 w 59451"/>
                <a:gd name="connsiteY1" fmla="*/ 0 h 74124"/>
                <a:gd name="connsiteX2" fmla="*/ 56415 w 59451"/>
                <a:gd name="connsiteY2" fmla="*/ 18468 h 74124"/>
                <a:gd name="connsiteX3" fmla="*/ 45853 w 59451"/>
                <a:gd name="connsiteY3" fmla="*/ 34912 h 74124"/>
                <a:gd name="connsiteX4" fmla="*/ 59451 w 59451"/>
                <a:gd name="connsiteY4" fmla="*/ 53886 h 74124"/>
                <a:gd name="connsiteX5" fmla="*/ 36619 w 59451"/>
                <a:gd name="connsiteY5" fmla="*/ 74124 h 74124"/>
                <a:gd name="connsiteX6" fmla="*/ 0 w 59451"/>
                <a:gd name="connsiteY6" fmla="*/ 74124 h 74124"/>
                <a:gd name="connsiteX7" fmla="*/ 32508 w 59451"/>
                <a:gd name="connsiteY7" fmla="*/ 30927 h 74124"/>
                <a:gd name="connsiteX8" fmla="*/ 45008 w 59451"/>
                <a:gd name="connsiteY8" fmla="*/ 22113 h 74124"/>
                <a:gd name="connsiteX9" fmla="*/ 36194 w 59451"/>
                <a:gd name="connsiteY9" fmla="*/ 9613 h 74124"/>
                <a:gd name="connsiteX10" fmla="*/ 32508 w 59451"/>
                <a:gd name="connsiteY10" fmla="*/ 9613 h 74124"/>
                <a:gd name="connsiteX11" fmla="*/ 10878 w 59451"/>
                <a:gd name="connsiteY11" fmla="*/ 9613 h 74124"/>
                <a:gd name="connsiteX12" fmla="*/ 10878 w 59451"/>
                <a:gd name="connsiteY12" fmla="*/ 30927 h 74124"/>
                <a:gd name="connsiteX13" fmla="*/ 34153 w 59451"/>
                <a:gd name="connsiteY13" fmla="*/ 64954 h 74124"/>
                <a:gd name="connsiteX14" fmla="*/ 49677 w 59451"/>
                <a:gd name="connsiteY14" fmla="*/ 56064 h 74124"/>
                <a:gd name="connsiteX15" fmla="*/ 40787 w 59451"/>
                <a:gd name="connsiteY15" fmla="*/ 40541 h 74124"/>
                <a:gd name="connsiteX16" fmla="*/ 34153 w 59451"/>
                <a:gd name="connsiteY16" fmla="*/ 40541 h 74124"/>
                <a:gd name="connsiteX17" fmla="*/ 10878 w 59451"/>
                <a:gd name="connsiteY17" fmla="*/ 40541 h 74124"/>
                <a:gd name="connsiteX18" fmla="*/ 10878 w 59451"/>
                <a:gd name="connsiteY18" fmla="*/ 64954 h 74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9451" h="74124">
                  <a:moveTo>
                    <a:pt x="0" y="0"/>
                  </a:moveTo>
                  <a:lnTo>
                    <a:pt x="35228" y="0"/>
                  </a:lnTo>
                  <a:cubicBezTo>
                    <a:pt x="47877" y="0"/>
                    <a:pt x="56415" y="7653"/>
                    <a:pt x="56415" y="18468"/>
                  </a:cubicBezTo>
                  <a:cubicBezTo>
                    <a:pt x="56495" y="25567"/>
                    <a:pt x="52342" y="32032"/>
                    <a:pt x="45853" y="34912"/>
                  </a:cubicBezTo>
                  <a:cubicBezTo>
                    <a:pt x="53754" y="37972"/>
                    <a:pt x="59093" y="45421"/>
                    <a:pt x="59451" y="53886"/>
                  </a:cubicBezTo>
                  <a:cubicBezTo>
                    <a:pt x="59451" y="65776"/>
                    <a:pt x="49964" y="74124"/>
                    <a:pt x="36619" y="74124"/>
                  </a:cubicBezTo>
                  <a:lnTo>
                    <a:pt x="0" y="74124"/>
                  </a:lnTo>
                  <a:close/>
                  <a:moveTo>
                    <a:pt x="32508" y="30927"/>
                  </a:moveTo>
                  <a:cubicBezTo>
                    <a:pt x="38394" y="31945"/>
                    <a:pt x="43990" y="27998"/>
                    <a:pt x="45008" y="22113"/>
                  </a:cubicBezTo>
                  <a:cubicBezTo>
                    <a:pt x="46025" y="16227"/>
                    <a:pt x="42079" y="10631"/>
                    <a:pt x="36194" y="9613"/>
                  </a:cubicBezTo>
                  <a:cubicBezTo>
                    <a:pt x="34974" y="9403"/>
                    <a:pt x="33728" y="9403"/>
                    <a:pt x="32508" y="9613"/>
                  </a:cubicBezTo>
                  <a:lnTo>
                    <a:pt x="10878" y="9613"/>
                  </a:lnTo>
                  <a:lnTo>
                    <a:pt x="10878" y="30927"/>
                  </a:lnTo>
                  <a:close/>
                  <a:moveTo>
                    <a:pt x="34153" y="64954"/>
                  </a:moveTo>
                  <a:cubicBezTo>
                    <a:pt x="40894" y="66786"/>
                    <a:pt x="47844" y="62806"/>
                    <a:pt x="49677" y="56064"/>
                  </a:cubicBezTo>
                  <a:cubicBezTo>
                    <a:pt x="51509" y="49323"/>
                    <a:pt x="47529" y="42373"/>
                    <a:pt x="40787" y="40541"/>
                  </a:cubicBezTo>
                  <a:cubicBezTo>
                    <a:pt x="38615" y="39951"/>
                    <a:pt x="36325" y="39951"/>
                    <a:pt x="34153" y="40541"/>
                  </a:cubicBezTo>
                  <a:lnTo>
                    <a:pt x="10878" y="40541"/>
                  </a:lnTo>
                  <a:lnTo>
                    <a:pt x="10878" y="64954"/>
                  </a:lnTo>
                  <a:close/>
                </a:path>
              </a:pathLst>
            </a:custGeom>
            <a:grpFill/>
            <a:ln w="6271" cap="flat">
              <a:noFill/>
              <a:prstDash val="solid"/>
              <a:miter/>
            </a:ln>
          </p:spPr>
          <p:txBody>
            <a:bodyPr rtlCol="0" anchor="ctr"/>
            <a:lstStyle/>
            <a:p>
              <a:endParaRPr lang="en-US"/>
            </a:p>
          </p:txBody>
        </p:sp>
      </p:grpSp>
      <p:cxnSp>
        <p:nvCxnSpPr>
          <p:cNvPr id="330" name="Straight Connector 329">
            <a:extLst>
              <a:ext uri="{FF2B5EF4-FFF2-40B4-BE49-F238E27FC236}">
                <a16:creationId xmlns:a16="http://schemas.microsoft.com/office/drawing/2014/main" id="{E2256B0D-E9BD-9DB0-2BAE-7895022E9D86}"/>
              </a:ext>
            </a:extLst>
          </p:cNvPr>
          <p:cNvCxnSpPr>
            <a:cxnSpLocks/>
          </p:cNvCxnSpPr>
          <p:nvPr/>
        </p:nvCxnSpPr>
        <p:spPr bwMode="gray">
          <a:xfrm>
            <a:off x="6500440" y="3269932"/>
            <a:ext cx="0" cy="488242"/>
          </a:xfrm>
          <a:prstGeom prst="line">
            <a:avLst/>
          </a:prstGeom>
          <a:ln w="25400">
            <a:solidFill>
              <a:schemeClr val="accent3"/>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508" name="Arrow: Down 507">
            <a:extLst>
              <a:ext uri="{FF2B5EF4-FFF2-40B4-BE49-F238E27FC236}">
                <a16:creationId xmlns:a16="http://schemas.microsoft.com/office/drawing/2014/main" id="{170825F7-CDF3-F46D-FA61-E71C8A0A409F}"/>
              </a:ext>
            </a:extLst>
          </p:cNvPr>
          <p:cNvSpPr/>
          <p:nvPr/>
        </p:nvSpPr>
        <p:spPr>
          <a:xfrm rot="16200000">
            <a:off x="11964110" y="6523490"/>
            <a:ext cx="228343" cy="221087"/>
          </a:xfrm>
          <a:prstGeom prst="downArrow">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392" name="Group 391">
            <a:extLst>
              <a:ext uri="{FF2B5EF4-FFF2-40B4-BE49-F238E27FC236}">
                <a16:creationId xmlns:a16="http://schemas.microsoft.com/office/drawing/2014/main" id="{F70EA692-1CCD-3FFF-1936-2685FD3F584C}"/>
              </a:ext>
            </a:extLst>
          </p:cNvPr>
          <p:cNvGrpSpPr/>
          <p:nvPr/>
        </p:nvGrpSpPr>
        <p:grpSpPr>
          <a:xfrm>
            <a:off x="5323879" y="3201872"/>
            <a:ext cx="889294" cy="125816"/>
            <a:chOff x="5323879" y="3296116"/>
            <a:chExt cx="889294" cy="125816"/>
          </a:xfrm>
        </p:grpSpPr>
        <p:grpSp>
          <p:nvGrpSpPr>
            <p:cNvPr id="236" name="Group 235">
              <a:extLst>
                <a:ext uri="{FF2B5EF4-FFF2-40B4-BE49-F238E27FC236}">
                  <a16:creationId xmlns:a16="http://schemas.microsoft.com/office/drawing/2014/main" id="{F7C003DD-757B-7231-2BFA-42A54693E3F8}"/>
                </a:ext>
              </a:extLst>
            </p:cNvPr>
            <p:cNvGrpSpPr/>
            <p:nvPr/>
          </p:nvGrpSpPr>
          <p:grpSpPr>
            <a:xfrm>
              <a:off x="5323879" y="3296116"/>
              <a:ext cx="583016" cy="125816"/>
              <a:chOff x="4812596" y="2031267"/>
              <a:chExt cx="583016" cy="125816"/>
            </a:xfrm>
          </p:grpSpPr>
          <p:pic>
            <p:nvPicPr>
              <p:cNvPr id="237" name="Graphic 236">
                <a:extLst>
                  <a:ext uri="{FF2B5EF4-FFF2-40B4-BE49-F238E27FC236}">
                    <a16:creationId xmlns:a16="http://schemas.microsoft.com/office/drawing/2014/main" id="{9368AE07-6A16-F2FF-ED53-6710A02EF40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4812596" y="2031267"/>
                <a:ext cx="125816" cy="125816"/>
              </a:xfrm>
              <a:prstGeom prst="rect">
                <a:avLst/>
              </a:prstGeom>
            </p:spPr>
          </p:pic>
          <p:pic>
            <p:nvPicPr>
              <p:cNvPr id="238" name="Graphic 237">
                <a:extLst>
                  <a:ext uri="{FF2B5EF4-FFF2-40B4-BE49-F238E27FC236}">
                    <a16:creationId xmlns:a16="http://schemas.microsoft.com/office/drawing/2014/main" id="{C922C334-A594-B40C-1056-88ADB3C0BF87}"/>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4964996" y="2031267"/>
                <a:ext cx="125816" cy="125816"/>
              </a:xfrm>
              <a:prstGeom prst="rect">
                <a:avLst/>
              </a:prstGeom>
            </p:spPr>
          </p:pic>
          <p:pic>
            <p:nvPicPr>
              <p:cNvPr id="239" name="Graphic 238">
                <a:extLst>
                  <a:ext uri="{FF2B5EF4-FFF2-40B4-BE49-F238E27FC236}">
                    <a16:creationId xmlns:a16="http://schemas.microsoft.com/office/drawing/2014/main" id="{35E9821F-5D16-F1D9-E99D-D4E8DD4A047A}"/>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117396" y="2031267"/>
                <a:ext cx="125816" cy="125816"/>
              </a:xfrm>
              <a:prstGeom prst="rect">
                <a:avLst/>
              </a:prstGeom>
            </p:spPr>
          </p:pic>
          <p:pic>
            <p:nvPicPr>
              <p:cNvPr id="240" name="Graphic 239">
                <a:extLst>
                  <a:ext uri="{FF2B5EF4-FFF2-40B4-BE49-F238E27FC236}">
                    <a16:creationId xmlns:a16="http://schemas.microsoft.com/office/drawing/2014/main" id="{A62032BB-C513-0CED-C024-7DE9622FB8F3}"/>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269796" y="2031267"/>
                <a:ext cx="125816" cy="125816"/>
              </a:xfrm>
              <a:prstGeom prst="rect">
                <a:avLst/>
              </a:prstGeom>
            </p:spPr>
          </p:pic>
        </p:grpSp>
        <p:pic>
          <p:nvPicPr>
            <p:cNvPr id="390" name="Graphic 389">
              <a:extLst>
                <a:ext uri="{FF2B5EF4-FFF2-40B4-BE49-F238E27FC236}">
                  <a16:creationId xmlns:a16="http://schemas.microsoft.com/office/drawing/2014/main" id="{99781C3A-A643-0C9C-D5CE-F7D45D3ABEF7}"/>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934957" y="3296116"/>
              <a:ext cx="125816" cy="125816"/>
            </a:xfrm>
            <a:prstGeom prst="rect">
              <a:avLst/>
            </a:prstGeom>
          </p:spPr>
        </p:pic>
        <p:pic>
          <p:nvPicPr>
            <p:cNvPr id="391" name="Graphic 390">
              <a:extLst>
                <a:ext uri="{FF2B5EF4-FFF2-40B4-BE49-F238E27FC236}">
                  <a16:creationId xmlns:a16="http://schemas.microsoft.com/office/drawing/2014/main" id="{BCFB0E69-AAA9-BE8E-5337-47A648F54878}"/>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087357" y="3296116"/>
              <a:ext cx="125816" cy="125816"/>
            </a:xfrm>
            <a:prstGeom prst="rect">
              <a:avLst/>
            </a:prstGeom>
          </p:spPr>
        </p:pic>
      </p:grpSp>
    </p:spTree>
    <p:extLst>
      <p:ext uri="{BB962C8B-B14F-4D97-AF65-F5344CB8AC3E}">
        <p14:creationId xmlns:p14="http://schemas.microsoft.com/office/powerpoint/2010/main" val="18928054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25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grpId="0" nodeType="withEffect">
                                  <p:stCondLst>
                                    <p:cond delay="25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childTnLst>
                          </p:cTn>
                        </p:par>
                        <p:par>
                          <p:cTn id="14" fill="hold">
                            <p:stCondLst>
                              <p:cond delay="750"/>
                            </p:stCondLst>
                            <p:childTnLst>
                              <p:par>
                                <p:cTn id="15" presetID="10" presetClass="entr" presetSubtype="0" fill="hold" grpId="0" nodeType="after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77"/>
                                        </p:tgtEl>
                                        <p:attrNameLst>
                                          <p:attrName>style.visibility</p:attrName>
                                        </p:attrNameLst>
                                      </p:cBhvr>
                                      <p:to>
                                        <p:strVal val="visible"/>
                                      </p:to>
                                    </p:set>
                                    <p:animEffect transition="in" filter="fade">
                                      <p:cBhvr>
                                        <p:cTn id="20" dur="500"/>
                                        <p:tgtEl>
                                          <p:spTgt spid="177"/>
                                        </p:tgtEl>
                                      </p:cBhvr>
                                    </p:animEffect>
                                  </p:childTnLst>
                                </p:cTn>
                              </p:par>
                            </p:childTnLst>
                          </p:cTn>
                        </p:par>
                        <p:par>
                          <p:cTn id="21" fill="hold">
                            <p:stCondLst>
                              <p:cond delay="1250"/>
                            </p:stCondLst>
                            <p:childTnLst>
                              <p:par>
                                <p:cTn id="22" presetID="10" presetClass="entr" presetSubtype="0" fill="hold" nodeType="after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500"/>
                                        <p:tgtEl>
                                          <p:spTgt spid="5"/>
                                        </p:tgtEl>
                                      </p:cBhvr>
                                    </p:animEffect>
                                  </p:childTnLst>
                                </p:cTn>
                              </p:par>
                              <p:par>
                                <p:cTn id="25" presetID="10" presetClass="entr" presetSubtype="0" fill="hold" nodeType="withEffect">
                                  <p:stCondLst>
                                    <p:cond delay="0"/>
                                  </p:stCondLst>
                                  <p:childTnLst>
                                    <p:set>
                                      <p:cBhvr>
                                        <p:cTn id="26" dur="1" fill="hold">
                                          <p:stCondLst>
                                            <p:cond delay="0"/>
                                          </p:stCondLst>
                                        </p:cTn>
                                        <p:tgtEl>
                                          <p:spTgt spid="47"/>
                                        </p:tgtEl>
                                        <p:attrNameLst>
                                          <p:attrName>style.visibility</p:attrName>
                                        </p:attrNameLst>
                                      </p:cBhvr>
                                      <p:to>
                                        <p:strVal val="visible"/>
                                      </p:to>
                                    </p:set>
                                    <p:animEffect transition="in" filter="fade">
                                      <p:cBhvr>
                                        <p:cTn id="27" dur="500"/>
                                        <p:tgtEl>
                                          <p:spTgt spid="47"/>
                                        </p:tgtEl>
                                      </p:cBhvr>
                                    </p:animEffect>
                                  </p:childTnLst>
                                </p:cTn>
                              </p:par>
                            </p:childTnLst>
                          </p:cTn>
                        </p:par>
                        <p:par>
                          <p:cTn id="28" fill="hold">
                            <p:stCondLst>
                              <p:cond delay="1750"/>
                            </p:stCondLst>
                            <p:childTnLst>
                              <p:par>
                                <p:cTn id="29" presetID="22" presetClass="entr" presetSubtype="1" fill="hold" nodeType="afterEffect">
                                  <p:stCondLst>
                                    <p:cond delay="0"/>
                                  </p:stCondLst>
                                  <p:childTnLst>
                                    <p:set>
                                      <p:cBhvr>
                                        <p:cTn id="30" dur="1" fill="hold">
                                          <p:stCondLst>
                                            <p:cond delay="0"/>
                                          </p:stCondLst>
                                        </p:cTn>
                                        <p:tgtEl>
                                          <p:spTgt spid="56"/>
                                        </p:tgtEl>
                                        <p:attrNameLst>
                                          <p:attrName>style.visibility</p:attrName>
                                        </p:attrNameLst>
                                      </p:cBhvr>
                                      <p:to>
                                        <p:strVal val="visible"/>
                                      </p:to>
                                    </p:set>
                                    <p:animEffect transition="in" filter="wipe(up)">
                                      <p:cBhvr>
                                        <p:cTn id="31" dur="250"/>
                                        <p:tgtEl>
                                          <p:spTgt spid="56"/>
                                        </p:tgtEl>
                                      </p:cBhvr>
                                    </p:animEffect>
                                  </p:childTnLst>
                                </p:cTn>
                              </p:par>
                            </p:childTnLst>
                          </p:cTn>
                        </p:par>
                        <p:par>
                          <p:cTn id="32" fill="hold">
                            <p:stCondLst>
                              <p:cond delay="2000"/>
                            </p:stCondLst>
                            <p:childTnLst>
                              <p:par>
                                <p:cTn id="33" presetID="22" presetClass="entr" presetSubtype="8" fill="hold" nodeType="afterEffect">
                                  <p:stCondLst>
                                    <p:cond delay="0"/>
                                  </p:stCondLst>
                                  <p:childTnLst>
                                    <p:set>
                                      <p:cBhvr>
                                        <p:cTn id="34" dur="1" fill="hold">
                                          <p:stCondLst>
                                            <p:cond delay="0"/>
                                          </p:stCondLst>
                                        </p:cTn>
                                        <p:tgtEl>
                                          <p:spTgt spid="207"/>
                                        </p:tgtEl>
                                        <p:attrNameLst>
                                          <p:attrName>style.visibility</p:attrName>
                                        </p:attrNameLst>
                                      </p:cBhvr>
                                      <p:to>
                                        <p:strVal val="visible"/>
                                      </p:to>
                                    </p:set>
                                    <p:animEffect transition="in" filter="wipe(left)">
                                      <p:cBhvr>
                                        <p:cTn id="35" dur="250"/>
                                        <p:tgtEl>
                                          <p:spTgt spid="207"/>
                                        </p:tgtEl>
                                      </p:cBhvr>
                                    </p:animEffect>
                                  </p:childTnLst>
                                </p:cTn>
                              </p:par>
                            </p:childTnLst>
                          </p:cTn>
                        </p:par>
                        <p:par>
                          <p:cTn id="36" fill="hold">
                            <p:stCondLst>
                              <p:cond delay="2250"/>
                            </p:stCondLst>
                            <p:childTnLst>
                              <p:par>
                                <p:cTn id="37" presetID="10" presetClass="entr" presetSubtype="0" fill="hold" nodeType="afterEffect">
                                  <p:stCondLst>
                                    <p:cond delay="0"/>
                                  </p:stCondLst>
                                  <p:childTnLst>
                                    <p:set>
                                      <p:cBhvr>
                                        <p:cTn id="38" dur="1" fill="hold">
                                          <p:stCondLst>
                                            <p:cond delay="0"/>
                                          </p:stCondLst>
                                        </p:cTn>
                                        <p:tgtEl>
                                          <p:spTgt spid="224"/>
                                        </p:tgtEl>
                                        <p:attrNameLst>
                                          <p:attrName>style.visibility</p:attrName>
                                        </p:attrNameLst>
                                      </p:cBhvr>
                                      <p:to>
                                        <p:strVal val="visible"/>
                                      </p:to>
                                    </p:set>
                                    <p:animEffect transition="in" filter="fade">
                                      <p:cBhvr>
                                        <p:cTn id="39" dur="500"/>
                                        <p:tgtEl>
                                          <p:spTgt spid="224"/>
                                        </p:tgtEl>
                                      </p:cBhvr>
                                    </p:animEffect>
                                  </p:childTnLst>
                                </p:cTn>
                              </p:par>
                            </p:childTnLst>
                          </p:cTn>
                        </p:par>
                        <p:par>
                          <p:cTn id="40" fill="hold">
                            <p:stCondLst>
                              <p:cond delay="2750"/>
                            </p:stCondLst>
                            <p:childTnLst>
                              <p:par>
                                <p:cTn id="41" presetID="10" presetClass="entr" presetSubtype="0" fill="hold" nodeType="afterEffect">
                                  <p:stCondLst>
                                    <p:cond delay="0"/>
                                  </p:stCondLst>
                                  <p:childTnLst>
                                    <p:set>
                                      <p:cBhvr>
                                        <p:cTn id="42" dur="1" fill="hold">
                                          <p:stCondLst>
                                            <p:cond delay="0"/>
                                          </p:stCondLst>
                                        </p:cTn>
                                        <p:tgtEl>
                                          <p:spTgt spid="203"/>
                                        </p:tgtEl>
                                        <p:attrNameLst>
                                          <p:attrName>style.visibility</p:attrName>
                                        </p:attrNameLst>
                                      </p:cBhvr>
                                      <p:to>
                                        <p:strVal val="visible"/>
                                      </p:to>
                                    </p:set>
                                    <p:animEffect transition="in" filter="fade">
                                      <p:cBhvr>
                                        <p:cTn id="43" dur="500"/>
                                        <p:tgtEl>
                                          <p:spTgt spid="203"/>
                                        </p:tgtEl>
                                      </p:cBhvr>
                                    </p:animEffect>
                                  </p:childTnLst>
                                </p:cTn>
                              </p:par>
                              <p:par>
                                <p:cTn id="44" presetID="10" presetClass="entr" presetSubtype="0" fill="hold" nodeType="withEffect">
                                  <p:stCondLst>
                                    <p:cond delay="0"/>
                                  </p:stCondLst>
                                  <p:childTnLst>
                                    <p:set>
                                      <p:cBhvr>
                                        <p:cTn id="45" dur="1" fill="hold">
                                          <p:stCondLst>
                                            <p:cond delay="0"/>
                                          </p:stCondLst>
                                        </p:cTn>
                                        <p:tgtEl>
                                          <p:spTgt spid="217"/>
                                        </p:tgtEl>
                                        <p:attrNameLst>
                                          <p:attrName>style.visibility</p:attrName>
                                        </p:attrNameLst>
                                      </p:cBhvr>
                                      <p:to>
                                        <p:strVal val="visible"/>
                                      </p:to>
                                    </p:set>
                                    <p:animEffect transition="in" filter="fade">
                                      <p:cBhvr>
                                        <p:cTn id="46" dur="500"/>
                                        <p:tgtEl>
                                          <p:spTgt spid="217"/>
                                        </p:tgtEl>
                                      </p:cBhvr>
                                    </p:animEffect>
                                  </p:childTnLst>
                                </p:cTn>
                              </p:par>
                              <p:par>
                                <p:cTn id="47" presetID="10" presetClass="entr" presetSubtype="0" fill="hold" nodeType="withEffect">
                                  <p:stCondLst>
                                    <p:cond delay="0"/>
                                  </p:stCondLst>
                                  <p:childTnLst>
                                    <p:set>
                                      <p:cBhvr>
                                        <p:cTn id="48" dur="1" fill="hold">
                                          <p:stCondLst>
                                            <p:cond delay="0"/>
                                          </p:stCondLst>
                                        </p:cTn>
                                        <p:tgtEl>
                                          <p:spTgt spid="220"/>
                                        </p:tgtEl>
                                        <p:attrNameLst>
                                          <p:attrName>style.visibility</p:attrName>
                                        </p:attrNameLst>
                                      </p:cBhvr>
                                      <p:to>
                                        <p:strVal val="visible"/>
                                      </p:to>
                                    </p:set>
                                    <p:animEffect transition="in" filter="fade">
                                      <p:cBhvr>
                                        <p:cTn id="49" dur="500"/>
                                        <p:tgtEl>
                                          <p:spTgt spid="220"/>
                                        </p:tgtEl>
                                      </p:cBhvr>
                                    </p:animEffect>
                                  </p:childTnLst>
                                </p:cTn>
                              </p:par>
                            </p:childTnLst>
                          </p:cTn>
                        </p:par>
                        <p:par>
                          <p:cTn id="50" fill="hold">
                            <p:stCondLst>
                              <p:cond delay="3250"/>
                            </p:stCondLst>
                            <p:childTnLst>
                              <p:par>
                                <p:cTn id="51" presetID="26" presetClass="emph" presetSubtype="0" fill="hold" grpId="1" nodeType="afterEffect">
                                  <p:stCondLst>
                                    <p:cond delay="500"/>
                                  </p:stCondLst>
                                  <p:childTnLst>
                                    <p:animEffect transition="out" filter="fade">
                                      <p:cBhvr>
                                        <p:cTn id="52" dur="500" tmFilter="0, 0; .2, .5; .8, .5; 1, 0"/>
                                        <p:tgtEl>
                                          <p:spTgt spid="177"/>
                                        </p:tgtEl>
                                      </p:cBhvr>
                                    </p:animEffect>
                                    <p:animScale>
                                      <p:cBhvr>
                                        <p:cTn id="53" dur="250" autoRev="1" fill="hold"/>
                                        <p:tgtEl>
                                          <p:spTgt spid="177"/>
                                        </p:tgtEl>
                                      </p:cBhvr>
                                      <p:by x="105000" y="105000"/>
                                    </p:animScale>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0"/>
                                        </p:tgtEl>
                                        <p:attrNameLst>
                                          <p:attrName>style.visibility</p:attrName>
                                        </p:attrNameLst>
                                      </p:cBhvr>
                                      <p:to>
                                        <p:strVal val="visible"/>
                                      </p:to>
                                    </p:set>
                                    <p:animEffect transition="in" filter="fade">
                                      <p:cBhvr>
                                        <p:cTn id="58" dur="500"/>
                                        <p:tgtEl>
                                          <p:spTgt spid="20"/>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fade">
                                      <p:cBhvr>
                                        <p:cTn id="61" dur="500"/>
                                        <p:tgtEl>
                                          <p:spTgt spid="16"/>
                                        </p:tgtEl>
                                      </p:cBhvr>
                                    </p:animEffect>
                                  </p:childTnLst>
                                </p:cTn>
                              </p:par>
                            </p:childTnLst>
                          </p:cTn>
                        </p:par>
                        <p:par>
                          <p:cTn id="62" fill="hold">
                            <p:stCondLst>
                              <p:cond delay="500"/>
                            </p:stCondLst>
                            <p:childTnLst>
                              <p:par>
                                <p:cTn id="63" presetID="10" presetClass="entr" presetSubtype="0" fill="hold" nodeType="afterEffect">
                                  <p:stCondLst>
                                    <p:cond delay="0"/>
                                  </p:stCondLst>
                                  <p:childTnLst>
                                    <p:set>
                                      <p:cBhvr>
                                        <p:cTn id="64" dur="1" fill="hold">
                                          <p:stCondLst>
                                            <p:cond delay="0"/>
                                          </p:stCondLst>
                                        </p:cTn>
                                        <p:tgtEl>
                                          <p:spTgt spid="509"/>
                                        </p:tgtEl>
                                        <p:attrNameLst>
                                          <p:attrName>style.visibility</p:attrName>
                                        </p:attrNameLst>
                                      </p:cBhvr>
                                      <p:to>
                                        <p:strVal val="visible"/>
                                      </p:to>
                                    </p:set>
                                    <p:animEffect transition="in" filter="fade">
                                      <p:cBhvr>
                                        <p:cTn id="65" dur="500"/>
                                        <p:tgtEl>
                                          <p:spTgt spid="509"/>
                                        </p:tgtEl>
                                      </p:cBhvr>
                                    </p:animEffect>
                                  </p:childTnLst>
                                </p:cTn>
                              </p:par>
                            </p:childTnLst>
                          </p:cTn>
                        </p:par>
                        <p:par>
                          <p:cTn id="66" fill="hold">
                            <p:stCondLst>
                              <p:cond delay="1000"/>
                            </p:stCondLst>
                            <p:childTnLst>
                              <p:par>
                                <p:cTn id="67" presetID="10" presetClass="entr" presetSubtype="0" fill="hold" nodeType="afterEffect">
                                  <p:stCondLst>
                                    <p:cond delay="0"/>
                                  </p:stCondLst>
                                  <p:childTnLst>
                                    <p:set>
                                      <p:cBhvr>
                                        <p:cTn id="68" dur="1" fill="hold">
                                          <p:stCondLst>
                                            <p:cond delay="0"/>
                                          </p:stCondLst>
                                        </p:cTn>
                                        <p:tgtEl>
                                          <p:spTgt spid="510"/>
                                        </p:tgtEl>
                                        <p:attrNameLst>
                                          <p:attrName>style.visibility</p:attrName>
                                        </p:attrNameLst>
                                      </p:cBhvr>
                                      <p:to>
                                        <p:strVal val="visible"/>
                                      </p:to>
                                    </p:set>
                                    <p:animEffect transition="in" filter="fade">
                                      <p:cBhvr>
                                        <p:cTn id="69" dur="500"/>
                                        <p:tgtEl>
                                          <p:spTgt spid="510"/>
                                        </p:tgtEl>
                                      </p:cBhvr>
                                    </p:animEffect>
                                  </p:childTnLst>
                                </p:cTn>
                              </p:par>
                            </p:childTnLst>
                          </p:cTn>
                        </p:par>
                        <p:par>
                          <p:cTn id="70" fill="hold">
                            <p:stCondLst>
                              <p:cond delay="1500"/>
                            </p:stCondLst>
                            <p:childTnLst>
                              <p:par>
                                <p:cTn id="71" presetID="10" presetClass="entr" presetSubtype="0" fill="hold" grpId="0" nodeType="afterEffect">
                                  <p:stCondLst>
                                    <p:cond delay="0"/>
                                  </p:stCondLst>
                                  <p:childTnLst>
                                    <p:set>
                                      <p:cBhvr>
                                        <p:cTn id="72" dur="1" fill="hold">
                                          <p:stCondLst>
                                            <p:cond delay="0"/>
                                          </p:stCondLst>
                                        </p:cTn>
                                        <p:tgtEl>
                                          <p:spTgt spid="327"/>
                                        </p:tgtEl>
                                        <p:attrNameLst>
                                          <p:attrName>style.visibility</p:attrName>
                                        </p:attrNameLst>
                                      </p:cBhvr>
                                      <p:to>
                                        <p:strVal val="visible"/>
                                      </p:to>
                                    </p:set>
                                    <p:animEffect transition="in" filter="fade">
                                      <p:cBhvr>
                                        <p:cTn id="73" dur="500"/>
                                        <p:tgtEl>
                                          <p:spTgt spid="327"/>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326"/>
                                        </p:tgtEl>
                                        <p:attrNameLst>
                                          <p:attrName>style.visibility</p:attrName>
                                        </p:attrNameLst>
                                      </p:cBhvr>
                                      <p:to>
                                        <p:strVal val="visible"/>
                                      </p:to>
                                    </p:set>
                                    <p:animEffect transition="in" filter="fade">
                                      <p:cBhvr>
                                        <p:cTn id="76" dur="500"/>
                                        <p:tgtEl>
                                          <p:spTgt spid="326"/>
                                        </p:tgtEl>
                                      </p:cBhvr>
                                    </p:animEffect>
                                  </p:childTnLst>
                                </p:cTn>
                              </p:par>
                            </p:childTnLst>
                          </p:cTn>
                        </p:par>
                        <p:par>
                          <p:cTn id="77" fill="hold">
                            <p:stCondLst>
                              <p:cond delay="2000"/>
                            </p:stCondLst>
                            <p:childTnLst>
                              <p:par>
                                <p:cTn id="78" presetID="10" presetClass="entr" presetSubtype="0" fill="hold" grpId="0" nodeType="afterEffect">
                                  <p:stCondLst>
                                    <p:cond delay="0"/>
                                  </p:stCondLst>
                                  <p:childTnLst>
                                    <p:set>
                                      <p:cBhvr>
                                        <p:cTn id="79" dur="1" fill="hold">
                                          <p:stCondLst>
                                            <p:cond delay="0"/>
                                          </p:stCondLst>
                                        </p:cTn>
                                        <p:tgtEl>
                                          <p:spTgt spid="45"/>
                                        </p:tgtEl>
                                        <p:attrNameLst>
                                          <p:attrName>style.visibility</p:attrName>
                                        </p:attrNameLst>
                                      </p:cBhvr>
                                      <p:to>
                                        <p:strVal val="visible"/>
                                      </p:to>
                                    </p:set>
                                    <p:animEffect transition="in" filter="fade">
                                      <p:cBhvr>
                                        <p:cTn id="80" dur="500"/>
                                        <p:tgtEl>
                                          <p:spTgt spid="45"/>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308"/>
                                        </p:tgtEl>
                                        <p:attrNameLst>
                                          <p:attrName>style.visibility</p:attrName>
                                        </p:attrNameLst>
                                      </p:cBhvr>
                                      <p:to>
                                        <p:strVal val="visible"/>
                                      </p:to>
                                    </p:set>
                                    <p:animEffect transition="in" filter="fade">
                                      <p:cBhvr>
                                        <p:cTn id="83" dur="500"/>
                                        <p:tgtEl>
                                          <p:spTgt spid="308"/>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328"/>
                                        </p:tgtEl>
                                        <p:attrNameLst>
                                          <p:attrName>style.visibility</p:attrName>
                                        </p:attrNameLst>
                                      </p:cBhvr>
                                      <p:to>
                                        <p:strVal val="visible"/>
                                      </p:to>
                                    </p:set>
                                    <p:animEffect transition="in" filter="fade">
                                      <p:cBhvr>
                                        <p:cTn id="86" dur="500"/>
                                        <p:tgtEl>
                                          <p:spTgt spid="328"/>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334"/>
                                        </p:tgtEl>
                                        <p:attrNameLst>
                                          <p:attrName>style.visibility</p:attrName>
                                        </p:attrNameLst>
                                      </p:cBhvr>
                                      <p:to>
                                        <p:strVal val="visible"/>
                                      </p:to>
                                    </p:set>
                                    <p:animEffect transition="in" filter="fade">
                                      <p:cBhvr>
                                        <p:cTn id="89" dur="500"/>
                                        <p:tgtEl>
                                          <p:spTgt spid="334"/>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335"/>
                                        </p:tgtEl>
                                        <p:attrNameLst>
                                          <p:attrName>style.visibility</p:attrName>
                                        </p:attrNameLst>
                                      </p:cBhvr>
                                      <p:to>
                                        <p:strVal val="visible"/>
                                      </p:to>
                                    </p:set>
                                    <p:animEffect transition="in" filter="fade">
                                      <p:cBhvr>
                                        <p:cTn id="92" dur="500"/>
                                        <p:tgtEl>
                                          <p:spTgt spid="335"/>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336"/>
                                        </p:tgtEl>
                                        <p:attrNameLst>
                                          <p:attrName>style.visibility</p:attrName>
                                        </p:attrNameLst>
                                      </p:cBhvr>
                                      <p:to>
                                        <p:strVal val="visible"/>
                                      </p:to>
                                    </p:set>
                                    <p:animEffect transition="in" filter="fade">
                                      <p:cBhvr>
                                        <p:cTn id="95" dur="500"/>
                                        <p:tgtEl>
                                          <p:spTgt spid="336"/>
                                        </p:tgtEl>
                                      </p:cBhvr>
                                    </p:animEffect>
                                  </p:childTnLst>
                                </p:cTn>
                              </p:par>
                            </p:childTnLst>
                          </p:cTn>
                        </p:par>
                        <p:par>
                          <p:cTn id="96" fill="hold">
                            <p:stCondLst>
                              <p:cond delay="2500"/>
                            </p:stCondLst>
                            <p:childTnLst>
                              <p:par>
                                <p:cTn id="97" presetID="22" presetClass="entr" presetSubtype="4" fill="hold" nodeType="afterEffect">
                                  <p:stCondLst>
                                    <p:cond delay="0"/>
                                  </p:stCondLst>
                                  <p:childTnLst>
                                    <p:set>
                                      <p:cBhvr>
                                        <p:cTn id="98" dur="1" fill="hold">
                                          <p:stCondLst>
                                            <p:cond delay="0"/>
                                          </p:stCondLst>
                                        </p:cTn>
                                        <p:tgtEl>
                                          <p:spTgt spid="330"/>
                                        </p:tgtEl>
                                        <p:attrNameLst>
                                          <p:attrName>style.visibility</p:attrName>
                                        </p:attrNameLst>
                                      </p:cBhvr>
                                      <p:to>
                                        <p:strVal val="visible"/>
                                      </p:to>
                                    </p:set>
                                    <p:animEffect transition="in" filter="wipe(down)">
                                      <p:cBhvr>
                                        <p:cTn id="99" dur="500"/>
                                        <p:tgtEl>
                                          <p:spTgt spid="330"/>
                                        </p:tgtEl>
                                      </p:cBhvr>
                                    </p:animEffect>
                                  </p:childTnLst>
                                </p:cTn>
                              </p:par>
                            </p:childTnLst>
                          </p:cTn>
                        </p:par>
                        <p:par>
                          <p:cTn id="100" fill="hold">
                            <p:stCondLst>
                              <p:cond delay="3000"/>
                            </p:stCondLst>
                            <p:childTnLst>
                              <p:par>
                                <p:cTn id="101" presetID="10" presetClass="entr" presetSubtype="0" fill="hold" nodeType="afterEffect">
                                  <p:stCondLst>
                                    <p:cond delay="0"/>
                                  </p:stCondLst>
                                  <p:childTnLst>
                                    <p:set>
                                      <p:cBhvr>
                                        <p:cTn id="102" dur="1" fill="hold">
                                          <p:stCondLst>
                                            <p:cond delay="0"/>
                                          </p:stCondLst>
                                        </p:cTn>
                                        <p:tgtEl>
                                          <p:spTgt spid="392"/>
                                        </p:tgtEl>
                                        <p:attrNameLst>
                                          <p:attrName>style.visibility</p:attrName>
                                        </p:attrNameLst>
                                      </p:cBhvr>
                                      <p:to>
                                        <p:strVal val="visible"/>
                                      </p:to>
                                    </p:set>
                                    <p:animEffect transition="in" filter="fade">
                                      <p:cBhvr>
                                        <p:cTn id="103" dur="500"/>
                                        <p:tgtEl>
                                          <p:spTgt spid="392"/>
                                        </p:tgtEl>
                                      </p:cBhvr>
                                    </p:animEffect>
                                  </p:childTnLst>
                                </p:cTn>
                              </p:par>
                            </p:childTnLst>
                          </p:cTn>
                        </p:par>
                        <p:par>
                          <p:cTn id="104" fill="hold">
                            <p:stCondLst>
                              <p:cond delay="3500"/>
                            </p:stCondLst>
                            <p:childTnLst>
                              <p:par>
                                <p:cTn id="105" presetID="26" presetClass="emph" presetSubtype="0" fill="hold" grpId="1" nodeType="afterEffect">
                                  <p:stCondLst>
                                    <p:cond delay="500"/>
                                  </p:stCondLst>
                                  <p:childTnLst>
                                    <p:animEffect transition="out" filter="fade">
                                      <p:cBhvr>
                                        <p:cTn id="106" dur="500" tmFilter="0, 0; .2, .5; .8, .5; 1, 0"/>
                                        <p:tgtEl>
                                          <p:spTgt spid="16"/>
                                        </p:tgtEl>
                                      </p:cBhvr>
                                    </p:animEffect>
                                    <p:animScale>
                                      <p:cBhvr>
                                        <p:cTn id="107" dur="250" autoRev="1" fill="hold"/>
                                        <p:tgtEl>
                                          <p:spTgt spid="16"/>
                                        </p:tgtEl>
                                      </p:cBhvr>
                                      <p:by x="105000" y="105000"/>
                                    </p:animScale>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21"/>
                                        </p:tgtEl>
                                        <p:attrNameLst>
                                          <p:attrName>style.visibility</p:attrName>
                                        </p:attrNameLst>
                                      </p:cBhvr>
                                      <p:to>
                                        <p:strVal val="visible"/>
                                      </p:to>
                                    </p:set>
                                    <p:animEffect transition="in" filter="fade">
                                      <p:cBhvr>
                                        <p:cTn id="112" dur="500"/>
                                        <p:tgtEl>
                                          <p:spTgt spid="21"/>
                                        </p:tgtEl>
                                      </p:cBhvr>
                                    </p:animEffect>
                                  </p:childTnLst>
                                </p:cTn>
                              </p:par>
                              <p:par>
                                <p:cTn id="113" presetID="1" presetClass="exit" presetSubtype="0" fill="hold" grpId="0" nodeType="withEffect">
                                  <p:stCondLst>
                                    <p:cond delay="0"/>
                                  </p:stCondLst>
                                  <p:childTnLst>
                                    <p:set>
                                      <p:cBhvr>
                                        <p:cTn id="114" dur="1" fill="hold">
                                          <p:stCondLst>
                                            <p:cond delay="0"/>
                                          </p:stCondLst>
                                        </p:cTn>
                                        <p:tgtEl>
                                          <p:spTgt spid="508"/>
                                        </p:tgtEl>
                                        <p:attrNameLst>
                                          <p:attrName>style.visibility</p:attrName>
                                        </p:attrNameLst>
                                      </p:cBhvr>
                                      <p:to>
                                        <p:strVal val="hidden"/>
                                      </p:to>
                                    </p:set>
                                  </p:childTnLst>
                                </p:cTn>
                              </p:par>
                              <p:par>
                                <p:cTn id="115" presetID="10" presetClass="entr" presetSubtype="0" fill="hold" grpId="0" nodeType="withEffect">
                                  <p:stCondLst>
                                    <p:cond delay="0"/>
                                  </p:stCondLst>
                                  <p:childTnLst>
                                    <p:set>
                                      <p:cBhvr>
                                        <p:cTn id="116" dur="1" fill="hold">
                                          <p:stCondLst>
                                            <p:cond delay="0"/>
                                          </p:stCondLst>
                                        </p:cTn>
                                        <p:tgtEl>
                                          <p:spTgt spid="17"/>
                                        </p:tgtEl>
                                        <p:attrNameLst>
                                          <p:attrName>style.visibility</p:attrName>
                                        </p:attrNameLst>
                                      </p:cBhvr>
                                      <p:to>
                                        <p:strVal val="visible"/>
                                      </p:to>
                                    </p:set>
                                    <p:animEffect transition="in" filter="fade">
                                      <p:cBhvr>
                                        <p:cTn id="117" dur="500"/>
                                        <p:tgtEl>
                                          <p:spTgt spid="17"/>
                                        </p:tgtEl>
                                      </p:cBhvr>
                                    </p:animEffect>
                                  </p:childTnLst>
                                </p:cTn>
                              </p:par>
                            </p:childTnLst>
                          </p:cTn>
                        </p:par>
                        <p:par>
                          <p:cTn id="118" fill="hold">
                            <p:stCondLst>
                              <p:cond delay="500"/>
                            </p:stCondLst>
                            <p:childTnLst>
                              <p:par>
                                <p:cTn id="119" presetID="10" presetClass="entr" presetSubtype="0" fill="hold" nodeType="afterEffect">
                                  <p:stCondLst>
                                    <p:cond delay="0"/>
                                  </p:stCondLst>
                                  <p:childTnLst>
                                    <p:set>
                                      <p:cBhvr>
                                        <p:cTn id="120" dur="1" fill="hold">
                                          <p:stCondLst>
                                            <p:cond delay="0"/>
                                          </p:stCondLst>
                                        </p:cTn>
                                        <p:tgtEl>
                                          <p:spTgt spid="398"/>
                                        </p:tgtEl>
                                        <p:attrNameLst>
                                          <p:attrName>style.visibility</p:attrName>
                                        </p:attrNameLst>
                                      </p:cBhvr>
                                      <p:to>
                                        <p:strVal val="visible"/>
                                      </p:to>
                                    </p:set>
                                    <p:animEffect transition="in" filter="fade">
                                      <p:cBhvr>
                                        <p:cTn id="121" dur="500"/>
                                        <p:tgtEl>
                                          <p:spTgt spid="398"/>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473"/>
                                        </p:tgtEl>
                                        <p:attrNameLst>
                                          <p:attrName>style.visibility</p:attrName>
                                        </p:attrNameLst>
                                      </p:cBhvr>
                                      <p:to>
                                        <p:strVal val="visible"/>
                                      </p:to>
                                    </p:set>
                                    <p:animEffect transition="in" filter="fade">
                                      <p:cBhvr>
                                        <p:cTn id="124" dur="500"/>
                                        <p:tgtEl>
                                          <p:spTgt spid="473"/>
                                        </p:tgtEl>
                                      </p:cBhvr>
                                    </p:animEffect>
                                  </p:childTnLst>
                                </p:cTn>
                              </p:par>
                              <p:par>
                                <p:cTn id="125" presetID="10" presetClass="entr" presetSubtype="0" fill="hold" nodeType="withEffect">
                                  <p:stCondLst>
                                    <p:cond delay="0"/>
                                  </p:stCondLst>
                                  <p:childTnLst>
                                    <p:set>
                                      <p:cBhvr>
                                        <p:cTn id="126" dur="1" fill="hold">
                                          <p:stCondLst>
                                            <p:cond delay="0"/>
                                          </p:stCondLst>
                                        </p:cTn>
                                        <p:tgtEl>
                                          <p:spTgt spid="430"/>
                                        </p:tgtEl>
                                        <p:attrNameLst>
                                          <p:attrName>style.visibility</p:attrName>
                                        </p:attrNameLst>
                                      </p:cBhvr>
                                      <p:to>
                                        <p:strVal val="visible"/>
                                      </p:to>
                                    </p:set>
                                    <p:animEffect transition="in" filter="fade">
                                      <p:cBhvr>
                                        <p:cTn id="127" dur="500"/>
                                        <p:tgtEl>
                                          <p:spTgt spid="430"/>
                                        </p:tgtEl>
                                      </p:cBhvr>
                                    </p:animEffect>
                                  </p:childTnLst>
                                </p:cTn>
                              </p:par>
                              <p:par>
                                <p:cTn id="128" presetID="10" presetClass="entr" presetSubtype="0" fill="hold" grpId="0" nodeType="withEffect">
                                  <p:stCondLst>
                                    <p:cond delay="0"/>
                                  </p:stCondLst>
                                  <p:childTnLst>
                                    <p:set>
                                      <p:cBhvr>
                                        <p:cTn id="129" dur="1" fill="hold">
                                          <p:stCondLst>
                                            <p:cond delay="0"/>
                                          </p:stCondLst>
                                        </p:cTn>
                                        <p:tgtEl>
                                          <p:spTgt spid="475"/>
                                        </p:tgtEl>
                                        <p:attrNameLst>
                                          <p:attrName>style.visibility</p:attrName>
                                        </p:attrNameLst>
                                      </p:cBhvr>
                                      <p:to>
                                        <p:strVal val="visible"/>
                                      </p:to>
                                    </p:set>
                                    <p:animEffect transition="in" filter="fade">
                                      <p:cBhvr>
                                        <p:cTn id="130" dur="500"/>
                                        <p:tgtEl>
                                          <p:spTgt spid="475"/>
                                        </p:tgtEl>
                                      </p:cBhvr>
                                    </p:animEffect>
                                  </p:childTnLst>
                                </p:cTn>
                              </p:par>
                            </p:childTnLst>
                          </p:cTn>
                        </p:par>
                        <p:par>
                          <p:cTn id="131" fill="hold">
                            <p:stCondLst>
                              <p:cond delay="1000"/>
                            </p:stCondLst>
                            <p:childTnLst>
                              <p:par>
                                <p:cTn id="132" presetID="16" presetClass="entr" presetSubtype="37" fill="hold" nodeType="afterEffect">
                                  <p:stCondLst>
                                    <p:cond delay="0"/>
                                  </p:stCondLst>
                                  <p:childTnLst>
                                    <p:set>
                                      <p:cBhvr>
                                        <p:cTn id="133" dur="1" fill="hold">
                                          <p:stCondLst>
                                            <p:cond delay="0"/>
                                          </p:stCondLst>
                                        </p:cTn>
                                        <p:tgtEl>
                                          <p:spTgt spid="511"/>
                                        </p:tgtEl>
                                        <p:attrNameLst>
                                          <p:attrName>style.visibility</p:attrName>
                                        </p:attrNameLst>
                                      </p:cBhvr>
                                      <p:to>
                                        <p:strVal val="visible"/>
                                      </p:to>
                                    </p:set>
                                    <p:animEffect transition="in" filter="barn(outVertical)">
                                      <p:cBhvr>
                                        <p:cTn id="134" dur="500"/>
                                        <p:tgtEl>
                                          <p:spTgt spid="511"/>
                                        </p:tgtEl>
                                      </p:cBhvr>
                                    </p:animEffect>
                                  </p:childTnLst>
                                </p:cTn>
                              </p:par>
                            </p:childTnLst>
                          </p:cTn>
                        </p:par>
                        <p:par>
                          <p:cTn id="135" fill="hold">
                            <p:stCondLst>
                              <p:cond delay="1500"/>
                            </p:stCondLst>
                            <p:childTnLst>
                              <p:par>
                                <p:cTn id="136" presetID="10" presetClass="entr" presetSubtype="0" fill="hold" grpId="0" nodeType="afterEffect">
                                  <p:stCondLst>
                                    <p:cond delay="0"/>
                                  </p:stCondLst>
                                  <p:childTnLst>
                                    <p:set>
                                      <p:cBhvr>
                                        <p:cTn id="137" dur="1" fill="hold">
                                          <p:stCondLst>
                                            <p:cond delay="0"/>
                                          </p:stCondLst>
                                        </p:cTn>
                                        <p:tgtEl>
                                          <p:spTgt spid="476"/>
                                        </p:tgtEl>
                                        <p:attrNameLst>
                                          <p:attrName>style.visibility</p:attrName>
                                        </p:attrNameLst>
                                      </p:cBhvr>
                                      <p:to>
                                        <p:strVal val="visible"/>
                                      </p:to>
                                    </p:set>
                                    <p:animEffect transition="in" filter="fade">
                                      <p:cBhvr>
                                        <p:cTn id="138" dur="500"/>
                                        <p:tgtEl>
                                          <p:spTgt spid="476"/>
                                        </p:tgtEl>
                                      </p:cBhvr>
                                    </p:animEffect>
                                  </p:childTnLst>
                                </p:cTn>
                              </p:par>
                            </p:childTnLst>
                          </p:cTn>
                        </p:par>
                        <p:par>
                          <p:cTn id="139" fill="hold">
                            <p:stCondLst>
                              <p:cond delay="2000"/>
                            </p:stCondLst>
                            <p:childTnLst>
                              <p:par>
                                <p:cTn id="140" presetID="10" presetClass="entr" presetSubtype="0" fill="hold" nodeType="afterEffect">
                                  <p:stCondLst>
                                    <p:cond delay="0"/>
                                  </p:stCondLst>
                                  <p:childTnLst>
                                    <p:set>
                                      <p:cBhvr>
                                        <p:cTn id="141" dur="1" fill="hold">
                                          <p:stCondLst>
                                            <p:cond delay="0"/>
                                          </p:stCondLst>
                                        </p:cTn>
                                        <p:tgtEl>
                                          <p:spTgt spid="396"/>
                                        </p:tgtEl>
                                        <p:attrNameLst>
                                          <p:attrName>style.visibility</p:attrName>
                                        </p:attrNameLst>
                                      </p:cBhvr>
                                      <p:to>
                                        <p:strVal val="visible"/>
                                      </p:to>
                                    </p:set>
                                    <p:animEffect transition="in" filter="fade">
                                      <p:cBhvr>
                                        <p:cTn id="142" dur="500"/>
                                        <p:tgtEl>
                                          <p:spTgt spid="396"/>
                                        </p:tgtEl>
                                      </p:cBhvr>
                                    </p:animEffect>
                                  </p:childTnLst>
                                </p:cTn>
                              </p:par>
                            </p:childTnLst>
                          </p:cTn>
                        </p:par>
                        <p:par>
                          <p:cTn id="143" fill="hold">
                            <p:stCondLst>
                              <p:cond delay="2500"/>
                            </p:stCondLst>
                            <p:childTnLst>
                              <p:par>
                                <p:cTn id="144" presetID="22" presetClass="entr" presetSubtype="8" fill="hold" nodeType="afterEffect">
                                  <p:stCondLst>
                                    <p:cond delay="0"/>
                                  </p:stCondLst>
                                  <p:childTnLst>
                                    <p:set>
                                      <p:cBhvr>
                                        <p:cTn id="145" dur="1" fill="hold">
                                          <p:stCondLst>
                                            <p:cond delay="0"/>
                                          </p:stCondLst>
                                        </p:cTn>
                                        <p:tgtEl>
                                          <p:spTgt spid="480"/>
                                        </p:tgtEl>
                                        <p:attrNameLst>
                                          <p:attrName>style.visibility</p:attrName>
                                        </p:attrNameLst>
                                      </p:cBhvr>
                                      <p:to>
                                        <p:strVal val="visible"/>
                                      </p:to>
                                    </p:set>
                                    <p:animEffect transition="in" filter="wipe(left)">
                                      <p:cBhvr>
                                        <p:cTn id="146" dur="500"/>
                                        <p:tgtEl>
                                          <p:spTgt spid="480"/>
                                        </p:tgtEl>
                                      </p:cBhvr>
                                    </p:animEffect>
                                  </p:childTnLst>
                                </p:cTn>
                              </p:par>
                              <p:par>
                                <p:cTn id="147" presetID="10" presetClass="entr" presetSubtype="0" fill="hold" grpId="0" nodeType="withEffect">
                                  <p:stCondLst>
                                    <p:cond delay="0"/>
                                  </p:stCondLst>
                                  <p:childTnLst>
                                    <p:set>
                                      <p:cBhvr>
                                        <p:cTn id="148" dur="1" fill="hold">
                                          <p:stCondLst>
                                            <p:cond delay="0"/>
                                          </p:stCondLst>
                                        </p:cTn>
                                        <p:tgtEl>
                                          <p:spTgt spid="482"/>
                                        </p:tgtEl>
                                        <p:attrNameLst>
                                          <p:attrName>style.visibility</p:attrName>
                                        </p:attrNameLst>
                                      </p:cBhvr>
                                      <p:to>
                                        <p:strVal val="visible"/>
                                      </p:to>
                                    </p:set>
                                    <p:animEffect transition="in" filter="fade">
                                      <p:cBhvr>
                                        <p:cTn id="149" dur="500"/>
                                        <p:tgtEl>
                                          <p:spTgt spid="482"/>
                                        </p:tgtEl>
                                      </p:cBhvr>
                                    </p:animEffect>
                                  </p:childTnLst>
                                </p:cTn>
                              </p:par>
                              <p:par>
                                <p:cTn id="150" presetID="10" presetClass="entr" presetSubtype="0" fill="hold" nodeType="withEffect">
                                  <p:stCondLst>
                                    <p:cond delay="0"/>
                                  </p:stCondLst>
                                  <p:childTnLst>
                                    <p:set>
                                      <p:cBhvr>
                                        <p:cTn id="151" dur="1" fill="hold">
                                          <p:stCondLst>
                                            <p:cond delay="0"/>
                                          </p:stCondLst>
                                        </p:cTn>
                                        <p:tgtEl>
                                          <p:spTgt spid="501"/>
                                        </p:tgtEl>
                                        <p:attrNameLst>
                                          <p:attrName>style.visibility</p:attrName>
                                        </p:attrNameLst>
                                      </p:cBhvr>
                                      <p:to>
                                        <p:strVal val="visible"/>
                                      </p:to>
                                    </p:set>
                                    <p:animEffect transition="in" filter="fade">
                                      <p:cBhvr>
                                        <p:cTn id="152" dur="500"/>
                                        <p:tgtEl>
                                          <p:spTgt spid="501"/>
                                        </p:tgtEl>
                                      </p:cBhvr>
                                    </p:animEffect>
                                  </p:childTnLst>
                                </p:cTn>
                              </p:par>
                            </p:childTnLst>
                          </p:cTn>
                        </p:par>
                        <p:par>
                          <p:cTn id="153" fill="hold">
                            <p:stCondLst>
                              <p:cond delay="3000"/>
                            </p:stCondLst>
                            <p:childTnLst>
                              <p:par>
                                <p:cTn id="154" presetID="10" presetClass="entr" presetSubtype="0" fill="hold" nodeType="afterEffect">
                                  <p:stCondLst>
                                    <p:cond delay="0"/>
                                  </p:stCondLst>
                                  <p:childTnLst>
                                    <p:set>
                                      <p:cBhvr>
                                        <p:cTn id="155" dur="1" fill="hold">
                                          <p:stCondLst>
                                            <p:cond delay="0"/>
                                          </p:stCondLst>
                                        </p:cTn>
                                        <p:tgtEl>
                                          <p:spTgt spid="397"/>
                                        </p:tgtEl>
                                        <p:attrNameLst>
                                          <p:attrName>style.visibility</p:attrName>
                                        </p:attrNameLst>
                                      </p:cBhvr>
                                      <p:to>
                                        <p:strVal val="visible"/>
                                      </p:to>
                                    </p:set>
                                    <p:animEffect transition="in" filter="fade">
                                      <p:cBhvr>
                                        <p:cTn id="156" dur="500"/>
                                        <p:tgtEl>
                                          <p:spTgt spid="397"/>
                                        </p:tgtEl>
                                      </p:cBhvr>
                                    </p:animEffect>
                                  </p:childTnLst>
                                </p:cTn>
                              </p:par>
                            </p:childTnLst>
                          </p:cTn>
                        </p:par>
                        <p:par>
                          <p:cTn id="157" fill="hold">
                            <p:stCondLst>
                              <p:cond delay="3500"/>
                            </p:stCondLst>
                            <p:childTnLst>
                              <p:par>
                                <p:cTn id="158" presetID="26" presetClass="emph" presetSubtype="0" fill="hold" grpId="1" nodeType="afterEffect">
                                  <p:stCondLst>
                                    <p:cond delay="500"/>
                                  </p:stCondLst>
                                  <p:childTnLst>
                                    <p:animEffect transition="out" filter="fade">
                                      <p:cBhvr>
                                        <p:cTn id="159" dur="500" tmFilter="0, 0; .2, .5; .8, .5; 1, 0"/>
                                        <p:tgtEl>
                                          <p:spTgt spid="482"/>
                                        </p:tgtEl>
                                      </p:cBhvr>
                                    </p:animEffect>
                                    <p:animScale>
                                      <p:cBhvr>
                                        <p:cTn id="160" dur="250" autoRev="1" fill="hold"/>
                                        <p:tgtEl>
                                          <p:spTgt spid="482"/>
                                        </p:tgtEl>
                                      </p:cBhvr>
                                      <p:by x="105000" y="105000"/>
                                    </p:animScale>
                                  </p:childTnLst>
                                </p:cTn>
                              </p:par>
                              <p:par>
                                <p:cTn id="161" presetID="26" presetClass="emph" presetSubtype="0" fill="hold" nodeType="withEffect">
                                  <p:stCondLst>
                                    <p:cond delay="500"/>
                                  </p:stCondLst>
                                  <p:childTnLst>
                                    <p:animEffect transition="out" filter="fade">
                                      <p:cBhvr>
                                        <p:cTn id="162" dur="500" tmFilter="0, 0; .2, .5; .8, .5; 1, 0"/>
                                        <p:tgtEl>
                                          <p:spTgt spid="501"/>
                                        </p:tgtEl>
                                      </p:cBhvr>
                                    </p:animEffect>
                                    <p:animScale>
                                      <p:cBhvr>
                                        <p:cTn id="163" dur="250" autoRev="1" fill="hold"/>
                                        <p:tgtEl>
                                          <p:spTgt spid="501"/>
                                        </p:tgtEl>
                                      </p:cBhvr>
                                      <p:by x="105000" y="105000"/>
                                    </p:animScale>
                                  </p:childTnLst>
                                </p:cTn>
                              </p:par>
                            </p:childTnLst>
                          </p:cTn>
                        </p:par>
                        <p:par>
                          <p:cTn id="164" fill="hold">
                            <p:stCondLst>
                              <p:cond delay="4500"/>
                            </p:stCondLst>
                            <p:childTnLst>
                              <p:par>
                                <p:cTn id="165" presetID="26" presetClass="emph" presetSubtype="0" fill="hold" grpId="1" nodeType="afterEffect">
                                  <p:stCondLst>
                                    <p:cond delay="250"/>
                                  </p:stCondLst>
                                  <p:childTnLst>
                                    <p:animEffect transition="out" filter="fade">
                                      <p:cBhvr>
                                        <p:cTn id="166" dur="500" tmFilter="0, 0; .2, .5; .8, .5; 1, 0"/>
                                        <p:tgtEl>
                                          <p:spTgt spid="17"/>
                                        </p:tgtEl>
                                      </p:cBhvr>
                                    </p:animEffect>
                                    <p:animScale>
                                      <p:cBhvr>
                                        <p:cTn id="167" dur="250" autoRev="1" fill="hold"/>
                                        <p:tgtEl>
                                          <p:spTgt spid="17"/>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3" grpId="0" animBg="1"/>
      <p:bldP spid="15" grpId="0" animBg="1"/>
      <p:bldP spid="16" grpId="0"/>
      <p:bldP spid="16" grpId="1"/>
      <p:bldP spid="17" grpId="0"/>
      <p:bldP spid="17" grpId="1"/>
      <p:bldP spid="19" grpId="0"/>
      <p:bldP spid="20" grpId="0"/>
      <p:bldP spid="21" grpId="0"/>
      <p:bldP spid="177" grpId="0"/>
      <p:bldP spid="177" grpId="1"/>
      <p:bldP spid="45" grpId="0" animBg="1"/>
      <p:bldP spid="308" grpId="0"/>
      <p:bldP spid="326" grpId="0" animBg="1"/>
      <p:bldP spid="327" grpId="0" animBg="1"/>
      <p:bldP spid="328" grpId="0"/>
      <p:bldP spid="334" grpId="0" animBg="1"/>
      <p:bldP spid="335" grpId="0"/>
      <p:bldP spid="336" grpId="0"/>
      <p:bldP spid="473" grpId="0"/>
      <p:bldP spid="475" grpId="0"/>
      <p:bldP spid="476" grpId="0"/>
      <p:bldP spid="482" grpId="0"/>
      <p:bldP spid="482" grpId="1"/>
      <p:bldP spid="508"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B1B69D-D5A9-180E-D158-BDB8C4CF759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07A918C-BDBA-18A5-623B-74BBA07CA3C6}"/>
              </a:ext>
            </a:extLst>
          </p:cNvPr>
          <p:cNvSpPr>
            <a:spLocks noGrp="1"/>
          </p:cNvSpPr>
          <p:nvPr>
            <p:ph type="title"/>
          </p:nvPr>
        </p:nvSpPr>
        <p:spPr/>
        <p:txBody>
          <a:bodyPr/>
          <a:lstStyle/>
          <a:p>
            <a:r>
              <a:rPr lang="en-US" dirty="0"/>
              <a:t>Simplified Operations</a:t>
            </a:r>
          </a:p>
        </p:txBody>
      </p:sp>
      <p:sp>
        <p:nvSpPr>
          <p:cNvPr id="3" name="Subtitle 2">
            <a:extLst>
              <a:ext uri="{FF2B5EF4-FFF2-40B4-BE49-F238E27FC236}">
                <a16:creationId xmlns:a16="http://schemas.microsoft.com/office/drawing/2014/main" id="{C5D6FAF5-658D-87E5-AD57-1640B0885E62}"/>
              </a:ext>
            </a:extLst>
          </p:cNvPr>
          <p:cNvSpPr>
            <a:spLocks noGrp="1"/>
          </p:cNvSpPr>
          <p:nvPr>
            <p:ph type="subTitle" idx="10"/>
          </p:nvPr>
        </p:nvSpPr>
        <p:spPr/>
        <p:txBody>
          <a:bodyPr/>
          <a:lstStyle/>
          <a:p>
            <a:r>
              <a:rPr lang="en-US" dirty="0"/>
              <a:t>Making storage easier and more intuitive</a:t>
            </a:r>
          </a:p>
        </p:txBody>
      </p:sp>
    </p:spTree>
    <p:extLst>
      <p:ext uri="{BB962C8B-B14F-4D97-AF65-F5344CB8AC3E}">
        <p14:creationId xmlns:p14="http://schemas.microsoft.com/office/powerpoint/2010/main" val="17341098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878F4B-28CC-670A-2E31-16A0BF45029A}"/>
              </a:ext>
            </a:extLst>
          </p:cNvPr>
          <p:cNvSpPr>
            <a:spLocks noGrp="1"/>
          </p:cNvSpPr>
          <p:nvPr>
            <p:ph type="title"/>
          </p:nvPr>
        </p:nvSpPr>
        <p:spPr/>
        <p:txBody>
          <a:bodyPr/>
          <a:lstStyle/>
          <a:p>
            <a:r>
              <a:rPr lang="en-US" dirty="0"/>
              <a:t>Fully Automated </a:t>
            </a:r>
            <a:r>
              <a:rPr lang="en-US"/>
              <a:t>Resilience Settings </a:t>
            </a:r>
            <a:r>
              <a:rPr lang="en-US" dirty="0"/>
              <a:t>for vSAN Clusters</a:t>
            </a:r>
          </a:p>
        </p:txBody>
      </p:sp>
      <p:sp>
        <p:nvSpPr>
          <p:cNvPr id="3" name="Subtitle 2">
            <a:extLst>
              <a:ext uri="{FF2B5EF4-FFF2-40B4-BE49-F238E27FC236}">
                <a16:creationId xmlns:a16="http://schemas.microsoft.com/office/drawing/2014/main" id="{965E304A-5656-8A34-557A-79820D83E639}"/>
              </a:ext>
            </a:extLst>
          </p:cNvPr>
          <p:cNvSpPr>
            <a:spLocks noGrp="1"/>
          </p:cNvSpPr>
          <p:nvPr>
            <p:ph type="subTitle" idx="10"/>
          </p:nvPr>
        </p:nvSpPr>
        <p:spPr/>
        <p:txBody>
          <a:bodyPr/>
          <a:lstStyle/>
          <a:p>
            <a:r>
              <a:rPr lang="en-US" dirty="0"/>
              <a:t>Auto-RAID in vSAN</a:t>
            </a:r>
          </a:p>
        </p:txBody>
      </p:sp>
      <p:sp>
        <p:nvSpPr>
          <p:cNvPr id="4" name="Text Placeholder 3">
            <a:extLst>
              <a:ext uri="{FF2B5EF4-FFF2-40B4-BE49-F238E27FC236}">
                <a16:creationId xmlns:a16="http://schemas.microsoft.com/office/drawing/2014/main" id="{1C7407BE-59E2-67AB-2D82-19BBCB723A1B}"/>
              </a:ext>
            </a:extLst>
          </p:cNvPr>
          <p:cNvSpPr>
            <a:spLocks noGrp="1"/>
          </p:cNvSpPr>
          <p:nvPr>
            <p:ph type="body" sz="quarter" idx="17"/>
          </p:nvPr>
        </p:nvSpPr>
        <p:spPr/>
        <p:txBody>
          <a:bodyPr/>
          <a:lstStyle/>
          <a:p>
            <a:r>
              <a:rPr lang="en-US" b="1" dirty="0"/>
              <a:t>Automatically</a:t>
            </a:r>
            <a:r>
              <a:rPr lang="en-US" dirty="0"/>
              <a:t> manages </a:t>
            </a:r>
            <a:r>
              <a:rPr lang="en-US" b="1" dirty="0"/>
              <a:t>optimal resilience settings </a:t>
            </a:r>
            <a:r>
              <a:rPr lang="en-US" dirty="0"/>
              <a:t>for data in cluster</a:t>
            </a:r>
          </a:p>
          <a:p>
            <a:r>
              <a:rPr lang="en-US" dirty="0"/>
              <a:t>Applies and </a:t>
            </a:r>
            <a:r>
              <a:rPr lang="en-US" b="1" dirty="0"/>
              <a:t>enforces storage policy resilience settings across the datastore</a:t>
            </a:r>
            <a:endParaRPr lang="en-US" dirty="0"/>
          </a:p>
          <a:p>
            <a:r>
              <a:rPr lang="en-US" dirty="0"/>
              <a:t>Single “</a:t>
            </a:r>
            <a:r>
              <a:rPr lang="es-ES" b="1" dirty="0"/>
              <a:t>vSAN ESA Auto RAID Policy” </a:t>
            </a:r>
            <a:r>
              <a:rPr lang="en-US" dirty="0"/>
              <a:t>in vCenter can apply to many clusters with different characteristics</a:t>
            </a:r>
          </a:p>
          <a:p>
            <a:r>
              <a:rPr lang="en-US" b="1" dirty="0"/>
              <a:t>Dynamic adjustment </a:t>
            </a:r>
            <a:r>
              <a:rPr lang="en-US" dirty="0"/>
              <a:t>as cluster size changes for optimal resilience</a:t>
            </a:r>
          </a:p>
          <a:p>
            <a:r>
              <a:rPr lang="en-US" b="1" dirty="0"/>
              <a:t>Reduces management effort </a:t>
            </a:r>
            <a:r>
              <a:rPr lang="en-US" dirty="0"/>
              <a:t>and simplifies capacity/overhead estimations</a:t>
            </a:r>
          </a:p>
        </p:txBody>
      </p:sp>
      <p:pic>
        <p:nvPicPr>
          <p:cNvPr id="8" name="Graphic 7">
            <a:extLst>
              <a:ext uri="{FF2B5EF4-FFF2-40B4-BE49-F238E27FC236}">
                <a16:creationId xmlns:a16="http://schemas.microsoft.com/office/drawing/2014/main" id="{37647E27-1906-B342-E978-31B95E4FCEB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121608" y="2198144"/>
            <a:ext cx="371110" cy="365124"/>
          </a:xfrm>
          <a:prstGeom prst="rect">
            <a:avLst/>
          </a:prstGeom>
        </p:spPr>
      </p:pic>
      <p:sp>
        <p:nvSpPr>
          <p:cNvPr id="27" name="Rectangle 26">
            <a:extLst>
              <a:ext uri="{FF2B5EF4-FFF2-40B4-BE49-F238E27FC236}">
                <a16:creationId xmlns:a16="http://schemas.microsoft.com/office/drawing/2014/main" id="{0512514A-F8DC-9D40-3DD0-ED86E67A2509}"/>
              </a:ext>
            </a:extLst>
          </p:cNvPr>
          <p:cNvSpPr/>
          <p:nvPr/>
        </p:nvSpPr>
        <p:spPr>
          <a:xfrm>
            <a:off x="2064418" y="2470154"/>
            <a:ext cx="1843132"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i="1" dirty="0">
                <a:solidFill>
                  <a:schemeClr val="tx2"/>
                </a:solidFill>
              </a:rPr>
              <a:t>Apply Auto-RAID to all objects</a:t>
            </a:r>
          </a:p>
        </p:txBody>
      </p:sp>
      <p:sp>
        <p:nvSpPr>
          <p:cNvPr id="28" name="Oval 27">
            <a:extLst>
              <a:ext uri="{FF2B5EF4-FFF2-40B4-BE49-F238E27FC236}">
                <a16:creationId xmlns:a16="http://schemas.microsoft.com/office/drawing/2014/main" id="{92EA23DE-ED19-328C-A5D8-347CFB1D5D72}"/>
              </a:ext>
            </a:extLst>
          </p:cNvPr>
          <p:cNvSpPr/>
          <p:nvPr/>
        </p:nvSpPr>
        <p:spPr>
          <a:xfrm>
            <a:off x="2682318" y="2297232"/>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9" name="Oval 28">
            <a:extLst>
              <a:ext uri="{FF2B5EF4-FFF2-40B4-BE49-F238E27FC236}">
                <a16:creationId xmlns:a16="http://schemas.microsoft.com/office/drawing/2014/main" id="{5372DF6A-1347-E22B-F93E-CF7E14E33AC5}"/>
              </a:ext>
            </a:extLst>
          </p:cNvPr>
          <p:cNvSpPr/>
          <p:nvPr/>
        </p:nvSpPr>
        <p:spPr>
          <a:xfrm>
            <a:off x="2863854" y="2297232"/>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0" name="Rectangle 29">
            <a:extLst>
              <a:ext uri="{FF2B5EF4-FFF2-40B4-BE49-F238E27FC236}">
                <a16:creationId xmlns:a16="http://schemas.microsoft.com/office/drawing/2014/main" id="{EEC31D9A-842B-AA77-D684-48DBF906FD55}"/>
              </a:ext>
            </a:extLst>
          </p:cNvPr>
          <p:cNvSpPr/>
          <p:nvPr/>
        </p:nvSpPr>
        <p:spPr>
          <a:xfrm>
            <a:off x="2762057" y="2297232"/>
            <a:ext cx="185202" cy="164215"/>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1" name="Oval 30">
            <a:extLst>
              <a:ext uri="{FF2B5EF4-FFF2-40B4-BE49-F238E27FC236}">
                <a16:creationId xmlns:a16="http://schemas.microsoft.com/office/drawing/2014/main" id="{063FFB2A-75C9-4719-D107-075413E5900D}"/>
              </a:ext>
            </a:extLst>
          </p:cNvPr>
          <p:cNvSpPr/>
          <p:nvPr/>
        </p:nvSpPr>
        <p:spPr>
          <a:xfrm>
            <a:off x="2698164" y="2309617"/>
            <a:ext cx="139446" cy="139446"/>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cxnSp>
        <p:nvCxnSpPr>
          <p:cNvPr id="33" name="Straight Connector 32">
            <a:extLst>
              <a:ext uri="{FF2B5EF4-FFF2-40B4-BE49-F238E27FC236}">
                <a16:creationId xmlns:a16="http://schemas.microsoft.com/office/drawing/2014/main" id="{9294D208-4D71-8287-C3E3-1D459C49F54E}"/>
              </a:ext>
            </a:extLst>
          </p:cNvPr>
          <p:cNvCxnSpPr>
            <a:cxnSpLocks/>
          </p:cNvCxnSpPr>
          <p:nvPr/>
        </p:nvCxnSpPr>
        <p:spPr bwMode="gray">
          <a:xfrm>
            <a:off x="3138488" y="2380706"/>
            <a:ext cx="807346" cy="0"/>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F6020150-4824-00F7-9FA9-DBBFE982F606}"/>
              </a:ext>
            </a:extLst>
          </p:cNvPr>
          <p:cNvSpPr txBox="1"/>
          <p:nvPr/>
        </p:nvSpPr>
        <p:spPr>
          <a:xfrm>
            <a:off x="645284" y="4575247"/>
            <a:ext cx="1437080" cy="184666"/>
          </a:xfrm>
          <a:prstGeom prst="rect">
            <a:avLst/>
          </a:prstGeom>
          <a:ln>
            <a:noFill/>
          </a:ln>
        </p:spPr>
        <p:txBody>
          <a:bodyPr wrap="square" lIns="0" tIns="0" rIns="0" bIns="0" rtlCol="0">
            <a:spAutoFit/>
          </a:bodyPr>
          <a:lstStyle/>
          <a:p>
            <a:pPr algn="ctr">
              <a:spcAft>
                <a:spcPts val="600"/>
              </a:spcAft>
            </a:pPr>
            <a:r>
              <a:rPr lang="en-US" sz="1200" dirty="0"/>
              <a:t>4 host cluster</a:t>
            </a:r>
          </a:p>
        </p:txBody>
      </p:sp>
      <p:grpSp>
        <p:nvGrpSpPr>
          <p:cNvPr id="37" name="Group 36">
            <a:extLst>
              <a:ext uri="{FF2B5EF4-FFF2-40B4-BE49-F238E27FC236}">
                <a16:creationId xmlns:a16="http://schemas.microsoft.com/office/drawing/2014/main" id="{FF3A0B84-0423-FD6E-3A3B-0A527EA97CDF}"/>
              </a:ext>
            </a:extLst>
          </p:cNvPr>
          <p:cNvGrpSpPr/>
          <p:nvPr/>
        </p:nvGrpSpPr>
        <p:grpSpPr>
          <a:xfrm>
            <a:off x="844451" y="4094909"/>
            <a:ext cx="1038747" cy="488060"/>
            <a:chOff x="994877" y="4808921"/>
            <a:chExt cx="1038747" cy="488060"/>
          </a:xfrm>
        </p:grpSpPr>
        <p:grpSp>
          <p:nvGrpSpPr>
            <p:cNvPr id="38" name="Group 37">
              <a:extLst>
                <a:ext uri="{FF2B5EF4-FFF2-40B4-BE49-F238E27FC236}">
                  <a16:creationId xmlns:a16="http://schemas.microsoft.com/office/drawing/2014/main" id="{69ABCFB2-9509-B37B-0F58-6AB4A37BF879}"/>
                </a:ext>
              </a:extLst>
            </p:cNvPr>
            <p:cNvGrpSpPr/>
            <p:nvPr/>
          </p:nvGrpSpPr>
          <p:grpSpPr>
            <a:xfrm>
              <a:off x="994877" y="5126775"/>
              <a:ext cx="1038747" cy="170206"/>
              <a:chOff x="1171761" y="5660610"/>
              <a:chExt cx="1464074" cy="239898"/>
            </a:xfrm>
          </p:grpSpPr>
          <p:cxnSp>
            <p:nvCxnSpPr>
              <p:cNvPr id="47" name="Straight Connector 46">
                <a:extLst>
                  <a:ext uri="{FF2B5EF4-FFF2-40B4-BE49-F238E27FC236}">
                    <a16:creationId xmlns:a16="http://schemas.microsoft.com/office/drawing/2014/main" id="{C26C5B84-A713-BD41-A873-4877D4F74AEB}"/>
                  </a:ext>
                </a:extLst>
              </p:cNvPr>
              <p:cNvCxnSpPr>
                <a:cxnSpLocks/>
              </p:cNvCxnSpPr>
              <p:nvPr/>
            </p:nvCxnSpPr>
            <p:spPr bwMode="gray">
              <a:xfrm>
                <a:off x="1177953" y="5660610"/>
                <a:ext cx="0" cy="12413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E19E3B89-FEEA-5435-41EC-2E537C389781}"/>
                  </a:ext>
                </a:extLst>
              </p:cNvPr>
              <p:cNvCxnSpPr>
                <a:cxnSpLocks/>
              </p:cNvCxnSpPr>
              <p:nvPr/>
            </p:nvCxnSpPr>
            <p:spPr bwMode="gray">
              <a:xfrm>
                <a:off x="2236960" y="5784739"/>
                <a:ext cx="398873"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B32073BA-8042-AB1D-8F08-6C7D7FE12BA6}"/>
                  </a:ext>
                </a:extLst>
              </p:cNvPr>
              <p:cNvCxnSpPr>
                <a:cxnSpLocks/>
              </p:cNvCxnSpPr>
              <p:nvPr/>
            </p:nvCxnSpPr>
            <p:spPr bwMode="gray">
              <a:xfrm>
                <a:off x="2635835" y="5660610"/>
                <a:ext cx="0" cy="12412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AA00978A-7C82-3EE4-2A3F-65130787CAE3}"/>
                  </a:ext>
                </a:extLst>
              </p:cNvPr>
              <p:cNvCxnSpPr>
                <a:cxnSpLocks/>
              </p:cNvCxnSpPr>
              <p:nvPr/>
            </p:nvCxnSpPr>
            <p:spPr bwMode="gray">
              <a:xfrm>
                <a:off x="1171761" y="5784739"/>
                <a:ext cx="410724"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C731DDC2-7F27-3E32-140C-0AEFE3083FA1}"/>
                  </a:ext>
                </a:extLst>
              </p:cNvPr>
              <p:cNvSpPr txBox="1"/>
              <p:nvPr/>
            </p:nvSpPr>
            <p:spPr>
              <a:xfrm>
                <a:off x="1398838" y="5661919"/>
                <a:ext cx="1014048" cy="238589"/>
              </a:xfrm>
              <a:prstGeom prst="rect">
                <a:avLst/>
              </a:prstGeom>
            </p:spPr>
            <p:txBody>
              <a:bodyPr wrap="square" lIns="0" tIns="0" rIns="0" bIns="0" rtlCol="0">
                <a:spAutoFit/>
              </a:bodyPr>
              <a:lstStyle/>
              <a:p>
                <a:pPr algn="ctr">
                  <a:spcAft>
                    <a:spcPts val="600"/>
                  </a:spcAft>
                </a:pPr>
                <a:r>
                  <a:rPr lang="en-US" sz="1100" dirty="0">
                    <a:solidFill>
                      <a:schemeClr val="accent2"/>
                    </a:solidFill>
                  </a:rPr>
                  <a:t>vSAN</a:t>
                </a:r>
              </a:p>
            </p:txBody>
          </p:sp>
        </p:grpSp>
        <p:grpSp>
          <p:nvGrpSpPr>
            <p:cNvPr id="40" name="Group 39">
              <a:extLst>
                <a:ext uri="{FF2B5EF4-FFF2-40B4-BE49-F238E27FC236}">
                  <a16:creationId xmlns:a16="http://schemas.microsoft.com/office/drawing/2014/main" id="{3A57FA65-9735-6AC8-DEE2-E37E74443903}"/>
                </a:ext>
              </a:extLst>
            </p:cNvPr>
            <p:cNvGrpSpPr/>
            <p:nvPr/>
          </p:nvGrpSpPr>
          <p:grpSpPr>
            <a:xfrm>
              <a:off x="994877" y="4808921"/>
              <a:ext cx="1038747" cy="265467"/>
              <a:chOff x="1133691" y="3977355"/>
              <a:chExt cx="1038747" cy="265467"/>
            </a:xfrm>
          </p:grpSpPr>
          <p:sp>
            <p:nvSpPr>
              <p:cNvPr id="43" name="Rectangle 42">
                <a:extLst>
                  <a:ext uri="{FF2B5EF4-FFF2-40B4-BE49-F238E27FC236}">
                    <a16:creationId xmlns:a16="http://schemas.microsoft.com/office/drawing/2014/main" id="{654A2853-AA52-C07A-9039-E7E0EDC9AACA}"/>
                  </a:ext>
                </a:extLst>
              </p:cNvPr>
              <p:cNvSpPr/>
              <p:nvPr/>
            </p:nvSpPr>
            <p:spPr>
              <a:xfrm>
                <a:off x="1133691" y="397735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4" name="Rectangle 43">
                <a:extLst>
                  <a:ext uri="{FF2B5EF4-FFF2-40B4-BE49-F238E27FC236}">
                    <a16:creationId xmlns:a16="http://schemas.microsoft.com/office/drawing/2014/main" id="{FED267F7-5A63-22DD-8FCE-7C121C550966}"/>
                  </a:ext>
                </a:extLst>
              </p:cNvPr>
              <p:cNvSpPr/>
              <p:nvPr/>
            </p:nvSpPr>
            <p:spPr>
              <a:xfrm>
                <a:off x="1674515" y="397735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5" name="Rectangle 44">
                <a:extLst>
                  <a:ext uri="{FF2B5EF4-FFF2-40B4-BE49-F238E27FC236}">
                    <a16:creationId xmlns:a16="http://schemas.microsoft.com/office/drawing/2014/main" id="{660F4A46-7D90-380B-C879-4FEE9ADCDB3F}"/>
                  </a:ext>
                </a:extLst>
              </p:cNvPr>
              <p:cNvSpPr/>
              <p:nvPr/>
            </p:nvSpPr>
            <p:spPr>
              <a:xfrm>
                <a:off x="1133691" y="412975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6" name="Rectangle 45">
                <a:extLst>
                  <a:ext uri="{FF2B5EF4-FFF2-40B4-BE49-F238E27FC236}">
                    <a16:creationId xmlns:a16="http://schemas.microsoft.com/office/drawing/2014/main" id="{4C3D3CE2-F074-2F6D-3517-AB89066CB9C2}"/>
                  </a:ext>
                </a:extLst>
              </p:cNvPr>
              <p:cNvSpPr/>
              <p:nvPr/>
            </p:nvSpPr>
            <p:spPr>
              <a:xfrm>
                <a:off x="1674515" y="412975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sp>
        <p:nvSpPr>
          <p:cNvPr id="53" name="TextBox 52">
            <a:extLst>
              <a:ext uri="{FF2B5EF4-FFF2-40B4-BE49-F238E27FC236}">
                <a16:creationId xmlns:a16="http://schemas.microsoft.com/office/drawing/2014/main" id="{9855D19F-356D-6ABB-1D32-8502C032EF74}"/>
              </a:ext>
            </a:extLst>
          </p:cNvPr>
          <p:cNvSpPr txBox="1"/>
          <p:nvPr/>
        </p:nvSpPr>
        <p:spPr>
          <a:xfrm>
            <a:off x="3402096" y="5987534"/>
            <a:ext cx="1810135" cy="184666"/>
          </a:xfrm>
          <a:prstGeom prst="rect">
            <a:avLst/>
          </a:prstGeom>
          <a:ln>
            <a:noFill/>
          </a:ln>
        </p:spPr>
        <p:txBody>
          <a:bodyPr wrap="square" lIns="0" tIns="0" rIns="0" bIns="0" rtlCol="0">
            <a:spAutoFit/>
          </a:bodyPr>
          <a:lstStyle/>
          <a:p>
            <a:pPr algn="ctr">
              <a:spcAft>
                <a:spcPts val="600"/>
              </a:spcAft>
            </a:pPr>
            <a:r>
              <a:rPr lang="en-US" sz="1200" dirty="0"/>
              <a:t>12 host stretched cluster</a:t>
            </a:r>
          </a:p>
        </p:txBody>
      </p:sp>
      <p:sp>
        <p:nvSpPr>
          <p:cNvPr id="70" name="TextBox 69">
            <a:extLst>
              <a:ext uri="{FF2B5EF4-FFF2-40B4-BE49-F238E27FC236}">
                <a16:creationId xmlns:a16="http://schemas.microsoft.com/office/drawing/2014/main" id="{54CA6883-004D-B82C-3E61-60463845187C}"/>
              </a:ext>
            </a:extLst>
          </p:cNvPr>
          <p:cNvSpPr txBox="1"/>
          <p:nvPr/>
        </p:nvSpPr>
        <p:spPr>
          <a:xfrm>
            <a:off x="6638450" y="5987534"/>
            <a:ext cx="1213354" cy="184666"/>
          </a:xfrm>
          <a:prstGeom prst="rect">
            <a:avLst/>
          </a:prstGeom>
          <a:ln>
            <a:noFill/>
          </a:ln>
        </p:spPr>
        <p:txBody>
          <a:bodyPr wrap="square" lIns="0" tIns="0" rIns="0" bIns="0" rtlCol="0">
            <a:spAutoFit/>
          </a:bodyPr>
          <a:lstStyle/>
          <a:p>
            <a:pPr algn="ctr">
              <a:spcAft>
                <a:spcPts val="600"/>
              </a:spcAft>
            </a:pPr>
            <a:r>
              <a:rPr lang="en-US" sz="1200" dirty="0"/>
              <a:t>2-Node cluster</a:t>
            </a:r>
          </a:p>
        </p:txBody>
      </p:sp>
      <p:grpSp>
        <p:nvGrpSpPr>
          <p:cNvPr id="71" name="Group 70">
            <a:extLst>
              <a:ext uri="{FF2B5EF4-FFF2-40B4-BE49-F238E27FC236}">
                <a16:creationId xmlns:a16="http://schemas.microsoft.com/office/drawing/2014/main" id="{F798F6C5-30B6-E9CD-B8CB-D5F117E8046A}"/>
              </a:ext>
            </a:extLst>
          </p:cNvPr>
          <p:cNvGrpSpPr/>
          <p:nvPr/>
        </p:nvGrpSpPr>
        <p:grpSpPr>
          <a:xfrm>
            <a:off x="6996025" y="5326028"/>
            <a:ext cx="498205" cy="667135"/>
            <a:chOff x="11354254" y="4625537"/>
            <a:chExt cx="498205" cy="667135"/>
          </a:xfrm>
        </p:grpSpPr>
        <p:sp>
          <p:nvSpPr>
            <p:cNvPr id="72" name="Rectangle 71">
              <a:extLst>
                <a:ext uri="{FF2B5EF4-FFF2-40B4-BE49-F238E27FC236}">
                  <a16:creationId xmlns:a16="http://schemas.microsoft.com/office/drawing/2014/main" id="{78BC8BC9-2136-9A1A-9E62-8EA649A127C0}"/>
                </a:ext>
              </a:extLst>
            </p:cNvPr>
            <p:cNvSpPr/>
            <p:nvPr/>
          </p:nvSpPr>
          <p:spPr>
            <a:xfrm>
              <a:off x="11373181" y="4625537"/>
              <a:ext cx="460068" cy="153888"/>
            </a:xfrm>
            <a:prstGeom prst="rect">
              <a:avLst/>
            </a:prstGeom>
          </p:spPr>
          <p:txBody>
            <a:bodyPr wrap="square" lIns="0" tIns="0" rIns="0" bIns="0">
              <a:spAutoFit/>
            </a:bodyPr>
            <a:lstStyle/>
            <a:p>
              <a:pPr algn="ctr"/>
              <a:r>
                <a:rPr lang="en-US" sz="1000" dirty="0">
                  <a:solidFill>
                    <a:schemeClr val="accent2"/>
                  </a:solidFill>
                </a:rPr>
                <a:t>2-Host</a:t>
              </a:r>
            </a:p>
          </p:txBody>
        </p:sp>
        <p:cxnSp>
          <p:nvCxnSpPr>
            <p:cNvPr id="73" name="Straight Connector 72">
              <a:extLst>
                <a:ext uri="{FF2B5EF4-FFF2-40B4-BE49-F238E27FC236}">
                  <a16:creationId xmlns:a16="http://schemas.microsoft.com/office/drawing/2014/main" id="{F523CF56-D17E-FA4F-0247-F5303AD29115}"/>
                </a:ext>
              </a:extLst>
            </p:cNvPr>
            <p:cNvCxnSpPr>
              <a:cxnSpLocks/>
            </p:cNvCxnSpPr>
            <p:nvPr/>
          </p:nvCxnSpPr>
          <p:spPr bwMode="gray">
            <a:xfrm>
              <a:off x="11358649" y="5126775"/>
              <a:ext cx="0" cy="8806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0E4D9B7-E8B4-B285-F73D-3C42AFF758B9}"/>
                </a:ext>
              </a:extLst>
            </p:cNvPr>
            <p:cNvCxnSpPr>
              <a:cxnSpLocks/>
            </p:cNvCxnSpPr>
            <p:nvPr/>
          </p:nvCxnSpPr>
          <p:spPr bwMode="gray">
            <a:xfrm>
              <a:off x="11813381" y="5214844"/>
              <a:ext cx="39077"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467CD510-1058-EDDE-25D3-1925D785BB0D}"/>
                </a:ext>
              </a:extLst>
            </p:cNvPr>
            <p:cNvCxnSpPr>
              <a:cxnSpLocks/>
            </p:cNvCxnSpPr>
            <p:nvPr/>
          </p:nvCxnSpPr>
          <p:spPr bwMode="gray">
            <a:xfrm>
              <a:off x="11852459" y="5126775"/>
              <a:ext cx="0" cy="8806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745C7B4E-077F-A137-AB92-FC324E2E8D11}"/>
                </a:ext>
              </a:extLst>
            </p:cNvPr>
            <p:cNvCxnSpPr>
              <a:cxnSpLocks/>
            </p:cNvCxnSpPr>
            <p:nvPr/>
          </p:nvCxnSpPr>
          <p:spPr bwMode="gray">
            <a:xfrm>
              <a:off x="11354255" y="5214844"/>
              <a:ext cx="54316"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7" name="TextBox 76">
              <a:extLst>
                <a:ext uri="{FF2B5EF4-FFF2-40B4-BE49-F238E27FC236}">
                  <a16:creationId xmlns:a16="http://schemas.microsoft.com/office/drawing/2014/main" id="{3F805B41-5A57-F71F-790D-BAF618F4D724}"/>
                </a:ext>
              </a:extLst>
            </p:cNvPr>
            <p:cNvSpPr txBox="1"/>
            <p:nvPr/>
          </p:nvSpPr>
          <p:spPr>
            <a:xfrm>
              <a:off x="11410334" y="5123395"/>
              <a:ext cx="385762" cy="169277"/>
            </a:xfrm>
            <a:prstGeom prst="rect">
              <a:avLst/>
            </a:prstGeom>
          </p:spPr>
          <p:txBody>
            <a:bodyPr wrap="square" lIns="0" tIns="0" rIns="0" bIns="0" rtlCol="0">
              <a:spAutoFit/>
            </a:bodyPr>
            <a:lstStyle/>
            <a:p>
              <a:pPr algn="ctr">
                <a:spcAft>
                  <a:spcPts val="600"/>
                </a:spcAft>
              </a:pPr>
              <a:r>
                <a:rPr lang="en-US" sz="1100" dirty="0">
                  <a:solidFill>
                    <a:schemeClr val="accent2"/>
                  </a:solidFill>
                </a:rPr>
                <a:t>vSAN</a:t>
              </a:r>
            </a:p>
          </p:txBody>
        </p:sp>
        <p:sp>
          <p:nvSpPr>
            <p:cNvPr id="78" name="Rectangle 77">
              <a:extLst>
                <a:ext uri="{FF2B5EF4-FFF2-40B4-BE49-F238E27FC236}">
                  <a16:creationId xmlns:a16="http://schemas.microsoft.com/office/drawing/2014/main" id="{A20A98D1-0749-2FE2-D7C4-BA1F9766385A}"/>
                </a:ext>
              </a:extLst>
            </p:cNvPr>
            <p:cNvSpPr/>
            <p:nvPr/>
          </p:nvSpPr>
          <p:spPr>
            <a:xfrm>
              <a:off x="11354254" y="4808921"/>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79" name="Rectangle 78">
              <a:extLst>
                <a:ext uri="{FF2B5EF4-FFF2-40B4-BE49-F238E27FC236}">
                  <a16:creationId xmlns:a16="http://schemas.microsoft.com/office/drawing/2014/main" id="{D2236F05-BDE4-79FE-5FCF-B27DEB82620D}"/>
                </a:ext>
              </a:extLst>
            </p:cNvPr>
            <p:cNvSpPr/>
            <p:nvPr/>
          </p:nvSpPr>
          <p:spPr>
            <a:xfrm>
              <a:off x="11354254" y="4961321"/>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sp>
        <p:nvSpPr>
          <p:cNvPr id="80" name="TextBox 79">
            <a:extLst>
              <a:ext uri="{FF2B5EF4-FFF2-40B4-BE49-F238E27FC236}">
                <a16:creationId xmlns:a16="http://schemas.microsoft.com/office/drawing/2014/main" id="{F13E0849-23E6-3089-0C5A-C6345D04D02C}"/>
              </a:ext>
            </a:extLst>
          </p:cNvPr>
          <p:cNvSpPr txBox="1"/>
          <p:nvPr/>
        </p:nvSpPr>
        <p:spPr>
          <a:xfrm>
            <a:off x="4920839" y="2193581"/>
            <a:ext cx="2066710" cy="184666"/>
          </a:xfrm>
          <a:prstGeom prst="rect">
            <a:avLst/>
          </a:prstGeom>
          <a:noFill/>
        </p:spPr>
        <p:txBody>
          <a:bodyPr wrap="square" lIns="0" tIns="0" rIns="0" bIns="0" rtlCol="0">
            <a:spAutoFit/>
          </a:bodyPr>
          <a:lstStyle/>
          <a:p>
            <a:pPr algn="l"/>
            <a:r>
              <a:rPr lang="en-US" sz="1200" i="1" dirty="0">
                <a:solidFill>
                  <a:schemeClr val="accent5"/>
                </a:solidFill>
              </a:rPr>
              <a:t>vSAN ESA Auto-RAID Policy</a:t>
            </a:r>
          </a:p>
        </p:txBody>
      </p:sp>
      <p:sp>
        <p:nvSpPr>
          <p:cNvPr id="83" name="TextBox 82">
            <a:extLst>
              <a:ext uri="{FF2B5EF4-FFF2-40B4-BE49-F238E27FC236}">
                <a16:creationId xmlns:a16="http://schemas.microsoft.com/office/drawing/2014/main" id="{9D153547-3708-730B-8A7A-098611641EFB}"/>
              </a:ext>
            </a:extLst>
          </p:cNvPr>
          <p:cNvSpPr txBox="1"/>
          <p:nvPr/>
        </p:nvSpPr>
        <p:spPr>
          <a:xfrm>
            <a:off x="645284" y="5987534"/>
            <a:ext cx="1437080" cy="184666"/>
          </a:xfrm>
          <a:prstGeom prst="rect">
            <a:avLst/>
          </a:prstGeom>
          <a:ln>
            <a:noFill/>
          </a:ln>
        </p:spPr>
        <p:txBody>
          <a:bodyPr wrap="square" lIns="0" tIns="0" rIns="0" bIns="0" rtlCol="0">
            <a:spAutoFit/>
          </a:bodyPr>
          <a:lstStyle/>
          <a:p>
            <a:pPr algn="ctr">
              <a:spcAft>
                <a:spcPts val="600"/>
              </a:spcAft>
            </a:pPr>
            <a:r>
              <a:rPr lang="en-US" sz="1200" dirty="0"/>
              <a:t>6 host cluster</a:t>
            </a:r>
          </a:p>
        </p:txBody>
      </p:sp>
      <p:grpSp>
        <p:nvGrpSpPr>
          <p:cNvPr id="84" name="Group 83">
            <a:extLst>
              <a:ext uri="{FF2B5EF4-FFF2-40B4-BE49-F238E27FC236}">
                <a16:creationId xmlns:a16="http://schemas.microsoft.com/office/drawing/2014/main" id="{23B53313-510C-2AC5-4884-DF5FD2DCF5F3}"/>
              </a:ext>
            </a:extLst>
          </p:cNvPr>
          <p:cNvGrpSpPr/>
          <p:nvPr/>
        </p:nvGrpSpPr>
        <p:grpSpPr>
          <a:xfrm>
            <a:off x="844451" y="5352703"/>
            <a:ext cx="1038747" cy="640460"/>
            <a:chOff x="994877" y="4656521"/>
            <a:chExt cx="1038747" cy="640460"/>
          </a:xfrm>
        </p:grpSpPr>
        <p:grpSp>
          <p:nvGrpSpPr>
            <p:cNvPr id="85" name="Group 84">
              <a:extLst>
                <a:ext uri="{FF2B5EF4-FFF2-40B4-BE49-F238E27FC236}">
                  <a16:creationId xmlns:a16="http://schemas.microsoft.com/office/drawing/2014/main" id="{94AB1092-772C-B0DC-7967-CF5DF96E206E}"/>
                </a:ext>
              </a:extLst>
            </p:cNvPr>
            <p:cNvGrpSpPr/>
            <p:nvPr/>
          </p:nvGrpSpPr>
          <p:grpSpPr>
            <a:xfrm>
              <a:off x="994877" y="5126775"/>
              <a:ext cx="1038747" cy="170206"/>
              <a:chOff x="1171761" y="5660610"/>
              <a:chExt cx="1464074" cy="239898"/>
            </a:xfrm>
          </p:grpSpPr>
          <p:cxnSp>
            <p:nvCxnSpPr>
              <p:cNvPr id="93" name="Straight Connector 92">
                <a:extLst>
                  <a:ext uri="{FF2B5EF4-FFF2-40B4-BE49-F238E27FC236}">
                    <a16:creationId xmlns:a16="http://schemas.microsoft.com/office/drawing/2014/main" id="{8ED48145-5764-1E3A-C46C-23E60446BC11}"/>
                  </a:ext>
                </a:extLst>
              </p:cNvPr>
              <p:cNvCxnSpPr>
                <a:cxnSpLocks/>
              </p:cNvCxnSpPr>
              <p:nvPr/>
            </p:nvCxnSpPr>
            <p:spPr bwMode="gray">
              <a:xfrm>
                <a:off x="1177953" y="5660610"/>
                <a:ext cx="0" cy="12413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64FA1160-D45B-652A-1ED1-508845C297DD}"/>
                  </a:ext>
                </a:extLst>
              </p:cNvPr>
              <p:cNvCxnSpPr>
                <a:cxnSpLocks/>
              </p:cNvCxnSpPr>
              <p:nvPr/>
            </p:nvCxnSpPr>
            <p:spPr bwMode="gray">
              <a:xfrm>
                <a:off x="2236960" y="5784739"/>
                <a:ext cx="398873"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7102620-A095-9519-4AAD-0DE1B3591401}"/>
                  </a:ext>
                </a:extLst>
              </p:cNvPr>
              <p:cNvCxnSpPr>
                <a:cxnSpLocks/>
              </p:cNvCxnSpPr>
              <p:nvPr/>
            </p:nvCxnSpPr>
            <p:spPr bwMode="gray">
              <a:xfrm>
                <a:off x="2635835" y="5660610"/>
                <a:ext cx="0" cy="12412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3CD4C317-41FA-8C59-3F64-7955325E4724}"/>
                  </a:ext>
                </a:extLst>
              </p:cNvPr>
              <p:cNvCxnSpPr>
                <a:cxnSpLocks/>
              </p:cNvCxnSpPr>
              <p:nvPr/>
            </p:nvCxnSpPr>
            <p:spPr bwMode="gray">
              <a:xfrm>
                <a:off x="1171761" y="5784739"/>
                <a:ext cx="407368"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97CAAA5E-3EDA-8910-8C1F-78729EF16B4A}"/>
                  </a:ext>
                </a:extLst>
              </p:cNvPr>
              <p:cNvSpPr txBox="1"/>
              <p:nvPr/>
            </p:nvSpPr>
            <p:spPr>
              <a:xfrm>
                <a:off x="1398838" y="5661919"/>
                <a:ext cx="1014048" cy="238589"/>
              </a:xfrm>
              <a:prstGeom prst="rect">
                <a:avLst/>
              </a:prstGeom>
            </p:spPr>
            <p:txBody>
              <a:bodyPr wrap="square" lIns="0" tIns="0" rIns="0" bIns="0" rtlCol="0">
                <a:spAutoFit/>
              </a:bodyPr>
              <a:lstStyle/>
              <a:p>
                <a:pPr algn="ctr">
                  <a:spcAft>
                    <a:spcPts val="600"/>
                  </a:spcAft>
                </a:pPr>
                <a:r>
                  <a:rPr lang="en-US" sz="1100" dirty="0">
                    <a:solidFill>
                      <a:schemeClr val="accent2"/>
                    </a:solidFill>
                  </a:rPr>
                  <a:t>vSAN</a:t>
                </a:r>
              </a:p>
            </p:txBody>
          </p:sp>
        </p:grpSp>
        <p:grpSp>
          <p:nvGrpSpPr>
            <p:cNvPr id="86" name="Group 85">
              <a:extLst>
                <a:ext uri="{FF2B5EF4-FFF2-40B4-BE49-F238E27FC236}">
                  <a16:creationId xmlns:a16="http://schemas.microsoft.com/office/drawing/2014/main" id="{D12CB8A3-CE7F-D719-F326-D4B7ECA45062}"/>
                </a:ext>
              </a:extLst>
            </p:cNvPr>
            <p:cNvGrpSpPr/>
            <p:nvPr/>
          </p:nvGrpSpPr>
          <p:grpSpPr>
            <a:xfrm>
              <a:off x="994877" y="4656521"/>
              <a:ext cx="1038747" cy="417867"/>
              <a:chOff x="1133691" y="3824955"/>
              <a:chExt cx="1038747" cy="417867"/>
            </a:xfrm>
          </p:grpSpPr>
          <p:sp>
            <p:nvSpPr>
              <p:cNvPr id="87" name="Rectangle 86">
                <a:extLst>
                  <a:ext uri="{FF2B5EF4-FFF2-40B4-BE49-F238E27FC236}">
                    <a16:creationId xmlns:a16="http://schemas.microsoft.com/office/drawing/2014/main" id="{DE700032-7C62-43E1-4670-ED7E4334D90D}"/>
                  </a:ext>
                </a:extLst>
              </p:cNvPr>
              <p:cNvSpPr/>
              <p:nvPr/>
            </p:nvSpPr>
            <p:spPr>
              <a:xfrm>
                <a:off x="1133691" y="382495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88" name="Rectangle 87">
                <a:extLst>
                  <a:ext uri="{FF2B5EF4-FFF2-40B4-BE49-F238E27FC236}">
                    <a16:creationId xmlns:a16="http://schemas.microsoft.com/office/drawing/2014/main" id="{28669893-D4B8-CB61-88EC-B405C4DD79AB}"/>
                  </a:ext>
                </a:extLst>
              </p:cNvPr>
              <p:cNvSpPr/>
              <p:nvPr/>
            </p:nvSpPr>
            <p:spPr>
              <a:xfrm>
                <a:off x="1674515" y="382495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89" name="Rectangle 88">
                <a:extLst>
                  <a:ext uri="{FF2B5EF4-FFF2-40B4-BE49-F238E27FC236}">
                    <a16:creationId xmlns:a16="http://schemas.microsoft.com/office/drawing/2014/main" id="{385F8FF2-1D16-EF17-C908-C32A84127122}"/>
                  </a:ext>
                </a:extLst>
              </p:cNvPr>
              <p:cNvSpPr/>
              <p:nvPr/>
            </p:nvSpPr>
            <p:spPr>
              <a:xfrm>
                <a:off x="1133691" y="397735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90" name="Rectangle 89">
                <a:extLst>
                  <a:ext uri="{FF2B5EF4-FFF2-40B4-BE49-F238E27FC236}">
                    <a16:creationId xmlns:a16="http://schemas.microsoft.com/office/drawing/2014/main" id="{7869C768-A97F-8FD7-294E-ECF7EFC0079E}"/>
                  </a:ext>
                </a:extLst>
              </p:cNvPr>
              <p:cNvSpPr/>
              <p:nvPr/>
            </p:nvSpPr>
            <p:spPr>
              <a:xfrm>
                <a:off x="1674515" y="397735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91" name="Rectangle 90">
                <a:extLst>
                  <a:ext uri="{FF2B5EF4-FFF2-40B4-BE49-F238E27FC236}">
                    <a16:creationId xmlns:a16="http://schemas.microsoft.com/office/drawing/2014/main" id="{4A9D3CE0-1D7A-874E-B667-73C43E9EED82}"/>
                  </a:ext>
                </a:extLst>
              </p:cNvPr>
              <p:cNvSpPr/>
              <p:nvPr/>
            </p:nvSpPr>
            <p:spPr>
              <a:xfrm>
                <a:off x="1133691" y="412975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92" name="Rectangle 91">
                <a:extLst>
                  <a:ext uri="{FF2B5EF4-FFF2-40B4-BE49-F238E27FC236}">
                    <a16:creationId xmlns:a16="http://schemas.microsoft.com/office/drawing/2014/main" id="{826F8BC3-4C35-2510-11D6-643A4762D37C}"/>
                  </a:ext>
                </a:extLst>
              </p:cNvPr>
              <p:cNvSpPr/>
              <p:nvPr/>
            </p:nvSpPr>
            <p:spPr>
              <a:xfrm>
                <a:off x="1674515" y="412975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grpSp>
        <p:nvGrpSpPr>
          <p:cNvPr id="120" name="Group 119">
            <a:extLst>
              <a:ext uri="{FF2B5EF4-FFF2-40B4-BE49-F238E27FC236}">
                <a16:creationId xmlns:a16="http://schemas.microsoft.com/office/drawing/2014/main" id="{DCB079A9-3A72-2327-BD54-141303AACB9F}"/>
              </a:ext>
            </a:extLst>
          </p:cNvPr>
          <p:cNvGrpSpPr/>
          <p:nvPr/>
        </p:nvGrpSpPr>
        <p:grpSpPr>
          <a:xfrm>
            <a:off x="6996025" y="4034672"/>
            <a:ext cx="498205" cy="331351"/>
            <a:chOff x="11354254" y="4961321"/>
            <a:chExt cx="498205" cy="331351"/>
          </a:xfrm>
        </p:grpSpPr>
        <p:cxnSp>
          <p:nvCxnSpPr>
            <p:cNvPr id="122" name="Straight Connector 121">
              <a:extLst>
                <a:ext uri="{FF2B5EF4-FFF2-40B4-BE49-F238E27FC236}">
                  <a16:creationId xmlns:a16="http://schemas.microsoft.com/office/drawing/2014/main" id="{662898F2-A983-5312-8770-E68E03FDE6B0}"/>
                </a:ext>
              </a:extLst>
            </p:cNvPr>
            <p:cNvCxnSpPr>
              <a:cxnSpLocks/>
            </p:cNvCxnSpPr>
            <p:nvPr/>
          </p:nvCxnSpPr>
          <p:spPr bwMode="gray">
            <a:xfrm>
              <a:off x="11358649" y="5126775"/>
              <a:ext cx="0" cy="8806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BAE95B91-6523-B820-7703-26F4E0123979}"/>
                </a:ext>
              </a:extLst>
            </p:cNvPr>
            <p:cNvCxnSpPr>
              <a:cxnSpLocks/>
            </p:cNvCxnSpPr>
            <p:nvPr/>
          </p:nvCxnSpPr>
          <p:spPr bwMode="gray">
            <a:xfrm>
              <a:off x="11813381" y="5214844"/>
              <a:ext cx="39077"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DD4EE511-2BCC-718E-26C7-76B99D04E736}"/>
                </a:ext>
              </a:extLst>
            </p:cNvPr>
            <p:cNvCxnSpPr>
              <a:cxnSpLocks/>
            </p:cNvCxnSpPr>
            <p:nvPr/>
          </p:nvCxnSpPr>
          <p:spPr bwMode="gray">
            <a:xfrm>
              <a:off x="11852459" y="5126775"/>
              <a:ext cx="0" cy="8806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60ACBC19-F350-B8A0-BC2B-DFA61E56B3C0}"/>
                </a:ext>
              </a:extLst>
            </p:cNvPr>
            <p:cNvCxnSpPr>
              <a:cxnSpLocks/>
            </p:cNvCxnSpPr>
            <p:nvPr/>
          </p:nvCxnSpPr>
          <p:spPr bwMode="gray">
            <a:xfrm>
              <a:off x="11354255" y="5214844"/>
              <a:ext cx="54316"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6" name="TextBox 125">
              <a:extLst>
                <a:ext uri="{FF2B5EF4-FFF2-40B4-BE49-F238E27FC236}">
                  <a16:creationId xmlns:a16="http://schemas.microsoft.com/office/drawing/2014/main" id="{E3F68488-735C-3904-7086-6DCBACCB8CCC}"/>
                </a:ext>
              </a:extLst>
            </p:cNvPr>
            <p:cNvSpPr txBox="1"/>
            <p:nvPr/>
          </p:nvSpPr>
          <p:spPr>
            <a:xfrm>
              <a:off x="11410334" y="5123395"/>
              <a:ext cx="385762" cy="169277"/>
            </a:xfrm>
            <a:prstGeom prst="rect">
              <a:avLst/>
            </a:prstGeom>
          </p:spPr>
          <p:txBody>
            <a:bodyPr wrap="square" lIns="0" tIns="0" rIns="0" bIns="0" rtlCol="0">
              <a:spAutoFit/>
            </a:bodyPr>
            <a:lstStyle/>
            <a:p>
              <a:pPr algn="ctr">
                <a:spcAft>
                  <a:spcPts val="600"/>
                </a:spcAft>
              </a:pPr>
              <a:r>
                <a:rPr lang="en-US" sz="1100" dirty="0">
                  <a:solidFill>
                    <a:schemeClr val="accent2"/>
                  </a:solidFill>
                </a:rPr>
                <a:t>vSAN</a:t>
              </a:r>
            </a:p>
          </p:txBody>
        </p:sp>
        <p:sp>
          <p:nvSpPr>
            <p:cNvPr id="128" name="Rectangle 127">
              <a:extLst>
                <a:ext uri="{FF2B5EF4-FFF2-40B4-BE49-F238E27FC236}">
                  <a16:creationId xmlns:a16="http://schemas.microsoft.com/office/drawing/2014/main" id="{79D74BD7-FE86-BC17-9AA9-6F27C2EA99B3}"/>
                </a:ext>
              </a:extLst>
            </p:cNvPr>
            <p:cNvSpPr/>
            <p:nvPr/>
          </p:nvSpPr>
          <p:spPr>
            <a:xfrm>
              <a:off x="11354254" y="4961321"/>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sp>
        <p:nvSpPr>
          <p:cNvPr id="129" name="TextBox 128">
            <a:extLst>
              <a:ext uri="{FF2B5EF4-FFF2-40B4-BE49-F238E27FC236}">
                <a16:creationId xmlns:a16="http://schemas.microsoft.com/office/drawing/2014/main" id="{B4808C7D-048A-C33B-95F1-26D23B19BDFF}"/>
              </a:ext>
            </a:extLst>
          </p:cNvPr>
          <p:cNvSpPr txBox="1"/>
          <p:nvPr/>
        </p:nvSpPr>
        <p:spPr>
          <a:xfrm>
            <a:off x="6746911" y="4384337"/>
            <a:ext cx="996432" cy="369332"/>
          </a:xfrm>
          <a:prstGeom prst="rect">
            <a:avLst/>
          </a:prstGeom>
          <a:ln>
            <a:noFill/>
          </a:ln>
        </p:spPr>
        <p:txBody>
          <a:bodyPr wrap="square" lIns="0" tIns="0" rIns="0" bIns="0" rtlCol="0">
            <a:spAutoFit/>
          </a:bodyPr>
          <a:lstStyle/>
          <a:p>
            <a:pPr algn="ctr">
              <a:spcAft>
                <a:spcPts val="600"/>
              </a:spcAft>
            </a:pPr>
            <a:r>
              <a:rPr lang="en-US" sz="1200" dirty="0"/>
              <a:t>Single host bootstrap</a:t>
            </a:r>
          </a:p>
        </p:txBody>
      </p:sp>
      <p:grpSp>
        <p:nvGrpSpPr>
          <p:cNvPr id="174" name="Group 173">
            <a:extLst>
              <a:ext uri="{FF2B5EF4-FFF2-40B4-BE49-F238E27FC236}">
                <a16:creationId xmlns:a16="http://schemas.microsoft.com/office/drawing/2014/main" id="{489945F5-D602-EC41-3730-E8CD4EAD0D28}"/>
              </a:ext>
            </a:extLst>
          </p:cNvPr>
          <p:cNvGrpSpPr/>
          <p:nvPr/>
        </p:nvGrpSpPr>
        <p:grpSpPr>
          <a:xfrm>
            <a:off x="2837075" y="5352686"/>
            <a:ext cx="2940176" cy="640477"/>
            <a:chOff x="3002076" y="5103592"/>
            <a:chExt cx="2940176" cy="640477"/>
          </a:xfrm>
        </p:grpSpPr>
        <p:sp>
          <p:nvSpPr>
            <p:cNvPr id="55" name="Rectangle 54">
              <a:extLst>
                <a:ext uri="{FF2B5EF4-FFF2-40B4-BE49-F238E27FC236}">
                  <a16:creationId xmlns:a16="http://schemas.microsoft.com/office/drawing/2014/main" id="{A19E9B33-E60C-FC01-35CA-DDE2BA6D754E}"/>
                </a:ext>
              </a:extLst>
            </p:cNvPr>
            <p:cNvSpPr/>
            <p:nvPr/>
          </p:nvSpPr>
          <p:spPr>
            <a:xfrm>
              <a:off x="4101556" y="5135117"/>
              <a:ext cx="741217" cy="153888"/>
            </a:xfrm>
            <a:prstGeom prst="rect">
              <a:avLst/>
            </a:prstGeom>
          </p:spPr>
          <p:txBody>
            <a:bodyPr wrap="square" lIns="0" tIns="0" rIns="0" bIns="0">
              <a:spAutoFit/>
            </a:bodyPr>
            <a:lstStyle/>
            <a:p>
              <a:pPr algn="ctr"/>
              <a:r>
                <a:rPr lang="en-US" sz="1000" dirty="0">
                  <a:solidFill>
                    <a:schemeClr val="accent2"/>
                  </a:solidFill>
                </a:rPr>
                <a:t>Stretched</a:t>
              </a:r>
            </a:p>
          </p:txBody>
        </p:sp>
        <p:cxnSp>
          <p:nvCxnSpPr>
            <p:cNvPr id="56" name="Straight Connector 55">
              <a:extLst>
                <a:ext uri="{FF2B5EF4-FFF2-40B4-BE49-F238E27FC236}">
                  <a16:creationId xmlns:a16="http://schemas.microsoft.com/office/drawing/2014/main" id="{A63419BF-F5BF-FC03-1FB0-911554E2BC02}"/>
                </a:ext>
              </a:extLst>
            </p:cNvPr>
            <p:cNvCxnSpPr>
              <a:cxnSpLocks/>
            </p:cNvCxnSpPr>
            <p:nvPr/>
          </p:nvCxnSpPr>
          <p:spPr bwMode="gray">
            <a:xfrm flipH="1">
              <a:off x="4118152" y="5320362"/>
              <a:ext cx="708025" cy="0"/>
            </a:xfrm>
            <a:prstGeom prst="line">
              <a:avLst/>
            </a:prstGeom>
            <a:ln w="19050">
              <a:solidFill>
                <a:schemeClr val="accent2"/>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61C8E7D6-AA5A-9CE7-1D26-8034AD5EB383}"/>
                </a:ext>
              </a:extLst>
            </p:cNvPr>
            <p:cNvCxnSpPr>
              <a:cxnSpLocks/>
            </p:cNvCxnSpPr>
            <p:nvPr/>
          </p:nvCxnSpPr>
          <p:spPr bwMode="gray">
            <a:xfrm>
              <a:off x="3002076" y="5573863"/>
              <a:ext cx="0" cy="8807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87CA892F-72F4-FA73-DF3C-D2049B5BEA59}"/>
                </a:ext>
              </a:extLst>
            </p:cNvPr>
            <p:cNvCxnSpPr>
              <a:cxnSpLocks/>
            </p:cNvCxnSpPr>
            <p:nvPr/>
          </p:nvCxnSpPr>
          <p:spPr bwMode="gray">
            <a:xfrm>
              <a:off x="4730750" y="5661932"/>
              <a:ext cx="1211502"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1A6F278E-732F-F2AE-873C-D2937111231B}"/>
                </a:ext>
              </a:extLst>
            </p:cNvPr>
            <p:cNvCxnSpPr>
              <a:cxnSpLocks/>
            </p:cNvCxnSpPr>
            <p:nvPr/>
          </p:nvCxnSpPr>
          <p:spPr bwMode="gray">
            <a:xfrm>
              <a:off x="5942252" y="5573863"/>
              <a:ext cx="0" cy="8806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8E212725-0936-F55C-3D42-98FE04E00A8F}"/>
                </a:ext>
              </a:extLst>
            </p:cNvPr>
            <p:cNvCxnSpPr>
              <a:cxnSpLocks/>
            </p:cNvCxnSpPr>
            <p:nvPr/>
          </p:nvCxnSpPr>
          <p:spPr bwMode="gray">
            <a:xfrm>
              <a:off x="3002076" y="5661932"/>
              <a:ext cx="1195274"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96EC25F9-815F-6EB6-1F00-4A300FA67428}"/>
                </a:ext>
              </a:extLst>
            </p:cNvPr>
            <p:cNvSpPr txBox="1"/>
            <p:nvPr/>
          </p:nvSpPr>
          <p:spPr>
            <a:xfrm>
              <a:off x="4088974" y="5574792"/>
              <a:ext cx="766380" cy="169277"/>
            </a:xfrm>
            <a:prstGeom prst="rect">
              <a:avLst/>
            </a:prstGeom>
          </p:spPr>
          <p:txBody>
            <a:bodyPr wrap="square" lIns="0" tIns="0" rIns="0" bIns="0" rtlCol="0">
              <a:spAutoFit/>
            </a:bodyPr>
            <a:lstStyle/>
            <a:p>
              <a:pPr algn="ctr">
                <a:spcAft>
                  <a:spcPts val="600"/>
                </a:spcAft>
              </a:pPr>
              <a:r>
                <a:rPr lang="en-US" sz="1100" dirty="0">
                  <a:solidFill>
                    <a:schemeClr val="accent2"/>
                  </a:solidFill>
                </a:rPr>
                <a:t>vSAN</a:t>
              </a:r>
            </a:p>
          </p:txBody>
        </p:sp>
        <p:sp>
          <p:nvSpPr>
            <p:cNvPr id="58" name="Rectangle 57">
              <a:extLst>
                <a:ext uri="{FF2B5EF4-FFF2-40B4-BE49-F238E27FC236}">
                  <a16:creationId xmlns:a16="http://schemas.microsoft.com/office/drawing/2014/main" id="{D287179B-F055-71CD-3ED1-06444571A729}"/>
                </a:ext>
              </a:extLst>
            </p:cNvPr>
            <p:cNvSpPr/>
            <p:nvPr/>
          </p:nvSpPr>
          <p:spPr>
            <a:xfrm>
              <a:off x="3542662" y="510359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60" name="Rectangle 59">
              <a:extLst>
                <a:ext uri="{FF2B5EF4-FFF2-40B4-BE49-F238E27FC236}">
                  <a16:creationId xmlns:a16="http://schemas.microsoft.com/office/drawing/2014/main" id="{C4D31560-C2D6-D99A-0A93-05475F05E8A4}"/>
                </a:ext>
              </a:extLst>
            </p:cNvPr>
            <p:cNvSpPr/>
            <p:nvPr/>
          </p:nvSpPr>
          <p:spPr>
            <a:xfrm>
              <a:off x="3542662" y="525599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62" name="Rectangle 61">
              <a:extLst>
                <a:ext uri="{FF2B5EF4-FFF2-40B4-BE49-F238E27FC236}">
                  <a16:creationId xmlns:a16="http://schemas.microsoft.com/office/drawing/2014/main" id="{60E47A29-DF2C-C1BA-5D9E-522F97999A82}"/>
                </a:ext>
              </a:extLst>
            </p:cNvPr>
            <p:cNvSpPr/>
            <p:nvPr/>
          </p:nvSpPr>
          <p:spPr>
            <a:xfrm>
              <a:off x="3542662" y="540839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131" name="Group 130">
              <a:extLst>
                <a:ext uri="{FF2B5EF4-FFF2-40B4-BE49-F238E27FC236}">
                  <a16:creationId xmlns:a16="http://schemas.microsoft.com/office/drawing/2014/main" id="{A957C36B-7E47-A86F-17B0-0BE67E0AF6BE}"/>
                </a:ext>
              </a:extLst>
            </p:cNvPr>
            <p:cNvGrpSpPr/>
            <p:nvPr/>
          </p:nvGrpSpPr>
          <p:grpSpPr>
            <a:xfrm>
              <a:off x="4903743" y="5103592"/>
              <a:ext cx="1038509" cy="417867"/>
              <a:chOff x="4903743" y="5103592"/>
              <a:chExt cx="1038509" cy="417867"/>
            </a:xfrm>
          </p:grpSpPr>
          <p:sp>
            <p:nvSpPr>
              <p:cNvPr id="59" name="Rectangle 58">
                <a:extLst>
                  <a:ext uri="{FF2B5EF4-FFF2-40B4-BE49-F238E27FC236}">
                    <a16:creationId xmlns:a16="http://schemas.microsoft.com/office/drawing/2014/main" id="{2BB39F7B-9916-279C-289B-2E2F0B38D7E5}"/>
                  </a:ext>
                </a:extLst>
              </p:cNvPr>
              <p:cNvSpPr/>
              <p:nvPr/>
            </p:nvSpPr>
            <p:spPr>
              <a:xfrm>
                <a:off x="4903743" y="510359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61" name="Rectangle 60">
                <a:extLst>
                  <a:ext uri="{FF2B5EF4-FFF2-40B4-BE49-F238E27FC236}">
                    <a16:creationId xmlns:a16="http://schemas.microsoft.com/office/drawing/2014/main" id="{97A91E8B-89F4-DF25-211A-AF4CCB54AE8F}"/>
                  </a:ext>
                </a:extLst>
              </p:cNvPr>
              <p:cNvSpPr/>
              <p:nvPr/>
            </p:nvSpPr>
            <p:spPr>
              <a:xfrm>
                <a:off x="4903743" y="525599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63" name="Rectangle 62">
                <a:extLst>
                  <a:ext uri="{FF2B5EF4-FFF2-40B4-BE49-F238E27FC236}">
                    <a16:creationId xmlns:a16="http://schemas.microsoft.com/office/drawing/2014/main" id="{508CEBAD-B3DB-78AB-28E3-BF471BD8667A}"/>
                  </a:ext>
                </a:extLst>
              </p:cNvPr>
              <p:cNvSpPr/>
              <p:nvPr/>
            </p:nvSpPr>
            <p:spPr>
              <a:xfrm>
                <a:off x="4903743" y="540839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17" name="Rectangle 116">
                <a:extLst>
                  <a:ext uri="{FF2B5EF4-FFF2-40B4-BE49-F238E27FC236}">
                    <a16:creationId xmlns:a16="http://schemas.microsoft.com/office/drawing/2014/main" id="{10AACA8A-E3C1-ED38-7176-EC15118C520A}"/>
                  </a:ext>
                </a:extLst>
              </p:cNvPr>
              <p:cNvSpPr/>
              <p:nvPr/>
            </p:nvSpPr>
            <p:spPr>
              <a:xfrm>
                <a:off x="5444329" y="510359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18" name="Rectangle 117">
                <a:extLst>
                  <a:ext uri="{FF2B5EF4-FFF2-40B4-BE49-F238E27FC236}">
                    <a16:creationId xmlns:a16="http://schemas.microsoft.com/office/drawing/2014/main" id="{79131505-72A4-2EAC-100C-BE9E451F15E8}"/>
                  </a:ext>
                </a:extLst>
              </p:cNvPr>
              <p:cNvSpPr/>
              <p:nvPr/>
            </p:nvSpPr>
            <p:spPr>
              <a:xfrm>
                <a:off x="5444329" y="525599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19" name="Rectangle 118">
                <a:extLst>
                  <a:ext uri="{FF2B5EF4-FFF2-40B4-BE49-F238E27FC236}">
                    <a16:creationId xmlns:a16="http://schemas.microsoft.com/office/drawing/2014/main" id="{8E542028-C4EF-B1A8-8BFC-9437D87CA3D4}"/>
                  </a:ext>
                </a:extLst>
              </p:cNvPr>
              <p:cNvSpPr/>
              <p:nvPr/>
            </p:nvSpPr>
            <p:spPr>
              <a:xfrm>
                <a:off x="5444329" y="540839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sp>
          <p:nvSpPr>
            <p:cNvPr id="133" name="Rectangle 132">
              <a:extLst>
                <a:ext uri="{FF2B5EF4-FFF2-40B4-BE49-F238E27FC236}">
                  <a16:creationId xmlns:a16="http://schemas.microsoft.com/office/drawing/2014/main" id="{B1A18F94-B1CD-28C4-8D95-6C275179FDE7}"/>
                </a:ext>
              </a:extLst>
            </p:cNvPr>
            <p:cNvSpPr/>
            <p:nvPr/>
          </p:nvSpPr>
          <p:spPr>
            <a:xfrm>
              <a:off x="3002076" y="510359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4" name="Rectangle 133">
              <a:extLst>
                <a:ext uri="{FF2B5EF4-FFF2-40B4-BE49-F238E27FC236}">
                  <a16:creationId xmlns:a16="http://schemas.microsoft.com/office/drawing/2014/main" id="{3BE1B02B-B61E-806A-137D-25D9515BF5C3}"/>
                </a:ext>
              </a:extLst>
            </p:cNvPr>
            <p:cNvSpPr/>
            <p:nvPr/>
          </p:nvSpPr>
          <p:spPr>
            <a:xfrm>
              <a:off x="3002076" y="525599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5" name="Rectangle 134">
              <a:extLst>
                <a:ext uri="{FF2B5EF4-FFF2-40B4-BE49-F238E27FC236}">
                  <a16:creationId xmlns:a16="http://schemas.microsoft.com/office/drawing/2014/main" id="{53BC6EF1-FF5C-DCFB-47E8-BDFBAC87050E}"/>
                </a:ext>
              </a:extLst>
            </p:cNvPr>
            <p:cNvSpPr/>
            <p:nvPr/>
          </p:nvSpPr>
          <p:spPr>
            <a:xfrm>
              <a:off x="3002076" y="540839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184" name="Group 183">
            <a:extLst>
              <a:ext uri="{FF2B5EF4-FFF2-40B4-BE49-F238E27FC236}">
                <a16:creationId xmlns:a16="http://schemas.microsoft.com/office/drawing/2014/main" id="{879B2F3A-C470-CE15-C7E6-CB09092B4F95}"/>
              </a:ext>
            </a:extLst>
          </p:cNvPr>
          <p:cNvGrpSpPr/>
          <p:nvPr/>
        </p:nvGrpSpPr>
        <p:grpSpPr>
          <a:xfrm>
            <a:off x="3377661" y="3942492"/>
            <a:ext cx="1859004" cy="640477"/>
            <a:chOff x="3542662" y="3872228"/>
            <a:chExt cx="1859004" cy="640477"/>
          </a:xfrm>
        </p:grpSpPr>
        <p:sp>
          <p:nvSpPr>
            <p:cNvPr id="143" name="Rectangle 142">
              <a:extLst>
                <a:ext uri="{FF2B5EF4-FFF2-40B4-BE49-F238E27FC236}">
                  <a16:creationId xmlns:a16="http://schemas.microsoft.com/office/drawing/2014/main" id="{6B4BEE40-5791-203A-0D1F-46EE325419F7}"/>
                </a:ext>
              </a:extLst>
            </p:cNvPr>
            <p:cNvSpPr/>
            <p:nvPr/>
          </p:nvSpPr>
          <p:spPr>
            <a:xfrm>
              <a:off x="4101556" y="3903753"/>
              <a:ext cx="741217" cy="153888"/>
            </a:xfrm>
            <a:prstGeom prst="rect">
              <a:avLst/>
            </a:prstGeom>
          </p:spPr>
          <p:txBody>
            <a:bodyPr wrap="square" lIns="0" tIns="0" rIns="0" bIns="0">
              <a:spAutoFit/>
            </a:bodyPr>
            <a:lstStyle/>
            <a:p>
              <a:pPr algn="ctr"/>
              <a:r>
                <a:rPr lang="en-US" sz="1000" dirty="0">
                  <a:solidFill>
                    <a:schemeClr val="accent2"/>
                  </a:solidFill>
                </a:rPr>
                <a:t>Stretched</a:t>
              </a:r>
            </a:p>
          </p:txBody>
        </p:sp>
        <p:cxnSp>
          <p:nvCxnSpPr>
            <p:cNvPr id="144" name="Straight Connector 143">
              <a:extLst>
                <a:ext uri="{FF2B5EF4-FFF2-40B4-BE49-F238E27FC236}">
                  <a16:creationId xmlns:a16="http://schemas.microsoft.com/office/drawing/2014/main" id="{8B1A66DB-FA56-CEC9-24C8-BA843085B725}"/>
                </a:ext>
              </a:extLst>
            </p:cNvPr>
            <p:cNvCxnSpPr>
              <a:cxnSpLocks/>
            </p:cNvCxnSpPr>
            <p:nvPr/>
          </p:nvCxnSpPr>
          <p:spPr bwMode="gray">
            <a:xfrm flipH="1">
              <a:off x="4118152" y="4088998"/>
              <a:ext cx="708025" cy="0"/>
            </a:xfrm>
            <a:prstGeom prst="line">
              <a:avLst/>
            </a:prstGeom>
            <a:ln w="19050">
              <a:solidFill>
                <a:schemeClr val="accent2"/>
              </a:solidFill>
              <a:prstDash val="sysDot"/>
              <a:miter lim="800000"/>
              <a:tailEnd type="none"/>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7241FE9E-0F3F-B499-FA46-DCAB6919347E}"/>
                </a:ext>
              </a:extLst>
            </p:cNvPr>
            <p:cNvGrpSpPr/>
            <p:nvPr/>
          </p:nvGrpSpPr>
          <p:grpSpPr>
            <a:xfrm>
              <a:off x="3542662" y="4342499"/>
              <a:ext cx="1859004" cy="170206"/>
              <a:chOff x="1171761" y="5660610"/>
              <a:chExt cx="2620195" cy="239897"/>
            </a:xfrm>
          </p:grpSpPr>
          <p:cxnSp>
            <p:nvCxnSpPr>
              <p:cNvPr id="160" name="Straight Connector 159">
                <a:extLst>
                  <a:ext uri="{FF2B5EF4-FFF2-40B4-BE49-F238E27FC236}">
                    <a16:creationId xmlns:a16="http://schemas.microsoft.com/office/drawing/2014/main" id="{85DAD731-7675-CE76-8F1C-2E22B74A1814}"/>
                  </a:ext>
                </a:extLst>
              </p:cNvPr>
              <p:cNvCxnSpPr>
                <a:cxnSpLocks/>
              </p:cNvCxnSpPr>
              <p:nvPr/>
            </p:nvCxnSpPr>
            <p:spPr bwMode="gray">
              <a:xfrm>
                <a:off x="1177953" y="5660610"/>
                <a:ext cx="0" cy="12413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DD6D6C4-BD3A-63CD-7968-9F59943A49D6}"/>
                  </a:ext>
                </a:extLst>
              </p:cNvPr>
              <p:cNvCxnSpPr>
                <a:cxnSpLocks/>
              </p:cNvCxnSpPr>
              <p:nvPr/>
            </p:nvCxnSpPr>
            <p:spPr bwMode="gray">
              <a:xfrm>
                <a:off x="2846326" y="5784739"/>
                <a:ext cx="945630"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5B9C946-89E4-6DE6-39FA-927318692CFD}"/>
                  </a:ext>
                </a:extLst>
              </p:cNvPr>
              <p:cNvCxnSpPr>
                <a:cxnSpLocks/>
              </p:cNvCxnSpPr>
              <p:nvPr/>
            </p:nvCxnSpPr>
            <p:spPr bwMode="gray">
              <a:xfrm>
                <a:off x="3791956" y="5660610"/>
                <a:ext cx="0" cy="12412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659DF8C2-8C63-3FC0-F4A3-BC97516E5CBF}"/>
                  </a:ext>
                </a:extLst>
              </p:cNvPr>
              <p:cNvCxnSpPr>
                <a:cxnSpLocks/>
              </p:cNvCxnSpPr>
              <p:nvPr/>
            </p:nvCxnSpPr>
            <p:spPr bwMode="gray">
              <a:xfrm>
                <a:off x="1171761" y="5784739"/>
                <a:ext cx="922758"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4" name="TextBox 163">
                <a:extLst>
                  <a:ext uri="{FF2B5EF4-FFF2-40B4-BE49-F238E27FC236}">
                    <a16:creationId xmlns:a16="http://schemas.microsoft.com/office/drawing/2014/main" id="{E32DB11E-F9E3-C95D-C4A1-54C17822F120}"/>
                  </a:ext>
                </a:extLst>
              </p:cNvPr>
              <p:cNvSpPr txBox="1"/>
              <p:nvPr/>
            </p:nvSpPr>
            <p:spPr>
              <a:xfrm>
                <a:off x="1398837" y="5661919"/>
                <a:ext cx="2160269" cy="238588"/>
              </a:xfrm>
              <a:prstGeom prst="rect">
                <a:avLst/>
              </a:prstGeom>
            </p:spPr>
            <p:txBody>
              <a:bodyPr wrap="square" lIns="0" tIns="0" rIns="0" bIns="0" rtlCol="0">
                <a:spAutoFit/>
              </a:bodyPr>
              <a:lstStyle/>
              <a:p>
                <a:pPr algn="ctr">
                  <a:spcAft>
                    <a:spcPts val="600"/>
                  </a:spcAft>
                </a:pPr>
                <a:r>
                  <a:rPr lang="en-US" sz="1100" dirty="0">
                    <a:solidFill>
                      <a:schemeClr val="accent2"/>
                    </a:solidFill>
                  </a:rPr>
                  <a:t>vSAN</a:t>
                </a:r>
              </a:p>
            </p:txBody>
          </p:sp>
        </p:grpSp>
        <p:sp>
          <p:nvSpPr>
            <p:cNvPr id="146" name="Rectangle 145">
              <a:extLst>
                <a:ext uri="{FF2B5EF4-FFF2-40B4-BE49-F238E27FC236}">
                  <a16:creationId xmlns:a16="http://schemas.microsoft.com/office/drawing/2014/main" id="{A2E91F0E-FCD3-A948-9261-FF9D1ADA1668}"/>
                </a:ext>
              </a:extLst>
            </p:cNvPr>
            <p:cNvSpPr/>
            <p:nvPr/>
          </p:nvSpPr>
          <p:spPr>
            <a:xfrm>
              <a:off x="3542662" y="3872228"/>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47" name="Rectangle 146">
              <a:extLst>
                <a:ext uri="{FF2B5EF4-FFF2-40B4-BE49-F238E27FC236}">
                  <a16:creationId xmlns:a16="http://schemas.microsoft.com/office/drawing/2014/main" id="{ACB62A32-2A43-9B90-F15C-2636FB2B2CD5}"/>
                </a:ext>
              </a:extLst>
            </p:cNvPr>
            <p:cNvSpPr/>
            <p:nvPr/>
          </p:nvSpPr>
          <p:spPr>
            <a:xfrm>
              <a:off x="4903743" y="3872228"/>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48" name="Rectangle 147">
              <a:extLst>
                <a:ext uri="{FF2B5EF4-FFF2-40B4-BE49-F238E27FC236}">
                  <a16:creationId xmlns:a16="http://schemas.microsoft.com/office/drawing/2014/main" id="{084C603A-4311-306D-6310-6B536F140B9F}"/>
                </a:ext>
              </a:extLst>
            </p:cNvPr>
            <p:cNvSpPr/>
            <p:nvPr/>
          </p:nvSpPr>
          <p:spPr>
            <a:xfrm>
              <a:off x="3542662" y="4024628"/>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49" name="Rectangle 148">
              <a:extLst>
                <a:ext uri="{FF2B5EF4-FFF2-40B4-BE49-F238E27FC236}">
                  <a16:creationId xmlns:a16="http://schemas.microsoft.com/office/drawing/2014/main" id="{36A3925C-FAD1-7454-FF8C-2285AF4A5567}"/>
                </a:ext>
              </a:extLst>
            </p:cNvPr>
            <p:cNvSpPr/>
            <p:nvPr/>
          </p:nvSpPr>
          <p:spPr>
            <a:xfrm>
              <a:off x="4903743" y="4024628"/>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50" name="Rectangle 149">
              <a:extLst>
                <a:ext uri="{FF2B5EF4-FFF2-40B4-BE49-F238E27FC236}">
                  <a16:creationId xmlns:a16="http://schemas.microsoft.com/office/drawing/2014/main" id="{7ED52263-E636-94E9-F5D2-5336F7A2EEC2}"/>
                </a:ext>
              </a:extLst>
            </p:cNvPr>
            <p:cNvSpPr/>
            <p:nvPr/>
          </p:nvSpPr>
          <p:spPr>
            <a:xfrm>
              <a:off x="3542662" y="4177028"/>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51" name="Rectangle 150">
              <a:extLst>
                <a:ext uri="{FF2B5EF4-FFF2-40B4-BE49-F238E27FC236}">
                  <a16:creationId xmlns:a16="http://schemas.microsoft.com/office/drawing/2014/main" id="{8A97B3BD-BCC0-E889-597C-454588B42226}"/>
                </a:ext>
              </a:extLst>
            </p:cNvPr>
            <p:cNvSpPr/>
            <p:nvPr/>
          </p:nvSpPr>
          <p:spPr>
            <a:xfrm>
              <a:off x="4903743" y="4177028"/>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sp>
        <p:nvSpPr>
          <p:cNvPr id="183" name="TextBox 182">
            <a:extLst>
              <a:ext uri="{FF2B5EF4-FFF2-40B4-BE49-F238E27FC236}">
                <a16:creationId xmlns:a16="http://schemas.microsoft.com/office/drawing/2014/main" id="{C0657C83-AD97-6BEE-A2BE-6D1EAF6E1EC8}"/>
              </a:ext>
            </a:extLst>
          </p:cNvPr>
          <p:cNvSpPr txBox="1"/>
          <p:nvPr/>
        </p:nvSpPr>
        <p:spPr>
          <a:xfrm>
            <a:off x="3402096" y="4575247"/>
            <a:ext cx="1810135" cy="184666"/>
          </a:xfrm>
          <a:prstGeom prst="rect">
            <a:avLst/>
          </a:prstGeom>
          <a:ln>
            <a:noFill/>
          </a:ln>
        </p:spPr>
        <p:txBody>
          <a:bodyPr wrap="square" lIns="0" tIns="0" rIns="0" bIns="0" rtlCol="0">
            <a:spAutoFit/>
          </a:bodyPr>
          <a:lstStyle/>
          <a:p>
            <a:pPr algn="ctr">
              <a:spcAft>
                <a:spcPts val="600"/>
              </a:spcAft>
            </a:pPr>
            <a:r>
              <a:rPr lang="en-US" sz="1200" dirty="0"/>
              <a:t>6 host stretched cluster</a:t>
            </a:r>
          </a:p>
        </p:txBody>
      </p:sp>
      <p:grpSp>
        <p:nvGrpSpPr>
          <p:cNvPr id="190" name="Group 189" descr="Storage Policy&#10;">
            <a:extLst>
              <a:ext uri="{FF2B5EF4-FFF2-40B4-BE49-F238E27FC236}">
                <a16:creationId xmlns:a16="http://schemas.microsoft.com/office/drawing/2014/main" id="{2094875A-25B7-ABE1-D854-9DAB8F0C515D}"/>
              </a:ext>
            </a:extLst>
          </p:cNvPr>
          <p:cNvGrpSpPr/>
          <p:nvPr/>
        </p:nvGrpSpPr>
        <p:grpSpPr>
          <a:xfrm>
            <a:off x="4555543" y="2193581"/>
            <a:ext cx="298438" cy="334070"/>
            <a:chOff x="5869551" y="3172987"/>
            <a:chExt cx="537021" cy="601138"/>
          </a:xfrm>
          <a:solidFill>
            <a:schemeClr val="accent5"/>
          </a:solidFill>
        </p:grpSpPr>
        <p:sp>
          <p:nvSpPr>
            <p:cNvPr id="191" name="Picture Placeholder 96">
              <a:extLst>
                <a:ext uri="{FF2B5EF4-FFF2-40B4-BE49-F238E27FC236}">
                  <a16:creationId xmlns:a16="http://schemas.microsoft.com/office/drawing/2014/main" id="{728AC623-B21F-4919-BD13-440265DD5B37}"/>
                </a:ext>
              </a:extLst>
            </p:cNvPr>
            <p:cNvSpPr/>
            <p:nvPr/>
          </p:nvSpPr>
          <p:spPr>
            <a:xfrm>
              <a:off x="5995473" y="3340875"/>
              <a:ext cx="252983" cy="15844"/>
            </a:xfrm>
            <a:custGeom>
              <a:avLst/>
              <a:gdLst>
                <a:gd name="connsiteX0" fmla="*/ 0 w 252983"/>
                <a:gd name="connsiteY0" fmla="*/ 0 h 15844"/>
                <a:gd name="connsiteX1" fmla="*/ 252984 w 252983"/>
                <a:gd name="connsiteY1" fmla="*/ 0 h 15844"/>
                <a:gd name="connsiteX2" fmla="*/ 252984 w 252983"/>
                <a:gd name="connsiteY2" fmla="*/ 15844 h 15844"/>
                <a:gd name="connsiteX3" fmla="*/ 0 w 252983"/>
                <a:gd name="connsiteY3" fmla="*/ 15844 h 15844"/>
              </a:gdLst>
              <a:ahLst/>
              <a:cxnLst>
                <a:cxn ang="0">
                  <a:pos x="connsiteX0" y="connsiteY0"/>
                </a:cxn>
                <a:cxn ang="0">
                  <a:pos x="connsiteX1" y="connsiteY1"/>
                </a:cxn>
                <a:cxn ang="0">
                  <a:pos x="connsiteX2" y="connsiteY2"/>
                </a:cxn>
                <a:cxn ang="0">
                  <a:pos x="connsiteX3" y="connsiteY3"/>
                </a:cxn>
              </a:cxnLst>
              <a:rect l="l" t="t" r="r" b="b"/>
              <a:pathLst>
                <a:path w="252983" h="15844">
                  <a:moveTo>
                    <a:pt x="0" y="0"/>
                  </a:moveTo>
                  <a:lnTo>
                    <a:pt x="252984" y="0"/>
                  </a:lnTo>
                  <a:lnTo>
                    <a:pt x="252984" y="15844"/>
                  </a:lnTo>
                  <a:lnTo>
                    <a:pt x="0" y="15844"/>
                  </a:lnTo>
                  <a:close/>
                </a:path>
              </a:pathLst>
            </a:custGeom>
            <a:grpFill/>
            <a:ln w="6271" cap="flat">
              <a:noFill/>
              <a:prstDash val="solid"/>
              <a:miter/>
            </a:ln>
          </p:spPr>
          <p:txBody>
            <a:bodyPr rtlCol="0" anchor="ctr"/>
            <a:lstStyle/>
            <a:p>
              <a:endParaRPr lang="en-US"/>
            </a:p>
          </p:txBody>
        </p:sp>
        <p:sp>
          <p:nvSpPr>
            <p:cNvPr id="192" name="Picture Placeholder 96">
              <a:extLst>
                <a:ext uri="{FF2B5EF4-FFF2-40B4-BE49-F238E27FC236}">
                  <a16:creationId xmlns:a16="http://schemas.microsoft.com/office/drawing/2014/main" id="{12C31B1F-F285-A6A7-602F-4C2B076FBC41}"/>
                </a:ext>
              </a:extLst>
            </p:cNvPr>
            <p:cNvSpPr/>
            <p:nvPr/>
          </p:nvSpPr>
          <p:spPr>
            <a:xfrm>
              <a:off x="5995473" y="3404443"/>
              <a:ext cx="252983" cy="15844"/>
            </a:xfrm>
            <a:custGeom>
              <a:avLst/>
              <a:gdLst>
                <a:gd name="connsiteX0" fmla="*/ 0 w 252983"/>
                <a:gd name="connsiteY0" fmla="*/ 0 h 15844"/>
                <a:gd name="connsiteX1" fmla="*/ 252984 w 252983"/>
                <a:gd name="connsiteY1" fmla="*/ 0 h 15844"/>
                <a:gd name="connsiteX2" fmla="*/ 252984 w 252983"/>
                <a:gd name="connsiteY2" fmla="*/ 15844 h 15844"/>
                <a:gd name="connsiteX3" fmla="*/ 0 w 252983"/>
                <a:gd name="connsiteY3" fmla="*/ 15844 h 15844"/>
              </a:gdLst>
              <a:ahLst/>
              <a:cxnLst>
                <a:cxn ang="0">
                  <a:pos x="connsiteX0" y="connsiteY0"/>
                </a:cxn>
                <a:cxn ang="0">
                  <a:pos x="connsiteX1" y="connsiteY1"/>
                </a:cxn>
                <a:cxn ang="0">
                  <a:pos x="connsiteX2" y="connsiteY2"/>
                </a:cxn>
                <a:cxn ang="0">
                  <a:pos x="connsiteX3" y="connsiteY3"/>
                </a:cxn>
              </a:cxnLst>
              <a:rect l="l" t="t" r="r" b="b"/>
              <a:pathLst>
                <a:path w="252983" h="15844">
                  <a:moveTo>
                    <a:pt x="0" y="0"/>
                  </a:moveTo>
                  <a:lnTo>
                    <a:pt x="252984" y="0"/>
                  </a:lnTo>
                  <a:lnTo>
                    <a:pt x="252984" y="15844"/>
                  </a:lnTo>
                  <a:lnTo>
                    <a:pt x="0" y="15844"/>
                  </a:lnTo>
                  <a:close/>
                </a:path>
              </a:pathLst>
            </a:custGeom>
            <a:grpFill/>
            <a:ln w="6271" cap="flat">
              <a:noFill/>
              <a:prstDash val="solid"/>
              <a:miter/>
            </a:ln>
          </p:spPr>
          <p:txBody>
            <a:bodyPr rtlCol="0" anchor="ctr"/>
            <a:lstStyle/>
            <a:p>
              <a:endParaRPr lang="en-US"/>
            </a:p>
          </p:txBody>
        </p:sp>
        <p:sp>
          <p:nvSpPr>
            <p:cNvPr id="193" name="Picture Placeholder 96">
              <a:extLst>
                <a:ext uri="{FF2B5EF4-FFF2-40B4-BE49-F238E27FC236}">
                  <a16:creationId xmlns:a16="http://schemas.microsoft.com/office/drawing/2014/main" id="{3A5CE1E1-AE16-CC0B-EFA3-2B3FE0718DE2}"/>
                </a:ext>
              </a:extLst>
            </p:cNvPr>
            <p:cNvSpPr/>
            <p:nvPr/>
          </p:nvSpPr>
          <p:spPr>
            <a:xfrm>
              <a:off x="5995473" y="3468010"/>
              <a:ext cx="252983" cy="15844"/>
            </a:xfrm>
            <a:custGeom>
              <a:avLst/>
              <a:gdLst>
                <a:gd name="connsiteX0" fmla="*/ 0 w 252983"/>
                <a:gd name="connsiteY0" fmla="*/ 0 h 15844"/>
                <a:gd name="connsiteX1" fmla="*/ 252984 w 252983"/>
                <a:gd name="connsiteY1" fmla="*/ 0 h 15844"/>
                <a:gd name="connsiteX2" fmla="*/ 252984 w 252983"/>
                <a:gd name="connsiteY2" fmla="*/ 15844 h 15844"/>
                <a:gd name="connsiteX3" fmla="*/ 0 w 252983"/>
                <a:gd name="connsiteY3" fmla="*/ 15844 h 15844"/>
              </a:gdLst>
              <a:ahLst/>
              <a:cxnLst>
                <a:cxn ang="0">
                  <a:pos x="connsiteX0" y="connsiteY0"/>
                </a:cxn>
                <a:cxn ang="0">
                  <a:pos x="connsiteX1" y="connsiteY1"/>
                </a:cxn>
                <a:cxn ang="0">
                  <a:pos x="connsiteX2" y="connsiteY2"/>
                </a:cxn>
                <a:cxn ang="0">
                  <a:pos x="connsiteX3" y="connsiteY3"/>
                </a:cxn>
              </a:cxnLst>
              <a:rect l="l" t="t" r="r" b="b"/>
              <a:pathLst>
                <a:path w="252983" h="15844">
                  <a:moveTo>
                    <a:pt x="0" y="0"/>
                  </a:moveTo>
                  <a:lnTo>
                    <a:pt x="252984" y="0"/>
                  </a:lnTo>
                  <a:lnTo>
                    <a:pt x="252984" y="15844"/>
                  </a:lnTo>
                  <a:lnTo>
                    <a:pt x="0" y="15844"/>
                  </a:lnTo>
                  <a:close/>
                </a:path>
              </a:pathLst>
            </a:custGeom>
            <a:grpFill/>
            <a:ln w="6271" cap="flat">
              <a:noFill/>
              <a:prstDash val="solid"/>
              <a:miter/>
            </a:ln>
          </p:spPr>
          <p:txBody>
            <a:bodyPr rtlCol="0" anchor="ctr"/>
            <a:lstStyle/>
            <a:p>
              <a:endParaRPr lang="en-US"/>
            </a:p>
          </p:txBody>
        </p:sp>
        <p:sp>
          <p:nvSpPr>
            <p:cNvPr id="194" name="Picture Placeholder 96">
              <a:extLst>
                <a:ext uri="{FF2B5EF4-FFF2-40B4-BE49-F238E27FC236}">
                  <a16:creationId xmlns:a16="http://schemas.microsoft.com/office/drawing/2014/main" id="{C8C38A1D-C3C2-5139-3BE9-446AA8F19692}"/>
                </a:ext>
              </a:extLst>
            </p:cNvPr>
            <p:cNvSpPr/>
            <p:nvPr/>
          </p:nvSpPr>
          <p:spPr>
            <a:xfrm>
              <a:off x="5995473" y="3531515"/>
              <a:ext cx="252983" cy="15844"/>
            </a:xfrm>
            <a:custGeom>
              <a:avLst/>
              <a:gdLst>
                <a:gd name="connsiteX0" fmla="*/ 0 w 252983"/>
                <a:gd name="connsiteY0" fmla="*/ 0 h 15844"/>
                <a:gd name="connsiteX1" fmla="*/ 252984 w 252983"/>
                <a:gd name="connsiteY1" fmla="*/ 0 h 15844"/>
                <a:gd name="connsiteX2" fmla="*/ 252984 w 252983"/>
                <a:gd name="connsiteY2" fmla="*/ 15844 h 15844"/>
                <a:gd name="connsiteX3" fmla="*/ 0 w 252983"/>
                <a:gd name="connsiteY3" fmla="*/ 15844 h 15844"/>
              </a:gdLst>
              <a:ahLst/>
              <a:cxnLst>
                <a:cxn ang="0">
                  <a:pos x="connsiteX0" y="connsiteY0"/>
                </a:cxn>
                <a:cxn ang="0">
                  <a:pos x="connsiteX1" y="connsiteY1"/>
                </a:cxn>
                <a:cxn ang="0">
                  <a:pos x="connsiteX2" y="connsiteY2"/>
                </a:cxn>
                <a:cxn ang="0">
                  <a:pos x="connsiteX3" y="connsiteY3"/>
                </a:cxn>
              </a:cxnLst>
              <a:rect l="l" t="t" r="r" b="b"/>
              <a:pathLst>
                <a:path w="252983" h="15844">
                  <a:moveTo>
                    <a:pt x="0" y="0"/>
                  </a:moveTo>
                  <a:lnTo>
                    <a:pt x="252984" y="0"/>
                  </a:lnTo>
                  <a:lnTo>
                    <a:pt x="252984" y="15844"/>
                  </a:lnTo>
                  <a:lnTo>
                    <a:pt x="0" y="15844"/>
                  </a:lnTo>
                  <a:close/>
                </a:path>
              </a:pathLst>
            </a:custGeom>
            <a:grpFill/>
            <a:ln w="6271" cap="flat">
              <a:noFill/>
              <a:prstDash val="solid"/>
              <a:miter/>
            </a:ln>
          </p:spPr>
          <p:txBody>
            <a:bodyPr rtlCol="0" anchor="ctr"/>
            <a:lstStyle/>
            <a:p>
              <a:endParaRPr lang="en-US"/>
            </a:p>
          </p:txBody>
        </p:sp>
        <p:sp>
          <p:nvSpPr>
            <p:cNvPr id="195" name="Picture Placeholder 96">
              <a:extLst>
                <a:ext uri="{FF2B5EF4-FFF2-40B4-BE49-F238E27FC236}">
                  <a16:creationId xmlns:a16="http://schemas.microsoft.com/office/drawing/2014/main" id="{482D129D-20A6-9A98-9E82-63CBC6E071E4}"/>
                </a:ext>
              </a:extLst>
            </p:cNvPr>
            <p:cNvSpPr/>
            <p:nvPr/>
          </p:nvSpPr>
          <p:spPr>
            <a:xfrm>
              <a:off x="5995473" y="3595337"/>
              <a:ext cx="253173" cy="15590"/>
            </a:xfrm>
            <a:custGeom>
              <a:avLst/>
              <a:gdLst>
                <a:gd name="connsiteX0" fmla="*/ 0 w 253173"/>
                <a:gd name="connsiteY0" fmla="*/ 15591 h 15590"/>
                <a:gd name="connsiteX1" fmla="*/ 242042 w 253173"/>
                <a:gd name="connsiteY1" fmla="*/ 15591 h 15590"/>
                <a:gd name="connsiteX2" fmla="*/ 246849 w 253173"/>
                <a:gd name="connsiteY2" fmla="*/ 10774 h 15590"/>
                <a:gd name="connsiteX3" fmla="*/ 253174 w 253173"/>
                <a:gd name="connsiteY3" fmla="*/ 5577 h 15590"/>
                <a:gd name="connsiteX4" fmla="*/ 253174 w 253173"/>
                <a:gd name="connsiteY4" fmla="*/ 0 h 15590"/>
                <a:gd name="connsiteX5" fmla="*/ 190 w 253173"/>
                <a:gd name="connsiteY5" fmla="*/ 0 h 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173" h="15590">
                  <a:moveTo>
                    <a:pt x="0" y="15591"/>
                  </a:moveTo>
                  <a:lnTo>
                    <a:pt x="242042" y="15591"/>
                  </a:lnTo>
                  <a:lnTo>
                    <a:pt x="246849" y="10774"/>
                  </a:lnTo>
                  <a:cubicBezTo>
                    <a:pt x="248820" y="8880"/>
                    <a:pt x="250935" y="7143"/>
                    <a:pt x="253174" y="5577"/>
                  </a:cubicBezTo>
                  <a:lnTo>
                    <a:pt x="253174" y="0"/>
                  </a:lnTo>
                  <a:lnTo>
                    <a:pt x="190" y="0"/>
                  </a:lnTo>
                  <a:close/>
                </a:path>
              </a:pathLst>
            </a:custGeom>
            <a:grpFill/>
            <a:ln w="6271" cap="flat">
              <a:noFill/>
              <a:prstDash val="solid"/>
              <a:miter/>
            </a:ln>
          </p:spPr>
          <p:txBody>
            <a:bodyPr rtlCol="0" anchor="ctr"/>
            <a:lstStyle/>
            <a:p>
              <a:endParaRPr lang="en-US"/>
            </a:p>
          </p:txBody>
        </p:sp>
        <p:sp>
          <p:nvSpPr>
            <p:cNvPr id="196" name="Picture Placeholder 96">
              <a:extLst>
                <a:ext uri="{FF2B5EF4-FFF2-40B4-BE49-F238E27FC236}">
                  <a16:creationId xmlns:a16="http://schemas.microsoft.com/office/drawing/2014/main" id="{F4CF622D-4AE2-DDE9-5AE2-7BF89F7718CE}"/>
                </a:ext>
              </a:extLst>
            </p:cNvPr>
            <p:cNvSpPr/>
            <p:nvPr/>
          </p:nvSpPr>
          <p:spPr>
            <a:xfrm>
              <a:off x="5869551" y="3172987"/>
              <a:ext cx="471498" cy="587132"/>
            </a:xfrm>
            <a:custGeom>
              <a:avLst/>
              <a:gdLst>
                <a:gd name="connsiteX0" fmla="*/ 350509 w 471498"/>
                <a:gd name="connsiteY0" fmla="*/ 571288 h 587132"/>
                <a:gd name="connsiteX1" fmla="*/ 82093 w 471498"/>
                <a:gd name="connsiteY1" fmla="*/ 571288 h 587132"/>
                <a:gd name="connsiteX2" fmla="*/ 59957 w 471498"/>
                <a:gd name="connsiteY2" fmla="*/ 549106 h 587132"/>
                <a:gd name="connsiteX3" fmla="*/ 59957 w 471498"/>
                <a:gd name="connsiteY3" fmla="*/ 108249 h 587132"/>
                <a:gd name="connsiteX4" fmla="*/ 420776 w 471498"/>
                <a:gd name="connsiteY4" fmla="*/ 108249 h 587132"/>
                <a:gd name="connsiteX5" fmla="*/ 428681 w 471498"/>
                <a:gd name="connsiteY5" fmla="*/ 100327 h 587132"/>
                <a:gd name="connsiteX6" fmla="*/ 420776 w 471498"/>
                <a:gd name="connsiteY6" fmla="*/ 92405 h 587132"/>
                <a:gd name="connsiteX7" fmla="*/ 386496 w 471498"/>
                <a:gd name="connsiteY7" fmla="*/ 61857 h 587132"/>
                <a:gd name="connsiteX8" fmla="*/ 386496 w 471498"/>
                <a:gd name="connsiteY8" fmla="*/ 46456 h 587132"/>
                <a:gd name="connsiteX9" fmla="*/ 415400 w 471498"/>
                <a:gd name="connsiteY9" fmla="*/ 16288 h 587132"/>
                <a:gd name="connsiteX10" fmla="*/ 433551 w 471498"/>
                <a:gd name="connsiteY10" fmla="*/ 16288 h 587132"/>
                <a:gd name="connsiteX11" fmla="*/ 455687 w 471498"/>
                <a:gd name="connsiteY11" fmla="*/ 38470 h 587132"/>
                <a:gd name="connsiteX12" fmla="*/ 455687 w 471498"/>
                <a:gd name="connsiteY12" fmla="*/ 399217 h 587132"/>
                <a:gd name="connsiteX13" fmla="*/ 471499 w 471498"/>
                <a:gd name="connsiteY13" fmla="*/ 402196 h 587132"/>
                <a:gd name="connsiteX14" fmla="*/ 471499 w 471498"/>
                <a:gd name="connsiteY14" fmla="*/ 38470 h 587132"/>
                <a:gd name="connsiteX15" fmla="*/ 433551 w 471498"/>
                <a:gd name="connsiteY15" fmla="*/ 444 h 587132"/>
                <a:gd name="connsiteX16" fmla="*/ 423053 w 471498"/>
                <a:gd name="connsiteY16" fmla="*/ 444 h 587132"/>
                <a:gd name="connsiteX17" fmla="*/ 420776 w 471498"/>
                <a:gd name="connsiteY17" fmla="*/ 0 h 587132"/>
                <a:gd name="connsiteX18" fmla="*/ 50154 w 471498"/>
                <a:gd name="connsiteY18" fmla="*/ 0 h 587132"/>
                <a:gd name="connsiteX19" fmla="*/ 0 w 471498"/>
                <a:gd name="connsiteY19" fmla="*/ 46456 h 587132"/>
                <a:gd name="connsiteX20" fmla="*/ 0 w 471498"/>
                <a:gd name="connsiteY20" fmla="*/ 61857 h 587132"/>
                <a:gd name="connsiteX21" fmla="*/ 44272 w 471498"/>
                <a:gd name="connsiteY21" fmla="*/ 107869 h 587132"/>
                <a:gd name="connsiteX22" fmla="*/ 44272 w 471498"/>
                <a:gd name="connsiteY22" fmla="*/ 549106 h 587132"/>
                <a:gd name="connsiteX23" fmla="*/ 82220 w 471498"/>
                <a:gd name="connsiteY23" fmla="*/ 587132 h 587132"/>
                <a:gd name="connsiteX24" fmla="*/ 361324 w 471498"/>
                <a:gd name="connsiteY24" fmla="*/ 587132 h 587132"/>
                <a:gd name="connsiteX25" fmla="*/ 350509 w 471498"/>
                <a:gd name="connsiteY25" fmla="*/ 571288 h 587132"/>
                <a:gd name="connsiteX26" fmla="*/ 50154 w 471498"/>
                <a:gd name="connsiteY26" fmla="*/ 92405 h 587132"/>
                <a:gd name="connsiteX27" fmla="*/ 15812 w 471498"/>
                <a:gd name="connsiteY27" fmla="*/ 61857 h 587132"/>
                <a:gd name="connsiteX28" fmla="*/ 15812 w 471498"/>
                <a:gd name="connsiteY28" fmla="*/ 46456 h 587132"/>
                <a:gd name="connsiteX29" fmla="*/ 50154 w 471498"/>
                <a:gd name="connsiteY29" fmla="*/ 15844 h 587132"/>
                <a:gd name="connsiteX30" fmla="*/ 383081 w 471498"/>
                <a:gd name="connsiteY30" fmla="*/ 15844 h 587132"/>
                <a:gd name="connsiteX31" fmla="*/ 370432 w 471498"/>
                <a:gd name="connsiteY31" fmla="*/ 46456 h 587132"/>
                <a:gd name="connsiteX32" fmla="*/ 370432 w 471498"/>
                <a:gd name="connsiteY32" fmla="*/ 61857 h 587132"/>
                <a:gd name="connsiteX33" fmla="*/ 383081 w 471498"/>
                <a:gd name="connsiteY33" fmla="*/ 92405 h 587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71498" h="587132">
                  <a:moveTo>
                    <a:pt x="350509" y="571288"/>
                  </a:moveTo>
                  <a:lnTo>
                    <a:pt x="82093" y="571288"/>
                  </a:lnTo>
                  <a:cubicBezTo>
                    <a:pt x="69868" y="571288"/>
                    <a:pt x="59957" y="561356"/>
                    <a:pt x="59957" y="549106"/>
                  </a:cubicBezTo>
                  <a:lnTo>
                    <a:pt x="59957" y="108249"/>
                  </a:lnTo>
                  <a:lnTo>
                    <a:pt x="420776" y="108249"/>
                  </a:lnTo>
                  <a:cubicBezTo>
                    <a:pt x="425142" y="108249"/>
                    <a:pt x="428681" y="104703"/>
                    <a:pt x="428681" y="100327"/>
                  </a:cubicBezTo>
                  <a:cubicBezTo>
                    <a:pt x="428681" y="95951"/>
                    <a:pt x="425142" y="92405"/>
                    <a:pt x="420776" y="92405"/>
                  </a:cubicBezTo>
                  <a:cubicBezTo>
                    <a:pt x="401802" y="92405"/>
                    <a:pt x="386496" y="78715"/>
                    <a:pt x="386496" y="61857"/>
                  </a:cubicBezTo>
                  <a:lnTo>
                    <a:pt x="386496" y="46456"/>
                  </a:lnTo>
                  <a:cubicBezTo>
                    <a:pt x="387201" y="30553"/>
                    <a:pt x="399571" y="17641"/>
                    <a:pt x="415400" y="16288"/>
                  </a:cubicBezTo>
                  <a:lnTo>
                    <a:pt x="433551" y="16288"/>
                  </a:lnTo>
                  <a:cubicBezTo>
                    <a:pt x="445777" y="16288"/>
                    <a:pt x="455687" y="26219"/>
                    <a:pt x="455687" y="38470"/>
                  </a:cubicBezTo>
                  <a:lnTo>
                    <a:pt x="455687" y="399217"/>
                  </a:lnTo>
                  <a:lnTo>
                    <a:pt x="471499" y="402196"/>
                  </a:lnTo>
                  <a:lnTo>
                    <a:pt x="471499" y="38470"/>
                  </a:lnTo>
                  <a:cubicBezTo>
                    <a:pt x="471499" y="17469"/>
                    <a:pt x="454509" y="444"/>
                    <a:pt x="433551" y="444"/>
                  </a:cubicBezTo>
                  <a:lnTo>
                    <a:pt x="423053" y="444"/>
                  </a:lnTo>
                  <a:cubicBezTo>
                    <a:pt x="422316" y="199"/>
                    <a:pt x="421550" y="50"/>
                    <a:pt x="420776" y="0"/>
                  </a:cubicBezTo>
                  <a:lnTo>
                    <a:pt x="50154" y="0"/>
                  </a:lnTo>
                  <a:cubicBezTo>
                    <a:pt x="22516" y="0"/>
                    <a:pt x="0" y="20851"/>
                    <a:pt x="0" y="46456"/>
                  </a:cubicBezTo>
                  <a:lnTo>
                    <a:pt x="0" y="61857"/>
                  </a:lnTo>
                  <a:cubicBezTo>
                    <a:pt x="901" y="86258"/>
                    <a:pt x="19971" y="106077"/>
                    <a:pt x="44272" y="107869"/>
                  </a:cubicBezTo>
                  <a:lnTo>
                    <a:pt x="44272" y="549106"/>
                  </a:lnTo>
                  <a:cubicBezTo>
                    <a:pt x="44272" y="570109"/>
                    <a:pt x="61262" y="587132"/>
                    <a:pt x="82220" y="587132"/>
                  </a:cubicBezTo>
                  <a:lnTo>
                    <a:pt x="361324" y="587132"/>
                  </a:lnTo>
                  <a:cubicBezTo>
                    <a:pt x="358478" y="583393"/>
                    <a:pt x="355253" y="578386"/>
                    <a:pt x="350509" y="571288"/>
                  </a:cubicBezTo>
                  <a:close/>
                  <a:moveTo>
                    <a:pt x="50154" y="92405"/>
                  </a:moveTo>
                  <a:cubicBezTo>
                    <a:pt x="31180" y="92405"/>
                    <a:pt x="15812" y="78715"/>
                    <a:pt x="15812" y="61857"/>
                  </a:cubicBezTo>
                  <a:lnTo>
                    <a:pt x="15812" y="46456"/>
                  </a:lnTo>
                  <a:cubicBezTo>
                    <a:pt x="15812" y="29597"/>
                    <a:pt x="31244" y="15844"/>
                    <a:pt x="50154" y="15844"/>
                  </a:cubicBezTo>
                  <a:lnTo>
                    <a:pt x="383081" y="15844"/>
                  </a:lnTo>
                  <a:cubicBezTo>
                    <a:pt x="375078" y="24028"/>
                    <a:pt x="370545" y="34998"/>
                    <a:pt x="370432" y="46456"/>
                  </a:cubicBezTo>
                  <a:lnTo>
                    <a:pt x="370432" y="61857"/>
                  </a:lnTo>
                  <a:cubicBezTo>
                    <a:pt x="370561" y="73293"/>
                    <a:pt x="375093" y="84237"/>
                    <a:pt x="383081" y="92405"/>
                  </a:cubicBezTo>
                  <a:close/>
                </a:path>
              </a:pathLst>
            </a:custGeom>
            <a:grpFill/>
            <a:ln w="6271" cap="flat">
              <a:noFill/>
              <a:prstDash val="solid"/>
              <a:miter/>
            </a:ln>
          </p:spPr>
          <p:txBody>
            <a:bodyPr rtlCol="0" anchor="ctr"/>
            <a:lstStyle/>
            <a:p>
              <a:endParaRPr lang="en-US"/>
            </a:p>
          </p:txBody>
        </p:sp>
        <p:sp>
          <p:nvSpPr>
            <p:cNvPr id="197" name="Picture Placeholder 96">
              <a:extLst>
                <a:ext uri="{FF2B5EF4-FFF2-40B4-BE49-F238E27FC236}">
                  <a16:creationId xmlns:a16="http://schemas.microsoft.com/office/drawing/2014/main" id="{E044E627-B660-9EBD-F83A-FDC1CF84B40A}"/>
                </a:ext>
              </a:extLst>
            </p:cNvPr>
            <p:cNvSpPr/>
            <p:nvPr/>
          </p:nvSpPr>
          <p:spPr>
            <a:xfrm>
              <a:off x="5995473" y="3658651"/>
              <a:ext cx="215732" cy="15844"/>
            </a:xfrm>
            <a:custGeom>
              <a:avLst/>
              <a:gdLst>
                <a:gd name="connsiteX0" fmla="*/ 0 w 215732"/>
                <a:gd name="connsiteY0" fmla="*/ 0 h 15844"/>
                <a:gd name="connsiteX1" fmla="*/ 0 w 215732"/>
                <a:gd name="connsiteY1" fmla="*/ 15844 h 15844"/>
                <a:gd name="connsiteX2" fmla="*/ 212760 w 215732"/>
                <a:gd name="connsiteY2" fmla="*/ 15844 h 15844"/>
                <a:gd name="connsiteX3" fmla="*/ 215732 w 215732"/>
                <a:gd name="connsiteY3" fmla="*/ 0 h 15844"/>
                <a:gd name="connsiteX4" fmla="*/ 0 w 215732"/>
                <a:gd name="connsiteY4" fmla="*/ 0 h 158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732" h="15844">
                  <a:moveTo>
                    <a:pt x="0" y="0"/>
                  </a:moveTo>
                  <a:lnTo>
                    <a:pt x="0" y="15844"/>
                  </a:lnTo>
                  <a:lnTo>
                    <a:pt x="212760" y="15844"/>
                  </a:lnTo>
                  <a:lnTo>
                    <a:pt x="215732" y="0"/>
                  </a:lnTo>
                  <a:lnTo>
                    <a:pt x="0" y="0"/>
                  </a:lnTo>
                  <a:close/>
                </a:path>
              </a:pathLst>
            </a:custGeom>
            <a:grpFill/>
            <a:ln w="6271" cap="flat">
              <a:noFill/>
              <a:prstDash val="solid"/>
              <a:miter/>
            </a:ln>
          </p:spPr>
          <p:txBody>
            <a:bodyPr rtlCol="0" anchor="ctr"/>
            <a:lstStyle/>
            <a:p>
              <a:endParaRPr lang="en-US"/>
            </a:p>
          </p:txBody>
        </p:sp>
        <p:sp>
          <p:nvSpPr>
            <p:cNvPr id="198" name="Picture Placeholder 96">
              <a:extLst>
                <a:ext uri="{FF2B5EF4-FFF2-40B4-BE49-F238E27FC236}">
                  <a16:creationId xmlns:a16="http://schemas.microsoft.com/office/drawing/2014/main" id="{A9A54CCF-6BE3-19AD-F4BD-04B7C5811344}"/>
                </a:ext>
              </a:extLst>
            </p:cNvPr>
            <p:cNvSpPr/>
            <p:nvPr/>
          </p:nvSpPr>
          <p:spPr>
            <a:xfrm>
              <a:off x="6238654" y="3605667"/>
              <a:ext cx="167918" cy="168458"/>
            </a:xfrm>
            <a:custGeom>
              <a:avLst/>
              <a:gdLst>
                <a:gd name="connsiteX0" fmla="*/ 167918 w 167918"/>
                <a:gd name="connsiteY0" fmla="*/ 97982 h 168458"/>
                <a:gd name="connsiteX1" fmla="*/ 159949 w 167918"/>
                <a:gd name="connsiteY1" fmla="*/ 100200 h 168458"/>
                <a:gd name="connsiteX2" fmla="*/ 151727 w 167918"/>
                <a:gd name="connsiteY2" fmla="*/ 102102 h 168458"/>
                <a:gd name="connsiteX3" fmla="*/ 147932 w 167918"/>
                <a:gd name="connsiteY3" fmla="*/ 110784 h 168458"/>
                <a:gd name="connsiteX4" fmla="*/ 143632 w 167918"/>
                <a:gd name="connsiteY4" fmla="*/ 119024 h 168458"/>
                <a:gd name="connsiteX5" fmla="*/ 147932 w 167918"/>
                <a:gd name="connsiteY5" fmla="*/ 126566 h 168458"/>
                <a:gd name="connsiteX6" fmla="*/ 152549 w 167918"/>
                <a:gd name="connsiteY6" fmla="*/ 133727 h 168458"/>
                <a:gd name="connsiteX7" fmla="*/ 133955 w 167918"/>
                <a:gd name="connsiteY7" fmla="*/ 153184 h 168458"/>
                <a:gd name="connsiteX8" fmla="*/ 118586 w 167918"/>
                <a:gd name="connsiteY8" fmla="*/ 144248 h 168458"/>
                <a:gd name="connsiteX9" fmla="*/ 102395 w 167918"/>
                <a:gd name="connsiteY9" fmla="*/ 150586 h 168458"/>
                <a:gd name="connsiteX10" fmla="*/ 99359 w 167918"/>
                <a:gd name="connsiteY10" fmla="*/ 159395 h 168458"/>
                <a:gd name="connsiteX11" fmla="*/ 96640 w 167918"/>
                <a:gd name="connsiteY11" fmla="*/ 168458 h 168458"/>
                <a:gd name="connsiteX12" fmla="*/ 70772 w 167918"/>
                <a:gd name="connsiteY12" fmla="*/ 168458 h 168458"/>
                <a:gd name="connsiteX13" fmla="*/ 68242 w 167918"/>
                <a:gd name="connsiteY13" fmla="*/ 159966 h 168458"/>
                <a:gd name="connsiteX14" fmla="*/ 65839 w 167918"/>
                <a:gd name="connsiteY14" fmla="*/ 151410 h 168458"/>
                <a:gd name="connsiteX15" fmla="*/ 49775 w 167918"/>
                <a:gd name="connsiteY15" fmla="*/ 144121 h 168458"/>
                <a:gd name="connsiteX16" fmla="*/ 41806 w 167918"/>
                <a:gd name="connsiteY16" fmla="*/ 147987 h 168458"/>
                <a:gd name="connsiteX17" fmla="*/ 34406 w 167918"/>
                <a:gd name="connsiteY17" fmla="*/ 152234 h 168458"/>
                <a:gd name="connsiteX18" fmla="*/ 15432 w 167918"/>
                <a:gd name="connsiteY18" fmla="*/ 134298 h 168458"/>
                <a:gd name="connsiteX19" fmla="*/ 23528 w 167918"/>
                <a:gd name="connsiteY19" fmla="*/ 118897 h 168458"/>
                <a:gd name="connsiteX20" fmla="*/ 19859 w 167918"/>
                <a:gd name="connsiteY20" fmla="*/ 110468 h 168458"/>
                <a:gd name="connsiteX21" fmla="*/ 17076 w 167918"/>
                <a:gd name="connsiteY21" fmla="*/ 101151 h 168458"/>
                <a:gd name="connsiteX22" fmla="*/ 8348 w 167918"/>
                <a:gd name="connsiteY22" fmla="*/ 99250 h 168458"/>
                <a:gd name="connsiteX23" fmla="*/ 0 w 167918"/>
                <a:gd name="connsiteY23" fmla="*/ 97031 h 168458"/>
                <a:gd name="connsiteX24" fmla="*/ 0 w 167918"/>
                <a:gd name="connsiteY24" fmla="*/ 70476 h 168458"/>
                <a:gd name="connsiteX25" fmla="*/ 8032 w 167918"/>
                <a:gd name="connsiteY25" fmla="*/ 68195 h 168458"/>
                <a:gd name="connsiteX26" fmla="*/ 16254 w 167918"/>
                <a:gd name="connsiteY26" fmla="*/ 66357 h 168458"/>
                <a:gd name="connsiteX27" fmla="*/ 20112 w 167918"/>
                <a:gd name="connsiteY27" fmla="*/ 57737 h 168458"/>
                <a:gd name="connsiteX28" fmla="*/ 24350 w 167918"/>
                <a:gd name="connsiteY28" fmla="*/ 49371 h 168458"/>
                <a:gd name="connsiteX29" fmla="*/ 15432 w 167918"/>
                <a:gd name="connsiteY29" fmla="*/ 34668 h 168458"/>
                <a:gd name="connsiteX30" fmla="*/ 34406 w 167918"/>
                <a:gd name="connsiteY30" fmla="*/ 15274 h 168458"/>
                <a:gd name="connsiteX31" fmla="*/ 49775 w 167918"/>
                <a:gd name="connsiteY31" fmla="*/ 24210 h 168458"/>
                <a:gd name="connsiteX32" fmla="*/ 66661 w 167918"/>
                <a:gd name="connsiteY32" fmla="*/ 17873 h 168458"/>
                <a:gd name="connsiteX33" fmla="*/ 69128 w 167918"/>
                <a:gd name="connsiteY33" fmla="*/ 8810 h 168458"/>
                <a:gd name="connsiteX34" fmla="*/ 71594 w 167918"/>
                <a:gd name="connsiteY34" fmla="*/ 0 h 168458"/>
                <a:gd name="connsiteX35" fmla="*/ 97462 w 167918"/>
                <a:gd name="connsiteY35" fmla="*/ 0 h 168458"/>
                <a:gd name="connsiteX36" fmla="*/ 102395 w 167918"/>
                <a:gd name="connsiteY36" fmla="*/ 17049 h 168458"/>
                <a:gd name="connsiteX37" fmla="*/ 110744 w 167918"/>
                <a:gd name="connsiteY37" fmla="*/ 20344 h 168458"/>
                <a:gd name="connsiteX38" fmla="*/ 118586 w 167918"/>
                <a:gd name="connsiteY38" fmla="*/ 24337 h 168458"/>
                <a:gd name="connsiteX39" fmla="*/ 126429 w 167918"/>
                <a:gd name="connsiteY39" fmla="*/ 20471 h 168458"/>
                <a:gd name="connsiteX40" fmla="*/ 133955 w 167918"/>
                <a:gd name="connsiteY40" fmla="*/ 16225 h 168458"/>
                <a:gd name="connsiteX41" fmla="*/ 143821 w 167918"/>
                <a:gd name="connsiteY41" fmla="*/ 24907 h 168458"/>
                <a:gd name="connsiteX42" fmla="*/ 153372 w 167918"/>
                <a:gd name="connsiteY42" fmla="*/ 34034 h 168458"/>
                <a:gd name="connsiteX43" fmla="*/ 144454 w 167918"/>
                <a:gd name="connsiteY43" fmla="*/ 49435 h 168458"/>
                <a:gd name="connsiteX44" fmla="*/ 150778 w 167918"/>
                <a:gd name="connsiteY44" fmla="*/ 67244 h 168458"/>
                <a:gd name="connsiteX45" fmla="*/ 159443 w 167918"/>
                <a:gd name="connsiteY45" fmla="*/ 69082 h 168458"/>
                <a:gd name="connsiteX46" fmla="*/ 167792 w 167918"/>
                <a:gd name="connsiteY46" fmla="*/ 71363 h 168458"/>
                <a:gd name="connsiteX47" fmla="*/ 130666 w 167918"/>
                <a:gd name="connsiteY47" fmla="*/ 109390 h 168458"/>
                <a:gd name="connsiteX48" fmla="*/ 136991 w 167918"/>
                <a:gd name="connsiteY48" fmla="*/ 79539 h 168458"/>
                <a:gd name="connsiteX49" fmla="*/ 127377 w 167918"/>
                <a:gd name="connsiteY49" fmla="*/ 54188 h 168458"/>
                <a:gd name="connsiteX50" fmla="*/ 106696 w 167918"/>
                <a:gd name="connsiteY50" fmla="*/ 37266 h 168458"/>
                <a:gd name="connsiteX51" fmla="*/ 38602 w 167918"/>
                <a:gd name="connsiteY51" fmla="*/ 59296 h 168458"/>
                <a:gd name="connsiteX52" fmla="*/ 33647 w 167918"/>
                <a:gd name="connsiteY52" fmla="*/ 74596 h 168458"/>
                <a:gd name="connsiteX53" fmla="*/ 37189 w 167918"/>
                <a:gd name="connsiteY53" fmla="*/ 106285 h 168458"/>
                <a:gd name="connsiteX54" fmla="*/ 58756 w 167918"/>
                <a:gd name="connsiteY54" fmla="*/ 130368 h 168458"/>
                <a:gd name="connsiteX55" fmla="*/ 100371 w 167918"/>
                <a:gd name="connsiteY55" fmla="*/ 133917 h 168458"/>
                <a:gd name="connsiteX56" fmla="*/ 130666 w 167918"/>
                <a:gd name="connsiteY56" fmla="*/ 109390 h 168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7918" h="168458">
                  <a:moveTo>
                    <a:pt x="167918" y="97982"/>
                  </a:moveTo>
                  <a:lnTo>
                    <a:pt x="159949" y="100200"/>
                  </a:lnTo>
                  <a:cubicBezTo>
                    <a:pt x="157255" y="101025"/>
                    <a:pt x="154510" y="101661"/>
                    <a:pt x="151727" y="102102"/>
                  </a:cubicBezTo>
                  <a:cubicBezTo>
                    <a:pt x="150222" y="104885"/>
                    <a:pt x="148957" y="107790"/>
                    <a:pt x="147932" y="110784"/>
                  </a:cubicBezTo>
                  <a:cubicBezTo>
                    <a:pt x="147047" y="113785"/>
                    <a:pt x="145586" y="116584"/>
                    <a:pt x="143632" y="119024"/>
                  </a:cubicBezTo>
                  <a:lnTo>
                    <a:pt x="147932" y="126566"/>
                  </a:lnTo>
                  <a:cubicBezTo>
                    <a:pt x="149299" y="129061"/>
                    <a:pt x="150842" y="131452"/>
                    <a:pt x="152549" y="133727"/>
                  </a:cubicBezTo>
                  <a:cubicBezTo>
                    <a:pt x="146705" y="140547"/>
                    <a:pt x="140501" y="147037"/>
                    <a:pt x="133955" y="153184"/>
                  </a:cubicBezTo>
                  <a:cubicBezTo>
                    <a:pt x="128617" y="150598"/>
                    <a:pt x="123475" y="147607"/>
                    <a:pt x="118586" y="144248"/>
                  </a:cubicBezTo>
                  <a:cubicBezTo>
                    <a:pt x="113594" y="147284"/>
                    <a:pt x="108116" y="149426"/>
                    <a:pt x="102395" y="150586"/>
                  </a:cubicBezTo>
                  <a:cubicBezTo>
                    <a:pt x="100941" y="153349"/>
                    <a:pt x="99917" y="156321"/>
                    <a:pt x="99359" y="159395"/>
                  </a:cubicBezTo>
                  <a:cubicBezTo>
                    <a:pt x="98725" y="162494"/>
                    <a:pt x="97815" y="165524"/>
                    <a:pt x="96640" y="168458"/>
                  </a:cubicBezTo>
                  <a:lnTo>
                    <a:pt x="70772" y="168458"/>
                  </a:lnTo>
                  <a:cubicBezTo>
                    <a:pt x="69648" y="165720"/>
                    <a:pt x="68801" y="162875"/>
                    <a:pt x="68242" y="159966"/>
                  </a:cubicBezTo>
                  <a:cubicBezTo>
                    <a:pt x="67616" y="157069"/>
                    <a:pt x="66814" y="154211"/>
                    <a:pt x="65839" y="151410"/>
                  </a:cubicBezTo>
                  <a:cubicBezTo>
                    <a:pt x="55593" y="146846"/>
                    <a:pt x="50281" y="144438"/>
                    <a:pt x="49775" y="144121"/>
                  </a:cubicBezTo>
                  <a:cubicBezTo>
                    <a:pt x="46964" y="145066"/>
                    <a:pt x="44285" y="146365"/>
                    <a:pt x="41806" y="147987"/>
                  </a:cubicBezTo>
                  <a:cubicBezTo>
                    <a:pt x="39421" y="149540"/>
                    <a:pt x="36950" y="150960"/>
                    <a:pt x="34406" y="152234"/>
                  </a:cubicBezTo>
                  <a:cubicBezTo>
                    <a:pt x="27706" y="146669"/>
                    <a:pt x="21369" y="140673"/>
                    <a:pt x="15432" y="134298"/>
                  </a:cubicBezTo>
                  <a:cubicBezTo>
                    <a:pt x="17728" y="128961"/>
                    <a:pt x="20435" y="123812"/>
                    <a:pt x="23528" y="118897"/>
                  </a:cubicBezTo>
                  <a:cubicBezTo>
                    <a:pt x="23528" y="117946"/>
                    <a:pt x="22010" y="115158"/>
                    <a:pt x="19859" y="110468"/>
                  </a:cubicBezTo>
                  <a:cubicBezTo>
                    <a:pt x="18544" y="107492"/>
                    <a:pt x="17609" y="104362"/>
                    <a:pt x="17076" y="101151"/>
                  </a:cubicBezTo>
                  <a:cubicBezTo>
                    <a:pt x="14130" y="100704"/>
                    <a:pt x="11214" y="100069"/>
                    <a:pt x="8348" y="99250"/>
                  </a:cubicBezTo>
                  <a:cubicBezTo>
                    <a:pt x="4364" y="98109"/>
                    <a:pt x="1581" y="97348"/>
                    <a:pt x="0" y="97031"/>
                  </a:cubicBezTo>
                  <a:lnTo>
                    <a:pt x="0" y="70476"/>
                  </a:lnTo>
                  <a:cubicBezTo>
                    <a:pt x="1391" y="70476"/>
                    <a:pt x="4048" y="69399"/>
                    <a:pt x="8032" y="68195"/>
                  </a:cubicBezTo>
                  <a:cubicBezTo>
                    <a:pt x="10716" y="67350"/>
                    <a:pt x="13466" y="66735"/>
                    <a:pt x="16254" y="66357"/>
                  </a:cubicBezTo>
                  <a:cubicBezTo>
                    <a:pt x="17013" y="64899"/>
                    <a:pt x="18278" y="62047"/>
                    <a:pt x="20112" y="57737"/>
                  </a:cubicBezTo>
                  <a:cubicBezTo>
                    <a:pt x="21259" y="54821"/>
                    <a:pt x="22677" y="52020"/>
                    <a:pt x="24350" y="49371"/>
                  </a:cubicBezTo>
                  <a:cubicBezTo>
                    <a:pt x="21800" y="44225"/>
                    <a:pt x="18816" y="39306"/>
                    <a:pt x="15432" y="34668"/>
                  </a:cubicBezTo>
                  <a:cubicBezTo>
                    <a:pt x="21361" y="27825"/>
                    <a:pt x="27697" y="21349"/>
                    <a:pt x="34406" y="15274"/>
                  </a:cubicBezTo>
                  <a:cubicBezTo>
                    <a:pt x="39784" y="17789"/>
                    <a:pt x="44927" y="20779"/>
                    <a:pt x="49775" y="24210"/>
                  </a:cubicBezTo>
                  <a:cubicBezTo>
                    <a:pt x="55176" y="21532"/>
                    <a:pt x="60833" y="19409"/>
                    <a:pt x="66661" y="17873"/>
                  </a:cubicBezTo>
                  <a:cubicBezTo>
                    <a:pt x="66661" y="16859"/>
                    <a:pt x="67800" y="13816"/>
                    <a:pt x="69128" y="8810"/>
                  </a:cubicBezTo>
                  <a:cubicBezTo>
                    <a:pt x="70077" y="5197"/>
                    <a:pt x="70899" y="2472"/>
                    <a:pt x="71594" y="0"/>
                  </a:cubicBezTo>
                  <a:lnTo>
                    <a:pt x="97462" y="0"/>
                  </a:lnTo>
                  <a:cubicBezTo>
                    <a:pt x="98411" y="2345"/>
                    <a:pt x="100055" y="7986"/>
                    <a:pt x="102395" y="17049"/>
                  </a:cubicBezTo>
                  <a:cubicBezTo>
                    <a:pt x="103407" y="17492"/>
                    <a:pt x="106190" y="18633"/>
                    <a:pt x="110744" y="20344"/>
                  </a:cubicBezTo>
                  <a:cubicBezTo>
                    <a:pt x="113531" y="21303"/>
                    <a:pt x="116170" y="22647"/>
                    <a:pt x="118586" y="24337"/>
                  </a:cubicBezTo>
                  <a:cubicBezTo>
                    <a:pt x="121382" y="23458"/>
                    <a:pt x="124025" y="22154"/>
                    <a:pt x="126429" y="20471"/>
                  </a:cubicBezTo>
                  <a:cubicBezTo>
                    <a:pt x="128845" y="18894"/>
                    <a:pt x="131356" y="17476"/>
                    <a:pt x="133955" y="16225"/>
                  </a:cubicBezTo>
                  <a:cubicBezTo>
                    <a:pt x="137623" y="18656"/>
                    <a:pt x="140944" y="21578"/>
                    <a:pt x="143821" y="24907"/>
                  </a:cubicBezTo>
                  <a:cubicBezTo>
                    <a:pt x="146845" y="28112"/>
                    <a:pt x="150032" y="31158"/>
                    <a:pt x="153372" y="34034"/>
                  </a:cubicBezTo>
                  <a:cubicBezTo>
                    <a:pt x="149495" y="41217"/>
                    <a:pt x="146522" y="46350"/>
                    <a:pt x="144454" y="49435"/>
                  </a:cubicBezTo>
                  <a:cubicBezTo>
                    <a:pt x="146212" y="55490"/>
                    <a:pt x="148325" y="61437"/>
                    <a:pt x="150778" y="67244"/>
                  </a:cubicBezTo>
                  <a:cubicBezTo>
                    <a:pt x="153719" y="67554"/>
                    <a:pt x="156629" y="68170"/>
                    <a:pt x="159443" y="69082"/>
                  </a:cubicBezTo>
                  <a:cubicBezTo>
                    <a:pt x="163447" y="70265"/>
                    <a:pt x="166229" y="71026"/>
                    <a:pt x="167792" y="71363"/>
                  </a:cubicBezTo>
                  <a:close/>
                  <a:moveTo>
                    <a:pt x="130666" y="109390"/>
                  </a:moveTo>
                  <a:cubicBezTo>
                    <a:pt x="135644" y="100274"/>
                    <a:pt x="137845" y="89895"/>
                    <a:pt x="136991" y="79539"/>
                  </a:cubicBezTo>
                  <a:cubicBezTo>
                    <a:pt x="136207" y="70357"/>
                    <a:pt x="132874" y="61577"/>
                    <a:pt x="127377" y="54188"/>
                  </a:cubicBezTo>
                  <a:cubicBezTo>
                    <a:pt x="122042" y="46867"/>
                    <a:pt x="114921" y="41041"/>
                    <a:pt x="106696" y="37266"/>
                  </a:cubicBezTo>
                  <a:cubicBezTo>
                    <a:pt x="81822" y="24506"/>
                    <a:pt x="51335" y="34370"/>
                    <a:pt x="38602" y="59296"/>
                  </a:cubicBezTo>
                  <a:cubicBezTo>
                    <a:pt x="36148" y="64099"/>
                    <a:pt x="34475" y="69264"/>
                    <a:pt x="33647" y="74596"/>
                  </a:cubicBezTo>
                  <a:cubicBezTo>
                    <a:pt x="31736" y="85279"/>
                    <a:pt x="32966" y="96289"/>
                    <a:pt x="37189" y="106285"/>
                  </a:cubicBezTo>
                  <a:cubicBezTo>
                    <a:pt x="41386" y="116567"/>
                    <a:pt x="49007" y="125077"/>
                    <a:pt x="58756" y="130368"/>
                  </a:cubicBezTo>
                  <a:cubicBezTo>
                    <a:pt x="71495" y="137422"/>
                    <a:pt x="86626" y="138709"/>
                    <a:pt x="100371" y="133917"/>
                  </a:cubicBezTo>
                  <a:cubicBezTo>
                    <a:pt x="113368" y="130191"/>
                    <a:pt x="124297" y="121341"/>
                    <a:pt x="130666" y="109390"/>
                  </a:cubicBezTo>
                  <a:close/>
                </a:path>
              </a:pathLst>
            </a:custGeom>
            <a:grpFill/>
            <a:ln w="6271" cap="flat">
              <a:noFill/>
              <a:prstDash val="solid"/>
              <a:miter/>
            </a:ln>
          </p:spPr>
          <p:txBody>
            <a:bodyPr rtlCol="0" anchor="ctr"/>
            <a:lstStyle/>
            <a:p>
              <a:endParaRPr lang="en-US"/>
            </a:p>
          </p:txBody>
        </p:sp>
      </p:grpSp>
      <p:cxnSp>
        <p:nvCxnSpPr>
          <p:cNvPr id="203" name="Straight Connector 202">
            <a:extLst>
              <a:ext uri="{FF2B5EF4-FFF2-40B4-BE49-F238E27FC236}">
                <a16:creationId xmlns:a16="http://schemas.microsoft.com/office/drawing/2014/main" id="{E86AFDE4-7F35-FDAF-0F02-36C9C1B479D6}"/>
              </a:ext>
            </a:extLst>
          </p:cNvPr>
          <p:cNvCxnSpPr>
            <a:cxnSpLocks/>
          </p:cNvCxnSpPr>
          <p:nvPr/>
        </p:nvCxnSpPr>
        <p:spPr bwMode="gray">
          <a:xfrm>
            <a:off x="1363824" y="3363146"/>
            <a:ext cx="2943339" cy="0"/>
          </a:xfrm>
          <a:prstGeom prst="line">
            <a:avLst/>
          </a:prstGeom>
          <a:ln w="25400">
            <a:solidFill>
              <a:schemeClr val="accent5"/>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577E606A-2117-8B9A-15D9-6ED69CABBDAA}"/>
              </a:ext>
            </a:extLst>
          </p:cNvPr>
          <p:cNvCxnSpPr>
            <a:cxnSpLocks/>
          </p:cNvCxnSpPr>
          <p:nvPr/>
        </p:nvCxnSpPr>
        <p:spPr bwMode="gray">
          <a:xfrm flipV="1">
            <a:off x="4307163" y="3363146"/>
            <a:ext cx="0" cy="409773"/>
          </a:xfrm>
          <a:prstGeom prst="line">
            <a:avLst/>
          </a:prstGeom>
          <a:ln w="25400">
            <a:solidFill>
              <a:schemeClr val="accent5"/>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C0F6476C-0FE8-9539-20AE-CD5C71906072}"/>
              </a:ext>
            </a:extLst>
          </p:cNvPr>
          <p:cNvCxnSpPr>
            <a:cxnSpLocks/>
          </p:cNvCxnSpPr>
          <p:nvPr/>
        </p:nvCxnSpPr>
        <p:spPr bwMode="gray">
          <a:xfrm flipV="1">
            <a:off x="7245127" y="3363146"/>
            <a:ext cx="0" cy="409773"/>
          </a:xfrm>
          <a:prstGeom prst="line">
            <a:avLst/>
          </a:prstGeom>
          <a:ln w="25400">
            <a:solidFill>
              <a:schemeClr val="accent5"/>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E0E4AF42-0D14-09BB-4216-98AE607C0BCD}"/>
              </a:ext>
            </a:extLst>
          </p:cNvPr>
          <p:cNvCxnSpPr>
            <a:cxnSpLocks/>
          </p:cNvCxnSpPr>
          <p:nvPr/>
        </p:nvCxnSpPr>
        <p:spPr bwMode="gray">
          <a:xfrm flipV="1">
            <a:off x="1363824" y="3363146"/>
            <a:ext cx="0" cy="409773"/>
          </a:xfrm>
          <a:prstGeom prst="line">
            <a:avLst/>
          </a:prstGeom>
          <a:ln w="25400">
            <a:solidFill>
              <a:schemeClr val="accent5"/>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BB07C314-FD4E-CFC2-C622-52F8BF502DB8}"/>
              </a:ext>
            </a:extLst>
          </p:cNvPr>
          <p:cNvCxnSpPr>
            <a:cxnSpLocks/>
          </p:cNvCxnSpPr>
          <p:nvPr/>
        </p:nvCxnSpPr>
        <p:spPr bwMode="gray">
          <a:xfrm>
            <a:off x="4307163" y="3363146"/>
            <a:ext cx="2943339" cy="0"/>
          </a:xfrm>
          <a:prstGeom prst="line">
            <a:avLst/>
          </a:prstGeom>
          <a:ln w="25400">
            <a:solidFill>
              <a:schemeClr val="accent5"/>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D318BD9E-10A1-EEAB-879E-FC497B17B8F6}"/>
              </a:ext>
            </a:extLst>
          </p:cNvPr>
          <p:cNvCxnSpPr>
            <a:cxnSpLocks/>
          </p:cNvCxnSpPr>
          <p:nvPr/>
        </p:nvCxnSpPr>
        <p:spPr bwMode="gray">
          <a:xfrm flipV="1">
            <a:off x="4307163" y="4895481"/>
            <a:ext cx="0" cy="286094"/>
          </a:xfrm>
          <a:prstGeom prst="line">
            <a:avLst/>
          </a:prstGeom>
          <a:ln w="25400">
            <a:solidFill>
              <a:schemeClr val="accent5"/>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347C3040-BDAD-92FA-ECA9-5D4B5E242EC9}"/>
              </a:ext>
            </a:extLst>
          </p:cNvPr>
          <p:cNvCxnSpPr>
            <a:cxnSpLocks/>
          </p:cNvCxnSpPr>
          <p:nvPr/>
        </p:nvCxnSpPr>
        <p:spPr bwMode="gray">
          <a:xfrm flipV="1">
            <a:off x="7245127" y="4895481"/>
            <a:ext cx="0" cy="286094"/>
          </a:xfrm>
          <a:prstGeom prst="line">
            <a:avLst/>
          </a:prstGeom>
          <a:ln w="25400">
            <a:solidFill>
              <a:schemeClr val="accent5"/>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5C5D80DA-A707-FF4F-D3E4-267CCCD4955B}"/>
              </a:ext>
            </a:extLst>
          </p:cNvPr>
          <p:cNvCxnSpPr>
            <a:cxnSpLocks/>
          </p:cNvCxnSpPr>
          <p:nvPr/>
        </p:nvCxnSpPr>
        <p:spPr bwMode="gray">
          <a:xfrm flipV="1">
            <a:off x="1363824" y="4895481"/>
            <a:ext cx="0" cy="286094"/>
          </a:xfrm>
          <a:prstGeom prst="line">
            <a:avLst/>
          </a:prstGeom>
          <a:ln w="25400">
            <a:solidFill>
              <a:schemeClr val="accent5"/>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5BBA7FE6-957E-7889-3617-F1F62A531550}"/>
              </a:ext>
            </a:extLst>
          </p:cNvPr>
          <p:cNvCxnSpPr>
            <a:cxnSpLocks/>
          </p:cNvCxnSpPr>
          <p:nvPr/>
        </p:nvCxnSpPr>
        <p:spPr bwMode="gray">
          <a:xfrm flipV="1">
            <a:off x="4307163" y="2622775"/>
            <a:ext cx="0" cy="740371"/>
          </a:xfrm>
          <a:prstGeom prst="line">
            <a:avLst/>
          </a:prstGeom>
          <a:ln w="25400">
            <a:solidFill>
              <a:schemeClr val="accent5"/>
            </a:solidFill>
            <a:prstDash val="sysDot"/>
            <a:miter lim="800000"/>
            <a:tailEnd type="none"/>
          </a:ln>
        </p:spPr>
        <p:style>
          <a:lnRef idx="1">
            <a:schemeClr val="accent1"/>
          </a:lnRef>
          <a:fillRef idx="0">
            <a:schemeClr val="accent1"/>
          </a:fillRef>
          <a:effectRef idx="0">
            <a:schemeClr val="accent1"/>
          </a:effectRef>
          <a:fontRef idx="minor">
            <a:schemeClr val="tx1"/>
          </a:fontRef>
        </p:style>
      </p:cxnSp>
      <p:grpSp>
        <p:nvGrpSpPr>
          <p:cNvPr id="98" name="Group 97" descr="Automation">
            <a:extLst>
              <a:ext uri="{FF2B5EF4-FFF2-40B4-BE49-F238E27FC236}">
                <a16:creationId xmlns:a16="http://schemas.microsoft.com/office/drawing/2014/main" id="{03961E1F-0352-B2BE-649C-2C4C0459FD2E}"/>
              </a:ext>
            </a:extLst>
          </p:cNvPr>
          <p:cNvGrpSpPr/>
          <p:nvPr/>
        </p:nvGrpSpPr>
        <p:grpSpPr>
          <a:xfrm>
            <a:off x="1449604" y="3484571"/>
            <a:ext cx="288318" cy="288348"/>
            <a:chOff x="531730" y="723307"/>
            <a:chExt cx="600773" cy="600837"/>
          </a:xfrm>
          <a:solidFill>
            <a:schemeClr val="accent5"/>
          </a:solidFill>
        </p:grpSpPr>
        <p:sp>
          <p:nvSpPr>
            <p:cNvPr id="99" name="Picture Placeholder 74">
              <a:extLst>
                <a:ext uri="{FF2B5EF4-FFF2-40B4-BE49-F238E27FC236}">
                  <a16:creationId xmlns:a16="http://schemas.microsoft.com/office/drawing/2014/main" id="{D2B6B14C-9D66-0FEF-6BDF-14851E8AE69D}"/>
                </a:ext>
              </a:extLst>
            </p:cNvPr>
            <p:cNvSpPr/>
            <p:nvPr/>
          </p:nvSpPr>
          <p:spPr>
            <a:xfrm>
              <a:off x="658159" y="849799"/>
              <a:ext cx="347853" cy="347853"/>
            </a:xfrm>
            <a:custGeom>
              <a:avLst/>
              <a:gdLst>
                <a:gd name="connsiteX0" fmla="*/ 173927 w 347853"/>
                <a:gd name="connsiteY0" fmla="*/ 347853 h 347853"/>
                <a:gd name="connsiteX1" fmla="*/ 166021 w 347853"/>
                <a:gd name="connsiteY1" fmla="*/ 339947 h 347853"/>
                <a:gd name="connsiteX2" fmla="*/ 173927 w 347853"/>
                <a:gd name="connsiteY2" fmla="*/ 332042 h 347853"/>
                <a:gd name="connsiteX3" fmla="*/ 332042 w 347853"/>
                <a:gd name="connsiteY3" fmla="*/ 173927 h 347853"/>
                <a:gd name="connsiteX4" fmla="*/ 173927 w 347853"/>
                <a:gd name="connsiteY4" fmla="*/ 15812 h 347853"/>
                <a:gd name="connsiteX5" fmla="*/ 15812 w 347853"/>
                <a:gd name="connsiteY5" fmla="*/ 173927 h 347853"/>
                <a:gd name="connsiteX6" fmla="*/ 7906 w 347853"/>
                <a:gd name="connsiteY6" fmla="*/ 181832 h 347853"/>
                <a:gd name="connsiteX7" fmla="*/ 0 w 347853"/>
                <a:gd name="connsiteY7" fmla="*/ 173927 h 347853"/>
                <a:gd name="connsiteX8" fmla="*/ 173927 w 347853"/>
                <a:gd name="connsiteY8" fmla="*/ 0 h 347853"/>
                <a:gd name="connsiteX9" fmla="*/ 347853 w 347853"/>
                <a:gd name="connsiteY9" fmla="*/ 173927 h 347853"/>
                <a:gd name="connsiteX10" fmla="*/ 173927 w 347853"/>
                <a:gd name="connsiteY10" fmla="*/ 347853 h 34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853" h="347853">
                  <a:moveTo>
                    <a:pt x="173927" y="347853"/>
                  </a:moveTo>
                  <a:cubicBezTo>
                    <a:pt x="169560" y="347853"/>
                    <a:pt x="166021" y="344314"/>
                    <a:pt x="166021" y="339947"/>
                  </a:cubicBezTo>
                  <a:cubicBezTo>
                    <a:pt x="166021" y="335581"/>
                    <a:pt x="169560" y="332042"/>
                    <a:pt x="173927" y="332042"/>
                  </a:cubicBezTo>
                  <a:cubicBezTo>
                    <a:pt x="261251" y="332042"/>
                    <a:pt x="332042" y="261251"/>
                    <a:pt x="332042" y="173927"/>
                  </a:cubicBezTo>
                  <a:cubicBezTo>
                    <a:pt x="332042" y="86602"/>
                    <a:pt x="261251" y="15812"/>
                    <a:pt x="173927" y="15812"/>
                  </a:cubicBezTo>
                  <a:cubicBezTo>
                    <a:pt x="86602" y="15812"/>
                    <a:pt x="15812" y="86602"/>
                    <a:pt x="15812" y="173927"/>
                  </a:cubicBezTo>
                  <a:cubicBezTo>
                    <a:pt x="15812" y="178293"/>
                    <a:pt x="12272" y="181832"/>
                    <a:pt x="7906" y="181832"/>
                  </a:cubicBezTo>
                  <a:cubicBezTo>
                    <a:pt x="3539" y="181832"/>
                    <a:pt x="0" y="178293"/>
                    <a:pt x="0" y="173927"/>
                  </a:cubicBezTo>
                  <a:cubicBezTo>
                    <a:pt x="0" y="77870"/>
                    <a:pt x="77870" y="0"/>
                    <a:pt x="173927" y="0"/>
                  </a:cubicBezTo>
                  <a:cubicBezTo>
                    <a:pt x="269983" y="0"/>
                    <a:pt x="347853" y="77870"/>
                    <a:pt x="347853" y="173927"/>
                  </a:cubicBezTo>
                  <a:cubicBezTo>
                    <a:pt x="347853" y="269983"/>
                    <a:pt x="269983" y="347853"/>
                    <a:pt x="173927" y="347853"/>
                  </a:cubicBezTo>
                  <a:close/>
                </a:path>
              </a:pathLst>
            </a:custGeom>
            <a:grpFill/>
            <a:ln w="6271" cap="flat">
              <a:noFill/>
              <a:prstDash val="solid"/>
              <a:miter/>
            </a:ln>
          </p:spPr>
          <p:txBody>
            <a:bodyPr rtlCol="0" anchor="ctr"/>
            <a:lstStyle/>
            <a:p>
              <a:endParaRPr lang="en-US"/>
            </a:p>
          </p:txBody>
        </p:sp>
        <p:sp>
          <p:nvSpPr>
            <p:cNvPr id="100" name="Picture Placeholder 74">
              <a:extLst>
                <a:ext uri="{FF2B5EF4-FFF2-40B4-BE49-F238E27FC236}">
                  <a16:creationId xmlns:a16="http://schemas.microsoft.com/office/drawing/2014/main" id="{875B0297-34D1-F4B8-C023-F5715AA9EEC3}"/>
                </a:ext>
              </a:extLst>
            </p:cNvPr>
            <p:cNvSpPr/>
            <p:nvPr/>
          </p:nvSpPr>
          <p:spPr>
            <a:xfrm>
              <a:off x="531730" y="723307"/>
              <a:ext cx="600773" cy="600837"/>
            </a:xfrm>
            <a:custGeom>
              <a:avLst/>
              <a:gdLst>
                <a:gd name="connsiteX0" fmla="*/ 348928 w 600773"/>
                <a:gd name="connsiteY0" fmla="*/ 600837 h 600837"/>
                <a:gd name="connsiteX1" fmla="*/ 248873 w 600773"/>
                <a:gd name="connsiteY1" fmla="*/ 600837 h 600837"/>
                <a:gd name="connsiteX2" fmla="*/ 246723 w 600773"/>
                <a:gd name="connsiteY2" fmla="*/ 596347 h 600837"/>
                <a:gd name="connsiteX3" fmla="*/ 237109 w 600773"/>
                <a:gd name="connsiteY3" fmla="*/ 565293 h 600837"/>
                <a:gd name="connsiteX4" fmla="*/ 230342 w 600773"/>
                <a:gd name="connsiteY4" fmla="*/ 539615 h 600837"/>
                <a:gd name="connsiteX5" fmla="*/ 179745 w 600773"/>
                <a:gd name="connsiteY5" fmla="*/ 517036 h 600837"/>
                <a:gd name="connsiteX6" fmla="*/ 156913 w 600773"/>
                <a:gd name="connsiteY6" fmla="*/ 528673 h 600837"/>
                <a:gd name="connsiteX7" fmla="*/ 130160 w 600773"/>
                <a:gd name="connsiteY7" fmla="*/ 543852 h 600837"/>
                <a:gd name="connsiteX8" fmla="*/ 126239 w 600773"/>
                <a:gd name="connsiteY8" fmla="*/ 545560 h 600837"/>
                <a:gd name="connsiteX9" fmla="*/ 122444 w 600773"/>
                <a:gd name="connsiteY9" fmla="*/ 543410 h 600837"/>
                <a:gd name="connsiteX10" fmla="*/ 55720 w 600773"/>
                <a:gd name="connsiteY10" fmla="*/ 480164 h 600837"/>
                <a:gd name="connsiteX11" fmla="*/ 52557 w 600773"/>
                <a:gd name="connsiteY11" fmla="*/ 476875 h 600837"/>
                <a:gd name="connsiteX12" fmla="*/ 53759 w 600773"/>
                <a:gd name="connsiteY12" fmla="*/ 472511 h 600837"/>
                <a:gd name="connsiteX13" fmla="*/ 80955 w 600773"/>
                <a:gd name="connsiteY13" fmla="*/ 420459 h 600837"/>
                <a:gd name="connsiteX14" fmla="*/ 69760 w 600773"/>
                <a:gd name="connsiteY14" fmla="*/ 395161 h 600837"/>
                <a:gd name="connsiteX15" fmla="*/ 60526 w 600773"/>
                <a:gd name="connsiteY15" fmla="*/ 366321 h 600837"/>
                <a:gd name="connsiteX16" fmla="*/ 34912 w 600773"/>
                <a:gd name="connsiteY16" fmla="*/ 360502 h 600837"/>
                <a:gd name="connsiteX17" fmla="*/ 6325 w 600773"/>
                <a:gd name="connsiteY17" fmla="*/ 352849 h 600837"/>
                <a:gd name="connsiteX18" fmla="*/ 0 w 600773"/>
                <a:gd name="connsiteY18" fmla="*/ 351585 h 600837"/>
                <a:gd name="connsiteX19" fmla="*/ 0 w 600773"/>
                <a:gd name="connsiteY19" fmla="*/ 246153 h 600837"/>
                <a:gd name="connsiteX20" fmla="*/ 6325 w 600773"/>
                <a:gd name="connsiteY20" fmla="*/ 244699 h 600837"/>
                <a:gd name="connsiteX21" fmla="*/ 33773 w 600773"/>
                <a:gd name="connsiteY21" fmla="*/ 237109 h 600837"/>
                <a:gd name="connsiteX22" fmla="*/ 59514 w 600773"/>
                <a:gd name="connsiteY22" fmla="*/ 230785 h 600837"/>
                <a:gd name="connsiteX23" fmla="*/ 70962 w 600773"/>
                <a:gd name="connsiteY23" fmla="*/ 205170 h 600837"/>
                <a:gd name="connsiteX24" fmla="*/ 83611 w 600773"/>
                <a:gd name="connsiteY24" fmla="*/ 178860 h 600837"/>
                <a:gd name="connsiteX25" fmla="*/ 55720 w 600773"/>
                <a:gd name="connsiteY25" fmla="*/ 133892 h 600837"/>
                <a:gd name="connsiteX26" fmla="*/ 51609 w 600773"/>
                <a:gd name="connsiteY26" fmla="*/ 129275 h 600837"/>
                <a:gd name="connsiteX27" fmla="*/ 55151 w 600773"/>
                <a:gd name="connsiteY27" fmla="*/ 124152 h 600837"/>
                <a:gd name="connsiteX28" fmla="*/ 121306 w 600773"/>
                <a:gd name="connsiteY28" fmla="*/ 55656 h 600837"/>
                <a:gd name="connsiteX29" fmla="*/ 125290 w 600773"/>
                <a:gd name="connsiteY29" fmla="*/ 51798 h 600837"/>
                <a:gd name="connsiteX30" fmla="*/ 130287 w 600773"/>
                <a:gd name="connsiteY30" fmla="*/ 54265 h 600837"/>
                <a:gd name="connsiteX31" fmla="*/ 181516 w 600773"/>
                <a:gd name="connsiteY31" fmla="*/ 83295 h 600837"/>
                <a:gd name="connsiteX32" fmla="*/ 233315 w 600773"/>
                <a:gd name="connsiteY32" fmla="*/ 63056 h 600837"/>
                <a:gd name="connsiteX33" fmla="*/ 240525 w 600773"/>
                <a:gd name="connsiteY33" fmla="*/ 36430 h 600837"/>
                <a:gd name="connsiteX34" fmla="*/ 249252 w 600773"/>
                <a:gd name="connsiteY34" fmla="*/ 5566 h 600837"/>
                <a:gd name="connsiteX35" fmla="*/ 250960 w 600773"/>
                <a:gd name="connsiteY35" fmla="*/ 0 h 600837"/>
                <a:gd name="connsiteX36" fmla="*/ 352154 w 600773"/>
                <a:gd name="connsiteY36" fmla="*/ 0 h 600837"/>
                <a:gd name="connsiteX37" fmla="*/ 354178 w 600773"/>
                <a:gd name="connsiteY37" fmla="*/ 4933 h 600837"/>
                <a:gd name="connsiteX38" fmla="*/ 370748 w 600773"/>
                <a:gd name="connsiteY38" fmla="*/ 61285 h 600837"/>
                <a:gd name="connsiteX39" fmla="*/ 396046 w 600773"/>
                <a:gd name="connsiteY39" fmla="*/ 71089 h 600837"/>
                <a:gd name="connsiteX40" fmla="*/ 422104 w 600773"/>
                <a:gd name="connsiteY40" fmla="*/ 83738 h 600837"/>
                <a:gd name="connsiteX41" fmla="*/ 443860 w 600773"/>
                <a:gd name="connsiteY41" fmla="*/ 72417 h 600837"/>
                <a:gd name="connsiteX42" fmla="*/ 471309 w 600773"/>
                <a:gd name="connsiteY42" fmla="*/ 57048 h 600837"/>
                <a:gd name="connsiteX43" fmla="*/ 475041 w 600773"/>
                <a:gd name="connsiteY43" fmla="*/ 55467 h 600837"/>
                <a:gd name="connsiteX44" fmla="*/ 478519 w 600773"/>
                <a:gd name="connsiteY44" fmla="*/ 57554 h 600837"/>
                <a:gd name="connsiteX45" fmla="*/ 514633 w 600773"/>
                <a:gd name="connsiteY45" fmla="*/ 89177 h 600837"/>
                <a:gd name="connsiteX46" fmla="*/ 546951 w 600773"/>
                <a:gd name="connsiteY46" fmla="*/ 120231 h 600837"/>
                <a:gd name="connsiteX47" fmla="*/ 552138 w 600773"/>
                <a:gd name="connsiteY47" fmla="*/ 124342 h 600837"/>
                <a:gd name="connsiteX48" fmla="*/ 548975 w 600773"/>
                <a:gd name="connsiteY48" fmla="*/ 130160 h 600837"/>
                <a:gd name="connsiteX49" fmla="*/ 519629 w 600773"/>
                <a:gd name="connsiteY49" fmla="*/ 180757 h 600837"/>
                <a:gd name="connsiteX50" fmla="*/ 538603 w 600773"/>
                <a:gd name="connsiteY50" fmla="*/ 233884 h 600837"/>
                <a:gd name="connsiteX51" fmla="*/ 566052 w 600773"/>
                <a:gd name="connsiteY51" fmla="*/ 240208 h 600837"/>
                <a:gd name="connsiteX52" fmla="*/ 594449 w 600773"/>
                <a:gd name="connsiteY52" fmla="*/ 247798 h 600837"/>
                <a:gd name="connsiteX53" fmla="*/ 600774 w 600773"/>
                <a:gd name="connsiteY53" fmla="*/ 249063 h 600837"/>
                <a:gd name="connsiteX54" fmla="*/ 600774 w 600773"/>
                <a:gd name="connsiteY54" fmla="*/ 354431 h 600837"/>
                <a:gd name="connsiteX55" fmla="*/ 594449 w 600773"/>
                <a:gd name="connsiteY55" fmla="*/ 355822 h 600837"/>
                <a:gd name="connsiteX56" fmla="*/ 567000 w 600773"/>
                <a:gd name="connsiteY56" fmla="*/ 363475 h 600837"/>
                <a:gd name="connsiteX57" fmla="*/ 541070 w 600773"/>
                <a:gd name="connsiteY57" fmla="*/ 369799 h 600837"/>
                <a:gd name="connsiteX58" fmla="*/ 530318 w 600773"/>
                <a:gd name="connsiteY58" fmla="*/ 395541 h 600837"/>
                <a:gd name="connsiteX59" fmla="*/ 517669 w 600773"/>
                <a:gd name="connsiteY59" fmla="*/ 421977 h 600837"/>
                <a:gd name="connsiteX60" fmla="*/ 530318 w 600773"/>
                <a:gd name="connsiteY60" fmla="*/ 443481 h 600837"/>
                <a:gd name="connsiteX61" fmla="*/ 545434 w 600773"/>
                <a:gd name="connsiteY61" fmla="*/ 467514 h 600837"/>
                <a:gd name="connsiteX62" fmla="*/ 548975 w 600773"/>
                <a:gd name="connsiteY62" fmla="*/ 472068 h 600837"/>
                <a:gd name="connsiteX63" fmla="*/ 545687 w 600773"/>
                <a:gd name="connsiteY63" fmla="*/ 476875 h 600837"/>
                <a:gd name="connsiteX64" fmla="*/ 479911 w 600773"/>
                <a:gd name="connsiteY64" fmla="*/ 545307 h 600837"/>
                <a:gd name="connsiteX65" fmla="*/ 475989 w 600773"/>
                <a:gd name="connsiteY65" fmla="*/ 549165 h 600837"/>
                <a:gd name="connsiteX66" fmla="*/ 470993 w 600773"/>
                <a:gd name="connsiteY66" fmla="*/ 546825 h 600837"/>
                <a:gd name="connsiteX67" fmla="*/ 420396 w 600773"/>
                <a:gd name="connsiteY67" fmla="*/ 517985 h 600837"/>
                <a:gd name="connsiteX68" fmla="*/ 369357 w 600773"/>
                <a:gd name="connsiteY68" fmla="*/ 538160 h 600837"/>
                <a:gd name="connsiteX69" fmla="*/ 361261 w 600773"/>
                <a:gd name="connsiteY69" fmla="*/ 563459 h 600837"/>
                <a:gd name="connsiteX70" fmla="*/ 351142 w 600773"/>
                <a:gd name="connsiteY70" fmla="*/ 596663 h 600837"/>
                <a:gd name="connsiteX71" fmla="*/ 259056 w 600773"/>
                <a:gd name="connsiteY71" fmla="*/ 585026 h 600837"/>
                <a:gd name="connsiteX72" fmla="*/ 338809 w 600773"/>
                <a:gd name="connsiteY72" fmla="*/ 585026 h 600837"/>
                <a:gd name="connsiteX73" fmla="*/ 345766 w 600773"/>
                <a:gd name="connsiteY73" fmla="*/ 559727 h 600837"/>
                <a:gd name="connsiteX74" fmla="*/ 357403 w 600773"/>
                <a:gd name="connsiteY74" fmla="*/ 526776 h 600837"/>
                <a:gd name="connsiteX75" fmla="*/ 359301 w 600773"/>
                <a:gd name="connsiteY75" fmla="*/ 523803 h 600837"/>
                <a:gd name="connsiteX76" fmla="*/ 362779 w 600773"/>
                <a:gd name="connsiteY76" fmla="*/ 523171 h 600837"/>
                <a:gd name="connsiteX77" fmla="*/ 416791 w 600773"/>
                <a:gd name="connsiteY77" fmla="*/ 501667 h 600837"/>
                <a:gd name="connsiteX78" fmla="*/ 421092 w 600773"/>
                <a:gd name="connsiteY78" fmla="*/ 499137 h 600837"/>
                <a:gd name="connsiteX79" fmla="*/ 425203 w 600773"/>
                <a:gd name="connsiteY79" fmla="*/ 501920 h 600837"/>
                <a:gd name="connsiteX80" fmla="*/ 473143 w 600773"/>
                <a:gd name="connsiteY80" fmla="*/ 529938 h 600837"/>
                <a:gd name="connsiteX81" fmla="*/ 529559 w 600773"/>
                <a:gd name="connsiteY81" fmla="*/ 472005 h 600837"/>
                <a:gd name="connsiteX82" fmla="*/ 516910 w 600773"/>
                <a:gd name="connsiteY82" fmla="*/ 451197 h 600837"/>
                <a:gd name="connsiteX83" fmla="*/ 501920 w 600773"/>
                <a:gd name="connsiteY83" fmla="*/ 425393 h 600837"/>
                <a:gd name="connsiteX84" fmla="*/ 498631 w 600773"/>
                <a:gd name="connsiteY84" fmla="*/ 420206 h 600837"/>
                <a:gd name="connsiteX85" fmla="*/ 502869 w 600773"/>
                <a:gd name="connsiteY85" fmla="*/ 415716 h 600837"/>
                <a:gd name="connsiteX86" fmla="*/ 516340 w 600773"/>
                <a:gd name="connsiteY86" fmla="*/ 389912 h 600837"/>
                <a:gd name="connsiteX87" fmla="*/ 530128 w 600773"/>
                <a:gd name="connsiteY87" fmla="*/ 358289 h 600837"/>
                <a:gd name="connsiteX88" fmla="*/ 532089 w 600773"/>
                <a:gd name="connsiteY88" fmla="*/ 355126 h 600837"/>
                <a:gd name="connsiteX89" fmla="*/ 535820 w 600773"/>
                <a:gd name="connsiteY89" fmla="*/ 354620 h 600837"/>
                <a:gd name="connsiteX90" fmla="*/ 563395 w 600773"/>
                <a:gd name="connsiteY90" fmla="*/ 348296 h 600837"/>
                <a:gd name="connsiteX91" fmla="*/ 585531 w 600773"/>
                <a:gd name="connsiteY91" fmla="*/ 341971 h 600837"/>
                <a:gd name="connsiteX92" fmla="*/ 585531 w 600773"/>
                <a:gd name="connsiteY92" fmla="*/ 261838 h 600837"/>
                <a:gd name="connsiteX93" fmla="*/ 562130 w 600773"/>
                <a:gd name="connsiteY93" fmla="*/ 255514 h 600837"/>
                <a:gd name="connsiteX94" fmla="*/ 535757 w 600773"/>
                <a:gd name="connsiteY94" fmla="*/ 249189 h 600837"/>
                <a:gd name="connsiteX95" fmla="*/ 504134 w 600773"/>
                <a:gd name="connsiteY95" fmla="*/ 182022 h 600837"/>
                <a:gd name="connsiteX96" fmla="*/ 502806 w 600773"/>
                <a:gd name="connsiteY96" fmla="*/ 178290 h 600837"/>
                <a:gd name="connsiteX97" fmla="*/ 505019 w 600773"/>
                <a:gd name="connsiteY97" fmla="*/ 175002 h 600837"/>
                <a:gd name="connsiteX98" fmla="*/ 532721 w 600773"/>
                <a:gd name="connsiteY98" fmla="*/ 127883 h 600837"/>
                <a:gd name="connsiteX99" fmla="*/ 503881 w 600773"/>
                <a:gd name="connsiteY99" fmla="*/ 99739 h 600837"/>
                <a:gd name="connsiteX100" fmla="*/ 474472 w 600773"/>
                <a:gd name="connsiteY100" fmla="*/ 73049 h 600837"/>
                <a:gd name="connsiteX101" fmla="*/ 453031 w 600773"/>
                <a:gd name="connsiteY101" fmla="*/ 85698 h 600837"/>
                <a:gd name="connsiteX102" fmla="*/ 422547 w 600773"/>
                <a:gd name="connsiteY102" fmla="*/ 99992 h 600837"/>
                <a:gd name="connsiteX103" fmla="*/ 418752 w 600773"/>
                <a:gd name="connsiteY103" fmla="*/ 101004 h 600837"/>
                <a:gd name="connsiteX104" fmla="*/ 416222 w 600773"/>
                <a:gd name="connsiteY104" fmla="*/ 98601 h 600837"/>
                <a:gd name="connsiteX105" fmla="*/ 390924 w 600773"/>
                <a:gd name="connsiteY105" fmla="*/ 85951 h 600837"/>
                <a:gd name="connsiteX106" fmla="*/ 361261 w 600773"/>
                <a:gd name="connsiteY106" fmla="*/ 74314 h 600837"/>
                <a:gd name="connsiteX107" fmla="*/ 357846 w 600773"/>
                <a:gd name="connsiteY107" fmla="*/ 72733 h 600837"/>
                <a:gd name="connsiteX108" fmla="*/ 356454 w 600773"/>
                <a:gd name="connsiteY108" fmla="*/ 69065 h 600837"/>
                <a:gd name="connsiteX109" fmla="*/ 341339 w 600773"/>
                <a:gd name="connsiteY109" fmla="*/ 15812 h 600837"/>
                <a:gd name="connsiteX110" fmla="*/ 262597 w 600773"/>
                <a:gd name="connsiteY110" fmla="*/ 15812 h 600837"/>
                <a:gd name="connsiteX111" fmla="*/ 255767 w 600773"/>
                <a:gd name="connsiteY111" fmla="*/ 40477 h 600837"/>
                <a:gd name="connsiteX112" fmla="*/ 247039 w 600773"/>
                <a:gd name="connsiteY112" fmla="*/ 72100 h 600837"/>
                <a:gd name="connsiteX113" fmla="*/ 245395 w 600773"/>
                <a:gd name="connsiteY113" fmla="*/ 77413 h 600837"/>
                <a:gd name="connsiteX114" fmla="*/ 239892 w 600773"/>
                <a:gd name="connsiteY114" fmla="*/ 77413 h 600837"/>
                <a:gd name="connsiteX115" fmla="*/ 183603 w 600773"/>
                <a:gd name="connsiteY115" fmla="*/ 99233 h 600837"/>
                <a:gd name="connsiteX116" fmla="*/ 179429 w 600773"/>
                <a:gd name="connsiteY116" fmla="*/ 101067 h 600837"/>
                <a:gd name="connsiteX117" fmla="*/ 175887 w 600773"/>
                <a:gd name="connsiteY117" fmla="*/ 98664 h 600837"/>
                <a:gd name="connsiteX118" fmla="*/ 128453 w 600773"/>
                <a:gd name="connsiteY118" fmla="*/ 70899 h 600837"/>
                <a:gd name="connsiteX119" fmla="*/ 71847 w 600773"/>
                <a:gd name="connsiteY119" fmla="*/ 128642 h 600837"/>
                <a:gd name="connsiteX120" fmla="*/ 99992 w 600773"/>
                <a:gd name="connsiteY120" fmla="*/ 175950 h 600837"/>
                <a:gd name="connsiteX121" fmla="*/ 102269 w 600773"/>
                <a:gd name="connsiteY121" fmla="*/ 180188 h 600837"/>
                <a:gd name="connsiteX122" fmla="*/ 99549 w 600773"/>
                <a:gd name="connsiteY122" fmla="*/ 184172 h 600837"/>
                <a:gd name="connsiteX123" fmla="*/ 85572 w 600773"/>
                <a:gd name="connsiteY123" fmla="*/ 211684 h 600837"/>
                <a:gd name="connsiteX124" fmla="*/ 71658 w 600773"/>
                <a:gd name="connsiteY124" fmla="*/ 242232 h 600837"/>
                <a:gd name="connsiteX125" fmla="*/ 69760 w 600773"/>
                <a:gd name="connsiteY125" fmla="*/ 245711 h 600837"/>
                <a:gd name="connsiteX126" fmla="*/ 65839 w 600773"/>
                <a:gd name="connsiteY126" fmla="*/ 246217 h 600837"/>
                <a:gd name="connsiteX127" fmla="*/ 38264 w 600773"/>
                <a:gd name="connsiteY127" fmla="*/ 252541 h 600837"/>
                <a:gd name="connsiteX128" fmla="*/ 16064 w 600773"/>
                <a:gd name="connsiteY128" fmla="*/ 258866 h 600837"/>
                <a:gd name="connsiteX129" fmla="*/ 16064 w 600773"/>
                <a:gd name="connsiteY129" fmla="*/ 338999 h 600837"/>
                <a:gd name="connsiteX130" fmla="*/ 39529 w 600773"/>
                <a:gd name="connsiteY130" fmla="*/ 345323 h 600837"/>
                <a:gd name="connsiteX131" fmla="*/ 68622 w 600773"/>
                <a:gd name="connsiteY131" fmla="*/ 351648 h 600837"/>
                <a:gd name="connsiteX132" fmla="*/ 74567 w 600773"/>
                <a:gd name="connsiteY132" fmla="*/ 352407 h 600837"/>
                <a:gd name="connsiteX133" fmla="*/ 75452 w 600773"/>
                <a:gd name="connsiteY133" fmla="*/ 358352 h 600837"/>
                <a:gd name="connsiteX134" fmla="*/ 84750 w 600773"/>
                <a:gd name="connsiteY134" fmla="*/ 388583 h 600837"/>
                <a:gd name="connsiteX135" fmla="*/ 97399 w 600773"/>
                <a:gd name="connsiteY135" fmla="*/ 418625 h 600837"/>
                <a:gd name="connsiteX136" fmla="*/ 98537 w 600773"/>
                <a:gd name="connsiteY136" fmla="*/ 421977 h 600837"/>
                <a:gd name="connsiteX137" fmla="*/ 96766 w 600773"/>
                <a:gd name="connsiteY137" fmla="*/ 425076 h 600837"/>
                <a:gd name="connsiteX138" fmla="*/ 70836 w 600773"/>
                <a:gd name="connsiteY138" fmla="*/ 472637 h 600837"/>
                <a:gd name="connsiteX139" fmla="*/ 127757 w 600773"/>
                <a:gd name="connsiteY139" fmla="*/ 527345 h 600837"/>
                <a:gd name="connsiteX140" fmla="*/ 148628 w 600773"/>
                <a:gd name="connsiteY140" fmla="*/ 515139 h 600837"/>
                <a:gd name="connsiteX141" fmla="*/ 178354 w 600773"/>
                <a:gd name="connsiteY141" fmla="*/ 500845 h 600837"/>
                <a:gd name="connsiteX142" fmla="*/ 181959 w 600773"/>
                <a:gd name="connsiteY142" fmla="*/ 499770 h 600837"/>
                <a:gd name="connsiteX143" fmla="*/ 185058 w 600773"/>
                <a:gd name="connsiteY143" fmla="*/ 501857 h 600837"/>
                <a:gd name="connsiteX144" fmla="*/ 240019 w 600773"/>
                <a:gd name="connsiteY144" fmla="*/ 526460 h 600837"/>
                <a:gd name="connsiteX145" fmla="*/ 243054 w 600773"/>
                <a:gd name="connsiteY145" fmla="*/ 527788 h 600837"/>
                <a:gd name="connsiteX146" fmla="*/ 244193 w 600773"/>
                <a:gd name="connsiteY146" fmla="*/ 530887 h 600837"/>
                <a:gd name="connsiteX147" fmla="*/ 252731 w 600773"/>
                <a:gd name="connsiteY147" fmla="*/ 561688 h 600837"/>
                <a:gd name="connsiteX148" fmla="*/ 259056 w 600773"/>
                <a:gd name="connsiteY148" fmla="*/ 585026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600773" h="600837">
                  <a:moveTo>
                    <a:pt x="348928" y="600837"/>
                  </a:moveTo>
                  <a:lnTo>
                    <a:pt x="248873" y="600837"/>
                  </a:lnTo>
                  <a:lnTo>
                    <a:pt x="246723" y="596347"/>
                  </a:lnTo>
                  <a:cubicBezTo>
                    <a:pt x="242433" y="586360"/>
                    <a:pt x="239211" y="575956"/>
                    <a:pt x="237109" y="565293"/>
                  </a:cubicBezTo>
                  <a:cubicBezTo>
                    <a:pt x="234453" y="553909"/>
                    <a:pt x="232176" y="545244"/>
                    <a:pt x="230342" y="539615"/>
                  </a:cubicBezTo>
                  <a:cubicBezTo>
                    <a:pt x="197454" y="525132"/>
                    <a:pt x="184931" y="519439"/>
                    <a:pt x="179745" y="517036"/>
                  </a:cubicBezTo>
                  <a:cubicBezTo>
                    <a:pt x="171774" y="520163"/>
                    <a:pt x="164127" y="524061"/>
                    <a:pt x="156913" y="528673"/>
                  </a:cubicBezTo>
                  <a:cubicBezTo>
                    <a:pt x="148304" y="534259"/>
                    <a:pt x="139371" y="539328"/>
                    <a:pt x="130160" y="543852"/>
                  </a:cubicBezTo>
                  <a:lnTo>
                    <a:pt x="126239" y="545560"/>
                  </a:lnTo>
                  <a:lnTo>
                    <a:pt x="122444" y="543410"/>
                  </a:lnTo>
                  <a:cubicBezTo>
                    <a:pt x="113969" y="537718"/>
                    <a:pt x="92213" y="517099"/>
                    <a:pt x="55720" y="480164"/>
                  </a:cubicBezTo>
                  <a:lnTo>
                    <a:pt x="52557" y="476875"/>
                  </a:lnTo>
                  <a:lnTo>
                    <a:pt x="53759" y="472511"/>
                  </a:lnTo>
                  <a:cubicBezTo>
                    <a:pt x="54898" y="468337"/>
                    <a:pt x="59009" y="458407"/>
                    <a:pt x="80955" y="420459"/>
                  </a:cubicBezTo>
                  <a:cubicBezTo>
                    <a:pt x="79374" y="416601"/>
                    <a:pt x="76148" y="409138"/>
                    <a:pt x="69760" y="395161"/>
                  </a:cubicBezTo>
                  <a:cubicBezTo>
                    <a:pt x="65687" y="385895"/>
                    <a:pt x="62593" y="376230"/>
                    <a:pt x="60526" y="366321"/>
                  </a:cubicBezTo>
                  <a:cubicBezTo>
                    <a:pt x="53190" y="365056"/>
                    <a:pt x="44588" y="363095"/>
                    <a:pt x="34912" y="360502"/>
                  </a:cubicBezTo>
                  <a:cubicBezTo>
                    <a:pt x="21061" y="356454"/>
                    <a:pt x="11511" y="354178"/>
                    <a:pt x="6325" y="352849"/>
                  </a:cubicBezTo>
                  <a:lnTo>
                    <a:pt x="0" y="351585"/>
                  </a:lnTo>
                  <a:lnTo>
                    <a:pt x="0" y="246153"/>
                  </a:lnTo>
                  <a:lnTo>
                    <a:pt x="6325" y="244699"/>
                  </a:lnTo>
                  <a:cubicBezTo>
                    <a:pt x="10752" y="243687"/>
                    <a:pt x="19733" y="241220"/>
                    <a:pt x="33773" y="237109"/>
                  </a:cubicBezTo>
                  <a:cubicBezTo>
                    <a:pt x="42224" y="234503"/>
                    <a:pt x="50819" y="232391"/>
                    <a:pt x="59514" y="230785"/>
                  </a:cubicBezTo>
                  <a:cubicBezTo>
                    <a:pt x="62171" y="225535"/>
                    <a:pt x="65839" y="216934"/>
                    <a:pt x="70962" y="205170"/>
                  </a:cubicBezTo>
                  <a:cubicBezTo>
                    <a:pt x="74537" y="196106"/>
                    <a:pt x="78765" y="187313"/>
                    <a:pt x="83611" y="178860"/>
                  </a:cubicBezTo>
                  <a:cubicBezTo>
                    <a:pt x="67800" y="150020"/>
                    <a:pt x="59704" y="138635"/>
                    <a:pt x="55720" y="133892"/>
                  </a:cubicBezTo>
                  <a:lnTo>
                    <a:pt x="51609" y="129275"/>
                  </a:lnTo>
                  <a:lnTo>
                    <a:pt x="55151" y="124152"/>
                  </a:lnTo>
                  <a:cubicBezTo>
                    <a:pt x="60969" y="115803"/>
                    <a:pt x="82599" y="93351"/>
                    <a:pt x="121306" y="55656"/>
                  </a:cubicBezTo>
                  <a:lnTo>
                    <a:pt x="125290" y="51798"/>
                  </a:lnTo>
                  <a:lnTo>
                    <a:pt x="130287" y="54265"/>
                  </a:lnTo>
                  <a:cubicBezTo>
                    <a:pt x="148100" y="62579"/>
                    <a:pt x="165230" y="72286"/>
                    <a:pt x="181516" y="83295"/>
                  </a:cubicBezTo>
                  <a:cubicBezTo>
                    <a:pt x="198335" y="75456"/>
                    <a:pt x="215637" y="68697"/>
                    <a:pt x="233315" y="63056"/>
                  </a:cubicBezTo>
                  <a:cubicBezTo>
                    <a:pt x="234516" y="58692"/>
                    <a:pt x="236730" y="50787"/>
                    <a:pt x="240525" y="36430"/>
                  </a:cubicBezTo>
                  <a:cubicBezTo>
                    <a:pt x="243813" y="23780"/>
                    <a:pt x="246849" y="13535"/>
                    <a:pt x="249252" y="5566"/>
                  </a:cubicBezTo>
                  <a:lnTo>
                    <a:pt x="250960" y="0"/>
                  </a:lnTo>
                  <a:lnTo>
                    <a:pt x="352154" y="0"/>
                  </a:lnTo>
                  <a:lnTo>
                    <a:pt x="354178" y="4933"/>
                  </a:lnTo>
                  <a:cubicBezTo>
                    <a:pt x="357466" y="13155"/>
                    <a:pt x="362906" y="31560"/>
                    <a:pt x="370748" y="61285"/>
                  </a:cubicBezTo>
                  <a:cubicBezTo>
                    <a:pt x="374733" y="62930"/>
                    <a:pt x="382196" y="65902"/>
                    <a:pt x="396046" y="71089"/>
                  </a:cubicBezTo>
                  <a:cubicBezTo>
                    <a:pt x="405168" y="74339"/>
                    <a:pt x="413907" y="78581"/>
                    <a:pt x="422104" y="83738"/>
                  </a:cubicBezTo>
                  <a:cubicBezTo>
                    <a:pt x="429774" y="80828"/>
                    <a:pt x="437076" y="77029"/>
                    <a:pt x="443860" y="72417"/>
                  </a:cubicBezTo>
                  <a:cubicBezTo>
                    <a:pt x="452652" y="66680"/>
                    <a:pt x="461823" y="61545"/>
                    <a:pt x="471309" y="57048"/>
                  </a:cubicBezTo>
                  <a:lnTo>
                    <a:pt x="475041" y="55467"/>
                  </a:lnTo>
                  <a:lnTo>
                    <a:pt x="478519" y="57554"/>
                  </a:lnTo>
                  <a:cubicBezTo>
                    <a:pt x="491900" y="66456"/>
                    <a:pt x="504043" y="77089"/>
                    <a:pt x="514633" y="89177"/>
                  </a:cubicBezTo>
                  <a:cubicBezTo>
                    <a:pt x="524848" y="100093"/>
                    <a:pt x="535636" y="110459"/>
                    <a:pt x="546951" y="120231"/>
                  </a:cubicBezTo>
                  <a:lnTo>
                    <a:pt x="552138" y="124342"/>
                  </a:lnTo>
                  <a:lnTo>
                    <a:pt x="548975" y="130160"/>
                  </a:lnTo>
                  <a:cubicBezTo>
                    <a:pt x="536326" y="153055"/>
                    <a:pt x="526966" y="169752"/>
                    <a:pt x="519629" y="180757"/>
                  </a:cubicBezTo>
                  <a:cubicBezTo>
                    <a:pt x="531140" y="213835"/>
                    <a:pt x="536326" y="228002"/>
                    <a:pt x="538603" y="233884"/>
                  </a:cubicBezTo>
                  <a:cubicBezTo>
                    <a:pt x="547898" y="235304"/>
                    <a:pt x="557071" y="237418"/>
                    <a:pt x="566052" y="240208"/>
                  </a:cubicBezTo>
                  <a:cubicBezTo>
                    <a:pt x="579713" y="244193"/>
                    <a:pt x="589326" y="246533"/>
                    <a:pt x="594449" y="247798"/>
                  </a:cubicBezTo>
                  <a:lnTo>
                    <a:pt x="600774" y="249063"/>
                  </a:lnTo>
                  <a:lnTo>
                    <a:pt x="600774" y="354431"/>
                  </a:lnTo>
                  <a:lnTo>
                    <a:pt x="594449" y="355822"/>
                  </a:lnTo>
                  <a:cubicBezTo>
                    <a:pt x="591224" y="356581"/>
                    <a:pt x="583824" y="358542"/>
                    <a:pt x="567000" y="363475"/>
                  </a:cubicBezTo>
                  <a:cubicBezTo>
                    <a:pt x="558481" y="366068"/>
                    <a:pt x="549825" y="368180"/>
                    <a:pt x="541070" y="369799"/>
                  </a:cubicBezTo>
                  <a:cubicBezTo>
                    <a:pt x="537042" y="378188"/>
                    <a:pt x="533453" y="386780"/>
                    <a:pt x="530318" y="395541"/>
                  </a:cubicBezTo>
                  <a:cubicBezTo>
                    <a:pt x="527320" y="404886"/>
                    <a:pt x="523064" y="413779"/>
                    <a:pt x="517669" y="421977"/>
                  </a:cubicBezTo>
                  <a:cubicBezTo>
                    <a:pt x="520388" y="426594"/>
                    <a:pt x="524562" y="433804"/>
                    <a:pt x="530318" y="443481"/>
                  </a:cubicBezTo>
                  <a:cubicBezTo>
                    <a:pt x="534778" y="451841"/>
                    <a:pt x="539829" y="459873"/>
                    <a:pt x="545434" y="467514"/>
                  </a:cubicBezTo>
                  <a:lnTo>
                    <a:pt x="548975" y="472068"/>
                  </a:lnTo>
                  <a:lnTo>
                    <a:pt x="545687" y="476875"/>
                  </a:lnTo>
                  <a:cubicBezTo>
                    <a:pt x="539868" y="485223"/>
                    <a:pt x="518364" y="507612"/>
                    <a:pt x="479911" y="545307"/>
                  </a:cubicBezTo>
                  <a:lnTo>
                    <a:pt x="475989" y="549165"/>
                  </a:lnTo>
                  <a:lnTo>
                    <a:pt x="470993" y="546825"/>
                  </a:lnTo>
                  <a:cubicBezTo>
                    <a:pt x="453461" y="538432"/>
                    <a:pt x="436552" y="528794"/>
                    <a:pt x="420396" y="517985"/>
                  </a:cubicBezTo>
                  <a:cubicBezTo>
                    <a:pt x="404480" y="527209"/>
                    <a:pt x="387278" y="534009"/>
                    <a:pt x="369357" y="538160"/>
                  </a:cubicBezTo>
                  <a:cubicBezTo>
                    <a:pt x="365738" y="546270"/>
                    <a:pt x="363024" y="554756"/>
                    <a:pt x="361261" y="563459"/>
                  </a:cubicBezTo>
                  <a:cubicBezTo>
                    <a:pt x="359082" y="574856"/>
                    <a:pt x="355690" y="585987"/>
                    <a:pt x="351142" y="596663"/>
                  </a:cubicBezTo>
                  <a:close/>
                  <a:moveTo>
                    <a:pt x="259056" y="585026"/>
                  </a:moveTo>
                  <a:lnTo>
                    <a:pt x="338809" y="585026"/>
                  </a:lnTo>
                  <a:cubicBezTo>
                    <a:pt x="341634" y="576740"/>
                    <a:pt x="343957" y="568291"/>
                    <a:pt x="345766" y="559727"/>
                  </a:cubicBezTo>
                  <a:cubicBezTo>
                    <a:pt x="347926" y="548210"/>
                    <a:pt x="351851" y="537095"/>
                    <a:pt x="357403" y="526776"/>
                  </a:cubicBezTo>
                  <a:lnTo>
                    <a:pt x="359301" y="523803"/>
                  </a:lnTo>
                  <a:lnTo>
                    <a:pt x="362779" y="523171"/>
                  </a:lnTo>
                  <a:cubicBezTo>
                    <a:pt x="381877" y="519133"/>
                    <a:pt x="400144" y="511861"/>
                    <a:pt x="416791" y="501667"/>
                  </a:cubicBezTo>
                  <a:lnTo>
                    <a:pt x="421092" y="499137"/>
                  </a:lnTo>
                  <a:lnTo>
                    <a:pt x="425203" y="501920"/>
                  </a:lnTo>
                  <a:cubicBezTo>
                    <a:pt x="440490" y="512398"/>
                    <a:pt x="456512" y="521761"/>
                    <a:pt x="473143" y="529938"/>
                  </a:cubicBezTo>
                  <a:cubicBezTo>
                    <a:pt x="507612" y="496038"/>
                    <a:pt x="523044" y="479721"/>
                    <a:pt x="529559" y="472005"/>
                  </a:cubicBezTo>
                  <a:cubicBezTo>
                    <a:pt x="525638" y="466376"/>
                    <a:pt x="521274" y="459356"/>
                    <a:pt x="516910" y="451197"/>
                  </a:cubicBezTo>
                  <a:cubicBezTo>
                    <a:pt x="506853" y="433615"/>
                    <a:pt x="503185" y="427480"/>
                    <a:pt x="501920" y="425393"/>
                  </a:cubicBezTo>
                  <a:lnTo>
                    <a:pt x="498631" y="420206"/>
                  </a:lnTo>
                  <a:lnTo>
                    <a:pt x="502869" y="415716"/>
                  </a:lnTo>
                  <a:cubicBezTo>
                    <a:pt x="509006" y="408080"/>
                    <a:pt x="513583" y="399312"/>
                    <a:pt x="516340" y="389912"/>
                  </a:cubicBezTo>
                  <a:cubicBezTo>
                    <a:pt x="520091" y="379022"/>
                    <a:pt x="524702" y="368448"/>
                    <a:pt x="530128" y="358289"/>
                  </a:cubicBezTo>
                  <a:lnTo>
                    <a:pt x="532089" y="355126"/>
                  </a:lnTo>
                  <a:lnTo>
                    <a:pt x="535820" y="354620"/>
                  </a:lnTo>
                  <a:cubicBezTo>
                    <a:pt x="545145" y="353140"/>
                    <a:pt x="554358" y="351027"/>
                    <a:pt x="563395" y="348296"/>
                  </a:cubicBezTo>
                  <a:cubicBezTo>
                    <a:pt x="572756" y="345513"/>
                    <a:pt x="580219" y="343426"/>
                    <a:pt x="585531" y="341971"/>
                  </a:cubicBezTo>
                  <a:lnTo>
                    <a:pt x="585531" y="261838"/>
                  </a:lnTo>
                  <a:cubicBezTo>
                    <a:pt x="579839" y="260447"/>
                    <a:pt x="572123" y="258297"/>
                    <a:pt x="562130" y="255514"/>
                  </a:cubicBezTo>
                  <a:cubicBezTo>
                    <a:pt x="553523" y="252704"/>
                    <a:pt x="544703" y="250590"/>
                    <a:pt x="535757" y="249189"/>
                  </a:cubicBezTo>
                  <a:cubicBezTo>
                    <a:pt x="527978" y="251087"/>
                    <a:pt x="527851" y="250897"/>
                    <a:pt x="504134" y="182022"/>
                  </a:cubicBezTo>
                  <a:lnTo>
                    <a:pt x="502806" y="178290"/>
                  </a:lnTo>
                  <a:lnTo>
                    <a:pt x="505019" y="175002"/>
                  </a:lnTo>
                  <a:cubicBezTo>
                    <a:pt x="511344" y="165325"/>
                    <a:pt x="520957" y="149703"/>
                    <a:pt x="532721" y="127883"/>
                  </a:cubicBezTo>
                  <a:cubicBezTo>
                    <a:pt x="525764" y="121559"/>
                    <a:pt x="516214" y="112451"/>
                    <a:pt x="503881" y="99739"/>
                  </a:cubicBezTo>
                  <a:cubicBezTo>
                    <a:pt x="495063" y="89814"/>
                    <a:pt x="485203" y="80866"/>
                    <a:pt x="474472" y="73049"/>
                  </a:cubicBezTo>
                  <a:cubicBezTo>
                    <a:pt x="469538" y="75516"/>
                    <a:pt x="462328" y="79690"/>
                    <a:pt x="453031" y="85698"/>
                  </a:cubicBezTo>
                  <a:cubicBezTo>
                    <a:pt x="443673" y="92016"/>
                    <a:pt x="433388" y="96838"/>
                    <a:pt x="422547" y="99992"/>
                  </a:cubicBezTo>
                  <a:lnTo>
                    <a:pt x="418752" y="101004"/>
                  </a:lnTo>
                  <a:lnTo>
                    <a:pt x="416222" y="98601"/>
                  </a:lnTo>
                  <a:cubicBezTo>
                    <a:pt x="408397" y="93265"/>
                    <a:pt x="399887" y="89010"/>
                    <a:pt x="390924" y="85951"/>
                  </a:cubicBezTo>
                  <a:cubicBezTo>
                    <a:pt x="374733" y="79627"/>
                    <a:pt x="365056" y="76022"/>
                    <a:pt x="361261" y="74314"/>
                  </a:cubicBezTo>
                  <a:lnTo>
                    <a:pt x="357846" y="72733"/>
                  </a:lnTo>
                  <a:lnTo>
                    <a:pt x="356454" y="69065"/>
                  </a:lnTo>
                  <a:cubicBezTo>
                    <a:pt x="349750" y="43450"/>
                    <a:pt x="344691" y="25551"/>
                    <a:pt x="341339" y="15812"/>
                  </a:cubicBezTo>
                  <a:lnTo>
                    <a:pt x="262597" y="15812"/>
                  </a:lnTo>
                  <a:cubicBezTo>
                    <a:pt x="260574" y="22642"/>
                    <a:pt x="258233" y="30927"/>
                    <a:pt x="255767" y="40477"/>
                  </a:cubicBezTo>
                  <a:cubicBezTo>
                    <a:pt x="252605" y="52368"/>
                    <a:pt x="248494" y="67483"/>
                    <a:pt x="247039" y="72100"/>
                  </a:cubicBezTo>
                  <a:lnTo>
                    <a:pt x="245395" y="77413"/>
                  </a:lnTo>
                  <a:lnTo>
                    <a:pt x="239892" y="77413"/>
                  </a:lnTo>
                  <a:cubicBezTo>
                    <a:pt x="238184" y="77413"/>
                    <a:pt x="229077" y="79374"/>
                    <a:pt x="183603" y="99233"/>
                  </a:cubicBezTo>
                  <a:lnTo>
                    <a:pt x="179429" y="101067"/>
                  </a:lnTo>
                  <a:lnTo>
                    <a:pt x="175887" y="98664"/>
                  </a:lnTo>
                  <a:cubicBezTo>
                    <a:pt x="160909" y="88053"/>
                    <a:pt x="145038" y="78763"/>
                    <a:pt x="128453" y="70899"/>
                  </a:cubicBezTo>
                  <a:cubicBezTo>
                    <a:pt x="94047" y="104546"/>
                    <a:pt x="78552" y="120863"/>
                    <a:pt x="71847" y="128642"/>
                  </a:cubicBezTo>
                  <a:cubicBezTo>
                    <a:pt x="82260" y="143775"/>
                    <a:pt x="91662" y="159579"/>
                    <a:pt x="99992" y="175950"/>
                  </a:cubicBezTo>
                  <a:lnTo>
                    <a:pt x="102269" y="180188"/>
                  </a:lnTo>
                  <a:lnTo>
                    <a:pt x="99549" y="184172"/>
                  </a:lnTo>
                  <a:cubicBezTo>
                    <a:pt x="93979" y="192851"/>
                    <a:pt x="89296" y="202068"/>
                    <a:pt x="85572" y="211684"/>
                  </a:cubicBezTo>
                  <a:cubicBezTo>
                    <a:pt x="79247" y="227116"/>
                    <a:pt x="74504" y="236983"/>
                    <a:pt x="71658" y="242232"/>
                  </a:cubicBezTo>
                  <a:lnTo>
                    <a:pt x="69760" y="245711"/>
                  </a:lnTo>
                  <a:lnTo>
                    <a:pt x="65839" y="246217"/>
                  </a:lnTo>
                  <a:cubicBezTo>
                    <a:pt x="56507" y="247659"/>
                    <a:pt x="47292" y="249773"/>
                    <a:pt x="38264" y="252541"/>
                  </a:cubicBezTo>
                  <a:cubicBezTo>
                    <a:pt x="28650" y="255324"/>
                    <a:pt x="21314" y="257411"/>
                    <a:pt x="16064" y="258866"/>
                  </a:cubicBezTo>
                  <a:lnTo>
                    <a:pt x="16064" y="338999"/>
                  </a:lnTo>
                  <a:cubicBezTo>
                    <a:pt x="21820" y="340390"/>
                    <a:pt x="29536" y="342540"/>
                    <a:pt x="39529" y="345323"/>
                  </a:cubicBezTo>
                  <a:cubicBezTo>
                    <a:pt x="49083" y="348043"/>
                    <a:pt x="58800" y="350156"/>
                    <a:pt x="68622" y="351648"/>
                  </a:cubicBezTo>
                  <a:lnTo>
                    <a:pt x="74567" y="352407"/>
                  </a:lnTo>
                  <a:lnTo>
                    <a:pt x="75452" y="358352"/>
                  </a:lnTo>
                  <a:cubicBezTo>
                    <a:pt x="77200" y="368796"/>
                    <a:pt x="80327" y="378962"/>
                    <a:pt x="84750" y="388583"/>
                  </a:cubicBezTo>
                  <a:cubicBezTo>
                    <a:pt x="94679" y="410593"/>
                    <a:pt x="96893" y="416222"/>
                    <a:pt x="97399" y="418625"/>
                  </a:cubicBezTo>
                  <a:lnTo>
                    <a:pt x="98537" y="421977"/>
                  </a:lnTo>
                  <a:lnTo>
                    <a:pt x="96766" y="425076"/>
                  </a:lnTo>
                  <a:cubicBezTo>
                    <a:pt x="80259" y="453411"/>
                    <a:pt x="73555" y="466566"/>
                    <a:pt x="70836" y="472637"/>
                  </a:cubicBezTo>
                  <a:cubicBezTo>
                    <a:pt x="104672" y="506980"/>
                    <a:pt x="120420" y="521527"/>
                    <a:pt x="127757" y="527345"/>
                  </a:cubicBezTo>
                  <a:cubicBezTo>
                    <a:pt x="132627" y="524815"/>
                    <a:pt x="139584" y="521021"/>
                    <a:pt x="148628" y="515139"/>
                  </a:cubicBezTo>
                  <a:cubicBezTo>
                    <a:pt x="157902" y="509154"/>
                    <a:pt x="167888" y="504351"/>
                    <a:pt x="178354" y="500845"/>
                  </a:cubicBezTo>
                  <a:lnTo>
                    <a:pt x="181959" y="499770"/>
                  </a:lnTo>
                  <a:lnTo>
                    <a:pt x="185058" y="501857"/>
                  </a:lnTo>
                  <a:cubicBezTo>
                    <a:pt x="186196" y="502489"/>
                    <a:pt x="195240" y="506727"/>
                    <a:pt x="240019" y="526460"/>
                  </a:cubicBezTo>
                  <a:lnTo>
                    <a:pt x="243054" y="527788"/>
                  </a:lnTo>
                  <a:lnTo>
                    <a:pt x="244193" y="530887"/>
                  </a:lnTo>
                  <a:cubicBezTo>
                    <a:pt x="247661" y="540971"/>
                    <a:pt x="250512" y="551258"/>
                    <a:pt x="252731" y="561688"/>
                  </a:cubicBezTo>
                  <a:cubicBezTo>
                    <a:pt x="254324" y="569600"/>
                    <a:pt x="256437" y="577392"/>
                    <a:pt x="259056" y="585026"/>
                  </a:cubicBezTo>
                  <a:close/>
                </a:path>
              </a:pathLst>
            </a:custGeom>
            <a:grpFill/>
            <a:ln w="6271" cap="flat">
              <a:noFill/>
              <a:prstDash val="solid"/>
              <a:miter/>
            </a:ln>
          </p:spPr>
          <p:txBody>
            <a:bodyPr rtlCol="0" anchor="ctr"/>
            <a:lstStyle/>
            <a:p>
              <a:endParaRPr lang="en-US"/>
            </a:p>
          </p:txBody>
        </p:sp>
      </p:grpSp>
      <p:sp>
        <p:nvSpPr>
          <p:cNvPr id="238" name="TextBox 237">
            <a:extLst>
              <a:ext uri="{FF2B5EF4-FFF2-40B4-BE49-F238E27FC236}">
                <a16:creationId xmlns:a16="http://schemas.microsoft.com/office/drawing/2014/main" id="{E3921506-E05B-8D59-13AA-811D5A022D66}"/>
              </a:ext>
            </a:extLst>
          </p:cNvPr>
          <p:cNvSpPr txBox="1"/>
          <p:nvPr/>
        </p:nvSpPr>
        <p:spPr>
          <a:xfrm>
            <a:off x="645284" y="2691241"/>
            <a:ext cx="1437080" cy="184666"/>
          </a:xfrm>
          <a:prstGeom prst="rect">
            <a:avLst/>
          </a:prstGeom>
          <a:ln>
            <a:noFill/>
          </a:ln>
        </p:spPr>
        <p:txBody>
          <a:bodyPr wrap="square" lIns="0" tIns="0" rIns="0" bIns="0" rtlCol="0">
            <a:spAutoFit/>
          </a:bodyPr>
          <a:lstStyle/>
          <a:p>
            <a:pPr algn="ctr">
              <a:spcAft>
                <a:spcPts val="600"/>
              </a:spcAft>
            </a:pPr>
            <a:r>
              <a:rPr lang="en-US" sz="1200" dirty="0"/>
              <a:t>Upgraded cluster</a:t>
            </a:r>
          </a:p>
        </p:txBody>
      </p:sp>
      <p:grpSp>
        <p:nvGrpSpPr>
          <p:cNvPr id="239" name="Group 238">
            <a:extLst>
              <a:ext uri="{FF2B5EF4-FFF2-40B4-BE49-F238E27FC236}">
                <a16:creationId xmlns:a16="http://schemas.microsoft.com/office/drawing/2014/main" id="{65A9CD0A-9135-E32B-F05D-B49213EC5B84}"/>
              </a:ext>
            </a:extLst>
          </p:cNvPr>
          <p:cNvGrpSpPr/>
          <p:nvPr/>
        </p:nvGrpSpPr>
        <p:grpSpPr>
          <a:xfrm>
            <a:off x="844451" y="2210903"/>
            <a:ext cx="1038747" cy="488060"/>
            <a:chOff x="994877" y="4808921"/>
            <a:chExt cx="1038747" cy="488060"/>
          </a:xfrm>
        </p:grpSpPr>
        <p:grpSp>
          <p:nvGrpSpPr>
            <p:cNvPr id="240" name="Group 239">
              <a:extLst>
                <a:ext uri="{FF2B5EF4-FFF2-40B4-BE49-F238E27FC236}">
                  <a16:creationId xmlns:a16="http://schemas.microsoft.com/office/drawing/2014/main" id="{B1F79576-055C-6725-3D83-F7786530BF7B}"/>
                </a:ext>
              </a:extLst>
            </p:cNvPr>
            <p:cNvGrpSpPr/>
            <p:nvPr/>
          </p:nvGrpSpPr>
          <p:grpSpPr>
            <a:xfrm>
              <a:off x="994877" y="5126775"/>
              <a:ext cx="1038747" cy="170206"/>
              <a:chOff x="1171761" y="5660610"/>
              <a:chExt cx="1464074" cy="239898"/>
            </a:xfrm>
          </p:grpSpPr>
          <p:cxnSp>
            <p:nvCxnSpPr>
              <p:cNvPr id="246" name="Straight Connector 245">
                <a:extLst>
                  <a:ext uri="{FF2B5EF4-FFF2-40B4-BE49-F238E27FC236}">
                    <a16:creationId xmlns:a16="http://schemas.microsoft.com/office/drawing/2014/main" id="{71E987C8-4891-5673-C9EC-6AF6102BA643}"/>
                  </a:ext>
                </a:extLst>
              </p:cNvPr>
              <p:cNvCxnSpPr>
                <a:cxnSpLocks/>
              </p:cNvCxnSpPr>
              <p:nvPr/>
            </p:nvCxnSpPr>
            <p:spPr bwMode="gray">
              <a:xfrm>
                <a:off x="1177953" y="5660610"/>
                <a:ext cx="0" cy="124130"/>
              </a:xfrm>
              <a:prstGeom prst="line">
                <a:avLst/>
              </a:prstGeom>
              <a:solidFill>
                <a:schemeClr val="accent1"/>
              </a:solidFill>
              <a:ln w="15875">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D8CE6385-B955-689B-DD8A-56A92B7DB122}"/>
                  </a:ext>
                </a:extLst>
              </p:cNvPr>
              <p:cNvCxnSpPr>
                <a:cxnSpLocks/>
              </p:cNvCxnSpPr>
              <p:nvPr/>
            </p:nvCxnSpPr>
            <p:spPr bwMode="gray">
              <a:xfrm>
                <a:off x="2236960" y="5784739"/>
                <a:ext cx="398873" cy="0"/>
              </a:xfrm>
              <a:prstGeom prst="line">
                <a:avLst/>
              </a:prstGeom>
              <a:solidFill>
                <a:schemeClr val="accent1"/>
              </a:solidFill>
              <a:ln w="15875">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C203D814-477B-636E-673A-85B873453F44}"/>
                  </a:ext>
                </a:extLst>
              </p:cNvPr>
              <p:cNvCxnSpPr>
                <a:cxnSpLocks/>
              </p:cNvCxnSpPr>
              <p:nvPr/>
            </p:nvCxnSpPr>
            <p:spPr bwMode="gray">
              <a:xfrm>
                <a:off x="2635835" y="5660610"/>
                <a:ext cx="0" cy="124129"/>
              </a:xfrm>
              <a:prstGeom prst="line">
                <a:avLst/>
              </a:prstGeom>
              <a:solidFill>
                <a:schemeClr val="accent1"/>
              </a:solidFill>
              <a:ln w="15875">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0DA60D5F-C037-4E9A-53FD-A7F5B8D906AD}"/>
                  </a:ext>
                </a:extLst>
              </p:cNvPr>
              <p:cNvCxnSpPr>
                <a:cxnSpLocks/>
              </p:cNvCxnSpPr>
              <p:nvPr/>
            </p:nvCxnSpPr>
            <p:spPr bwMode="gray">
              <a:xfrm>
                <a:off x="1171761" y="5784739"/>
                <a:ext cx="410724" cy="0"/>
              </a:xfrm>
              <a:prstGeom prst="line">
                <a:avLst/>
              </a:prstGeom>
              <a:solidFill>
                <a:schemeClr val="accent1"/>
              </a:solidFill>
              <a:ln w="15875">
                <a:solidFill>
                  <a:schemeClr val="bg1">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50" name="TextBox 249">
                <a:extLst>
                  <a:ext uri="{FF2B5EF4-FFF2-40B4-BE49-F238E27FC236}">
                    <a16:creationId xmlns:a16="http://schemas.microsoft.com/office/drawing/2014/main" id="{BC87A251-7176-813A-83CA-D4B68BF85E75}"/>
                  </a:ext>
                </a:extLst>
              </p:cNvPr>
              <p:cNvSpPr txBox="1"/>
              <p:nvPr/>
            </p:nvSpPr>
            <p:spPr>
              <a:xfrm>
                <a:off x="1398838" y="5661919"/>
                <a:ext cx="1014048" cy="238589"/>
              </a:xfrm>
              <a:prstGeom prst="rect">
                <a:avLst/>
              </a:prstGeom>
            </p:spPr>
            <p:txBody>
              <a:bodyPr wrap="square" lIns="0" tIns="0" rIns="0" bIns="0" rtlCol="0">
                <a:spAutoFit/>
              </a:bodyPr>
              <a:lstStyle/>
              <a:p>
                <a:pPr algn="ctr">
                  <a:spcAft>
                    <a:spcPts val="600"/>
                  </a:spcAft>
                </a:pPr>
                <a:r>
                  <a:rPr lang="en-US" sz="1100" dirty="0">
                    <a:solidFill>
                      <a:schemeClr val="bg1">
                        <a:lumMod val="50000"/>
                      </a:schemeClr>
                    </a:solidFill>
                  </a:rPr>
                  <a:t>vSAN</a:t>
                </a:r>
              </a:p>
            </p:txBody>
          </p:sp>
        </p:grpSp>
        <p:grpSp>
          <p:nvGrpSpPr>
            <p:cNvPr id="241" name="Group 240">
              <a:extLst>
                <a:ext uri="{FF2B5EF4-FFF2-40B4-BE49-F238E27FC236}">
                  <a16:creationId xmlns:a16="http://schemas.microsoft.com/office/drawing/2014/main" id="{EFFE38DD-0E94-D3D3-704C-D734FDED3F8A}"/>
                </a:ext>
              </a:extLst>
            </p:cNvPr>
            <p:cNvGrpSpPr/>
            <p:nvPr/>
          </p:nvGrpSpPr>
          <p:grpSpPr>
            <a:xfrm>
              <a:off x="994877" y="4808921"/>
              <a:ext cx="1038747" cy="265467"/>
              <a:chOff x="1133691" y="3977355"/>
              <a:chExt cx="1038747" cy="265467"/>
            </a:xfrm>
          </p:grpSpPr>
          <p:sp>
            <p:nvSpPr>
              <p:cNvPr id="242" name="Rectangle 241">
                <a:extLst>
                  <a:ext uri="{FF2B5EF4-FFF2-40B4-BE49-F238E27FC236}">
                    <a16:creationId xmlns:a16="http://schemas.microsoft.com/office/drawing/2014/main" id="{B4BB9134-CA6B-8E6E-7867-08C312B142BC}"/>
                  </a:ext>
                </a:extLst>
              </p:cNvPr>
              <p:cNvSpPr/>
              <p:nvPr/>
            </p:nvSpPr>
            <p:spPr>
              <a:xfrm>
                <a:off x="1133691" y="3977355"/>
                <a:ext cx="497923" cy="113067"/>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43" name="Rectangle 242">
                <a:extLst>
                  <a:ext uri="{FF2B5EF4-FFF2-40B4-BE49-F238E27FC236}">
                    <a16:creationId xmlns:a16="http://schemas.microsoft.com/office/drawing/2014/main" id="{938B924A-FEF5-572F-DD32-87B661AF6F75}"/>
                  </a:ext>
                </a:extLst>
              </p:cNvPr>
              <p:cNvSpPr/>
              <p:nvPr/>
            </p:nvSpPr>
            <p:spPr>
              <a:xfrm>
                <a:off x="1674515" y="3977355"/>
                <a:ext cx="497923" cy="113067"/>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44" name="Rectangle 243">
                <a:extLst>
                  <a:ext uri="{FF2B5EF4-FFF2-40B4-BE49-F238E27FC236}">
                    <a16:creationId xmlns:a16="http://schemas.microsoft.com/office/drawing/2014/main" id="{1734CAB5-9D98-C3B1-EEE1-D944CBB0A2D6}"/>
                  </a:ext>
                </a:extLst>
              </p:cNvPr>
              <p:cNvSpPr/>
              <p:nvPr/>
            </p:nvSpPr>
            <p:spPr>
              <a:xfrm>
                <a:off x="1133691" y="4129755"/>
                <a:ext cx="497923" cy="113067"/>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45" name="Rectangle 244">
                <a:extLst>
                  <a:ext uri="{FF2B5EF4-FFF2-40B4-BE49-F238E27FC236}">
                    <a16:creationId xmlns:a16="http://schemas.microsoft.com/office/drawing/2014/main" id="{F91F9F26-D45C-88D7-DA7D-5E5B442EA18B}"/>
                  </a:ext>
                </a:extLst>
              </p:cNvPr>
              <p:cNvSpPr/>
              <p:nvPr/>
            </p:nvSpPr>
            <p:spPr>
              <a:xfrm>
                <a:off x="1674515" y="4129755"/>
                <a:ext cx="497923" cy="113067"/>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sp>
        <p:nvSpPr>
          <p:cNvPr id="251" name="TextBox 250">
            <a:extLst>
              <a:ext uri="{FF2B5EF4-FFF2-40B4-BE49-F238E27FC236}">
                <a16:creationId xmlns:a16="http://schemas.microsoft.com/office/drawing/2014/main" id="{98CD85DB-F6BD-CACD-2570-2915733C98A2}"/>
              </a:ext>
            </a:extLst>
          </p:cNvPr>
          <p:cNvSpPr txBox="1"/>
          <p:nvPr/>
        </p:nvSpPr>
        <p:spPr>
          <a:xfrm>
            <a:off x="4504889" y="2696116"/>
            <a:ext cx="3359818" cy="553998"/>
          </a:xfrm>
          <a:prstGeom prst="rect">
            <a:avLst/>
          </a:prstGeom>
          <a:noFill/>
        </p:spPr>
        <p:txBody>
          <a:bodyPr wrap="square" lIns="0" tIns="0" rIns="0" bIns="0" rtlCol="0">
            <a:spAutoFit/>
          </a:bodyPr>
          <a:lstStyle/>
          <a:p>
            <a:pPr marL="228600" indent="-228600">
              <a:buFont typeface="+mj-lt"/>
              <a:buAutoNum type="arabicPeriod"/>
            </a:pPr>
            <a:r>
              <a:rPr lang="en-US" sz="1200" dirty="0">
                <a:solidFill>
                  <a:schemeClr val="tx2"/>
                </a:solidFill>
              </a:rPr>
              <a:t>Continually checks each cluster</a:t>
            </a:r>
          </a:p>
          <a:p>
            <a:pPr marL="228600" indent="-228600">
              <a:buFont typeface="+mj-lt"/>
              <a:buAutoNum type="arabicPeriod"/>
            </a:pPr>
            <a:r>
              <a:rPr lang="en-US" sz="1200" dirty="0">
                <a:solidFill>
                  <a:schemeClr val="tx2"/>
                </a:solidFill>
              </a:rPr>
              <a:t>Determines best resilience</a:t>
            </a:r>
          </a:p>
          <a:p>
            <a:pPr marL="228600" indent="-228600">
              <a:buFont typeface="+mj-lt"/>
              <a:buAutoNum type="arabicPeriod"/>
            </a:pPr>
            <a:r>
              <a:rPr lang="en-US" sz="1200" dirty="0">
                <a:solidFill>
                  <a:schemeClr val="tx2"/>
                </a:solidFill>
              </a:rPr>
              <a:t>Enforces resilience settings across datastore</a:t>
            </a:r>
          </a:p>
        </p:txBody>
      </p:sp>
      <p:grpSp>
        <p:nvGrpSpPr>
          <p:cNvPr id="22" name="Group 21" descr="Automation">
            <a:extLst>
              <a:ext uri="{FF2B5EF4-FFF2-40B4-BE49-F238E27FC236}">
                <a16:creationId xmlns:a16="http://schemas.microsoft.com/office/drawing/2014/main" id="{6BA1CF9B-D1BE-F440-A652-C0E3EC1C4A35}"/>
              </a:ext>
            </a:extLst>
          </p:cNvPr>
          <p:cNvGrpSpPr/>
          <p:nvPr/>
        </p:nvGrpSpPr>
        <p:grpSpPr>
          <a:xfrm>
            <a:off x="4392943" y="3484571"/>
            <a:ext cx="288318" cy="288348"/>
            <a:chOff x="531730" y="723307"/>
            <a:chExt cx="600773" cy="600837"/>
          </a:xfrm>
          <a:solidFill>
            <a:schemeClr val="accent5"/>
          </a:solidFill>
        </p:grpSpPr>
        <p:sp>
          <p:nvSpPr>
            <p:cNvPr id="35" name="Picture Placeholder 74">
              <a:extLst>
                <a:ext uri="{FF2B5EF4-FFF2-40B4-BE49-F238E27FC236}">
                  <a16:creationId xmlns:a16="http://schemas.microsoft.com/office/drawing/2014/main" id="{BF47EC4A-CF50-C929-5BB8-E7CF638513FA}"/>
                </a:ext>
              </a:extLst>
            </p:cNvPr>
            <p:cNvSpPr/>
            <p:nvPr/>
          </p:nvSpPr>
          <p:spPr>
            <a:xfrm>
              <a:off x="658159" y="849799"/>
              <a:ext cx="347853" cy="347853"/>
            </a:xfrm>
            <a:custGeom>
              <a:avLst/>
              <a:gdLst>
                <a:gd name="connsiteX0" fmla="*/ 173927 w 347853"/>
                <a:gd name="connsiteY0" fmla="*/ 347853 h 347853"/>
                <a:gd name="connsiteX1" fmla="*/ 166021 w 347853"/>
                <a:gd name="connsiteY1" fmla="*/ 339947 h 347853"/>
                <a:gd name="connsiteX2" fmla="*/ 173927 w 347853"/>
                <a:gd name="connsiteY2" fmla="*/ 332042 h 347853"/>
                <a:gd name="connsiteX3" fmla="*/ 332042 w 347853"/>
                <a:gd name="connsiteY3" fmla="*/ 173927 h 347853"/>
                <a:gd name="connsiteX4" fmla="*/ 173927 w 347853"/>
                <a:gd name="connsiteY4" fmla="*/ 15812 h 347853"/>
                <a:gd name="connsiteX5" fmla="*/ 15812 w 347853"/>
                <a:gd name="connsiteY5" fmla="*/ 173927 h 347853"/>
                <a:gd name="connsiteX6" fmla="*/ 7906 w 347853"/>
                <a:gd name="connsiteY6" fmla="*/ 181832 h 347853"/>
                <a:gd name="connsiteX7" fmla="*/ 0 w 347853"/>
                <a:gd name="connsiteY7" fmla="*/ 173927 h 347853"/>
                <a:gd name="connsiteX8" fmla="*/ 173927 w 347853"/>
                <a:gd name="connsiteY8" fmla="*/ 0 h 347853"/>
                <a:gd name="connsiteX9" fmla="*/ 347853 w 347853"/>
                <a:gd name="connsiteY9" fmla="*/ 173927 h 347853"/>
                <a:gd name="connsiteX10" fmla="*/ 173927 w 347853"/>
                <a:gd name="connsiteY10" fmla="*/ 347853 h 34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853" h="347853">
                  <a:moveTo>
                    <a:pt x="173927" y="347853"/>
                  </a:moveTo>
                  <a:cubicBezTo>
                    <a:pt x="169560" y="347853"/>
                    <a:pt x="166021" y="344314"/>
                    <a:pt x="166021" y="339947"/>
                  </a:cubicBezTo>
                  <a:cubicBezTo>
                    <a:pt x="166021" y="335581"/>
                    <a:pt x="169560" y="332042"/>
                    <a:pt x="173927" y="332042"/>
                  </a:cubicBezTo>
                  <a:cubicBezTo>
                    <a:pt x="261251" y="332042"/>
                    <a:pt x="332042" y="261251"/>
                    <a:pt x="332042" y="173927"/>
                  </a:cubicBezTo>
                  <a:cubicBezTo>
                    <a:pt x="332042" y="86602"/>
                    <a:pt x="261251" y="15812"/>
                    <a:pt x="173927" y="15812"/>
                  </a:cubicBezTo>
                  <a:cubicBezTo>
                    <a:pt x="86602" y="15812"/>
                    <a:pt x="15812" y="86602"/>
                    <a:pt x="15812" y="173927"/>
                  </a:cubicBezTo>
                  <a:cubicBezTo>
                    <a:pt x="15812" y="178293"/>
                    <a:pt x="12272" y="181832"/>
                    <a:pt x="7906" y="181832"/>
                  </a:cubicBezTo>
                  <a:cubicBezTo>
                    <a:pt x="3539" y="181832"/>
                    <a:pt x="0" y="178293"/>
                    <a:pt x="0" y="173927"/>
                  </a:cubicBezTo>
                  <a:cubicBezTo>
                    <a:pt x="0" y="77870"/>
                    <a:pt x="77870" y="0"/>
                    <a:pt x="173927" y="0"/>
                  </a:cubicBezTo>
                  <a:cubicBezTo>
                    <a:pt x="269983" y="0"/>
                    <a:pt x="347853" y="77870"/>
                    <a:pt x="347853" y="173927"/>
                  </a:cubicBezTo>
                  <a:cubicBezTo>
                    <a:pt x="347853" y="269983"/>
                    <a:pt x="269983" y="347853"/>
                    <a:pt x="173927" y="347853"/>
                  </a:cubicBezTo>
                  <a:close/>
                </a:path>
              </a:pathLst>
            </a:custGeom>
            <a:grpFill/>
            <a:ln w="6271" cap="flat">
              <a:noFill/>
              <a:prstDash val="solid"/>
              <a:miter/>
            </a:ln>
          </p:spPr>
          <p:txBody>
            <a:bodyPr rtlCol="0" anchor="ctr"/>
            <a:lstStyle/>
            <a:p>
              <a:endParaRPr lang="en-US"/>
            </a:p>
          </p:txBody>
        </p:sp>
        <p:sp>
          <p:nvSpPr>
            <p:cNvPr id="41" name="Picture Placeholder 74">
              <a:extLst>
                <a:ext uri="{FF2B5EF4-FFF2-40B4-BE49-F238E27FC236}">
                  <a16:creationId xmlns:a16="http://schemas.microsoft.com/office/drawing/2014/main" id="{8600B559-8B8E-8398-0B74-880F89E22411}"/>
                </a:ext>
              </a:extLst>
            </p:cNvPr>
            <p:cNvSpPr/>
            <p:nvPr/>
          </p:nvSpPr>
          <p:spPr>
            <a:xfrm>
              <a:off x="531730" y="723307"/>
              <a:ext cx="600773" cy="600837"/>
            </a:xfrm>
            <a:custGeom>
              <a:avLst/>
              <a:gdLst>
                <a:gd name="connsiteX0" fmla="*/ 348928 w 600773"/>
                <a:gd name="connsiteY0" fmla="*/ 600837 h 600837"/>
                <a:gd name="connsiteX1" fmla="*/ 248873 w 600773"/>
                <a:gd name="connsiteY1" fmla="*/ 600837 h 600837"/>
                <a:gd name="connsiteX2" fmla="*/ 246723 w 600773"/>
                <a:gd name="connsiteY2" fmla="*/ 596347 h 600837"/>
                <a:gd name="connsiteX3" fmla="*/ 237109 w 600773"/>
                <a:gd name="connsiteY3" fmla="*/ 565293 h 600837"/>
                <a:gd name="connsiteX4" fmla="*/ 230342 w 600773"/>
                <a:gd name="connsiteY4" fmla="*/ 539615 h 600837"/>
                <a:gd name="connsiteX5" fmla="*/ 179745 w 600773"/>
                <a:gd name="connsiteY5" fmla="*/ 517036 h 600837"/>
                <a:gd name="connsiteX6" fmla="*/ 156913 w 600773"/>
                <a:gd name="connsiteY6" fmla="*/ 528673 h 600837"/>
                <a:gd name="connsiteX7" fmla="*/ 130160 w 600773"/>
                <a:gd name="connsiteY7" fmla="*/ 543852 h 600837"/>
                <a:gd name="connsiteX8" fmla="*/ 126239 w 600773"/>
                <a:gd name="connsiteY8" fmla="*/ 545560 h 600837"/>
                <a:gd name="connsiteX9" fmla="*/ 122444 w 600773"/>
                <a:gd name="connsiteY9" fmla="*/ 543410 h 600837"/>
                <a:gd name="connsiteX10" fmla="*/ 55720 w 600773"/>
                <a:gd name="connsiteY10" fmla="*/ 480164 h 600837"/>
                <a:gd name="connsiteX11" fmla="*/ 52557 w 600773"/>
                <a:gd name="connsiteY11" fmla="*/ 476875 h 600837"/>
                <a:gd name="connsiteX12" fmla="*/ 53759 w 600773"/>
                <a:gd name="connsiteY12" fmla="*/ 472511 h 600837"/>
                <a:gd name="connsiteX13" fmla="*/ 80955 w 600773"/>
                <a:gd name="connsiteY13" fmla="*/ 420459 h 600837"/>
                <a:gd name="connsiteX14" fmla="*/ 69760 w 600773"/>
                <a:gd name="connsiteY14" fmla="*/ 395161 h 600837"/>
                <a:gd name="connsiteX15" fmla="*/ 60526 w 600773"/>
                <a:gd name="connsiteY15" fmla="*/ 366321 h 600837"/>
                <a:gd name="connsiteX16" fmla="*/ 34912 w 600773"/>
                <a:gd name="connsiteY16" fmla="*/ 360502 h 600837"/>
                <a:gd name="connsiteX17" fmla="*/ 6325 w 600773"/>
                <a:gd name="connsiteY17" fmla="*/ 352849 h 600837"/>
                <a:gd name="connsiteX18" fmla="*/ 0 w 600773"/>
                <a:gd name="connsiteY18" fmla="*/ 351585 h 600837"/>
                <a:gd name="connsiteX19" fmla="*/ 0 w 600773"/>
                <a:gd name="connsiteY19" fmla="*/ 246153 h 600837"/>
                <a:gd name="connsiteX20" fmla="*/ 6325 w 600773"/>
                <a:gd name="connsiteY20" fmla="*/ 244699 h 600837"/>
                <a:gd name="connsiteX21" fmla="*/ 33773 w 600773"/>
                <a:gd name="connsiteY21" fmla="*/ 237109 h 600837"/>
                <a:gd name="connsiteX22" fmla="*/ 59514 w 600773"/>
                <a:gd name="connsiteY22" fmla="*/ 230785 h 600837"/>
                <a:gd name="connsiteX23" fmla="*/ 70962 w 600773"/>
                <a:gd name="connsiteY23" fmla="*/ 205170 h 600837"/>
                <a:gd name="connsiteX24" fmla="*/ 83611 w 600773"/>
                <a:gd name="connsiteY24" fmla="*/ 178860 h 600837"/>
                <a:gd name="connsiteX25" fmla="*/ 55720 w 600773"/>
                <a:gd name="connsiteY25" fmla="*/ 133892 h 600837"/>
                <a:gd name="connsiteX26" fmla="*/ 51609 w 600773"/>
                <a:gd name="connsiteY26" fmla="*/ 129275 h 600837"/>
                <a:gd name="connsiteX27" fmla="*/ 55151 w 600773"/>
                <a:gd name="connsiteY27" fmla="*/ 124152 h 600837"/>
                <a:gd name="connsiteX28" fmla="*/ 121306 w 600773"/>
                <a:gd name="connsiteY28" fmla="*/ 55656 h 600837"/>
                <a:gd name="connsiteX29" fmla="*/ 125290 w 600773"/>
                <a:gd name="connsiteY29" fmla="*/ 51798 h 600837"/>
                <a:gd name="connsiteX30" fmla="*/ 130287 w 600773"/>
                <a:gd name="connsiteY30" fmla="*/ 54265 h 600837"/>
                <a:gd name="connsiteX31" fmla="*/ 181516 w 600773"/>
                <a:gd name="connsiteY31" fmla="*/ 83295 h 600837"/>
                <a:gd name="connsiteX32" fmla="*/ 233315 w 600773"/>
                <a:gd name="connsiteY32" fmla="*/ 63056 h 600837"/>
                <a:gd name="connsiteX33" fmla="*/ 240525 w 600773"/>
                <a:gd name="connsiteY33" fmla="*/ 36430 h 600837"/>
                <a:gd name="connsiteX34" fmla="*/ 249252 w 600773"/>
                <a:gd name="connsiteY34" fmla="*/ 5566 h 600837"/>
                <a:gd name="connsiteX35" fmla="*/ 250960 w 600773"/>
                <a:gd name="connsiteY35" fmla="*/ 0 h 600837"/>
                <a:gd name="connsiteX36" fmla="*/ 352154 w 600773"/>
                <a:gd name="connsiteY36" fmla="*/ 0 h 600837"/>
                <a:gd name="connsiteX37" fmla="*/ 354178 w 600773"/>
                <a:gd name="connsiteY37" fmla="*/ 4933 h 600837"/>
                <a:gd name="connsiteX38" fmla="*/ 370748 w 600773"/>
                <a:gd name="connsiteY38" fmla="*/ 61285 h 600837"/>
                <a:gd name="connsiteX39" fmla="*/ 396046 w 600773"/>
                <a:gd name="connsiteY39" fmla="*/ 71089 h 600837"/>
                <a:gd name="connsiteX40" fmla="*/ 422104 w 600773"/>
                <a:gd name="connsiteY40" fmla="*/ 83738 h 600837"/>
                <a:gd name="connsiteX41" fmla="*/ 443860 w 600773"/>
                <a:gd name="connsiteY41" fmla="*/ 72417 h 600837"/>
                <a:gd name="connsiteX42" fmla="*/ 471309 w 600773"/>
                <a:gd name="connsiteY42" fmla="*/ 57048 h 600837"/>
                <a:gd name="connsiteX43" fmla="*/ 475041 w 600773"/>
                <a:gd name="connsiteY43" fmla="*/ 55467 h 600837"/>
                <a:gd name="connsiteX44" fmla="*/ 478519 w 600773"/>
                <a:gd name="connsiteY44" fmla="*/ 57554 h 600837"/>
                <a:gd name="connsiteX45" fmla="*/ 514633 w 600773"/>
                <a:gd name="connsiteY45" fmla="*/ 89177 h 600837"/>
                <a:gd name="connsiteX46" fmla="*/ 546951 w 600773"/>
                <a:gd name="connsiteY46" fmla="*/ 120231 h 600837"/>
                <a:gd name="connsiteX47" fmla="*/ 552138 w 600773"/>
                <a:gd name="connsiteY47" fmla="*/ 124342 h 600837"/>
                <a:gd name="connsiteX48" fmla="*/ 548975 w 600773"/>
                <a:gd name="connsiteY48" fmla="*/ 130160 h 600837"/>
                <a:gd name="connsiteX49" fmla="*/ 519629 w 600773"/>
                <a:gd name="connsiteY49" fmla="*/ 180757 h 600837"/>
                <a:gd name="connsiteX50" fmla="*/ 538603 w 600773"/>
                <a:gd name="connsiteY50" fmla="*/ 233884 h 600837"/>
                <a:gd name="connsiteX51" fmla="*/ 566052 w 600773"/>
                <a:gd name="connsiteY51" fmla="*/ 240208 h 600837"/>
                <a:gd name="connsiteX52" fmla="*/ 594449 w 600773"/>
                <a:gd name="connsiteY52" fmla="*/ 247798 h 600837"/>
                <a:gd name="connsiteX53" fmla="*/ 600774 w 600773"/>
                <a:gd name="connsiteY53" fmla="*/ 249063 h 600837"/>
                <a:gd name="connsiteX54" fmla="*/ 600774 w 600773"/>
                <a:gd name="connsiteY54" fmla="*/ 354431 h 600837"/>
                <a:gd name="connsiteX55" fmla="*/ 594449 w 600773"/>
                <a:gd name="connsiteY55" fmla="*/ 355822 h 600837"/>
                <a:gd name="connsiteX56" fmla="*/ 567000 w 600773"/>
                <a:gd name="connsiteY56" fmla="*/ 363475 h 600837"/>
                <a:gd name="connsiteX57" fmla="*/ 541070 w 600773"/>
                <a:gd name="connsiteY57" fmla="*/ 369799 h 600837"/>
                <a:gd name="connsiteX58" fmla="*/ 530318 w 600773"/>
                <a:gd name="connsiteY58" fmla="*/ 395541 h 600837"/>
                <a:gd name="connsiteX59" fmla="*/ 517669 w 600773"/>
                <a:gd name="connsiteY59" fmla="*/ 421977 h 600837"/>
                <a:gd name="connsiteX60" fmla="*/ 530318 w 600773"/>
                <a:gd name="connsiteY60" fmla="*/ 443481 h 600837"/>
                <a:gd name="connsiteX61" fmla="*/ 545434 w 600773"/>
                <a:gd name="connsiteY61" fmla="*/ 467514 h 600837"/>
                <a:gd name="connsiteX62" fmla="*/ 548975 w 600773"/>
                <a:gd name="connsiteY62" fmla="*/ 472068 h 600837"/>
                <a:gd name="connsiteX63" fmla="*/ 545687 w 600773"/>
                <a:gd name="connsiteY63" fmla="*/ 476875 h 600837"/>
                <a:gd name="connsiteX64" fmla="*/ 479911 w 600773"/>
                <a:gd name="connsiteY64" fmla="*/ 545307 h 600837"/>
                <a:gd name="connsiteX65" fmla="*/ 475989 w 600773"/>
                <a:gd name="connsiteY65" fmla="*/ 549165 h 600837"/>
                <a:gd name="connsiteX66" fmla="*/ 470993 w 600773"/>
                <a:gd name="connsiteY66" fmla="*/ 546825 h 600837"/>
                <a:gd name="connsiteX67" fmla="*/ 420396 w 600773"/>
                <a:gd name="connsiteY67" fmla="*/ 517985 h 600837"/>
                <a:gd name="connsiteX68" fmla="*/ 369357 w 600773"/>
                <a:gd name="connsiteY68" fmla="*/ 538160 h 600837"/>
                <a:gd name="connsiteX69" fmla="*/ 361261 w 600773"/>
                <a:gd name="connsiteY69" fmla="*/ 563459 h 600837"/>
                <a:gd name="connsiteX70" fmla="*/ 351142 w 600773"/>
                <a:gd name="connsiteY70" fmla="*/ 596663 h 600837"/>
                <a:gd name="connsiteX71" fmla="*/ 259056 w 600773"/>
                <a:gd name="connsiteY71" fmla="*/ 585026 h 600837"/>
                <a:gd name="connsiteX72" fmla="*/ 338809 w 600773"/>
                <a:gd name="connsiteY72" fmla="*/ 585026 h 600837"/>
                <a:gd name="connsiteX73" fmla="*/ 345766 w 600773"/>
                <a:gd name="connsiteY73" fmla="*/ 559727 h 600837"/>
                <a:gd name="connsiteX74" fmla="*/ 357403 w 600773"/>
                <a:gd name="connsiteY74" fmla="*/ 526776 h 600837"/>
                <a:gd name="connsiteX75" fmla="*/ 359301 w 600773"/>
                <a:gd name="connsiteY75" fmla="*/ 523803 h 600837"/>
                <a:gd name="connsiteX76" fmla="*/ 362779 w 600773"/>
                <a:gd name="connsiteY76" fmla="*/ 523171 h 600837"/>
                <a:gd name="connsiteX77" fmla="*/ 416791 w 600773"/>
                <a:gd name="connsiteY77" fmla="*/ 501667 h 600837"/>
                <a:gd name="connsiteX78" fmla="*/ 421092 w 600773"/>
                <a:gd name="connsiteY78" fmla="*/ 499137 h 600837"/>
                <a:gd name="connsiteX79" fmla="*/ 425203 w 600773"/>
                <a:gd name="connsiteY79" fmla="*/ 501920 h 600837"/>
                <a:gd name="connsiteX80" fmla="*/ 473143 w 600773"/>
                <a:gd name="connsiteY80" fmla="*/ 529938 h 600837"/>
                <a:gd name="connsiteX81" fmla="*/ 529559 w 600773"/>
                <a:gd name="connsiteY81" fmla="*/ 472005 h 600837"/>
                <a:gd name="connsiteX82" fmla="*/ 516910 w 600773"/>
                <a:gd name="connsiteY82" fmla="*/ 451197 h 600837"/>
                <a:gd name="connsiteX83" fmla="*/ 501920 w 600773"/>
                <a:gd name="connsiteY83" fmla="*/ 425393 h 600837"/>
                <a:gd name="connsiteX84" fmla="*/ 498631 w 600773"/>
                <a:gd name="connsiteY84" fmla="*/ 420206 h 600837"/>
                <a:gd name="connsiteX85" fmla="*/ 502869 w 600773"/>
                <a:gd name="connsiteY85" fmla="*/ 415716 h 600837"/>
                <a:gd name="connsiteX86" fmla="*/ 516340 w 600773"/>
                <a:gd name="connsiteY86" fmla="*/ 389912 h 600837"/>
                <a:gd name="connsiteX87" fmla="*/ 530128 w 600773"/>
                <a:gd name="connsiteY87" fmla="*/ 358289 h 600837"/>
                <a:gd name="connsiteX88" fmla="*/ 532089 w 600773"/>
                <a:gd name="connsiteY88" fmla="*/ 355126 h 600837"/>
                <a:gd name="connsiteX89" fmla="*/ 535820 w 600773"/>
                <a:gd name="connsiteY89" fmla="*/ 354620 h 600837"/>
                <a:gd name="connsiteX90" fmla="*/ 563395 w 600773"/>
                <a:gd name="connsiteY90" fmla="*/ 348296 h 600837"/>
                <a:gd name="connsiteX91" fmla="*/ 585531 w 600773"/>
                <a:gd name="connsiteY91" fmla="*/ 341971 h 600837"/>
                <a:gd name="connsiteX92" fmla="*/ 585531 w 600773"/>
                <a:gd name="connsiteY92" fmla="*/ 261838 h 600837"/>
                <a:gd name="connsiteX93" fmla="*/ 562130 w 600773"/>
                <a:gd name="connsiteY93" fmla="*/ 255514 h 600837"/>
                <a:gd name="connsiteX94" fmla="*/ 535757 w 600773"/>
                <a:gd name="connsiteY94" fmla="*/ 249189 h 600837"/>
                <a:gd name="connsiteX95" fmla="*/ 504134 w 600773"/>
                <a:gd name="connsiteY95" fmla="*/ 182022 h 600837"/>
                <a:gd name="connsiteX96" fmla="*/ 502806 w 600773"/>
                <a:gd name="connsiteY96" fmla="*/ 178290 h 600837"/>
                <a:gd name="connsiteX97" fmla="*/ 505019 w 600773"/>
                <a:gd name="connsiteY97" fmla="*/ 175002 h 600837"/>
                <a:gd name="connsiteX98" fmla="*/ 532721 w 600773"/>
                <a:gd name="connsiteY98" fmla="*/ 127883 h 600837"/>
                <a:gd name="connsiteX99" fmla="*/ 503881 w 600773"/>
                <a:gd name="connsiteY99" fmla="*/ 99739 h 600837"/>
                <a:gd name="connsiteX100" fmla="*/ 474472 w 600773"/>
                <a:gd name="connsiteY100" fmla="*/ 73049 h 600837"/>
                <a:gd name="connsiteX101" fmla="*/ 453031 w 600773"/>
                <a:gd name="connsiteY101" fmla="*/ 85698 h 600837"/>
                <a:gd name="connsiteX102" fmla="*/ 422547 w 600773"/>
                <a:gd name="connsiteY102" fmla="*/ 99992 h 600837"/>
                <a:gd name="connsiteX103" fmla="*/ 418752 w 600773"/>
                <a:gd name="connsiteY103" fmla="*/ 101004 h 600837"/>
                <a:gd name="connsiteX104" fmla="*/ 416222 w 600773"/>
                <a:gd name="connsiteY104" fmla="*/ 98601 h 600837"/>
                <a:gd name="connsiteX105" fmla="*/ 390924 w 600773"/>
                <a:gd name="connsiteY105" fmla="*/ 85951 h 600837"/>
                <a:gd name="connsiteX106" fmla="*/ 361261 w 600773"/>
                <a:gd name="connsiteY106" fmla="*/ 74314 h 600837"/>
                <a:gd name="connsiteX107" fmla="*/ 357846 w 600773"/>
                <a:gd name="connsiteY107" fmla="*/ 72733 h 600837"/>
                <a:gd name="connsiteX108" fmla="*/ 356454 w 600773"/>
                <a:gd name="connsiteY108" fmla="*/ 69065 h 600837"/>
                <a:gd name="connsiteX109" fmla="*/ 341339 w 600773"/>
                <a:gd name="connsiteY109" fmla="*/ 15812 h 600837"/>
                <a:gd name="connsiteX110" fmla="*/ 262597 w 600773"/>
                <a:gd name="connsiteY110" fmla="*/ 15812 h 600837"/>
                <a:gd name="connsiteX111" fmla="*/ 255767 w 600773"/>
                <a:gd name="connsiteY111" fmla="*/ 40477 h 600837"/>
                <a:gd name="connsiteX112" fmla="*/ 247039 w 600773"/>
                <a:gd name="connsiteY112" fmla="*/ 72100 h 600837"/>
                <a:gd name="connsiteX113" fmla="*/ 245395 w 600773"/>
                <a:gd name="connsiteY113" fmla="*/ 77413 h 600837"/>
                <a:gd name="connsiteX114" fmla="*/ 239892 w 600773"/>
                <a:gd name="connsiteY114" fmla="*/ 77413 h 600837"/>
                <a:gd name="connsiteX115" fmla="*/ 183603 w 600773"/>
                <a:gd name="connsiteY115" fmla="*/ 99233 h 600837"/>
                <a:gd name="connsiteX116" fmla="*/ 179429 w 600773"/>
                <a:gd name="connsiteY116" fmla="*/ 101067 h 600837"/>
                <a:gd name="connsiteX117" fmla="*/ 175887 w 600773"/>
                <a:gd name="connsiteY117" fmla="*/ 98664 h 600837"/>
                <a:gd name="connsiteX118" fmla="*/ 128453 w 600773"/>
                <a:gd name="connsiteY118" fmla="*/ 70899 h 600837"/>
                <a:gd name="connsiteX119" fmla="*/ 71847 w 600773"/>
                <a:gd name="connsiteY119" fmla="*/ 128642 h 600837"/>
                <a:gd name="connsiteX120" fmla="*/ 99992 w 600773"/>
                <a:gd name="connsiteY120" fmla="*/ 175950 h 600837"/>
                <a:gd name="connsiteX121" fmla="*/ 102269 w 600773"/>
                <a:gd name="connsiteY121" fmla="*/ 180188 h 600837"/>
                <a:gd name="connsiteX122" fmla="*/ 99549 w 600773"/>
                <a:gd name="connsiteY122" fmla="*/ 184172 h 600837"/>
                <a:gd name="connsiteX123" fmla="*/ 85572 w 600773"/>
                <a:gd name="connsiteY123" fmla="*/ 211684 h 600837"/>
                <a:gd name="connsiteX124" fmla="*/ 71658 w 600773"/>
                <a:gd name="connsiteY124" fmla="*/ 242232 h 600837"/>
                <a:gd name="connsiteX125" fmla="*/ 69760 w 600773"/>
                <a:gd name="connsiteY125" fmla="*/ 245711 h 600837"/>
                <a:gd name="connsiteX126" fmla="*/ 65839 w 600773"/>
                <a:gd name="connsiteY126" fmla="*/ 246217 h 600837"/>
                <a:gd name="connsiteX127" fmla="*/ 38264 w 600773"/>
                <a:gd name="connsiteY127" fmla="*/ 252541 h 600837"/>
                <a:gd name="connsiteX128" fmla="*/ 16064 w 600773"/>
                <a:gd name="connsiteY128" fmla="*/ 258866 h 600837"/>
                <a:gd name="connsiteX129" fmla="*/ 16064 w 600773"/>
                <a:gd name="connsiteY129" fmla="*/ 338999 h 600837"/>
                <a:gd name="connsiteX130" fmla="*/ 39529 w 600773"/>
                <a:gd name="connsiteY130" fmla="*/ 345323 h 600837"/>
                <a:gd name="connsiteX131" fmla="*/ 68622 w 600773"/>
                <a:gd name="connsiteY131" fmla="*/ 351648 h 600837"/>
                <a:gd name="connsiteX132" fmla="*/ 74567 w 600773"/>
                <a:gd name="connsiteY132" fmla="*/ 352407 h 600837"/>
                <a:gd name="connsiteX133" fmla="*/ 75452 w 600773"/>
                <a:gd name="connsiteY133" fmla="*/ 358352 h 600837"/>
                <a:gd name="connsiteX134" fmla="*/ 84750 w 600773"/>
                <a:gd name="connsiteY134" fmla="*/ 388583 h 600837"/>
                <a:gd name="connsiteX135" fmla="*/ 97399 w 600773"/>
                <a:gd name="connsiteY135" fmla="*/ 418625 h 600837"/>
                <a:gd name="connsiteX136" fmla="*/ 98537 w 600773"/>
                <a:gd name="connsiteY136" fmla="*/ 421977 h 600837"/>
                <a:gd name="connsiteX137" fmla="*/ 96766 w 600773"/>
                <a:gd name="connsiteY137" fmla="*/ 425076 h 600837"/>
                <a:gd name="connsiteX138" fmla="*/ 70836 w 600773"/>
                <a:gd name="connsiteY138" fmla="*/ 472637 h 600837"/>
                <a:gd name="connsiteX139" fmla="*/ 127757 w 600773"/>
                <a:gd name="connsiteY139" fmla="*/ 527345 h 600837"/>
                <a:gd name="connsiteX140" fmla="*/ 148628 w 600773"/>
                <a:gd name="connsiteY140" fmla="*/ 515139 h 600837"/>
                <a:gd name="connsiteX141" fmla="*/ 178354 w 600773"/>
                <a:gd name="connsiteY141" fmla="*/ 500845 h 600837"/>
                <a:gd name="connsiteX142" fmla="*/ 181959 w 600773"/>
                <a:gd name="connsiteY142" fmla="*/ 499770 h 600837"/>
                <a:gd name="connsiteX143" fmla="*/ 185058 w 600773"/>
                <a:gd name="connsiteY143" fmla="*/ 501857 h 600837"/>
                <a:gd name="connsiteX144" fmla="*/ 240019 w 600773"/>
                <a:gd name="connsiteY144" fmla="*/ 526460 h 600837"/>
                <a:gd name="connsiteX145" fmla="*/ 243054 w 600773"/>
                <a:gd name="connsiteY145" fmla="*/ 527788 h 600837"/>
                <a:gd name="connsiteX146" fmla="*/ 244193 w 600773"/>
                <a:gd name="connsiteY146" fmla="*/ 530887 h 600837"/>
                <a:gd name="connsiteX147" fmla="*/ 252731 w 600773"/>
                <a:gd name="connsiteY147" fmla="*/ 561688 h 600837"/>
                <a:gd name="connsiteX148" fmla="*/ 259056 w 600773"/>
                <a:gd name="connsiteY148" fmla="*/ 585026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600773" h="600837">
                  <a:moveTo>
                    <a:pt x="348928" y="600837"/>
                  </a:moveTo>
                  <a:lnTo>
                    <a:pt x="248873" y="600837"/>
                  </a:lnTo>
                  <a:lnTo>
                    <a:pt x="246723" y="596347"/>
                  </a:lnTo>
                  <a:cubicBezTo>
                    <a:pt x="242433" y="586360"/>
                    <a:pt x="239211" y="575956"/>
                    <a:pt x="237109" y="565293"/>
                  </a:cubicBezTo>
                  <a:cubicBezTo>
                    <a:pt x="234453" y="553909"/>
                    <a:pt x="232176" y="545244"/>
                    <a:pt x="230342" y="539615"/>
                  </a:cubicBezTo>
                  <a:cubicBezTo>
                    <a:pt x="197454" y="525132"/>
                    <a:pt x="184931" y="519439"/>
                    <a:pt x="179745" y="517036"/>
                  </a:cubicBezTo>
                  <a:cubicBezTo>
                    <a:pt x="171774" y="520163"/>
                    <a:pt x="164127" y="524061"/>
                    <a:pt x="156913" y="528673"/>
                  </a:cubicBezTo>
                  <a:cubicBezTo>
                    <a:pt x="148304" y="534259"/>
                    <a:pt x="139371" y="539328"/>
                    <a:pt x="130160" y="543852"/>
                  </a:cubicBezTo>
                  <a:lnTo>
                    <a:pt x="126239" y="545560"/>
                  </a:lnTo>
                  <a:lnTo>
                    <a:pt x="122444" y="543410"/>
                  </a:lnTo>
                  <a:cubicBezTo>
                    <a:pt x="113969" y="537718"/>
                    <a:pt x="92213" y="517099"/>
                    <a:pt x="55720" y="480164"/>
                  </a:cubicBezTo>
                  <a:lnTo>
                    <a:pt x="52557" y="476875"/>
                  </a:lnTo>
                  <a:lnTo>
                    <a:pt x="53759" y="472511"/>
                  </a:lnTo>
                  <a:cubicBezTo>
                    <a:pt x="54898" y="468337"/>
                    <a:pt x="59009" y="458407"/>
                    <a:pt x="80955" y="420459"/>
                  </a:cubicBezTo>
                  <a:cubicBezTo>
                    <a:pt x="79374" y="416601"/>
                    <a:pt x="76148" y="409138"/>
                    <a:pt x="69760" y="395161"/>
                  </a:cubicBezTo>
                  <a:cubicBezTo>
                    <a:pt x="65687" y="385895"/>
                    <a:pt x="62593" y="376230"/>
                    <a:pt x="60526" y="366321"/>
                  </a:cubicBezTo>
                  <a:cubicBezTo>
                    <a:pt x="53190" y="365056"/>
                    <a:pt x="44588" y="363095"/>
                    <a:pt x="34912" y="360502"/>
                  </a:cubicBezTo>
                  <a:cubicBezTo>
                    <a:pt x="21061" y="356454"/>
                    <a:pt x="11511" y="354178"/>
                    <a:pt x="6325" y="352849"/>
                  </a:cubicBezTo>
                  <a:lnTo>
                    <a:pt x="0" y="351585"/>
                  </a:lnTo>
                  <a:lnTo>
                    <a:pt x="0" y="246153"/>
                  </a:lnTo>
                  <a:lnTo>
                    <a:pt x="6325" y="244699"/>
                  </a:lnTo>
                  <a:cubicBezTo>
                    <a:pt x="10752" y="243687"/>
                    <a:pt x="19733" y="241220"/>
                    <a:pt x="33773" y="237109"/>
                  </a:cubicBezTo>
                  <a:cubicBezTo>
                    <a:pt x="42224" y="234503"/>
                    <a:pt x="50819" y="232391"/>
                    <a:pt x="59514" y="230785"/>
                  </a:cubicBezTo>
                  <a:cubicBezTo>
                    <a:pt x="62171" y="225535"/>
                    <a:pt x="65839" y="216934"/>
                    <a:pt x="70962" y="205170"/>
                  </a:cubicBezTo>
                  <a:cubicBezTo>
                    <a:pt x="74537" y="196106"/>
                    <a:pt x="78765" y="187313"/>
                    <a:pt x="83611" y="178860"/>
                  </a:cubicBezTo>
                  <a:cubicBezTo>
                    <a:pt x="67800" y="150020"/>
                    <a:pt x="59704" y="138635"/>
                    <a:pt x="55720" y="133892"/>
                  </a:cubicBezTo>
                  <a:lnTo>
                    <a:pt x="51609" y="129275"/>
                  </a:lnTo>
                  <a:lnTo>
                    <a:pt x="55151" y="124152"/>
                  </a:lnTo>
                  <a:cubicBezTo>
                    <a:pt x="60969" y="115803"/>
                    <a:pt x="82599" y="93351"/>
                    <a:pt x="121306" y="55656"/>
                  </a:cubicBezTo>
                  <a:lnTo>
                    <a:pt x="125290" y="51798"/>
                  </a:lnTo>
                  <a:lnTo>
                    <a:pt x="130287" y="54265"/>
                  </a:lnTo>
                  <a:cubicBezTo>
                    <a:pt x="148100" y="62579"/>
                    <a:pt x="165230" y="72286"/>
                    <a:pt x="181516" y="83295"/>
                  </a:cubicBezTo>
                  <a:cubicBezTo>
                    <a:pt x="198335" y="75456"/>
                    <a:pt x="215637" y="68697"/>
                    <a:pt x="233315" y="63056"/>
                  </a:cubicBezTo>
                  <a:cubicBezTo>
                    <a:pt x="234516" y="58692"/>
                    <a:pt x="236730" y="50787"/>
                    <a:pt x="240525" y="36430"/>
                  </a:cubicBezTo>
                  <a:cubicBezTo>
                    <a:pt x="243813" y="23780"/>
                    <a:pt x="246849" y="13535"/>
                    <a:pt x="249252" y="5566"/>
                  </a:cubicBezTo>
                  <a:lnTo>
                    <a:pt x="250960" y="0"/>
                  </a:lnTo>
                  <a:lnTo>
                    <a:pt x="352154" y="0"/>
                  </a:lnTo>
                  <a:lnTo>
                    <a:pt x="354178" y="4933"/>
                  </a:lnTo>
                  <a:cubicBezTo>
                    <a:pt x="357466" y="13155"/>
                    <a:pt x="362906" y="31560"/>
                    <a:pt x="370748" y="61285"/>
                  </a:cubicBezTo>
                  <a:cubicBezTo>
                    <a:pt x="374733" y="62930"/>
                    <a:pt x="382196" y="65902"/>
                    <a:pt x="396046" y="71089"/>
                  </a:cubicBezTo>
                  <a:cubicBezTo>
                    <a:pt x="405168" y="74339"/>
                    <a:pt x="413907" y="78581"/>
                    <a:pt x="422104" y="83738"/>
                  </a:cubicBezTo>
                  <a:cubicBezTo>
                    <a:pt x="429774" y="80828"/>
                    <a:pt x="437076" y="77029"/>
                    <a:pt x="443860" y="72417"/>
                  </a:cubicBezTo>
                  <a:cubicBezTo>
                    <a:pt x="452652" y="66680"/>
                    <a:pt x="461823" y="61545"/>
                    <a:pt x="471309" y="57048"/>
                  </a:cubicBezTo>
                  <a:lnTo>
                    <a:pt x="475041" y="55467"/>
                  </a:lnTo>
                  <a:lnTo>
                    <a:pt x="478519" y="57554"/>
                  </a:lnTo>
                  <a:cubicBezTo>
                    <a:pt x="491900" y="66456"/>
                    <a:pt x="504043" y="77089"/>
                    <a:pt x="514633" y="89177"/>
                  </a:cubicBezTo>
                  <a:cubicBezTo>
                    <a:pt x="524848" y="100093"/>
                    <a:pt x="535636" y="110459"/>
                    <a:pt x="546951" y="120231"/>
                  </a:cubicBezTo>
                  <a:lnTo>
                    <a:pt x="552138" y="124342"/>
                  </a:lnTo>
                  <a:lnTo>
                    <a:pt x="548975" y="130160"/>
                  </a:lnTo>
                  <a:cubicBezTo>
                    <a:pt x="536326" y="153055"/>
                    <a:pt x="526966" y="169752"/>
                    <a:pt x="519629" y="180757"/>
                  </a:cubicBezTo>
                  <a:cubicBezTo>
                    <a:pt x="531140" y="213835"/>
                    <a:pt x="536326" y="228002"/>
                    <a:pt x="538603" y="233884"/>
                  </a:cubicBezTo>
                  <a:cubicBezTo>
                    <a:pt x="547898" y="235304"/>
                    <a:pt x="557071" y="237418"/>
                    <a:pt x="566052" y="240208"/>
                  </a:cubicBezTo>
                  <a:cubicBezTo>
                    <a:pt x="579713" y="244193"/>
                    <a:pt x="589326" y="246533"/>
                    <a:pt x="594449" y="247798"/>
                  </a:cubicBezTo>
                  <a:lnTo>
                    <a:pt x="600774" y="249063"/>
                  </a:lnTo>
                  <a:lnTo>
                    <a:pt x="600774" y="354431"/>
                  </a:lnTo>
                  <a:lnTo>
                    <a:pt x="594449" y="355822"/>
                  </a:lnTo>
                  <a:cubicBezTo>
                    <a:pt x="591224" y="356581"/>
                    <a:pt x="583824" y="358542"/>
                    <a:pt x="567000" y="363475"/>
                  </a:cubicBezTo>
                  <a:cubicBezTo>
                    <a:pt x="558481" y="366068"/>
                    <a:pt x="549825" y="368180"/>
                    <a:pt x="541070" y="369799"/>
                  </a:cubicBezTo>
                  <a:cubicBezTo>
                    <a:pt x="537042" y="378188"/>
                    <a:pt x="533453" y="386780"/>
                    <a:pt x="530318" y="395541"/>
                  </a:cubicBezTo>
                  <a:cubicBezTo>
                    <a:pt x="527320" y="404886"/>
                    <a:pt x="523064" y="413779"/>
                    <a:pt x="517669" y="421977"/>
                  </a:cubicBezTo>
                  <a:cubicBezTo>
                    <a:pt x="520388" y="426594"/>
                    <a:pt x="524562" y="433804"/>
                    <a:pt x="530318" y="443481"/>
                  </a:cubicBezTo>
                  <a:cubicBezTo>
                    <a:pt x="534778" y="451841"/>
                    <a:pt x="539829" y="459873"/>
                    <a:pt x="545434" y="467514"/>
                  </a:cubicBezTo>
                  <a:lnTo>
                    <a:pt x="548975" y="472068"/>
                  </a:lnTo>
                  <a:lnTo>
                    <a:pt x="545687" y="476875"/>
                  </a:lnTo>
                  <a:cubicBezTo>
                    <a:pt x="539868" y="485223"/>
                    <a:pt x="518364" y="507612"/>
                    <a:pt x="479911" y="545307"/>
                  </a:cubicBezTo>
                  <a:lnTo>
                    <a:pt x="475989" y="549165"/>
                  </a:lnTo>
                  <a:lnTo>
                    <a:pt x="470993" y="546825"/>
                  </a:lnTo>
                  <a:cubicBezTo>
                    <a:pt x="453461" y="538432"/>
                    <a:pt x="436552" y="528794"/>
                    <a:pt x="420396" y="517985"/>
                  </a:cubicBezTo>
                  <a:cubicBezTo>
                    <a:pt x="404480" y="527209"/>
                    <a:pt x="387278" y="534009"/>
                    <a:pt x="369357" y="538160"/>
                  </a:cubicBezTo>
                  <a:cubicBezTo>
                    <a:pt x="365738" y="546270"/>
                    <a:pt x="363024" y="554756"/>
                    <a:pt x="361261" y="563459"/>
                  </a:cubicBezTo>
                  <a:cubicBezTo>
                    <a:pt x="359082" y="574856"/>
                    <a:pt x="355690" y="585987"/>
                    <a:pt x="351142" y="596663"/>
                  </a:cubicBezTo>
                  <a:close/>
                  <a:moveTo>
                    <a:pt x="259056" y="585026"/>
                  </a:moveTo>
                  <a:lnTo>
                    <a:pt x="338809" y="585026"/>
                  </a:lnTo>
                  <a:cubicBezTo>
                    <a:pt x="341634" y="576740"/>
                    <a:pt x="343957" y="568291"/>
                    <a:pt x="345766" y="559727"/>
                  </a:cubicBezTo>
                  <a:cubicBezTo>
                    <a:pt x="347926" y="548210"/>
                    <a:pt x="351851" y="537095"/>
                    <a:pt x="357403" y="526776"/>
                  </a:cubicBezTo>
                  <a:lnTo>
                    <a:pt x="359301" y="523803"/>
                  </a:lnTo>
                  <a:lnTo>
                    <a:pt x="362779" y="523171"/>
                  </a:lnTo>
                  <a:cubicBezTo>
                    <a:pt x="381877" y="519133"/>
                    <a:pt x="400144" y="511861"/>
                    <a:pt x="416791" y="501667"/>
                  </a:cubicBezTo>
                  <a:lnTo>
                    <a:pt x="421092" y="499137"/>
                  </a:lnTo>
                  <a:lnTo>
                    <a:pt x="425203" y="501920"/>
                  </a:lnTo>
                  <a:cubicBezTo>
                    <a:pt x="440490" y="512398"/>
                    <a:pt x="456512" y="521761"/>
                    <a:pt x="473143" y="529938"/>
                  </a:cubicBezTo>
                  <a:cubicBezTo>
                    <a:pt x="507612" y="496038"/>
                    <a:pt x="523044" y="479721"/>
                    <a:pt x="529559" y="472005"/>
                  </a:cubicBezTo>
                  <a:cubicBezTo>
                    <a:pt x="525638" y="466376"/>
                    <a:pt x="521274" y="459356"/>
                    <a:pt x="516910" y="451197"/>
                  </a:cubicBezTo>
                  <a:cubicBezTo>
                    <a:pt x="506853" y="433615"/>
                    <a:pt x="503185" y="427480"/>
                    <a:pt x="501920" y="425393"/>
                  </a:cubicBezTo>
                  <a:lnTo>
                    <a:pt x="498631" y="420206"/>
                  </a:lnTo>
                  <a:lnTo>
                    <a:pt x="502869" y="415716"/>
                  </a:lnTo>
                  <a:cubicBezTo>
                    <a:pt x="509006" y="408080"/>
                    <a:pt x="513583" y="399312"/>
                    <a:pt x="516340" y="389912"/>
                  </a:cubicBezTo>
                  <a:cubicBezTo>
                    <a:pt x="520091" y="379022"/>
                    <a:pt x="524702" y="368448"/>
                    <a:pt x="530128" y="358289"/>
                  </a:cubicBezTo>
                  <a:lnTo>
                    <a:pt x="532089" y="355126"/>
                  </a:lnTo>
                  <a:lnTo>
                    <a:pt x="535820" y="354620"/>
                  </a:lnTo>
                  <a:cubicBezTo>
                    <a:pt x="545145" y="353140"/>
                    <a:pt x="554358" y="351027"/>
                    <a:pt x="563395" y="348296"/>
                  </a:cubicBezTo>
                  <a:cubicBezTo>
                    <a:pt x="572756" y="345513"/>
                    <a:pt x="580219" y="343426"/>
                    <a:pt x="585531" y="341971"/>
                  </a:cubicBezTo>
                  <a:lnTo>
                    <a:pt x="585531" y="261838"/>
                  </a:lnTo>
                  <a:cubicBezTo>
                    <a:pt x="579839" y="260447"/>
                    <a:pt x="572123" y="258297"/>
                    <a:pt x="562130" y="255514"/>
                  </a:cubicBezTo>
                  <a:cubicBezTo>
                    <a:pt x="553523" y="252704"/>
                    <a:pt x="544703" y="250590"/>
                    <a:pt x="535757" y="249189"/>
                  </a:cubicBezTo>
                  <a:cubicBezTo>
                    <a:pt x="527978" y="251087"/>
                    <a:pt x="527851" y="250897"/>
                    <a:pt x="504134" y="182022"/>
                  </a:cubicBezTo>
                  <a:lnTo>
                    <a:pt x="502806" y="178290"/>
                  </a:lnTo>
                  <a:lnTo>
                    <a:pt x="505019" y="175002"/>
                  </a:lnTo>
                  <a:cubicBezTo>
                    <a:pt x="511344" y="165325"/>
                    <a:pt x="520957" y="149703"/>
                    <a:pt x="532721" y="127883"/>
                  </a:cubicBezTo>
                  <a:cubicBezTo>
                    <a:pt x="525764" y="121559"/>
                    <a:pt x="516214" y="112451"/>
                    <a:pt x="503881" y="99739"/>
                  </a:cubicBezTo>
                  <a:cubicBezTo>
                    <a:pt x="495063" y="89814"/>
                    <a:pt x="485203" y="80866"/>
                    <a:pt x="474472" y="73049"/>
                  </a:cubicBezTo>
                  <a:cubicBezTo>
                    <a:pt x="469538" y="75516"/>
                    <a:pt x="462328" y="79690"/>
                    <a:pt x="453031" y="85698"/>
                  </a:cubicBezTo>
                  <a:cubicBezTo>
                    <a:pt x="443673" y="92016"/>
                    <a:pt x="433388" y="96838"/>
                    <a:pt x="422547" y="99992"/>
                  </a:cubicBezTo>
                  <a:lnTo>
                    <a:pt x="418752" y="101004"/>
                  </a:lnTo>
                  <a:lnTo>
                    <a:pt x="416222" y="98601"/>
                  </a:lnTo>
                  <a:cubicBezTo>
                    <a:pt x="408397" y="93265"/>
                    <a:pt x="399887" y="89010"/>
                    <a:pt x="390924" y="85951"/>
                  </a:cubicBezTo>
                  <a:cubicBezTo>
                    <a:pt x="374733" y="79627"/>
                    <a:pt x="365056" y="76022"/>
                    <a:pt x="361261" y="74314"/>
                  </a:cubicBezTo>
                  <a:lnTo>
                    <a:pt x="357846" y="72733"/>
                  </a:lnTo>
                  <a:lnTo>
                    <a:pt x="356454" y="69065"/>
                  </a:lnTo>
                  <a:cubicBezTo>
                    <a:pt x="349750" y="43450"/>
                    <a:pt x="344691" y="25551"/>
                    <a:pt x="341339" y="15812"/>
                  </a:cubicBezTo>
                  <a:lnTo>
                    <a:pt x="262597" y="15812"/>
                  </a:lnTo>
                  <a:cubicBezTo>
                    <a:pt x="260574" y="22642"/>
                    <a:pt x="258233" y="30927"/>
                    <a:pt x="255767" y="40477"/>
                  </a:cubicBezTo>
                  <a:cubicBezTo>
                    <a:pt x="252605" y="52368"/>
                    <a:pt x="248494" y="67483"/>
                    <a:pt x="247039" y="72100"/>
                  </a:cubicBezTo>
                  <a:lnTo>
                    <a:pt x="245395" y="77413"/>
                  </a:lnTo>
                  <a:lnTo>
                    <a:pt x="239892" y="77413"/>
                  </a:lnTo>
                  <a:cubicBezTo>
                    <a:pt x="238184" y="77413"/>
                    <a:pt x="229077" y="79374"/>
                    <a:pt x="183603" y="99233"/>
                  </a:cubicBezTo>
                  <a:lnTo>
                    <a:pt x="179429" y="101067"/>
                  </a:lnTo>
                  <a:lnTo>
                    <a:pt x="175887" y="98664"/>
                  </a:lnTo>
                  <a:cubicBezTo>
                    <a:pt x="160909" y="88053"/>
                    <a:pt x="145038" y="78763"/>
                    <a:pt x="128453" y="70899"/>
                  </a:cubicBezTo>
                  <a:cubicBezTo>
                    <a:pt x="94047" y="104546"/>
                    <a:pt x="78552" y="120863"/>
                    <a:pt x="71847" y="128642"/>
                  </a:cubicBezTo>
                  <a:cubicBezTo>
                    <a:pt x="82260" y="143775"/>
                    <a:pt x="91662" y="159579"/>
                    <a:pt x="99992" y="175950"/>
                  </a:cubicBezTo>
                  <a:lnTo>
                    <a:pt x="102269" y="180188"/>
                  </a:lnTo>
                  <a:lnTo>
                    <a:pt x="99549" y="184172"/>
                  </a:lnTo>
                  <a:cubicBezTo>
                    <a:pt x="93979" y="192851"/>
                    <a:pt x="89296" y="202068"/>
                    <a:pt x="85572" y="211684"/>
                  </a:cubicBezTo>
                  <a:cubicBezTo>
                    <a:pt x="79247" y="227116"/>
                    <a:pt x="74504" y="236983"/>
                    <a:pt x="71658" y="242232"/>
                  </a:cubicBezTo>
                  <a:lnTo>
                    <a:pt x="69760" y="245711"/>
                  </a:lnTo>
                  <a:lnTo>
                    <a:pt x="65839" y="246217"/>
                  </a:lnTo>
                  <a:cubicBezTo>
                    <a:pt x="56507" y="247659"/>
                    <a:pt x="47292" y="249773"/>
                    <a:pt x="38264" y="252541"/>
                  </a:cubicBezTo>
                  <a:cubicBezTo>
                    <a:pt x="28650" y="255324"/>
                    <a:pt x="21314" y="257411"/>
                    <a:pt x="16064" y="258866"/>
                  </a:cubicBezTo>
                  <a:lnTo>
                    <a:pt x="16064" y="338999"/>
                  </a:lnTo>
                  <a:cubicBezTo>
                    <a:pt x="21820" y="340390"/>
                    <a:pt x="29536" y="342540"/>
                    <a:pt x="39529" y="345323"/>
                  </a:cubicBezTo>
                  <a:cubicBezTo>
                    <a:pt x="49083" y="348043"/>
                    <a:pt x="58800" y="350156"/>
                    <a:pt x="68622" y="351648"/>
                  </a:cubicBezTo>
                  <a:lnTo>
                    <a:pt x="74567" y="352407"/>
                  </a:lnTo>
                  <a:lnTo>
                    <a:pt x="75452" y="358352"/>
                  </a:lnTo>
                  <a:cubicBezTo>
                    <a:pt x="77200" y="368796"/>
                    <a:pt x="80327" y="378962"/>
                    <a:pt x="84750" y="388583"/>
                  </a:cubicBezTo>
                  <a:cubicBezTo>
                    <a:pt x="94679" y="410593"/>
                    <a:pt x="96893" y="416222"/>
                    <a:pt x="97399" y="418625"/>
                  </a:cubicBezTo>
                  <a:lnTo>
                    <a:pt x="98537" y="421977"/>
                  </a:lnTo>
                  <a:lnTo>
                    <a:pt x="96766" y="425076"/>
                  </a:lnTo>
                  <a:cubicBezTo>
                    <a:pt x="80259" y="453411"/>
                    <a:pt x="73555" y="466566"/>
                    <a:pt x="70836" y="472637"/>
                  </a:cubicBezTo>
                  <a:cubicBezTo>
                    <a:pt x="104672" y="506980"/>
                    <a:pt x="120420" y="521527"/>
                    <a:pt x="127757" y="527345"/>
                  </a:cubicBezTo>
                  <a:cubicBezTo>
                    <a:pt x="132627" y="524815"/>
                    <a:pt x="139584" y="521021"/>
                    <a:pt x="148628" y="515139"/>
                  </a:cubicBezTo>
                  <a:cubicBezTo>
                    <a:pt x="157902" y="509154"/>
                    <a:pt x="167888" y="504351"/>
                    <a:pt x="178354" y="500845"/>
                  </a:cubicBezTo>
                  <a:lnTo>
                    <a:pt x="181959" y="499770"/>
                  </a:lnTo>
                  <a:lnTo>
                    <a:pt x="185058" y="501857"/>
                  </a:lnTo>
                  <a:cubicBezTo>
                    <a:pt x="186196" y="502489"/>
                    <a:pt x="195240" y="506727"/>
                    <a:pt x="240019" y="526460"/>
                  </a:cubicBezTo>
                  <a:lnTo>
                    <a:pt x="243054" y="527788"/>
                  </a:lnTo>
                  <a:lnTo>
                    <a:pt x="244193" y="530887"/>
                  </a:lnTo>
                  <a:cubicBezTo>
                    <a:pt x="247661" y="540971"/>
                    <a:pt x="250512" y="551258"/>
                    <a:pt x="252731" y="561688"/>
                  </a:cubicBezTo>
                  <a:cubicBezTo>
                    <a:pt x="254324" y="569600"/>
                    <a:pt x="256437" y="577392"/>
                    <a:pt x="259056" y="585026"/>
                  </a:cubicBezTo>
                  <a:close/>
                </a:path>
              </a:pathLst>
            </a:custGeom>
            <a:grpFill/>
            <a:ln w="6271" cap="flat">
              <a:noFill/>
              <a:prstDash val="solid"/>
              <a:miter/>
            </a:ln>
          </p:spPr>
          <p:txBody>
            <a:bodyPr rtlCol="0" anchor="ctr"/>
            <a:lstStyle/>
            <a:p>
              <a:endParaRPr lang="en-US"/>
            </a:p>
          </p:txBody>
        </p:sp>
      </p:grpSp>
      <p:grpSp>
        <p:nvGrpSpPr>
          <p:cNvPr id="42" name="Group 41" descr="Automation">
            <a:extLst>
              <a:ext uri="{FF2B5EF4-FFF2-40B4-BE49-F238E27FC236}">
                <a16:creationId xmlns:a16="http://schemas.microsoft.com/office/drawing/2014/main" id="{A78BC15E-2FFA-6377-D69F-BDBECE3252D5}"/>
              </a:ext>
            </a:extLst>
          </p:cNvPr>
          <p:cNvGrpSpPr/>
          <p:nvPr/>
        </p:nvGrpSpPr>
        <p:grpSpPr>
          <a:xfrm>
            <a:off x="7330907" y="3484571"/>
            <a:ext cx="288318" cy="288348"/>
            <a:chOff x="531730" y="723307"/>
            <a:chExt cx="600773" cy="600837"/>
          </a:xfrm>
          <a:solidFill>
            <a:schemeClr val="accent5"/>
          </a:solidFill>
        </p:grpSpPr>
        <p:sp>
          <p:nvSpPr>
            <p:cNvPr id="52" name="Picture Placeholder 74">
              <a:extLst>
                <a:ext uri="{FF2B5EF4-FFF2-40B4-BE49-F238E27FC236}">
                  <a16:creationId xmlns:a16="http://schemas.microsoft.com/office/drawing/2014/main" id="{7272B107-6A1B-AEEC-C47B-8E5EA691FC1B}"/>
                </a:ext>
              </a:extLst>
            </p:cNvPr>
            <p:cNvSpPr/>
            <p:nvPr/>
          </p:nvSpPr>
          <p:spPr>
            <a:xfrm>
              <a:off x="658159" y="849799"/>
              <a:ext cx="347853" cy="347853"/>
            </a:xfrm>
            <a:custGeom>
              <a:avLst/>
              <a:gdLst>
                <a:gd name="connsiteX0" fmla="*/ 173927 w 347853"/>
                <a:gd name="connsiteY0" fmla="*/ 347853 h 347853"/>
                <a:gd name="connsiteX1" fmla="*/ 166021 w 347853"/>
                <a:gd name="connsiteY1" fmla="*/ 339947 h 347853"/>
                <a:gd name="connsiteX2" fmla="*/ 173927 w 347853"/>
                <a:gd name="connsiteY2" fmla="*/ 332042 h 347853"/>
                <a:gd name="connsiteX3" fmla="*/ 332042 w 347853"/>
                <a:gd name="connsiteY3" fmla="*/ 173927 h 347853"/>
                <a:gd name="connsiteX4" fmla="*/ 173927 w 347853"/>
                <a:gd name="connsiteY4" fmla="*/ 15812 h 347853"/>
                <a:gd name="connsiteX5" fmla="*/ 15812 w 347853"/>
                <a:gd name="connsiteY5" fmla="*/ 173927 h 347853"/>
                <a:gd name="connsiteX6" fmla="*/ 7906 w 347853"/>
                <a:gd name="connsiteY6" fmla="*/ 181832 h 347853"/>
                <a:gd name="connsiteX7" fmla="*/ 0 w 347853"/>
                <a:gd name="connsiteY7" fmla="*/ 173927 h 347853"/>
                <a:gd name="connsiteX8" fmla="*/ 173927 w 347853"/>
                <a:gd name="connsiteY8" fmla="*/ 0 h 347853"/>
                <a:gd name="connsiteX9" fmla="*/ 347853 w 347853"/>
                <a:gd name="connsiteY9" fmla="*/ 173927 h 347853"/>
                <a:gd name="connsiteX10" fmla="*/ 173927 w 347853"/>
                <a:gd name="connsiteY10" fmla="*/ 347853 h 34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853" h="347853">
                  <a:moveTo>
                    <a:pt x="173927" y="347853"/>
                  </a:moveTo>
                  <a:cubicBezTo>
                    <a:pt x="169560" y="347853"/>
                    <a:pt x="166021" y="344314"/>
                    <a:pt x="166021" y="339947"/>
                  </a:cubicBezTo>
                  <a:cubicBezTo>
                    <a:pt x="166021" y="335581"/>
                    <a:pt x="169560" y="332042"/>
                    <a:pt x="173927" y="332042"/>
                  </a:cubicBezTo>
                  <a:cubicBezTo>
                    <a:pt x="261251" y="332042"/>
                    <a:pt x="332042" y="261251"/>
                    <a:pt x="332042" y="173927"/>
                  </a:cubicBezTo>
                  <a:cubicBezTo>
                    <a:pt x="332042" y="86602"/>
                    <a:pt x="261251" y="15812"/>
                    <a:pt x="173927" y="15812"/>
                  </a:cubicBezTo>
                  <a:cubicBezTo>
                    <a:pt x="86602" y="15812"/>
                    <a:pt x="15812" y="86602"/>
                    <a:pt x="15812" y="173927"/>
                  </a:cubicBezTo>
                  <a:cubicBezTo>
                    <a:pt x="15812" y="178293"/>
                    <a:pt x="12272" y="181832"/>
                    <a:pt x="7906" y="181832"/>
                  </a:cubicBezTo>
                  <a:cubicBezTo>
                    <a:pt x="3539" y="181832"/>
                    <a:pt x="0" y="178293"/>
                    <a:pt x="0" y="173927"/>
                  </a:cubicBezTo>
                  <a:cubicBezTo>
                    <a:pt x="0" y="77870"/>
                    <a:pt x="77870" y="0"/>
                    <a:pt x="173927" y="0"/>
                  </a:cubicBezTo>
                  <a:cubicBezTo>
                    <a:pt x="269983" y="0"/>
                    <a:pt x="347853" y="77870"/>
                    <a:pt x="347853" y="173927"/>
                  </a:cubicBezTo>
                  <a:cubicBezTo>
                    <a:pt x="347853" y="269983"/>
                    <a:pt x="269983" y="347853"/>
                    <a:pt x="173927" y="347853"/>
                  </a:cubicBezTo>
                  <a:close/>
                </a:path>
              </a:pathLst>
            </a:custGeom>
            <a:grpFill/>
            <a:ln w="6271" cap="flat">
              <a:noFill/>
              <a:prstDash val="solid"/>
              <a:miter/>
            </a:ln>
          </p:spPr>
          <p:txBody>
            <a:bodyPr rtlCol="0" anchor="ctr"/>
            <a:lstStyle/>
            <a:p>
              <a:endParaRPr lang="en-US"/>
            </a:p>
          </p:txBody>
        </p:sp>
        <p:sp>
          <p:nvSpPr>
            <p:cNvPr id="54" name="Picture Placeholder 74">
              <a:extLst>
                <a:ext uri="{FF2B5EF4-FFF2-40B4-BE49-F238E27FC236}">
                  <a16:creationId xmlns:a16="http://schemas.microsoft.com/office/drawing/2014/main" id="{8161FDE0-2C46-8C68-23DC-F5FC89FF5D8D}"/>
                </a:ext>
              </a:extLst>
            </p:cNvPr>
            <p:cNvSpPr/>
            <p:nvPr/>
          </p:nvSpPr>
          <p:spPr>
            <a:xfrm>
              <a:off x="531730" y="723307"/>
              <a:ext cx="600773" cy="600837"/>
            </a:xfrm>
            <a:custGeom>
              <a:avLst/>
              <a:gdLst>
                <a:gd name="connsiteX0" fmla="*/ 348928 w 600773"/>
                <a:gd name="connsiteY0" fmla="*/ 600837 h 600837"/>
                <a:gd name="connsiteX1" fmla="*/ 248873 w 600773"/>
                <a:gd name="connsiteY1" fmla="*/ 600837 h 600837"/>
                <a:gd name="connsiteX2" fmla="*/ 246723 w 600773"/>
                <a:gd name="connsiteY2" fmla="*/ 596347 h 600837"/>
                <a:gd name="connsiteX3" fmla="*/ 237109 w 600773"/>
                <a:gd name="connsiteY3" fmla="*/ 565293 h 600837"/>
                <a:gd name="connsiteX4" fmla="*/ 230342 w 600773"/>
                <a:gd name="connsiteY4" fmla="*/ 539615 h 600837"/>
                <a:gd name="connsiteX5" fmla="*/ 179745 w 600773"/>
                <a:gd name="connsiteY5" fmla="*/ 517036 h 600837"/>
                <a:gd name="connsiteX6" fmla="*/ 156913 w 600773"/>
                <a:gd name="connsiteY6" fmla="*/ 528673 h 600837"/>
                <a:gd name="connsiteX7" fmla="*/ 130160 w 600773"/>
                <a:gd name="connsiteY7" fmla="*/ 543852 h 600837"/>
                <a:gd name="connsiteX8" fmla="*/ 126239 w 600773"/>
                <a:gd name="connsiteY8" fmla="*/ 545560 h 600837"/>
                <a:gd name="connsiteX9" fmla="*/ 122444 w 600773"/>
                <a:gd name="connsiteY9" fmla="*/ 543410 h 600837"/>
                <a:gd name="connsiteX10" fmla="*/ 55720 w 600773"/>
                <a:gd name="connsiteY10" fmla="*/ 480164 h 600837"/>
                <a:gd name="connsiteX11" fmla="*/ 52557 w 600773"/>
                <a:gd name="connsiteY11" fmla="*/ 476875 h 600837"/>
                <a:gd name="connsiteX12" fmla="*/ 53759 w 600773"/>
                <a:gd name="connsiteY12" fmla="*/ 472511 h 600837"/>
                <a:gd name="connsiteX13" fmla="*/ 80955 w 600773"/>
                <a:gd name="connsiteY13" fmla="*/ 420459 h 600837"/>
                <a:gd name="connsiteX14" fmla="*/ 69760 w 600773"/>
                <a:gd name="connsiteY14" fmla="*/ 395161 h 600837"/>
                <a:gd name="connsiteX15" fmla="*/ 60526 w 600773"/>
                <a:gd name="connsiteY15" fmla="*/ 366321 h 600837"/>
                <a:gd name="connsiteX16" fmla="*/ 34912 w 600773"/>
                <a:gd name="connsiteY16" fmla="*/ 360502 h 600837"/>
                <a:gd name="connsiteX17" fmla="*/ 6325 w 600773"/>
                <a:gd name="connsiteY17" fmla="*/ 352849 h 600837"/>
                <a:gd name="connsiteX18" fmla="*/ 0 w 600773"/>
                <a:gd name="connsiteY18" fmla="*/ 351585 h 600837"/>
                <a:gd name="connsiteX19" fmla="*/ 0 w 600773"/>
                <a:gd name="connsiteY19" fmla="*/ 246153 h 600837"/>
                <a:gd name="connsiteX20" fmla="*/ 6325 w 600773"/>
                <a:gd name="connsiteY20" fmla="*/ 244699 h 600837"/>
                <a:gd name="connsiteX21" fmla="*/ 33773 w 600773"/>
                <a:gd name="connsiteY21" fmla="*/ 237109 h 600837"/>
                <a:gd name="connsiteX22" fmla="*/ 59514 w 600773"/>
                <a:gd name="connsiteY22" fmla="*/ 230785 h 600837"/>
                <a:gd name="connsiteX23" fmla="*/ 70962 w 600773"/>
                <a:gd name="connsiteY23" fmla="*/ 205170 h 600837"/>
                <a:gd name="connsiteX24" fmla="*/ 83611 w 600773"/>
                <a:gd name="connsiteY24" fmla="*/ 178860 h 600837"/>
                <a:gd name="connsiteX25" fmla="*/ 55720 w 600773"/>
                <a:gd name="connsiteY25" fmla="*/ 133892 h 600837"/>
                <a:gd name="connsiteX26" fmla="*/ 51609 w 600773"/>
                <a:gd name="connsiteY26" fmla="*/ 129275 h 600837"/>
                <a:gd name="connsiteX27" fmla="*/ 55151 w 600773"/>
                <a:gd name="connsiteY27" fmla="*/ 124152 h 600837"/>
                <a:gd name="connsiteX28" fmla="*/ 121306 w 600773"/>
                <a:gd name="connsiteY28" fmla="*/ 55656 h 600837"/>
                <a:gd name="connsiteX29" fmla="*/ 125290 w 600773"/>
                <a:gd name="connsiteY29" fmla="*/ 51798 h 600837"/>
                <a:gd name="connsiteX30" fmla="*/ 130287 w 600773"/>
                <a:gd name="connsiteY30" fmla="*/ 54265 h 600837"/>
                <a:gd name="connsiteX31" fmla="*/ 181516 w 600773"/>
                <a:gd name="connsiteY31" fmla="*/ 83295 h 600837"/>
                <a:gd name="connsiteX32" fmla="*/ 233315 w 600773"/>
                <a:gd name="connsiteY32" fmla="*/ 63056 h 600837"/>
                <a:gd name="connsiteX33" fmla="*/ 240525 w 600773"/>
                <a:gd name="connsiteY33" fmla="*/ 36430 h 600837"/>
                <a:gd name="connsiteX34" fmla="*/ 249252 w 600773"/>
                <a:gd name="connsiteY34" fmla="*/ 5566 h 600837"/>
                <a:gd name="connsiteX35" fmla="*/ 250960 w 600773"/>
                <a:gd name="connsiteY35" fmla="*/ 0 h 600837"/>
                <a:gd name="connsiteX36" fmla="*/ 352154 w 600773"/>
                <a:gd name="connsiteY36" fmla="*/ 0 h 600837"/>
                <a:gd name="connsiteX37" fmla="*/ 354178 w 600773"/>
                <a:gd name="connsiteY37" fmla="*/ 4933 h 600837"/>
                <a:gd name="connsiteX38" fmla="*/ 370748 w 600773"/>
                <a:gd name="connsiteY38" fmla="*/ 61285 h 600837"/>
                <a:gd name="connsiteX39" fmla="*/ 396046 w 600773"/>
                <a:gd name="connsiteY39" fmla="*/ 71089 h 600837"/>
                <a:gd name="connsiteX40" fmla="*/ 422104 w 600773"/>
                <a:gd name="connsiteY40" fmla="*/ 83738 h 600837"/>
                <a:gd name="connsiteX41" fmla="*/ 443860 w 600773"/>
                <a:gd name="connsiteY41" fmla="*/ 72417 h 600837"/>
                <a:gd name="connsiteX42" fmla="*/ 471309 w 600773"/>
                <a:gd name="connsiteY42" fmla="*/ 57048 h 600837"/>
                <a:gd name="connsiteX43" fmla="*/ 475041 w 600773"/>
                <a:gd name="connsiteY43" fmla="*/ 55467 h 600837"/>
                <a:gd name="connsiteX44" fmla="*/ 478519 w 600773"/>
                <a:gd name="connsiteY44" fmla="*/ 57554 h 600837"/>
                <a:gd name="connsiteX45" fmla="*/ 514633 w 600773"/>
                <a:gd name="connsiteY45" fmla="*/ 89177 h 600837"/>
                <a:gd name="connsiteX46" fmla="*/ 546951 w 600773"/>
                <a:gd name="connsiteY46" fmla="*/ 120231 h 600837"/>
                <a:gd name="connsiteX47" fmla="*/ 552138 w 600773"/>
                <a:gd name="connsiteY47" fmla="*/ 124342 h 600837"/>
                <a:gd name="connsiteX48" fmla="*/ 548975 w 600773"/>
                <a:gd name="connsiteY48" fmla="*/ 130160 h 600837"/>
                <a:gd name="connsiteX49" fmla="*/ 519629 w 600773"/>
                <a:gd name="connsiteY49" fmla="*/ 180757 h 600837"/>
                <a:gd name="connsiteX50" fmla="*/ 538603 w 600773"/>
                <a:gd name="connsiteY50" fmla="*/ 233884 h 600837"/>
                <a:gd name="connsiteX51" fmla="*/ 566052 w 600773"/>
                <a:gd name="connsiteY51" fmla="*/ 240208 h 600837"/>
                <a:gd name="connsiteX52" fmla="*/ 594449 w 600773"/>
                <a:gd name="connsiteY52" fmla="*/ 247798 h 600837"/>
                <a:gd name="connsiteX53" fmla="*/ 600774 w 600773"/>
                <a:gd name="connsiteY53" fmla="*/ 249063 h 600837"/>
                <a:gd name="connsiteX54" fmla="*/ 600774 w 600773"/>
                <a:gd name="connsiteY54" fmla="*/ 354431 h 600837"/>
                <a:gd name="connsiteX55" fmla="*/ 594449 w 600773"/>
                <a:gd name="connsiteY55" fmla="*/ 355822 h 600837"/>
                <a:gd name="connsiteX56" fmla="*/ 567000 w 600773"/>
                <a:gd name="connsiteY56" fmla="*/ 363475 h 600837"/>
                <a:gd name="connsiteX57" fmla="*/ 541070 w 600773"/>
                <a:gd name="connsiteY57" fmla="*/ 369799 h 600837"/>
                <a:gd name="connsiteX58" fmla="*/ 530318 w 600773"/>
                <a:gd name="connsiteY58" fmla="*/ 395541 h 600837"/>
                <a:gd name="connsiteX59" fmla="*/ 517669 w 600773"/>
                <a:gd name="connsiteY59" fmla="*/ 421977 h 600837"/>
                <a:gd name="connsiteX60" fmla="*/ 530318 w 600773"/>
                <a:gd name="connsiteY60" fmla="*/ 443481 h 600837"/>
                <a:gd name="connsiteX61" fmla="*/ 545434 w 600773"/>
                <a:gd name="connsiteY61" fmla="*/ 467514 h 600837"/>
                <a:gd name="connsiteX62" fmla="*/ 548975 w 600773"/>
                <a:gd name="connsiteY62" fmla="*/ 472068 h 600837"/>
                <a:gd name="connsiteX63" fmla="*/ 545687 w 600773"/>
                <a:gd name="connsiteY63" fmla="*/ 476875 h 600837"/>
                <a:gd name="connsiteX64" fmla="*/ 479911 w 600773"/>
                <a:gd name="connsiteY64" fmla="*/ 545307 h 600837"/>
                <a:gd name="connsiteX65" fmla="*/ 475989 w 600773"/>
                <a:gd name="connsiteY65" fmla="*/ 549165 h 600837"/>
                <a:gd name="connsiteX66" fmla="*/ 470993 w 600773"/>
                <a:gd name="connsiteY66" fmla="*/ 546825 h 600837"/>
                <a:gd name="connsiteX67" fmla="*/ 420396 w 600773"/>
                <a:gd name="connsiteY67" fmla="*/ 517985 h 600837"/>
                <a:gd name="connsiteX68" fmla="*/ 369357 w 600773"/>
                <a:gd name="connsiteY68" fmla="*/ 538160 h 600837"/>
                <a:gd name="connsiteX69" fmla="*/ 361261 w 600773"/>
                <a:gd name="connsiteY69" fmla="*/ 563459 h 600837"/>
                <a:gd name="connsiteX70" fmla="*/ 351142 w 600773"/>
                <a:gd name="connsiteY70" fmla="*/ 596663 h 600837"/>
                <a:gd name="connsiteX71" fmla="*/ 259056 w 600773"/>
                <a:gd name="connsiteY71" fmla="*/ 585026 h 600837"/>
                <a:gd name="connsiteX72" fmla="*/ 338809 w 600773"/>
                <a:gd name="connsiteY72" fmla="*/ 585026 h 600837"/>
                <a:gd name="connsiteX73" fmla="*/ 345766 w 600773"/>
                <a:gd name="connsiteY73" fmla="*/ 559727 h 600837"/>
                <a:gd name="connsiteX74" fmla="*/ 357403 w 600773"/>
                <a:gd name="connsiteY74" fmla="*/ 526776 h 600837"/>
                <a:gd name="connsiteX75" fmla="*/ 359301 w 600773"/>
                <a:gd name="connsiteY75" fmla="*/ 523803 h 600837"/>
                <a:gd name="connsiteX76" fmla="*/ 362779 w 600773"/>
                <a:gd name="connsiteY76" fmla="*/ 523171 h 600837"/>
                <a:gd name="connsiteX77" fmla="*/ 416791 w 600773"/>
                <a:gd name="connsiteY77" fmla="*/ 501667 h 600837"/>
                <a:gd name="connsiteX78" fmla="*/ 421092 w 600773"/>
                <a:gd name="connsiteY78" fmla="*/ 499137 h 600837"/>
                <a:gd name="connsiteX79" fmla="*/ 425203 w 600773"/>
                <a:gd name="connsiteY79" fmla="*/ 501920 h 600837"/>
                <a:gd name="connsiteX80" fmla="*/ 473143 w 600773"/>
                <a:gd name="connsiteY80" fmla="*/ 529938 h 600837"/>
                <a:gd name="connsiteX81" fmla="*/ 529559 w 600773"/>
                <a:gd name="connsiteY81" fmla="*/ 472005 h 600837"/>
                <a:gd name="connsiteX82" fmla="*/ 516910 w 600773"/>
                <a:gd name="connsiteY82" fmla="*/ 451197 h 600837"/>
                <a:gd name="connsiteX83" fmla="*/ 501920 w 600773"/>
                <a:gd name="connsiteY83" fmla="*/ 425393 h 600837"/>
                <a:gd name="connsiteX84" fmla="*/ 498631 w 600773"/>
                <a:gd name="connsiteY84" fmla="*/ 420206 h 600837"/>
                <a:gd name="connsiteX85" fmla="*/ 502869 w 600773"/>
                <a:gd name="connsiteY85" fmla="*/ 415716 h 600837"/>
                <a:gd name="connsiteX86" fmla="*/ 516340 w 600773"/>
                <a:gd name="connsiteY86" fmla="*/ 389912 h 600837"/>
                <a:gd name="connsiteX87" fmla="*/ 530128 w 600773"/>
                <a:gd name="connsiteY87" fmla="*/ 358289 h 600837"/>
                <a:gd name="connsiteX88" fmla="*/ 532089 w 600773"/>
                <a:gd name="connsiteY88" fmla="*/ 355126 h 600837"/>
                <a:gd name="connsiteX89" fmla="*/ 535820 w 600773"/>
                <a:gd name="connsiteY89" fmla="*/ 354620 h 600837"/>
                <a:gd name="connsiteX90" fmla="*/ 563395 w 600773"/>
                <a:gd name="connsiteY90" fmla="*/ 348296 h 600837"/>
                <a:gd name="connsiteX91" fmla="*/ 585531 w 600773"/>
                <a:gd name="connsiteY91" fmla="*/ 341971 h 600837"/>
                <a:gd name="connsiteX92" fmla="*/ 585531 w 600773"/>
                <a:gd name="connsiteY92" fmla="*/ 261838 h 600837"/>
                <a:gd name="connsiteX93" fmla="*/ 562130 w 600773"/>
                <a:gd name="connsiteY93" fmla="*/ 255514 h 600837"/>
                <a:gd name="connsiteX94" fmla="*/ 535757 w 600773"/>
                <a:gd name="connsiteY94" fmla="*/ 249189 h 600837"/>
                <a:gd name="connsiteX95" fmla="*/ 504134 w 600773"/>
                <a:gd name="connsiteY95" fmla="*/ 182022 h 600837"/>
                <a:gd name="connsiteX96" fmla="*/ 502806 w 600773"/>
                <a:gd name="connsiteY96" fmla="*/ 178290 h 600837"/>
                <a:gd name="connsiteX97" fmla="*/ 505019 w 600773"/>
                <a:gd name="connsiteY97" fmla="*/ 175002 h 600837"/>
                <a:gd name="connsiteX98" fmla="*/ 532721 w 600773"/>
                <a:gd name="connsiteY98" fmla="*/ 127883 h 600837"/>
                <a:gd name="connsiteX99" fmla="*/ 503881 w 600773"/>
                <a:gd name="connsiteY99" fmla="*/ 99739 h 600837"/>
                <a:gd name="connsiteX100" fmla="*/ 474472 w 600773"/>
                <a:gd name="connsiteY100" fmla="*/ 73049 h 600837"/>
                <a:gd name="connsiteX101" fmla="*/ 453031 w 600773"/>
                <a:gd name="connsiteY101" fmla="*/ 85698 h 600837"/>
                <a:gd name="connsiteX102" fmla="*/ 422547 w 600773"/>
                <a:gd name="connsiteY102" fmla="*/ 99992 h 600837"/>
                <a:gd name="connsiteX103" fmla="*/ 418752 w 600773"/>
                <a:gd name="connsiteY103" fmla="*/ 101004 h 600837"/>
                <a:gd name="connsiteX104" fmla="*/ 416222 w 600773"/>
                <a:gd name="connsiteY104" fmla="*/ 98601 h 600837"/>
                <a:gd name="connsiteX105" fmla="*/ 390924 w 600773"/>
                <a:gd name="connsiteY105" fmla="*/ 85951 h 600837"/>
                <a:gd name="connsiteX106" fmla="*/ 361261 w 600773"/>
                <a:gd name="connsiteY106" fmla="*/ 74314 h 600837"/>
                <a:gd name="connsiteX107" fmla="*/ 357846 w 600773"/>
                <a:gd name="connsiteY107" fmla="*/ 72733 h 600837"/>
                <a:gd name="connsiteX108" fmla="*/ 356454 w 600773"/>
                <a:gd name="connsiteY108" fmla="*/ 69065 h 600837"/>
                <a:gd name="connsiteX109" fmla="*/ 341339 w 600773"/>
                <a:gd name="connsiteY109" fmla="*/ 15812 h 600837"/>
                <a:gd name="connsiteX110" fmla="*/ 262597 w 600773"/>
                <a:gd name="connsiteY110" fmla="*/ 15812 h 600837"/>
                <a:gd name="connsiteX111" fmla="*/ 255767 w 600773"/>
                <a:gd name="connsiteY111" fmla="*/ 40477 h 600837"/>
                <a:gd name="connsiteX112" fmla="*/ 247039 w 600773"/>
                <a:gd name="connsiteY112" fmla="*/ 72100 h 600837"/>
                <a:gd name="connsiteX113" fmla="*/ 245395 w 600773"/>
                <a:gd name="connsiteY113" fmla="*/ 77413 h 600837"/>
                <a:gd name="connsiteX114" fmla="*/ 239892 w 600773"/>
                <a:gd name="connsiteY114" fmla="*/ 77413 h 600837"/>
                <a:gd name="connsiteX115" fmla="*/ 183603 w 600773"/>
                <a:gd name="connsiteY115" fmla="*/ 99233 h 600837"/>
                <a:gd name="connsiteX116" fmla="*/ 179429 w 600773"/>
                <a:gd name="connsiteY116" fmla="*/ 101067 h 600837"/>
                <a:gd name="connsiteX117" fmla="*/ 175887 w 600773"/>
                <a:gd name="connsiteY117" fmla="*/ 98664 h 600837"/>
                <a:gd name="connsiteX118" fmla="*/ 128453 w 600773"/>
                <a:gd name="connsiteY118" fmla="*/ 70899 h 600837"/>
                <a:gd name="connsiteX119" fmla="*/ 71847 w 600773"/>
                <a:gd name="connsiteY119" fmla="*/ 128642 h 600837"/>
                <a:gd name="connsiteX120" fmla="*/ 99992 w 600773"/>
                <a:gd name="connsiteY120" fmla="*/ 175950 h 600837"/>
                <a:gd name="connsiteX121" fmla="*/ 102269 w 600773"/>
                <a:gd name="connsiteY121" fmla="*/ 180188 h 600837"/>
                <a:gd name="connsiteX122" fmla="*/ 99549 w 600773"/>
                <a:gd name="connsiteY122" fmla="*/ 184172 h 600837"/>
                <a:gd name="connsiteX123" fmla="*/ 85572 w 600773"/>
                <a:gd name="connsiteY123" fmla="*/ 211684 h 600837"/>
                <a:gd name="connsiteX124" fmla="*/ 71658 w 600773"/>
                <a:gd name="connsiteY124" fmla="*/ 242232 h 600837"/>
                <a:gd name="connsiteX125" fmla="*/ 69760 w 600773"/>
                <a:gd name="connsiteY125" fmla="*/ 245711 h 600837"/>
                <a:gd name="connsiteX126" fmla="*/ 65839 w 600773"/>
                <a:gd name="connsiteY126" fmla="*/ 246217 h 600837"/>
                <a:gd name="connsiteX127" fmla="*/ 38264 w 600773"/>
                <a:gd name="connsiteY127" fmla="*/ 252541 h 600837"/>
                <a:gd name="connsiteX128" fmla="*/ 16064 w 600773"/>
                <a:gd name="connsiteY128" fmla="*/ 258866 h 600837"/>
                <a:gd name="connsiteX129" fmla="*/ 16064 w 600773"/>
                <a:gd name="connsiteY129" fmla="*/ 338999 h 600837"/>
                <a:gd name="connsiteX130" fmla="*/ 39529 w 600773"/>
                <a:gd name="connsiteY130" fmla="*/ 345323 h 600837"/>
                <a:gd name="connsiteX131" fmla="*/ 68622 w 600773"/>
                <a:gd name="connsiteY131" fmla="*/ 351648 h 600837"/>
                <a:gd name="connsiteX132" fmla="*/ 74567 w 600773"/>
                <a:gd name="connsiteY132" fmla="*/ 352407 h 600837"/>
                <a:gd name="connsiteX133" fmla="*/ 75452 w 600773"/>
                <a:gd name="connsiteY133" fmla="*/ 358352 h 600837"/>
                <a:gd name="connsiteX134" fmla="*/ 84750 w 600773"/>
                <a:gd name="connsiteY134" fmla="*/ 388583 h 600837"/>
                <a:gd name="connsiteX135" fmla="*/ 97399 w 600773"/>
                <a:gd name="connsiteY135" fmla="*/ 418625 h 600837"/>
                <a:gd name="connsiteX136" fmla="*/ 98537 w 600773"/>
                <a:gd name="connsiteY136" fmla="*/ 421977 h 600837"/>
                <a:gd name="connsiteX137" fmla="*/ 96766 w 600773"/>
                <a:gd name="connsiteY137" fmla="*/ 425076 h 600837"/>
                <a:gd name="connsiteX138" fmla="*/ 70836 w 600773"/>
                <a:gd name="connsiteY138" fmla="*/ 472637 h 600837"/>
                <a:gd name="connsiteX139" fmla="*/ 127757 w 600773"/>
                <a:gd name="connsiteY139" fmla="*/ 527345 h 600837"/>
                <a:gd name="connsiteX140" fmla="*/ 148628 w 600773"/>
                <a:gd name="connsiteY140" fmla="*/ 515139 h 600837"/>
                <a:gd name="connsiteX141" fmla="*/ 178354 w 600773"/>
                <a:gd name="connsiteY141" fmla="*/ 500845 h 600837"/>
                <a:gd name="connsiteX142" fmla="*/ 181959 w 600773"/>
                <a:gd name="connsiteY142" fmla="*/ 499770 h 600837"/>
                <a:gd name="connsiteX143" fmla="*/ 185058 w 600773"/>
                <a:gd name="connsiteY143" fmla="*/ 501857 h 600837"/>
                <a:gd name="connsiteX144" fmla="*/ 240019 w 600773"/>
                <a:gd name="connsiteY144" fmla="*/ 526460 h 600837"/>
                <a:gd name="connsiteX145" fmla="*/ 243054 w 600773"/>
                <a:gd name="connsiteY145" fmla="*/ 527788 h 600837"/>
                <a:gd name="connsiteX146" fmla="*/ 244193 w 600773"/>
                <a:gd name="connsiteY146" fmla="*/ 530887 h 600837"/>
                <a:gd name="connsiteX147" fmla="*/ 252731 w 600773"/>
                <a:gd name="connsiteY147" fmla="*/ 561688 h 600837"/>
                <a:gd name="connsiteX148" fmla="*/ 259056 w 600773"/>
                <a:gd name="connsiteY148" fmla="*/ 585026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600773" h="600837">
                  <a:moveTo>
                    <a:pt x="348928" y="600837"/>
                  </a:moveTo>
                  <a:lnTo>
                    <a:pt x="248873" y="600837"/>
                  </a:lnTo>
                  <a:lnTo>
                    <a:pt x="246723" y="596347"/>
                  </a:lnTo>
                  <a:cubicBezTo>
                    <a:pt x="242433" y="586360"/>
                    <a:pt x="239211" y="575956"/>
                    <a:pt x="237109" y="565293"/>
                  </a:cubicBezTo>
                  <a:cubicBezTo>
                    <a:pt x="234453" y="553909"/>
                    <a:pt x="232176" y="545244"/>
                    <a:pt x="230342" y="539615"/>
                  </a:cubicBezTo>
                  <a:cubicBezTo>
                    <a:pt x="197454" y="525132"/>
                    <a:pt x="184931" y="519439"/>
                    <a:pt x="179745" y="517036"/>
                  </a:cubicBezTo>
                  <a:cubicBezTo>
                    <a:pt x="171774" y="520163"/>
                    <a:pt x="164127" y="524061"/>
                    <a:pt x="156913" y="528673"/>
                  </a:cubicBezTo>
                  <a:cubicBezTo>
                    <a:pt x="148304" y="534259"/>
                    <a:pt x="139371" y="539328"/>
                    <a:pt x="130160" y="543852"/>
                  </a:cubicBezTo>
                  <a:lnTo>
                    <a:pt x="126239" y="545560"/>
                  </a:lnTo>
                  <a:lnTo>
                    <a:pt x="122444" y="543410"/>
                  </a:lnTo>
                  <a:cubicBezTo>
                    <a:pt x="113969" y="537718"/>
                    <a:pt x="92213" y="517099"/>
                    <a:pt x="55720" y="480164"/>
                  </a:cubicBezTo>
                  <a:lnTo>
                    <a:pt x="52557" y="476875"/>
                  </a:lnTo>
                  <a:lnTo>
                    <a:pt x="53759" y="472511"/>
                  </a:lnTo>
                  <a:cubicBezTo>
                    <a:pt x="54898" y="468337"/>
                    <a:pt x="59009" y="458407"/>
                    <a:pt x="80955" y="420459"/>
                  </a:cubicBezTo>
                  <a:cubicBezTo>
                    <a:pt x="79374" y="416601"/>
                    <a:pt x="76148" y="409138"/>
                    <a:pt x="69760" y="395161"/>
                  </a:cubicBezTo>
                  <a:cubicBezTo>
                    <a:pt x="65687" y="385895"/>
                    <a:pt x="62593" y="376230"/>
                    <a:pt x="60526" y="366321"/>
                  </a:cubicBezTo>
                  <a:cubicBezTo>
                    <a:pt x="53190" y="365056"/>
                    <a:pt x="44588" y="363095"/>
                    <a:pt x="34912" y="360502"/>
                  </a:cubicBezTo>
                  <a:cubicBezTo>
                    <a:pt x="21061" y="356454"/>
                    <a:pt x="11511" y="354178"/>
                    <a:pt x="6325" y="352849"/>
                  </a:cubicBezTo>
                  <a:lnTo>
                    <a:pt x="0" y="351585"/>
                  </a:lnTo>
                  <a:lnTo>
                    <a:pt x="0" y="246153"/>
                  </a:lnTo>
                  <a:lnTo>
                    <a:pt x="6325" y="244699"/>
                  </a:lnTo>
                  <a:cubicBezTo>
                    <a:pt x="10752" y="243687"/>
                    <a:pt x="19733" y="241220"/>
                    <a:pt x="33773" y="237109"/>
                  </a:cubicBezTo>
                  <a:cubicBezTo>
                    <a:pt x="42224" y="234503"/>
                    <a:pt x="50819" y="232391"/>
                    <a:pt x="59514" y="230785"/>
                  </a:cubicBezTo>
                  <a:cubicBezTo>
                    <a:pt x="62171" y="225535"/>
                    <a:pt x="65839" y="216934"/>
                    <a:pt x="70962" y="205170"/>
                  </a:cubicBezTo>
                  <a:cubicBezTo>
                    <a:pt x="74537" y="196106"/>
                    <a:pt x="78765" y="187313"/>
                    <a:pt x="83611" y="178860"/>
                  </a:cubicBezTo>
                  <a:cubicBezTo>
                    <a:pt x="67800" y="150020"/>
                    <a:pt x="59704" y="138635"/>
                    <a:pt x="55720" y="133892"/>
                  </a:cubicBezTo>
                  <a:lnTo>
                    <a:pt x="51609" y="129275"/>
                  </a:lnTo>
                  <a:lnTo>
                    <a:pt x="55151" y="124152"/>
                  </a:lnTo>
                  <a:cubicBezTo>
                    <a:pt x="60969" y="115803"/>
                    <a:pt x="82599" y="93351"/>
                    <a:pt x="121306" y="55656"/>
                  </a:cubicBezTo>
                  <a:lnTo>
                    <a:pt x="125290" y="51798"/>
                  </a:lnTo>
                  <a:lnTo>
                    <a:pt x="130287" y="54265"/>
                  </a:lnTo>
                  <a:cubicBezTo>
                    <a:pt x="148100" y="62579"/>
                    <a:pt x="165230" y="72286"/>
                    <a:pt x="181516" y="83295"/>
                  </a:cubicBezTo>
                  <a:cubicBezTo>
                    <a:pt x="198335" y="75456"/>
                    <a:pt x="215637" y="68697"/>
                    <a:pt x="233315" y="63056"/>
                  </a:cubicBezTo>
                  <a:cubicBezTo>
                    <a:pt x="234516" y="58692"/>
                    <a:pt x="236730" y="50787"/>
                    <a:pt x="240525" y="36430"/>
                  </a:cubicBezTo>
                  <a:cubicBezTo>
                    <a:pt x="243813" y="23780"/>
                    <a:pt x="246849" y="13535"/>
                    <a:pt x="249252" y="5566"/>
                  </a:cubicBezTo>
                  <a:lnTo>
                    <a:pt x="250960" y="0"/>
                  </a:lnTo>
                  <a:lnTo>
                    <a:pt x="352154" y="0"/>
                  </a:lnTo>
                  <a:lnTo>
                    <a:pt x="354178" y="4933"/>
                  </a:lnTo>
                  <a:cubicBezTo>
                    <a:pt x="357466" y="13155"/>
                    <a:pt x="362906" y="31560"/>
                    <a:pt x="370748" y="61285"/>
                  </a:cubicBezTo>
                  <a:cubicBezTo>
                    <a:pt x="374733" y="62930"/>
                    <a:pt x="382196" y="65902"/>
                    <a:pt x="396046" y="71089"/>
                  </a:cubicBezTo>
                  <a:cubicBezTo>
                    <a:pt x="405168" y="74339"/>
                    <a:pt x="413907" y="78581"/>
                    <a:pt x="422104" y="83738"/>
                  </a:cubicBezTo>
                  <a:cubicBezTo>
                    <a:pt x="429774" y="80828"/>
                    <a:pt x="437076" y="77029"/>
                    <a:pt x="443860" y="72417"/>
                  </a:cubicBezTo>
                  <a:cubicBezTo>
                    <a:pt x="452652" y="66680"/>
                    <a:pt x="461823" y="61545"/>
                    <a:pt x="471309" y="57048"/>
                  </a:cubicBezTo>
                  <a:lnTo>
                    <a:pt x="475041" y="55467"/>
                  </a:lnTo>
                  <a:lnTo>
                    <a:pt x="478519" y="57554"/>
                  </a:lnTo>
                  <a:cubicBezTo>
                    <a:pt x="491900" y="66456"/>
                    <a:pt x="504043" y="77089"/>
                    <a:pt x="514633" y="89177"/>
                  </a:cubicBezTo>
                  <a:cubicBezTo>
                    <a:pt x="524848" y="100093"/>
                    <a:pt x="535636" y="110459"/>
                    <a:pt x="546951" y="120231"/>
                  </a:cubicBezTo>
                  <a:lnTo>
                    <a:pt x="552138" y="124342"/>
                  </a:lnTo>
                  <a:lnTo>
                    <a:pt x="548975" y="130160"/>
                  </a:lnTo>
                  <a:cubicBezTo>
                    <a:pt x="536326" y="153055"/>
                    <a:pt x="526966" y="169752"/>
                    <a:pt x="519629" y="180757"/>
                  </a:cubicBezTo>
                  <a:cubicBezTo>
                    <a:pt x="531140" y="213835"/>
                    <a:pt x="536326" y="228002"/>
                    <a:pt x="538603" y="233884"/>
                  </a:cubicBezTo>
                  <a:cubicBezTo>
                    <a:pt x="547898" y="235304"/>
                    <a:pt x="557071" y="237418"/>
                    <a:pt x="566052" y="240208"/>
                  </a:cubicBezTo>
                  <a:cubicBezTo>
                    <a:pt x="579713" y="244193"/>
                    <a:pt x="589326" y="246533"/>
                    <a:pt x="594449" y="247798"/>
                  </a:cubicBezTo>
                  <a:lnTo>
                    <a:pt x="600774" y="249063"/>
                  </a:lnTo>
                  <a:lnTo>
                    <a:pt x="600774" y="354431"/>
                  </a:lnTo>
                  <a:lnTo>
                    <a:pt x="594449" y="355822"/>
                  </a:lnTo>
                  <a:cubicBezTo>
                    <a:pt x="591224" y="356581"/>
                    <a:pt x="583824" y="358542"/>
                    <a:pt x="567000" y="363475"/>
                  </a:cubicBezTo>
                  <a:cubicBezTo>
                    <a:pt x="558481" y="366068"/>
                    <a:pt x="549825" y="368180"/>
                    <a:pt x="541070" y="369799"/>
                  </a:cubicBezTo>
                  <a:cubicBezTo>
                    <a:pt x="537042" y="378188"/>
                    <a:pt x="533453" y="386780"/>
                    <a:pt x="530318" y="395541"/>
                  </a:cubicBezTo>
                  <a:cubicBezTo>
                    <a:pt x="527320" y="404886"/>
                    <a:pt x="523064" y="413779"/>
                    <a:pt x="517669" y="421977"/>
                  </a:cubicBezTo>
                  <a:cubicBezTo>
                    <a:pt x="520388" y="426594"/>
                    <a:pt x="524562" y="433804"/>
                    <a:pt x="530318" y="443481"/>
                  </a:cubicBezTo>
                  <a:cubicBezTo>
                    <a:pt x="534778" y="451841"/>
                    <a:pt x="539829" y="459873"/>
                    <a:pt x="545434" y="467514"/>
                  </a:cubicBezTo>
                  <a:lnTo>
                    <a:pt x="548975" y="472068"/>
                  </a:lnTo>
                  <a:lnTo>
                    <a:pt x="545687" y="476875"/>
                  </a:lnTo>
                  <a:cubicBezTo>
                    <a:pt x="539868" y="485223"/>
                    <a:pt x="518364" y="507612"/>
                    <a:pt x="479911" y="545307"/>
                  </a:cubicBezTo>
                  <a:lnTo>
                    <a:pt x="475989" y="549165"/>
                  </a:lnTo>
                  <a:lnTo>
                    <a:pt x="470993" y="546825"/>
                  </a:lnTo>
                  <a:cubicBezTo>
                    <a:pt x="453461" y="538432"/>
                    <a:pt x="436552" y="528794"/>
                    <a:pt x="420396" y="517985"/>
                  </a:cubicBezTo>
                  <a:cubicBezTo>
                    <a:pt x="404480" y="527209"/>
                    <a:pt x="387278" y="534009"/>
                    <a:pt x="369357" y="538160"/>
                  </a:cubicBezTo>
                  <a:cubicBezTo>
                    <a:pt x="365738" y="546270"/>
                    <a:pt x="363024" y="554756"/>
                    <a:pt x="361261" y="563459"/>
                  </a:cubicBezTo>
                  <a:cubicBezTo>
                    <a:pt x="359082" y="574856"/>
                    <a:pt x="355690" y="585987"/>
                    <a:pt x="351142" y="596663"/>
                  </a:cubicBezTo>
                  <a:close/>
                  <a:moveTo>
                    <a:pt x="259056" y="585026"/>
                  </a:moveTo>
                  <a:lnTo>
                    <a:pt x="338809" y="585026"/>
                  </a:lnTo>
                  <a:cubicBezTo>
                    <a:pt x="341634" y="576740"/>
                    <a:pt x="343957" y="568291"/>
                    <a:pt x="345766" y="559727"/>
                  </a:cubicBezTo>
                  <a:cubicBezTo>
                    <a:pt x="347926" y="548210"/>
                    <a:pt x="351851" y="537095"/>
                    <a:pt x="357403" y="526776"/>
                  </a:cubicBezTo>
                  <a:lnTo>
                    <a:pt x="359301" y="523803"/>
                  </a:lnTo>
                  <a:lnTo>
                    <a:pt x="362779" y="523171"/>
                  </a:lnTo>
                  <a:cubicBezTo>
                    <a:pt x="381877" y="519133"/>
                    <a:pt x="400144" y="511861"/>
                    <a:pt x="416791" y="501667"/>
                  </a:cubicBezTo>
                  <a:lnTo>
                    <a:pt x="421092" y="499137"/>
                  </a:lnTo>
                  <a:lnTo>
                    <a:pt x="425203" y="501920"/>
                  </a:lnTo>
                  <a:cubicBezTo>
                    <a:pt x="440490" y="512398"/>
                    <a:pt x="456512" y="521761"/>
                    <a:pt x="473143" y="529938"/>
                  </a:cubicBezTo>
                  <a:cubicBezTo>
                    <a:pt x="507612" y="496038"/>
                    <a:pt x="523044" y="479721"/>
                    <a:pt x="529559" y="472005"/>
                  </a:cubicBezTo>
                  <a:cubicBezTo>
                    <a:pt x="525638" y="466376"/>
                    <a:pt x="521274" y="459356"/>
                    <a:pt x="516910" y="451197"/>
                  </a:cubicBezTo>
                  <a:cubicBezTo>
                    <a:pt x="506853" y="433615"/>
                    <a:pt x="503185" y="427480"/>
                    <a:pt x="501920" y="425393"/>
                  </a:cubicBezTo>
                  <a:lnTo>
                    <a:pt x="498631" y="420206"/>
                  </a:lnTo>
                  <a:lnTo>
                    <a:pt x="502869" y="415716"/>
                  </a:lnTo>
                  <a:cubicBezTo>
                    <a:pt x="509006" y="408080"/>
                    <a:pt x="513583" y="399312"/>
                    <a:pt x="516340" y="389912"/>
                  </a:cubicBezTo>
                  <a:cubicBezTo>
                    <a:pt x="520091" y="379022"/>
                    <a:pt x="524702" y="368448"/>
                    <a:pt x="530128" y="358289"/>
                  </a:cubicBezTo>
                  <a:lnTo>
                    <a:pt x="532089" y="355126"/>
                  </a:lnTo>
                  <a:lnTo>
                    <a:pt x="535820" y="354620"/>
                  </a:lnTo>
                  <a:cubicBezTo>
                    <a:pt x="545145" y="353140"/>
                    <a:pt x="554358" y="351027"/>
                    <a:pt x="563395" y="348296"/>
                  </a:cubicBezTo>
                  <a:cubicBezTo>
                    <a:pt x="572756" y="345513"/>
                    <a:pt x="580219" y="343426"/>
                    <a:pt x="585531" y="341971"/>
                  </a:cubicBezTo>
                  <a:lnTo>
                    <a:pt x="585531" y="261838"/>
                  </a:lnTo>
                  <a:cubicBezTo>
                    <a:pt x="579839" y="260447"/>
                    <a:pt x="572123" y="258297"/>
                    <a:pt x="562130" y="255514"/>
                  </a:cubicBezTo>
                  <a:cubicBezTo>
                    <a:pt x="553523" y="252704"/>
                    <a:pt x="544703" y="250590"/>
                    <a:pt x="535757" y="249189"/>
                  </a:cubicBezTo>
                  <a:cubicBezTo>
                    <a:pt x="527978" y="251087"/>
                    <a:pt x="527851" y="250897"/>
                    <a:pt x="504134" y="182022"/>
                  </a:cubicBezTo>
                  <a:lnTo>
                    <a:pt x="502806" y="178290"/>
                  </a:lnTo>
                  <a:lnTo>
                    <a:pt x="505019" y="175002"/>
                  </a:lnTo>
                  <a:cubicBezTo>
                    <a:pt x="511344" y="165325"/>
                    <a:pt x="520957" y="149703"/>
                    <a:pt x="532721" y="127883"/>
                  </a:cubicBezTo>
                  <a:cubicBezTo>
                    <a:pt x="525764" y="121559"/>
                    <a:pt x="516214" y="112451"/>
                    <a:pt x="503881" y="99739"/>
                  </a:cubicBezTo>
                  <a:cubicBezTo>
                    <a:pt x="495063" y="89814"/>
                    <a:pt x="485203" y="80866"/>
                    <a:pt x="474472" y="73049"/>
                  </a:cubicBezTo>
                  <a:cubicBezTo>
                    <a:pt x="469538" y="75516"/>
                    <a:pt x="462328" y="79690"/>
                    <a:pt x="453031" y="85698"/>
                  </a:cubicBezTo>
                  <a:cubicBezTo>
                    <a:pt x="443673" y="92016"/>
                    <a:pt x="433388" y="96838"/>
                    <a:pt x="422547" y="99992"/>
                  </a:cubicBezTo>
                  <a:lnTo>
                    <a:pt x="418752" y="101004"/>
                  </a:lnTo>
                  <a:lnTo>
                    <a:pt x="416222" y="98601"/>
                  </a:lnTo>
                  <a:cubicBezTo>
                    <a:pt x="408397" y="93265"/>
                    <a:pt x="399887" y="89010"/>
                    <a:pt x="390924" y="85951"/>
                  </a:cubicBezTo>
                  <a:cubicBezTo>
                    <a:pt x="374733" y="79627"/>
                    <a:pt x="365056" y="76022"/>
                    <a:pt x="361261" y="74314"/>
                  </a:cubicBezTo>
                  <a:lnTo>
                    <a:pt x="357846" y="72733"/>
                  </a:lnTo>
                  <a:lnTo>
                    <a:pt x="356454" y="69065"/>
                  </a:lnTo>
                  <a:cubicBezTo>
                    <a:pt x="349750" y="43450"/>
                    <a:pt x="344691" y="25551"/>
                    <a:pt x="341339" y="15812"/>
                  </a:cubicBezTo>
                  <a:lnTo>
                    <a:pt x="262597" y="15812"/>
                  </a:lnTo>
                  <a:cubicBezTo>
                    <a:pt x="260574" y="22642"/>
                    <a:pt x="258233" y="30927"/>
                    <a:pt x="255767" y="40477"/>
                  </a:cubicBezTo>
                  <a:cubicBezTo>
                    <a:pt x="252605" y="52368"/>
                    <a:pt x="248494" y="67483"/>
                    <a:pt x="247039" y="72100"/>
                  </a:cubicBezTo>
                  <a:lnTo>
                    <a:pt x="245395" y="77413"/>
                  </a:lnTo>
                  <a:lnTo>
                    <a:pt x="239892" y="77413"/>
                  </a:lnTo>
                  <a:cubicBezTo>
                    <a:pt x="238184" y="77413"/>
                    <a:pt x="229077" y="79374"/>
                    <a:pt x="183603" y="99233"/>
                  </a:cubicBezTo>
                  <a:lnTo>
                    <a:pt x="179429" y="101067"/>
                  </a:lnTo>
                  <a:lnTo>
                    <a:pt x="175887" y="98664"/>
                  </a:lnTo>
                  <a:cubicBezTo>
                    <a:pt x="160909" y="88053"/>
                    <a:pt x="145038" y="78763"/>
                    <a:pt x="128453" y="70899"/>
                  </a:cubicBezTo>
                  <a:cubicBezTo>
                    <a:pt x="94047" y="104546"/>
                    <a:pt x="78552" y="120863"/>
                    <a:pt x="71847" y="128642"/>
                  </a:cubicBezTo>
                  <a:cubicBezTo>
                    <a:pt x="82260" y="143775"/>
                    <a:pt x="91662" y="159579"/>
                    <a:pt x="99992" y="175950"/>
                  </a:cubicBezTo>
                  <a:lnTo>
                    <a:pt x="102269" y="180188"/>
                  </a:lnTo>
                  <a:lnTo>
                    <a:pt x="99549" y="184172"/>
                  </a:lnTo>
                  <a:cubicBezTo>
                    <a:pt x="93979" y="192851"/>
                    <a:pt x="89296" y="202068"/>
                    <a:pt x="85572" y="211684"/>
                  </a:cubicBezTo>
                  <a:cubicBezTo>
                    <a:pt x="79247" y="227116"/>
                    <a:pt x="74504" y="236983"/>
                    <a:pt x="71658" y="242232"/>
                  </a:cubicBezTo>
                  <a:lnTo>
                    <a:pt x="69760" y="245711"/>
                  </a:lnTo>
                  <a:lnTo>
                    <a:pt x="65839" y="246217"/>
                  </a:lnTo>
                  <a:cubicBezTo>
                    <a:pt x="56507" y="247659"/>
                    <a:pt x="47292" y="249773"/>
                    <a:pt x="38264" y="252541"/>
                  </a:cubicBezTo>
                  <a:cubicBezTo>
                    <a:pt x="28650" y="255324"/>
                    <a:pt x="21314" y="257411"/>
                    <a:pt x="16064" y="258866"/>
                  </a:cubicBezTo>
                  <a:lnTo>
                    <a:pt x="16064" y="338999"/>
                  </a:lnTo>
                  <a:cubicBezTo>
                    <a:pt x="21820" y="340390"/>
                    <a:pt x="29536" y="342540"/>
                    <a:pt x="39529" y="345323"/>
                  </a:cubicBezTo>
                  <a:cubicBezTo>
                    <a:pt x="49083" y="348043"/>
                    <a:pt x="58800" y="350156"/>
                    <a:pt x="68622" y="351648"/>
                  </a:cubicBezTo>
                  <a:lnTo>
                    <a:pt x="74567" y="352407"/>
                  </a:lnTo>
                  <a:lnTo>
                    <a:pt x="75452" y="358352"/>
                  </a:lnTo>
                  <a:cubicBezTo>
                    <a:pt x="77200" y="368796"/>
                    <a:pt x="80327" y="378962"/>
                    <a:pt x="84750" y="388583"/>
                  </a:cubicBezTo>
                  <a:cubicBezTo>
                    <a:pt x="94679" y="410593"/>
                    <a:pt x="96893" y="416222"/>
                    <a:pt x="97399" y="418625"/>
                  </a:cubicBezTo>
                  <a:lnTo>
                    <a:pt x="98537" y="421977"/>
                  </a:lnTo>
                  <a:lnTo>
                    <a:pt x="96766" y="425076"/>
                  </a:lnTo>
                  <a:cubicBezTo>
                    <a:pt x="80259" y="453411"/>
                    <a:pt x="73555" y="466566"/>
                    <a:pt x="70836" y="472637"/>
                  </a:cubicBezTo>
                  <a:cubicBezTo>
                    <a:pt x="104672" y="506980"/>
                    <a:pt x="120420" y="521527"/>
                    <a:pt x="127757" y="527345"/>
                  </a:cubicBezTo>
                  <a:cubicBezTo>
                    <a:pt x="132627" y="524815"/>
                    <a:pt x="139584" y="521021"/>
                    <a:pt x="148628" y="515139"/>
                  </a:cubicBezTo>
                  <a:cubicBezTo>
                    <a:pt x="157902" y="509154"/>
                    <a:pt x="167888" y="504351"/>
                    <a:pt x="178354" y="500845"/>
                  </a:cubicBezTo>
                  <a:lnTo>
                    <a:pt x="181959" y="499770"/>
                  </a:lnTo>
                  <a:lnTo>
                    <a:pt x="185058" y="501857"/>
                  </a:lnTo>
                  <a:cubicBezTo>
                    <a:pt x="186196" y="502489"/>
                    <a:pt x="195240" y="506727"/>
                    <a:pt x="240019" y="526460"/>
                  </a:cubicBezTo>
                  <a:lnTo>
                    <a:pt x="243054" y="527788"/>
                  </a:lnTo>
                  <a:lnTo>
                    <a:pt x="244193" y="530887"/>
                  </a:lnTo>
                  <a:cubicBezTo>
                    <a:pt x="247661" y="540971"/>
                    <a:pt x="250512" y="551258"/>
                    <a:pt x="252731" y="561688"/>
                  </a:cubicBezTo>
                  <a:cubicBezTo>
                    <a:pt x="254324" y="569600"/>
                    <a:pt x="256437" y="577392"/>
                    <a:pt x="259056" y="585026"/>
                  </a:cubicBezTo>
                  <a:close/>
                </a:path>
              </a:pathLst>
            </a:custGeom>
            <a:grpFill/>
            <a:ln w="6271" cap="flat">
              <a:noFill/>
              <a:prstDash val="solid"/>
              <a:miter/>
            </a:ln>
          </p:spPr>
          <p:txBody>
            <a:bodyPr rtlCol="0" anchor="ctr"/>
            <a:lstStyle/>
            <a:p>
              <a:endParaRPr lang="en-US"/>
            </a:p>
          </p:txBody>
        </p:sp>
      </p:grpSp>
      <p:grpSp>
        <p:nvGrpSpPr>
          <p:cNvPr id="57" name="Group 56" descr="Automation">
            <a:extLst>
              <a:ext uri="{FF2B5EF4-FFF2-40B4-BE49-F238E27FC236}">
                <a16:creationId xmlns:a16="http://schemas.microsoft.com/office/drawing/2014/main" id="{3DE70FE0-AC38-D29B-3A94-F678131DB2FD}"/>
              </a:ext>
            </a:extLst>
          </p:cNvPr>
          <p:cNvGrpSpPr/>
          <p:nvPr/>
        </p:nvGrpSpPr>
        <p:grpSpPr>
          <a:xfrm>
            <a:off x="1449604" y="4893227"/>
            <a:ext cx="288318" cy="288348"/>
            <a:chOff x="531730" y="723307"/>
            <a:chExt cx="600773" cy="600837"/>
          </a:xfrm>
          <a:solidFill>
            <a:schemeClr val="accent5"/>
          </a:solidFill>
        </p:grpSpPr>
        <p:sp>
          <p:nvSpPr>
            <p:cNvPr id="69" name="Picture Placeholder 74">
              <a:extLst>
                <a:ext uri="{FF2B5EF4-FFF2-40B4-BE49-F238E27FC236}">
                  <a16:creationId xmlns:a16="http://schemas.microsoft.com/office/drawing/2014/main" id="{421493F3-20D4-C358-272C-BC6F98A522A2}"/>
                </a:ext>
              </a:extLst>
            </p:cNvPr>
            <p:cNvSpPr/>
            <p:nvPr/>
          </p:nvSpPr>
          <p:spPr>
            <a:xfrm>
              <a:off x="658159" y="849799"/>
              <a:ext cx="347853" cy="347853"/>
            </a:xfrm>
            <a:custGeom>
              <a:avLst/>
              <a:gdLst>
                <a:gd name="connsiteX0" fmla="*/ 173927 w 347853"/>
                <a:gd name="connsiteY0" fmla="*/ 347853 h 347853"/>
                <a:gd name="connsiteX1" fmla="*/ 166021 w 347853"/>
                <a:gd name="connsiteY1" fmla="*/ 339947 h 347853"/>
                <a:gd name="connsiteX2" fmla="*/ 173927 w 347853"/>
                <a:gd name="connsiteY2" fmla="*/ 332042 h 347853"/>
                <a:gd name="connsiteX3" fmla="*/ 332042 w 347853"/>
                <a:gd name="connsiteY3" fmla="*/ 173927 h 347853"/>
                <a:gd name="connsiteX4" fmla="*/ 173927 w 347853"/>
                <a:gd name="connsiteY4" fmla="*/ 15812 h 347853"/>
                <a:gd name="connsiteX5" fmla="*/ 15812 w 347853"/>
                <a:gd name="connsiteY5" fmla="*/ 173927 h 347853"/>
                <a:gd name="connsiteX6" fmla="*/ 7906 w 347853"/>
                <a:gd name="connsiteY6" fmla="*/ 181832 h 347853"/>
                <a:gd name="connsiteX7" fmla="*/ 0 w 347853"/>
                <a:gd name="connsiteY7" fmla="*/ 173927 h 347853"/>
                <a:gd name="connsiteX8" fmla="*/ 173927 w 347853"/>
                <a:gd name="connsiteY8" fmla="*/ 0 h 347853"/>
                <a:gd name="connsiteX9" fmla="*/ 347853 w 347853"/>
                <a:gd name="connsiteY9" fmla="*/ 173927 h 347853"/>
                <a:gd name="connsiteX10" fmla="*/ 173927 w 347853"/>
                <a:gd name="connsiteY10" fmla="*/ 347853 h 34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853" h="347853">
                  <a:moveTo>
                    <a:pt x="173927" y="347853"/>
                  </a:moveTo>
                  <a:cubicBezTo>
                    <a:pt x="169560" y="347853"/>
                    <a:pt x="166021" y="344314"/>
                    <a:pt x="166021" y="339947"/>
                  </a:cubicBezTo>
                  <a:cubicBezTo>
                    <a:pt x="166021" y="335581"/>
                    <a:pt x="169560" y="332042"/>
                    <a:pt x="173927" y="332042"/>
                  </a:cubicBezTo>
                  <a:cubicBezTo>
                    <a:pt x="261251" y="332042"/>
                    <a:pt x="332042" y="261251"/>
                    <a:pt x="332042" y="173927"/>
                  </a:cubicBezTo>
                  <a:cubicBezTo>
                    <a:pt x="332042" y="86602"/>
                    <a:pt x="261251" y="15812"/>
                    <a:pt x="173927" y="15812"/>
                  </a:cubicBezTo>
                  <a:cubicBezTo>
                    <a:pt x="86602" y="15812"/>
                    <a:pt x="15812" y="86602"/>
                    <a:pt x="15812" y="173927"/>
                  </a:cubicBezTo>
                  <a:cubicBezTo>
                    <a:pt x="15812" y="178293"/>
                    <a:pt x="12272" y="181832"/>
                    <a:pt x="7906" y="181832"/>
                  </a:cubicBezTo>
                  <a:cubicBezTo>
                    <a:pt x="3539" y="181832"/>
                    <a:pt x="0" y="178293"/>
                    <a:pt x="0" y="173927"/>
                  </a:cubicBezTo>
                  <a:cubicBezTo>
                    <a:pt x="0" y="77870"/>
                    <a:pt x="77870" y="0"/>
                    <a:pt x="173927" y="0"/>
                  </a:cubicBezTo>
                  <a:cubicBezTo>
                    <a:pt x="269983" y="0"/>
                    <a:pt x="347853" y="77870"/>
                    <a:pt x="347853" y="173927"/>
                  </a:cubicBezTo>
                  <a:cubicBezTo>
                    <a:pt x="347853" y="269983"/>
                    <a:pt x="269983" y="347853"/>
                    <a:pt x="173927" y="347853"/>
                  </a:cubicBezTo>
                  <a:close/>
                </a:path>
              </a:pathLst>
            </a:custGeom>
            <a:grpFill/>
            <a:ln w="6271" cap="flat">
              <a:noFill/>
              <a:prstDash val="solid"/>
              <a:miter/>
            </a:ln>
          </p:spPr>
          <p:txBody>
            <a:bodyPr rtlCol="0" anchor="ctr"/>
            <a:lstStyle/>
            <a:p>
              <a:endParaRPr lang="en-US"/>
            </a:p>
          </p:txBody>
        </p:sp>
        <p:sp>
          <p:nvSpPr>
            <p:cNvPr id="81" name="Picture Placeholder 74">
              <a:extLst>
                <a:ext uri="{FF2B5EF4-FFF2-40B4-BE49-F238E27FC236}">
                  <a16:creationId xmlns:a16="http://schemas.microsoft.com/office/drawing/2014/main" id="{A97F5C0C-0BB2-8778-D463-D796E97E2F81}"/>
                </a:ext>
              </a:extLst>
            </p:cNvPr>
            <p:cNvSpPr/>
            <p:nvPr/>
          </p:nvSpPr>
          <p:spPr>
            <a:xfrm>
              <a:off x="531730" y="723307"/>
              <a:ext cx="600773" cy="600837"/>
            </a:xfrm>
            <a:custGeom>
              <a:avLst/>
              <a:gdLst>
                <a:gd name="connsiteX0" fmla="*/ 348928 w 600773"/>
                <a:gd name="connsiteY0" fmla="*/ 600837 h 600837"/>
                <a:gd name="connsiteX1" fmla="*/ 248873 w 600773"/>
                <a:gd name="connsiteY1" fmla="*/ 600837 h 600837"/>
                <a:gd name="connsiteX2" fmla="*/ 246723 w 600773"/>
                <a:gd name="connsiteY2" fmla="*/ 596347 h 600837"/>
                <a:gd name="connsiteX3" fmla="*/ 237109 w 600773"/>
                <a:gd name="connsiteY3" fmla="*/ 565293 h 600837"/>
                <a:gd name="connsiteX4" fmla="*/ 230342 w 600773"/>
                <a:gd name="connsiteY4" fmla="*/ 539615 h 600837"/>
                <a:gd name="connsiteX5" fmla="*/ 179745 w 600773"/>
                <a:gd name="connsiteY5" fmla="*/ 517036 h 600837"/>
                <a:gd name="connsiteX6" fmla="*/ 156913 w 600773"/>
                <a:gd name="connsiteY6" fmla="*/ 528673 h 600837"/>
                <a:gd name="connsiteX7" fmla="*/ 130160 w 600773"/>
                <a:gd name="connsiteY7" fmla="*/ 543852 h 600837"/>
                <a:gd name="connsiteX8" fmla="*/ 126239 w 600773"/>
                <a:gd name="connsiteY8" fmla="*/ 545560 h 600837"/>
                <a:gd name="connsiteX9" fmla="*/ 122444 w 600773"/>
                <a:gd name="connsiteY9" fmla="*/ 543410 h 600837"/>
                <a:gd name="connsiteX10" fmla="*/ 55720 w 600773"/>
                <a:gd name="connsiteY10" fmla="*/ 480164 h 600837"/>
                <a:gd name="connsiteX11" fmla="*/ 52557 w 600773"/>
                <a:gd name="connsiteY11" fmla="*/ 476875 h 600837"/>
                <a:gd name="connsiteX12" fmla="*/ 53759 w 600773"/>
                <a:gd name="connsiteY12" fmla="*/ 472511 h 600837"/>
                <a:gd name="connsiteX13" fmla="*/ 80955 w 600773"/>
                <a:gd name="connsiteY13" fmla="*/ 420459 h 600837"/>
                <a:gd name="connsiteX14" fmla="*/ 69760 w 600773"/>
                <a:gd name="connsiteY14" fmla="*/ 395161 h 600837"/>
                <a:gd name="connsiteX15" fmla="*/ 60526 w 600773"/>
                <a:gd name="connsiteY15" fmla="*/ 366321 h 600837"/>
                <a:gd name="connsiteX16" fmla="*/ 34912 w 600773"/>
                <a:gd name="connsiteY16" fmla="*/ 360502 h 600837"/>
                <a:gd name="connsiteX17" fmla="*/ 6325 w 600773"/>
                <a:gd name="connsiteY17" fmla="*/ 352849 h 600837"/>
                <a:gd name="connsiteX18" fmla="*/ 0 w 600773"/>
                <a:gd name="connsiteY18" fmla="*/ 351585 h 600837"/>
                <a:gd name="connsiteX19" fmla="*/ 0 w 600773"/>
                <a:gd name="connsiteY19" fmla="*/ 246153 h 600837"/>
                <a:gd name="connsiteX20" fmla="*/ 6325 w 600773"/>
                <a:gd name="connsiteY20" fmla="*/ 244699 h 600837"/>
                <a:gd name="connsiteX21" fmla="*/ 33773 w 600773"/>
                <a:gd name="connsiteY21" fmla="*/ 237109 h 600837"/>
                <a:gd name="connsiteX22" fmla="*/ 59514 w 600773"/>
                <a:gd name="connsiteY22" fmla="*/ 230785 h 600837"/>
                <a:gd name="connsiteX23" fmla="*/ 70962 w 600773"/>
                <a:gd name="connsiteY23" fmla="*/ 205170 h 600837"/>
                <a:gd name="connsiteX24" fmla="*/ 83611 w 600773"/>
                <a:gd name="connsiteY24" fmla="*/ 178860 h 600837"/>
                <a:gd name="connsiteX25" fmla="*/ 55720 w 600773"/>
                <a:gd name="connsiteY25" fmla="*/ 133892 h 600837"/>
                <a:gd name="connsiteX26" fmla="*/ 51609 w 600773"/>
                <a:gd name="connsiteY26" fmla="*/ 129275 h 600837"/>
                <a:gd name="connsiteX27" fmla="*/ 55151 w 600773"/>
                <a:gd name="connsiteY27" fmla="*/ 124152 h 600837"/>
                <a:gd name="connsiteX28" fmla="*/ 121306 w 600773"/>
                <a:gd name="connsiteY28" fmla="*/ 55656 h 600837"/>
                <a:gd name="connsiteX29" fmla="*/ 125290 w 600773"/>
                <a:gd name="connsiteY29" fmla="*/ 51798 h 600837"/>
                <a:gd name="connsiteX30" fmla="*/ 130287 w 600773"/>
                <a:gd name="connsiteY30" fmla="*/ 54265 h 600837"/>
                <a:gd name="connsiteX31" fmla="*/ 181516 w 600773"/>
                <a:gd name="connsiteY31" fmla="*/ 83295 h 600837"/>
                <a:gd name="connsiteX32" fmla="*/ 233315 w 600773"/>
                <a:gd name="connsiteY32" fmla="*/ 63056 h 600837"/>
                <a:gd name="connsiteX33" fmla="*/ 240525 w 600773"/>
                <a:gd name="connsiteY33" fmla="*/ 36430 h 600837"/>
                <a:gd name="connsiteX34" fmla="*/ 249252 w 600773"/>
                <a:gd name="connsiteY34" fmla="*/ 5566 h 600837"/>
                <a:gd name="connsiteX35" fmla="*/ 250960 w 600773"/>
                <a:gd name="connsiteY35" fmla="*/ 0 h 600837"/>
                <a:gd name="connsiteX36" fmla="*/ 352154 w 600773"/>
                <a:gd name="connsiteY36" fmla="*/ 0 h 600837"/>
                <a:gd name="connsiteX37" fmla="*/ 354178 w 600773"/>
                <a:gd name="connsiteY37" fmla="*/ 4933 h 600837"/>
                <a:gd name="connsiteX38" fmla="*/ 370748 w 600773"/>
                <a:gd name="connsiteY38" fmla="*/ 61285 h 600837"/>
                <a:gd name="connsiteX39" fmla="*/ 396046 w 600773"/>
                <a:gd name="connsiteY39" fmla="*/ 71089 h 600837"/>
                <a:gd name="connsiteX40" fmla="*/ 422104 w 600773"/>
                <a:gd name="connsiteY40" fmla="*/ 83738 h 600837"/>
                <a:gd name="connsiteX41" fmla="*/ 443860 w 600773"/>
                <a:gd name="connsiteY41" fmla="*/ 72417 h 600837"/>
                <a:gd name="connsiteX42" fmla="*/ 471309 w 600773"/>
                <a:gd name="connsiteY42" fmla="*/ 57048 h 600837"/>
                <a:gd name="connsiteX43" fmla="*/ 475041 w 600773"/>
                <a:gd name="connsiteY43" fmla="*/ 55467 h 600837"/>
                <a:gd name="connsiteX44" fmla="*/ 478519 w 600773"/>
                <a:gd name="connsiteY44" fmla="*/ 57554 h 600837"/>
                <a:gd name="connsiteX45" fmla="*/ 514633 w 600773"/>
                <a:gd name="connsiteY45" fmla="*/ 89177 h 600837"/>
                <a:gd name="connsiteX46" fmla="*/ 546951 w 600773"/>
                <a:gd name="connsiteY46" fmla="*/ 120231 h 600837"/>
                <a:gd name="connsiteX47" fmla="*/ 552138 w 600773"/>
                <a:gd name="connsiteY47" fmla="*/ 124342 h 600837"/>
                <a:gd name="connsiteX48" fmla="*/ 548975 w 600773"/>
                <a:gd name="connsiteY48" fmla="*/ 130160 h 600837"/>
                <a:gd name="connsiteX49" fmla="*/ 519629 w 600773"/>
                <a:gd name="connsiteY49" fmla="*/ 180757 h 600837"/>
                <a:gd name="connsiteX50" fmla="*/ 538603 w 600773"/>
                <a:gd name="connsiteY50" fmla="*/ 233884 h 600837"/>
                <a:gd name="connsiteX51" fmla="*/ 566052 w 600773"/>
                <a:gd name="connsiteY51" fmla="*/ 240208 h 600837"/>
                <a:gd name="connsiteX52" fmla="*/ 594449 w 600773"/>
                <a:gd name="connsiteY52" fmla="*/ 247798 h 600837"/>
                <a:gd name="connsiteX53" fmla="*/ 600774 w 600773"/>
                <a:gd name="connsiteY53" fmla="*/ 249063 h 600837"/>
                <a:gd name="connsiteX54" fmla="*/ 600774 w 600773"/>
                <a:gd name="connsiteY54" fmla="*/ 354431 h 600837"/>
                <a:gd name="connsiteX55" fmla="*/ 594449 w 600773"/>
                <a:gd name="connsiteY55" fmla="*/ 355822 h 600837"/>
                <a:gd name="connsiteX56" fmla="*/ 567000 w 600773"/>
                <a:gd name="connsiteY56" fmla="*/ 363475 h 600837"/>
                <a:gd name="connsiteX57" fmla="*/ 541070 w 600773"/>
                <a:gd name="connsiteY57" fmla="*/ 369799 h 600837"/>
                <a:gd name="connsiteX58" fmla="*/ 530318 w 600773"/>
                <a:gd name="connsiteY58" fmla="*/ 395541 h 600837"/>
                <a:gd name="connsiteX59" fmla="*/ 517669 w 600773"/>
                <a:gd name="connsiteY59" fmla="*/ 421977 h 600837"/>
                <a:gd name="connsiteX60" fmla="*/ 530318 w 600773"/>
                <a:gd name="connsiteY60" fmla="*/ 443481 h 600837"/>
                <a:gd name="connsiteX61" fmla="*/ 545434 w 600773"/>
                <a:gd name="connsiteY61" fmla="*/ 467514 h 600837"/>
                <a:gd name="connsiteX62" fmla="*/ 548975 w 600773"/>
                <a:gd name="connsiteY62" fmla="*/ 472068 h 600837"/>
                <a:gd name="connsiteX63" fmla="*/ 545687 w 600773"/>
                <a:gd name="connsiteY63" fmla="*/ 476875 h 600837"/>
                <a:gd name="connsiteX64" fmla="*/ 479911 w 600773"/>
                <a:gd name="connsiteY64" fmla="*/ 545307 h 600837"/>
                <a:gd name="connsiteX65" fmla="*/ 475989 w 600773"/>
                <a:gd name="connsiteY65" fmla="*/ 549165 h 600837"/>
                <a:gd name="connsiteX66" fmla="*/ 470993 w 600773"/>
                <a:gd name="connsiteY66" fmla="*/ 546825 h 600837"/>
                <a:gd name="connsiteX67" fmla="*/ 420396 w 600773"/>
                <a:gd name="connsiteY67" fmla="*/ 517985 h 600837"/>
                <a:gd name="connsiteX68" fmla="*/ 369357 w 600773"/>
                <a:gd name="connsiteY68" fmla="*/ 538160 h 600837"/>
                <a:gd name="connsiteX69" fmla="*/ 361261 w 600773"/>
                <a:gd name="connsiteY69" fmla="*/ 563459 h 600837"/>
                <a:gd name="connsiteX70" fmla="*/ 351142 w 600773"/>
                <a:gd name="connsiteY70" fmla="*/ 596663 h 600837"/>
                <a:gd name="connsiteX71" fmla="*/ 259056 w 600773"/>
                <a:gd name="connsiteY71" fmla="*/ 585026 h 600837"/>
                <a:gd name="connsiteX72" fmla="*/ 338809 w 600773"/>
                <a:gd name="connsiteY72" fmla="*/ 585026 h 600837"/>
                <a:gd name="connsiteX73" fmla="*/ 345766 w 600773"/>
                <a:gd name="connsiteY73" fmla="*/ 559727 h 600837"/>
                <a:gd name="connsiteX74" fmla="*/ 357403 w 600773"/>
                <a:gd name="connsiteY74" fmla="*/ 526776 h 600837"/>
                <a:gd name="connsiteX75" fmla="*/ 359301 w 600773"/>
                <a:gd name="connsiteY75" fmla="*/ 523803 h 600837"/>
                <a:gd name="connsiteX76" fmla="*/ 362779 w 600773"/>
                <a:gd name="connsiteY76" fmla="*/ 523171 h 600837"/>
                <a:gd name="connsiteX77" fmla="*/ 416791 w 600773"/>
                <a:gd name="connsiteY77" fmla="*/ 501667 h 600837"/>
                <a:gd name="connsiteX78" fmla="*/ 421092 w 600773"/>
                <a:gd name="connsiteY78" fmla="*/ 499137 h 600837"/>
                <a:gd name="connsiteX79" fmla="*/ 425203 w 600773"/>
                <a:gd name="connsiteY79" fmla="*/ 501920 h 600837"/>
                <a:gd name="connsiteX80" fmla="*/ 473143 w 600773"/>
                <a:gd name="connsiteY80" fmla="*/ 529938 h 600837"/>
                <a:gd name="connsiteX81" fmla="*/ 529559 w 600773"/>
                <a:gd name="connsiteY81" fmla="*/ 472005 h 600837"/>
                <a:gd name="connsiteX82" fmla="*/ 516910 w 600773"/>
                <a:gd name="connsiteY82" fmla="*/ 451197 h 600837"/>
                <a:gd name="connsiteX83" fmla="*/ 501920 w 600773"/>
                <a:gd name="connsiteY83" fmla="*/ 425393 h 600837"/>
                <a:gd name="connsiteX84" fmla="*/ 498631 w 600773"/>
                <a:gd name="connsiteY84" fmla="*/ 420206 h 600837"/>
                <a:gd name="connsiteX85" fmla="*/ 502869 w 600773"/>
                <a:gd name="connsiteY85" fmla="*/ 415716 h 600837"/>
                <a:gd name="connsiteX86" fmla="*/ 516340 w 600773"/>
                <a:gd name="connsiteY86" fmla="*/ 389912 h 600837"/>
                <a:gd name="connsiteX87" fmla="*/ 530128 w 600773"/>
                <a:gd name="connsiteY87" fmla="*/ 358289 h 600837"/>
                <a:gd name="connsiteX88" fmla="*/ 532089 w 600773"/>
                <a:gd name="connsiteY88" fmla="*/ 355126 h 600837"/>
                <a:gd name="connsiteX89" fmla="*/ 535820 w 600773"/>
                <a:gd name="connsiteY89" fmla="*/ 354620 h 600837"/>
                <a:gd name="connsiteX90" fmla="*/ 563395 w 600773"/>
                <a:gd name="connsiteY90" fmla="*/ 348296 h 600837"/>
                <a:gd name="connsiteX91" fmla="*/ 585531 w 600773"/>
                <a:gd name="connsiteY91" fmla="*/ 341971 h 600837"/>
                <a:gd name="connsiteX92" fmla="*/ 585531 w 600773"/>
                <a:gd name="connsiteY92" fmla="*/ 261838 h 600837"/>
                <a:gd name="connsiteX93" fmla="*/ 562130 w 600773"/>
                <a:gd name="connsiteY93" fmla="*/ 255514 h 600837"/>
                <a:gd name="connsiteX94" fmla="*/ 535757 w 600773"/>
                <a:gd name="connsiteY94" fmla="*/ 249189 h 600837"/>
                <a:gd name="connsiteX95" fmla="*/ 504134 w 600773"/>
                <a:gd name="connsiteY95" fmla="*/ 182022 h 600837"/>
                <a:gd name="connsiteX96" fmla="*/ 502806 w 600773"/>
                <a:gd name="connsiteY96" fmla="*/ 178290 h 600837"/>
                <a:gd name="connsiteX97" fmla="*/ 505019 w 600773"/>
                <a:gd name="connsiteY97" fmla="*/ 175002 h 600837"/>
                <a:gd name="connsiteX98" fmla="*/ 532721 w 600773"/>
                <a:gd name="connsiteY98" fmla="*/ 127883 h 600837"/>
                <a:gd name="connsiteX99" fmla="*/ 503881 w 600773"/>
                <a:gd name="connsiteY99" fmla="*/ 99739 h 600837"/>
                <a:gd name="connsiteX100" fmla="*/ 474472 w 600773"/>
                <a:gd name="connsiteY100" fmla="*/ 73049 h 600837"/>
                <a:gd name="connsiteX101" fmla="*/ 453031 w 600773"/>
                <a:gd name="connsiteY101" fmla="*/ 85698 h 600837"/>
                <a:gd name="connsiteX102" fmla="*/ 422547 w 600773"/>
                <a:gd name="connsiteY102" fmla="*/ 99992 h 600837"/>
                <a:gd name="connsiteX103" fmla="*/ 418752 w 600773"/>
                <a:gd name="connsiteY103" fmla="*/ 101004 h 600837"/>
                <a:gd name="connsiteX104" fmla="*/ 416222 w 600773"/>
                <a:gd name="connsiteY104" fmla="*/ 98601 h 600837"/>
                <a:gd name="connsiteX105" fmla="*/ 390924 w 600773"/>
                <a:gd name="connsiteY105" fmla="*/ 85951 h 600837"/>
                <a:gd name="connsiteX106" fmla="*/ 361261 w 600773"/>
                <a:gd name="connsiteY106" fmla="*/ 74314 h 600837"/>
                <a:gd name="connsiteX107" fmla="*/ 357846 w 600773"/>
                <a:gd name="connsiteY107" fmla="*/ 72733 h 600837"/>
                <a:gd name="connsiteX108" fmla="*/ 356454 w 600773"/>
                <a:gd name="connsiteY108" fmla="*/ 69065 h 600837"/>
                <a:gd name="connsiteX109" fmla="*/ 341339 w 600773"/>
                <a:gd name="connsiteY109" fmla="*/ 15812 h 600837"/>
                <a:gd name="connsiteX110" fmla="*/ 262597 w 600773"/>
                <a:gd name="connsiteY110" fmla="*/ 15812 h 600837"/>
                <a:gd name="connsiteX111" fmla="*/ 255767 w 600773"/>
                <a:gd name="connsiteY111" fmla="*/ 40477 h 600837"/>
                <a:gd name="connsiteX112" fmla="*/ 247039 w 600773"/>
                <a:gd name="connsiteY112" fmla="*/ 72100 h 600837"/>
                <a:gd name="connsiteX113" fmla="*/ 245395 w 600773"/>
                <a:gd name="connsiteY113" fmla="*/ 77413 h 600837"/>
                <a:gd name="connsiteX114" fmla="*/ 239892 w 600773"/>
                <a:gd name="connsiteY114" fmla="*/ 77413 h 600837"/>
                <a:gd name="connsiteX115" fmla="*/ 183603 w 600773"/>
                <a:gd name="connsiteY115" fmla="*/ 99233 h 600837"/>
                <a:gd name="connsiteX116" fmla="*/ 179429 w 600773"/>
                <a:gd name="connsiteY116" fmla="*/ 101067 h 600837"/>
                <a:gd name="connsiteX117" fmla="*/ 175887 w 600773"/>
                <a:gd name="connsiteY117" fmla="*/ 98664 h 600837"/>
                <a:gd name="connsiteX118" fmla="*/ 128453 w 600773"/>
                <a:gd name="connsiteY118" fmla="*/ 70899 h 600837"/>
                <a:gd name="connsiteX119" fmla="*/ 71847 w 600773"/>
                <a:gd name="connsiteY119" fmla="*/ 128642 h 600837"/>
                <a:gd name="connsiteX120" fmla="*/ 99992 w 600773"/>
                <a:gd name="connsiteY120" fmla="*/ 175950 h 600837"/>
                <a:gd name="connsiteX121" fmla="*/ 102269 w 600773"/>
                <a:gd name="connsiteY121" fmla="*/ 180188 h 600837"/>
                <a:gd name="connsiteX122" fmla="*/ 99549 w 600773"/>
                <a:gd name="connsiteY122" fmla="*/ 184172 h 600837"/>
                <a:gd name="connsiteX123" fmla="*/ 85572 w 600773"/>
                <a:gd name="connsiteY123" fmla="*/ 211684 h 600837"/>
                <a:gd name="connsiteX124" fmla="*/ 71658 w 600773"/>
                <a:gd name="connsiteY124" fmla="*/ 242232 h 600837"/>
                <a:gd name="connsiteX125" fmla="*/ 69760 w 600773"/>
                <a:gd name="connsiteY125" fmla="*/ 245711 h 600837"/>
                <a:gd name="connsiteX126" fmla="*/ 65839 w 600773"/>
                <a:gd name="connsiteY126" fmla="*/ 246217 h 600837"/>
                <a:gd name="connsiteX127" fmla="*/ 38264 w 600773"/>
                <a:gd name="connsiteY127" fmla="*/ 252541 h 600837"/>
                <a:gd name="connsiteX128" fmla="*/ 16064 w 600773"/>
                <a:gd name="connsiteY128" fmla="*/ 258866 h 600837"/>
                <a:gd name="connsiteX129" fmla="*/ 16064 w 600773"/>
                <a:gd name="connsiteY129" fmla="*/ 338999 h 600837"/>
                <a:gd name="connsiteX130" fmla="*/ 39529 w 600773"/>
                <a:gd name="connsiteY130" fmla="*/ 345323 h 600837"/>
                <a:gd name="connsiteX131" fmla="*/ 68622 w 600773"/>
                <a:gd name="connsiteY131" fmla="*/ 351648 h 600837"/>
                <a:gd name="connsiteX132" fmla="*/ 74567 w 600773"/>
                <a:gd name="connsiteY132" fmla="*/ 352407 h 600837"/>
                <a:gd name="connsiteX133" fmla="*/ 75452 w 600773"/>
                <a:gd name="connsiteY133" fmla="*/ 358352 h 600837"/>
                <a:gd name="connsiteX134" fmla="*/ 84750 w 600773"/>
                <a:gd name="connsiteY134" fmla="*/ 388583 h 600837"/>
                <a:gd name="connsiteX135" fmla="*/ 97399 w 600773"/>
                <a:gd name="connsiteY135" fmla="*/ 418625 h 600837"/>
                <a:gd name="connsiteX136" fmla="*/ 98537 w 600773"/>
                <a:gd name="connsiteY136" fmla="*/ 421977 h 600837"/>
                <a:gd name="connsiteX137" fmla="*/ 96766 w 600773"/>
                <a:gd name="connsiteY137" fmla="*/ 425076 h 600837"/>
                <a:gd name="connsiteX138" fmla="*/ 70836 w 600773"/>
                <a:gd name="connsiteY138" fmla="*/ 472637 h 600837"/>
                <a:gd name="connsiteX139" fmla="*/ 127757 w 600773"/>
                <a:gd name="connsiteY139" fmla="*/ 527345 h 600837"/>
                <a:gd name="connsiteX140" fmla="*/ 148628 w 600773"/>
                <a:gd name="connsiteY140" fmla="*/ 515139 h 600837"/>
                <a:gd name="connsiteX141" fmla="*/ 178354 w 600773"/>
                <a:gd name="connsiteY141" fmla="*/ 500845 h 600837"/>
                <a:gd name="connsiteX142" fmla="*/ 181959 w 600773"/>
                <a:gd name="connsiteY142" fmla="*/ 499770 h 600837"/>
                <a:gd name="connsiteX143" fmla="*/ 185058 w 600773"/>
                <a:gd name="connsiteY143" fmla="*/ 501857 h 600837"/>
                <a:gd name="connsiteX144" fmla="*/ 240019 w 600773"/>
                <a:gd name="connsiteY144" fmla="*/ 526460 h 600837"/>
                <a:gd name="connsiteX145" fmla="*/ 243054 w 600773"/>
                <a:gd name="connsiteY145" fmla="*/ 527788 h 600837"/>
                <a:gd name="connsiteX146" fmla="*/ 244193 w 600773"/>
                <a:gd name="connsiteY146" fmla="*/ 530887 h 600837"/>
                <a:gd name="connsiteX147" fmla="*/ 252731 w 600773"/>
                <a:gd name="connsiteY147" fmla="*/ 561688 h 600837"/>
                <a:gd name="connsiteX148" fmla="*/ 259056 w 600773"/>
                <a:gd name="connsiteY148" fmla="*/ 585026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600773" h="600837">
                  <a:moveTo>
                    <a:pt x="348928" y="600837"/>
                  </a:moveTo>
                  <a:lnTo>
                    <a:pt x="248873" y="600837"/>
                  </a:lnTo>
                  <a:lnTo>
                    <a:pt x="246723" y="596347"/>
                  </a:lnTo>
                  <a:cubicBezTo>
                    <a:pt x="242433" y="586360"/>
                    <a:pt x="239211" y="575956"/>
                    <a:pt x="237109" y="565293"/>
                  </a:cubicBezTo>
                  <a:cubicBezTo>
                    <a:pt x="234453" y="553909"/>
                    <a:pt x="232176" y="545244"/>
                    <a:pt x="230342" y="539615"/>
                  </a:cubicBezTo>
                  <a:cubicBezTo>
                    <a:pt x="197454" y="525132"/>
                    <a:pt x="184931" y="519439"/>
                    <a:pt x="179745" y="517036"/>
                  </a:cubicBezTo>
                  <a:cubicBezTo>
                    <a:pt x="171774" y="520163"/>
                    <a:pt x="164127" y="524061"/>
                    <a:pt x="156913" y="528673"/>
                  </a:cubicBezTo>
                  <a:cubicBezTo>
                    <a:pt x="148304" y="534259"/>
                    <a:pt x="139371" y="539328"/>
                    <a:pt x="130160" y="543852"/>
                  </a:cubicBezTo>
                  <a:lnTo>
                    <a:pt x="126239" y="545560"/>
                  </a:lnTo>
                  <a:lnTo>
                    <a:pt x="122444" y="543410"/>
                  </a:lnTo>
                  <a:cubicBezTo>
                    <a:pt x="113969" y="537718"/>
                    <a:pt x="92213" y="517099"/>
                    <a:pt x="55720" y="480164"/>
                  </a:cubicBezTo>
                  <a:lnTo>
                    <a:pt x="52557" y="476875"/>
                  </a:lnTo>
                  <a:lnTo>
                    <a:pt x="53759" y="472511"/>
                  </a:lnTo>
                  <a:cubicBezTo>
                    <a:pt x="54898" y="468337"/>
                    <a:pt x="59009" y="458407"/>
                    <a:pt x="80955" y="420459"/>
                  </a:cubicBezTo>
                  <a:cubicBezTo>
                    <a:pt x="79374" y="416601"/>
                    <a:pt x="76148" y="409138"/>
                    <a:pt x="69760" y="395161"/>
                  </a:cubicBezTo>
                  <a:cubicBezTo>
                    <a:pt x="65687" y="385895"/>
                    <a:pt x="62593" y="376230"/>
                    <a:pt x="60526" y="366321"/>
                  </a:cubicBezTo>
                  <a:cubicBezTo>
                    <a:pt x="53190" y="365056"/>
                    <a:pt x="44588" y="363095"/>
                    <a:pt x="34912" y="360502"/>
                  </a:cubicBezTo>
                  <a:cubicBezTo>
                    <a:pt x="21061" y="356454"/>
                    <a:pt x="11511" y="354178"/>
                    <a:pt x="6325" y="352849"/>
                  </a:cubicBezTo>
                  <a:lnTo>
                    <a:pt x="0" y="351585"/>
                  </a:lnTo>
                  <a:lnTo>
                    <a:pt x="0" y="246153"/>
                  </a:lnTo>
                  <a:lnTo>
                    <a:pt x="6325" y="244699"/>
                  </a:lnTo>
                  <a:cubicBezTo>
                    <a:pt x="10752" y="243687"/>
                    <a:pt x="19733" y="241220"/>
                    <a:pt x="33773" y="237109"/>
                  </a:cubicBezTo>
                  <a:cubicBezTo>
                    <a:pt x="42224" y="234503"/>
                    <a:pt x="50819" y="232391"/>
                    <a:pt x="59514" y="230785"/>
                  </a:cubicBezTo>
                  <a:cubicBezTo>
                    <a:pt x="62171" y="225535"/>
                    <a:pt x="65839" y="216934"/>
                    <a:pt x="70962" y="205170"/>
                  </a:cubicBezTo>
                  <a:cubicBezTo>
                    <a:pt x="74537" y="196106"/>
                    <a:pt x="78765" y="187313"/>
                    <a:pt x="83611" y="178860"/>
                  </a:cubicBezTo>
                  <a:cubicBezTo>
                    <a:pt x="67800" y="150020"/>
                    <a:pt x="59704" y="138635"/>
                    <a:pt x="55720" y="133892"/>
                  </a:cubicBezTo>
                  <a:lnTo>
                    <a:pt x="51609" y="129275"/>
                  </a:lnTo>
                  <a:lnTo>
                    <a:pt x="55151" y="124152"/>
                  </a:lnTo>
                  <a:cubicBezTo>
                    <a:pt x="60969" y="115803"/>
                    <a:pt x="82599" y="93351"/>
                    <a:pt x="121306" y="55656"/>
                  </a:cubicBezTo>
                  <a:lnTo>
                    <a:pt x="125290" y="51798"/>
                  </a:lnTo>
                  <a:lnTo>
                    <a:pt x="130287" y="54265"/>
                  </a:lnTo>
                  <a:cubicBezTo>
                    <a:pt x="148100" y="62579"/>
                    <a:pt x="165230" y="72286"/>
                    <a:pt x="181516" y="83295"/>
                  </a:cubicBezTo>
                  <a:cubicBezTo>
                    <a:pt x="198335" y="75456"/>
                    <a:pt x="215637" y="68697"/>
                    <a:pt x="233315" y="63056"/>
                  </a:cubicBezTo>
                  <a:cubicBezTo>
                    <a:pt x="234516" y="58692"/>
                    <a:pt x="236730" y="50787"/>
                    <a:pt x="240525" y="36430"/>
                  </a:cubicBezTo>
                  <a:cubicBezTo>
                    <a:pt x="243813" y="23780"/>
                    <a:pt x="246849" y="13535"/>
                    <a:pt x="249252" y="5566"/>
                  </a:cubicBezTo>
                  <a:lnTo>
                    <a:pt x="250960" y="0"/>
                  </a:lnTo>
                  <a:lnTo>
                    <a:pt x="352154" y="0"/>
                  </a:lnTo>
                  <a:lnTo>
                    <a:pt x="354178" y="4933"/>
                  </a:lnTo>
                  <a:cubicBezTo>
                    <a:pt x="357466" y="13155"/>
                    <a:pt x="362906" y="31560"/>
                    <a:pt x="370748" y="61285"/>
                  </a:cubicBezTo>
                  <a:cubicBezTo>
                    <a:pt x="374733" y="62930"/>
                    <a:pt x="382196" y="65902"/>
                    <a:pt x="396046" y="71089"/>
                  </a:cubicBezTo>
                  <a:cubicBezTo>
                    <a:pt x="405168" y="74339"/>
                    <a:pt x="413907" y="78581"/>
                    <a:pt x="422104" y="83738"/>
                  </a:cubicBezTo>
                  <a:cubicBezTo>
                    <a:pt x="429774" y="80828"/>
                    <a:pt x="437076" y="77029"/>
                    <a:pt x="443860" y="72417"/>
                  </a:cubicBezTo>
                  <a:cubicBezTo>
                    <a:pt x="452652" y="66680"/>
                    <a:pt x="461823" y="61545"/>
                    <a:pt x="471309" y="57048"/>
                  </a:cubicBezTo>
                  <a:lnTo>
                    <a:pt x="475041" y="55467"/>
                  </a:lnTo>
                  <a:lnTo>
                    <a:pt x="478519" y="57554"/>
                  </a:lnTo>
                  <a:cubicBezTo>
                    <a:pt x="491900" y="66456"/>
                    <a:pt x="504043" y="77089"/>
                    <a:pt x="514633" y="89177"/>
                  </a:cubicBezTo>
                  <a:cubicBezTo>
                    <a:pt x="524848" y="100093"/>
                    <a:pt x="535636" y="110459"/>
                    <a:pt x="546951" y="120231"/>
                  </a:cubicBezTo>
                  <a:lnTo>
                    <a:pt x="552138" y="124342"/>
                  </a:lnTo>
                  <a:lnTo>
                    <a:pt x="548975" y="130160"/>
                  </a:lnTo>
                  <a:cubicBezTo>
                    <a:pt x="536326" y="153055"/>
                    <a:pt x="526966" y="169752"/>
                    <a:pt x="519629" y="180757"/>
                  </a:cubicBezTo>
                  <a:cubicBezTo>
                    <a:pt x="531140" y="213835"/>
                    <a:pt x="536326" y="228002"/>
                    <a:pt x="538603" y="233884"/>
                  </a:cubicBezTo>
                  <a:cubicBezTo>
                    <a:pt x="547898" y="235304"/>
                    <a:pt x="557071" y="237418"/>
                    <a:pt x="566052" y="240208"/>
                  </a:cubicBezTo>
                  <a:cubicBezTo>
                    <a:pt x="579713" y="244193"/>
                    <a:pt x="589326" y="246533"/>
                    <a:pt x="594449" y="247798"/>
                  </a:cubicBezTo>
                  <a:lnTo>
                    <a:pt x="600774" y="249063"/>
                  </a:lnTo>
                  <a:lnTo>
                    <a:pt x="600774" y="354431"/>
                  </a:lnTo>
                  <a:lnTo>
                    <a:pt x="594449" y="355822"/>
                  </a:lnTo>
                  <a:cubicBezTo>
                    <a:pt x="591224" y="356581"/>
                    <a:pt x="583824" y="358542"/>
                    <a:pt x="567000" y="363475"/>
                  </a:cubicBezTo>
                  <a:cubicBezTo>
                    <a:pt x="558481" y="366068"/>
                    <a:pt x="549825" y="368180"/>
                    <a:pt x="541070" y="369799"/>
                  </a:cubicBezTo>
                  <a:cubicBezTo>
                    <a:pt x="537042" y="378188"/>
                    <a:pt x="533453" y="386780"/>
                    <a:pt x="530318" y="395541"/>
                  </a:cubicBezTo>
                  <a:cubicBezTo>
                    <a:pt x="527320" y="404886"/>
                    <a:pt x="523064" y="413779"/>
                    <a:pt x="517669" y="421977"/>
                  </a:cubicBezTo>
                  <a:cubicBezTo>
                    <a:pt x="520388" y="426594"/>
                    <a:pt x="524562" y="433804"/>
                    <a:pt x="530318" y="443481"/>
                  </a:cubicBezTo>
                  <a:cubicBezTo>
                    <a:pt x="534778" y="451841"/>
                    <a:pt x="539829" y="459873"/>
                    <a:pt x="545434" y="467514"/>
                  </a:cubicBezTo>
                  <a:lnTo>
                    <a:pt x="548975" y="472068"/>
                  </a:lnTo>
                  <a:lnTo>
                    <a:pt x="545687" y="476875"/>
                  </a:lnTo>
                  <a:cubicBezTo>
                    <a:pt x="539868" y="485223"/>
                    <a:pt x="518364" y="507612"/>
                    <a:pt x="479911" y="545307"/>
                  </a:cubicBezTo>
                  <a:lnTo>
                    <a:pt x="475989" y="549165"/>
                  </a:lnTo>
                  <a:lnTo>
                    <a:pt x="470993" y="546825"/>
                  </a:lnTo>
                  <a:cubicBezTo>
                    <a:pt x="453461" y="538432"/>
                    <a:pt x="436552" y="528794"/>
                    <a:pt x="420396" y="517985"/>
                  </a:cubicBezTo>
                  <a:cubicBezTo>
                    <a:pt x="404480" y="527209"/>
                    <a:pt x="387278" y="534009"/>
                    <a:pt x="369357" y="538160"/>
                  </a:cubicBezTo>
                  <a:cubicBezTo>
                    <a:pt x="365738" y="546270"/>
                    <a:pt x="363024" y="554756"/>
                    <a:pt x="361261" y="563459"/>
                  </a:cubicBezTo>
                  <a:cubicBezTo>
                    <a:pt x="359082" y="574856"/>
                    <a:pt x="355690" y="585987"/>
                    <a:pt x="351142" y="596663"/>
                  </a:cubicBezTo>
                  <a:close/>
                  <a:moveTo>
                    <a:pt x="259056" y="585026"/>
                  </a:moveTo>
                  <a:lnTo>
                    <a:pt x="338809" y="585026"/>
                  </a:lnTo>
                  <a:cubicBezTo>
                    <a:pt x="341634" y="576740"/>
                    <a:pt x="343957" y="568291"/>
                    <a:pt x="345766" y="559727"/>
                  </a:cubicBezTo>
                  <a:cubicBezTo>
                    <a:pt x="347926" y="548210"/>
                    <a:pt x="351851" y="537095"/>
                    <a:pt x="357403" y="526776"/>
                  </a:cubicBezTo>
                  <a:lnTo>
                    <a:pt x="359301" y="523803"/>
                  </a:lnTo>
                  <a:lnTo>
                    <a:pt x="362779" y="523171"/>
                  </a:lnTo>
                  <a:cubicBezTo>
                    <a:pt x="381877" y="519133"/>
                    <a:pt x="400144" y="511861"/>
                    <a:pt x="416791" y="501667"/>
                  </a:cubicBezTo>
                  <a:lnTo>
                    <a:pt x="421092" y="499137"/>
                  </a:lnTo>
                  <a:lnTo>
                    <a:pt x="425203" y="501920"/>
                  </a:lnTo>
                  <a:cubicBezTo>
                    <a:pt x="440490" y="512398"/>
                    <a:pt x="456512" y="521761"/>
                    <a:pt x="473143" y="529938"/>
                  </a:cubicBezTo>
                  <a:cubicBezTo>
                    <a:pt x="507612" y="496038"/>
                    <a:pt x="523044" y="479721"/>
                    <a:pt x="529559" y="472005"/>
                  </a:cubicBezTo>
                  <a:cubicBezTo>
                    <a:pt x="525638" y="466376"/>
                    <a:pt x="521274" y="459356"/>
                    <a:pt x="516910" y="451197"/>
                  </a:cubicBezTo>
                  <a:cubicBezTo>
                    <a:pt x="506853" y="433615"/>
                    <a:pt x="503185" y="427480"/>
                    <a:pt x="501920" y="425393"/>
                  </a:cubicBezTo>
                  <a:lnTo>
                    <a:pt x="498631" y="420206"/>
                  </a:lnTo>
                  <a:lnTo>
                    <a:pt x="502869" y="415716"/>
                  </a:lnTo>
                  <a:cubicBezTo>
                    <a:pt x="509006" y="408080"/>
                    <a:pt x="513583" y="399312"/>
                    <a:pt x="516340" y="389912"/>
                  </a:cubicBezTo>
                  <a:cubicBezTo>
                    <a:pt x="520091" y="379022"/>
                    <a:pt x="524702" y="368448"/>
                    <a:pt x="530128" y="358289"/>
                  </a:cubicBezTo>
                  <a:lnTo>
                    <a:pt x="532089" y="355126"/>
                  </a:lnTo>
                  <a:lnTo>
                    <a:pt x="535820" y="354620"/>
                  </a:lnTo>
                  <a:cubicBezTo>
                    <a:pt x="545145" y="353140"/>
                    <a:pt x="554358" y="351027"/>
                    <a:pt x="563395" y="348296"/>
                  </a:cubicBezTo>
                  <a:cubicBezTo>
                    <a:pt x="572756" y="345513"/>
                    <a:pt x="580219" y="343426"/>
                    <a:pt x="585531" y="341971"/>
                  </a:cubicBezTo>
                  <a:lnTo>
                    <a:pt x="585531" y="261838"/>
                  </a:lnTo>
                  <a:cubicBezTo>
                    <a:pt x="579839" y="260447"/>
                    <a:pt x="572123" y="258297"/>
                    <a:pt x="562130" y="255514"/>
                  </a:cubicBezTo>
                  <a:cubicBezTo>
                    <a:pt x="553523" y="252704"/>
                    <a:pt x="544703" y="250590"/>
                    <a:pt x="535757" y="249189"/>
                  </a:cubicBezTo>
                  <a:cubicBezTo>
                    <a:pt x="527978" y="251087"/>
                    <a:pt x="527851" y="250897"/>
                    <a:pt x="504134" y="182022"/>
                  </a:cubicBezTo>
                  <a:lnTo>
                    <a:pt x="502806" y="178290"/>
                  </a:lnTo>
                  <a:lnTo>
                    <a:pt x="505019" y="175002"/>
                  </a:lnTo>
                  <a:cubicBezTo>
                    <a:pt x="511344" y="165325"/>
                    <a:pt x="520957" y="149703"/>
                    <a:pt x="532721" y="127883"/>
                  </a:cubicBezTo>
                  <a:cubicBezTo>
                    <a:pt x="525764" y="121559"/>
                    <a:pt x="516214" y="112451"/>
                    <a:pt x="503881" y="99739"/>
                  </a:cubicBezTo>
                  <a:cubicBezTo>
                    <a:pt x="495063" y="89814"/>
                    <a:pt x="485203" y="80866"/>
                    <a:pt x="474472" y="73049"/>
                  </a:cubicBezTo>
                  <a:cubicBezTo>
                    <a:pt x="469538" y="75516"/>
                    <a:pt x="462328" y="79690"/>
                    <a:pt x="453031" y="85698"/>
                  </a:cubicBezTo>
                  <a:cubicBezTo>
                    <a:pt x="443673" y="92016"/>
                    <a:pt x="433388" y="96838"/>
                    <a:pt x="422547" y="99992"/>
                  </a:cubicBezTo>
                  <a:lnTo>
                    <a:pt x="418752" y="101004"/>
                  </a:lnTo>
                  <a:lnTo>
                    <a:pt x="416222" y="98601"/>
                  </a:lnTo>
                  <a:cubicBezTo>
                    <a:pt x="408397" y="93265"/>
                    <a:pt x="399887" y="89010"/>
                    <a:pt x="390924" y="85951"/>
                  </a:cubicBezTo>
                  <a:cubicBezTo>
                    <a:pt x="374733" y="79627"/>
                    <a:pt x="365056" y="76022"/>
                    <a:pt x="361261" y="74314"/>
                  </a:cubicBezTo>
                  <a:lnTo>
                    <a:pt x="357846" y="72733"/>
                  </a:lnTo>
                  <a:lnTo>
                    <a:pt x="356454" y="69065"/>
                  </a:lnTo>
                  <a:cubicBezTo>
                    <a:pt x="349750" y="43450"/>
                    <a:pt x="344691" y="25551"/>
                    <a:pt x="341339" y="15812"/>
                  </a:cubicBezTo>
                  <a:lnTo>
                    <a:pt x="262597" y="15812"/>
                  </a:lnTo>
                  <a:cubicBezTo>
                    <a:pt x="260574" y="22642"/>
                    <a:pt x="258233" y="30927"/>
                    <a:pt x="255767" y="40477"/>
                  </a:cubicBezTo>
                  <a:cubicBezTo>
                    <a:pt x="252605" y="52368"/>
                    <a:pt x="248494" y="67483"/>
                    <a:pt x="247039" y="72100"/>
                  </a:cubicBezTo>
                  <a:lnTo>
                    <a:pt x="245395" y="77413"/>
                  </a:lnTo>
                  <a:lnTo>
                    <a:pt x="239892" y="77413"/>
                  </a:lnTo>
                  <a:cubicBezTo>
                    <a:pt x="238184" y="77413"/>
                    <a:pt x="229077" y="79374"/>
                    <a:pt x="183603" y="99233"/>
                  </a:cubicBezTo>
                  <a:lnTo>
                    <a:pt x="179429" y="101067"/>
                  </a:lnTo>
                  <a:lnTo>
                    <a:pt x="175887" y="98664"/>
                  </a:lnTo>
                  <a:cubicBezTo>
                    <a:pt x="160909" y="88053"/>
                    <a:pt x="145038" y="78763"/>
                    <a:pt x="128453" y="70899"/>
                  </a:cubicBezTo>
                  <a:cubicBezTo>
                    <a:pt x="94047" y="104546"/>
                    <a:pt x="78552" y="120863"/>
                    <a:pt x="71847" y="128642"/>
                  </a:cubicBezTo>
                  <a:cubicBezTo>
                    <a:pt x="82260" y="143775"/>
                    <a:pt x="91662" y="159579"/>
                    <a:pt x="99992" y="175950"/>
                  </a:cubicBezTo>
                  <a:lnTo>
                    <a:pt x="102269" y="180188"/>
                  </a:lnTo>
                  <a:lnTo>
                    <a:pt x="99549" y="184172"/>
                  </a:lnTo>
                  <a:cubicBezTo>
                    <a:pt x="93979" y="192851"/>
                    <a:pt x="89296" y="202068"/>
                    <a:pt x="85572" y="211684"/>
                  </a:cubicBezTo>
                  <a:cubicBezTo>
                    <a:pt x="79247" y="227116"/>
                    <a:pt x="74504" y="236983"/>
                    <a:pt x="71658" y="242232"/>
                  </a:cubicBezTo>
                  <a:lnTo>
                    <a:pt x="69760" y="245711"/>
                  </a:lnTo>
                  <a:lnTo>
                    <a:pt x="65839" y="246217"/>
                  </a:lnTo>
                  <a:cubicBezTo>
                    <a:pt x="56507" y="247659"/>
                    <a:pt x="47292" y="249773"/>
                    <a:pt x="38264" y="252541"/>
                  </a:cubicBezTo>
                  <a:cubicBezTo>
                    <a:pt x="28650" y="255324"/>
                    <a:pt x="21314" y="257411"/>
                    <a:pt x="16064" y="258866"/>
                  </a:cubicBezTo>
                  <a:lnTo>
                    <a:pt x="16064" y="338999"/>
                  </a:lnTo>
                  <a:cubicBezTo>
                    <a:pt x="21820" y="340390"/>
                    <a:pt x="29536" y="342540"/>
                    <a:pt x="39529" y="345323"/>
                  </a:cubicBezTo>
                  <a:cubicBezTo>
                    <a:pt x="49083" y="348043"/>
                    <a:pt x="58800" y="350156"/>
                    <a:pt x="68622" y="351648"/>
                  </a:cubicBezTo>
                  <a:lnTo>
                    <a:pt x="74567" y="352407"/>
                  </a:lnTo>
                  <a:lnTo>
                    <a:pt x="75452" y="358352"/>
                  </a:lnTo>
                  <a:cubicBezTo>
                    <a:pt x="77200" y="368796"/>
                    <a:pt x="80327" y="378962"/>
                    <a:pt x="84750" y="388583"/>
                  </a:cubicBezTo>
                  <a:cubicBezTo>
                    <a:pt x="94679" y="410593"/>
                    <a:pt x="96893" y="416222"/>
                    <a:pt x="97399" y="418625"/>
                  </a:cubicBezTo>
                  <a:lnTo>
                    <a:pt x="98537" y="421977"/>
                  </a:lnTo>
                  <a:lnTo>
                    <a:pt x="96766" y="425076"/>
                  </a:lnTo>
                  <a:cubicBezTo>
                    <a:pt x="80259" y="453411"/>
                    <a:pt x="73555" y="466566"/>
                    <a:pt x="70836" y="472637"/>
                  </a:cubicBezTo>
                  <a:cubicBezTo>
                    <a:pt x="104672" y="506980"/>
                    <a:pt x="120420" y="521527"/>
                    <a:pt x="127757" y="527345"/>
                  </a:cubicBezTo>
                  <a:cubicBezTo>
                    <a:pt x="132627" y="524815"/>
                    <a:pt x="139584" y="521021"/>
                    <a:pt x="148628" y="515139"/>
                  </a:cubicBezTo>
                  <a:cubicBezTo>
                    <a:pt x="157902" y="509154"/>
                    <a:pt x="167888" y="504351"/>
                    <a:pt x="178354" y="500845"/>
                  </a:cubicBezTo>
                  <a:lnTo>
                    <a:pt x="181959" y="499770"/>
                  </a:lnTo>
                  <a:lnTo>
                    <a:pt x="185058" y="501857"/>
                  </a:lnTo>
                  <a:cubicBezTo>
                    <a:pt x="186196" y="502489"/>
                    <a:pt x="195240" y="506727"/>
                    <a:pt x="240019" y="526460"/>
                  </a:cubicBezTo>
                  <a:lnTo>
                    <a:pt x="243054" y="527788"/>
                  </a:lnTo>
                  <a:lnTo>
                    <a:pt x="244193" y="530887"/>
                  </a:lnTo>
                  <a:cubicBezTo>
                    <a:pt x="247661" y="540971"/>
                    <a:pt x="250512" y="551258"/>
                    <a:pt x="252731" y="561688"/>
                  </a:cubicBezTo>
                  <a:cubicBezTo>
                    <a:pt x="254324" y="569600"/>
                    <a:pt x="256437" y="577392"/>
                    <a:pt x="259056" y="585026"/>
                  </a:cubicBezTo>
                  <a:close/>
                </a:path>
              </a:pathLst>
            </a:custGeom>
            <a:grpFill/>
            <a:ln w="6271" cap="flat">
              <a:noFill/>
              <a:prstDash val="solid"/>
              <a:miter/>
            </a:ln>
          </p:spPr>
          <p:txBody>
            <a:bodyPr rtlCol="0" anchor="ctr"/>
            <a:lstStyle/>
            <a:p>
              <a:endParaRPr lang="en-US"/>
            </a:p>
          </p:txBody>
        </p:sp>
      </p:grpSp>
      <p:grpSp>
        <p:nvGrpSpPr>
          <p:cNvPr id="82" name="Group 81" descr="Automation">
            <a:extLst>
              <a:ext uri="{FF2B5EF4-FFF2-40B4-BE49-F238E27FC236}">
                <a16:creationId xmlns:a16="http://schemas.microsoft.com/office/drawing/2014/main" id="{50594367-4C92-B91B-8222-EF3BB9F81A8C}"/>
              </a:ext>
            </a:extLst>
          </p:cNvPr>
          <p:cNvGrpSpPr/>
          <p:nvPr/>
        </p:nvGrpSpPr>
        <p:grpSpPr>
          <a:xfrm>
            <a:off x="4392943" y="4893227"/>
            <a:ext cx="288318" cy="288348"/>
            <a:chOff x="531730" y="723307"/>
            <a:chExt cx="600773" cy="600837"/>
          </a:xfrm>
          <a:solidFill>
            <a:schemeClr val="accent5"/>
          </a:solidFill>
        </p:grpSpPr>
        <p:sp>
          <p:nvSpPr>
            <p:cNvPr id="101" name="Picture Placeholder 74">
              <a:extLst>
                <a:ext uri="{FF2B5EF4-FFF2-40B4-BE49-F238E27FC236}">
                  <a16:creationId xmlns:a16="http://schemas.microsoft.com/office/drawing/2014/main" id="{6967F2F0-6C01-AF7A-3BF9-4ADA8876FF10}"/>
                </a:ext>
              </a:extLst>
            </p:cNvPr>
            <p:cNvSpPr/>
            <p:nvPr/>
          </p:nvSpPr>
          <p:spPr>
            <a:xfrm>
              <a:off x="658159" y="849799"/>
              <a:ext cx="347853" cy="347853"/>
            </a:xfrm>
            <a:custGeom>
              <a:avLst/>
              <a:gdLst>
                <a:gd name="connsiteX0" fmla="*/ 173927 w 347853"/>
                <a:gd name="connsiteY0" fmla="*/ 347853 h 347853"/>
                <a:gd name="connsiteX1" fmla="*/ 166021 w 347853"/>
                <a:gd name="connsiteY1" fmla="*/ 339947 h 347853"/>
                <a:gd name="connsiteX2" fmla="*/ 173927 w 347853"/>
                <a:gd name="connsiteY2" fmla="*/ 332042 h 347853"/>
                <a:gd name="connsiteX3" fmla="*/ 332042 w 347853"/>
                <a:gd name="connsiteY3" fmla="*/ 173927 h 347853"/>
                <a:gd name="connsiteX4" fmla="*/ 173927 w 347853"/>
                <a:gd name="connsiteY4" fmla="*/ 15812 h 347853"/>
                <a:gd name="connsiteX5" fmla="*/ 15812 w 347853"/>
                <a:gd name="connsiteY5" fmla="*/ 173927 h 347853"/>
                <a:gd name="connsiteX6" fmla="*/ 7906 w 347853"/>
                <a:gd name="connsiteY6" fmla="*/ 181832 h 347853"/>
                <a:gd name="connsiteX7" fmla="*/ 0 w 347853"/>
                <a:gd name="connsiteY7" fmla="*/ 173927 h 347853"/>
                <a:gd name="connsiteX8" fmla="*/ 173927 w 347853"/>
                <a:gd name="connsiteY8" fmla="*/ 0 h 347853"/>
                <a:gd name="connsiteX9" fmla="*/ 347853 w 347853"/>
                <a:gd name="connsiteY9" fmla="*/ 173927 h 347853"/>
                <a:gd name="connsiteX10" fmla="*/ 173927 w 347853"/>
                <a:gd name="connsiteY10" fmla="*/ 347853 h 34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853" h="347853">
                  <a:moveTo>
                    <a:pt x="173927" y="347853"/>
                  </a:moveTo>
                  <a:cubicBezTo>
                    <a:pt x="169560" y="347853"/>
                    <a:pt x="166021" y="344314"/>
                    <a:pt x="166021" y="339947"/>
                  </a:cubicBezTo>
                  <a:cubicBezTo>
                    <a:pt x="166021" y="335581"/>
                    <a:pt x="169560" y="332042"/>
                    <a:pt x="173927" y="332042"/>
                  </a:cubicBezTo>
                  <a:cubicBezTo>
                    <a:pt x="261251" y="332042"/>
                    <a:pt x="332042" y="261251"/>
                    <a:pt x="332042" y="173927"/>
                  </a:cubicBezTo>
                  <a:cubicBezTo>
                    <a:pt x="332042" y="86602"/>
                    <a:pt x="261251" y="15812"/>
                    <a:pt x="173927" y="15812"/>
                  </a:cubicBezTo>
                  <a:cubicBezTo>
                    <a:pt x="86602" y="15812"/>
                    <a:pt x="15812" y="86602"/>
                    <a:pt x="15812" y="173927"/>
                  </a:cubicBezTo>
                  <a:cubicBezTo>
                    <a:pt x="15812" y="178293"/>
                    <a:pt x="12272" y="181832"/>
                    <a:pt x="7906" y="181832"/>
                  </a:cubicBezTo>
                  <a:cubicBezTo>
                    <a:pt x="3539" y="181832"/>
                    <a:pt x="0" y="178293"/>
                    <a:pt x="0" y="173927"/>
                  </a:cubicBezTo>
                  <a:cubicBezTo>
                    <a:pt x="0" y="77870"/>
                    <a:pt x="77870" y="0"/>
                    <a:pt x="173927" y="0"/>
                  </a:cubicBezTo>
                  <a:cubicBezTo>
                    <a:pt x="269983" y="0"/>
                    <a:pt x="347853" y="77870"/>
                    <a:pt x="347853" y="173927"/>
                  </a:cubicBezTo>
                  <a:cubicBezTo>
                    <a:pt x="347853" y="269983"/>
                    <a:pt x="269983" y="347853"/>
                    <a:pt x="173927" y="347853"/>
                  </a:cubicBezTo>
                  <a:close/>
                </a:path>
              </a:pathLst>
            </a:custGeom>
            <a:grpFill/>
            <a:ln w="6271" cap="flat">
              <a:noFill/>
              <a:prstDash val="solid"/>
              <a:miter/>
            </a:ln>
          </p:spPr>
          <p:txBody>
            <a:bodyPr rtlCol="0" anchor="ctr"/>
            <a:lstStyle/>
            <a:p>
              <a:endParaRPr lang="en-US"/>
            </a:p>
          </p:txBody>
        </p:sp>
        <p:sp>
          <p:nvSpPr>
            <p:cNvPr id="102" name="Picture Placeholder 74">
              <a:extLst>
                <a:ext uri="{FF2B5EF4-FFF2-40B4-BE49-F238E27FC236}">
                  <a16:creationId xmlns:a16="http://schemas.microsoft.com/office/drawing/2014/main" id="{67A7078D-33DD-959D-D774-840413F894AF}"/>
                </a:ext>
              </a:extLst>
            </p:cNvPr>
            <p:cNvSpPr/>
            <p:nvPr/>
          </p:nvSpPr>
          <p:spPr>
            <a:xfrm>
              <a:off x="531730" y="723307"/>
              <a:ext cx="600773" cy="600837"/>
            </a:xfrm>
            <a:custGeom>
              <a:avLst/>
              <a:gdLst>
                <a:gd name="connsiteX0" fmla="*/ 348928 w 600773"/>
                <a:gd name="connsiteY0" fmla="*/ 600837 h 600837"/>
                <a:gd name="connsiteX1" fmla="*/ 248873 w 600773"/>
                <a:gd name="connsiteY1" fmla="*/ 600837 h 600837"/>
                <a:gd name="connsiteX2" fmla="*/ 246723 w 600773"/>
                <a:gd name="connsiteY2" fmla="*/ 596347 h 600837"/>
                <a:gd name="connsiteX3" fmla="*/ 237109 w 600773"/>
                <a:gd name="connsiteY3" fmla="*/ 565293 h 600837"/>
                <a:gd name="connsiteX4" fmla="*/ 230342 w 600773"/>
                <a:gd name="connsiteY4" fmla="*/ 539615 h 600837"/>
                <a:gd name="connsiteX5" fmla="*/ 179745 w 600773"/>
                <a:gd name="connsiteY5" fmla="*/ 517036 h 600837"/>
                <a:gd name="connsiteX6" fmla="*/ 156913 w 600773"/>
                <a:gd name="connsiteY6" fmla="*/ 528673 h 600837"/>
                <a:gd name="connsiteX7" fmla="*/ 130160 w 600773"/>
                <a:gd name="connsiteY7" fmla="*/ 543852 h 600837"/>
                <a:gd name="connsiteX8" fmla="*/ 126239 w 600773"/>
                <a:gd name="connsiteY8" fmla="*/ 545560 h 600837"/>
                <a:gd name="connsiteX9" fmla="*/ 122444 w 600773"/>
                <a:gd name="connsiteY9" fmla="*/ 543410 h 600837"/>
                <a:gd name="connsiteX10" fmla="*/ 55720 w 600773"/>
                <a:gd name="connsiteY10" fmla="*/ 480164 h 600837"/>
                <a:gd name="connsiteX11" fmla="*/ 52557 w 600773"/>
                <a:gd name="connsiteY11" fmla="*/ 476875 h 600837"/>
                <a:gd name="connsiteX12" fmla="*/ 53759 w 600773"/>
                <a:gd name="connsiteY12" fmla="*/ 472511 h 600837"/>
                <a:gd name="connsiteX13" fmla="*/ 80955 w 600773"/>
                <a:gd name="connsiteY13" fmla="*/ 420459 h 600837"/>
                <a:gd name="connsiteX14" fmla="*/ 69760 w 600773"/>
                <a:gd name="connsiteY14" fmla="*/ 395161 h 600837"/>
                <a:gd name="connsiteX15" fmla="*/ 60526 w 600773"/>
                <a:gd name="connsiteY15" fmla="*/ 366321 h 600837"/>
                <a:gd name="connsiteX16" fmla="*/ 34912 w 600773"/>
                <a:gd name="connsiteY16" fmla="*/ 360502 h 600837"/>
                <a:gd name="connsiteX17" fmla="*/ 6325 w 600773"/>
                <a:gd name="connsiteY17" fmla="*/ 352849 h 600837"/>
                <a:gd name="connsiteX18" fmla="*/ 0 w 600773"/>
                <a:gd name="connsiteY18" fmla="*/ 351585 h 600837"/>
                <a:gd name="connsiteX19" fmla="*/ 0 w 600773"/>
                <a:gd name="connsiteY19" fmla="*/ 246153 h 600837"/>
                <a:gd name="connsiteX20" fmla="*/ 6325 w 600773"/>
                <a:gd name="connsiteY20" fmla="*/ 244699 h 600837"/>
                <a:gd name="connsiteX21" fmla="*/ 33773 w 600773"/>
                <a:gd name="connsiteY21" fmla="*/ 237109 h 600837"/>
                <a:gd name="connsiteX22" fmla="*/ 59514 w 600773"/>
                <a:gd name="connsiteY22" fmla="*/ 230785 h 600837"/>
                <a:gd name="connsiteX23" fmla="*/ 70962 w 600773"/>
                <a:gd name="connsiteY23" fmla="*/ 205170 h 600837"/>
                <a:gd name="connsiteX24" fmla="*/ 83611 w 600773"/>
                <a:gd name="connsiteY24" fmla="*/ 178860 h 600837"/>
                <a:gd name="connsiteX25" fmla="*/ 55720 w 600773"/>
                <a:gd name="connsiteY25" fmla="*/ 133892 h 600837"/>
                <a:gd name="connsiteX26" fmla="*/ 51609 w 600773"/>
                <a:gd name="connsiteY26" fmla="*/ 129275 h 600837"/>
                <a:gd name="connsiteX27" fmla="*/ 55151 w 600773"/>
                <a:gd name="connsiteY27" fmla="*/ 124152 h 600837"/>
                <a:gd name="connsiteX28" fmla="*/ 121306 w 600773"/>
                <a:gd name="connsiteY28" fmla="*/ 55656 h 600837"/>
                <a:gd name="connsiteX29" fmla="*/ 125290 w 600773"/>
                <a:gd name="connsiteY29" fmla="*/ 51798 h 600837"/>
                <a:gd name="connsiteX30" fmla="*/ 130287 w 600773"/>
                <a:gd name="connsiteY30" fmla="*/ 54265 h 600837"/>
                <a:gd name="connsiteX31" fmla="*/ 181516 w 600773"/>
                <a:gd name="connsiteY31" fmla="*/ 83295 h 600837"/>
                <a:gd name="connsiteX32" fmla="*/ 233315 w 600773"/>
                <a:gd name="connsiteY32" fmla="*/ 63056 h 600837"/>
                <a:gd name="connsiteX33" fmla="*/ 240525 w 600773"/>
                <a:gd name="connsiteY33" fmla="*/ 36430 h 600837"/>
                <a:gd name="connsiteX34" fmla="*/ 249252 w 600773"/>
                <a:gd name="connsiteY34" fmla="*/ 5566 h 600837"/>
                <a:gd name="connsiteX35" fmla="*/ 250960 w 600773"/>
                <a:gd name="connsiteY35" fmla="*/ 0 h 600837"/>
                <a:gd name="connsiteX36" fmla="*/ 352154 w 600773"/>
                <a:gd name="connsiteY36" fmla="*/ 0 h 600837"/>
                <a:gd name="connsiteX37" fmla="*/ 354178 w 600773"/>
                <a:gd name="connsiteY37" fmla="*/ 4933 h 600837"/>
                <a:gd name="connsiteX38" fmla="*/ 370748 w 600773"/>
                <a:gd name="connsiteY38" fmla="*/ 61285 h 600837"/>
                <a:gd name="connsiteX39" fmla="*/ 396046 w 600773"/>
                <a:gd name="connsiteY39" fmla="*/ 71089 h 600837"/>
                <a:gd name="connsiteX40" fmla="*/ 422104 w 600773"/>
                <a:gd name="connsiteY40" fmla="*/ 83738 h 600837"/>
                <a:gd name="connsiteX41" fmla="*/ 443860 w 600773"/>
                <a:gd name="connsiteY41" fmla="*/ 72417 h 600837"/>
                <a:gd name="connsiteX42" fmla="*/ 471309 w 600773"/>
                <a:gd name="connsiteY42" fmla="*/ 57048 h 600837"/>
                <a:gd name="connsiteX43" fmla="*/ 475041 w 600773"/>
                <a:gd name="connsiteY43" fmla="*/ 55467 h 600837"/>
                <a:gd name="connsiteX44" fmla="*/ 478519 w 600773"/>
                <a:gd name="connsiteY44" fmla="*/ 57554 h 600837"/>
                <a:gd name="connsiteX45" fmla="*/ 514633 w 600773"/>
                <a:gd name="connsiteY45" fmla="*/ 89177 h 600837"/>
                <a:gd name="connsiteX46" fmla="*/ 546951 w 600773"/>
                <a:gd name="connsiteY46" fmla="*/ 120231 h 600837"/>
                <a:gd name="connsiteX47" fmla="*/ 552138 w 600773"/>
                <a:gd name="connsiteY47" fmla="*/ 124342 h 600837"/>
                <a:gd name="connsiteX48" fmla="*/ 548975 w 600773"/>
                <a:gd name="connsiteY48" fmla="*/ 130160 h 600837"/>
                <a:gd name="connsiteX49" fmla="*/ 519629 w 600773"/>
                <a:gd name="connsiteY49" fmla="*/ 180757 h 600837"/>
                <a:gd name="connsiteX50" fmla="*/ 538603 w 600773"/>
                <a:gd name="connsiteY50" fmla="*/ 233884 h 600837"/>
                <a:gd name="connsiteX51" fmla="*/ 566052 w 600773"/>
                <a:gd name="connsiteY51" fmla="*/ 240208 h 600837"/>
                <a:gd name="connsiteX52" fmla="*/ 594449 w 600773"/>
                <a:gd name="connsiteY52" fmla="*/ 247798 h 600837"/>
                <a:gd name="connsiteX53" fmla="*/ 600774 w 600773"/>
                <a:gd name="connsiteY53" fmla="*/ 249063 h 600837"/>
                <a:gd name="connsiteX54" fmla="*/ 600774 w 600773"/>
                <a:gd name="connsiteY54" fmla="*/ 354431 h 600837"/>
                <a:gd name="connsiteX55" fmla="*/ 594449 w 600773"/>
                <a:gd name="connsiteY55" fmla="*/ 355822 h 600837"/>
                <a:gd name="connsiteX56" fmla="*/ 567000 w 600773"/>
                <a:gd name="connsiteY56" fmla="*/ 363475 h 600837"/>
                <a:gd name="connsiteX57" fmla="*/ 541070 w 600773"/>
                <a:gd name="connsiteY57" fmla="*/ 369799 h 600837"/>
                <a:gd name="connsiteX58" fmla="*/ 530318 w 600773"/>
                <a:gd name="connsiteY58" fmla="*/ 395541 h 600837"/>
                <a:gd name="connsiteX59" fmla="*/ 517669 w 600773"/>
                <a:gd name="connsiteY59" fmla="*/ 421977 h 600837"/>
                <a:gd name="connsiteX60" fmla="*/ 530318 w 600773"/>
                <a:gd name="connsiteY60" fmla="*/ 443481 h 600837"/>
                <a:gd name="connsiteX61" fmla="*/ 545434 w 600773"/>
                <a:gd name="connsiteY61" fmla="*/ 467514 h 600837"/>
                <a:gd name="connsiteX62" fmla="*/ 548975 w 600773"/>
                <a:gd name="connsiteY62" fmla="*/ 472068 h 600837"/>
                <a:gd name="connsiteX63" fmla="*/ 545687 w 600773"/>
                <a:gd name="connsiteY63" fmla="*/ 476875 h 600837"/>
                <a:gd name="connsiteX64" fmla="*/ 479911 w 600773"/>
                <a:gd name="connsiteY64" fmla="*/ 545307 h 600837"/>
                <a:gd name="connsiteX65" fmla="*/ 475989 w 600773"/>
                <a:gd name="connsiteY65" fmla="*/ 549165 h 600837"/>
                <a:gd name="connsiteX66" fmla="*/ 470993 w 600773"/>
                <a:gd name="connsiteY66" fmla="*/ 546825 h 600837"/>
                <a:gd name="connsiteX67" fmla="*/ 420396 w 600773"/>
                <a:gd name="connsiteY67" fmla="*/ 517985 h 600837"/>
                <a:gd name="connsiteX68" fmla="*/ 369357 w 600773"/>
                <a:gd name="connsiteY68" fmla="*/ 538160 h 600837"/>
                <a:gd name="connsiteX69" fmla="*/ 361261 w 600773"/>
                <a:gd name="connsiteY69" fmla="*/ 563459 h 600837"/>
                <a:gd name="connsiteX70" fmla="*/ 351142 w 600773"/>
                <a:gd name="connsiteY70" fmla="*/ 596663 h 600837"/>
                <a:gd name="connsiteX71" fmla="*/ 259056 w 600773"/>
                <a:gd name="connsiteY71" fmla="*/ 585026 h 600837"/>
                <a:gd name="connsiteX72" fmla="*/ 338809 w 600773"/>
                <a:gd name="connsiteY72" fmla="*/ 585026 h 600837"/>
                <a:gd name="connsiteX73" fmla="*/ 345766 w 600773"/>
                <a:gd name="connsiteY73" fmla="*/ 559727 h 600837"/>
                <a:gd name="connsiteX74" fmla="*/ 357403 w 600773"/>
                <a:gd name="connsiteY74" fmla="*/ 526776 h 600837"/>
                <a:gd name="connsiteX75" fmla="*/ 359301 w 600773"/>
                <a:gd name="connsiteY75" fmla="*/ 523803 h 600837"/>
                <a:gd name="connsiteX76" fmla="*/ 362779 w 600773"/>
                <a:gd name="connsiteY76" fmla="*/ 523171 h 600837"/>
                <a:gd name="connsiteX77" fmla="*/ 416791 w 600773"/>
                <a:gd name="connsiteY77" fmla="*/ 501667 h 600837"/>
                <a:gd name="connsiteX78" fmla="*/ 421092 w 600773"/>
                <a:gd name="connsiteY78" fmla="*/ 499137 h 600837"/>
                <a:gd name="connsiteX79" fmla="*/ 425203 w 600773"/>
                <a:gd name="connsiteY79" fmla="*/ 501920 h 600837"/>
                <a:gd name="connsiteX80" fmla="*/ 473143 w 600773"/>
                <a:gd name="connsiteY80" fmla="*/ 529938 h 600837"/>
                <a:gd name="connsiteX81" fmla="*/ 529559 w 600773"/>
                <a:gd name="connsiteY81" fmla="*/ 472005 h 600837"/>
                <a:gd name="connsiteX82" fmla="*/ 516910 w 600773"/>
                <a:gd name="connsiteY82" fmla="*/ 451197 h 600837"/>
                <a:gd name="connsiteX83" fmla="*/ 501920 w 600773"/>
                <a:gd name="connsiteY83" fmla="*/ 425393 h 600837"/>
                <a:gd name="connsiteX84" fmla="*/ 498631 w 600773"/>
                <a:gd name="connsiteY84" fmla="*/ 420206 h 600837"/>
                <a:gd name="connsiteX85" fmla="*/ 502869 w 600773"/>
                <a:gd name="connsiteY85" fmla="*/ 415716 h 600837"/>
                <a:gd name="connsiteX86" fmla="*/ 516340 w 600773"/>
                <a:gd name="connsiteY86" fmla="*/ 389912 h 600837"/>
                <a:gd name="connsiteX87" fmla="*/ 530128 w 600773"/>
                <a:gd name="connsiteY87" fmla="*/ 358289 h 600837"/>
                <a:gd name="connsiteX88" fmla="*/ 532089 w 600773"/>
                <a:gd name="connsiteY88" fmla="*/ 355126 h 600837"/>
                <a:gd name="connsiteX89" fmla="*/ 535820 w 600773"/>
                <a:gd name="connsiteY89" fmla="*/ 354620 h 600837"/>
                <a:gd name="connsiteX90" fmla="*/ 563395 w 600773"/>
                <a:gd name="connsiteY90" fmla="*/ 348296 h 600837"/>
                <a:gd name="connsiteX91" fmla="*/ 585531 w 600773"/>
                <a:gd name="connsiteY91" fmla="*/ 341971 h 600837"/>
                <a:gd name="connsiteX92" fmla="*/ 585531 w 600773"/>
                <a:gd name="connsiteY92" fmla="*/ 261838 h 600837"/>
                <a:gd name="connsiteX93" fmla="*/ 562130 w 600773"/>
                <a:gd name="connsiteY93" fmla="*/ 255514 h 600837"/>
                <a:gd name="connsiteX94" fmla="*/ 535757 w 600773"/>
                <a:gd name="connsiteY94" fmla="*/ 249189 h 600837"/>
                <a:gd name="connsiteX95" fmla="*/ 504134 w 600773"/>
                <a:gd name="connsiteY95" fmla="*/ 182022 h 600837"/>
                <a:gd name="connsiteX96" fmla="*/ 502806 w 600773"/>
                <a:gd name="connsiteY96" fmla="*/ 178290 h 600837"/>
                <a:gd name="connsiteX97" fmla="*/ 505019 w 600773"/>
                <a:gd name="connsiteY97" fmla="*/ 175002 h 600837"/>
                <a:gd name="connsiteX98" fmla="*/ 532721 w 600773"/>
                <a:gd name="connsiteY98" fmla="*/ 127883 h 600837"/>
                <a:gd name="connsiteX99" fmla="*/ 503881 w 600773"/>
                <a:gd name="connsiteY99" fmla="*/ 99739 h 600837"/>
                <a:gd name="connsiteX100" fmla="*/ 474472 w 600773"/>
                <a:gd name="connsiteY100" fmla="*/ 73049 h 600837"/>
                <a:gd name="connsiteX101" fmla="*/ 453031 w 600773"/>
                <a:gd name="connsiteY101" fmla="*/ 85698 h 600837"/>
                <a:gd name="connsiteX102" fmla="*/ 422547 w 600773"/>
                <a:gd name="connsiteY102" fmla="*/ 99992 h 600837"/>
                <a:gd name="connsiteX103" fmla="*/ 418752 w 600773"/>
                <a:gd name="connsiteY103" fmla="*/ 101004 h 600837"/>
                <a:gd name="connsiteX104" fmla="*/ 416222 w 600773"/>
                <a:gd name="connsiteY104" fmla="*/ 98601 h 600837"/>
                <a:gd name="connsiteX105" fmla="*/ 390924 w 600773"/>
                <a:gd name="connsiteY105" fmla="*/ 85951 h 600837"/>
                <a:gd name="connsiteX106" fmla="*/ 361261 w 600773"/>
                <a:gd name="connsiteY106" fmla="*/ 74314 h 600837"/>
                <a:gd name="connsiteX107" fmla="*/ 357846 w 600773"/>
                <a:gd name="connsiteY107" fmla="*/ 72733 h 600837"/>
                <a:gd name="connsiteX108" fmla="*/ 356454 w 600773"/>
                <a:gd name="connsiteY108" fmla="*/ 69065 h 600837"/>
                <a:gd name="connsiteX109" fmla="*/ 341339 w 600773"/>
                <a:gd name="connsiteY109" fmla="*/ 15812 h 600837"/>
                <a:gd name="connsiteX110" fmla="*/ 262597 w 600773"/>
                <a:gd name="connsiteY110" fmla="*/ 15812 h 600837"/>
                <a:gd name="connsiteX111" fmla="*/ 255767 w 600773"/>
                <a:gd name="connsiteY111" fmla="*/ 40477 h 600837"/>
                <a:gd name="connsiteX112" fmla="*/ 247039 w 600773"/>
                <a:gd name="connsiteY112" fmla="*/ 72100 h 600837"/>
                <a:gd name="connsiteX113" fmla="*/ 245395 w 600773"/>
                <a:gd name="connsiteY113" fmla="*/ 77413 h 600837"/>
                <a:gd name="connsiteX114" fmla="*/ 239892 w 600773"/>
                <a:gd name="connsiteY114" fmla="*/ 77413 h 600837"/>
                <a:gd name="connsiteX115" fmla="*/ 183603 w 600773"/>
                <a:gd name="connsiteY115" fmla="*/ 99233 h 600837"/>
                <a:gd name="connsiteX116" fmla="*/ 179429 w 600773"/>
                <a:gd name="connsiteY116" fmla="*/ 101067 h 600837"/>
                <a:gd name="connsiteX117" fmla="*/ 175887 w 600773"/>
                <a:gd name="connsiteY117" fmla="*/ 98664 h 600837"/>
                <a:gd name="connsiteX118" fmla="*/ 128453 w 600773"/>
                <a:gd name="connsiteY118" fmla="*/ 70899 h 600837"/>
                <a:gd name="connsiteX119" fmla="*/ 71847 w 600773"/>
                <a:gd name="connsiteY119" fmla="*/ 128642 h 600837"/>
                <a:gd name="connsiteX120" fmla="*/ 99992 w 600773"/>
                <a:gd name="connsiteY120" fmla="*/ 175950 h 600837"/>
                <a:gd name="connsiteX121" fmla="*/ 102269 w 600773"/>
                <a:gd name="connsiteY121" fmla="*/ 180188 h 600837"/>
                <a:gd name="connsiteX122" fmla="*/ 99549 w 600773"/>
                <a:gd name="connsiteY122" fmla="*/ 184172 h 600837"/>
                <a:gd name="connsiteX123" fmla="*/ 85572 w 600773"/>
                <a:gd name="connsiteY123" fmla="*/ 211684 h 600837"/>
                <a:gd name="connsiteX124" fmla="*/ 71658 w 600773"/>
                <a:gd name="connsiteY124" fmla="*/ 242232 h 600837"/>
                <a:gd name="connsiteX125" fmla="*/ 69760 w 600773"/>
                <a:gd name="connsiteY125" fmla="*/ 245711 h 600837"/>
                <a:gd name="connsiteX126" fmla="*/ 65839 w 600773"/>
                <a:gd name="connsiteY126" fmla="*/ 246217 h 600837"/>
                <a:gd name="connsiteX127" fmla="*/ 38264 w 600773"/>
                <a:gd name="connsiteY127" fmla="*/ 252541 h 600837"/>
                <a:gd name="connsiteX128" fmla="*/ 16064 w 600773"/>
                <a:gd name="connsiteY128" fmla="*/ 258866 h 600837"/>
                <a:gd name="connsiteX129" fmla="*/ 16064 w 600773"/>
                <a:gd name="connsiteY129" fmla="*/ 338999 h 600837"/>
                <a:gd name="connsiteX130" fmla="*/ 39529 w 600773"/>
                <a:gd name="connsiteY130" fmla="*/ 345323 h 600837"/>
                <a:gd name="connsiteX131" fmla="*/ 68622 w 600773"/>
                <a:gd name="connsiteY131" fmla="*/ 351648 h 600837"/>
                <a:gd name="connsiteX132" fmla="*/ 74567 w 600773"/>
                <a:gd name="connsiteY132" fmla="*/ 352407 h 600837"/>
                <a:gd name="connsiteX133" fmla="*/ 75452 w 600773"/>
                <a:gd name="connsiteY133" fmla="*/ 358352 h 600837"/>
                <a:gd name="connsiteX134" fmla="*/ 84750 w 600773"/>
                <a:gd name="connsiteY134" fmla="*/ 388583 h 600837"/>
                <a:gd name="connsiteX135" fmla="*/ 97399 w 600773"/>
                <a:gd name="connsiteY135" fmla="*/ 418625 h 600837"/>
                <a:gd name="connsiteX136" fmla="*/ 98537 w 600773"/>
                <a:gd name="connsiteY136" fmla="*/ 421977 h 600837"/>
                <a:gd name="connsiteX137" fmla="*/ 96766 w 600773"/>
                <a:gd name="connsiteY137" fmla="*/ 425076 h 600837"/>
                <a:gd name="connsiteX138" fmla="*/ 70836 w 600773"/>
                <a:gd name="connsiteY138" fmla="*/ 472637 h 600837"/>
                <a:gd name="connsiteX139" fmla="*/ 127757 w 600773"/>
                <a:gd name="connsiteY139" fmla="*/ 527345 h 600837"/>
                <a:gd name="connsiteX140" fmla="*/ 148628 w 600773"/>
                <a:gd name="connsiteY140" fmla="*/ 515139 h 600837"/>
                <a:gd name="connsiteX141" fmla="*/ 178354 w 600773"/>
                <a:gd name="connsiteY141" fmla="*/ 500845 h 600837"/>
                <a:gd name="connsiteX142" fmla="*/ 181959 w 600773"/>
                <a:gd name="connsiteY142" fmla="*/ 499770 h 600837"/>
                <a:gd name="connsiteX143" fmla="*/ 185058 w 600773"/>
                <a:gd name="connsiteY143" fmla="*/ 501857 h 600837"/>
                <a:gd name="connsiteX144" fmla="*/ 240019 w 600773"/>
                <a:gd name="connsiteY144" fmla="*/ 526460 h 600837"/>
                <a:gd name="connsiteX145" fmla="*/ 243054 w 600773"/>
                <a:gd name="connsiteY145" fmla="*/ 527788 h 600837"/>
                <a:gd name="connsiteX146" fmla="*/ 244193 w 600773"/>
                <a:gd name="connsiteY146" fmla="*/ 530887 h 600837"/>
                <a:gd name="connsiteX147" fmla="*/ 252731 w 600773"/>
                <a:gd name="connsiteY147" fmla="*/ 561688 h 600837"/>
                <a:gd name="connsiteX148" fmla="*/ 259056 w 600773"/>
                <a:gd name="connsiteY148" fmla="*/ 585026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600773" h="600837">
                  <a:moveTo>
                    <a:pt x="348928" y="600837"/>
                  </a:moveTo>
                  <a:lnTo>
                    <a:pt x="248873" y="600837"/>
                  </a:lnTo>
                  <a:lnTo>
                    <a:pt x="246723" y="596347"/>
                  </a:lnTo>
                  <a:cubicBezTo>
                    <a:pt x="242433" y="586360"/>
                    <a:pt x="239211" y="575956"/>
                    <a:pt x="237109" y="565293"/>
                  </a:cubicBezTo>
                  <a:cubicBezTo>
                    <a:pt x="234453" y="553909"/>
                    <a:pt x="232176" y="545244"/>
                    <a:pt x="230342" y="539615"/>
                  </a:cubicBezTo>
                  <a:cubicBezTo>
                    <a:pt x="197454" y="525132"/>
                    <a:pt x="184931" y="519439"/>
                    <a:pt x="179745" y="517036"/>
                  </a:cubicBezTo>
                  <a:cubicBezTo>
                    <a:pt x="171774" y="520163"/>
                    <a:pt x="164127" y="524061"/>
                    <a:pt x="156913" y="528673"/>
                  </a:cubicBezTo>
                  <a:cubicBezTo>
                    <a:pt x="148304" y="534259"/>
                    <a:pt x="139371" y="539328"/>
                    <a:pt x="130160" y="543852"/>
                  </a:cubicBezTo>
                  <a:lnTo>
                    <a:pt x="126239" y="545560"/>
                  </a:lnTo>
                  <a:lnTo>
                    <a:pt x="122444" y="543410"/>
                  </a:lnTo>
                  <a:cubicBezTo>
                    <a:pt x="113969" y="537718"/>
                    <a:pt x="92213" y="517099"/>
                    <a:pt x="55720" y="480164"/>
                  </a:cubicBezTo>
                  <a:lnTo>
                    <a:pt x="52557" y="476875"/>
                  </a:lnTo>
                  <a:lnTo>
                    <a:pt x="53759" y="472511"/>
                  </a:lnTo>
                  <a:cubicBezTo>
                    <a:pt x="54898" y="468337"/>
                    <a:pt x="59009" y="458407"/>
                    <a:pt x="80955" y="420459"/>
                  </a:cubicBezTo>
                  <a:cubicBezTo>
                    <a:pt x="79374" y="416601"/>
                    <a:pt x="76148" y="409138"/>
                    <a:pt x="69760" y="395161"/>
                  </a:cubicBezTo>
                  <a:cubicBezTo>
                    <a:pt x="65687" y="385895"/>
                    <a:pt x="62593" y="376230"/>
                    <a:pt x="60526" y="366321"/>
                  </a:cubicBezTo>
                  <a:cubicBezTo>
                    <a:pt x="53190" y="365056"/>
                    <a:pt x="44588" y="363095"/>
                    <a:pt x="34912" y="360502"/>
                  </a:cubicBezTo>
                  <a:cubicBezTo>
                    <a:pt x="21061" y="356454"/>
                    <a:pt x="11511" y="354178"/>
                    <a:pt x="6325" y="352849"/>
                  </a:cubicBezTo>
                  <a:lnTo>
                    <a:pt x="0" y="351585"/>
                  </a:lnTo>
                  <a:lnTo>
                    <a:pt x="0" y="246153"/>
                  </a:lnTo>
                  <a:lnTo>
                    <a:pt x="6325" y="244699"/>
                  </a:lnTo>
                  <a:cubicBezTo>
                    <a:pt x="10752" y="243687"/>
                    <a:pt x="19733" y="241220"/>
                    <a:pt x="33773" y="237109"/>
                  </a:cubicBezTo>
                  <a:cubicBezTo>
                    <a:pt x="42224" y="234503"/>
                    <a:pt x="50819" y="232391"/>
                    <a:pt x="59514" y="230785"/>
                  </a:cubicBezTo>
                  <a:cubicBezTo>
                    <a:pt x="62171" y="225535"/>
                    <a:pt x="65839" y="216934"/>
                    <a:pt x="70962" y="205170"/>
                  </a:cubicBezTo>
                  <a:cubicBezTo>
                    <a:pt x="74537" y="196106"/>
                    <a:pt x="78765" y="187313"/>
                    <a:pt x="83611" y="178860"/>
                  </a:cubicBezTo>
                  <a:cubicBezTo>
                    <a:pt x="67800" y="150020"/>
                    <a:pt x="59704" y="138635"/>
                    <a:pt x="55720" y="133892"/>
                  </a:cubicBezTo>
                  <a:lnTo>
                    <a:pt x="51609" y="129275"/>
                  </a:lnTo>
                  <a:lnTo>
                    <a:pt x="55151" y="124152"/>
                  </a:lnTo>
                  <a:cubicBezTo>
                    <a:pt x="60969" y="115803"/>
                    <a:pt x="82599" y="93351"/>
                    <a:pt x="121306" y="55656"/>
                  </a:cubicBezTo>
                  <a:lnTo>
                    <a:pt x="125290" y="51798"/>
                  </a:lnTo>
                  <a:lnTo>
                    <a:pt x="130287" y="54265"/>
                  </a:lnTo>
                  <a:cubicBezTo>
                    <a:pt x="148100" y="62579"/>
                    <a:pt x="165230" y="72286"/>
                    <a:pt x="181516" y="83295"/>
                  </a:cubicBezTo>
                  <a:cubicBezTo>
                    <a:pt x="198335" y="75456"/>
                    <a:pt x="215637" y="68697"/>
                    <a:pt x="233315" y="63056"/>
                  </a:cubicBezTo>
                  <a:cubicBezTo>
                    <a:pt x="234516" y="58692"/>
                    <a:pt x="236730" y="50787"/>
                    <a:pt x="240525" y="36430"/>
                  </a:cubicBezTo>
                  <a:cubicBezTo>
                    <a:pt x="243813" y="23780"/>
                    <a:pt x="246849" y="13535"/>
                    <a:pt x="249252" y="5566"/>
                  </a:cubicBezTo>
                  <a:lnTo>
                    <a:pt x="250960" y="0"/>
                  </a:lnTo>
                  <a:lnTo>
                    <a:pt x="352154" y="0"/>
                  </a:lnTo>
                  <a:lnTo>
                    <a:pt x="354178" y="4933"/>
                  </a:lnTo>
                  <a:cubicBezTo>
                    <a:pt x="357466" y="13155"/>
                    <a:pt x="362906" y="31560"/>
                    <a:pt x="370748" y="61285"/>
                  </a:cubicBezTo>
                  <a:cubicBezTo>
                    <a:pt x="374733" y="62930"/>
                    <a:pt x="382196" y="65902"/>
                    <a:pt x="396046" y="71089"/>
                  </a:cubicBezTo>
                  <a:cubicBezTo>
                    <a:pt x="405168" y="74339"/>
                    <a:pt x="413907" y="78581"/>
                    <a:pt x="422104" y="83738"/>
                  </a:cubicBezTo>
                  <a:cubicBezTo>
                    <a:pt x="429774" y="80828"/>
                    <a:pt x="437076" y="77029"/>
                    <a:pt x="443860" y="72417"/>
                  </a:cubicBezTo>
                  <a:cubicBezTo>
                    <a:pt x="452652" y="66680"/>
                    <a:pt x="461823" y="61545"/>
                    <a:pt x="471309" y="57048"/>
                  </a:cubicBezTo>
                  <a:lnTo>
                    <a:pt x="475041" y="55467"/>
                  </a:lnTo>
                  <a:lnTo>
                    <a:pt x="478519" y="57554"/>
                  </a:lnTo>
                  <a:cubicBezTo>
                    <a:pt x="491900" y="66456"/>
                    <a:pt x="504043" y="77089"/>
                    <a:pt x="514633" y="89177"/>
                  </a:cubicBezTo>
                  <a:cubicBezTo>
                    <a:pt x="524848" y="100093"/>
                    <a:pt x="535636" y="110459"/>
                    <a:pt x="546951" y="120231"/>
                  </a:cubicBezTo>
                  <a:lnTo>
                    <a:pt x="552138" y="124342"/>
                  </a:lnTo>
                  <a:lnTo>
                    <a:pt x="548975" y="130160"/>
                  </a:lnTo>
                  <a:cubicBezTo>
                    <a:pt x="536326" y="153055"/>
                    <a:pt x="526966" y="169752"/>
                    <a:pt x="519629" y="180757"/>
                  </a:cubicBezTo>
                  <a:cubicBezTo>
                    <a:pt x="531140" y="213835"/>
                    <a:pt x="536326" y="228002"/>
                    <a:pt x="538603" y="233884"/>
                  </a:cubicBezTo>
                  <a:cubicBezTo>
                    <a:pt x="547898" y="235304"/>
                    <a:pt x="557071" y="237418"/>
                    <a:pt x="566052" y="240208"/>
                  </a:cubicBezTo>
                  <a:cubicBezTo>
                    <a:pt x="579713" y="244193"/>
                    <a:pt x="589326" y="246533"/>
                    <a:pt x="594449" y="247798"/>
                  </a:cubicBezTo>
                  <a:lnTo>
                    <a:pt x="600774" y="249063"/>
                  </a:lnTo>
                  <a:lnTo>
                    <a:pt x="600774" y="354431"/>
                  </a:lnTo>
                  <a:lnTo>
                    <a:pt x="594449" y="355822"/>
                  </a:lnTo>
                  <a:cubicBezTo>
                    <a:pt x="591224" y="356581"/>
                    <a:pt x="583824" y="358542"/>
                    <a:pt x="567000" y="363475"/>
                  </a:cubicBezTo>
                  <a:cubicBezTo>
                    <a:pt x="558481" y="366068"/>
                    <a:pt x="549825" y="368180"/>
                    <a:pt x="541070" y="369799"/>
                  </a:cubicBezTo>
                  <a:cubicBezTo>
                    <a:pt x="537042" y="378188"/>
                    <a:pt x="533453" y="386780"/>
                    <a:pt x="530318" y="395541"/>
                  </a:cubicBezTo>
                  <a:cubicBezTo>
                    <a:pt x="527320" y="404886"/>
                    <a:pt x="523064" y="413779"/>
                    <a:pt x="517669" y="421977"/>
                  </a:cubicBezTo>
                  <a:cubicBezTo>
                    <a:pt x="520388" y="426594"/>
                    <a:pt x="524562" y="433804"/>
                    <a:pt x="530318" y="443481"/>
                  </a:cubicBezTo>
                  <a:cubicBezTo>
                    <a:pt x="534778" y="451841"/>
                    <a:pt x="539829" y="459873"/>
                    <a:pt x="545434" y="467514"/>
                  </a:cubicBezTo>
                  <a:lnTo>
                    <a:pt x="548975" y="472068"/>
                  </a:lnTo>
                  <a:lnTo>
                    <a:pt x="545687" y="476875"/>
                  </a:lnTo>
                  <a:cubicBezTo>
                    <a:pt x="539868" y="485223"/>
                    <a:pt x="518364" y="507612"/>
                    <a:pt x="479911" y="545307"/>
                  </a:cubicBezTo>
                  <a:lnTo>
                    <a:pt x="475989" y="549165"/>
                  </a:lnTo>
                  <a:lnTo>
                    <a:pt x="470993" y="546825"/>
                  </a:lnTo>
                  <a:cubicBezTo>
                    <a:pt x="453461" y="538432"/>
                    <a:pt x="436552" y="528794"/>
                    <a:pt x="420396" y="517985"/>
                  </a:cubicBezTo>
                  <a:cubicBezTo>
                    <a:pt x="404480" y="527209"/>
                    <a:pt x="387278" y="534009"/>
                    <a:pt x="369357" y="538160"/>
                  </a:cubicBezTo>
                  <a:cubicBezTo>
                    <a:pt x="365738" y="546270"/>
                    <a:pt x="363024" y="554756"/>
                    <a:pt x="361261" y="563459"/>
                  </a:cubicBezTo>
                  <a:cubicBezTo>
                    <a:pt x="359082" y="574856"/>
                    <a:pt x="355690" y="585987"/>
                    <a:pt x="351142" y="596663"/>
                  </a:cubicBezTo>
                  <a:close/>
                  <a:moveTo>
                    <a:pt x="259056" y="585026"/>
                  </a:moveTo>
                  <a:lnTo>
                    <a:pt x="338809" y="585026"/>
                  </a:lnTo>
                  <a:cubicBezTo>
                    <a:pt x="341634" y="576740"/>
                    <a:pt x="343957" y="568291"/>
                    <a:pt x="345766" y="559727"/>
                  </a:cubicBezTo>
                  <a:cubicBezTo>
                    <a:pt x="347926" y="548210"/>
                    <a:pt x="351851" y="537095"/>
                    <a:pt x="357403" y="526776"/>
                  </a:cubicBezTo>
                  <a:lnTo>
                    <a:pt x="359301" y="523803"/>
                  </a:lnTo>
                  <a:lnTo>
                    <a:pt x="362779" y="523171"/>
                  </a:lnTo>
                  <a:cubicBezTo>
                    <a:pt x="381877" y="519133"/>
                    <a:pt x="400144" y="511861"/>
                    <a:pt x="416791" y="501667"/>
                  </a:cubicBezTo>
                  <a:lnTo>
                    <a:pt x="421092" y="499137"/>
                  </a:lnTo>
                  <a:lnTo>
                    <a:pt x="425203" y="501920"/>
                  </a:lnTo>
                  <a:cubicBezTo>
                    <a:pt x="440490" y="512398"/>
                    <a:pt x="456512" y="521761"/>
                    <a:pt x="473143" y="529938"/>
                  </a:cubicBezTo>
                  <a:cubicBezTo>
                    <a:pt x="507612" y="496038"/>
                    <a:pt x="523044" y="479721"/>
                    <a:pt x="529559" y="472005"/>
                  </a:cubicBezTo>
                  <a:cubicBezTo>
                    <a:pt x="525638" y="466376"/>
                    <a:pt x="521274" y="459356"/>
                    <a:pt x="516910" y="451197"/>
                  </a:cubicBezTo>
                  <a:cubicBezTo>
                    <a:pt x="506853" y="433615"/>
                    <a:pt x="503185" y="427480"/>
                    <a:pt x="501920" y="425393"/>
                  </a:cubicBezTo>
                  <a:lnTo>
                    <a:pt x="498631" y="420206"/>
                  </a:lnTo>
                  <a:lnTo>
                    <a:pt x="502869" y="415716"/>
                  </a:lnTo>
                  <a:cubicBezTo>
                    <a:pt x="509006" y="408080"/>
                    <a:pt x="513583" y="399312"/>
                    <a:pt x="516340" y="389912"/>
                  </a:cubicBezTo>
                  <a:cubicBezTo>
                    <a:pt x="520091" y="379022"/>
                    <a:pt x="524702" y="368448"/>
                    <a:pt x="530128" y="358289"/>
                  </a:cubicBezTo>
                  <a:lnTo>
                    <a:pt x="532089" y="355126"/>
                  </a:lnTo>
                  <a:lnTo>
                    <a:pt x="535820" y="354620"/>
                  </a:lnTo>
                  <a:cubicBezTo>
                    <a:pt x="545145" y="353140"/>
                    <a:pt x="554358" y="351027"/>
                    <a:pt x="563395" y="348296"/>
                  </a:cubicBezTo>
                  <a:cubicBezTo>
                    <a:pt x="572756" y="345513"/>
                    <a:pt x="580219" y="343426"/>
                    <a:pt x="585531" y="341971"/>
                  </a:cubicBezTo>
                  <a:lnTo>
                    <a:pt x="585531" y="261838"/>
                  </a:lnTo>
                  <a:cubicBezTo>
                    <a:pt x="579839" y="260447"/>
                    <a:pt x="572123" y="258297"/>
                    <a:pt x="562130" y="255514"/>
                  </a:cubicBezTo>
                  <a:cubicBezTo>
                    <a:pt x="553523" y="252704"/>
                    <a:pt x="544703" y="250590"/>
                    <a:pt x="535757" y="249189"/>
                  </a:cubicBezTo>
                  <a:cubicBezTo>
                    <a:pt x="527978" y="251087"/>
                    <a:pt x="527851" y="250897"/>
                    <a:pt x="504134" y="182022"/>
                  </a:cubicBezTo>
                  <a:lnTo>
                    <a:pt x="502806" y="178290"/>
                  </a:lnTo>
                  <a:lnTo>
                    <a:pt x="505019" y="175002"/>
                  </a:lnTo>
                  <a:cubicBezTo>
                    <a:pt x="511344" y="165325"/>
                    <a:pt x="520957" y="149703"/>
                    <a:pt x="532721" y="127883"/>
                  </a:cubicBezTo>
                  <a:cubicBezTo>
                    <a:pt x="525764" y="121559"/>
                    <a:pt x="516214" y="112451"/>
                    <a:pt x="503881" y="99739"/>
                  </a:cubicBezTo>
                  <a:cubicBezTo>
                    <a:pt x="495063" y="89814"/>
                    <a:pt x="485203" y="80866"/>
                    <a:pt x="474472" y="73049"/>
                  </a:cubicBezTo>
                  <a:cubicBezTo>
                    <a:pt x="469538" y="75516"/>
                    <a:pt x="462328" y="79690"/>
                    <a:pt x="453031" y="85698"/>
                  </a:cubicBezTo>
                  <a:cubicBezTo>
                    <a:pt x="443673" y="92016"/>
                    <a:pt x="433388" y="96838"/>
                    <a:pt x="422547" y="99992"/>
                  </a:cubicBezTo>
                  <a:lnTo>
                    <a:pt x="418752" y="101004"/>
                  </a:lnTo>
                  <a:lnTo>
                    <a:pt x="416222" y="98601"/>
                  </a:lnTo>
                  <a:cubicBezTo>
                    <a:pt x="408397" y="93265"/>
                    <a:pt x="399887" y="89010"/>
                    <a:pt x="390924" y="85951"/>
                  </a:cubicBezTo>
                  <a:cubicBezTo>
                    <a:pt x="374733" y="79627"/>
                    <a:pt x="365056" y="76022"/>
                    <a:pt x="361261" y="74314"/>
                  </a:cubicBezTo>
                  <a:lnTo>
                    <a:pt x="357846" y="72733"/>
                  </a:lnTo>
                  <a:lnTo>
                    <a:pt x="356454" y="69065"/>
                  </a:lnTo>
                  <a:cubicBezTo>
                    <a:pt x="349750" y="43450"/>
                    <a:pt x="344691" y="25551"/>
                    <a:pt x="341339" y="15812"/>
                  </a:cubicBezTo>
                  <a:lnTo>
                    <a:pt x="262597" y="15812"/>
                  </a:lnTo>
                  <a:cubicBezTo>
                    <a:pt x="260574" y="22642"/>
                    <a:pt x="258233" y="30927"/>
                    <a:pt x="255767" y="40477"/>
                  </a:cubicBezTo>
                  <a:cubicBezTo>
                    <a:pt x="252605" y="52368"/>
                    <a:pt x="248494" y="67483"/>
                    <a:pt x="247039" y="72100"/>
                  </a:cubicBezTo>
                  <a:lnTo>
                    <a:pt x="245395" y="77413"/>
                  </a:lnTo>
                  <a:lnTo>
                    <a:pt x="239892" y="77413"/>
                  </a:lnTo>
                  <a:cubicBezTo>
                    <a:pt x="238184" y="77413"/>
                    <a:pt x="229077" y="79374"/>
                    <a:pt x="183603" y="99233"/>
                  </a:cubicBezTo>
                  <a:lnTo>
                    <a:pt x="179429" y="101067"/>
                  </a:lnTo>
                  <a:lnTo>
                    <a:pt x="175887" y="98664"/>
                  </a:lnTo>
                  <a:cubicBezTo>
                    <a:pt x="160909" y="88053"/>
                    <a:pt x="145038" y="78763"/>
                    <a:pt x="128453" y="70899"/>
                  </a:cubicBezTo>
                  <a:cubicBezTo>
                    <a:pt x="94047" y="104546"/>
                    <a:pt x="78552" y="120863"/>
                    <a:pt x="71847" y="128642"/>
                  </a:cubicBezTo>
                  <a:cubicBezTo>
                    <a:pt x="82260" y="143775"/>
                    <a:pt x="91662" y="159579"/>
                    <a:pt x="99992" y="175950"/>
                  </a:cubicBezTo>
                  <a:lnTo>
                    <a:pt x="102269" y="180188"/>
                  </a:lnTo>
                  <a:lnTo>
                    <a:pt x="99549" y="184172"/>
                  </a:lnTo>
                  <a:cubicBezTo>
                    <a:pt x="93979" y="192851"/>
                    <a:pt x="89296" y="202068"/>
                    <a:pt x="85572" y="211684"/>
                  </a:cubicBezTo>
                  <a:cubicBezTo>
                    <a:pt x="79247" y="227116"/>
                    <a:pt x="74504" y="236983"/>
                    <a:pt x="71658" y="242232"/>
                  </a:cubicBezTo>
                  <a:lnTo>
                    <a:pt x="69760" y="245711"/>
                  </a:lnTo>
                  <a:lnTo>
                    <a:pt x="65839" y="246217"/>
                  </a:lnTo>
                  <a:cubicBezTo>
                    <a:pt x="56507" y="247659"/>
                    <a:pt x="47292" y="249773"/>
                    <a:pt x="38264" y="252541"/>
                  </a:cubicBezTo>
                  <a:cubicBezTo>
                    <a:pt x="28650" y="255324"/>
                    <a:pt x="21314" y="257411"/>
                    <a:pt x="16064" y="258866"/>
                  </a:cubicBezTo>
                  <a:lnTo>
                    <a:pt x="16064" y="338999"/>
                  </a:lnTo>
                  <a:cubicBezTo>
                    <a:pt x="21820" y="340390"/>
                    <a:pt x="29536" y="342540"/>
                    <a:pt x="39529" y="345323"/>
                  </a:cubicBezTo>
                  <a:cubicBezTo>
                    <a:pt x="49083" y="348043"/>
                    <a:pt x="58800" y="350156"/>
                    <a:pt x="68622" y="351648"/>
                  </a:cubicBezTo>
                  <a:lnTo>
                    <a:pt x="74567" y="352407"/>
                  </a:lnTo>
                  <a:lnTo>
                    <a:pt x="75452" y="358352"/>
                  </a:lnTo>
                  <a:cubicBezTo>
                    <a:pt x="77200" y="368796"/>
                    <a:pt x="80327" y="378962"/>
                    <a:pt x="84750" y="388583"/>
                  </a:cubicBezTo>
                  <a:cubicBezTo>
                    <a:pt x="94679" y="410593"/>
                    <a:pt x="96893" y="416222"/>
                    <a:pt x="97399" y="418625"/>
                  </a:cubicBezTo>
                  <a:lnTo>
                    <a:pt x="98537" y="421977"/>
                  </a:lnTo>
                  <a:lnTo>
                    <a:pt x="96766" y="425076"/>
                  </a:lnTo>
                  <a:cubicBezTo>
                    <a:pt x="80259" y="453411"/>
                    <a:pt x="73555" y="466566"/>
                    <a:pt x="70836" y="472637"/>
                  </a:cubicBezTo>
                  <a:cubicBezTo>
                    <a:pt x="104672" y="506980"/>
                    <a:pt x="120420" y="521527"/>
                    <a:pt x="127757" y="527345"/>
                  </a:cubicBezTo>
                  <a:cubicBezTo>
                    <a:pt x="132627" y="524815"/>
                    <a:pt x="139584" y="521021"/>
                    <a:pt x="148628" y="515139"/>
                  </a:cubicBezTo>
                  <a:cubicBezTo>
                    <a:pt x="157902" y="509154"/>
                    <a:pt x="167888" y="504351"/>
                    <a:pt x="178354" y="500845"/>
                  </a:cubicBezTo>
                  <a:lnTo>
                    <a:pt x="181959" y="499770"/>
                  </a:lnTo>
                  <a:lnTo>
                    <a:pt x="185058" y="501857"/>
                  </a:lnTo>
                  <a:cubicBezTo>
                    <a:pt x="186196" y="502489"/>
                    <a:pt x="195240" y="506727"/>
                    <a:pt x="240019" y="526460"/>
                  </a:cubicBezTo>
                  <a:lnTo>
                    <a:pt x="243054" y="527788"/>
                  </a:lnTo>
                  <a:lnTo>
                    <a:pt x="244193" y="530887"/>
                  </a:lnTo>
                  <a:cubicBezTo>
                    <a:pt x="247661" y="540971"/>
                    <a:pt x="250512" y="551258"/>
                    <a:pt x="252731" y="561688"/>
                  </a:cubicBezTo>
                  <a:cubicBezTo>
                    <a:pt x="254324" y="569600"/>
                    <a:pt x="256437" y="577392"/>
                    <a:pt x="259056" y="585026"/>
                  </a:cubicBezTo>
                  <a:close/>
                </a:path>
              </a:pathLst>
            </a:custGeom>
            <a:grpFill/>
            <a:ln w="6271" cap="flat">
              <a:noFill/>
              <a:prstDash val="solid"/>
              <a:miter/>
            </a:ln>
          </p:spPr>
          <p:txBody>
            <a:bodyPr rtlCol="0" anchor="ctr"/>
            <a:lstStyle/>
            <a:p>
              <a:endParaRPr lang="en-US"/>
            </a:p>
          </p:txBody>
        </p:sp>
      </p:grpSp>
      <p:grpSp>
        <p:nvGrpSpPr>
          <p:cNvPr id="103" name="Group 102" descr="Automation">
            <a:extLst>
              <a:ext uri="{FF2B5EF4-FFF2-40B4-BE49-F238E27FC236}">
                <a16:creationId xmlns:a16="http://schemas.microsoft.com/office/drawing/2014/main" id="{9839064E-7E4F-E8B1-EA6C-30BFEE771707}"/>
              </a:ext>
            </a:extLst>
          </p:cNvPr>
          <p:cNvGrpSpPr/>
          <p:nvPr/>
        </p:nvGrpSpPr>
        <p:grpSpPr>
          <a:xfrm>
            <a:off x="7330907" y="4893227"/>
            <a:ext cx="288318" cy="288348"/>
            <a:chOff x="531730" y="723307"/>
            <a:chExt cx="600773" cy="600837"/>
          </a:xfrm>
          <a:solidFill>
            <a:schemeClr val="accent5"/>
          </a:solidFill>
        </p:grpSpPr>
        <p:sp>
          <p:nvSpPr>
            <p:cNvPr id="104" name="Picture Placeholder 74">
              <a:extLst>
                <a:ext uri="{FF2B5EF4-FFF2-40B4-BE49-F238E27FC236}">
                  <a16:creationId xmlns:a16="http://schemas.microsoft.com/office/drawing/2014/main" id="{CEAEF3BC-E41F-A9F0-F8D1-8C448C2DBAF7}"/>
                </a:ext>
              </a:extLst>
            </p:cNvPr>
            <p:cNvSpPr/>
            <p:nvPr/>
          </p:nvSpPr>
          <p:spPr>
            <a:xfrm>
              <a:off x="658159" y="849799"/>
              <a:ext cx="347853" cy="347853"/>
            </a:xfrm>
            <a:custGeom>
              <a:avLst/>
              <a:gdLst>
                <a:gd name="connsiteX0" fmla="*/ 173927 w 347853"/>
                <a:gd name="connsiteY0" fmla="*/ 347853 h 347853"/>
                <a:gd name="connsiteX1" fmla="*/ 166021 w 347853"/>
                <a:gd name="connsiteY1" fmla="*/ 339947 h 347853"/>
                <a:gd name="connsiteX2" fmla="*/ 173927 w 347853"/>
                <a:gd name="connsiteY2" fmla="*/ 332042 h 347853"/>
                <a:gd name="connsiteX3" fmla="*/ 332042 w 347853"/>
                <a:gd name="connsiteY3" fmla="*/ 173927 h 347853"/>
                <a:gd name="connsiteX4" fmla="*/ 173927 w 347853"/>
                <a:gd name="connsiteY4" fmla="*/ 15812 h 347853"/>
                <a:gd name="connsiteX5" fmla="*/ 15812 w 347853"/>
                <a:gd name="connsiteY5" fmla="*/ 173927 h 347853"/>
                <a:gd name="connsiteX6" fmla="*/ 7906 w 347853"/>
                <a:gd name="connsiteY6" fmla="*/ 181832 h 347853"/>
                <a:gd name="connsiteX7" fmla="*/ 0 w 347853"/>
                <a:gd name="connsiteY7" fmla="*/ 173927 h 347853"/>
                <a:gd name="connsiteX8" fmla="*/ 173927 w 347853"/>
                <a:gd name="connsiteY8" fmla="*/ 0 h 347853"/>
                <a:gd name="connsiteX9" fmla="*/ 347853 w 347853"/>
                <a:gd name="connsiteY9" fmla="*/ 173927 h 347853"/>
                <a:gd name="connsiteX10" fmla="*/ 173927 w 347853"/>
                <a:gd name="connsiteY10" fmla="*/ 347853 h 34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853" h="347853">
                  <a:moveTo>
                    <a:pt x="173927" y="347853"/>
                  </a:moveTo>
                  <a:cubicBezTo>
                    <a:pt x="169560" y="347853"/>
                    <a:pt x="166021" y="344314"/>
                    <a:pt x="166021" y="339947"/>
                  </a:cubicBezTo>
                  <a:cubicBezTo>
                    <a:pt x="166021" y="335581"/>
                    <a:pt x="169560" y="332042"/>
                    <a:pt x="173927" y="332042"/>
                  </a:cubicBezTo>
                  <a:cubicBezTo>
                    <a:pt x="261251" y="332042"/>
                    <a:pt x="332042" y="261251"/>
                    <a:pt x="332042" y="173927"/>
                  </a:cubicBezTo>
                  <a:cubicBezTo>
                    <a:pt x="332042" y="86602"/>
                    <a:pt x="261251" y="15812"/>
                    <a:pt x="173927" y="15812"/>
                  </a:cubicBezTo>
                  <a:cubicBezTo>
                    <a:pt x="86602" y="15812"/>
                    <a:pt x="15812" y="86602"/>
                    <a:pt x="15812" y="173927"/>
                  </a:cubicBezTo>
                  <a:cubicBezTo>
                    <a:pt x="15812" y="178293"/>
                    <a:pt x="12272" y="181832"/>
                    <a:pt x="7906" y="181832"/>
                  </a:cubicBezTo>
                  <a:cubicBezTo>
                    <a:pt x="3539" y="181832"/>
                    <a:pt x="0" y="178293"/>
                    <a:pt x="0" y="173927"/>
                  </a:cubicBezTo>
                  <a:cubicBezTo>
                    <a:pt x="0" y="77870"/>
                    <a:pt x="77870" y="0"/>
                    <a:pt x="173927" y="0"/>
                  </a:cubicBezTo>
                  <a:cubicBezTo>
                    <a:pt x="269983" y="0"/>
                    <a:pt x="347853" y="77870"/>
                    <a:pt x="347853" y="173927"/>
                  </a:cubicBezTo>
                  <a:cubicBezTo>
                    <a:pt x="347853" y="269983"/>
                    <a:pt x="269983" y="347853"/>
                    <a:pt x="173927" y="347853"/>
                  </a:cubicBezTo>
                  <a:close/>
                </a:path>
              </a:pathLst>
            </a:custGeom>
            <a:grpFill/>
            <a:ln w="6271" cap="flat">
              <a:noFill/>
              <a:prstDash val="solid"/>
              <a:miter/>
            </a:ln>
          </p:spPr>
          <p:txBody>
            <a:bodyPr rtlCol="0" anchor="ctr"/>
            <a:lstStyle/>
            <a:p>
              <a:endParaRPr lang="en-US"/>
            </a:p>
          </p:txBody>
        </p:sp>
        <p:sp>
          <p:nvSpPr>
            <p:cNvPr id="105" name="Picture Placeholder 74">
              <a:extLst>
                <a:ext uri="{FF2B5EF4-FFF2-40B4-BE49-F238E27FC236}">
                  <a16:creationId xmlns:a16="http://schemas.microsoft.com/office/drawing/2014/main" id="{10E45ADA-67E4-65A5-230B-78306C95144C}"/>
                </a:ext>
              </a:extLst>
            </p:cNvPr>
            <p:cNvSpPr/>
            <p:nvPr/>
          </p:nvSpPr>
          <p:spPr>
            <a:xfrm>
              <a:off x="531730" y="723307"/>
              <a:ext cx="600773" cy="600837"/>
            </a:xfrm>
            <a:custGeom>
              <a:avLst/>
              <a:gdLst>
                <a:gd name="connsiteX0" fmla="*/ 348928 w 600773"/>
                <a:gd name="connsiteY0" fmla="*/ 600837 h 600837"/>
                <a:gd name="connsiteX1" fmla="*/ 248873 w 600773"/>
                <a:gd name="connsiteY1" fmla="*/ 600837 h 600837"/>
                <a:gd name="connsiteX2" fmla="*/ 246723 w 600773"/>
                <a:gd name="connsiteY2" fmla="*/ 596347 h 600837"/>
                <a:gd name="connsiteX3" fmla="*/ 237109 w 600773"/>
                <a:gd name="connsiteY3" fmla="*/ 565293 h 600837"/>
                <a:gd name="connsiteX4" fmla="*/ 230342 w 600773"/>
                <a:gd name="connsiteY4" fmla="*/ 539615 h 600837"/>
                <a:gd name="connsiteX5" fmla="*/ 179745 w 600773"/>
                <a:gd name="connsiteY5" fmla="*/ 517036 h 600837"/>
                <a:gd name="connsiteX6" fmla="*/ 156913 w 600773"/>
                <a:gd name="connsiteY6" fmla="*/ 528673 h 600837"/>
                <a:gd name="connsiteX7" fmla="*/ 130160 w 600773"/>
                <a:gd name="connsiteY7" fmla="*/ 543852 h 600837"/>
                <a:gd name="connsiteX8" fmla="*/ 126239 w 600773"/>
                <a:gd name="connsiteY8" fmla="*/ 545560 h 600837"/>
                <a:gd name="connsiteX9" fmla="*/ 122444 w 600773"/>
                <a:gd name="connsiteY9" fmla="*/ 543410 h 600837"/>
                <a:gd name="connsiteX10" fmla="*/ 55720 w 600773"/>
                <a:gd name="connsiteY10" fmla="*/ 480164 h 600837"/>
                <a:gd name="connsiteX11" fmla="*/ 52557 w 600773"/>
                <a:gd name="connsiteY11" fmla="*/ 476875 h 600837"/>
                <a:gd name="connsiteX12" fmla="*/ 53759 w 600773"/>
                <a:gd name="connsiteY12" fmla="*/ 472511 h 600837"/>
                <a:gd name="connsiteX13" fmla="*/ 80955 w 600773"/>
                <a:gd name="connsiteY13" fmla="*/ 420459 h 600837"/>
                <a:gd name="connsiteX14" fmla="*/ 69760 w 600773"/>
                <a:gd name="connsiteY14" fmla="*/ 395161 h 600837"/>
                <a:gd name="connsiteX15" fmla="*/ 60526 w 600773"/>
                <a:gd name="connsiteY15" fmla="*/ 366321 h 600837"/>
                <a:gd name="connsiteX16" fmla="*/ 34912 w 600773"/>
                <a:gd name="connsiteY16" fmla="*/ 360502 h 600837"/>
                <a:gd name="connsiteX17" fmla="*/ 6325 w 600773"/>
                <a:gd name="connsiteY17" fmla="*/ 352849 h 600837"/>
                <a:gd name="connsiteX18" fmla="*/ 0 w 600773"/>
                <a:gd name="connsiteY18" fmla="*/ 351585 h 600837"/>
                <a:gd name="connsiteX19" fmla="*/ 0 w 600773"/>
                <a:gd name="connsiteY19" fmla="*/ 246153 h 600837"/>
                <a:gd name="connsiteX20" fmla="*/ 6325 w 600773"/>
                <a:gd name="connsiteY20" fmla="*/ 244699 h 600837"/>
                <a:gd name="connsiteX21" fmla="*/ 33773 w 600773"/>
                <a:gd name="connsiteY21" fmla="*/ 237109 h 600837"/>
                <a:gd name="connsiteX22" fmla="*/ 59514 w 600773"/>
                <a:gd name="connsiteY22" fmla="*/ 230785 h 600837"/>
                <a:gd name="connsiteX23" fmla="*/ 70962 w 600773"/>
                <a:gd name="connsiteY23" fmla="*/ 205170 h 600837"/>
                <a:gd name="connsiteX24" fmla="*/ 83611 w 600773"/>
                <a:gd name="connsiteY24" fmla="*/ 178860 h 600837"/>
                <a:gd name="connsiteX25" fmla="*/ 55720 w 600773"/>
                <a:gd name="connsiteY25" fmla="*/ 133892 h 600837"/>
                <a:gd name="connsiteX26" fmla="*/ 51609 w 600773"/>
                <a:gd name="connsiteY26" fmla="*/ 129275 h 600837"/>
                <a:gd name="connsiteX27" fmla="*/ 55151 w 600773"/>
                <a:gd name="connsiteY27" fmla="*/ 124152 h 600837"/>
                <a:gd name="connsiteX28" fmla="*/ 121306 w 600773"/>
                <a:gd name="connsiteY28" fmla="*/ 55656 h 600837"/>
                <a:gd name="connsiteX29" fmla="*/ 125290 w 600773"/>
                <a:gd name="connsiteY29" fmla="*/ 51798 h 600837"/>
                <a:gd name="connsiteX30" fmla="*/ 130287 w 600773"/>
                <a:gd name="connsiteY30" fmla="*/ 54265 h 600837"/>
                <a:gd name="connsiteX31" fmla="*/ 181516 w 600773"/>
                <a:gd name="connsiteY31" fmla="*/ 83295 h 600837"/>
                <a:gd name="connsiteX32" fmla="*/ 233315 w 600773"/>
                <a:gd name="connsiteY32" fmla="*/ 63056 h 600837"/>
                <a:gd name="connsiteX33" fmla="*/ 240525 w 600773"/>
                <a:gd name="connsiteY33" fmla="*/ 36430 h 600837"/>
                <a:gd name="connsiteX34" fmla="*/ 249252 w 600773"/>
                <a:gd name="connsiteY34" fmla="*/ 5566 h 600837"/>
                <a:gd name="connsiteX35" fmla="*/ 250960 w 600773"/>
                <a:gd name="connsiteY35" fmla="*/ 0 h 600837"/>
                <a:gd name="connsiteX36" fmla="*/ 352154 w 600773"/>
                <a:gd name="connsiteY36" fmla="*/ 0 h 600837"/>
                <a:gd name="connsiteX37" fmla="*/ 354178 w 600773"/>
                <a:gd name="connsiteY37" fmla="*/ 4933 h 600837"/>
                <a:gd name="connsiteX38" fmla="*/ 370748 w 600773"/>
                <a:gd name="connsiteY38" fmla="*/ 61285 h 600837"/>
                <a:gd name="connsiteX39" fmla="*/ 396046 w 600773"/>
                <a:gd name="connsiteY39" fmla="*/ 71089 h 600837"/>
                <a:gd name="connsiteX40" fmla="*/ 422104 w 600773"/>
                <a:gd name="connsiteY40" fmla="*/ 83738 h 600837"/>
                <a:gd name="connsiteX41" fmla="*/ 443860 w 600773"/>
                <a:gd name="connsiteY41" fmla="*/ 72417 h 600837"/>
                <a:gd name="connsiteX42" fmla="*/ 471309 w 600773"/>
                <a:gd name="connsiteY42" fmla="*/ 57048 h 600837"/>
                <a:gd name="connsiteX43" fmla="*/ 475041 w 600773"/>
                <a:gd name="connsiteY43" fmla="*/ 55467 h 600837"/>
                <a:gd name="connsiteX44" fmla="*/ 478519 w 600773"/>
                <a:gd name="connsiteY44" fmla="*/ 57554 h 600837"/>
                <a:gd name="connsiteX45" fmla="*/ 514633 w 600773"/>
                <a:gd name="connsiteY45" fmla="*/ 89177 h 600837"/>
                <a:gd name="connsiteX46" fmla="*/ 546951 w 600773"/>
                <a:gd name="connsiteY46" fmla="*/ 120231 h 600837"/>
                <a:gd name="connsiteX47" fmla="*/ 552138 w 600773"/>
                <a:gd name="connsiteY47" fmla="*/ 124342 h 600837"/>
                <a:gd name="connsiteX48" fmla="*/ 548975 w 600773"/>
                <a:gd name="connsiteY48" fmla="*/ 130160 h 600837"/>
                <a:gd name="connsiteX49" fmla="*/ 519629 w 600773"/>
                <a:gd name="connsiteY49" fmla="*/ 180757 h 600837"/>
                <a:gd name="connsiteX50" fmla="*/ 538603 w 600773"/>
                <a:gd name="connsiteY50" fmla="*/ 233884 h 600837"/>
                <a:gd name="connsiteX51" fmla="*/ 566052 w 600773"/>
                <a:gd name="connsiteY51" fmla="*/ 240208 h 600837"/>
                <a:gd name="connsiteX52" fmla="*/ 594449 w 600773"/>
                <a:gd name="connsiteY52" fmla="*/ 247798 h 600837"/>
                <a:gd name="connsiteX53" fmla="*/ 600774 w 600773"/>
                <a:gd name="connsiteY53" fmla="*/ 249063 h 600837"/>
                <a:gd name="connsiteX54" fmla="*/ 600774 w 600773"/>
                <a:gd name="connsiteY54" fmla="*/ 354431 h 600837"/>
                <a:gd name="connsiteX55" fmla="*/ 594449 w 600773"/>
                <a:gd name="connsiteY55" fmla="*/ 355822 h 600837"/>
                <a:gd name="connsiteX56" fmla="*/ 567000 w 600773"/>
                <a:gd name="connsiteY56" fmla="*/ 363475 h 600837"/>
                <a:gd name="connsiteX57" fmla="*/ 541070 w 600773"/>
                <a:gd name="connsiteY57" fmla="*/ 369799 h 600837"/>
                <a:gd name="connsiteX58" fmla="*/ 530318 w 600773"/>
                <a:gd name="connsiteY58" fmla="*/ 395541 h 600837"/>
                <a:gd name="connsiteX59" fmla="*/ 517669 w 600773"/>
                <a:gd name="connsiteY59" fmla="*/ 421977 h 600837"/>
                <a:gd name="connsiteX60" fmla="*/ 530318 w 600773"/>
                <a:gd name="connsiteY60" fmla="*/ 443481 h 600837"/>
                <a:gd name="connsiteX61" fmla="*/ 545434 w 600773"/>
                <a:gd name="connsiteY61" fmla="*/ 467514 h 600837"/>
                <a:gd name="connsiteX62" fmla="*/ 548975 w 600773"/>
                <a:gd name="connsiteY62" fmla="*/ 472068 h 600837"/>
                <a:gd name="connsiteX63" fmla="*/ 545687 w 600773"/>
                <a:gd name="connsiteY63" fmla="*/ 476875 h 600837"/>
                <a:gd name="connsiteX64" fmla="*/ 479911 w 600773"/>
                <a:gd name="connsiteY64" fmla="*/ 545307 h 600837"/>
                <a:gd name="connsiteX65" fmla="*/ 475989 w 600773"/>
                <a:gd name="connsiteY65" fmla="*/ 549165 h 600837"/>
                <a:gd name="connsiteX66" fmla="*/ 470993 w 600773"/>
                <a:gd name="connsiteY66" fmla="*/ 546825 h 600837"/>
                <a:gd name="connsiteX67" fmla="*/ 420396 w 600773"/>
                <a:gd name="connsiteY67" fmla="*/ 517985 h 600837"/>
                <a:gd name="connsiteX68" fmla="*/ 369357 w 600773"/>
                <a:gd name="connsiteY68" fmla="*/ 538160 h 600837"/>
                <a:gd name="connsiteX69" fmla="*/ 361261 w 600773"/>
                <a:gd name="connsiteY69" fmla="*/ 563459 h 600837"/>
                <a:gd name="connsiteX70" fmla="*/ 351142 w 600773"/>
                <a:gd name="connsiteY70" fmla="*/ 596663 h 600837"/>
                <a:gd name="connsiteX71" fmla="*/ 259056 w 600773"/>
                <a:gd name="connsiteY71" fmla="*/ 585026 h 600837"/>
                <a:gd name="connsiteX72" fmla="*/ 338809 w 600773"/>
                <a:gd name="connsiteY72" fmla="*/ 585026 h 600837"/>
                <a:gd name="connsiteX73" fmla="*/ 345766 w 600773"/>
                <a:gd name="connsiteY73" fmla="*/ 559727 h 600837"/>
                <a:gd name="connsiteX74" fmla="*/ 357403 w 600773"/>
                <a:gd name="connsiteY74" fmla="*/ 526776 h 600837"/>
                <a:gd name="connsiteX75" fmla="*/ 359301 w 600773"/>
                <a:gd name="connsiteY75" fmla="*/ 523803 h 600837"/>
                <a:gd name="connsiteX76" fmla="*/ 362779 w 600773"/>
                <a:gd name="connsiteY76" fmla="*/ 523171 h 600837"/>
                <a:gd name="connsiteX77" fmla="*/ 416791 w 600773"/>
                <a:gd name="connsiteY77" fmla="*/ 501667 h 600837"/>
                <a:gd name="connsiteX78" fmla="*/ 421092 w 600773"/>
                <a:gd name="connsiteY78" fmla="*/ 499137 h 600837"/>
                <a:gd name="connsiteX79" fmla="*/ 425203 w 600773"/>
                <a:gd name="connsiteY79" fmla="*/ 501920 h 600837"/>
                <a:gd name="connsiteX80" fmla="*/ 473143 w 600773"/>
                <a:gd name="connsiteY80" fmla="*/ 529938 h 600837"/>
                <a:gd name="connsiteX81" fmla="*/ 529559 w 600773"/>
                <a:gd name="connsiteY81" fmla="*/ 472005 h 600837"/>
                <a:gd name="connsiteX82" fmla="*/ 516910 w 600773"/>
                <a:gd name="connsiteY82" fmla="*/ 451197 h 600837"/>
                <a:gd name="connsiteX83" fmla="*/ 501920 w 600773"/>
                <a:gd name="connsiteY83" fmla="*/ 425393 h 600837"/>
                <a:gd name="connsiteX84" fmla="*/ 498631 w 600773"/>
                <a:gd name="connsiteY84" fmla="*/ 420206 h 600837"/>
                <a:gd name="connsiteX85" fmla="*/ 502869 w 600773"/>
                <a:gd name="connsiteY85" fmla="*/ 415716 h 600837"/>
                <a:gd name="connsiteX86" fmla="*/ 516340 w 600773"/>
                <a:gd name="connsiteY86" fmla="*/ 389912 h 600837"/>
                <a:gd name="connsiteX87" fmla="*/ 530128 w 600773"/>
                <a:gd name="connsiteY87" fmla="*/ 358289 h 600837"/>
                <a:gd name="connsiteX88" fmla="*/ 532089 w 600773"/>
                <a:gd name="connsiteY88" fmla="*/ 355126 h 600837"/>
                <a:gd name="connsiteX89" fmla="*/ 535820 w 600773"/>
                <a:gd name="connsiteY89" fmla="*/ 354620 h 600837"/>
                <a:gd name="connsiteX90" fmla="*/ 563395 w 600773"/>
                <a:gd name="connsiteY90" fmla="*/ 348296 h 600837"/>
                <a:gd name="connsiteX91" fmla="*/ 585531 w 600773"/>
                <a:gd name="connsiteY91" fmla="*/ 341971 h 600837"/>
                <a:gd name="connsiteX92" fmla="*/ 585531 w 600773"/>
                <a:gd name="connsiteY92" fmla="*/ 261838 h 600837"/>
                <a:gd name="connsiteX93" fmla="*/ 562130 w 600773"/>
                <a:gd name="connsiteY93" fmla="*/ 255514 h 600837"/>
                <a:gd name="connsiteX94" fmla="*/ 535757 w 600773"/>
                <a:gd name="connsiteY94" fmla="*/ 249189 h 600837"/>
                <a:gd name="connsiteX95" fmla="*/ 504134 w 600773"/>
                <a:gd name="connsiteY95" fmla="*/ 182022 h 600837"/>
                <a:gd name="connsiteX96" fmla="*/ 502806 w 600773"/>
                <a:gd name="connsiteY96" fmla="*/ 178290 h 600837"/>
                <a:gd name="connsiteX97" fmla="*/ 505019 w 600773"/>
                <a:gd name="connsiteY97" fmla="*/ 175002 h 600837"/>
                <a:gd name="connsiteX98" fmla="*/ 532721 w 600773"/>
                <a:gd name="connsiteY98" fmla="*/ 127883 h 600837"/>
                <a:gd name="connsiteX99" fmla="*/ 503881 w 600773"/>
                <a:gd name="connsiteY99" fmla="*/ 99739 h 600837"/>
                <a:gd name="connsiteX100" fmla="*/ 474472 w 600773"/>
                <a:gd name="connsiteY100" fmla="*/ 73049 h 600837"/>
                <a:gd name="connsiteX101" fmla="*/ 453031 w 600773"/>
                <a:gd name="connsiteY101" fmla="*/ 85698 h 600837"/>
                <a:gd name="connsiteX102" fmla="*/ 422547 w 600773"/>
                <a:gd name="connsiteY102" fmla="*/ 99992 h 600837"/>
                <a:gd name="connsiteX103" fmla="*/ 418752 w 600773"/>
                <a:gd name="connsiteY103" fmla="*/ 101004 h 600837"/>
                <a:gd name="connsiteX104" fmla="*/ 416222 w 600773"/>
                <a:gd name="connsiteY104" fmla="*/ 98601 h 600837"/>
                <a:gd name="connsiteX105" fmla="*/ 390924 w 600773"/>
                <a:gd name="connsiteY105" fmla="*/ 85951 h 600837"/>
                <a:gd name="connsiteX106" fmla="*/ 361261 w 600773"/>
                <a:gd name="connsiteY106" fmla="*/ 74314 h 600837"/>
                <a:gd name="connsiteX107" fmla="*/ 357846 w 600773"/>
                <a:gd name="connsiteY107" fmla="*/ 72733 h 600837"/>
                <a:gd name="connsiteX108" fmla="*/ 356454 w 600773"/>
                <a:gd name="connsiteY108" fmla="*/ 69065 h 600837"/>
                <a:gd name="connsiteX109" fmla="*/ 341339 w 600773"/>
                <a:gd name="connsiteY109" fmla="*/ 15812 h 600837"/>
                <a:gd name="connsiteX110" fmla="*/ 262597 w 600773"/>
                <a:gd name="connsiteY110" fmla="*/ 15812 h 600837"/>
                <a:gd name="connsiteX111" fmla="*/ 255767 w 600773"/>
                <a:gd name="connsiteY111" fmla="*/ 40477 h 600837"/>
                <a:gd name="connsiteX112" fmla="*/ 247039 w 600773"/>
                <a:gd name="connsiteY112" fmla="*/ 72100 h 600837"/>
                <a:gd name="connsiteX113" fmla="*/ 245395 w 600773"/>
                <a:gd name="connsiteY113" fmla="*/ 77413 h 600837"/>
                <a:gd name="connsiteX114" fmla="*/ 239892 w 600773"/>
                <a:gd name="connsiteY114" fmla="*/ 77413 h 600837"/>
                <a:gd name="connsiteX115" fmla="*/ 183603 w 600773"/>
                <a:gd name="connsiteY115" fmla="*/ 99233 h 600837"/>
                <a:gd name="connsiteX116" fmla="*/ 179429 w 600773"/>
                <a:gd name="connsiteY116" fmla="*/ 101067 h 600837"/>
                <a:gd name="connsiteX117" fmla="*/ 175887 w 600773"/>
                <a:gd name="connsiteY117" fmla="*/ 98664 h 600837"/>
                <a:gd name="connsiteX118" fmla="*/ 128453 w 600773"/>
                <a:gd name="connsiteY118" fmla="*/ 70899 h 600837"/>
                <a:gd name="connsiteX119" fmla="*/ 71847 w 600773"/>
                <a:gd name="connsiteY119" fmla="*/ 128642 h 600837"/>
                <a:gd name="connsiteX120" fmla="*/ 99992 w 600773"/>
                <a:gd name="connsiteY120" fmla="*/ 175950 h 600837"/>
                <a:gd name="connsiteX121" fmla="*/ 102269 w 600773"/>
                <a:gd name="connsiteY121" fmla="*/ 180188 h 600837"/>
                <a:gd name="connsiteX122" fmla="*/ 99549 w 600773"/>
                <a:gd name="connsiteY122" fmla="*/ 184172 h 600837"/>
                <a:gd name="connsiteX123" fmla="*/ 85572 w 600773"/>
                <a:gd name="connsiteY123" fmla="*/ 211684 h 600837"/>
                <a:gd name="connsiteX124" fmla="*/ 71658 w 600773"/>
                <a:gd name="connsiteY124" fmla="*/ 242232 h 600837"/>
                <a:gd name="connsiteX125" fmla="*/ 69760 w 600773"/>
                <a:gd name="connsiteY125" fmla="*/ 245711 h 600837"/>
                <a:gd name="connsiteX126" fmla="*/ 65839 w 600773"/>
                <a:gd name="connsiteY126" fmla="*/ 246217 h 600837"/>
                <a:gd name="connsiteX127" fmla="*/ 38264 w 600773"/>
                <a:gd name="connsiteY127" fmla="*/ 252541 h 600837"/>
                <a:gd name="connsiteX128" fmla="*/ 16064 w 600773"/>
                <a:gd name="connsiteY128" fmla="*/ 258866 h 600837"/>
                <a:gd name="connsiteX129" fmla="*/ 16064 w 600773"/>
                <a:gd name="connsiteY129" fmla="*/ 338999 h 600837"/>
                <a:gd name="connsiteX130" fmla="*/ 39529 w 600773"/>
                <a:gd name="connsiteY130" fmla="*/ 345323 h 600837"/>
                <a:gd name="connsiteX131" fmla="*/ 68622 w 600773"/>
                <a:gd name="connsiteY131" fmla="*/ 351648 h 600837"/>
                <a:gd name="connsiteX132" fmla="*/ 74567 w 600773"/>
                <a:gd name="connsiteY132" fmla="*/ 352407 h 600837"/>
                <a:gd name="connsiteX133" fmla="*/ 75452 w 600773"/>
                <a:gd name="connsiteY133" fmla="*/ 358352 h 600837"/>
                <a:gd name="connsiteX134" fmla="*/ 84750 w 600773"/>
                <a:gd name="connsiteY134" fmla="*/ 388583 h 600837"/>
                <a:gd name="connsiteX135" fmla="*/ 97399 w 600773"/>
                <a:gd name="connsiteY135" fmla="*/ 418625 h 600837"/>
                <a:gd name="connsiteX136" fmla="*/ 98537 w 600773"/>
                <a:gd name="connsiteY136" fmla="*/ 421977 h 600837"/>
                <a:gd name="connsiteX137" fmla="*/ 96766 w 600773"/>
                <a:gd name="connsiteY137" fmla="*/ 425076 h 600837"/>
                <a:gd name="connsiteX138" fmla="*/ 70836 w 600773"/>
                <a:gd name="connsiteY138" fmla="*/ 472637 h 600837"/>
                <a:gd name="connsiteX139" fmla="*/ 127757 w 600773"/>
                <a:gd name="connsiteY139" fmla="*/ 527345 h 600837"/>
                <a:gd name="connsiteX140" fmla="*/ 148628 w 600773"/>
                <a:gd name="connsiteY140" fmla="*/ 515139 h 600837"/>
                <a:gd name="connsiteX141" fmla="*/ 178354 w 600773"/>
                <a:gd name="connsiteY141" fmla="*/ 500845 h 600837"/>
                <a:gd name="connsiteX142" fmla="*/ 181959 w 600773"/>
                <a:gd name="connsiteY142" fmla="*/ 499770 h 600837"/>
                <a:gd name="connsiteX143" fmla="*/ 185058 w 600773"/>
                <a:gd name="connsiteY143" fmla="*/ 501857 h 600837"/>
                <a:gd name="connsiteX144" fmla="*/ 240019 w 600773"/>
                <a:gd name="connsiteY144" fmla="*/ 526460 h 600837"/>
                <a:gd name="connsiteX145" fmla="*/ 243054 w 600773"/>
                <a:gd name="connsiteY145" fmla="*/ 527788 h 600837"/>
                <a:gd name="connsiteX146" fmla="*/ 244193 w 600773"/>
                <a:gd name="connsiteY146" fmla="*/ 530887 h 600837"/>
                <a:gd name="connsiteX147" fmla="*/ 252731 w 600773"/>
                <a:gd name="connsiteY147" fmla="*/ 561688 h 600837"/>
                <a:gd name="connsiteX148" fmla="*/ 259056 w 600773"/>
                <a:gd name="connsiteY148" fmla="*/ 585026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600773" h="600837">
                  <a:moveTo>
                    <a:pt x="348928" y="600837"/>
                  </a:moveTo>
                  <a:lnTo>
                    <a:pt x="248873" y="600837"/>
                  </a:lnTo>
                  <a:lnTo>
                    <a:pt x="246723" y="596347"/>
                  </a:lnTo>
                  <a:cubicBezTo>
                    <a:pt x="242433" y="586360"/>
                    <a:pt x="239211" y="575956"/>
                    <a:pt x="237109" y="565293"/>
                  </a:cubicBezTo>
                  <a:cubicBezTo>
                    <a:pt x="234453" y="553909"/>
                    <a:pt x="232176" y="545244"/>
                    <a:pt x="230342" y="539615"/>
                  </a:cubicBezTo>
                  <a:cubicBezTo>
                    <a:pt x="197454" y="525132"/>
                    <a:pt x="184931" y="519439"/>
                    <a:pt x="179745" y="517036"/>
                  </a:cubicBezTo>
                  <a:cubicBezTo>
                    <a:pt x="171774" y="520163"/>
                    <a:pt x="164127" y="524061"/>
                    <a:pt x="156913" y="528673"/>
                  </a:cubicBezTo>
                  <a:cubicBezTo>
                    <a:pt x="148304" y="534259"/>
                    <a:pt x="139371" y="539328"/>
                    <a:pt x="130160" y="543852"/>
                  </a:cubicBezTo>
                  <a:lnTo>
                    <a:pt x="126239" y="545560"/>
                  </a:lnTo>
                  <a:lnTo>
                    <a:pt x="122444" y="543410"/>
                  </a:lnTo>
                  <a:cubicBezTo>
                    <a:pt x="113969" y="537718"/>
                    <a:pt x="92213" y="517099"/>
                    <a:pt x="55720" y="480164"/>
                  </a:cubicBezTo>
                  <a:lnTo>
                    <a:pt x="52557" y="476875"/>
                  </a:lnTo>
                  <a:lnTo>
                    <a:pt x="53759" y="472511"/>
                  </a:lnTo>
                  <a:cubicBezTo>
                    <a:pt x="54898" y="468337"/>
                    <a:pt x="59009" y="458407"/>
                    <a:pt x="80955" y="420459"/>
                  </a:cubicBezTo>
                  <a:cubicBezTo>
                    <a:pt x="79374" y="416601"/>
                    <a:pt x="76148" y="409138"/>
                    <a:pt x="69760" y="395161"/>
                  </a:cubicBezTo>
                  <a:cubicBezTo>
                    <a:pt x="65687" y="385895"/>
                    <a:pt x="62593" y="376230"/>
                    <a:pt x="60526" y="366321"/>
                  </a:cubicBezTo>
                  <a:cubicBezTo>
                    <a:pt x="53190" y="365056"/>
                    <a:pt x="44588" y="363095"/>
                    <a:pt x="34912" y="360502"/>
                  </a:cubicBezTo>
                  <a:cubicBezTo>
                    <a:pt x="21061" y="356454"/>
                    <a:pt x="11511" y="354178"/>
                    <a:pt x="6325" y="352849"/>
                  </a:cubicBezTo>
                  <a:lnTo>
                    <a:pt x="0" y="351585"/>
                  </a:lnTo>
                  <a:lnTo>
                    <a:pt x="0" y="246153"/>
                  </a:lnTo>
                  <a:lnTo>
                    <a:pt x="6325" y="244699"/>
                  </a:lnTo>
                  <a:cubicBezTo>
                    <a:pt x="10752" y="243687"/>
                    <a:pt x="19733" y="241220"/>
                    <a:pt x="33773" y="237109"/>
                  </a:cubicBezTo>
                  <a:cubicBezTo>
                    <a:pt x="42224" y="234503"/>
                    <a:pt x="50819" y="232391"/>
                    <a:pt x="59514" y="230785"/>
                  </a:cubicBezTo>
                  <a:cubicBezTo>
                    <a:pt x="62171" y="225535"/>
                    <a:pt x="65839" y="216934"/>
                    <a:pt x="70962" y="205170"/>
                  </a:cubicBezTo>
                  <a:cubicBezTo>
                    <a:pt x="74537" y="196106"/>
                    <a:pt x="78765" y="187313"/>
                    <a:pt x="83611" y="178860"/>
                  </a:cubicBezTo>
                  <a:cubicBezTo>
                    <a:pt x="67800" y="150020"/>
                    <a:pt x="59704" y="138635"/>
                    <a:pt x="55720" y="133892"/>
                  </a:cubicBezTo>
                  <a:lnTo>
                    <a:pt x="51609" y="129275"/>
                  </a:lnTo>
                  <a:lnTo>
                    <a:pt x="55151" y="124152"/>
                  </a:lnTo>
                  <a:cubicBezTo>
                    <a:pt x="60969" y="115803"/>
                    <a:pt x="82599" y="93351"/>
                    <a:pt x="121306" y="55656"/>
                  </a:cubicBezTo>
                  <a:lnTo>
                    <a:pt x="125290" y="51798"/>
                  </a:lnTo>
                  <a:lnTo>
                    <a:pt x="130287" y="54265"/>
                  </a:lnTo>
                  <a:cubicBezTo>
                    <a:pt x="148100" y="62579"/>
                    <a:pt x="165230" y="72286"/>
                    <a:pt x="181516" y="83295"/>
                  </a:cubicBezTo>
                  <a:cubicBezTo>
                    <a:pt x="198335" y="75456"/>
                    <a:pt x="215637" y="68697"/>
                    <a:pt x="233315" y="63056"/>
                  </a:cubicBezTo>
                  <a:cubicBezTo>
                    <a:pt x="234516" y="58692"/>
                    <a:pt x="236730" y="50787"/>
                    <a:pt x="240525" y="36430"/>
                  </a:cubicBezTo>
                  <a:cubicBezTo>
                    <a:pt x="243813" y="23780"/>
                    <a:pt x="246849" y="13535"/>
                    <a:pt x="249252" y="5566"/>
                  </a:cubicBezTo>
                  <a:lnTo>
                    <a:pt x="250960" y="0"/>
                  </a:lnTo>
                  <a:lnTo>
                    <a:pt x="352154" y="0"/>
                  </a:lnTo>
                  <a:lnTo>
                    <a:pt x="354178" y="4933"/>
                  </a:lnTo>
                  <a:cubicBezTo>
                    <a:pt x="357466" y="13155"/>
                    <a:pt x="362906" y="31560"/>
                    <a:pt x="370748" y="61285"/>
                  </a:cubicBezTo>
                  <a:cubicBezTo>
                    <a:pt x="374733" y="62930"/>
                    <a:pt x="382196" y="65902"/>
                    <a:pt x="396046" y="71089"/>
                  </a:cubicBezTo>
                  <a:cubicBezTo>
                    <a:pt x="405168" y="74339"/>
                    <a:pt x="413907" y="78581"/>
                    <a:pt x="422104" y="83738"/>
                  </a:cubicBezTo>
                  <a:cubicBezTo>
                    <a:pt x="429774" y="80828"/>
                    <a:pt x="437076" y="77029"/>
                    <a:pt x="443860" y="72417"/>
                  </a:cubicBezTo>
                  <a:cubicBezTo>
                    <a:pt x="452652" y="66680"/>
                    <a:pt x="461823" y="61545"/>
                    <a:pt x="471309" y="57048"/>
                  </a:cubicBezTo>
                  <a:lnTo>
                    <a:pt x="475041" y="55467"/>
                  </a:lnTo>
                  <a:lnTo>
                    <a:pt x="478519" y="57554"/>
                  </a:lnTo>
                  <a:cubicBezTo>
                    <a:pt x="491900" y="66456"/>
                    <a:pt x="504043" y="77089"/>
                    <a:pt x="514633" y="89177"/>
                  </a:cubicBezTo>
                  <a:cubicBezTo>
                    <a:pt x="524848" y="100093"/>
                    <a:pt x="535636" y="110459"/>
                    <a:pt x="546951" y="120231"/>
                  </a:cubicBezTo>
                  <a:lnTo>
                    <a:pt x="552138" y="124342"/>
                  </a:lnTo>
                  <a:lnTo>
                    <a:pt x="548975" y="130160"/>
                  </a:lnTo>
                  <a:cubicBezTo>
                    <a:pt x="536326" y="153055"/>
                    <a:pt x="526966" y="169752"/>
                    <a:pt x="519629" y="180757"/>
                  </a:cubicBezTo>
                  <a:cubicBezTo>
                    <a:pt x="531140" y="213835"/>
                    <a:pt x="536326" y="228002"/>
                    <a:pt x="538603" y="233884"/>
                  </a:cubicBezTo>
                  <a:cubicBezTo>
                    <a:pt x="547898" y="235304"/>
                    <a:pt x="557071" y="237418"/>
                    <a:pt x="566052" y="240208"/>
                  </a:cubicBezTo>
                  <a:cubicBezTo>
                    <a:pt x="579713" y="244193"/>
                    <a:pt x="589326" y="246533"/>
                    <a:pt x="594449" y="247798"/>
                  </a:cubicBezTo>
                  <a:lnTo>
                    <a:pt x="600774" y="249063"/>
                  </a:lnTo>
                  <a:lnTo>
                    <a:pt x="600774" y="354431"/>
                  </a:lnTo>
                  <a:lnTo>
                    <a:pt x="594449" y="355822"/>
                  </a:lnTo>
                  <a:cubicBezTo>
                    <a:pt x="591224" y="356581"/>
                    <a:pt x="583824" y="358542"/>
                    <a:pt x="567000" y="363475"/>
                  </a:cubicBezTo>
                  <a:cubicBezTo>
                    <a:pt x="558481" y="366068"/>
                    <a:pt x="549825" y="368180"/>
                    <a:pt x="541070" y="369799"/>
                  </a:cubicBezTo>
                  <a:cubicBezTo>
                    <a:pt x="537042" y="378188"/>
                    <a:pt x="533453" y="386780"/>
                    <a:pt x="530318" y="395541"/>
                  </a:cubicBezTo>
                  <a:cubicBezTo>
                    <a:pt x="527320" y="404886"/>
                    <a:pt x="523064" y="413779"/>
                    <a:pt x="517669" y="421977"/>
                  </a:cubicBezTo>
                  <a:cubicBezTo>
                    <a:pt x="520388" y="426594"/>
                    <a:pt x="524562" y="433804"/>
                    <a:pt x="530318" y="443481"/>
                  </a:cubicBezTo>
                  <a:cubicBezTo>
                    <a:pt x="534778" y="451841"/>
                    <a:pt x="539829" y="459873"/>
                    <a:pt x="545434" y="467514"/>
                  </a:cubicBezTo>
                  <a:lnTo>
                    <a:pt x="548975" y="472068"/>
                  </a:lnTo>
                  <a:lnTo>
                    <a:pt x="545687" y="476875"/>
                  </a:lnTo>
                  <a:cubicBezTo>
                    <a:pt x="539868" y="485223"/>
                    <a:pt x="518364" y="507612"/>
                    <a:pt x="479911" y="545307"/>
                  </a:cubicBezTo>
                  <a:lnTo>
                    <a:pt x="475989" y="549165"/>
                  </a:lnTo>
                  <a:lnTo>
                    <a:pt x="470993" y="546825"/>
                  </a:lnTo>
                  <a:cubicBezTo>
                    <a:pt x="453461" y="538432"/>
                    <a:pt x="436552" y="528794"/>
                    <a:pt x="420396" y="517985"/>
                  </a:cubicBezTo>
                  <a:cubicBezTo>
                    <a:pt x="404480" y="527209"/>
                    <a:pt x="387278" y="534009"/>
                    <a:pt x="369357" y="538160"/>
                  </a:cubicBezTo>
                  <a:cubicBezTo>
                    <a:pt x="365738" y="546270"/>
                    <a:pt x="363024" y="554756"/>
                    <a:pt x="361261" y="563459"/>
                  </a:cubicBezTo>
                  <a:cubicBezTo>
                    <a:pt x="359082" y="574856"/>
                    <a:pt x="355690" y="585987"/>
                    <a:pt x="351142" y="596663"/>
                  </a:cubicBezTo>
                  <a:close/>
                  <a:moveTo>
                    <a:pt x="259056" y="585026"/>
                  </a:moveTo>
                  <a:lnTo>
                    <a:pt x="338809" y="585026"/>
                  </a:lnTo>
                  <a:cubicBezTo>
                    <a:pt x="341634" y="576740"/>
                    <a:pt x="343957" y="568291"/>
                    <a:pt x="345766" y="559727"/>
                  </a:cubicBezTo>
                  <a:cubicBezTo>
                    <a:pt x="347926" y="548210"/>
                    <a:pt x="351851" y="537095"/>
                    <a:pt x="357403" y="526776"/>
                  </a:cubicBezTo>
                  <a:lnTo>
                    <a:pt x="359301" y="523803"/>
                  </a:lnTo>
                  <a:lnTo>
                    <a:pt x="362779" y="523171"/>
                  </a:lnTo>
                  <a:cubicBezTo>
                    <a:pt x="381877" y="519133"/>
                    <a:pt x="400144" y="511861"/>
                    <a:pt x="416791" y="501667"/>
                  </a:cubicBezTo>
                  <a:lnTo>
                    <a:pt x="421092" y="499137"/>
                  </a:lnTo>
                  <a:lnTo>
                    <a:pt x="425203" y="501920"/>
                  </a:lnTo>
                  <a:cubicBezTo>
                    <a:pt x="440490" y="512398"/>
                    <a:pt x="456512" y="521761"/>
                    <a:pt x="473143" y="529938"/>
                  </a:cubicBezTo>
                  <a:cubicBezTo>
                    <a:pt x="507612" y="496038"/>
                    <a:pt x="523044" y="479721"/>
                    <a:pt x="529559" y="472005"/>
                  </a:cubicBezTo>
                  <a:cubicBezTo>
                    <a:pt x="525638" y="466376"/>
                    <a:pt x="521274" y="459356"/>
                    <a:pt x="516910" y="451197"/>
                  </a:cubicBezTo>
                  <a:cubicBezTo>
                    <a:pt x="506853" y="433615"/>
                    <a:pt x="503185" y="427480"/>
                    <a:pt x="501920" y="425393"/>
                  </a:cubicBezTo>
                  <a:lnTo>
                    <a:pt x="498631" y="420206"/>
                  </a:lnTo>
                  <a:lnTo>
                    <a:pt x="502869" y="415716"/>
                  </a:lnTo>
                  <a:cubicBezTo>
                    <a:pt x="509006" y="408080"/>
                    <a:pt x="513583" y="399312"/>
                    <a:pt x="516340" y="389912"/>
                  </a:cubicBezTo>
                  <a:cubicBezTo>
                    <a:pt x="520091" y="379022"/>
                    <a:pt x="524702" y="368448"/>
                    <a:pt x="530128" y="358289"/>
                  </a:cubicBezTo>
                  <a:lnTo>
                    <a:pt x="532089" y="355126"/>
                  </a:lnTo>
                  <a:lnTo>
                    <a:pt x="535820" y="354620"/>
                  </a:lnTo>
                  <a:cubicBezTo>
                    <a:pt x="545145" y="353140"/>
                    <a:pt x="554358" y="351027"/>
                    <a:pt x="563395" y="348296"/>
                  </a:cubicBezTo>
                  <a:cubicBezTo>
                    <a:pt x="572756" y="345513"/>
                    <a:pt x="580219" y="343426"/>
                    <a:pt x="585531" y="341971"/>
                  </a:cubicBezTo>
                  <a:lnTo>
                    <a:pt x="585531" y="261838"/>
                  </a:lnTo>
                  <a:cubicBezTo>
                    <a:pt x="579839" y="260447"/>
                    <a:pt x="572123" y="258297"/>
                    <a:pt x="562130" y="255514"/>
                  </a:cubicBezTo>
                  <a:cubicBezTo>
                    <a:pt x="553523" y="252704"/>
                    <a:pt x="544703" y="250590"/>
                    <a:pt x="535757" y="249189"/>
                  </a:cubicBezTo>
                  <a:cubicBezTo>
                    <a:pt x="527978" y="251087"/>
                    <a:pt x="527851" y="250897"/>
                    <a:pt x="504134" y="182022"/>
                  </a:cubicBezTo>
                  <a:lnTo>
                    <a:pt x="502806" y="178290"/>
                  </a:lnTo>
                  <a:lnTo>
                    <a:pt x="505019" y="175002"/>
                  </a:lnTo>
                  <a:cubicBezTo>
                    <a:pt x="511344" y="165325"/>
                    <a:pt x="520957" y="149703"/>
                    <a:pt x="532721" y="127883"/>
                  </a:cubicBezTo>
                  <a:cubicBezTo>
                    <a:pt x="525764" y="121559"/>
                    <a:pt x="516214" y="112451"/>
                    <a:pt x="503881" y="99739"/>
                  </a:cubicBezTo>
                  <a:cubicBezTo>
                    <a:pt x="495063" y="89814"/>
                    <a:pt x="485203" y="80866"/>
                    <a:pt x="474472" y="73049"/>
                  </a:cubicBezTo>
                  <a:cubicBezTo>
                    <a:pt x="469538" y="75516"/>
                    <a:pt x="462328" y="79690"/>
                    <a:pt x="453031" y="85698"/>
                  </a:cubicBezTo>
                  <a:cubicBezTo>
                    <a:pt x="443673" y="92016"/>
                    <a:pt x="433388" y="96838"/>
                    <a:pt x="422547" y="99992"/>
                  </a:cubicBezTo>
                  <a:lnTo>
                    <a:pt x="418752" y="101004"/>
                  </a:lnTo>
                  <a:lnTo>
                    <a:pt x="416222" y="98601"/>
                  </a:lnTo>
                  <a:cubicBezTo>
                    <a:pt x="408397" y="93265"/>
                    <a:pt x="399887" y="89010"/>
                    <a:pt x="390924" y="85951"/>
                  </a:cubicBezTo>
                  <a:cubicBezTo>
                    <a:pt x="374733" y="79627"/>
                    <a:pt x="365056" y="76022"/>
                    <a:pt x="361261" y="74314"/>
                  </a:cubicBezTo>
                  <a:lnTo>
                    <a:pt x="357846" y="72733"/>
                  </a:lnTo>
                  <a:lnTo>
                    <a:pt x="356454" y="69065"/>
                  </a:lnTo>
                  <a:cubicBezTo>
                    <a:pt x="349750" y="43450"/>
                    <a:pt x="344691" y="25551"/>
                    <a:pt x="341339" y="15812"/>
                  </a:cubicBezTo>
                  <a:lnTo>
                    <a:pt x="262597" y="15812"/>
                  </a:lnTo>
                  <a:cubicBezTo>
                    <a:pt x="260574" y="22642"/>
                    <a:pt x="258233" y="30927"/>
                    <a:pt x="255767" y="40477"/>
                  </a:cubicBezTo>
                  <a:cubicBezTo>
                    <a:pt x="252605" y="52368"/>
                    <a:pt x="248494" y="67483"/>
                    <a:pt x="247039" y="72100"/>
                  </a:cubicBezTo>
                  <a:lnTo>
                    <a:pt x="245395" y="77413"/>
                  </a:lnTo>
                  <a:lnTo>
                    <a:pt x="239892" y="77413"/>
                  </a:lnTo>
                  <a:cubicBezTo>
                    <a:pt x="238184" y="77413"/>
                    <a:pt x="229077" y="79374"/>
                    <a:pt x="183603" y="99233"/>
                  </a:cubicBezTo>
                  <a:lnTo>
                    <a:pt x="179429" y="101067"/>
                  </a:lnTo>
                  <a:lnTo>
                    <a:pt x="175887" y="98664"/>
                  </a:lnTo>
                  <a:cubicBezTo>
                    <a:pt x="160909" y="88053"/>
                    <a:pt x="145038" y="78763"/>
                    <a:pt x="128453" y="70899"/>
                  </a:cubicBezTo>
                  <a:cubicBezTo>
                    <a:pt x="94047" y="104546"/>
                    <a:pt x="78552" y="120863"/>
                    <a:pt x="71847" y="128642"/>
                  </a:cubicBezTo>
                  <a:cubicBezTo>
                    <a:pt x="82260" y="143775"/>
                    <a:pt x="91662" y="159579"/>
                    <a:pt x="99992" y="175950"/>
                  </a:cubicBezTo>
                  <a:lnTo>
                    <a:pt x="102269" y="180188"/>
                  </a:lnTo>
                  <a:lnTo>
                    <a:pt x="99549" y="184172"/>
                  </a:lnTo>
                  <a:cubicBezTo>
                    <a:pt x="93979" y="192851"/>
                    <a:pt x="89296" y="202068"/>
                    <a:pt x="85572" y="211684"/>
                  </a:cubicBezTo>
                  <a:cubicBezTo>
                    <a:pt x="79247" y="227116"/>
                    <a:pt x="74504" y="236983"/>
                    <a:pt x="71658" y="242232"/>
                  </a:cubicBezTo>
                  <a:lnTo>
                    <a:pt x="69760" y="245711"/>
                  </a:lnTo>
                  <a:lnTo>
                    <a:pt x="65839" y="246217"/>
                  </a:lnTo>
                  <a:cubicBezTo>
                    <a:pt x="56507" y="247659"/>
                    <a:pt x="47292" y="249773"/>
                    <a:pt x="38264" y="252541"/>
                  </a:cubicBezTo>
                  <a:cubicBezTo>
                    <a:pt x="28650" y="255324"/>
                    <a:pt x="21314" y="257411"/>
                    <a:pt x="16064" y="258866"/>
                  </a:cubicBezTo>
                  <a:lnTo>
                    <a:pt x="16064" y="338999"/>
                  </a:lnTo>
                  <a:cubicBezTo>
                    <a:pt x="21820" y="340390"/>
                    <a:pt x="29536" y="342540"/>
                    <a:pt x="39529" y="345323"/>
                  </a:cubicBezTo>
                  <a:cubicBezTo>
                    <a:pt x="49083" y="348043"/>
                    <a:pt x="58800" y="350156"/>
                    <a:pt x="68622" y="351648"/>
                  </a:cubicBezTo>
                  <a:lnTo>
                    <a:pt x="74567" y="352407"/>
                  </a:lnTo>
                  <a:lnTo>
                    <a:pt x="75452" y="358352"/>
                  </a:lnTo>
                  <a:cubicBezTo>
                    <a:pt x="77200" y="368796"/>
                    <a:pt x="80327" y="378962"/>
                    <a:pt x="84750" y="388583"/>
                  </a:cubicBezTo>
                  <a:cubicBezTo>
                    <a:pt x="94679" y="410593"/>
                    <a:pt x="96893" y="416222"/>
                    <a:pt x="97399" y="418625"/>
                  </a:cubicBezTo>
                  <a:lnTo>
                    <a:pt x="98537" y="421977"/>
                  </a:lnTo>
                  <a:lnTo>
                    <a:pt x="96766" y="425076"/>
                  </a:lnTo>
                  <a:cubicBezTo>
                    <a:pt x="80259" y="453411"/>
                    <a:pt x="73555" y="466566"/>
                    <a:pt x="70836" y="472637"/>
                  </a:cubicBezTo>
                  <a:cubicBezTo>
                    <a:pt x="104672" y="506980"/>
                    <a:pt x="120420" y="521527"/>
                    <a:pt x="127757" y="527345"/>
                  </a:cubicBezTo>
                  <a:cubicBezTo>
                    <a:pt x="132627" y="524815"/>
                    <a:pt x="139584" y="521021"/>
                    <a:pt x="148628" y="515139"/>
                  </a:cubicBezTo>
                  <a:cubicBezTo>
                    <a:pt x="157902" y="509154"/>
                    <a:pt x="167888" y="504351"/>
                    <a:pt x="178354" y="500845"/>
                  </a:cubicBezTo>
                  <a:lnTo>
                    <a:pt x="181959" y="499770"/>
                  </a:lnTo>
                  <a:lnTo>
                    <a:pt x="185058" y="501857"/>
                  </a:lnTo>
                  <a:cubicBezTo>
                    <a:pt x="186196" y="502489"/>
                    <a:pt x="195240" y="506727"/>
                    <a:pt x="240019" y="526460"/>
                  </a:cubicBezTo>
                  <a:lnTo>
                    <a:pt x="243054" y="527788"/>
                  </a:lnTo>
                  <a:lnTo>
                    <a:pt x="244193" y="530887"/>
                  </a:lnTo>
                  <a:cubicBezTo>
                    <a:pt x="247661" y="540971"/>
                    <a:pt x="250512" y="551258"/>
                    <a:pt x="252731" y="561688"/>
                  </a:cubicBezTo>
                  <a:cubicBezTo>
                    <a:pt x="254324" y="569600"/>
                    <a:pt x="256437" y="577392"/>
                    <a:pt x="259056" y="585026"/>
                  </a:cubicBezTo>
                  <a:close/>
                </a:path>
              </a:pathLst>
            </a:custGeom>
            <a:grpFill/>
            <a:ln w="6271" cap="flat">
              <a:noFill/>
              <a:prstDash val="solid"/>
              <a:miter/>
            </a:ln>
          </p:spPr>
          <p:txBody>
            <a:bodyPr rtlCol="0" anchor="ctr"/>
            <a:lstStyle/>
            <a:p>
              <a:endParaRPr lang="en-US"/>
            </a:p>
          </p:txBody>
        </p:sp>
      </p:grpSp>
      <p:grpSp>
        <p:nvGrpSpPr>
          <p:cNvPr id="170" name="Group 169">
            <a:extLst>
              <a:ext uri="{FF2B5EF4-FFF2-40B4-BE49-F238E27FC236}">
                <a16:creationId xmlns:a16="http://schemas.microsoft.com/office/drawing/2014/main" id="{2EED630D-1829-E122-7B2F-97DC26ABE243}"/>
              </a:ext>
            </a:extLst>
          </p:cNvPr>
          <p:cNvGrpSpPr/>
          <p:nvPr/>
        </p:nvGrpSpPr>
        <p:grpSpPr>
          <a:xfrm>
            <a:off x="4464952" y="1599710"/>
            <a:ext cx="2522596" cy="421172"/>
            <a:chOff x="4464952" y="1599710"/>
            <a:chExt cx="2522596" cy="421172"/>
          </a:xfrm>
        </p:grpSpPr>
        <p:sp>
          <p:nvSpPr>
            <p:cNvPr id="132" name="Rectangle 131">
              <a:extLst>
                <a:ext uri="{FF2B5EF4-FFF2-40B4-BE49-F238E27FC236}">
                  <a16:creationId xmlns:a16="http://schemas.microsoft.com/office/drawing/2014/main" id="{1D64753A-7770-3AF6-489A-81F2DAA0BC23}"/>
                </a:ext>
              </a:extLst>
            </p:cNvPr>
            <p:cNvSpPr/>
            <p:nvPr/>
          </p:nvSpPr>
          <p:spPr bwMode="gray">
            <a:xfrm>
              <a:off x="4464952" y="1599710"/>
              <a:ext cx="2522596" cy="421172"/>
            </a:xfrm>
            <a:prstGeom prst="rect">
              <a:avLst/>
            </a:prstGeom>
            <a:solidFill>
              <a:schemeClr val="bg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107" name="TextBox 106">
              <a:extLst>
                <a:ext uri="{FF2B5EF4-FFF2-40B4-BE49-F238E27FC236}">
                  <a16:creationId xmlns:a16="http://schemas.microsoft.com/office/drawing/2014/main" id="{A4722558-96FB-F9C5-5056-A203AEB04AD5}"/>
                </a:ext>
              </a:extLst>
            </p:cNvPr>
            <p:cNvSpPr txBox="1"/>
            <p:nvPr/>
          </p:nvSpPr>
          <p:spPr>
            <a:xfrm>
              <a:off x="4678029" y="1604763"/>
              <a:ext cx="2096442" cy="215444"/>
            </a:xfrm>
            <a:prstGeom prst="rect">
              <a:avLst/>
            </a:prstGeom>
            <a:noFill/>
          </p:spPr>
          <p:txBody>
            <a:bodyPr wrap="square" lIns="0" tIns="0" rIns="0" bIns="0" rtlCol="0">
              <a:spAutoFit/>
            </a:bodyPr>
            <a:lstStyle/>
            <a:p>
              <a:pPr algn="ctr"/>
              <a:r>
                <a:rPr lang="en-US" sz="1400" dirty="0"/>
                <a:t>New clusters in VCF 9.1</a:t>
              </a:r>
            </a:p>
          </p:txBody>
        </p:sp>
      </p:grpSp>
      <p:sp>
        <p:nvSpPr>
          <p:cNvPr id="130" name="TextBox 129">
            <a:extLst>
              <a:ext uri="{FF2B5EF4-FFF2-40B4-BE49-F238E27FC236}">
                <a16:creationId xmlns:a16="http://schemas.microsoft.com/office/drawing/2014/main" id="{7FED2F30-9E41-3B17-6A5A-E4BCD33AD5E7}"/>
              </a:ext>
            </a:extLst>
          </p:cNvPr>
          <p:cNvSpPr txBox="1"/>
          <p:nvPr/>
        </p:nvSpPr>
        <p:spPr>
          <a:xfrm>
            <a:off x="4564399" y="1814983"/>
            <a:ext cx="2323702" cy="184666"/>
          </a:xfrm>
          <a:prstGeom prst="rect">
            <a:avLst/>
          </a:prstGeom>
          <a:noFill/>
        </p:spPr>
        <p:txBody>
          <a:bodyPr wrap="square" lIns="0" tIns="0" rIns="0" bIns="0" rtlCol="0">
            <a:spAutoFit/>
          </a:bodyPr>
          <a:lstStyle/>
          <a:p>
            <a:pPr algn="ctr"/>
            <a:r>
              <a:rPr lang="en-US" sz="1200" dirty="0">
                <a:solidFill>
                  <a:schemeClr val="accent5"/>
                </a:solidFill>
              </a:rPr>
              <a:t>Automatically configured for use</a:t>
            </a:r>
          </a:p>
        </p:txBody>
      </p:sp>
      <p:grpSp>
        <p:nvGrpSpPr>
          <p:cNvPr id="171" name="Group 170">
            <a:extLst>
              <a:ext uri="{FF2B5EF4-FFF2-40B4-BE49-F238E27FC236}">
                <a16:creationId xmlns:a16="http://schemas.microsoft.com/office/drawing/2014/main" id="{95ABB65F-7071-9AFF-AA3F-69C177F489C5}"/>
              </a:ext>
            </a:extLst>
          </p:cNvPr>
          <p:cNvGrpSpPr/>
          <p:nvPr/>
        </p:nvGrpSpPr>
        <p:grpSpPr>
          <a:xfrm>
            <a:off x="1599013" y="1599710"/>
            <a:ext cx="2522596" cy="421172"/>
            <a:chOff x="1599013" y="1599710"/>
            <a:chExt cx="2522596" cy="421172"/>
          </a:xfrm>
        </p:grpSpPr>
        <p:sp>
          <p:nvSpPr>
            <p:cNvPr id="136" name="Rectangle 135">
              <a:extLst>
                <a:ext uri="{FF2B5EF4-FFF2-40B4-BE49-F238E27FC236}">
                  <a16:creationId xmlns:a16="http://schemas.microsoft.com/office/drawing/2014/main" id="{68B9F807-63D1-796B-F0CD-4BEED924BE6E}"/>
                </a:ext>
              </a:extLst>
            </p:cNvPr>
            <p:cNvSpPr/>
            <p:nvPr/>
          </p:nvSpPr>
          <p:spPr bwMode="gray">
            <a:xfrm>
              <a:off x="1599013" y="1599710"/>
              <a:ext cx="2522596" cy="421172"/>
            </a:xfrm>
            <a:prstGeom prst="rect">
              <a:avLst/>
            </a:prstGeom>
            <a:solidFill>
              <a:schemeClr val="bg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137" name="TextBox 136">
              <a:extLst>
                <a:ext uri="{FF2B5EF4-FFF2-40B4-BE49-F238E27FC236}">
                  <a16:creationId xmlns:a16="http://schemas.microsoft.com/office/drawing/2014/main" id="{23CB0A25-9DE1-3128-2C0F-DFB69E02EF13}"/>
                </a:ext>
              </a:extLst>
            </p:cNvPr>
            <p:cNvSpPr txBox="1"/>
            <p:nvPr/>
          </p:nvSpPr>
          <p:spPr>
            <a:xfrm>
              <a:off x="1629767" y="1604763"/>
              <a:ext cx="2461088" cy="215444"/>
            </a:xfrm>
            <a:prstGeom prst="rect">
              <a:avLst/>
            </a:prstGeom>
            <a:noFill/>
          </p:spPr>
          <p:txBody>
            <a:bodyPr wrap="square" lIns="0" tIns="0" rIns="0" bIns="0" rtlCol="0">
              <a:spAutoFit/>
            </a:bodyPr>
            <a:lstStyle/>
            <a:p>
              <a:pPr algn="ctr"/>
              <a:r>
                <a:rPr lang="en-US" sz="1400" dirty="0"/>
                <a:t>Clusters upgraded to VCF 9.1</a:t>
              </a:r>
            </a:p>
          </p:txBody>
        </p:sp>
      </p:grpSp>
      <p:sp>
        <p:nvSpPr>
          <p:cNvPr id="138" name="TextBox 137">
            <a:extLst>
              <a:ext uri="{FF2B5EF4-FFF2-40B4-BE49-F238E27FC236}">
                <a16:creationId xmlns:a16="http://schemas.microsoft.com/office/drawing/2014/main" id="{39F3BAB4-9BDD-670A-CE68-806089F3DEAA}"/>
              </a:ext>
            </a:extLst>
          </p:cNvPr>
          <p:cNvSpPr txBox="1"/>
          <p:nvPr/>
        </p:nvSpPr>
        <p:spPr>
          <a:xfrm>
            <a:off x="1642089" y="1814983"/>
            <a:ext cx="2436444" cy="184666"/>
          </a:xfrm>
          <a:prstGeom prst="rect">
            <a:avLst/>
          </a:prstGeom>
          <a:noFill/>
        </p:spPr>
        <p:txBody>
          <a:bodyPr wrap="square" lIns="0" tIns="0" rIns="0" bIns="0" rtlCol="0">
            <a:spAutoFit/>
          </a:bodyPr>
          <a:lstStyle/>
          <a:p>
            <a:pPr algn="ctr"/>
            <a:r>
              <a:rPr lang="en-US" sz="1200" dirty="0">
                <a:solidFill>
                  <a:schemeClr val="accent5"/>
                </a:solidFill>
              </a:rPr>
              <a:t>Change policies or apply via toggle</a:t>
            </a:r>
          </a:p>
        </p:txBody>
      </p:sp>
      <p:cxnSp>
        <p:nvCxnSpPr>
          <p:cNvPr id="141" name="Straight Connector 140">
            <a:extLst>
              <a:ext uri="{FF2B5EF4-FFF2-40B4-BE49-F238E27FC236}">
                <a16:creationId xmlns:a16="http://schemas.microsoft.com/office/drawing/2014/main" id="{C7D8495F-2489-9468-CF77-1CC392192D67}"/>
              </a:ext>
            </a:extLst>
          </p:cNvPr>
          <p:cNvCxnSpPr>
            <a:cxnSpLocks/>
          </p:cNvCxnSpPr>
          <p:nvPr/>
        </p:nvCxnSpPr>
        <p:spPr bwMode="gray">
          <a:xfrm>
            <a:off x="2028852" y="2380706"/>
            <a:ext cx="553834"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169" name="TextBox 168">
            <a:extLst>
              <a:ext uri="{FF2B5EF4-FFF2-40B4-BE49-F238E27FC236}">
                <a16:creationId xmlns:a16="http://schemas.microsoft.com/office/drawing/2014/main" id="{449CD586-54E0-7F03-FA66-95B676B576B6}"/>
              </a:ext>
            </a:extLst>
          </p:cNvPr>
          <p:cNvSpPr txBox="1"/>
          <p:nvPr/>
        </p:nvSpPr>
        <p:spPr>
          <a:xfrm>
            <a:off x="4920838" y="2372951"/>
            <a:ext cx="2002825" cy="153888"/>
          </a:xfrm>
          <a:prstGeom prst="rect">
            <a:avLst/>
          </a:prstGeom>
          <a:noFill/>
        </p:spPr>
        <p:txBody>
          <a:bodyPr wrap="square" lIns="0" tIns="0" rIns="0" bIns="0" rtlCol="0">
            <a:spAutoFit/>
          </a:bodyPr>
          <a:lstStyle/>
          <a:p>
            <a:r>
              <a:rPr lang="en-US" sz="1000" dirty="0">
                <a:solidFill>
                  <a:schemeClr val="tx2"/>
                </a:solidFill>
              </a:rPr>
              <a:t>(Single policy per vCenter server)</a:t>
            </a:r>
          </a:p>
        </p:txBody>
      </p:sp>
      <p:cxnSp>
        <p:nvCxnSpPr>
          <p:cNvPr id="16" name="Straight Connector 15">
            <a:extLst>
              <a:ext uri="{FF2B5EF4-FFF2-40B4-BE49-F238E27FC236}">
                <a16:creationId xmlns:a16="http://schemas.microsoft.com/office/drawing/2014/main" id="{C5E01254-468B-9343-3625-A2B292DE9F52}"/>
              </a:ext>
            </a:extLst>
          </p:cNvPr>
          <p:cNvCxnSpPr>
            <a:cxnSpLocks/>
          </p:cNvCxnSpPr>
          <p:nvPr/>
        </p:nvCxnSpPr>
        <p:spPr bwMode="gray">
          <a:xfrm>
            <a:off x="2860311" y="2077871"/>
            <a:ext cx="0" cy="177491"/>
          </a:xfrm>
          <a:prstGeom prst="line">
            <a:avLst/>
          </a:prstGeom>
          <a:ln w="25400">
            <a:solidFill>
              <a:schemeClr val="accent5"/>
            </a:solidFill>
            <a:miter lim="800000"/>
            <a:tailEnd type="triangl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023632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par>
                                <p:cTn id="8" presetID="10" presetClass="entr" presetSubtype="0" fill="hold" nodeType="withEffect">
                                  <p:stCondLst>
                                    <p:cond delay="500"/>
                                  </p:stCondLst>
                                  <p:childTnLst>
                                    <p:set>
                                      <p:cBhvr>
                                        <p:cTn id="9" dur="1" fill="hold">
                                          <p:stCondLst>
                                            <p:cond delay="0"/>
                                          </p:stCondLst>
                                        </p:cTn>
                                        <p:tgtEl>
                                          <p:spTgt spid="184"/>
                                        </p:tgtEl>
                                        <p:attrNameLst>
                                          <p:attrName>style.visibility</p:attrName>
                                        </p:attrNameLst>
                                      </p:cBhvr>
                                      <p:to>
                                        <p:strVal val="visible"/>
                                      </p:to>
                                    </p:set>
                                    <p:animEffect transition="in" filter="fade">
                                      <p:cBhvr>
                                        <p:cTn id="10" dur="500"/>
                                        <p:tgtEl>
                                          <p:spTgt spid="184"/>
                                        </p:tgtEl>
                                      </p:cBhvr>
                                    </p:animEffect>
                                  </p:childTnLst>
                                </p:cTn>
                              </p:par>
                              <p:par>
                                <p:cTn id="11" presetID="10" presetClass="entr" presetSubtype="0" fill="hold" nodeType="withEffect">
                                  <p:stCondLst>
                                    <p:cond delay="500"/>
                                  </p:stCondLst>
                                  <p:childTnLst>
                                    <p:set>
                                      <p:cBhvr>
                                        <p:cTn id="12" dur="1" fill="hold">
                                          <p:stCondLst>
                                            <p:cond delay="0"/>
                                          </p:stCondLst>
                                        </p:cTn>
                                        <p:tgtEl>
                                          <p:spTgt spid="120"/>
                                        </p:tgtEl>
                                        <p:attrNameLst>
                                          <p:attrName>style.visibility</p:attrName>
                                        </p:attrNameLst>
                                      </p:cBhvr>
                                      <p:to>
                                        <p:strVal val="visible"/>
                                      </p:to>
                                    </p:set>
                                    <p:animEffect transition="in" filter="fade">
                                      <p:cBhvr>
                                        <p:cTn id="13" dur="500"/>
                                        <p:tgtEl>
                                          <p:spTgt spid="120"/>
                                        </p:tgtEl>
                                      </p:cBhvr>
                                    </p:animEffect>
                                  </p:childTnLst>
                                </p:cTn>
                              </p:par>
                              <p:par>
                                <p:cTn id="14" presetID="10" presetClass="entr" presetSubtype="0" fill="hold" nodeType="withEffect">
                                  <p:stCondLst>
                                    <p:cond delay="500"/>
                                  </p:stCondLst>
                                  <p:childTnLst>
                                    <p:set>
                                      <p:cBhvr>
                                        <p:cTn id="15" dur="1" fill="hold">
                                          <p:stCondLst>
                                            <p:cond delay="0"/>
                                          </p:stCondLst>
                                        </p:cTn>
                                        <p:tgtEl>
                                          <p:spTgt spid="84"/>
                                        </p:tgtEl>
                                        <p:attrNameLst>
                                          <p:attrName>style.visibility</p:attrName>
                                        </p:attrNameLst>
                                      </p:cBhvr>
                                      <p:to>
                                        <p:strVal val="visible"/>
                                      </p:to>
                                    </p:set>
                                    <p:animEffect transition="in" filter="fade">
                                      <p:cBhvr>
                                        <p:cTn id="16" dur="500"/>
                                        <p:tgtEl>
                                          <p:spTgt spid="84"/>
                                        </p:tgtEl>
                                      </p:cBhvr>
                                    </p:animEffect>
                                  </p:childTnLst>
                                </p:cTn>
                              </p:par>
                              <p:par>
                                <p:cTn id="17" presetID="10" presetClass="entr" presetSubtype="0" fill="hold" nodeType="withEffect">
                                  <p:stCondLst>
                                    <p:cond delay="500"/>
                                  </p:stCondLst>
                                  <p:childTnLst>
                                    <p:set>
                                      <p:cBhvr>
                                        <p:cTn id="18" dur="1" fill="hold">
                                          <p:stCondLst>
                                            <p:cond delay="0"/>
                                          </p:stCondLst>
                                        </p:cTn>
                                        <p:tgtEl>
                                          <p:spTgt spid="174"/>
                                        </p:tgtEl>
                                        <p:attrNameLst>
                                          <p:attrName>style.visibility</p:attrName>
                                        </p:attrNameLst>
                                      </p:cBhvr>
                                      <p:to>
                                        <p:strVal val="visible"/>
                                      </p:to>
                                    </p:set>
                                    <p:animEffect transition="in" filter="fade">
                                      <p:cBhvr>
                                        <p:cTn id="19" dur="500"/>
                                        <p:tgtEl>
                                          <p:spTgt spid="174"/>
                                        </p:tgtEl>
                                      </p:cBhvr>
                                    </p:animEffect>
                                  </p:childTnLst>
                                </p:cTn>
                              </p:par>
                              <p:par>
                                <p:cTn id="20" presetID="10" presetClass="entr" presetSubtype="0" fill="hold" nodeType="withEffect">
                                  <p:stCondLst>
                                    <p:cond delay="500"/>
                                  </p:stCondLst>
                                  <p:childTnLst>
                                    <p:set>
                                      <p:cBhvr>
                                        <p:cTn id="21" dur="1" fill="hold">
                                          <p:stCondLst>
                                            <p:cond delay="0"/>
                                          </p:stCondLst>
                                        </p:cTn>
                                        <p:tgtEl>
                                          <p:spTgt spid="71"/>
                                        </p:tgtEl>
                                        <p:attrNameLst>
                                          <p:attrName>style.visibility</p:attrName>
                                        </p:attrNameLst>
                                      </p:cBhvr>
                                      <p:to>
                                        <p:strVal val="visible"/>
                                      </p:to>
                                    </p:set>
                                    <p:animEffect transition="in" filter="fade">
                                      <p:cBhvr>
                                        <p:cTn id="22" dur="500"/>
                                        <p:tgtEl>
                                          <p:spTgt spid="71"/>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36"/>
                                        </p:tgtEl>
                                        <p:attrNameLst>
                                          <p:attrName>style.visibility</p:attrName>
                                        </p:attrNameLst>
                                      </p:cBhvr>
                                      <p:to>
                                        <p:strVal val="visible"/>
                                      </p:to>
                                    </p:set>
                                    <p:animEffect transition="in" filter="fade">
                                      <p:cBhvr>
                                        <p:cTn id="26" dur="500"/>
                                        <p:tgtEl>
                                          <p:spTgt spid="3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83"/>
                                        </p:tgtEl>
                                        <p:attrNameLst>
                                          <p:attrName>style.visibility</p:attrName>
                                        </p:attrNameLst>
                                      </p:cBhvr>
                                      <p:to>
                                        <p:strVal val="visible"/>
                                      </p:to>
                                    </p:set>
                                    <p:animEffect transition="in" filter="fade">
                                      <p:cBhvr>
                                        <p:cTn id="29" dur="500"/>
                                        <p:tgtEl>
                                          <p:spTgt spid="18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29"/>
                                        </p:tgtEl>
                                        <p:attrNameLst>
                                          <p:attrName>style.visibility</p:attrName>
                                        </p:attrNameLst>
                                      </p:cBhvr>
                                      <p:to>
                                        <p:strVal val="visible"/>
                                      </p:to>
                                    </p:set>
                                    <p:animEffect transition="in" filter="fade">
                                      <p:cBhvr>
                                        <p:cTn id="32" dur="500"/>
                                        <p:tgtEl>
                                          <p:spTgt spid="12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83"/>
                                        </p:tgtEl>
                                        <p:attrNameLst>
                                          <p:attrName>style.visibility</p:attrName>
                                        </p:attrNameLst>
                                      </p:cBhvr>
                                      <p:to>
                                        <p:strVal val="visible"/>
                                      </p:to>
                                    </p:set>
                                    <p:animEffect transition="in" filter="fade">
                                      <p:cBhvr>
                                        <p:cTn id="35" dur="500"/>
                                        <p:tgtEl>
                                          <p:spTgt spid="8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53"/>
                                        </p:tgtEl>
                                        <p:attrNameLst>
                                          <p:attrName>style.visibility</p:attrName>
                                        </p:attrNameLst>
                                      </p:cBhvr>
                                      <p:to>
                                        <p:strVal val="visible"/>
                                      </p:to>
                                    </p:set>
                                    <p:animEffect transition="in" filter="fade">
                                      <p:cBhvr>
                                        <p:cTn id="38" dur="500"/>
                                        <p:tgtEl>
                                          <p:spTgt spid="53"/>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70"/>
                                        </p:tgtEl>
                                        <p:attrNameLst>
                                          <p:attrName>style.visibility</p:attrName>
                                        </p:attrNameLst>
                                      </p:cBhvr>
                                      <p:to>
                                        <p:strVal val="visible"/>
                                      </p:to>
                                    </p:set>
                                    <p:animEffect transition="in" filter="fade">
                                      <p:cBhvr>
                                        <p:cTn id="41" dur="500"/>
                                        <p:tgtEl>
                                          <p:spTgt spid="70"/>
                                        </p:tgtEl>
                                      </p:cBhvr>
                                    </p:animEffect>
                                  </p:childTnLst>
                                </p:cTn>
                              </p:par>
                            </p:childTnLst>
                          </p:cTn>
                        </p:par>
                        <p:par>
                          <p:cTn id="42" fill="hold">
                            <p:stCondLst>
                              <p:cond delay="1500"/>
                            </p:stCondLst>
                            <p:childTnLst>
                              <p:par>
                                <p:cTn id="43" presetID="10" presetClass="entr" presetSubtype="0" fill="hold" nodeType="afterEffect">
                                  <p:stCondLst>
                                    <p:cond delay="0"/>
                                  </p:stCondLst>
                                  <p:childTnLst>
                                    <p:set>
                                      <p:cBhvr>
                                        <p:cTn id="44" dur="1" fill="hold">
                                          <p:stCondLst>
                                            <p:cond delay="0"/>
                                          </p:stCondLst>
                                        </p:cTn>
                                        <p:tgtEl>
                                          <p:spTgt spid="8"/>
                                        </p:tgtEl>
                                        <p:attrNameLst>
                                          <p:attrName>style.visibility</p:attrName>
                                        </p:attrNameLst>
                                      </p:cBhvr>
                                      <p:to>
                                        <p:strVal val="visible"/>
                                      </p:to>
                                    </p:set>
                                    <p:animEffect transition="in" filter="fade">
                                      <p:cBhvr>
                                        <p:cTn id="45" dur="500"/>
                                        <p:tgtEl>
                                          <p:spTgt spid="8"/>
                                        </p:tgtEl>
                                      </p:cBhvr>
                                    </p:animEffect>
                                  </p:childTnLst>
                                </p:cTn>
                              </p:par>
                            </p:childTnLst>
                          </p:cTn>
                        </p:par>
                        <p:par>
                          <p:cTn id="46" fill="hold">
                            <p:stCondLst>
                              <p:cond delay="2000"/>
                            </p:stCondLst>
                            <p:childTnLst>
                              <p:par>
                                <p:cTn id="47" presetID="10" presetClass="entr" presetSubtype="0" fill="hold" nodeType="afterEffect">
                                  <p:stCondLst>
                                    <p:cond delay="0"/>
                                  </p:stCondLst>
                                  <p:childTnLst>
                                    <p:set>
                                      <p:cBhvr>
                                        <p:cTn id="48" dur="1" fill="hold">
                                          <p:stCondLst>
                                            <p:cond delay="0"/>
                                          </p:stCondLst>
                                        </p:cTn>
                                        <p:tgtEl>
                                          <p:spTgt spid="190"/>
                                        </p:tgtEl>
                                        <p:attrNameLst>
                                          <p:attrName>style.visibility</p:attrName>
                                        </p:attrNameLst>
                                      </p:cBhvr>
                                      <p:to>
                                        <p:strVal val="visible"/>
                                      </p:to>
                                    </p:set>
                                    <p:animEffect transition="in" filter="fade">
                                      <p:cBhvr>
                                        <p:cTn id="49" dur="500"/>
                                        <p:tgtEl>
                                          <p:spTgt spid="19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80"/>
                                        </p:tgtEl>
                                        <p:attrNameLst>
                                          <p:attrName>style.visibility</p:attrName>
                                        </p:attrNameLst>
                                      </p:cBhvr>
                                      <p:to>
                                        <p:strVal val="visible"/>
                                      </p:to>
                                    </p:set>
                                    <p:animEffect transition="in" filter="fade">
                                      <p:cBhvr>
                                        <p:cTn id="52" dur="500"/>
                                        <p:tgtEl>
                                          <p:spTgt spid="80"/>
                                        </p:tgtEl>
                                      </p:cBhvr>
                                    </p:animEffect>
                                  </p:childTnLst>
                                </p:cTn>
                              </p:par>
                            </p:childTnLst>
                          </p:cTn>
                        </p:par>
                        <p:par>
                          <p:cTn id="53" fill="hold">
                            <p:stCondLst>
                              <p:cond delay="2500"/>
                            </p:stCondLst>
                            <p:childTnLst>
                              <p:par>
                                <p:cTn id="54" presetID="10" presetClass="entr" presetSubtype="0" fill="hold" grpId="0" nodeType="afterEffect">
                                  <p:stCondLst>
                                    <p:cond delay="0"/>
                                  </p:stCondLst>
                                  <p:childTnLst>
                                    <p:set>
                                      <p:cBhvr>
                                        <p:cTn id="55" dur="1" fill="hold">
                                          <p:stCondLst>
                                            <p:cond delay="0"/>
                                          </p:stCondLst>
                                        </p:cTn>
                                        <p:tgtEl>
                                          <p:spTgt spid="169"/>
                                        </p:tgtEl>
                                        <p:attrNameLst>
                                          <p:attrName>style.visibility</p:attrName>
                                        </p:attrNameLst>
                                      </p:cBhvr>
                                      <p:to>
                                        <p:strVal val="visible"/>
                                      </p:to>
                                    </p:set>
                                    <p:animEffect transition="in" filter="fade">
                                      <p:cBhvr>
                                        <p:cTn id="56" dur="500"/>
                                        <p:tgtEl>
                                          <p:spTgt spid="169"/>
                                        </p:tgtEl>
                                      </p:cBhvr>
                                    </p:animEffect>
                                  </p:childTnLst>
                                </p:cTn>
                              </p:par>
                            </p:childTnLst>
                          </p:cTn>
                        </p:par>
                        <p:par>
                          <p:cTn id="57" fill="hold">
                            <p:stCondLst>
                              <p:cond delay="3000"/>
                            </p:stCondLst>
                            <p:childTnLst>
                              <p:par>
                                <p:cTn id="58" presetID="26" presetClass="emph" presetSubtype="0" fill="hold" grpId="1" nodeType="afterEffect">
                                  <p:stCondLst>
                                    <p:cond delay="500"/>
                                  </p:stCondLst>
                                  <p:childTnLst>
                                    <p:animEffect transition="out" filter="fade">
                                      <p:cBhvr>
                                        <p:cTn id="59" dur="500" tmFilter="0, 0; .2, .5; .8, .5; 1, 0"/>
                                        <p:tgtEl>
                                          <p:spTgt spid="169"/>
                                        </p:tgtEl>
                                      </p:cBhvr>
                                    </p:animEffect>
                                    <p:animScale>
                                      <p:cBhvr>
                                        <p:cTn id="60" dur="250" autoRev="1" fill="hold"/>
                                        <p:tgtEl>
                                          <p:spTgt spid="169"/>
                                        </p:tgtEl>
                                      </p:cBhvr>
                                      <p:by x="105000" y="105000"/>
                                    </p:animScale>
                                  </p:childTnLst>
                                </p:cTn>
                              </p:par>
                            </p:childTnLst>
                          </p:cTn>
                        </p:par>
                        <p:par>
                          <p:cTn id="61" fill="hold">
                            <p:stCondLst>
                              <p:cond delay="4000"/>
                            </p:stCondLst>
                            <p:childTnLst>
                              <p:par>
                                <p:cTn id="62" presetID="22" presetClass="entr" presetSubtype="1" fill="hold" nodeType="afterEffect">
                                  <p:stCondLst>
                                    <p:cond delay="0"/>
                                  </p:stCondLst>
                                  <p:childTnLst>
                                    <p:set>
                                      <p:cBhvr>
                                        <p:cTn id="63" dur="1" fill="hold">
                                          <p:stCondLst>
                                            <p:cond delay="0"/>
                                          </p:stCondLst>
                                        </p:cTn>
                                        <p:tgtEl>
                                          <p:spTgt spid="234"/>
                                        </p:tgtEl>
                                        <p:attrNameLst>
                                          <p:attrName>style.visibility</p:attrName>
                                        </p:attrNameLst>
                                      </p:cBhvr>
                                      <p:to>
                                        <p:strVal val="visible"/>
                                      </p:to>
                                    </p:set>
                                    <p:animEffect transition="in" filter="wipe(up)">
                                      <p:cBhvr>
                                        <p:cTn id="64" dur="500"/>
                                        <p:tgtEl>
                                          <p:spTgt spid="234"/>
                                        </p:tgtEl>
                                      </p:cBhvr>
                                    </p:animEffect>
                                  </p:childTnLst>
                                </p:cTn>
                              </p:par>
                            </p:childTnLst>
                          </p:cTn>
                        </p:par>
                        <p:par>
                          <p:cTn id="65" fill="hold">
                            <p:stCondLst>
                              <p:cond delay="4500"/>
                            </p:stCondLst>
                            <p:childTnLst>
                              <p:par>
                                <p:cTn id="66" presetID="22" presetClass="entr" presetSubtype="2" fill="hold" nodeType="afterEffect">
                                  <p:stCondLst>
                                    <p:cond delay="0"/>
                                  </p:stCondLst>
                                  <p:childTnLst>
                                    <p:set>
                                      <p:cBhvr>
                                        <p:cTn id="67" dur="1" fill="hold">
                                          <p:stCondLst>
                                            <p:cond delay="0"/>
                                          </p:stCondLst>
                                        </p:cTn>
                                        <p:tgtEl>
                                          <p:spTgt spid="203"/>
                                        </p:tgtEl>
                                        <p:attrNameLst>
                                          <p:attrName>style.visibility</p:attrName>
                                        </p:attrNameLst>
                                      </p:cBhvr>
                                      <p:to>
                                        <p:strVal val="visible"/>
                                      </p:to>
                                    </p:set>
                                    <p:animEffect transition="in" filter="wipe(right)">
                                      <p:cBhvr>
                                        <p:cTn id="68" dur="500"/>
                                        <p:tgtEl>
                                          <p:spTgt spid="203"/>
                                        </p:tgtEl>
                                      </p:cBhvr>
                                    </p:animEffect>
                                  </p:childTnLst>
                                </p:cTn>
                              </p:par>
                              <p:par>
                                <p:cTn id="69" presetID="22" presetClass="entr" presetSubtype="8" fill="hold" nodeType="withEffect">
                                  <p:stCondLst>
                                    <p:cond delay="0"/>
                                  </p:stCondLst>
                                  <p:childTnLst>
                                    <p:set>
                                      <p:cBhvr>
                                        <p:cTn id="70" dur="1" fill="hold">
                                          <p:stCondLst>
                                            <p:cond delay="0"/>
                                          </p:stCondLst>
                                        </p:cTn>
                                        <p:tgtEl>
                                          <p:spTgt spid="223"/>
                                        </p:tgtEl>
                                        <p:attrNameLst>
                                          <p:attrName>style.visibility</p:attrName>
                                        </p:attrNameLst>
                                      </p:cBhvr>
                                      <p:to>
                                        <p:strVal val="visible"/>
                                      </p:to>
                                    </p:set>
                                    <p:animEffect transition="in" filter="wipe(left)">
                                      <p:cBhvr>
                                        <p:cTn id="71" dur="500"/>
                                        <p:tgtEl>
                                          <p:spTgt spid="223"/>
                                        </p:tgtEl>
                                      </p:cBhvr>
                                    </p:animEffect>
                                  </p:childTnLst>
                                </p:cTn>
                              </p:par>
                            </p:childTnLst>
                          </p:cTn>
                        </p:par>
                        <p:par>
                          <p:cTn id="72" fill="hold">
                            <p:stCondLst>
                              <p:cond delay="5000"/>
                            </p:stCondLst>
                            <p:childTnLst>
                              <p:par>
                                <p:cTn id="73" presetID="22" presetClass="entr" presetSubtype="1" fill="hold" nodeType="afterEffect">
                                  <p:stCondLst>
                                    <p:cond delay="0"/>
                                  </p:stCondLst>
                                  <p:childTnLst>
                                    <p:set>
                                      <p:cBhvr>
                                        <p:cTn id="74" dur="1" fill="hold">
                                          <p:stCondLst>
                                            <p:cond delay="0"/>
                                          </p:stCondLst>
                                        </p:cTn>
                                        <p:tgtEl>
                                          <p:spTgt spid="217"/>
                                        </p:tgtEl>
                                        <p:attrNameLst>
                                          <p:attrName>style.visibility</p:attrName>
                                        </p:attrNameLst>
                                      </p:cBhvr>
                                      <p:to>
                                        <p:strVal val="visible"/>
                                      </p:to>
                                    </p:set>
                                    <p:animEffect transition="in" filter="wipe(up)">
                                      <p:cBhvr>
                                        <p:cTn id="75" dur="500"/>
                                        <p:tgtEl>
                                          <p:spTgt spid="217"/>
                                        </p:tgtEl>
                                      </p:cBhvr>
                                    </p:animEffect>
                                  </p:childTnLst>
                                </p:cTn>
                              </p:par>
                              <p:par>
                                <p:cTn id="76" presetID="22" presetClass="entr" presetSubtype="1" fill="hold" nodeType="withEffect">
                                  <p:stCondLst>
                                    <p:cond delay="0"/>
                                  </p:stCondLst>
                                  <p:childTnLst>
                                    <p:set>
                                      <p:cBhvr>
                                        <p:cTn id="77" dur="1" fill="hold">
                                          <p:stCondLst>
                                            <p:cond delay="0"/>
                                          </p:stCondLst>
                                        </p:cTn>
                                        <p:tgtEl>
                                          <p:spTgt spid="205"/>
                                        </p:tgtEl>
                                        <p:attrNameLst>
                                          <p:attrName>style.visibility</p:attrName>
                                        </p:attrNameLst>
                                      </p:cBhvr>
                                      <p:to>
                                        <p:strVal val="visible"/>
                                      </p:to>
                                    </p:set>
                                    <p:animEffect transition="in" filter="wipe(up)">
                                      <p:cBhvr>
                                        <p:cTn id="78" dur="500"/>
                                        <p:tgtEl>
                                          <p:spTgt spid="205"/>
                                        </p:tgtEl>
                                      </p:cBhvr>
                                    </p:animEffect>
                                  </p:childTnLst>
                                </p:cTn>
                              </p:par>
                              <p:par>
                                <p:cTn id="79" presetID="22" presetClass="entr" presetSubtype="1" fill="hold" nodeType="withEffect">
                                  <p:stCondLst>
                                    <p:cond delay="0"/>
                                  </p:stCondLst>
                                  <p:childTnLst>
                                    <p:set>
                                      <p:cBhvr>
                                        <p:cTn id="80" dur="1" fill="hold">
                                          <p:stCondLst>
                                            <p:cond delay="0"/>
                                          </p:stCondLst>
                                        </p:cTn>
                                        <p:tgtEl>
                                          <p:spTgt spid="208"/>
                                        </p:tgtEl>
                                        <p:attrNameLst>
                                          <p:attrName>style.visibility</p:attrName>
                                        </p:attrNameLst>
                                      </p:cBhvr>
                                      <p:to>
                                        <p:strVal val="visible"/>
                                      </p:to>
                                    </p:set>
                                    <p:animEffect transition="in" filter="wipe(up)">
                                      <p:cBhvr>
                                        <p:cTn id="81" dur="500"/>
                                        <p:tgtEl>
                                          <p:spTgt spid="208"/>
                                        </p:tgtEl>
                                      </p:cBhvr>
                                    </p:animEffect>
                                  </p:childTnLst>
                                </p:cTn>
                              </p:par>
                              <p:par>
                                <p:cTn id="82" presetID="22" presetClass="entr" presetSubtype="1" fill="hold" nodeType="withEffect">
                                  <p:stCondLst>
                                    <p:cond delay="0"/>
                                  </p:stCondLst>
                                  <p:childTnLst>
                                    <p:set>
                                      <p:cBhvr>
                                        <p:cTn id="83" dur="1" fill="hold">
                                          <p:stCondLst>
                                            <p:cond delay="0"/>
                                          </p:stCondLst>
                                        </p:cTn>
                                        <p:tgtEl>
                                          <p:spTgt spid="228"/>
                                        </p:tgtEl>
                                        <p:attrNameLst>
                                          <p:attrName>style.visibility</p:attrName>
                                        </p:attrNameLst>
                                      </p:cBhvr>
                                      <p:to>
                                        <p:strVal val="visible"/>
                                      </p:to>
                                    </p:set>
                                    <p:animEffect transition="in" filter="wipe(up)">
                                      <p:cBhvr>
                                        <p:cTn id="84" dur="500"/>
                                        <p:tgtEl>
                                          <p:spTgt spid="228"/>
                                        </p:tgtEl>
                                      </p:cBhvr>
                                    </p:animEffect>
                                  </p:childTnLst>
                                </p:cTn>
                              </p:par>
                              <p:par>
                                <p:cTn id="85" presetID="22" presetClass="entr" presetSubtype="1" fill="hold" nodeType="withEffect">
                                  <p:stCondLst>
                                    <p:cond delay="0"/>
                                  </p:stCondLst>
                                  <p:childTnLst>
                                    <p:set>
                                      <p:cBhvr>
                                        <p:cTn id="86" dur="1" fill="hold">
                                          <p:stCondLst>
                                            <p:cond delay="0"/>
                                          </p:stCondLst>
                                        </p:cTn>
                                        <p:tgtEl>
                                          <p:spTgt spid="226"/>
                                        </p:tgtEl>
                                        <p:attrNameLst>
                                          <p:attrName>style.visibility</p:attrName>
                                        </p:attrNameLst>
                                      </p:cBhvr>
                                      <p:to>
                                        <p:strVal val="visible"/>
                                      </p:to>
                                    </p:set>
                                    <p:animEffect transition="in" filter="wipe(up)">
                                      <p:cBhvr>
                                        <p:cTn id="87" dur="500"/>
                                        <p:tgtEl>
                                          <p:spTgt spid="226"/>
                                        </p:tgtEl>
                                      </p:cBhvr>
                                    </p:animEffect>
                                  </p:childTnLst>
                                </p:cTn>
                              </p:par>
                              <p:par>
                                <p:cTn id="88" presetID="22" presetClass="entr" presetSubtype="1" fill="hold" nodeType="withEffect">
                                  <p:stCondLst>
                                    <p:cond delay="0"/>
                                  </p:stCondLst>
                                  <p:childTnLst>
                                    <p:set>
                                      <p:cBhvr>
                                        <p:cTn id="89" dur="1" fill="hold">
                                          <p:stCondLst>
                                            <p:cond delay="0"/>
                                          </p:stCondLst>
                                        </p:cTn>
                                        <p:tgtEl>
                                          <p:spTgt spid="227"/>
                                        </p:tgtEl>
                                        <p:attrNameLst>
                                          <p:attrName>style.visibility</p:attrName>
                                        </p:attrNameLst>
                                      </p:cBhvr>
                                      <p:to>
                                        <p:strVal val="visible"/>
                                      </p:to>
                                    </p:set>
                                    <p:animEffect transition="in" filter="wipe(up)">
                                      <p:cBhvr>
                                        <p:cTn id="90" dur="500"/>
                                        <p:tgtEl>
                                          <p:spTgt spid="227"/>
                                        </p:tgtEl>
                                      </p:cBhvr>
                                    </p:animEffect>
                                  </p:childTnLst>
                                </p:cTn>
                              </p:par>
                            </p:childTnLst>
                          </p:cTn>
                        </p:par>
                        <p:par>
                          <p:cTn id="91" fill="hold">
                            <p:stCondLst>
                              <p:cond delay="5500"/>
                            </p:stCondLst>
                            <p:childTnLst>
                              <p:par>
                                <p:cTn id="92" presetID="10" presetClass="entr" presetSubtype="0" fill="hold" grpId="0" nodeType="afterEffect">
                                  <p:stCondLst>
                                    <p:cond delay="0"/>
                                  </p:stCondLst>
                                  <p:childTnLst>
                                    <p:set>
                                      <p:cBhvr>
                                        <p:cTn id="93" dur="1" fill="hold">
                                          <p:stCondLst>
                                            <p:cond delay="0"/>
                                          </p:stCondLst>
                                        </p:cTn>
                                        <p:tgtEl>
                                          <p:spTgt spid="251"/>
                                        </p:tgtEl>
                                        <p:attrNameLst>
                                          <p:attrName>style.visibility</p:attrName>
                                        </p:attrNameLst>
                                      </p:cBhvr>
                                      <p:to>
                                        <p:strVal val="visible"/>
                                      </p:to>
                                    </p:set>
                                    <p:animEffect transition="in" filter="fade">
                                      <p:cBhvr>
                                        <p:cTn id="94" dur="500"/>
                                        <p:tgtEl>
                                          <p:spTgt spid="251"/>
                                        </p:tgtEl>
                                      </p:cBhvr>
                                    </p:animEffect>
                                  </p:childTnLst>
                                </p:cTn>
                              </p:par>
                            </p:childTnLst>
                          </p:cTn>
                        </p:par>
                        <p:par>
                          <p:cTn id="95" fill="hold">
                            <p:stCondLst>
                              <p:cond delay="6000"/>
                            </p:stCondLst>
                            <p:childTnLst>
                              <p:par>
                                <p:cTn id="96" presetID="26" presetClass="emph" presetSubtype="0" fill="hold" grpId="1" nodeType="afterEffect">
                                  <p:stCondLst>
                                    <p:cond delay="500"/>
                                  </p:stCondLst>
                                  <p:childTnLst>
                                    <p:animEffect transition="out" filter="fade">
                                      <p:cBhvr>
                                        <p:cTn id="97" dur="500" tmFilter="0, 0; .2, .5; .8, .5; 1, 0"/>
                                        <p:tgtEl>
                                          <p:spTgt spid="251"/>
                                        </p:tgtEl>
                                      </p:cBhvr>
                                    </p:animEffect>
                                    <p:animScale>
                                      <p:cBhvr>
                                        <p:cTn id="98" dur="250" autoRev="1" fill="hold"/>
                                        <p:tgtEl>
                                          <p:spTgt spid="251"/>
                                        </p:tgtEl>
                                      </p:cBhvr>
                                      <p:by x="105000" y="105000"/>
                                    </p:animScale>
                                  </p:childTnLst>
                                </p:cTn>
                              </p:par>
                            </p:childTnLst>
                          </p:cTn>
                        </p:par>
                        <p:par>
                          <p:cTn id="99" fill="hold">
                            <p:stCondLst>
                              <p:cond delay="7000"/>
                            </p:stCondLst>
                            <p:childTnLst>
                              <p:par>
                                <p:cTn id="100" presetID="1" presetClass="entr" presetSubtype="0" fill="hold" nodeType="afterEffect">
                                  <p:stCondLst>
                                    <p:cond delay="0"/>
                                  </p:stCondLst>
                                  <p:childTnLst>
                                    <p:set>
                                      <p:cBhvr>
                                        <p:cTn id="101" dur="1" fill="hold">
                                          <p:stCondLst>
                                            <p:cond delay="0"/>
                                          </p:stCondLst>
                                        </p:cTn>
                                        <p:tgtEl>
                                          <p:spTgt spid="98"/>
                                        </p:tgtEl>
                                        <p:attrNameLst>
                                          <p:attrName>style.visibility</p:attrName>
                                        </p:attrNameLst>
                                      </p:cBhvr>
                                      <p:to>
                                        <p:strVal val="visible"/>
                                      </p:to>
                                    </p:set>
                                  </p:childTnLst>
                                </p:cTn>
                              </p:par>
                              <p:par>
                                <p:cTn id="102" presetID="8" presetClass="emph" presetSubtype="0" repeatCount="indefinite" fill="hold" nodeType="withEffect">
                                  <p:stCondLst>
                                    <p:cond delay="250"/>
                                  </p:stCondLst>
                                  <p:childTnLst>
                                    <p:animRot by="21600000">
                                      <p:cBhvr>
                                        <p:cTn id="103" dur="2000" fill="hold"/>
                                        <p:tgtEl>
                                          <p:spTgt spid="98"/>
                                        </p:tgtEl>
                                        <p:attrNameLst>
                                          <p:attrName>r</p:attrName>
                                        </p:attrNameLst>
                                      </p:cBhvr>
                                    </p:animRot>
                                  </p:childTnLst>
                                </p:cTn>
                              </p:par>
                              <p:par>
                                <p:cTn id="104" presetID="1" presetClass="entr" presetSubtype="0" fill="hold" nodeType="withEffect">
                                  <p:stCondLst>
                                    <p:cond delay="0"/>
                                  </p:stCondLst>
                                  <p:childTnLst>
                                    <p:set>
                                      <p:cBhvr>
                                        <p:cTn id="105" dur="1" fill="hold">
                                          <p:stCondLst>
                                            <p:cond delay="0"/>
                                          </p:stCondLst>
                                        </p:cTn>
                                        <p:tgtEl>
                                          <p:spTgt spid="22"/>
                                        </p:tgtEl>
                                        <p:attrNameLst>
                                          <p:attrName>style.visibility</p:attrName>
                                        </p:attrNameLst>
                                      </p:cBhvr>
                                      <p:to>
                                        <p:strVal val="visible"/>
                                      </p:to>
                                    </p:set>
                                  </p:childTnLst>
                                </p:cTn>
                              </p:par>
                              <p:par>
                                <p:cTn id="106" presetID="8" presetClass="emph" presetSubtype="0" repeatCount="indefinite" fill="hold" nodeType="withEffect">
                                  <p:stCondLst>
                                    <p:cond delay="250"/>
                                  </p:stCondLst>
                                  <p:childTnLst>
                                    <p:animRot by="21600000">
                                      <p:cBhvr>
                                        <p:cTn id="107" dur="2000" fill="hold"/>
                                        <p:tgtEl>
                                          <p:spTgt spid="22"/>
                                        </p:tgtEl>
                                        <p:attrNameLst>
                                          <p:attrName>r</p:attrName>
                                        </p:attrNameLst>
                                      </p:cBhvr>
                                    </p:animRot>
                                  </p:childTnLst>
                                </p:cTn>
                              </p:par>
                              <p:par>
                                <p:cTn id="108" presetID="1" presetClass="entr" presetSubtype="0" fill="hold" nodeType="withEffect">
                                  <p:stCondLst>
                                    <p:cond delay="250"/>
                                  </p:stCondLst>
                                  <p:childTnLst>
                                    <p:set>
                                      <p:cBhvr>
                                        <p:cTn id="109" dur="1" fill="hold">
                                          <p:stCondLst>
                                            <p:cond delay="0"/>
                                          </p:stCondLst>
                                        </p:cTn>
                                        <p:tgtEl>
                                          <p:spTgt spid="42"/>
                                        </p:tgtEl>
                                        <p:attrNameLst>
                                          <p:attrName>style.visibility</p:attrName>
                                        </p:attrNameLst>
                                      </p:cBhvr>
                                      <p:to>
                                        <p:strVal val="visible"/>
                                      </p:to>
                                    </p:set>
                                  </p:childTnLst>
                                </p:cTn>
                              </p:par>
                              <p:par>
                                <p:cTn id="110" presetID="8" presetClass="emph" presetSubtype="0" repeatCount="indefinite" fill="hold" nodeType="withEffect">
                                  <p:stCondLst>
                                    <p:cond delay="250"/>
                                  </p:stCondLst>
                                  <p:childTnLst>
                                    <p:animRot by="21600000">
                                      <p:cBhvr>
                                        <p:cTn id="111" dur="2000" fill="hold"/>
                                        <p:tgtEl>
                                          <p:spTgt spid="42"/>
                                        </p:tgtEl>
                                        <p:attrNameLst>
                                          <p:attrName>r</p:attrName>
                                        </p:attrNameLst>
                                      </p:cBhvr>
                                    </p:animRot>
                                  </p:childTnLst>
                                </p:cTn>
                              </p:par>
                              <p:par>
                                <p:cTn id="112" presetID="1" presetClass="entr" presetSubtype="0" fill="hold" nodeType="withEffect">
                                  <p:stCondLst>
                                    <p:cond delay="250"/>
                                  </p:stCondLst>
                                  <p:childTnLst>
                                    <p:set>
                                      <p:cBhvr>
                                        <p:cTn id="113" dur="1" fill="hold">
                                          <p:stCondLst>
                                            <p:cond delay="0"/>
                                          </p:stCondLst>
                                        </p:cTn>
                                        <p:tgtEl>
                                          <p:spTgt spid="57"/>
                                        </p:tgtEl>
                                        <p:attrNameLst>
                                          <p:attrName>style.visibility</p:attrName>
                                        </p:attrNameLst>
                                      </p:cBhvr>
                                      <p:to>
                                        <p:strVal val="visible"/>
                                      </p:to>
                                    </p:set>
                                  </p:childTnLst>
                                </p:cTn>
                              </p:par>
                              <p:par>
                                <p:cTn id="114" presetID="8" presetClass="emph" presetSubtype="0" repeatCount="indefinite" fill="hold" nodeType="withEffect">
                                  <p:stCondLst>
                                    <p:cond delay="250"/>
                                  </p:stCondLst>
                                  <p:childTnLst>
                                    <p:animRot by="21600000">
                                      <p:cBhvr>
                                        <p:cTn id="115" dur="2000" fill="hold"/>
                                        <p:tgtEl>
                                          <p:spTgt spid="57"/>
                                        </p:tgtEl>
                                        <p:attrNameLst>
                                          <p:attrName>r</p:attrName>
                                        </p:attrNameLst>
                                      </p:cBhvr>
                                    </p:animRot>
                                  </p:childTnLst>
                                </p:cTn>
                              </p:par>
                              <p:par>
                                <p:cTn id="116" presetID="1" presetClass="entr" presetSubtype="0" fill="hold" nodeType="withEffect">
                                  <p:stCondLst>
                                    <p:cond delay="250"/>
                                  </p:stCondLst>
                                  <p:childTnLst>
                                    <p:set>
                                      <p:cBhvr>
                                        <p:cTn id="117" dur="1" fill="hold">
                                          <p:stCondLst>
                                            <p:cond delay="0"/>
                                          </p:stCondLst>
                                        </p:cTn>
                                        <p:tgtEl>
                                          <p:spTgt spid="82"/>
                                        </p:tgtEl>
                                        <p:attrNameLst>
                                          <p:attrName>style.visibility</p:attrName>
                                        </p:attrNameLst>
                                      </p:cBhvr>
                                      <p:to>
                                        <p:strVal val="visible"/>
                                      </p:to>
                                    </p:set>
                                  </p:childTnLst>
                                </p:cTn>
                              </p:par>
                              <p:par>
                                <p:cTn id="118" presetID="8" presetClass="emph" presetSubtype="0" repeatCount="indefinite" fill="hold" nodeType="withEffect">
                                  <p:stCondLst>
                                    <p:cond delay="250"/>
                                  </p:stCondLst>
                                  <p:childTnLst>
                                    <p:animRot by="21600000">
                                      <p:cBhvr>
                                        <p:cTn id="119" dur="2000" fill="hold"/>
                                        <p:tgtEl>
                                          <p:spTgt spid="82"/>
                                        </p:tgtEl>
                                        <p:attrNameLst>
                                          <p:attrName>r</p:attrName>
                                        </p:attrNameLst>
                                      </p:cBhvr>
                                    </p:animRot>
                                  </p:childTnLst>
                                </p:cTn>
                              </p:par>
                              <p:par>
                                <p:cTn id="120" presetID="1" presetClass="entr" presetSubtype="0" fill="hold" nodeType="withEffect">
                                  <p:stCondLst>
                                    <p:cond delay="250"/>
                                  </p:stCondLst>
                                  <p:childTnLst>
                                    <p:set>
                                      <p:cBhvr>
                                        <p:cTn id="121" dur="1" fill="hold">
                                          <p:stCondLst>
                                            <p:cond delay="0"/>
                                          </p:stCondLst>
                                        </p:cTn>
                                        <p:tgtEl>
                                          <p:spTgt spid="103"/>
                                        </p:tgtEl>
                                        <p:attrNameLst>
                                          <p:attrName>style.visibility</p:attrName>
                                        </p:attrNameLst>
                                      </p:cBhvr>
                                      <p:to>
                                        <p:strVal val="visible"/>
                                      </p:to>
                                    </p:set>
                                  </p:childTnLst>
                                </p:cTn>
                              </p:par>
                              <p:par>
                                <p:cTn id="122" presetID="8" presetClass="emph" presetSubtype="0" repeatCount="indefinite" fill="hold" nodeType="withEffect">
                                  <p:stCondLst>
                                    <p:cond delay="250"/>
                                  </p:stCondLst>
                                  <p:childTnLst>
                                    <p:animRot by="21600000">
                                      <p:cBhvr>
                                        <p:cTn id="123" dur="2000" fill="hold"/>
                                        <p:tgtEl>
                                          <p:spTgt spid="103"/>
                                        </p:tgtEl>
                                        <p:attrNameLst>
                                          <p:attrName>r</p:attrName>
                                        </p:attrNameLst>
                                      </p:cBhvr>
                                    </p:animRot>
                                  </p:childTnLst>
                                </p:cTn>
                              </p:par>
                            </p:childTnLst>
                          </p:cTn>
                        </p:par>
                        <p:par>
                          <p:cTn id="124" fill="hold">
                            <p:stCondLst>
                              <p:cond delay="9250"/>
                            </p:stCondLst>
                            <p:childTnLst>
                              <p:par>
                                <p:cTn id="125" presetID="10" presetClass="entr" presetSubtype="0" fill="hold" nodeType="afterEffect">
                                  <p:stCondLst>
                                    <p:cond delay="0"/>
                                  </p:stCondLst>
                                  <p:childTnLst>
                                    <p:set>
                                      <p:cBhvr>
                                        <p:cTn id="126" dur="1" fill="hold">
                                          <p:stCondLst>
                                            <p:cond delay="0"/>
                                          </p:stCondLst>
                                        </p:cTn>
                                        <p:tgtEl>
                                          <p:spTgt spid="170"/>
                                        </p:tgtEl>
                                        <p:attrNameLst>
                                          <p:attrName>style.visibility</p:attrName>
                                        </p:attrNameLst>
                                      </p:cBhvr>
                                      <p:to>
                                        <p:strVal val="visible"/>
                                      </p:to>
                                    </p:set>
                                    <p:animEffect transition="in" filter="fade">
                                      <p:cBhvr>
                                        <p:cTn id="127" dur="500"/>
                                        <p:tgtEl>
                                          <p:spTgt spid="170"/>
                                        </p:tgtEl>
                                      </p:cBhvr>
                                    </p:animEffect>
                                  </p:childTnLst>
                                </p:cTn>
                              </p:par>
                            </p:childTnLst>
                          </p:cTn>
                        </p:par>
                        <p:par>
                          <p:cTn id="128" fill="hold">
                            <p:stCondLst>
                              <p:cond delay="9750"/>
                            </p:stCondLst>
                            <p:childTnLst>
                              <p:par>
                                <p:cTn id="129" presetID="10" presetClass="entr" presetSubtype="0" fill="hold" grpId="0" nodeType="afterEffect">
                                  <p:stCondLst>
                                    <p:cond delay="0"/>
                                  </p:stCondLst>
                                  <p:childTnLst>
                                    <p:set>
                                      <p:cBhvr>
                                        <p:cTn id="130" dur="1" fill="hold">
                                          <p:stCondLst>
                                            <p:cond delay="0"/>
                                          </p:stCondLst>
                                        </p:cTn>
                                        <p:tgtEl>
                                          <p:spTgt spid="130"/>
                                        </p:tgtEl>
                                        <p:attrNameLst>
                                          <p:attrName>style.visibility</p:attrName>
                                        </p:attrNameLst>
                                      </p:cBhvr>
                                      <p:to>
                                        <p:strVal val="visible"/>
                                      </p:to>
                                    </p:set>
                                    <p:animEffect transition="in" filter="fade">
                                      <p:cBhvr>
                                        <p:cTn id="131" dur="500"/>
                                        <p:tgtEl>
                                          <p:spTgt spid="130"/>
                                        </p:tgtEl>
                                      </p:cBhvr>
                                    </p:animEffect>
                                  </p:childTnLst>
                                </p:cTn>
                              </p:par>
                            </p:childTnLst>
                          </p:cTn>
                        </p:par>
                        <p:par>
                          <p:cTn id="132" fill="hold">
                            <p:stCondLst>
                              <p:cond delay="10250"/>
                            </p:stCondLst>
                            <p:childTnLst>
                              <p:par>
                                <p:cTn id="133" presetID="26" presetClass="emph" presetSubtype="0" fill="hold" grpId="1" nodeType="afterEffect">
                                  <p:stCondLst>
                                    <p:cond delay="500"/>
                                  </p:stCondLst>
                                  <p:childTnLst>
                                    <p:animEffect transition="out" filter="fade">
                                      <p:cBhvr>
                                        <p:cTn id="134" dur="500" tmFilter="0, 0; .2, .5; .8, .5; 1, 0"/>
                                        <p:tgtEl>
                                          <p:spTgt spid="130"/>
                                        </p:tgtEl>
                                      </p:cBhvr>
                                    </p:animEffect>
                                    <p:animScale>
                                      <p:cBhvr>
                                        <p:cTn id="135" dur="250" autoRev="1" fill="hold"/>
                                        <p:tgtEl>
                                          <p:spTgt spid="130"/>
                                        </p:tgtEl>
                                      </p:cBhvr>
                                      <p:by x="105000" y="105000"/>
                                    </p:animScale>
                                  </p:childTnLst>
                                </p:cTn>
                              </p:par>
                            </p:childTnLst>
                          </p:cTn>
                        </p:par>
                        <p:par>
                          <p:cTn id="136" fill="hold">
                            <p:stCondLst>
                              <p:cond delay="11250"/>
                            </p:stCondLst>
                            <p:childTnLst>
                              <p:par>
                                <p:cTn id="137" presetID="10" presetClass="entr" presetSubtype="0" fill="hold" nodeType="afterEffect">
                                  <p:stCondLst>
                                    <p:cond delay="2000"/>
                                  </p:stCondLst>
                                  <p:childTnLst>
                                    <p:set>
                                      <p:cBhvr>
                                        <p:cTn id="138" dur="1" fill="hold">
                                          <p:stCondLst>
                                            <p:cond delay="0"/>
                                          </p:stCondLst>
                                        </p:cTn>
                                        <p:tgtEl>
                                          <p:spTgt spid="171"/>
                                        </p:tgtEl>
                                        <p:attrNameLst>
                                          <p:attrName>style.visibility</p:attrName>
                                        </p:attrNameLst>
                                      </p:cBhvr>
                                      <p:to>
                                        <p:strVal val="visible"/>
                                      </p:to>
                                    </p:set>
                                    <p:animEffect transition="in" filter="fade">
                                      <p:cBhvr>
                                        <p:cTn id="139" dur="500"/>
                                        <p:tgtEl>
                                          <p:spTgt spid="171"/>
                                        </p:tgtEl>
                                      </p:cBhvr>
                                    </p:animEffect>
                                  </p:childTnLst>
                                </p:cTn>
                              </p:par>
                            </p:childTnLst>
                          </p:cTn>
                        </p:par>
                        <p:par>
                          <p:cTn id="140" fill="hold">
                            <p:stCondLst>
                              <p:cond delay="13750"/>
                            </p:stCondLst>
                            <p:childTnLst>
                              <p:par>
                                <p:cTn id="141" presetID="10" presetClass="entr" presetSubtype="0" fill="hold" grpId="0" nodeType="afterEffect">
                                  <p:stCondLst>
                                    <p:cond delay="0"/>
                                  </p:stCondLst>
                                  <p:childTnLst>
                                    <p:set>
                                      <p:cBhvr>
                                        <p:cTn id="142" dur="1" fill="hold">
                                          <p:stCondLst>
                                            <p:cond delay="0"/>
                                          </p:stCondLst>
                                        </p:cTn>
                                        <p:tgtEl>
                                          <p:spTgt spid="138"/>
                                        </p:tgtEl>
                                        <p:attrNameLst>
                                          <p:attrName>style.visibility</p:attrName>
                                        </p:attrNameLst>
                                      </p:cBhvr>
                                      <p:to>
                                        <p:strVal val="visible"/>
                                      </p:to>
                                    </p:set>
                                    <p:animEffect transition="in" filter="fade">
                                      <p:cBhvr>
                                        <p:cTn id="143" dur="500"/>
                                        <p:tgtEl>
                                          <p:spTgt spid="138"/>
                                        </p:tgtEl>
                                      </p:cBhvr>
                                    </p:animEffect>
                                  </p:childTnLst>
                                </p:cTn>
                              </p:par>
                            </p:childTnLst>
                          </p:cTn>
                        </p:par>
                        <p:par>
                          <p:cTn id="144" fill="hold">
                            <p:stCondLst>
                              <p:cond delay="15250"/>
                            </p:stCondLst>
                            <p:childTnLst>
                              <p:par>
                                <p:cTn id="145" presetID="10" presetClass="entr" presetSubtype="0" fill="hold" nodeType="afterEffect">
                                  <p:stCondLst>
                                    <p:cond delay="250"/>
                                  </p:stCondLst>
                                  <p:childTnLst>
                                    <p:set>
                                      <p:cBhvr>
                                        <p:cTn id="146" dur="1" fill="hold">
                                          <p:stCondLst>
                                            <p:cond delay="0"/>
                                          </p:stCondLst>
                                        </p:cTn>
                                        <p:tgtEl>
                                          <p:spTgt spid="239"/>
                                        </p:tgtEl>
                                        <p:attrNameLst>
                                          <p:attrName>style.visibility</p:attrName>
                                        </p:attrNameLst>
                                      </p:cBhvr>
                                      <p:to>
                                        <p:strVal val="visible"/>
                                      </p:to>
                                    </p:set>
                                    <p:animEffect transition="in" filter="fade">
                                      <p:cBhvr>
                                        <p:cTn id="147" dur="500"/>
                                        <p:tgtEl>
                                          <p:spTgt spid="239"/>
                                        </p:tgtEl>
                                      </p:cBhvr>
                                    </p:animEffect>
                                  </p:childTnLst>
                                </p:cTn>
                              </p:par>
                              <p:par>
                                <p:cTn id="148" presetID="10" presetClass="entr" presetSubtype="0" fill="hold" grpId="0" nodeType="withEffect">
                                  <p:stCondLst>
                                    <p:cond delay="250"/>
                                  </p:stCondLst>
                                  <p:childTnLst>
                                    <p:set>
                                      <p:cBhvr>
                                        <p:cTn id="149" dur="1" fill="hold">
                                          <p:stCondLst>
                                            <p:cond delay="0"/>
                                          </p:stCondLst>
                                        </p:cTn>
                                        <p:tgtEl>
                                          <p:spTgt spid="238"/>
                                        </p:tgtEl>
                                        <p:attrNameLst>
                                          <p:attrName>style.visibility</p:attrName>
                                        </p:attrNameLst>
                                      </p:cBhvr>
                                      <p:to>
                                        <p:strVal val="visible"/>
                                      </p:to>
                                    </p:set>
                                    <p:animEffect transition="in" filter="fade">
                                      <p:cBhvr>
                                        <p:cTn id="150" dur="500"/>
                                        <p:tgtEl>
                                          <p:spTgt spid="238"/>
                                        </p:tgtEl>
                                      </p:cBhvr>
                                    </p:animEffect>
                                  </p:childTnLst>
                                </p:cTn>
                              </p:par>
                            </p:childTnLst>
                          </p:cTn>
                        </p:par>
                        <p:par>
                          <p:cTn id="151" fill="hold">
                            <p:stCondLst>
                              <p:cond delay="16000"/>
                            </p:stCondLst>
                            <p:childTnLst>
                              <p:par>
                                <p:cTn id="152" presetID="22" presetClass="entr" presetSubtype="2" fill="hold" nodeType="afterEffect">
                                  <p:stCondLst>
                                    <p:cond delay="0"/>
                                  </p:stCondLst>
                                  <p:childTnLst>
                                    <p:set>
                                      <p:cBhvr>
                                        <p:cTn id="153" dur="1" fill="hold">
                                          <p:stCondLst>
                                            <p:cond delay="0"/>
                                          </p:stCondLst>
                                        </p:cTn>
                                        <p:tgtEl>
                                          <p:spTgt spid="33"/>
                                        </p:tgtEl>
                                        <p:attrNameLst>
                                          <p:attrName>style.visibility</p:attrName>
                                        </p:attrNameLst>
                                      </p:cBhvr>
                                      <p:to>
                                        <p:strVal val="visible"/>
                                      </p:to>
                                    </p:set>
                                    <p:animEffect transition="in" filter="wipe(right)">
                                      <p:cBhvr>
                                        <p:cTn id="154" dur="500"/>
                                        <p:tgtEl>
                                          <p:spTgt spid="33"/>
                                        </p:tgtEl>
                                      </p:cBhvr>
                                    </p:animEffect>
                                  </p:childTnLst>
                                </p:cTn>
                              </p:par>
                            </p:childTnLst>
                          </p:cTn>
                        </p:par>
                        <p:par>
                          <p:cTn id="155" fill="hold">
                            <p:stCondLst>
                              <p:cond delay="16500"/>
                            </p:stCondLst>
                            <p:childTnLst>
                              <p:par>
                                <p:cTn id="156" presetID="10" presetClass="entr" presetSubtype="0" fill="hold" grpId="0" nodeType="afterEffect">
                                  <p:stCondLst>
                                    <p:cond delay="0"/>
                                  </p:stCondLst>
                                  <p:childTnLst>
                                    <p:set>
                                      <p:cBhvr>
                                        <p:cTn id="157" dur="1" fill="hold">
                                          <p:stCondLst>
                                            <p:cond delay="0"/>
                                          </p:stCondLst>
                                        </p:cTn>
                                        <p:tgtEl>
                                          <p:spTgt spid="28"/>
                                        </p:tgtEl>
                                        <p:attrNameLst>
                                          <p:attrName>style.visibility</p:attrName>
                                        </p:attrNameLst>
                                      </p:cBhvr>
                                      <p:to>
                                        <p:strVal val="visible"/>
                                      </p:to>
                                    </p:set>
                                    <p:animEffect transition="in" filter="fade">
                                      <p:cBhvr>
                                        <p:cTn id="158" dur="500"/>
                                        <p:tgtEl>
                                          <p:spTgt spid="28"/>
                                        </p:tgtEl>
                                      </p:cBhvr>
                                    </p:animEffect>
                                  </p:childTnLst>
                                </p:cTn>
                              </p:par>
                              <p:par>
                                <p:cTn id="159" presetID="10" presetClass="entr" presetSubtype="0" fill="hold" grpId="0" nodeType="withEffect">
                                  <p:stCondLst>
                                    <p:cond delay="0"/>
                                  </p:stCondLst>
                                  <p:childTnLst>
                                    <p:set>
                                      <p:cBhvr>
                                        <p:cTn id="160" dur="1" fill="hold">
                                          <p:stCondLst>
                                            <p:cond delay="0"/>
                                          </p:stCondLst>
                                        </p:cTn>
                                        <p:tgtEl>
                                          <p:spTgt spid="27"/>
                                        </p:tgtEl>
                                        <p:attrNameLst>
                                          <p:attrName>style.visibility</p:attrName>
                                        </p:attrNameLst>
                                      </p:cBhvr>
                                      <p:to>
                                        <p:strVal val="visible"/>
                                      </p:to>
                                    </p:set>
                                    <p:animEffect transition="in" filter="fade">
                                      <p:cBhvr>
                                        <p:cTn id="161" dur="500"/>
                                        <p:tgtEl>
                                          <p:spTgt spid="27"/>
                                        </p:tgtEl>
                                      </p:cBhvr>
                                    </p:animEffect>
                                  </p:childTnLst>
                                </p:cTn>
                              </p:par>
                              <p:par>
                                <p:cTn id="162" presetID="10" presetClass="entr" presetSubtype="0" fill="hold" grpId="0" nodeType="withEffect">
                                  <p:stCondLst>
                                    <p:cond delay="0"/>
                                  </p:stCondLst>
                                  <p:childTnLst>
                                    <p:set>
                                      <p:cBhvr>
                                        <p:cTn id="163" dur="1" fill="hold">
                                          <p:stCondLst>
                                            <p:cond delay="0"/>
                                          </p:stCondLst>
                                        </p:cTn>
                                        <p:tgtEl>
                                          <p:spTgt spid="29"/>
                                        </p:tgtEl>
                                        <p:attrNameLst>
                                          <p:attrName>style.visibility</p:attrName>
                                        </p:attrNameLst>
                                      </p:cBhvr>
                                      <p:to>
                                        <p:strVal val="visible"/>
                                      </p:to>
                                    </p:set>
                                    <p:animEffect transition="in" filter="fade">
                                      <p:cBhvr>
                                        <p:cTn id="164" dur="500"/>
                                        <p:tgtEl>
                                          <p:spTgt spid="29"/>
                                        </p:tgtEl>
                                      </p:cBhvr>
                                    </p:animEffect>
                                  </p:childTnLst>
                                </p:cTn>
                              </p:par>
                              <p:par>
                                <p:cTn id="165" presetID="10" presetClass="entr" presetSubtype="0" fill="hold" grpId="0" nodeType="withEffect">
                                  <p:stCondLst>
                                    <p:cond delay="0"/>
                                  </p:stCondLst>
                                  <p:childTnLst>
                                    <p:set>
                                      <p:cBhvr>
                                        <p:cTn id="166" dur="1" fill="hold">
                                          <p:stCondLst>
                                            <p:cond delay="0"/>
                                          </p:stCondLst>
                                        </p:cTn>
                                        <p:tgtEl>
                                          <p:spTgt spid="30"/>
                                        </p:tgtEl>
                                        <p:attrNameLst>
                                          <p:attrName>style.visibility</p:attrName>
                                        </p:attrNameLst>
                                      </p:cBhvr>
                                      <p:to>
                                        <p:strVal val="visible"/>
                                      </p:to>
                                    </p:set>
                                    <p:animEffect transition="in" filter="fade">
                                      <p:cBhvr>
                                        <p:cTn id="167" dur="500"/>
                                        <p:tgtEl>
                                          <p:spTgt spid="30"/>
                                        </p:tgtEl>
                                      </p:cBhvr>
                                    </p:animEffect>
                                  </p:childTnLst>
                                </p:cTn>
                              </p:par>
                              <p:par>
                                <p:cTn id="168" presetID="10" presetClass="entr" presetSubtype="0" fill="hold" grpId="0" nodeType="withEffect">
                                  <p:stCondLst>
                                    <p:cond delay="0"/>
                                  </p:stCondLst>
                                  <p:childTnLst>
                                    <p:set>
                                      <p:cBhvr>
                                        <p:cTn id="169" dur="1" fill="hold">
                                          <p:stCondLst>
                                            <p:cond delay="0"/>
                                          </p:stCondLst>
                                        </p:cTn>
                                        <p:tgtEl>
                                          <p:spTgt spid="31"/>
                                        </p:tgtEl>
                                        <p:attrNameLst>
                                          <p:attrName>style.visibility</p:attrName>
                                        </p:attrNameLst>
                                      </p:cBhvr>
                                      <p:to>
                                        <p:strVal val="visible"/>
                                      </p:to>
                                    </p:set>
                                    <p:animEffect transition="in" filter="fade">
                                      <p:cBhvr>
                                        <p:cTn id="170" dur="500"/>
                                        <p:tgtEl>
                                          <p:spTgt spid="31"/>
                                        </p:tgtEl>
                                      </p:cBhvr>
                                    </p:animEffect>
                                  </p:childTnLst>
                                </p:cTn>
                              </p:par>
                            </p:childTnLst>
                          </p:cTn>
                        </p:par>
                        <p:par>
                          <p:cTn id="171" fill="hold">
                            <p:stCondLst>
                              <p:cond delay="17000"/>
                            </p:stCondLst>
                            <p:childTnLst>
                              <p:par>
                                <p:cTn id="172" presetID="22" presetClass="entr" presetSubtype="2" fill="hold" nodeType="afterEffect">
                                  <p:stCondLst>
                                    <p:cond delay="0"/>
                                  </p:stCondLst>
                                  <p:childTnLst>
                                    <p:set>
                                      <p:cBhvr>
                                        <p:cTn id="173" dur="1" fill="hold">
                                          <p:stCondLst>
                                            <p:cond delay="0"/>
                                          </p:stCondLst>
                                        </p:cTn>
                                        <p:tgtEl>
                                          <p:spTgt spid="141"/>
                                        </p:tgtEl>
                                        <p:attrNameLst>
                                          <p:attrName>style.visibility</p:attrName>
                                        </p:attrNameLst>
                                      </p:cBhvr>
                                      <p:to>
                                        <p:strVal val="visible"/>
                                      </p:to>
                                    </p:set>
                                    <p:animEffect transition="in" filter="wipe(right)">
                                      <p:cBhvr>
                                        <p:cTn id="174" dur="500"/>
                                        <p:tgtEl>
                                          <p:spTgt spid="141"/>
                                        </p:tgtEl>
                                      </p:cBhvr>
                                    </p:animEffect>
                                  </p:childTnLst>
                                </p:cTn>
                              </p:par>
                            </p:childTnLst>
                          </p:cTn>
                        </p:par>
                        <p:par>
                          <p:cTn id="175" fill="hold">
                            <p:stCondLst>
                              <p:cond delay="17500"/>
                            </p:stCondLst>
                            <p:childTnLst>
                              <p:par>
                                <p:cTn id="176" presetID="22" presetClass="entr" presetSubtype="1" fill="hold" nodeType="afterEffect">
                                  <p:stCondLst>
                                    <p:cond delay="0"/>
                                  </p:stCondLst>
                                  <p:childTnLst>
                                    <p:set>
                                      <p:cBhvr>
                                        <p:cTn id="177" dur="1" fill="hold">
                                          <p:stCondLst>
                                            <p:cond delay="0"/>
                                          </p:stCondLst>
                                        </p:cTn>
                                        <p:tgtEl>
                                          <p:spTgt spid="16"/>
                                        </p:tgtEl>
                                        <p:attrNameLst>
                                          <p:attrName>style.visibility</p:attrName>
                                        </p:attrNameLst>
                                      </p:cBhvr>
                                      <p:to>
                                        <p:strVal val="visible"/>
                                      </p:to>
                                    </p:set>
                                    <p:animEffect transition="in" filter="wipe(up)">
                                      <p:cBhvr>
                                        <p:cTn id="178" dur="500"/>
                                        <p:tgtEl>
                                          <p:spTgt spid="16"/>
                                        </p:tgtEl>
                                      </p:cBhvr>
                                    </p:animEffect>
                                  </p:childTnLst>
                                </p:cTn>
                              </p:par>
                            </p:childTnLst>
                          </p:cTn>
                        </p:par>
                        <p:par>
                          <p:cTn id="179" fill="hold">
                            <p:stCondLst>
                              <p:cond delay="18000"/>
                            </p:stCondLst>
                            <p:childTnLst>
                              <p:par>
                                <p:cTn id="180" presetID="26" presetClass="emph" presetSubtype="0" fill="hold" grpId="1" nodeType="afterEffect">
                                  <p:stCondLst>
                                    <p:cond delay="500"/>
                                  </p:stCondLst>
                                  <p:childTnLst>
                                    <p:animEffect transition="out" filter="fade">
                                      <p:cBhvr>
                                        <p:cTn id="181" dur="500" tmFilter="0, 0; .2, .5; .8, .5; 1, 0"/>
                                        <p:tgtEl>
                                          <p:spTgt spid="138"/>
                                        </p:tgtEl>
                                      </p:cBhvr>
                                    </p:animEffect>
                                    <p:animScale>
                                      <p:cBhvr>
                                        <p:cTn id="182" dur="250" autoRev="1" fill="hold"/>
                                        <p:tgtEl>
                                          <p:spTgt spid="138"/>
                                        </p:tgtEl>
                                      </p:cBhvr>
                                      <p:by x="105000" y="105000"/>
                                    </p:animScale>
                                  </p:childTnLst>
                                </p:cTn>
                              </p:par>
                            </p:childTnLst>
                          </p:cTn>
                        </p:par>
                        <p:par>
                          <p:cTn id="183" fill="hold">
                            <p:stCondLst>
                              <p:cond delay="19000"/>
                            </p:stCondLst>
                            <p:childTnLst>
                              <p:par>
                                <p:cTn id="184" presetID="42" presetClass="path" presetSubtype="0" accel="50000" decel="50000" fill="hold" grpId="1" nodeType="afterEffect">
                                  <p:stCondLst>
                                    <p:cond delay="500"/>
                                  </p:stCondLst>
                                  <p:childTnLst>
                                    <p:animMotion origin="layout" path="M -2.24277E-6 -7.40741E-7 L 0.0142 -7.40741E-7 " pathEditMode="relative" rAng="0" ptsTypes="AA">
                                      <p:cBhvr>
                                        <p:cTn id="185" dur="500" fill="hold"/>
                                        <p:tgtEl>
                                          <p:spTgt spid="31"/>
                                        </p:tgtEl>
                                        <p:attrNameLst>
                                          <p:attrName>ppt_x</p:attrName>
                                          <p:attrName>ppt_y</p:attrName>
                                        </p:attrNameLst>
                                      </p:cBhvr>
                                      <p:rCtr x="703" y="0"/>
                                    </p:animMotion>
                                  </p:childTnLst>
                                </p:cTn>
                              </p:par>
                              <p:par>
                                <p:cTn id="186" presetID="1" presetClass="emph" presetSubtype="2" fill="hold" nodeType="withEffect">
                                  <p:stCondLst>
                                    <p:cond delay="500"/>
                                  </p:stCondLst>
                                  <p:childTnLst>
                                    <p:animClr clrSpc="rgb" dir="cw">
                                      <p:cBhvr>
                                        <p:cTn id="187" dur="500" fill="hold"/>
                                        <p:tgtEl>
                                          <p:spTgt spid="28"/>
                                        </p:tgtEl>
                                        <p:attrNameLst>
                                          <p:attrName>fillcolor</p:attrName>
                                        </p:attrNameLst>
                                      </p:cBhvr>
                                      <p:to>
                                        <a:srgbClr val="78BE20"/>
                                      </p:to>
                                    </p:animClr>
                                    <p:set>
                                      <p:cBhvr>
                                        <p:cTn id="188" dur="500" fill="hold"/>
                                        <p:tgtEl>
                                          <p:spTgt spid="28"/>
                                        </p:tgtEl>
                                        <p:attrNameLst>
                                          <p:attrName>fill.type</p:attrName>
                                        </p:attrNameLst>
                                      </p:cBhvr>
                                      <p:to>
                                        <p:strVal val="solid"/>
                                      </p:to>
                                    </p:set>
                                    <p:set>
                                      <p:cBhvr>
                                        <p:cTn id="189" dur="500" fill="hold"/>
                                        <p:tgtEl>
                                          <p:spTgt spid="28"/>
                                        </p:tgtEl>
                                        <p:attrNameLst>
                                          <p:attrName>fill.on</p:attrName>
                                        </p:attrNameLst>
                                      </p:cBhvr>
                                      <p:to>
                                        <p:strVal val="true"/>
                                      </p:to>
                                    </p:set>
                                  </p:childTnLst>
                                </p:cTn>
                              </p:par>
                              <p:par>
                                <p:cTn id="190" presetID="1" presetClass="emph" presetSubtype="2" fill="hold" nodeType="withEffect">
                                  <p:stCondLst>
                                    <p:cond delay="500"/>
                                  </p:stCondLst>
                                  <p:childTnLst>
                                    <p:animClr clrSpc="rgb" dir="cw">
                                      <p:cBhvr>
                                        <p:cTn id="191" dur="500" fill="hold"/>
                                        <p:tgtEl>
                                          <p:spTgt spid="29"/>
                                        </p:tgtEl>
                                        <p:attrNameLst>
                                          <p:attrName>fillcolor</p:attrName>
                                        </p:attrNameLst>
                                      </p:cBhvr>
                                      <p:to>
                                        <a:srgbClr val="78BE20"/>
                                      </p:to>
                                    </p:animClr>
                                    <p:set>
                                      <p:cBhvr>
                                        <p:cTn id="192" dur="500" fill="hold"/>
                                        <p:tgtEl>
                                          <p:spTgt spid="29"/>
                                        </p:tgtEl>
                                        <p:attrNameLst>
                                          <p:attrName>fill.type</p:attrName>
                                        </p:attrNameLst>
                                      </p:cBhvr>
                                      <p:to>
                                        <p:strVal val="solid"/>
                                      </p:to>
                                    </p:set>
                                    <p:set>
                                      <p:cBhvr>
                                        <p:cTn id="193" dur="500" fill="hold"/>
                                        <p:tgtEl>
                                          <p:spTgt spid="29"/>
                                        </p:tgtEl>
                                        <p:attrNameLst>
                                          <p:attrName>fill.on</p:attrName>
                                        </p:attrNameLst>
                                      </p:cBhvr>
                                      <p:to>
                                        <p:strVal val="true"/>
                                      </p:to>
                                    </p:set>
                                  </p:childTnLst>
                                </p:cTn>
                              </p:par>
                              <p:par>
                                <p:cTn id="194" presetID="1" presetClass="emph" presetSubtype="2" fill="hold" nodeType="withEffect">
                                  <p:stCondLst>
                                    <p:cond delay="500"/>
                                  </p:stCondLst>
                                  <p:childTnLst>
                                    <p:animClr clrSpc="rgb" dir="cw">
                                      <p:cBhvr>
                                        <p:cTn id="195" dur="500" fill="hold"/>
                                        <p:tgtEl>
                                          <p:spTgt spid="30"/>
                                        </p:tgtEl>
                                        <p:attrNameLst>
                                          <p:attrName>fillcolor</p:attrName>
                                        </p:attrNameLst>
                                      </p:cBhvr>
                                      <p:to>
                                        <a:srgbClr val="78BE20"/>
                                      </p:to>
                                    </p:animClr>
                                    <p:set>
                                      <p:cBhvr>
                                        <p:cTn id="196" dur="500" fill="hold"/>
                                        <p:tgtEl>
                                          <p:spTgt spid="30"/>
                                        </p:tgtEl>
                                        <p:attrNameLst>
                                          <p:attrName>fill.type</p:attrName>
                                        </p:attrNameLst>
                                      </p:cBhvr>
                                      <p:to>
                                        <p:strVal val="solid"/>
                                      </p:to>
                                    </p:set>
                                    <p:set>
                                      <p:cBhvr>
                                        <p:cTn id="197" dur="500" fill="hold"/>
                                        <p:tgtEl>
                                          <p:spTgt spid="30"/>
                                        </p:tgtEl>
                                        <p:attrNameLst>
                                          <p:attrName>fill.on</p:attrName>
                                        </p:attrNameLst>
                                      </p:cBhvr>
                                      <p:to>
                                        <p:strVal val="true"/>
                                      </p:to>
                                    </p:set>
                                  </p:childTnLst>
                                </p:cTn>
                              </p:par>
                            </p:childTnLst>
                          </p:cTn>
                        </p:par>
                        <p:par>
                          <p:cTn id="198" fill="hold">
                            <p:stCondLst>
                              <p:cond delay="20000"/>
                            </p:stCondLst>
                            <p:childTnLst>
                              <p:par>
                                <p:cTn id="199" presetID="26" presetClass="emph" presetSubtype="0" fill="hold" grpId="1" nodeType="afterEffect">
                                  <p:stCondLst>
                                    <p:cond delay="0"/>
                                  </p:stCondLst>
                                  <p:childTnLst>
                                    <p:animEffect transition="out" filter="fade">
                                      <p:cBhvr>
                                        <p:cTn id="200" dur="500" tmFilter="0, 0; .2, .5; .8, .5; 1, 0"/>
                                        <p:tgtEl>
                                          <p:spTgt spid="27"/>
                                        </p:tgtEl>
                                      </p:cBhvr>
                                    </p:animEffect>
                                    <p:animScale>
                                      <p:cBhvr>
                                        <p:cTn id="201" dur="250" autoRev="1" fill="hold"/>
                                        <p:tgtEl>
                                          <p:spTgt spid="27"/>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7" grpId="1"/>
      <p:bldP spid="28" grpId="0" animBg="1"/>
      <p:bldP spid="29" grpId="0" animBg="1"/>
      <p:bldP spid="30" grpId="0" animBg="1"/>
      <p:bldP spid="31" grpId="0" animBg="1"/>
      <p:bldP spid="31" grpId="1" animBg="1"/>
      <p:bldP spid="36" grpId="0"/>
      <p:bldP spid="53" grpId="0"/>
      <p:bldP spid="70" grpId="0"/>
      <p:bldP spid="80" grpId="0"/>
      <p:bldP spid="83" grpId="0"/>
      <p:bldP spid="129" grpId="0"/>
      <p:bldP spid="183" grpId="0"/>
      <p:bldP spid="238" grpId="0"/>
      <p:bldP spid="251" grpId="0"/>
      <p:bldP spid="251" grpId="1"/>
      <p:bldP spid="130" grpId="0"/>
      <p:bldP spid="130" grpId="1"/>
      <p:bldP spid="138" grpId="0"/>
      <p:bldP spid="138" grpId="1"/>
      <p:bldP spid="169" grpId="0"/>
      <p:bldP spid="169" grpId="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78655E-E10B-FA99-9A55-B947CE9608E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A434936-8348-F8A6-E7FA-D6E03CED9030}"/>
              </a:ext>
            </a:extLst>
          </p:cNvPr>
          <p:cNvSpPr>
            <a:spLocks noGrp="1"/>
          </p:cNvSpPr>
          <p:nvPr>
            <p:ph type="title"/>
          </p:nvPr>
        </p:nvSpPr>
        <p:spPr/>
        <p:txBody>
          <a:bodyPr/>
          <a:lstStyle/>
          <a:p>
            <a:r>
              <a:rPr lang="en-US" dirty="0"/>
              <a:t>Intuitive and Simple Capacity Management for vSAN in VCF 9.1</a:t>
            </a:r>
          </a:p>
        </p:txBody>
      </p:sp>
      <p:sp>
        <p:nvSpPr>
          <p:cNvPr id="3" name="Subtitle 2">
            <a:extLst>
              <a:ext uri="{FF2B5EF4-FFF2-40B4-BE49-F238E27FC236}">
                <a16:creationId xmlns:a16="http://schemas.microsoft.com/office/drawing/2014/main" id="{A5D1A403-B663-D510-8CEB-0EE6F5DD3325}"/>
              </a:ext>
            </a:extLst>
          </p:cNvPr>
          <p:cNvSpPr>
            <a:spLocks noGrp="1"/>
          </p:cNvSpPr>
          <p:nvPr>
            <p:ph type="subTitle" idx="10"/>
          </p:nvPr>
        </p:nvSpPr>
        <p:spPr/>
        <p:txBody>
          <a:bodyPr/>
          <a:lstStyle/>
          <a:p>
            <a:r>
              <a:rPr lang="en-US" dirty="0"/>
              <a:t>All new “effective capacity” view for vSAN</a:t>
            </a:r>
          </a:p>
        </p:txBody>
      </p:sp>
      <p:sp>
        <p:nvSpPr>
          <p:cNvPr id="4" name="Text Placeholder 3">
            <a:extLst>
              <a:ext uri="{FF2B5EF4-FFF2-40B4-BE49-F238E27FC236}">
                <a16:creationId xmlns:a16="http://schemas.microsoft.com/office/drawing/2014/main" id="{0351B0B1-8E32-BA08-22B0-1493EF740AFE}"/>
              </a:ext>
            </a:extLst>
          </p:cNvPr>
          <p:cNvSpPr>
            <a:spLocks noGrp="1"/>
          </p:cNvSpPr>
          <p:nvPr>
            <p:ph type="body" sz="quarter" idx="17"/>
          </p:nvPr>
        </p:nvSpPr>
        <p:spPr/>
        <p:txBody>
          <a:bodyPr/>
          <a:lstStyle/>
          <a:p>
            <a:r>
              <a:rPr lang="en-US" dirty="0"/>
              <a:t>Intuitive “</a:t>
            </a:r>
            <a:r>
              <a:rPr lang="en-US" b="1" dirty="0"/>
              <a:t>effective capacity</a:t>
            </a:r>
            <a:r>
              <a:rPr lang="en-US" dirty="0"/>
              <a:t>” view showing a cluster’s usable capacity</a:t>
            </a:r>
          </a:p>
          <a:p>
            <a:r>
              <a:rPr lang="en-US" b="1" dirty="0"/>
              <a:t>Eliminates complexity</a:t>
            </a:r>
            <a:r>
              <a:rPr lang="en-US" dirty="0"/>
              <a:t> by removing:</a:t>
            </a:r>
          </a:p>
          <a:p>
            <a:pPr lvl="1"/>
            <a:r>
              <a:rPr lang="en-US" dirty="0"/>
              <a:t>Raw capacity statistics</a:t>
            </a:r>
          </a:p>
          <a:p>
            <a:pPr lvl="1"/>
            <a:r>
              <a:rPr lang="en-US" dirty="0"/>
              <a:t>Unnecessary overheads</a:t>
            </a:r>
          </a:p>
          <a:p>
            <a:r>
              <a:rPr lang="en-US" dirty="0"/>
              <a:t>Simplified space efficiency summary: </a:t>
            </a:r>
          </a:p>
          <a:p>
            <a:pPr lvl="1"/>
            <a:r>
              <a:rPr lang="en-US" dirty="0"/>
              <a:t>Deduplication</a:t>
            </a:r>
          </a:p>
          <a:p>
            <a:pPr lvl="1"/>
            <a:r>
              <a:rPr lang="en-US" dirty="0"/>
              <a:t>Compression</a:t>
            </a:r>
          </a:p>
          <a:p>
            <a:pPr lvl="1"/>
            <a:r>
              <a:rPr lang="en-US" dirty="0"/>
              <a:t>Thin provisioning</a:t>
            </a:r>
          </a:p>
          <a:p>
            <a:pPr lvl="1"/>
            <a:r>
              <a:rPr lang="en-US" dirty="0"/>
              <a:t>Snapshot savings</a:t>
            </a:r>
          </a:p>
          <a:p>
            <a:r>
              <a:rPr lang="en-US" b="1" dirty="0"/>
              <a:t>VM capacity statistics </a:t>
            </a:r>
            <a:r>
              <a:rPr lang="en-US" dirty="0"/>
              <a:t>consistent with other storage systems</a:t>
            </a:r>
          </a:p>
          <a:p>
            <a:endParaRPr lang="en-US" dirty="0"/>
          </a:p>
        </p:txBody>
      </p:sp>
      <p:sp>
        <p:nvSpPr>
          <p:cNvPr id="129" name="Rectangle 128">
            <a:extLst>
              <a:ext uri="{FF2B5EF4-FFF2-40B4-BE49-F238E27FC236}">
                <a16:creationId xmlns:a16="http://schemas.microsoft.com/office/drawing/2014/main" id="{E1B8810E-7D19-3642-3A95-C8F454C83174}"/>
              </a:ext>
            </a:extLst>
          </p:cNvPr>
          <p:cNvSpPr/>
          <p:nvPr/>
        </p:nvSpPr>
        <p:spPr>
          <a:xfrm>
            <a:off x="853643" y="1853062"/>
            <a:ext cx="6907040" cy="3536065"/>
          </a:xfrm>
          <a:prstGeom prst="rect">
            <a:avLst/>
          </a:prstGeom>
          <a:solidFill>
            <a:schemeClr val="bg1"/>
          </a:solidFill>
          <a:ln w="25400">
            <a:solidFill>
              <a:schemeClr val="accent2">
                <a:lumMod val="7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algn="ctr">
              <a:spcAft>
                <a:spcPts val="800"/>
              </a:spcAft>
            </a:pPr>
            <a:endParaRPr lang="en-US" sz="1400">
              <a:solidFill>
                <a:schemeClr val="tx1"/>
              </a:solidFill>
            </a:endParaRPr>
          </a:p>
        </p:txBody>
      </p:sp>
      <p:sp>
        <p:nvSpPr>
          <p:cNvPr id="130" name="Rectangle 129">
            <a:extLst>
              <a:ext uri="{FF2B5EF4-FFF2-40B4-BE49-F238E27FC236}">
                <a16:creationId xmlns:a16="http://schemas.microsoft.com/office/drawing/2014/main" id="{1BE9AE6A-E72F-20FF-CAD9-7B18C789DB39}"/>
              </a:ext>
            </a:extLst>
          </p:cNvPr>
          <p:cNvSpPr/>
          <p:nvPr/>
        </p:nvSpPr>
        <p:spPr>
          <a:xfrm>
            <a:off x="2578111" y="2685329"/>
            <a:ext cx="2432098"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Total usable capacity 600.00 TB</a:t>
            </a:r>
          </a:p>
        </p:txBody>
      </p:sp>
      <p:sp>
        <p:nvSpPr>
          <p:cNvPr id="136" name="Rectangle 135">
            <a:extLst>
              <a:ext uri="{FF2B5EF4-FFF2-40B4-BE49-F238E27FC236}">
                <a16:creationId xmlns:a16="http://schemas.microsoft.com/office/drawing/2014/main" id="{D62190B9-7095-807C-D46B-75F61C037FD5}"/>
              </a:ext>
            </a:extLst>
          </p:cNvPr>
          <p:cNvSpPr/>
          <p:nvPr/>
        </p:nvSpPr>
        <p:spPr>
          <a:xfrm>
            <a:off x="2562581" y="2410252"/>
            <a:ext cx="1586216"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Effective Capacity</a:t>
            </a:r>
            <a:endParaRPr lang="en-US" sz="1000" dirty="0">
              <a:solidFill>
                <a:schemeClr val="tx2"/>
              </a:solidFill>
            </a:endParaRPr>
          </a:p>
        </p:txBody>
      </p:sp>
      <p:grpSp>
        <p:nvGrpSpPr>
          <p:cNvPr id="143" name="Group 142">
            <a:extLst>
              <a:ext uri="{FF2B5EF4-FFF2-40B4-BE49-F238E27FC236}">
                <a16:creationId xmlns:a16="http://schemas.microsoft.com/office/drawing/2014/main" id="{16BA0F02-2BDD-8917-129C-01FD950BD6E3}"/>
              </a:ext>
            </a:extLst>
          </p:cNvPr>
          <p:cNvGrpSpPr/>
          <p:nvPr/>
        </p:nvGrpSpPr>
        <p:grpSpPr>
          <a:xfrm>
            <a:off x="853644" y="1615401"/>
            <a:ext cx="6907040" cy="204002"/>
            <a:chOff x="592867" y="1822412"/>
            <a:chExt cx="7117528" cy="204002"/>
          </a:xfrm>
        </p:grpSpPr>
        <p:sp>
          <p:nvSpPr>
            <p:cNvPr id="144" name="Rectangle 143">
              <a:extLst>
                <a:ext uri="{FF2B5EF4-FFF2-40B4-BE49-F238E27FC236}">
                  <a16:creationId xmlns:a16="http://schemas.microsoft.com/office/drawing/2014/main" id="{A2D99FBE-84F7-2F5F-2E89-19FC156CD96B}"/>
                </a:ext>
              </a:extLst>
            </p:cNvPr>
            <p:cNvSpPr/>
            <p:nvPr/>
          </p:nvSpPr>
          <p:spPr>
            <a:xfrm>
              <a:off x="592867" y="1822412"/>
              <a:ext cx="7117528" cy="204002"/>
            </a:xfrm>
            <a:prstGeom prst="rect">
              <a:avLst/>
            </a:prstGeom>
            <a:solidFill>
              <a:schemeClr val="accent2">
                <a:lumMod val="75000"/>
              </a:schemeClr>
            </a:solidFill>
            <a:ln w="25400">
              <a:solidFill>
                <a:schemeClr val="accent2">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Rounded MT Bold" panose="020F0704030504030204" pitchFamily="34" charset="0"/>
              </a:endParaRPr>
            </a:p>
          </p:txBody>
        </p:sp>
        <p:sp>
          <p:nvSpPr>
            <p:cNvPr id="145" name="Oval 144">
              <a:extLst>
                <a:ext uri="{FF2B5EF4-FFF2-40B4-BE49-F238E27FC236}">
                  <a16:creationId xmlns:a16="http://schemas.microsoft.com/office/drawing/2014/main" id="{8DA082EF-5A33-23F4-C317-3E249A789CB3}"/>
                </a:ext>
              </a:extLst>
            </p:cNvPr>
            <p:cNvSpPr/>
            <p:nvPr/>
          </p:nvSpPr>
          <p:spPr>
            <a:xfrm>
              <a:off x="661565"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6" name="Oval 145">
              <a:extLst>
                <a:ext uri="{FF2B5EF4-FFF2-40B4-BE49-F238E27FC236}">
                  <a16:creationId xmlns:a16="http://schemas.microsoft.com/office/drawing/2014/main" id="{5FB6DDB1-FEDE-DDA2-45DA-02C0924740A1}"/>
                </a:ext>
              </a:extLst>
            </p:cNvPr>
            <p:cNvSpPr/>
            <p:nvPr/>
          </p:nvSpPr>
          <p:spPr>
            <a:xfrm>
              <a:off x="814643"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7" name="Oval 146">
              <a:extLst>
                <a:ext uri="{FF2B5EF4-FFF2-40B4-BE49-F238E27FC236}">
                  <a16:creationId xmlns:a16="http://schemas.microsoft.com/office/drawing/2014/main" id="{8CAEAD59-8457-F7CE-D39C-A517E91BA857}"/>
                </a:ext>
              </a:extLst>
            </p:cNvPr>
            <p:cNvSpPr/>
            <p:nvPr/>
          </p:nvSpPr>
          <p:spPr>
            <a:xfrm>
              <a:off x="967721"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8" name="Rectangle 147">
              <a:extLst>
                <a:ext uri="{FF2B5EF4-FFF2-40B4-BE49-F238E27FC236}">
                  <a16:creationId xmlns:a16="http://schemas.microsoft.com/office/drawing/2014/main" id="{FCF78777-1D3A-9BFB-57F4-41D125FFFA73}"/>
                </a:ext>
              </a:extLst>
            </p:cNvPr>
            <p:cNvSpPr/>
            <p:nvPr/>
          </p:nvSpPr>
          <p:spPr>
            <a:xfrm>
              <a:off x="3641021" y="1831274"/>
              <a:ext cx="1045702" cy="159299"/>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algn="ctr">
                <a:spcAft>
                  <a:spcPts val="800"/>
                </a:spcAft>
              </a:pPr>
              <a:r>
                <a:rPr lang="en-US" sz="1100">
                  <a:solidFill>
                    <a:schemeClr val="bg1"/>
                  </a:solidFill>
                </a:rPr>
                <a:t>vCenter</a:t>
              </a:r>
            </a:p>
          </p:txBody>
        </p:sp>
      </p:grpSp>
      <p:grpSp>
        <p:nvGrpSpPr>
          <p:cNvPr id="149" name="Group 148">
            <a:extLst>
              <a:ext uri="{FF2B5EF4-FFF2-40B4-BE49-F238E27FC236}">
                <a16:creationId xmlns:a16="http://schemas.microsoft.com/office/drawing/2014/main" id="{C870CEA6-0290-D033-425A-6CCD0DB79C55}"/>
              </a:ext>
            </a:extLst>
          </p:cNvPr>
          <p:cNvGrpSpPr/>
          <p:nvPr/>
        </p:nvGrpSpPr>
        <p:grpSpPr>
          <a:xfrm>
            <a:off x="966875" y="1870072"/>
            <a:ext cx="6738676" cy="231456"/>
            <a:chOff x="814649" y="2193669"/>
            <a:chExt cx="6738676" cy="231456"/>
          </a:xfrm>
        </p:grpSpPr>
        <p:cxnSp>
          <p:nvCxnSpPr>
            <p:cNvPr id="150" name="Straight Connector 149">
              <a:extLst>
                <a:ext uri="{FF2B5EF4-FFF2-40B4-BE49-F238E27FC236}">
                  <a16:creationId xmlns:a16="http://schemas.microsoft.com/office/drawing/2014/main" id="{EFA635E1-1C2C-9AAF-E403-7F4D30DFFFD5}"/>
                </a:ext>
              </a:extLst>
            </p:cNvPr>
            <p:cNvCxnSpPr>
              <a:cxnSpLocks/>
            </p:cNvCxnSpPr>
            <p:nvPr/>
          </p:nvCxnSpPr>
          <p:spPr>
            <a:xfrm flipH="1">
              <a:off x="814649" y="2425125"/>
              <a:ext cx="6738676"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1" name="Rectangle 150">
              <a:extLst>
                <a:ext uri="{FF2B5EF4-FFF2-40B4-BE49-F238E27FC236}">
                  <a16:creationId xmlns:a16="http://schemas.microsoft.com/office/drawing/2014/main" id="{9D0390E0-E32E-414E-B3A8-972DEBE8A3BB}"/>
                </a:ext>
              </a:extLst>
            </p:cNvPr>
            <p:cNvSpPr/>
            <p:nvPr/>
          </p:nvSpPr>
          <p:spPr>
            <a:xfrm>
              <a:off x="843868" y="2193669"/>
              <a:ext cx="72797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a:solidFill>
                    <a:schemeClr val="tx2"/>
                  </a:solidFill>
                </a:rPr>
                <a:t>Summary</a:t>
              </a:r>
            </a:p>
          </p:txBody>
        </p:sp>
        <p:sp>
          <p:nvSpPr>
            <p:cNvPr id="152" name="Rectangle 151">
              <a:extLst>
                <a:ext uri="{FF2B5EF4-FFF2-40B4-BE49-F238E27FC236}">
                  <a16:creationId xmlns:a16="http://schemas.microsoft.com/office/drawing/2014/main" id="{304997EF-3CD8-CFB0-294F-D5000032DF45}"/>
                </a:ext>
              </a:extLst>
            </p:cNvPr>
            <p:cNvSpPr/>
            <p:nvPr/>
          </p:nvSpPr>
          <p:spPr>
            <a:xfrm>
              <a:off x="1709037" y="2193669"/>
              <a:ext cx="72797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a:solidFill>
                    <a:schemeClr val="tx2"/>
                  </a:solidFill>
                </a:rPr>
                <a:t>Monitor</a:t>
              </a:r>
            </a:p>
          </p:txBody>
        </p:sp>
        <p:sp>
          <p:nvSpPr>
            <p:cNvPr id="153" name="Rectangle 152">
              <a:extLst>
                <a:ext uri="{FF2B5EF4-FFF2-40B4-BE49-F238E27FC236}">
                  <a16:creationId xmlns:a16="http://schemas.microsoft.com/office/drawing/2014/main" id="{AA8AFFB7-ABFC-9C8D-E5D4-3C3FB8A77DED}"/>
                </a:ext>
              </a:extLst>
            </p:cNvPr>
            <p:cNvSpPr/>
            <p:nvPr/>
          </p:nvSpPr>
          <p:spPr>
            <a:xfrm>
              <a:off x="2501392" y="2193669"/>
              <a:ext cx="62893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Configure</a:t>
              </a:r>
            </a:p>
          </p:txBody>
        </p:sp>
        <p:sp>
          <p:nvSpPr>
            <p:cNvPr id="154" name="Rectangle 153">
              <a:extLst>
                <a:ext uri="{FF2B5EF4-FFF2-40B4-BE49-F238E27FC236}">
                  <a16:creationId xmlns:a16="http://schemas.microsoft.com/office/drawing/2014/main" id="{1A2F762F-20D5-9878-0162-D9DAF4EB6851}"/>
                </a:ext>
              </a:extLst>
            </p:cNvPr>
            <p:cNvSpPr/>
            <p:nvPr/>
          </p:nvSpPr>
          <p:spPr>
            <a:xfrm>
              <a:off x="3422717" y="2193669"/>
              <a:ext cx="808462"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a:solidFill>
                    <a:schemeClr val="tx2"/>
                  </a:solidFill>
                </a:rPr>
                <a:t>Permissions</a:t>
              </a:r>
            </a:p>
          </p:txBody>
        </p:sp>
        <p:sp>
          <p:nvSpPr>
            <p:cNvPr id="155" name="Rectangle 154">
              <a:extLst>
                <a:ext uri="{FF2B5EF4-FFF2-40B4-BE49-F238E27FC236}">
                  <a16:creationId xmlns:a16="http://schemas.microsoft.com/office/drawing/2014/main" id="{3C6E673B-4FC3-A54D-F1E2-586527BBBA91}"/>
                </a:ext>
              </a:extLst>
            </p:cNvPr>
            <p:cNvSpPr/>
            <p:nvPr/>
          </p:nvSpPr>
          <p:spPr>
            <a:xfrm>
              <a:off x="4495803" y="2193669"/>
              <a:ext cx="428095"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a:solidFill>
                    <a:schemeClr val="tx2"/>
                  </a:solidFill>
                </a:rPr>
                <a:t>Hosts</a:t>
              </a:r>
            </a:p>
          </p:txBody>
        </p:sp>
        <p:sp>
          <p:nvSpPr>
            <p:cNvPr id="156" name="Rectangle 155">
              <a:extLst>
                <a:ext uri="{FF2B5EF4-FFF2-40B4-BE49-F238E27FC236}">
                  <a16:creationId xmlns:a16="http://schemas.microsoft.com/office/drawing/2014/main" id="{10A0BD4E-2000-7C5B-DA79-DE85AE03F59C}"/>
                </a:ext>
              </a:extLst>
            </p:cNvPr>
            <p:cNvSpPr/>
            <p:nvPr/>
          </p:nvSpPr>
          <p:spPr>
            <a:xfrm>
              <a:off x="5188522" y="2193669"/>
              <a:ext cx="428095"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a:solidFill>
                    <a:schemeClr val="tx2"/>
                  </a:solidFill>
                </a:rPr>
                <a:t>VMs</a:t>
              </a:r>
            </a:p>
          </p:txBody>
        </p:sp>
        <p:sp>
          <p:nvSpPr>
            <p:cNvPr id="157" name="Rectangle 156">
              <a:extLst>
                <a:ext uri="{FF2B5EF4-FFF2-40B4-BE49-F238E27FC236}">
                  <a16:creationId xmlns:a16="http://schemas.microsoft.com/office/drawing/2014/main" id="{943439D4-5630-1FFA-EEB5-FBF817D618B0}"/>
                </a:ext>
              </a:extLst>
            </p:cNvPr>
            <p:cNvSpPr/>
            <p:nvPr/>
          </p:nvSpPr>
          <p:spPr>
            <a:xfrm>
              <a:off x="5779829" y="2193669"/>
              <a:ext cx="71547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a:solidFill>
                    <a:schemeClr val="tx2"/>
                  </a:solidFill>
                </a:rPr>
                <a:t>Datastores</a:t>
              </a:r>
            </a:p>
          </p:txBody>
        </p:sp>
        <p:sp>
          <p:nvSpPr>
            <p:cNvPr id="158" name="Rectangle 157">
              <a:extLst>
                <a:ext uri="{FF2B5EF4-FFF2-40B4-BE49-F238E27FC236}">
                  <a16:creationId xmlns:a16="http://schemas.microsoft.com/office/drawing/2014/main" id="{8E8941A3-93E7-0C70-ED6E-6B9C745EFDE0}"/>
                </a:ext>
              </a:extLst>
            </p:cNvPr>
            <p:cNvSpPr/>
            <p:nvPr/>
          </p:nvSpPr>
          <p:spPr>
            <a:xfrm>
              <a:off x="6759345" y="2193669"/>
              <a:ext cx="71547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a:solidFill>
                    <a:schemeClr val="tx2"/>
                  </a:solidFill>
                </a:rPr>
                <a:t>Networks</a:t>
              </a:r>
            </a:p>
          </p:txBody>
        </p:sp>
      </p:grpSp>
      <p:cxnSp>
        <p:nvCxnSpPr>
          <p:cNvPr id="159" name="Straight Connector 158">
            <a:extLst>
              <a:ext uri="{FF2B5EF4-FFF2-40B4-BE49-F238E27FC236}">
                <a16:creationId xmlns:a16="http://schemas.microsoft.com/office/drawing/2014/main" id="{A2FC25BD-3EA8-51A3-9043-E318B57DA929}"/>
              </a:ext>
            </a:extLst>
          </p:cNvPr>
          <p:cNvCxnSpPr>
            <a:cxnSpLocks/>
          </p:cNvCxnSpPr>
          <p:nvPr/>
        </p:nvCxnSpPr>
        <p:spPr bwMode="gray">
          <a:xfrm>
            <a:off x="1836637" y="2069137"/>
            <a:ext cx="521273"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71" name="Group 170">
            <a:extLst>
              <a:ext uri="{FF2B5EF4-FFF2-40B4-BE49-F238E27FC236}">
                <a16:creationId xmlns:a16="http://schemas.microsoft.com/office/drawing/2014/main" id="{753BDFB0-E9F6-92B8-CB42-8F1F320A8B09}"/>
              </a:ext>
            </a:extLst>
          </p:cNvPr>
          <p:cNvGrpSpPr/>
          <p:nvPr/>
        </p:nvGrpSpPr>
        <p:grpSpPr>
          <a:xfrm>
            <a:off x="2757690" y="3077194"/>
            <a:ext cx="2260838" cy="221616"/>
            <a:chOff x="2425885" y="3400791"/>
            <a:chExt cx="2260838" cy="221616"/>
          </a:xfrm>
        </p:grpSpPr>
        <p:sp>
          <p:nvSpPr>
            <p:cNvPr id="172" name="Rectangle 171">
              <a:extLst>
                <a:ext uri="{FF2B5EF4-FFF2-40B4-BE49-F238E27FC236}">
                  <a16:creationId xmlns:a16="http://schemas.microsoft.com/office/drawing/2014/main" id="{101A5D79-2047-1FE1-9D5E-8DEE1AB19F16}"/>
                </a:ext>
              </a:extLst>
            </p:cNvPr>
            <p:cNvSpPr/>
            <p:nvPr/>
          </p:nvSpPr>
          <p:spPr>
            <a:xfrm>
              <a:off x="2611283" y="3400791"/>
              <a:ext cx="2075440"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Used capacity 50.00 TB (8.33%)</a:t>
              </a:r>
            </a:p>
          </p:txBody>
        </p:sp>
        <p:sp>
          <p:nvSpPr>
            <p:cNvPr id="173" name="Rectangle 172">
              <a:extLst>
                <a:ext uri="{FF2B5EF4-FFF2-40B4-BE49-F238E27FC236}">
                  <a16:creationId xmlns:a16="http://schemas.microsoft.com/office/drawing/2014/main" id="{02247CE8-58B5-31ED-6264-B7AF1CE1F55B}"/>
                </a:ext>
              </a:extLst>
            </p:cNvPr>
            <p:cNvSpPr/>
            <p:nvPr/>
          </p:nvSpPr>
          <p:spPr>
            <a:xfrm>
              <a:off x="2425885" y="3453136"/>
              <a:ext cx="123584" cy="114628"/>
            </a:xfrm>
            <a:prstGeom prst="rect">
              <a:avLst/>
            </a:prstGeom>
            <a:solidFill>
              <a:schemeClr val="accent3"/>
            </a:soli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grpSp>
      <p:grpSp>
        <p:nvGrpSpPr>
          <p:cNvPr id="175" name="Group 174">
            <a:extLst>
              <a:ext uri="{FF2B5EF4-FFF2-40B4-BE49-F238E27FC236}">
                <a16:creationId xmlns:a16="http://schemas.microsoft.com/office/drawing/2014/main" id="{3916D1D5-A196-E9C3-6F13-90841280CC57}"/>
              </a:ext>
            </a:extLst>
          </p:cNvPr>
          <p:cNvGrpSpPr/>
          <p:nvPr/>
        </p:nvGrpSpPr>
        <p:grpSpPr>
          <a:xfrm>
            <a:off x="4962087" y="3077194"/>
            <a:ext cx="2202164" cy="221616"/>
            <a:chOff x="3285750" y="3400791"/>
            <a:chExt cx="2202164" cy="221616"/>
          </a:xfrm>
        </p:grpSpPr>
        <p:sp>
          <p:nvSpPr>
            <p:cNvPr id="176" name="Rectangle 175">
              <a:extLst>
                <a:ext uri="{FF2B5EF4-FFF2-40B4-BE49-F238E27FC236}">
                  <a16:creationId xmlns:a16="http://schemas.microsoft.com/office/drawing/2014/main" id="{2D41B324-60B0-FB83-7B99-EC5B7E21786E}"/>
                </a:ext>
              </a:extLst>
            </p:cNvPr>
            <p:cNvSpPr/>
            <p:nvPr/>
          </p:nvSpPr>
          <p:spPr>
            <a:xfrm>
              <a:off x="3285750" y="3453136"/>
              <a:ext cx="123584" cy="114628"/>
            </a:xfrm>
            <a:prstGeom prst="rect">
              <a:avLst/>
            </a:prstGeom>
            <a:solidFill>
              <a:schemeClr val="bg2"/>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77" name="Rectangle 176">
              <a:extLst>
                <a:ext uri="{FF2B5EF4-FFF2-40B4-BE49-F238E27FC236}">
                  <a16:creationId xmlns:a16="http://schemas.microsoft.com/office/drawing/2014/main" id="{5D546E6F-E8BC-33B3-A718-ECF1E572B544}"/>
                </a:ext>
              </a:extLst>
            </p:cNvPr>
            <p:cNvSpPr/>
            <p:nvPr/>
          </p:nvSpPr>
          <p:spPr>
            <a:xfrm>
              <a:off x="3471522" y="3400791"/>
              <a:ext cx="2016392"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Free usable capacity 550.00 TB</a:t>
              </a:r>
            </a:p>
          </p:txBody>
        </p:sp>
      </p:grpSp>
      <p:sp>
        <p:nvSpPr>
          <p:cNvPr id="184" name="Rectangle 183">
            <a:extLst>
              <a:ext uri="{FF2B5EF4-FFF2-40B4-BE49-F238E27FC236}">
                <a16:creationId xmlns:a16="http://schemas.microsoft.com/office/drawing/2014/main" id="{1F73E334-EA3D-77A3-4721-32DB1148D4A6}"/>
              </a:ext>
            </a:extLst>
          </p:cNvPr>
          <p:cNvSpPr/>
          <p:nvPr/>
        </p:nvSpPr>
        <p:spPr>
          <a:xfrm>
            <a:off x="2578110" y="2910638"/>
            <a:ext cx="4927683" cy="113818"/>
          </a:xfrm>
          <a:prstGeom prst="rect">
            <a:avLst/>
          </a:prstGeom>
          <a:solidFill>
            <a:schemeClr val="bg2"/>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230" name="Group 229">
            <a:extLst>
              <a:ext uri="{FF2B5EF4-FFF2-40B4-BE49-F238E27FC236}">
                <a16:creationId xmlns:a16="http://schemas.microsoft.com/office/drawing/2014/main" id="{5A3EE995-F313-4AB0-9934-A9479EC89E58}"/>
              </a:ext>
            </a:extLst>
          </p:cNvPr>
          <p:cNvGrpSpPr/>
          <p:nvPr/>
        </p:nvGrpSpPr>
        <p:grpSpPr>
          <a:xfrm>
            <a:off x="3517378" y="5462556"/>
            <a:ext cx="1579571" cy="488060"/>
            <a:chOff x="3663137" y="5539835"/>
            <a:chExt cx="1579571" cy="488060"/>
          </a:xfrm>
        </p:grpSpPr>
        <p:cxnSp>
          <p:nvCxnSpPr>
            <p:cNvPr id="213" name="Straight Connector 212">
              <a:extLst>
                <a:ext uri="{FF2B5EF4-FFF2-40B4-BE49-F238E27FC236}">
                  <a16:creationId xmlns:a16="http://schemas.microsoft.com/office/drawing/2014/main" id="{C3B9D3CB-AAD0-672E-9642-77D3CE64E302}"/>
                </a:ext>
              </a:extLst>
            </p:cNvPr>
            <p:cNvCxnSpPr>
              <a:cxnSpLocks/>
            </p:cNvCxnSpPr>
            <p:nvPr/>
          </p:nvCxnSpPr>
          <p:spPr bwMode="gray">
            <a:xfrm>
              <a:off x="3667530" y="5857689"/>
              <a:ext cx="0" cy="8806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A8DBEEC7-ADD9-DB14-1871-12457433DA0A}"/>
                </a:ext>
              </a:extLst>
            </p:cNvPr>
            <p:cNvCxnSpPr>
              <a:cxnSpLocks/>
            </p:cNvCxnSpPr>
            <p:nvPr/>
          </p:nvCxnSpPr>
          <p:spPr bwMode="gray">
            <a:xfrm>
              <a:off x="4748213" y="5945758"/>
              <a:ext cx="494495"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5FB8047E-8654-0511-0905-6ADF6A03AD37}"/>
                </a:ext>
              </a:extLst>
            </p:cNvPr>
            <p:cNvCxnSpPr>
              <a:cxnSpLocks/>
            </p:cNvCxnSpPr>
            <p:nvPr/>
          </p:nvCxnSpPr>
          <p:spPr bwMode="gray">
            <a:xfrm>
              <a:off x="5242708" y="5857689"/>
              <a:ext cx="0" cy="88069"/>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E38B95BC-C4C2-1553-C581-7788D4FDD381}"/>
                </a:ext>
              </a:extLst>
            </p:cNvPr>
            <p:cNvCxnSpPr>
              <a:cxnSpLocks/>
            </p:cNvCxnSpPr>
            <p:nvPr/>
          </p:nvCxnSpPr>
          <p:spPr bwMode="gray">
            <a:xfrm>
              <a:off x="3663137" y="5945758"/>
              <a:ext cx="492144"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7" name="TextBox 216">
              <a:extLst>
                <a:ext uri="{FF2B5EF4-FFF2-40B4-BE49-F238E27FC236}">
                  <a16:creationId xmlns:a16="http://schemas.microsoft.com/office/drawing/2014/main" id="{73637C3F-8331-B937-A226-08B03D011E59}"/>
                </a:ext>
              </a:extLst>
            </p:cNvPr>
            <p:cNvSpPr txBox="1"/>
            <p:nvPr/>
          </p:nvSpPr>
          <p:spPr>
            <a:xfrm>
              <a:off x="4201884" y="5858618"/>
              <a:ext cx="502076" cy="169277"/>
            </a:xfrm>
            <a:prstGeom prst="rect">
              <a:avLst/>
            </a:prstGeom>
          </p:spPr>
          <p:txBody>
            <a:bodyPr wrap="square" lIns="0" tIns="0" rIns="0" bIns="0" rtlCol="0">
              <a:spAutoFit/>
            </a:bodyPr>
            <a:lstStyle/>
            <a:p>
              <a:pPr algn="ctr">
                <a:spcAft>
                  <a:spcPts val="600"/>
                </a:spcAft>
              </a:pPr>
              <a:r>
                <a:rPr lang="en-US" sz="1100" dirty="0">
                  <a:solidFill>
                    <a:schemeClr val="accent2"/>
                  </a:solidFill>
                </a:rPr>
                <a:t>vSAN</a:t>
              </a:r>
            </a:p>
          </p:txBody>
        </p:sp>
        <p:grpSp>
          <p:nvGrpSpPr>
            <p:cNvPr id="226" name="Group 225">
              <a:extLst>
                <a:ext uri="{FF2B5EF4-FFF2-40B4-BE49-F238E27FC236}">
                  <a16:creationId xmlns:a16="http://schemas.microsoft.com/office/drawing/2014/main" id="{39C1AD0F-F8E9-B8EA-2DEE-60B15FF46DB4}"/>
                </a:ext>
              </a:extLst>
            </p:cNvPr>
            <p:cNvGrpSpPr/>
            <p:nvPr/>
          </p:nvGrpSpPr>
          <p:grpSpPr>
            <a:xfrm>
              <a:off x="3663137" y="5539835"/>
              <a:ext cx="1579571" cy="265467"/>
              <a:chOff x="3663137" y="5539835"/>
              <a:chExt cx="1579571" cy="265467"/>
            </a:xfrm>
          </p:grpSpPr>
          <p:sp>
            <p:nvSpPr>
              <p:cNvPr id="209" name="Rectangle 208">
                <a:extLst>
                  <a:ext uri="{FF2B5EF4-FFF2-40B4-BE49-F238E27FC236}">
                    <a16:creationId xmlns:a16="http://schemas.microsoft.com/office/drawing/2014/main" id="{DF5434C3-98B1-CAAE-2C09-6661B3D1F351}"/>
                  </a:ext>
                </a:extLst>
              </p:cNvPr>
              <p:cNvSpPr/>
              <p:nvPr/>
            </p:nvSpPr>
            <p:spPr>
              <a:xfrm>
                <a:off x="3663137" y="553983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10" name="Rectangle 209">
                <a:extLst>
                  <a:ext uri="{FF2B5EF4-FFF2-40B4-BE49-F238E27FC236}">
                    <a16:creationId xmlns:a16="http://schemas.microsoft.com/office/drawing/2014/main" id="{70D85AB9-312B-779B-E283-5112A3D589CD}"/>
                  </a:ext>
                </a:extLst>
              </p:cNvPr>
              <p:cNvSpPr/>
              <p:nvPr/>
            </p:nvSpPr>
            <p:spPr>
              <a:xfrm>
                <a:off x="4203961" y="553983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11" name="Rectangle 210">
                <a:extLst>
                  <a:ext uri="{FF2B5EF4-FFF2-40B4-BE49-F238E27FC236}">
                    <a16:creationId xmlns:a16="http://schemas.microsoft.com/office/drawing/2014/main" id="{6A772A37-5421-2B5C-B025-B394C769E70C}"/>
                  </a:ext>
                </a:extLst>
              </p:cNvPr>
              <p:cNvSpPr/>
              <p:nvPr/>
            </p:nvSpPr>
            <p:spPr>
              <a:xfrm>
                <a:off x="3663137" y="569223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12" name="Rectangle 211">
                <a:extLst>
                  <a:ext uri="{FF2B5EF4-FFF2-40B4-BE49-F238E27FC236}">
                    <a16:creationId xmlns:a16="http://schemas.microsoft.com/office/drawing/2014/main" id="{21738594-57FE-741D-E5CB-92F122F62299}"/>
                  </a:ext>
                </a:extLst>
              </p:cNvPr>
              <p:cNvSpPr/>
              <p:nvPr/>
            </p:nvSpPr>
            <p:spPr>
              <a:xfrm>
                <a:off x="4203961" y="569223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22" name="Rectangle 221">
                <a:extLst>
                  <a:ext uri="{FF2B5EF4-FFF2-40B4-BE49-F238E27FC236}">
                    <a16:creationId xmlns:a16="http://schemas.microsoft.com/office/drawing/2014/main" id="{3CC50CF0-DA96-EF7E-E08D-2143ACD78D06}"/>
                  </a:ext>
                </a:extLst>
              </p:cNvPr>
              <p:cNvSpPr/>
              <p:nvPr/>
            </p:nvSpPr>
            <p:spPr>
              <a:xfrm>
                <a:off x="4744785" y="553983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24" name="Rectangle 223">
                <a:extLst>
                  <a:ext uri="{FF2B5EF4-FFF2-40B4-BE49-F238E27FC236}">
                    <a16:creationId xmlns:a16="http://schemas.microsoft.com/office/drawing/2014/main" id="{7610F326-E511-AC98-475E-CADAA20A7D14}"/>
                  </a:ext>
                </a:extLst>
              </p:cNvPr>
              <p:cNvSpPr/>
              <p:nvPr/>
            </p:nvSpPr>
            <p:spPr>
              <a:xfrm>
                <a:off x="4744785" y="5692235"/>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sp>
        <p:nvSpPr>
          <p:cNvPr id="229" name="TextBox 228">
            <a:extLst>
              <a:ext uri="{FF2B5EF4-FFF2-40B4-BE49-F238E27FC236}">
                <a16:creationId xmlns:a16="http://schemas.microsoft.com/office/drawing/2014/main" id="{32DFE98E-333B-C160-5478-F338686922DC}"/>
              </a:ext>
            </a:extLst>
          </p:cNvPr>
          <p:cNvSpPr txBox="1"/>
          <p:nvPr/>
        </p:nvSpPr>
        <p:spPr>
          <a:xfrm>
            <a:off x="3210242" y="5987534"/>
            <a:ext cx="2193842" cy="184666"/>
          </a:xfrm>
          <a:prstGeom prst="rect">
            <a:avLst/>
          </a:prstGeom>
          <a:ln>
            <a:noFill/>
          </a:ln>
        </p:spPr>
        <p:txBody>
          <a:bodyPr wrap="square" lIns="0" tIns="0" rIns="0" bIns="0" rtlCol="0">
            <a:spAutoFit/>
          </a:bodyPr>
          <a:lstStyle/>
          <a:p>
            <a:pPr algn="ctr">
              <a:spcAft>
                <a:spcPts val="600"/>
              </a:spcAft>
            </a:pPr>
            <a:r>
              <a:rPr lang="en-US" sz="1200" dirty="0"/>
              <a:t>vSAN cluster with Auto-RAID</a:t>
            </a:r>
          </a:p>
        </p:txBody>
      </p:sp>
      <p:sp>
        <p:nvSpPr>
          <p:cNvPr id="233" name="Rectangle 232">
            <a:extLst>
              <a:ext uri="{FF2B5EF4-FFF2-40B4-BE49-F238E27FC236}">
                <a16:creationId xmlns:a16="http://schemas.microsoft.com/office/drawing/2014/main" id="{DDE0D945-D303-6CE3-2953-E3F230FA3B8E}"/>
              </a:ext>
            </a:extLst>
          </p:cNvPr>
          <p:cNvSpPr/>
          <p:nvPr/>
        </p:nvSpPr>
        <p:spPr>
          <a:xfrm>
            <a:off x="2562581" y="2181165"/>
            <a:ext cx="1586216"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Capacity</a:t>
            </a:r>
          </a:p>
        </p:txBody>
      </p:sp>
      <p:sp>
        <p:nvSpPr>
          <p:cNvPr id="231" name="Rectangle 230">
            <a:extLst>
              <a:ext uri="{FF2B5EF4-FFF2-40B4-BE49-F238E27FC236}">
                <a16:creationId xmlns:a16="http://schemas.microsoft.com/office/drawing/2014/main" id="{D5F4D408-1BA4-9C2D-FBEE-6292DFD762B6}"/>
              </a:ext>
            </a:extLst>
          </p:cNvPr>
          <p:cNvSpPr/>
          <p:nvPr/>
        </p:nvSpPr>
        <p:spPr bwMode="gray">
          <a:xfrm>
            <a:off x="964909" y="2164892"/>
            <a:ext cx="1392999" cy="3166861"/>
          </a:xfrm>
          <a:prstGeom prst="rect">
            <a:avLst/>
          </a:prstGeom>
          <a:solidFill>
            <a:schemeClr val="bg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160" name="Rectangle 159">
            <a:extLst>
              <a:ext uri="{FF2B5EF4-FFF2-40B4-BE49-F238E27FC236}">
                <a16:creationId xmlns:a16="http://schemas.microsoft.com/office/drawing/2014/main" id="{747C4FC9-70E8-CF14-644F-9BD55F423FF2}"/>
              </a:ext>
            </a:extLst>
          </p:cNvPr>
          <p:cNvSpPr/>
          <p:nvPr/>
        </p:nvSpPr>
        <p:spPr>
          <a:xfrm>
            <a:off x="1084822" y="2194703"/>
            <a:ext cx="1172104"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vSAN</a:t>
            </a:r>
          </a:p>
        </p:txBody>
      </p:sp>
      <p:sp>
        <p:nvSpPr>
          <p:cNvPr id="161" name="Freeform 5">
            <a:extLst>
              <a:ext uri="{FF2B5EF4-FFF2-40B4-BE49-F238E27FC236}">
                <a16:creationId xmlns:a16="http://schemas.microsoft.com/office/drawing/2014/main" id="{0821A3EF-C64B-F2CB-3A88-796165249093}"/>
              </a:ext>
            </a:extLst>
          </p:cNvPr>
          <p:cNvSpPr>
            <a:spLocks noChangeAspect="1"/>
          </p:cNvSpPr>
          <p:nvPr/>
        </p:nvSpPr>
        <p:spPr bwMode="gray">
          <a:xfrm rot="5400000">
            <a:off x="2192715" y="2276597"/>
            <a:ext cx="116347" cy="57827"/>
          </a:xfrm>
          <a:custGeom>
            <a:avLst/>
            <a:gdLst>
              <a:gd name="T0" fmla="*/ 0 w 78"/>
              <a:gd name="T1" fmla="*/ 40 h 40"/>
              <a:gd name="T2" fmla="*/ 39 w 78"/>
              <a:gd name="T3" fmla="*/ 0 h 40"/>
              <a:gd name="T4" fmla="*/ 78 w 78"/>
              <a:gd name="T5" fmla="*/ 40 h 40"/>
            </a:gdLst>
            <a:ahLst/>
            <a:cxnLst>
              <a:cxn ang="0">
                <a:pos x="T0" y="T1"/>
              </a:cxn>
              <a:cxn ang="0">
                <a:pos x="T2" y="T3"/>
              </a:cxn>
              <a:cxn ang="0">
                <a:pos x="T4" y="T5"/>
              </a:cxn>
            </a:cxnLst>
            <a:rect l="0" t="0" r="r" b="b"/>
            <a:pathLst>
              <a:path w="78" h="40">
                <a:moveTo>
                  <a:pt x="0" y="40"/>
                </a:moveTo>
                <a:lnTo>
                  <a:pt x="39" y="0"/>
                </a:lnTo>
                <a:lnTo>
                  <a:pt x="78" y="40"/>
                </a:lnTo>
              </a:path>
            </a:pathLst>
          </a:custGeom>
          <a:noFill/>
          <a:ln w="25400" cap="flat">
            <a:solidFill>
              <a:schemeClr val="bg1">
                <a:lumMod val="50000"/>
              </a:schemeClr>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717074"/>
              </a:solidFill>
              <a:effectLst/>
              <a:uLnTx/>
              <a:uFillTx/>
            </a:endParaRPr>
          </a:p>
        </p:txBody>
      </p:sp>
      <p:sp>
        <p:nvSpPr>
          <p:cNvPr id="234" name="Rectangle 233">
            <a:extLst>
              <a:ext uri="{FF2B5EF4-FFF2-40B4-BE49-F238E27FC236}">
                <a16:creationId xmlns:a16="http://schemas.microsoft.com/office/drawing/2014/main" id="{CD06435F-465E-D351-C4C3-5F958C3F99F5}"/>
              </a:ext>
            </a:extLst>
          </p:cNvPr>
          <p:cNvSpPr/>
          <p:nvPr/>
        </p:nvSpPr>
        <p:spPr bwMode="gray">
          <a:xfrm>
            <a:off x="964909" y="3415408"/>
            <a:ext cx="1392999" cy="231254"/>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grpSp>
        <p:nvGrpSpPr>
          <p:cNvPr id="162" name="Group 161">
            <a:extLst>
              <a:ext uri="{FF2B5EF4-FFF2-40B4-BE49-F238E27FC236}">
                <a16:creationId xmlns:a16="http://schemas.microsoft.com/office/drawing/2014/main" id="{075F95B1-9257-2700-64D0-1B0CEEBB22C7}"/>
              </a:ext>
            </a:extLst>
          </p:cNvPr>
          <p:cNvGrpSpPr/>
          <p:nvPr/>
        </p:nvGrpSpPr>
        <p:grpSpPr>
          <a:xfrm>
            <a:off x="1155865" y="2402928"/>
            <a:ext cx="1202043" cy="1436593"/>
            <a:chOff x="1003639" y="3343312"/>
            <a:chExt cx="1202043" cy="1436593"/>
          </a:xfrm>
        </p:grpSpPr>
        <p:sp>
          <p:nvSpPr>
            <p:cNvPr id="163" name="Rectangle 162">
              <a:extLst>
                <a:ext uri="{FF2B5EF4-FFF2-40B4-BE49-F238E27FC236}">
                  <a16:creationId xmlns:a16="http://schemas.microsoft.com/office/drawing/2014/main" id="{C6B60AE2-B2C4-9898-CCFF-1119EEB082C3}"/>
                </a:ext>
              </a:extLst>
            </p:cNvPr>
            <p:cNvSpPr/>
            <p:nvPr/>
          </p:nvSpPr>
          <p:spPr>
            <a:xfrm>
              <a:off x="1003639" y="3343312"/>
              <a:ext cx="962982"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vSAN Health</a:t>
              </a:r>
            </a:p>
          </p:txBody>
        </p:sp>
        <p:sp>
          <p:nvSpPr>
            <p:cNvPr id="164" name="Rectangle 163">
              <a:extLst>
                <a:ext uri="{FF2B5EF4-FFF2-40B4-BE49-F238E27FC236}">
                  <a16:creationId xmlns:a16="http://schemas.microsoft.com/office/drawing/2014/main" id="{D171F86C-7BBF-C96C-1A58-84C135C4D16F}"/>
                </a:ext>
              </a:extLst>
            </p:cNvPr>
            <p:cNvSpPr/>
            <p:nvPr/>
          </p:nvSpPr>
          <p:spPr>
            <a:xfrm>
              <a:off x="1003639" y="3545808"/>
              <a:ext cx="962981"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Virtual Objects</a:t>
              </a:r>
            </a:p>
          </p:txBody>
        </p:sp>
        <p:sp>
          <p:nvSpPr>
            <p:cNvPr id="165" name="Rectangle 164">
              <a:extLst>
                <a:ext uri="{FF2B5EF4-FFF2-40B4-BE49-F238E27FC236}">
                  <a16:creationId xmlns:a16="http://schemas.microsoft.com/office/drawing/2014/main" id="{97058597-B7D6-FC34-9034-A903A0C34C9C}"/>
                </a:ext>
              </a:extLst>
            </p:cNvPr>
            <p:cNvSpPr/>
            <p:nvPr/>
          </p:nvSpPr>
          <p:spPr>
            <a:xfrm>
              <a:off x="1003639" y="3748304"/>
              <a:ext cx="1202043"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Resyncing Objects</a:t>
              </a:r>
            </a:p>
          </p:txBody>
        </p:sp>
        <p:sp>
          <p:nvSpPr>
            <p:cNvPr id="166" name="Rectangle 165">
              <a:extLst>
                <a:ext uri="{FF2B5EF4-FFF2-40B4-BE49-F238E27FC236}">
                  <a16:creationId xmlns:a16="http://schemas.microsoft.com/office/drawing/2014/main" id="{6628D0A6-01DB-108D-FB27-7D9E07B9AF03}"/>
                </a:ext>
              </a:extLst>
            </p:cNvPr>
            <p:cNvSpPr/>
            <p:nvPr/>
          </p:nvSpPr>
          <p:spPr>
            <a:xfrm>
              <a:off x="1003639" y="3950800"/>
              <a:ext cx="1159658"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Proactive Tests</a:t>
              </a:r>
            </a:p>
          </p:txBody>
        </p:sp>
        <p:sp>
          <p:nvSpPr>
            <p:cNvPr id="167" name="Rectangle 166">
              <a:extLst>
                <a:ext uri="{FF2B5EF4-FFF2-40B4-BE49-F238E27FC236}">
                  <a16:creationId xmlns:a16="http://schemas.microsoft.com/office/drawing/2014/main" id="{CE1793DA-DF0B-0629-81E0-6AEC04DB6091}"/>
                </a:ext>
              </a:extLst>
            </p:cNvPr>
            <p:cNvSpPr/>
            <p:nvPr/>
          </p:nvSpPr>
          <p:spPr>
            <a:xfrm>
              <a:off x="1003639" y="4153296"/>
              <a:ext cx="962981"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1"/>
                  </a:solidFill>
                </a:rPr>
                <a:t>Capacity</a:t>
              </a:r>
            </a:p>
          </p:txBody>
        </p:sp>
        <p:sp>
          <p:nvSpPr>
            <p:cNvPr id="169" name="Rectangle 168">
              <a:extLst>
                <a:ext uri="{FF2B5EF4-FFF2-40B4-BE49-F238E27FC236}">
                  <a16:creationId xmlns:a16="http://schemas.microsoft.com/office/drawing/2014/main" id="{29422144-B663-1022-1441-2C0FFF78AFC0}"/>
                </a:ext>
              </a:extLst>
            </p:cNvPr>
            <p:cNvSpPr/>
            <p:nvPr/>
          </p:nvSpPr>
          <p:spPr>
            <a:xfrm>
              <a:off x="1003639" y="4558289"/>
              <a:ext cx="962981"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Support</a:t>
              </a:r>
            </a:p>
          </p:txBody>
        </p:sp>
        <p:sp>
          <p:nvSpPr>
            <p:cNvPr id="168" name="Rectangle 167">
              <a:extLst>
                <a:ext uri="{FF2B5EF4-FFF2-40B4-BE49-F238E27FC236}">
                  <a16:creationId xmlns:a16="http://schemas.microsoft.com/office/drawing/2014/main" id="{0C9C9B94-4F8C-E2BE-1EAE-463A2288BB92}"/>
                </a:ext>
              </a:extLst>
            </p:cNvPr>
            <p:cNvSpPr/>
            <p:nvPr/>
          </p:nvSpPr>
          <p:spPr>
            <a:xfrm>
              <a:off x="1003639" y="4355792"/>
              <a:ext cx="962981"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1"/>
                  </a:solidFill>
                </a:rPr>
                <a:t>Performance</a:t>
              </a:r>
            </a:p>
          </p:txBody>
        </p:sp>
      </p:grpSp>
      <p:sp>
        <p:nvSpPr>
          <p:cNvPr id="235" name="Rectangle 234">
            <a:extLst>
              <a:ext uri="{FF2B5EF4-FFF2-40B4-BE49-F238E27FC236}">
                <a16:creationId xmlns:a16="http://schemas.microsoft.com/office/drawing/2014/main" id="{E7949F8F-1194-418F-1F8C-A22063482214}"/>
              </a:ext>
            </a:extLst>
          </p:cNvPr>
          <p:cNvSpPr/>
          <p:nvPr/>
        </p:nvSpPr>
        <p:spPr>
          <a:xfrm>
            <a:off x="6409056" y="2181165"/>
            <a:ext cx="1321366"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800" dirty="0">
                <a:solidFill>
                  <a:schemeClr val="accent3"/>
                </a:solidFill>
              </a:rPr>
              <a:t>LEGACY CAPACITY VIEW</a:t>
            </a:r>
          </a:p>
        </p:txBody>
      </p:sp>
      <p:sp>
        <p:nvSpPr>
          <p:cNvPr id="134" name="Rectangle 133">
            <a:extLst>
              <a:ext uri="{FF2B5EF4-FFF2-40B4-BE49-F238E27FC236}">
                <a16:creationId xmlns:a16="http://schemas.microsoft.com/office/drawing/2014/main" id="{D416C09B-7040-63F8-9B4F-8BB19461AAD8}"/>
              </a:ext>
            </a:extLst>
          </p:cNvPr>
          <p:cNvSpPr/>
          <p:nvPr/>
        </p:nvSpPr>
        <p:spPr>
          <a:xfrm>
            <a:off x="2578111" y="2908720"/>
            <a:ext cx="410634" cy="114628"/>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43" name="Rectangle 242">
            <a:extLst>
              <a:ext uri="{FF2B5EF4-FFF2-40B4-BE49-F238E27FC236}">
                <a16:creationId xmlns:a16="http://schemas.microsoft.com/office/drawing/2014/main" id="{67D52390-0C1A-4F2C-AB2B-5EAF5BD64A03}"/>
              </a:ext>
            </a:extLst>
          </p:cNvPr>
          <p:cNvSpPr/>
          <p:nvPr/>
        </p:nvSpPr>
        <p:spPr>
          <a:xfrm>
            <a:off x="2562581" y="3510947"/>
            <a:ext cx="1586216"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Space Efficiency</a:t>
            </a:r>
            <a:endParaRPr lang="en-US" sz="1000" dirty="0">
              <a:solidFill>
                <a:schemeClr val="tx2"/>
              </a:solidFill>
            </a:endParaRPr>
          </a:p>
        </p:txBody>
      </p:sp>
      <p:cxnSp>
        <p:nvCxnSpPr>
          <p:cNvPr id="245" name="Straight Connector 244">
            <a:extLst>
              <a:ext uri="{FF2B5EF4-FFF2-40B4-BE49-F238E27FC236}">
                <a16:creationId xmlns:a16="http://schemas.microsoft.com/office/drawing/2014/main" id="{CD6F877A-D825-6CC1-3EF6-38FBBD0E373B}"/>
              </a:ext>
            </a:extLst>
          </p:cNvPr>
          <p:cNvCxnSpPr>
            <a:cxnSpLocks/>
          </p:cNvCxnSpPr>
          <p:nvPr/>
        </p:nvCxnSpPr>
        <p:spPr bwMode="gray">
          <a:xfrm>
            <a:off x="2578110" y="3507959"/>
            <a:ext cx="5127441"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9" name="Rectangle 248">
            <a:extLst>
              <a:ext uri="{FF2B5EF4-FFF2-40B4-BE49-F238E27FC236}">
                <a16:creationId xmlns:a16="http://schemas.microsoft.com/office/drawing/2014/main" id="{CF05CB78-0C76-F73A-9216-9D0AEE0BC84C}"/>
              </a:ext>
            </a:extLst>
          </p:cNvPr>
          <p:cNvSpPr/>
          <p:nvPr/>
        </p:nvSpPr>
        <p:spPr>
          <a:xfrm>
            <a:off x="2578112" y="3964383"/>
            <a:ext cx="2463840" cy="113818"/>
          </a:xfrm>
          <a:prstGeom prst="rect">
            <a:avLst/>
          </a:prstGeom>
          <a:solidFill>
            <a:schemeClr val="bg1"/>
          </a:solidFill>
          <a:ln w="6350">
            <a:solidFill>
              <a:schemeClr val="accent3"/>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50" name="Rectangle 249">
            <a:extLst>
              <a:ext uri="{FF2B5EF4-FFF2-40B4-BE49-F238E27FC236}">
                <a16:creationId xmlns:a16="http://schemas.microsoft.com/office/drawing/2014/main" id="{5DA5038B-D02E-667E-5B97-A87A720202F5}"/>
              </a:ext>
            </a:extLst>
          </p:cNvPr>
          <p:cNvSpPr/>
          <p:nvPr/>
        </p:nvSpPr>
        <p:spPr>
          <a:xfrm>
            <a:off x="2578111" y="3962465"/>
            <a:ext cx="408214" cy="114628"/>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51" name="Freeform 5">
            <a:extLst>
              <a:ext uri="{FF2B5EF4-FFF2-40B4-BE49-F238E27FC236}">
                <a16:creationId xmlns:a16="http://schemas.microsoft.com/office/drawing/2014/main" id="{5C0552B8-835B-371A-232D-A467E59D28CC}"/>
              </a:ext>
            </a:extLst>
          </p:cNvPr>
          <p:cNvSpPr>
            <a:spLocks noChangeAspect="1"/>
          </p:cNvSpPr>
          <p:nvPr/>
        </p:nvSpPr>
        <p:spPr bwMode="gray">
          <a:xfrm rot="5400000">
            <a:off x="2548850" y="3155039"/>
            <a:ext cx="116347" cy="57827"/>
          </a:xfrm>
          <a:custGeom>
            <a:avLst/>
            <a:gdLst>
              <a:gd name="T0" fmla="*/ 0 w 78"/>
              <a:gd name="T1" fmla="*/ 40 h 40"/>
              <a:gd name="T2" fmla="*/ 39 w 78"/>
              <a:gd name="T3" fmla="*/ 0 h 40"/>
              <a:gd name="T4" fmla="*/ 78 w 78"/>
              <a:gd name="T5" fmla="*/ 40 h 40"/>
            </a:gdLst>
            <a:ahLst/>
            <a:cxnLst>
              <a:cxn ang="0">
                <a:pos x="T0" y="T1"/>
              </a:cxn>
              <a:cxn ang="0">
                <a:pos x="T2" y="T3"/>
              </a:cxn>
              <a:cxn ang="0">
                <a:pos x="T4" y="T5"/>
              </a:cxn>
            </a:cxnLst>
            <a:rect l="0" t="0" r="r" b="b"/>
            <a:pathLst>
              <a:path w="78" h="40">
                <a:moveTo>
                  <a:pt x="0" y="40"/>
                </a:moveTo>
                <a:lnTo>
                  <a:pt x="39" y="0"/>
                </a:lnTo>
                <a:lnTo>
                  <a:pt x="78" y="40"/>
                </a:lnTo>
              </a:path>
            </a:pathLst>
          </a:custGeom>
          <a:noFill/>
          <a:ln w="25400" cap="flat">
            <a:solidFill>
              <a:schemeClr val="bg1">
                <a:lumMod val="50000"/>
              </a:schemeClr>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717074"/>
              </a:solidFill>
              <a:effectLst/>
              <a:uLnTx/>
              <a:uFillTx/>
            </a:endParaRPr>
          </a:p>
        </p:txBody>
      </p:sp>
      <p:cxnSp>
        <p:nvCxnSpPr>
          <p:cNvPr id="252" name="Straight Connector 251">
            <a:extLst>
              <a:ext uri="{FF2B5EF4-FFF2-40B4-BE49-F238E27FC236}">
                <a16:creationId xmlns:a16="http://schemas.microsoft.com/office/drawing/2014/main" id="{727B4973-71C9-C188-2FAA-B050C478ECD1}"/>
              </a:ext>
            </a:extLst>
          </p:cNvPr>
          <p:cNvCxnSpPr>
            <a:cxnSpLocks/>
          </p:cNvCxnSpPr>
          <p:nvPr/>
        </p:nvCxnSpPr>
        <p:spPr bwMode="gray">
          <a:xfrm>
            <a:off x="2578110" y="2395769"/>
            <a:ext cx="5127441"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83" name="Rectangle 182">
            <a:extLst>
              <a:ext uri="{FF2B5EF4-FFF2-40B4-BE49-F238E27FC236}">
                <a16:creationId xmlns:a16="http://schemas.microsoft.com/office/drawing/2014/main" id="{9D02AA47-2115-0315-8A99-F473AEDF0A05}"/>
              </a:ext>
            </a:extLst>
          </p:cNvPr>
          <p:cNvSpPr/>
          <p:nvPr/>
        </p:nvSpPr>
        <p:spPr>
          <a:xfrm>
            <a:off x="2988749" y="3962465"/>
            <a:ext cx="1222218" cy="114628"/>
          </a:xfrm>
          <a:prstGeom prst="rect">
            <a:avLst/>
          </a:prstGeom>
          <a:pattFill prst="wdUpDiag">
            <a:fgClr>
              <a:schemeClr val="accent3"/>
            </a:fgClr>
            <a:bgClr>
              <a:schemeClr val="bg1"/>
            </a:bgClr>
          </a:patt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63" name="Rectangle 262">
            <a:extLst>
              <a:ext uri="{FF2B5EF4-FFF2-40B4-BE49-F238E27FC236}">
                <a16:creationId xmlns:a16="http://schemas.microsoft.com/office/drawing/2014/main" id="{88140BCB-2E67-0BB4-F1F4-2FCD3C6B8247}"/>
              </a:ext>
            </a:extLst>
          </p:cNvPr>
          <p:cNvSpPr/>
          <p:nvPr/>
        </p:nvSpPr>
        <p:spPr>
          <a:xfrm>
            <a:off x="2578111" y="3745181"/>
            <a:ext cx="2432098"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Total provisioned capacity 300 TB</a:t>
            </a:r>
          </a:p>
        </p:txBody>
      </p:sp>
      <p:grpSp>
        <p:nvGrpSpPr>
          <p:cNvPr id="269" name="Group 268">
            <a:extLst>
              <a:ext uri="{FF2B5EF4-FFF2-40B4-BE49-F238E27FC236}">
                <a16:creationId xmlns:a16="http://schemas.microsoft.com/office/drawing/2014/main" id="{2E1C1043-D8E4-99B1-A130-6B49479A7756}"/>
              </a:ext>
            </a:extLst>
          </p:cNvPr>
          <p:cNvGrpSpPr/>
          <p:nvPr/>
        </p:nvGrpSpPr>
        <p:grpSpPr>
          <a:xfrm>
            <a:off x="2578111" y="4104425"/>
            <a:ext cx="2260838" cy="221616"/>
            <a:chOff x="2425885" y="3400791"/>
            <a:chExt cx="2260838" cy="221616"/>
          </a:xfrm>
        </p:grpSpPr>
        <p:sp>
          <p:nvSpPr>
            <p:cNvPr id="270" name="Rectangle 269">
              <a:extLst>
                <a:ext uri="{FF2B5EF4-FFF2-40B4-BE49-F238E27FC236}">
                  <a16:creationId xmlns:a16="http://schemas.microsoft.com/office/drawing/2014/main" id="{27F3A587-8C4F-2673-84B3-58ADD5F14BB8}"/>
                </a:ext>
              </a:extLst>
            </p:cNvPr>
            <p:cNvSpPr/>
            <p:nvPr/>
          </p:nvSpPr>
          <p:spPr>
            <a:xfrm>
              <a:off x="2611283" y="3400791"/>
              <a:ext cx="2075440"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Used capacity 50.00 TB</a:t>
              </a:r>
            </a:p>
          </p:txBody>
        </p:sp>
        <p:sp>
          <p:nvSpPr>
            <p:cNvPr id="271" name="Rectangle 270">
              <a:extLst>
                <a:ext uri="{FF2B5EF4-FFF2-40B4-BE49-F238E27FC236}">
                  <a16:creationId xmlns:a16="http://schemas.microsoft.com/office/drawing/2014/main" id="{409BD8C1-40D0-F7D0-E814-854D742A64FB}"/>
                </a:ext>
              </a:extLst>
            </p:cNvPr>
            <p:cNvSpPr/>
            <p:nvPr/>
          </p:nvSpPr>
          <p:spPr>
            <a:xfrm>
              <a:off x="2425885" y="3453136"/>
              <a:ext cx="123584" cy="114628"/>
            </a:xfrm>
            <a:prstGeom prst="rect">
              <a:avLst/>
            </a:prstGeom>
            <a:solidFill>
              <a:schemeClr val="accent3"/>
            </a:soli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grpSp>
      <p:grpSp>
        <p:nvGrpSpPr>
          <p:cNvPr id="272" name="Group 271">
            <a:extLst>
              <a:ext uri="{FF2B5EF4-FFF2-40B4-BE49-F238E27FC236}">
                <a16:creationId xmlns:a16="http://schemas.microsoft.com/office/drawing/2014/main" id="{506E8953-8304-60BF-5EEA-832F54788AC5}"/>
              </a:ext>
            </a:extLst>
          </p:cNvPr>
          <p:cNvGrpSpPr/>
          <p:nvPr/>
        </p:nvGrpSpPr>
        <p:grpSpPr>
          <a:xfrm>
            <a:off x="4962087" y="4104425"/>
            <a:ext cx="2202164" cy="221616"/>
            <a:chOff x="3285750" y="3400791"/>
            <a:chExt cx="2202164" cy="221616"/>
          </a:xfrm>
        </p:grpSpPr>
        <p:sp>
          <p:nvSpPr>
            <p:cNvPr id="273" name="Rectangle 272">
              <a:extLst>
                <a:ext uri="{FF2B5EF4-FFF2-40B4-BE49-F238E27FC236}">
                  <a16:creationId xmlns:a16="http://schemas.microsoft.com/office/drawing/2014/main" id="{AD2C25A7-2D4A-88D9-64DA-93F3AC5DF930}"/>
                </a:ext>
              </a:extLst>
            </p:cNvPr>
            <p:cNvSpPr/>
            <p:nvPr/>
          </p:nvSpPr>
          <p:spPr>
            <a:xfrm>
              <a:off x="3285750" y="3453136"/>
              <a:ext cx="123584" cy="114628"/>
            </a:xfrm>
            <a:prstGeom prst="rect">
              <a:avLst/>
            </a:prstGeom>
            <a:pattFill prst="wdUpDiag">
              <a:fgClr>
                <a:schemeClr val="accent3"/>
              </a:fgClr>
              <a:bgClr>
                <a:schemeClr val="bg1"/>
              </a:bgClr>
            </a:patt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274" name="Rectangle 273">
              <a:extLst>
                <a:ext uri="{FF2B5EF4-FFF2-40B4-BE49-F238E27FC236}">
                  <a16:creationId xmlns:a16="http://schemas.microsoft.com/office/drawing/2014/main" id="{B179C4CA-27E2-1120-6640-561DBA7115A1}"/>
                </a:ext>
              </a:extLst>
            </p:cNvPr>
            <p:cNvSpPr/>
            <p:nvPr/>
          </p:nvSpPr>
          <p:spPr>
            <a:xfrm>
              <a:off x="3471522" y="3400791"/>
              <a:ext cx="2016392"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Data reduction savings 150 TB</a:t>
              </a:r>
            </a:p>
          </p:txBody>
        </p:sp>
      </p:grpSp>
      <p:grpSp>
        <p:nvGrpSpPr>
          <p:cNvPr id="402" name="Group 401">
            <a:extLst>
              <a:ext uri="{FF2B5EF4-FFF2-40B4-BE49-F238E27FC236}">
                <a16:creationId xmlns:a16="http://schemas.microsoft.com/office/drawing/2014/main" id="{C0A2C0CB-A87A-E17C-6887-084F10B73706}"/>
              </a:ext>
            </a:extLst>
          </p:cNvPr>
          <p:cNvGrpSpPr/>
          <p:nvPr/>
        </p:nvGrpSpPr>
        <p:grpSpPr>
          <a:xfrm>
            <a:off x="4459389" y="2727023"/>
            <a:ext cx="138228" cy="138228"/>
            <a:chOff x="5778289" y="5907942"/>
            <a:chExt cx="138228" cy="138228"/>
          </a:xfrm>
        </p:grpSpPr>
        <p:sp>
          <p:nvSpPr>
            <p:cNvPr id="350" name="Oval 349">
              <a:extLst>
                <a:ext uri="{FF2B5EF4-FFF2-40B4-BE49-F238E27FC236}">
                  <a16:creationId xmlns:a16="http://schemas.microsoft.com/office/drawing/2014/main" id="{E97928E7-45D5-B9A5-916B-E8011766AF02}"/>
                </a:ext>
              </a:extLst>
            </p:cNvPr>
            <p:cNvSpPr/>
            <p:nvPr/>
          </p:nvSpPr>
          <p:spPr>
            <a:xfrm>
              <a:off x="5778289" y="5907942"/>
              <a:ext cx="138228" cy="138228"/>
            </a:xfrm>
            <a:prstGeom prst="ellipse">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60323" algn="ctr">
                <a:spcAft>
                  <a:spcPts val="800"/>
                </a:spcAft>
              </a:pPr>
              <a:endParaRPr lang="en-US" sz="1500">
                <a:solidFill>
                  <a:prstClr val="white"/>
                </a:solidFill>
                <a:latin typeface="+mj-lt"/>
              </a:endParaRPr>
            </a:p>
          </p:txBody>
        </p:sp>
        <p:cxnSp>
          <p:nvCxnSpPr>
            <p:cNvPr id="351" name="Straight Connector 350">
              <a:extLst>
                <a:ext uri="{FF2B5EF4-FFF2-40B4-BE49-F238E27FC236}">
                  <a16:creationId xmlns:a16="http://schemas.microsoft.com/office/drawing/2014/main" id="{53875EB0-243C-9647-6A6C-A113C8FA8595}"/>
                </a:ext>
              </a:extLst>
            </p:cNvPr>
            <p:cNvCxnSpPr>
              <a:cxnSpLocks/>
            </p:cNvCxnSpPr>
            <p:nvPr/>
          </p:nvCxnSpPr>
          <p:spPr bwMode="gray">
            <a:xfrm>
              <a:off x="5845720" y="5944920"/>
              <a:ext cx="0" cy="64272"/>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07" name="Group 406">
            <a:extLst>
              <a:ext uri="{FF2B5EF4-FFF2-40B4-BE49-F238E27FC236}">
                <a16:creationId xmlns:a16="http://schemas.microsoft.com/office/drawing/2014/main" id="{1631717A-B876-5C0E-30B5-2D5ADBBECD09}"/>
              </a:ext>
            </a:extLst>
          </p:cNvPr>
          <p:cNvGrpSpPr/>
          <p:nvPr/>
        </p:nvGrpSpPr>
        <p:grpSpPr>
          <a:xfrm>
            <a:off x="2578111" y="4481152"/>
            <a:ext cx="1906691" cy="359244"/>
            <a:chOff x="2425885" y="4602224"/>
            <a:chExt cx="1906691" cy="359244"/>
          </a:xfrm>
        </p:grpSpPr>
        <p:sp>
          <p:nvSpPr>
            <p:cNvPr id="303" name="Rectangle 302">
              <a:extLst>
                <a:ext uri="{FF2B5EF4-FFF2-40B4-BE49-F238E27FC236}">
                  <a16:creationId xmlns:a16="http://schemas.microsoft.com/office/drawing/2014/main" id="{EF7A9B62-CCCB-587F-2D98-AD70C99DCF96}"/>
                </a:ext>
              </a:extLst>
            </p:cNvPr>
            <p:cNvSpPr/>
            <p:nvPr/>
          </p:nvSpPr>
          <p:spPr>
            <a:xfrm>
              <a:off x="2425885" y="4602224"/>
              <a:ext cx="1182131"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Data reduction ratio</a:t>
              </a:r>
            </a:p>
          </p:txBody>
        </p:sp>
        <p:sp>
          <p:nvSpPr>
            <p:cNvPr id="304" name="Rectangle 303">
              <a:extLst>
                <a:ext uri="{FF2B5EF4-FFF2-40B4-BE49-F238E27FC236}">
                  <a16:creationId xmlns:a16="http://schemas.microsoft.com/office/drawing/2014/main" id="{D1FB2129-743F-5E1C-18D0-550BF1ADDC12}"/>
                </a:ext>
              </a:extLst>
            </p:cNvPr>
            <p:cNvSpPr/>
            <p:nvPr/>
          </p:nvSpPr>
          <p:spPr>
            <a:xfrm>
              <a:off x="2425885" y="4796407"/>
              <a:ext cx="1064633" cy="16506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800" dirty="0">
                  <a:solidFill>
                    <a:schemeClr val="accent3"/>
                  </a:solidFill>
                </a:rPr>
                <a:t>SHOW DETAILS</a:t>
              </a:r>
            </a:p>
          </p:txBody>
        </p:sp>
        <p:grpSp>
          <p:nvGrpSpPr>
            <p:cNvPr id="403" name="Group 402">
              <a:extLst>
                <a:ext uri="{FF2B5EF4-FFF2-40B4-BE49-F238E27FC236}">
                  <a16:creationId xmlns:a16="http://schemas.microsoft.com/office/drawing/2014/main" id="{440C97BC-3062-A0E7-6275-A7684D124037}"/>
                </a:ext>
              </a:extLst>
            </p:cNvPr>
            <p:cNvGrpSpPr/>
            <p:nvPr/>
          </p:nvGrpSpPr>
          <p:grpSpPr>
            <a:xfrm>
              <a:off x="3559461" y="4649822"/>
              <a:ext cx="138228" cy="138228"/>
              <a:chOff x="5778289" y="5907942"/>
              <a:chExt cx="138228" cy="138228"/>
            </a:xfrm>
          </p:grpSpPr>
          <p:sp>
            <p:nvSpPr>
              <p:cNvPr id="404" name="Oval 403">
                <a:extLst>
                  <a:ext uri="{FF2B5EF4-FFF2-40B4-BE49-F238E27FC236}">
                    <a16:creationId xmlns:a16="http://schemas.microsoft.com/office/drawing/2014/main" id="{BE90C641-9E74-BBF9-CD48-FC3E65BCE79B}"/>
                  </a:ext>
                </a:extLst>
              </p:cNvPr>
              <p:cNvSpPr/>
              <p:nvPr/>
            </p:nvSpPr>
            <p:spPr>
              <a:xfrm>
                <a:off x="5778289" y="5907942"/>
                <a:ext cx="138228" cy="138228"/>
              </a:xfrm>
              <a:prstGeom prst="ellipse">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60323" algn="ctr">
                  <a:spcAft>
                    <a:spcPts val="800"/>
                  </a:spcAft>
                </a:pPr>
                <a:endParaRPr lang="en-US" sz="1500">
                  <a:solidFill>
                    <a:prstClr val="white"/>
                  </a:solidFill>
                  <a:latin typeface="+mj-lt"/>
                </a:endParaRPr>
              </a:p>
            </p:txBody>
          </p:sp>
          <p:cxnSp>
            <p:nvCxnSpPr>
              <p:cNvPr id="405" name="Straight Connector 404">
                <a:extLst>
                  <a:ext uri="{FF2B5EF4-FFF2-40B4-BE49-F238E27FC236}">
                    <a16:creationId xmlns:a16="http://schemas.microsoft.com/office/drawing/2014/main" id="{7AF2228F-8ADC-48C4-E224-8C45AB644FE9}"/>
                  </a:ext>
                </a:extLst>
              </p:cNvPr>
              <p:cNvCxnSpPr>
                <a:cxnSpLocks/>
              </p:cNvCxnSpPr>
              <p:nvPr/>
            </p:nvCxnSpPr>
            <p:spPr bwMode="gray">
              <a:xfrm>
                <a:off x="5845720" y="5944920"/>
                <a:ext cx="0" cy="64272"/>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406" name="Rectangle 405">
              <a:extLst>
                <a:ext uri="{FF2B5EF4-FFF2-40B4-BE49-F238E27FC236}">
                  <a16:creationId xmlns:a16="http://schemas.microsoft.com/office/drawing/2014/main" id="{7A123457-1765-E13E-71E2-5DB3018282D3}"/>
                </a:ext>
              </a:extLst>
            </p:cNvPr>
            <p:cNvSpPr/>
            <p:nvPr/>
          </p:nvSpPr>
          <p:spPr>
            <a:xfrm>
              <a:off x="3804313" y="4602224"/>
              <a:ext cx="528263"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4.00:1</a:t>
              </a:r>
            </a:p>
          </p:txBody>
        </p:sp>
      </p:grpSp>
      <p:sp>
        <p:nvSpPr>
          <p:cNvPr id="409" name="Rectangle 408">
            <a:extLst>
              <a:ext uri="{FF2B5EF4-FFF2-40B4-BE49-F238E27FC236}">
                <a16:creationId xmlns:a16="http://schemas.microsoft.com/office/drawing/2014/main" id="{9D0E0337-BADE-9415-BE3F-A62B2869AD51}"/>
              </a:ext>
            </a:extLst>
          </p:cNvPr>
          <p:cNvSpPr/>
          <p:nvPr/>
        </p:nvSpPr>
        <p:spPr>
          <a:xfrm>
            <a:off x="4963859" y="4481152"/>
            <a:ext cx="182137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Thin provisioning savings ratio</a:t>
            </a:r>
          </a:p>
        </p:txBody>
      </p:sp>
      <p:sp>
        <p:nvSpPr>
          <p:cNvPr id="410" name="Rectangle 409">
            <a:extLst>
              <a:ext uri="{FF2B5EF4-FFF2-40B4-BE49-F238E27FC236}">
                <a16:creationId xmlns:a16="http://schemas.microsoft.com/office/drawing/2014/main" id="{F8186C3F-7569-7920-9495-64035A2E941A}"/>
              </a:ext>
            </a:extLst>
          </p:cNvPr>
          <p:cNvSpPr/>
          <p:nvPr/>
        </p:nvSpPr>
        <p:spPr>
          <a:xfrm>
            <a:off x="4963859" y="4675335"/>
            <a:ext cx="1064633" cy="16506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800" dirty="0">
                <a:solidFill>
                  <a:schemeClr val="accent3"/>
                </a:solidFill>
              </a:rPr>
              <a:t>SHOW DETAILS</a:t>
            </a:r>
          </a:p>
        </p:txBody>
      </p:sp>
      <p:grpSp>
        <p:nvGrpSpPr>
          <p:cNvPr id="411" name="Group 410">
            <a:extLst>
              <a:ext uri="{FF2B5EF4-FFF2-40B4-BE49-F238E27FC236}">
                <a16:creationId xmlns:a16="http://schemas.microsoft.com/office/drawing/2014/main" id="{7A822DF1-232E-849F-3F65-8418F56A5039}"/>
              </a:ext>
            </a:extLst>
          </p:cNvPr>
          <p:cNvGrpSpPr/>
          <p:nvPr/>
        </p:nvGrpSpPr>
        <p:grpSpPr>
          <a:xfrm>
            <a:off x="6711112" y="4528750"/>
            <a:ext cx="138228" cy="138228"/>
            <a:chOff x="5778289" y="5907942"/>
            <a:chExt cx="138228" cy="138228"/>
          </a:xfrm>
        </p:grpSpPr>
        <p:sp>
          <p:nvSpPr>
            <p:cNvPr id="413" name="Oval 412">
              <a:extLst>
                <a:ext uri="{FF2B5EF4-FFF2-40B4-BE49-F238E27FC236}">
                  <a16:creationId xmlns:a16="http://schemas.microsoft.com/office/drawing/2014/main" id="{DCF4BA10-ADF2-AC3A-1917-3BF952FDB30E}"/>
                </a:ext>
              </a:extLst>
            </p:cNvPr>
            <p:cNvSpPr/>
            <p:nvPr/>
          </p:nvSpPr>
          <p:spPr>
            <a:xfrm>
              <a:off x="5778289" y="5907942"/>
              <a:ext cx="138228" cy="138228"/>
            </a:xfrm>
            <a:prstGeom prst="ellipse">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60323" algn="ctr">
                <a:spcAft>
                  <a:spcPts val="800"/>
                </a:spcAft>
              </a:pPr>
              <a:endParaRPr lang="en-US" sz="1500">
                <a:solidFill>
                  <a:prstClr val="white"/>
                </a:solidFill>
                <a:latin typeface="+mj-lt"/>
              </a:endParaRPr>
            </a:p>
          </p:txBody>
        </p:sp>
        <p:cxnSp>
          <p:nvCxnSpPr>
            <p:cNvPr id="414" name="Straight Connector 413">
              <a:extLst>
                <a:ext uri="{FF2B5EF4-FFF2-40B4-BE49-F238E27FC236}">
                  <a16:creationId xmlns:a16="http://schemas.microsoft.com/office/drawing/2014/main" id="{D9B23A16-E1A2-3CD5-60FD-E569D25C1BC7}"/>
                </a:ext>
              </a:extLst>
            </p:cNvPr>
            <p:cNvCxnSpPr>
              <a:cxnSpLocks/>
            </p:cNvCxnSpPr>
            <p:nvPr/>
          </p:nvCxnSpPr>
          <p:spPr bwMode="gray">
            <a:xfrm>
              <a:off x="5845720" y="5944920"/>
              <a:ext cx="0" cy="64272"/>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412" name="Rectangle 411">
            <a:extLst>
              <a:ext uri="{FF2B5EF4-FFF2-40B4-BE49-F238E27FC236}">
                <a16:creationId xmlns:a16="http://schemas.microsoft.com/office/drawing/2014/main" id="{F219362A-818D-0414-8630-2807866926C4}"/>
              </a:ext>
            </a:extLst>
          </p:cNvPr>
          <p:cNvSpPr/>
          <p:nvPr/>
        </p:nvSpPr>
        <p:spPr>
          <a:xfrm>
            <a:off x="6955964" y="4481152"/>
            <a:ext cx="528263"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6:1</a:t>
            </a:r>
          </a:p>
        </p:txBody>
      </p:sp>
      <p:grpSp>
        <p:nvGrpSpPr>
          <p:cNvPr id="6" name="Group 5">
            <a:extLst>
              <a:ext uri="{FF2B5EF4-FFF2-40B4-BE49-F238E27FC236}">
                <a16:creationId xmlns:a16="http://schemas.microsoft.com/office/drawing/2014/main" id="{1782C518-2D6C-0232-048C-F59822FAE6D8}"/>
              </a:ext>
            </a:extLst>
          </p:cNvPr>
          <p:cNvGrpSpPr/>
          <p:nvPr/>
        </p:nvGrpSpPr>
        <p:grpSpPr>
          <a:xfrm>
            <a:off x="2578111" y="4891138"/>
            <a:ext cx="1906691" cy="359244"/>
            <a:chOff x="2425885" y="4602224"/>
            <a:chExt cx="1906691" cy="359244"/>
          </a:xfrm>
        </p:grpSpPr>
        <p:sp>
          <p:nvSpPr>
            <p:cNvPr id="9" name="Rectangle 8">
              <a:extLst>
                <a:ext uri="{FF2B5EF4-FFF2-40B4-BE49-F238E27FC236}">
                  <a16:creationId xmlns:a16="http://schemas.microsoft.com/office/drawing/2014/main" id="{048E3129-9433-5860-0E20-CE5C8385C8EB}"/>
                </a:ext>
              </a:extLst>
            </p:cNvPr>
            <p:cNvSpPr/>
            <p:nvPr/>
          </p:nvSpPr>
          <p:spPr>
            <a:xfrm>
              <a:off x="2425885" y="4602224"/>
              <a:ext cx="1182131"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Snapshot savings</a:t>
              </a:r>
            </a:p>
          </p:txBody>
        </p:sp>
        <p:sp>
          <p:nvSpPr>
            <p:cNvPr id="10" name="Rectangle 9">
              <a:extLst>
                <a:ext uri="{FF2B5EF4-FFF2-40B4-BE49-F238E27FC236}">
                  <a16:creationId xmlns:a16="http://schemas.microsoft.com/office/drawing/2014/main" id="{D76C58B5-088A-051A-C951-E6A74DE1C2B7}"/>
                </a:ext>
              </a:extLst>
            </p:cNvPr>
            <p:cNvSpPr/>
            <p:nvPr/>
          </p:nvSpPr>
          <p:spPr>
            <a:xfrm>
              <a:off x="2425885" y="4796407"/>
              <a:ext cx="1064633" cy="16506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800" dirty="0">
                  <a:solidFill>
                    <a:schemeClr val="accent3"/>
                  </a:solidFill>
                </a:rPr>
                <a:t>SHOW DETAILS</a:t>
              </a:r>
            </a:p>
          </p:txBody>
        </p:sp>
        <p:grpSp>
          <p:nvGrpSpPr>
            <p:cNvPr id="11" name="Group 10">
              <a:extLst>
                <a:ext uri="{FF2B5EF4-FFF2-40B4-BE49-F238E27FC236}">
                  <a16:creationId xmlns:a16="http://schemas.microsoft.com/office/drawing/2014/main" id="{7762DFFB-3ACD-9E87-230B-B22239519B32}"/>
                </a:ext>
              </a:extLst>
            </p:cNvPr>
            <p:cNvGrpSpPr/>
            <p:nvPr/>
          </p:nvGrpSpPr>
          <p:grpSpPr>
            <a:xfrm>
              <a:off x="3559461" y="4649822"/>
              <a:ext cx="138228" cy="138228"/>
              <a:chOff x="5778289" y="5907942"/>
              <a:chExt cx="138228" cy="138228"/>
            </a:xfrm>
          </p:grpSpPr>
          <p:sp>
            <p:nvSpPr>
              <p:cNvPr id="13" name="Oval 12">
                <a:extLst>
                  <a:ext uri="{FF2B5EF4-FFF2-40B4-BE49-F238E27FC236}">
                    <a16:creationId xmlns:a16="http://schemas.microsoft.com/office/drawing/2014/main" id="{BF1C0D1F-CA00-06D5-09E3-8E2A97F0122D}"/>
                  </a:ext>
                </a:extLst>
              </p:cNvPr>
              <p:cNvSpPr/>
              <p:nvPr/>
            </p:nvSpPr>
            <p:spPr>
              <a:xfrm>
                <a:off x="5778289" y="5907942"/>
                <a:ext cx="138228" cy="138228"/>
              </a:xfrm>
              <a:prstGeom prst="ellipse">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60323" algn="ctr">
                  <a:spcAft>
                    <a:spcPts val="800"/>
                  </a:spcAft>
                </a:pPr>
                <a:endParaRPr lang="en-US" sz="1500">
                  <a:solidFill>
                    <a:prstClr val="white"/>
                  </a:solidFill>
                  <a:latin typeface="+mj-lt"/>
                </a:endParaRPr>
              </a:p>
            </p:txBody>
          </p:sp>
          <p:cxnSp>
            <p:nvCxnSpPr>
              <p:cNvPr id="14" name="Straight Connector 13">
                <a:extLst>
                  <a:ext uri="{FF2B5EF4-FFF2-40B4-BE49-F238E27FC236}">
                    <a16:creationId xmlns:a16="http://schemas.microsoft.com/office/drawing/2014/main" id="{5BCDC2CE-178D-E5A4-6601-07A81E8E4FE8}"/>
                  </a:ext>
                </a:extLst>
              </p:cNvPr>
              <p:cNvCxnSpPr>
                <a:cxnSpLocks/>
              </p:cNvCxnSpPr>
              <p:nvPr/>
            </p:nvCxnSpPr>
            <p:spPr bwMode="gray">
              <a:xfrm>
                <a:off x="5845720" y="5944920"/>
                <a:ext cx="0" cy="64272"/>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12" name="Rectangle 11">
              <a:extLst>
                <a:ext uri="{FF2B5EF4-FFF2-40B4-BE49-F238E27FC236}">
                  <a16:creationId xmlns:a16="http://schemas.microsoft.com/office/drawing/2014/main" id="{A9B38D23-C0EF-C47A-C778-3BF67E92285D}"/>
                </a:ext>
              </a:extLst>
            </p:cNvPr>
            <p:cNvSpPr/>
            <p:nvPr/>
          </p:nvSpPr>
          <p:spPr>
            <a:xfrm>
              <a:off x="3804313" y="4602224"/>
              <a:ext cx="528263"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100:1</a:t>
              </a:r>
            </a:p>
          </p:txBody>
        </p:sp>
      </p:grpSp>
      <p:grpSp>
        <p:nvGrpSpPr>
          <p:cNvPr id="44" name="Group 43">
            <a:extLst>
              <a:ext uri="{FF2B5EF4-FFF2-40B4-BE49-F238E27FC236}">
                <a16:creationId xmlns:a16="http://schemas.microsoft.com/office/drawing/2014/main" id="{EF45C254-F591-0F1F-E8ED-EA04E171CC5F}"/>
              </a:ext>
            </a:extLst>
          </p:cNvPr>
          <p:cNvGrpSpPr/>
          <p:nvPr/>
        </p:nvGrpSpPr>
        <p:grpSpPr>
          <a:xfrm>
            <a:off x="2477294" y="4452701"/>
            <a:ext cx="2053462" cy="931546"/>
            <a:chOff x="-1726143" y="4707254"/>
            <a:chExt cx="2053462" cy="931546"/>
          </a:xfrm>
        </p:grpSpPr>
        <p:sp>
          <p:nvSpPr>
            <p:cNvPr id="27" name="Rectangle 26">
              <a:extLst>
                <a:ext uri="{FF2B5EF4-FFF2-40B4-BE49-F238E27FC236}">
                  <a16:creationId xmlns:a16="http://schemas.microsoft.com/office/drawing/2014/main" id="{A9B142FB-9A48-72AB-BC06-51AB321612D5}"/>
                </a:ext>
              </a:extLst>
            </p:cNvPr>
            <p:cNvSpPr/>
            <p:nvPr/>
          </p:nvSpPr>
          <p:spPr bwMode="gray">
            <a:xfrm>
              <a:off x="-1726143" y="4707254"/>
              <a:ext cx="2053462" cy="931546"/>
            </a:xfrm>
            <a:prstGeom prst="rect">
              <a:avLst/>
            </a:prstGeom>
            <a:solidFill>
              <a:schemeClr val="bg1"/>
            </a:solidFill>
            <a:ln w="12700">
              <a:solidFill>
                <a:schemeClr val="accent2">
                  <a:lumMod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21" name="Rectangle 20">
              <a:extLst>
                <a:ext uri="{FF2B5EF4-FFF2-40B4-BE49-F238E27FC236}">
                  <a16:creationId xmlns:a16="http://schemas.microsoft.com/office/drawing/2014/main" id="{8EA9CD34-6776-25E0-8842-A16E70709206}"/>
                </a:ext>
              </a:extLst>
            </p:cNvPr>
            <p:cNvSpPr/>
            <p:nvPr/>
          </p:nvSpPr>
          <p:spPr>
            <a:xfrm>
              <a:off x="-1624688" y="4930372"/>
              <a:ext cx="1064633" cy="16506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800" dirty="0">
                  <a:solidFill>
                    <a:schemeClr val="accent3"/>
                  </a:solidFill>
                </a:rPr>
                <a:t>HIDE DETAILS</a:t>
              </a:r>
            </a:p>
          </p:txBody>
        </p:sp>
        <p:grpSp>
          <p:nvGrpSpPr>
            <p:cNvPr id="28" name="Group 27">
              <a:extLst>
                <a:ext uri="{FF2B5EF4-FFF2-40B4-BE49-F238E27FC236}">
                  <a16:creationId xmlns:a16="http://schemas.microsoft.com/office/drawing/2014/main" id="{8C9DE46A-6373-004E-78B3-EED1827523C3}"/>
                </a:ext>
              </a:extLst>
            </p:cNvPr>
            <p:cNvGrpSpPr/>
            <p:nvPr/>
          </p:nvGrpSpPr>
          <p:grpSpPr>
            <a:xfrm>
              <a:off x="-1624688" y="4736189"/>
              <a:ext cx="1906691" cy="221616"/>
              <a:chOff x="-1624688" y="4736189"/>
              <a:chExt cx="1906691" cy="221616"/>
            </a:xfrm>
          </p:grpSpPr>
          <p:sp>
            <p:nvSpPr>
              <p:cNvPr id="20" name="Rectangle 19">
                <a:extLst>
                  <a:ext uri="{FF2B5EF4-FFF2-40B4-BE49-F238E27FC236}">
                    <a16:creationId xmlns:a16="http://schemas.microsoft.com/office/drawing/2014/main" id="{FEBF1B86-1745-86BE-122B-F13CEB979204}"/>
                  </a:ext>
                </a:extLst>
              </p:cNvPr>
              <p:cNvSpPr/>
              <p:nvPr/>
            </p:nvSpPr>
            <p:spPr>
              <a:xfrm>
                <a:off x="-1624688" y="4736189"/>
                <a:ext cx="1182131"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Data reduction ratio</a:t>
                </a:r>
              </a:p>
            </p:txBody>
          </p:sp>
          <p:grpSp>
            <p:nvGrpSpPr>
              <p:cNvPr id="22" name="Group 21">
                <a:extLst>
                  <a:ext uri="{FF2B5EF4-FFF2-40B4-BE49-F238E27FC236}">
                    <a16:creationId xmlns:a16="http://schemas.microsoft.com/office/drawing/2014/main" id="{2C14CA92-7FAB-93E8-E159-BB10DAE50619}"/>
                  </a:ext>
                </a:extLst>
              </p:cNvPr>
              <p:cNvGrpSpPr/>
              <p:nvPr/>
            </p:nvGrpSpPr>
            <p:grpSpPr>
              <a:xfrm>
                <a:off x="-491112" y="4783787"/>
                <a:ext cx="138228" cy="138228"/>
                <a:chOff x="5778289" y="5907942"/>
                <a:chExt cx="138228" cy="138228"/>
              </a:xfrm>
            </p:grpSpPr>
            <p:sp>
              <p:nvSpPr>
                <p:cNvPr id="25" name="Oval 24">
                  <a:extLst>
                    <a:ext uri="{FF2B5EF4-FFF2-40B4-BE49-F238E27FC236}">
                      <a16:creationId xmlns:a16="http://schemas.microsoft.com/office/drawing/2014/main" id="{053F4F7F-E68A-5688-6C6D-8E57D5B7083C}"/>
                    </a:ext>
                  </a:extLst>
                </p:cNvPr>
                <p:cNvSpPr/>
                <p:nvPr/>
              </p:nvSpPr>
              <p:spPr>
                <a:xfrm>
                  <a:off x="5778289" y="5907942"/>
                  <a:ext cx="138228" cy="138228"/>
                </a:xfrm>
                <a:prstGeom prst="ellipse">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60323" algn="ctr">
                    <a:spcAft>
                      <a:spcPts val="800"/>
                    </a:spcAft>
                  </a:pPr>
                  <a:endParaRPr lang="en-US" sz="1500">
                    <a:solidFill>
                      <a:prstClr val="white"/>
                    </a:solidFill>
                    <a:latin typeface="+mj-lt"/>
                  </a:endParaRPr>
                </a:p>
              </p:txBody>
            </p:sp>
            <p:cxnSp>
              <p:nvCxnSpPr>
                <p:cNvPr id="26" name="Straight Connector 25">
                  <a:extLst>
                    <a:ext uri="{FF2B5EF4-FFF2-40B4-BE49-F238E27FC236}">
                      <a16:creationId xmlns:a16="http://schemas.microsoft.com/office/drawing/2014/main" id="{EC1ACF8C-DEB2-01A2-520E-DDF234CC95D9}"/>
                    </a:ext>
                  </a:extLst>
                </p:cNvPr>
                <p:cNvCxnSpPr>
                  <a:cxnSpLocks/>
                </p:cNvCxnSpPr>
                <p:nvPr/>
              </p:nvCxnSpPr>
              <p:spPr bwMode="gray">
                <a:xfrm>
                  <a:off x="5845720" y="5944920"/>
                  <a:ext cx="0" cy="64272"/>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3" name="Rectangle 22">
                <a:extLst>
                  <a:ext uri="{FF2B5EF4-FFF2-40B4-BE49-F238E27FC236}">
                    <a16:creationId xmlns:a16="http://schemas.microsoft.com/office/drawing/2014/main" id="{73C7D5F2-7B6D-11C5-21B0-07DF60A9E9DE}"/>
                  </a:ext>
                </a:extLst>
              </p:cNvPr>
              <p:cNvSpPr/>
              <p:nvPr/>
            </p:nvSpPr>
            <p:spPr>
              <a:xfrm>
                <a:off x="-246260" y="4736189"/>
                <a:ext cx="528263"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4.00:1</a:t>
                </a:r>
              </a:p>
            </p:txBody>
          </p:sp>
        </p:grpSp>
        <p:grpSp>
          <p:nvGrpSpPr>
            <p:cNvPr id="29" name="Group 28">
              <a:extLst>
                <a:ext uri="{FF2B5EF4-FFF2-40B4-BE49-F238E27FC236}">
                  <a16:creationId xmlns:a16="http://schemas.microsoft.com/office/drawing/2014/main" id="{3C402C16-CC5D-DB0E-A6E9-3DDAB148D739}"/>
                </a:ext>
              </a:extLst>
            </p:cNvPr>
            <p:cNvGrpSpPr/>
            <p:nvPr/>
          </p:nvGrpSpPr>
          <p:grpSpPr>
            <a:xfrm>
              <a:off x="-1624688" y="5179122"/>
              <a:ext cx="1906691" cy="221616"/>
              <a:chOff x="-1624688" y="4736189"/>
              <a:chExt cx="1906691" cy="221616"/>
            </a:xfrm>
          </p:grpSpPr>
          <p:sp>
            <p:nvSpPr>
              <p:cNvPr id="30" name="Rectangle 29">
                <a:extLst>
                  <a:ext uri="{FF2B5EF4-FFF2-40B4-BE49-F238E27FC236}">
                    <a16:creationId xmlns:a16="http://schemas.microsoft.com/office/drawing/2014/main" id="{EA2FA915-913D-5831-3C80-448B0AFDBC46}"/>
                  </a:ext>
                </a:extLst>
              </p:cNvPr>
              <p:cNvSpPr/>
              <p:nvPr/>
            </p:nvSpPr>
            <p:spPr>
              <a:xfrm>
                <a:off x="-1624688" y="4736189"/>
                <a:ext cx="1182131"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Deduplication ratio</a:t>
                </a:r>
              </a:p>
            </p:txBody>
          </p:sp>
          <p:grpSp>
            <p:nvGrpSpPr>
              <p:cNvPr id="31" name="Group 30">
                <a:extLst>
                  <a:ext uri="{FF2B5EF4-FFF2-40B4-BE49-F238E27FC236}">
                    <a16:creationId xmlns:a16="http://schemas.microsoft.com/office/drawing/2014/main" id="{FEE2930A-DA89-8D6D-996D-8EF7C302E6F0}"/>
                  </a:ext>
                </a:extLst>
              </p:cNvPr>
              <p:cNvGrpSpPr/>
              <p:nvPr/>
            </p:nvGrpSpPr>
            <p:grpSpPr>
              <a:xfrm>
                <a:off x="-491112" y="4783787"/>
                <a:ext cx="138228" cy="138228"/>
                <a:chOff x="5778289" y="5907942"/>
                <a:chExt cx="138228" cy="138228"/>
              </a:xfrm>
            </p:grpSpPr>
            <p:sp>
              <p:nvSpPr>
                <p:cNvPr id="33" name="Oval 32">
                  <a:extLst>
                    <a:ext uri="{FF2B5EF4-FFF2-40B4-BE49-F238E27FC236}">
                      <a16:creationId xmlns:a16="http://schemas.microsoft.com/office/drawing/2014/main" id="{4C0DAB42-F9D7-2969-BC14-55D45F3F1056}"/>
                    </a:ext>
                  </a:extLst>
                </p:cNvPr>
                <p:cNvSpPr/>
                <p:nvPr/>
              </p:nvSpPr>
              <p:spPr>
                <a:xfrm>
                  <a:off x="5778289" y="5907942"/>
                  <a:ext cx="138228" cy="138228"/>
                </a:xfrm>
                <a:prstGeom prst="ellipse">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60323" algn="ctr">
                    <a:spcAft>
                      <a:spcPts val="800"/>
                    </a:spcAft>
                  </a:pPr>
                  <a:endParaRPr lang="en-US" sz="1500">
                    <a:solidFill>
                      <a:prstClr val="white"/>
                    </a:solidFill>
                    <a:latin typeface="+mj-lt"/>
                  </a:endParaRPr>
                </a:p>
              </p:txBody>
            </p:sp>
            <p:cxnSp>
              <p:nvCxnSpPr>
                <p:cNvPr id="34" name="Straight Connector 33">
                  <a:extLst>
                    <a:ext uri="{FF2B5EF4-FFF2-40B4-BE49-F238E27FC236}">
                      <a16:creationId xmlns:a16="http://schemas.microsoft.com/office/drawing/2014/main" id="{05473A8E-4E4C-CD87-8005-0B8E42898C4B}"/>
                    </a:ext>
                  </a:extLst>
                </p:cNvPr>
                <p:cNvCxnSpPr>
                  <a:cxnSpLocks/>
                </p:cNvCxnSpPr>
                <p:nvPr/>
              </p:nvCxnSpPr>
              <p:spPr bwMode="gray">
                <a:xfrm>
                  <a:off x="5845720" y="5944920"/>
                  <a:ext cx="0" cy="64272"/>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32" name="Rectangle 31">
                <a:extLst>
                  <a:ext uri="{FF2B5EF4-FFF2-40B4-BE49-F238E27FC236}">
                    <a16:creationId xmlns:a16="http://schemas.microsoft.com/office/drawing/2014/main" id="{8350061D-2FC1-48E1-0820-6916834628B8}"/>
                  </a:ext>
                </a:extLst>
              </p:cNvPr>
              <p:cNvSpPr/>
              <p:nvPr/>
            </p:nvSpPr>
            <p:spPr>
              <a:xfrm>
                <a:off x="-246260" y="4736189"/>
                <a:ext cx="528263"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2.00:1</a:t>
                </a:r>
              </a:p>
            </p:txBody>
          </p:sp>
        </p:grpSp>
        <p:grpSp>
          <p:nvGrpSpPr>
            <p:cNvPr id="35" name="Group 34">
              <a:extLst>
                <a:ext uri="{FF2B5EF4-FFF2-40B4-BE49-F238E27FC236}">
                  <a16:creationId xmlns:a16="http://schemas.microsoft.com/office/drawing/2014/main" id="{461BFBC6-BBA9-7217-6735-8E966DCABDDE}"/>
                </a:ext>
              </a:extLst>
            </p:cNvPr>
            <p:cNvGrpSpPr/>
            <p:nvPr/>
          </p:nvGrpSpPr>
          <p:grpSpPr>
            <a:xfrm>
              <a:off x="-1624688" y="5392670"/>
              <a:ext cx="1906691" cy="221616"/>
              <a:chOff x="-1624688" y="4736189"/>
              <a:chExt cx="1906691" cy="221616"/>
            </a:xfrm>
          </p:grpSpPr>
          <p:sp>
            <p:nvSpPr>
              <p:cNvPr id="36" name="Rectangle 35">
                <a:extLst>
                  <a:ext uri="{FF2B5EF4-FFF2-40B4-BE49-F238E27FC236}">
                    <a16:creationId xmlns:a16="http://schemas.microsoft.com/office/drawing/2014/main" id="{764A40C2-767B-9B3F-B1FF-D0151D38647A}"/>
                  </a:ext>
                </a:extLst>
              </p:cNvPr>
              <p:cNvSpPr/>
              <p:nvPr/>
            </p:nvSpPr>
            <p:spPr>
              <a:xfrm>
                <a:off x="-1624688" y="4736189"/>
                <a:ext cx="1182131"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Compression ratio</a:t>
                </a:r>
              </a:p>
            </p:txBody>
          </p:sp>
          <p:grpSp>
            <p:nvGrpSpPr>
              <p:cNvPr id="37" name="Group 36">
                <a:extLst>
                  <a:ext uri="{FF2B5EF4-FFF2-40B4-BE49-F238E27FC236}">
                    <a16:creationId xmlns:a16="http://schemas.microsoft.com/office/drawing/2014/main" id="{B0240278-1B2B-AACB-E5D8-D583DE341069}"/>
                  </a:ext>
                </a:extLst>
              </p:cNvPr>
              <p:cNvGrpSpPr/>
              <p:nvPr/>
            </p:nvGrpSpPr>
            <p:grpSpPr>
              <a:xfrm>
                <a:off x="-491112" y="4783787"/>
                <a:ext cx="138228" cy="138228"/>
                <a:chOff x="5778289" y="5907942"/>
                <a:chExt cx="138228" cy="138228"/>
              </a:xfrm>
            </p:grpSpPr>
            <p:sp>
              <p:nvSpPr>
                <p:cNvPr id="40" name="Oval 39">
                  <a:extLst>
                    <a:ext uri="{FF2B5EF4-FFF2-40B4-BE49-F238E27FC236}">
                      <a16:creationId xmlns:a16="http://schemas.microsoft.com/office/drawing/2014/main" id="{FAA12AE6-CE05-2CF3-7FB5-77D19A4DB753}"/>
                    </a:ext>
                  </a:extLst>
                </p:cNvPr>
                <p:cNvSpPr/>
                <p:nvPr/>
              </p:nvSpPr>
              <p:spPr>
                <a:xfrm>
                  <a:off x="5778289" y="5907942"/>
                  <a:ext cx="138228" cy="138228"/>
                </a:xfrm>
                <a:prstGeom prst="ellipse">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60323" algn="ctr">
                    <a:spcAft>
                      <a:spcPts val="800"/>
                    </a:spcAft>
                  </a:pPr>
                  <a:endParaRPr lang="en-US" sz="1500">
                    <a:solidFill>
                      <a:prstClr val="white"/>
                    </a:solidFill>
                    <a:latin typeface="+mj-lt"/>
                  </a:endParaRPr>
                </a:p>
              </p:txBody>
            </p:sp>
            <p:cxnSp>
              <p:nvCxnSpPr>
                <p:cNvPr id="41" name="Straight Connector 40">
                  <a:extLst>
                    <a:ext uri="{FF2B5EF4-FFF2-40B4-BE49-F238E27FC236}">
                      <a16:creationId xmlns:a16="http://schemas.microsoft.com/office/drawing/2014/main" id="{F078A345-1185-F5F2-7C73-860DC4628B24}"/>
                    </a:ext>
                  </a:extLst>
                </p:cNvPr>
                <p:cNvCxnSpPr>
                  <a:cxnSpLocks/>
                </p:cNvCxnSpPr>
                <p:nvPr/>
              </p:nvCxnSpPr>
              <p:spPr bwMode="gray">
                <a:xfrm>
                  <a:off x="5845720" y="5944920"/>
                  <a:ext cx="0" cy="64272"/>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38" name="Rectangle 37">
                <a:extLst>
                  <a:ext uri="{FF2B5EF4-FFF2-40B4-BE49-F238E27FC236}">
                    <a16:creationId xmlns:a16="http://schemas.microsoft.com/office/drawing/2014/main" id="{ECB8DAFA-05C1-C13A-E0C8-F20E9816A310}"/>
                  </a:ext>
                </a:extLst>
              </p:cNvPr>
              <p:cNvSpPr/>
              <p:nvPr/>
            </p:nvSpPr>
            <p:spPr>
              <a:xfrm>
                <a:off x="-246260" y="4736189"/>
                <a:ext cx="528263"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000" dirty="0">
                    <a:solidFill>
                      <a:schemeClr val="tx2"/>
                    </a:solidFill>
                  </a:rPr>
                  <a:t>2.00:1</a:t>
                </a:r>
              </a:p>
            </p:txBody>
          </p:sp>
        </p:grpSp>
        <p:cxnSp>
          <p:nvCxnSpPr>
            <p:cNvPr id="43" name="Straight Connector 42">
              <a:extLst>
                <a:ext uri="{FF2B5EF4-FFF2-40B4-BE49-F238E27FC236}">
                  <a16:creationId xmlns:a16="http://schemas.microsoft.com/office/drawing/2014/main" id="{4A60F63A-E0C3-B9AC-1CB5-EB04389303EB}"/>
                </a:ext>
              </a:extLst>
            </p:cNvPr>
            <p:cNvCxnSpPr>
              <a:cxnSpLocks/>
            </p:cNvCxnSpPr>
            <p:nvPr/>
          </p:nvCxnSpPr>
          <p:spPr bwMode="gray">
            <a:xfrm>
              <a:off x="-1635200" y="5133533"/>
              <a:ext cx="1871576" cy="0"/>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51" name="Rectangle 50">
            <a:extLst>
              <a:ext uri="{FF2B5EF4-FFF2-40B4-BE49-F238E27FC236}">
                <a16:creationId xmlns:a16="http://schemas.microsoft.com/office/drawing/2014/main" id="{2B8AD895-135F-A707-B644-D8607F0A4CC4}"/>
              </a:ext>
            </a:extLst>
          </p:cNvPr>
          <p:cNvSpPr/>
          <p:nvPr/>
        </p:nvSpPr>
        <p:spPr bwMode="gray">
          <a:xfrm>
            <a:off x="2515334" y="2415411"/>
            <a:ext cx="1389815" cy="223734"/>
          </a:xfrm>
          <a:prstGeom prst="rect">
            <a:avLst/>
          </a:prstGeom>
          <a:noFill/>
          <a:ln w="25400">
            <a:solidFill>
              <a:srgbClr val="E68C28"/>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52" name="Rectangle 51">
            <a:extLst>
              <a:ext uri="{FF2B5EF4-FFF2-40B4-BE49-F238E27FC236}">
                <a16:creationId xmlns:a16="http://schemas.microsoft.com/office/drawing/2014/main" id="{7076518A-35EB-825D-631E-7077C55ABF22}"/>
              </a:ext>
            </a:extLst>
          </p:cNvPr>
          <p:cNvSpPr/>
          <p:nvPr/>
        </p:nvSpPr>
        <p:spPr bwMode="gray">
          <a:xfrm>
            <a:off x="2515334" y="3516567"/>
            <a:ext cx="1389815" cy="223734"/>
          </a:xfrm>
          <a:prstGeom prst="rect">
            <a:avLst/>
          </a:prstGeom>
          <a:noFill/>
          <a:ln w="25400">
            <a:solidFill>
              <a:srgbClr val="E68C28"/>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Tree>
    <p:extLst>
      <p:ext uri="{BB962C8B-B14F-4D97-AF65-F5344CB8AC3E}">
        <p14:creationId xmlns:p14="http://schemas.microsoft.com/office/powerpoint/2010/main" val="725811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fade">
                                      <p:cBhvr>
                                        <p:cTn id="7" dur="500"/>
                                        <p:tgtEl>
                                          <p:spTgt spid="23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29"/>
                                        </p:tgtEl>
                                        <p:attrNameLst>
                                          <p:attrName>style.visibility</p:attrName>
                                        </p:attrNameLst>
                                      </p:cBhvr>
                                      <p:to>
                                        <p:strVal val="visible"/>
                                      </p:to>
                                    </p:set>
                                    <p:animEffect transition="in" filter="fade">
                                      <p:cBhvr>
                                        <p:cTn id="11" dur="500"/>
                                        <p:tgtEl>
                                          <p:spTgt spid="229"/>
                                        </p:tgtEl>
                                      </p:cBhvr>
                                    </p:animEffect>
                                  </p:childTnLst>
                                </p:cTn>
                              </p:par>
                            </p:childTnLst>
                          </p:cTn>
                        </p:par>
                        <p:par>
                          <p:cTn id="12" fill="hold">
                            <p:stCondLst>
                              <p:cond delay="1000"/>
                            </p:stCondLst>
                            <p:childTnLst>
                              <p:par>
                                <p:cTn id="13" presetID="26" presetClass="emph" presetSubtype="0" fill="hold" grpId="1" nodeType="afterEffect">
                                  <p:stCondLst>
                                    <p:cond delay="500"/>
                                  </p:stCondLst>
                                  <p:childTnLst>
                                    <p:animEffect transition="out" filter="fade">
                                      <p:cBhvr>
                                        <p:cTn id="14" dur="500" tmFilter="0, 0; .2, .5; .8, .5; 1, 0"/>
                                        <p:tgtEl>
                                          <p:spTgt spid="229"/>
                                        </p:tgtEl>
                                      </p:cBhvr>
                                    </p:animEffect>
                                    <p:animScale>
                                      <p:cBhvr>
                                        <p:cTn id="15" dur="250" autoRev="1" fill="hold"/>
                                        <p:tgtEl>
                                          <p:spTgt spid="229"/>
                                        </p:tgtEl>
                                      </p:cBhvr>
                                      <p:by x="105000" y="105000"/>
                                    </p:animScale>
                                  </p:childTnLst>
                                </p:cTn>
                              </p:par>
                            </p:childTnLst>
                          </p:cTn>
                        </p:par>
                        <p:par>
                          <p:cTn id="16" fill="hold">
                            <p:stCondLst>
                              <p:cond delay="2000"/>
                            </p:stCondLst>
                            <p:childTnLst>
                              <p:par>
                                <p:cTn id="17" presetID="10" presetClass="entr" presetSubtype="0" fill="hold" grpId="0" nodeType="afterEffect">
                                  <p:stCondLst>
                                    <p:cond delay="0"/>
                                  </p:stCondLst>
                                  <p:childTnLst>
                                    <p:set>
                                      <p:cBhvr>
                                        <p:cTn id="18" dur="1" fill="hold">
                                          <p:stCondLst>
                                            <p:cond delay="0"/>
                                          </p:stCondLst>
                                        </p:cTn>
                                        <p:tgtEl>
                                          <p:spTgt spid="129"/>
                                        </p:tgtEl>
                                        <p:attrNameLst>
                                          <p:attrName>style.visibility</p:attrName>
                                        </p:attrNameLst>
                                      </p:cBhvr>
                                      <p:to>
                                        <p:strVal val="visible"/>
                                      </p:to>
                                    </p:set>
                                    <p:animEffect transition="in" filter="fade">
                                      <p:cBhvr>
                                        <p:cTn id="19" dur="500"/>
                                        <p:tgtEl>
                                          <p:spTgt spid="129"/>
                                        </p:tgtEl>
                                      </p:cBhvr>
                                    </p:animEffect>
                                  </p:childTnLst>
                                </p:cTn>
                              </p:par>
                              <p:par>
                                <p:cTn id="20" presetID="10" presetClass="entr" presetSubtype="0" fill="hold" nodeType="withEffect">
                                  <p:stCondLst>
                                    <p:cond delay="0"/>
                                  </p:stCondLst>
                                  <p:childTnLst>
                                    <p:set>
                                      <p:cBhvr>
                                        <p:cTn id="21" dur="1" fill="hold">
                                          <p:stCondLst>
                                            <p:cond delay="0"/>
                                          </p:stCondLst>
                                        </p:cTn>
                                        <p:tgtEl>
                                          <p:spTgt spid="149"/>
                                        </p:tgtEl>
                                        <p:attrNameLst>
                                          <p:attrName>style.visibility</p:attrName>
                                        </p:attrNameLst>
                                      </p:cBhvr>
                                      <p:to>
                                        <p:strVal val="visible"/>
                                      </p:to>
                                    </p:set>
                                    <p:animEffect transition="in" filter="fade">
                                      <p:cBhvr>
                                        <p:cTn id="22" dur="500"/>
                                        <p:tgtEl>
                                          <p:spTgt spid="149"/>
                                        </p:tgtEl>
                                      </p:cBhvr>
                                    </p:animEffect>
                                  </p:childTnLst>
                                </p:cTn>
                              </p:par>
                              <p:par>
                                <p:cTn id="23" presetID="10" presetClass="entr" presetSubtype="0" fill="hold" nodeType="withEffect">
                                  <p:stCondLst>
                                    <p:cond delay="0"/>
                                  </p:stCondLst>
                                  <p:childTnLst>
                                    <p:set>
                                      <p:cBhvr>
                                        <p:cTn id="24" dur="1" fill="hold">
                                          <p:stCondLst>
                                            <p:cond delay="0"/>
                                          </p:stCondLst>
                                        </p:cTn>
                                        <p:tgtEl>
                                          <p:spTgt spid="143"/>
                                        </p:tgtEl>
                                        <p:attrNameLst>
                                          <p:attrName>style.visibility</p:attrName>
                                        </p:attrNameLst>
                                      </p:cBhvr>
                                      <p:to>
                                        <p:strVal val="visible"/>
                                      </p:to>
                                    </p:set>
                                    <p:animEffect transition="in" filter="fade">
                                      <p:cBhvr>
                                        <p:cTn id="25" dur="500"/>
                                        <p:tgtEl>
                                          <p:spTgt spid="14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60"/>
                                        </p:tgtEl>
                                        <p:attrNameLst>
                                          <p:attrName>style.visibility</p:attrName>
                                        </p:attrNameLst>
                                      </p:cBhvr>
                                      <p:to>
                                        <p:strVal val="visible"/>
                                      </p:to>
                                    </p:set>
                                    <p:animEffect transition="in" filter="fade">
                                      <p:cBhvr>
                                        <p:cTn id="28" dur="500"/>
                                        <p:tgtEl>
                                          <p:spTgt spid="16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31"/>
                                        </p:tgtEl>
                                        <p:attrNameLst>
                                          <p:attrName>style.visibility</p:attrName>
                                        </p:attrNameLst>
                                      </p:cBhvr>
                                      <p:to>
                                        <p:strVal val="visible"/>
                                      </p:to>
                                    </p:set>
                                    <p:animEffect transition="in" filter="fade">
                                      <p:cBhvr>
                                        <p:cTn id="31" dur="500"/>
                                        <p:tgtEl>
                                          <p:spTgt spid="231"/>
                                        </p:tgtEl>
                                      </p:cBhvr>
                                    </p:animEffect>
                                  </p:childTnLst>
                                </p:cTn>
                              </p:par>
                            </p:childTnLst>
                          </p:cTn>
                        </p:par>
                        <p:par>
                          <p:cTn id="32" fill="hold">
                            <p:stCondLst>
                              <p:cond delay="2500"/>
                            </p:stCondLst>
                            <p:childTnLst>
                              <p:par>
                                <p:cTn id="33" presetID="10" presetClass="entr" presetSubtype="0" fill="hold" nodeType="afterEffect">
                                  <p:stCondLst>
                                    <p:cond delay="0"/>
                                  </p:stCondLst>
                                  <p:childTnLst>
                                    <p:set>
                                      <p:cBhvr>
                                        <p:cTn id="34" dur="1" fill="hold">
                                          <p:stCondLst>
                                            <p:cond delay="0"/>
                                          </p:stCondLst>
                                        </p:cTn>
                                        <p:tgtEl>
                                          <p:spTgt spid="159"/>
                                        </p:tgtEl>
                                        <p:attrNameLst>
                                          <p:attrName>style.visibility</p:attrName>
                                        </p:attrNameLst>
                                      </p:cBhvr>
                                      <p:to>
                                        <p:strVal val="visible"/>
                                      </p:to>
                                    </p:set>
                                    <p:animEffect transition="in" filter="fade">
                                      <p:cBhvr>
                                        <p:cTn id="35" dur="500"/>
                                        <p:tgtEl>
                                          <p:spTgt spid="159"/>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161"/>
                                        </p:tgtEl>
                                        <p:attrNameLst>
                                          <p:attrName>style.visibility</p:attrName>
                                        </p:attrNameLst>
                                      </p:cBhvr>
                                      <p:to>
                                        <p:strVal val="visible"/>
                                      </p:to>
                                    </p:set>
                                    <p:animEffect transition="in" filter="fade">
                                      <p:cBhvr>
                                        <p:cTn id="39" dur="500"/>
                                        <p:tgtEl>
                                          <p:spTgt spid="161"/>
                                        </p:tgtEl>
                                      </p:cBhvr>
                                    </p:animEffect>
                                  </p:childTnLst>
                                </p:cTn>
                              </p:par>
                            </p:childTnLst>
                          </p:cTn>
                        </p:par>
                        <p:par>
                          <p:cTn id="40" fill="hold">
                            <p:stCondLst>
                              <p:cond delay="3500"/>
                            </p:stCondLst>
                            <p:childTnLst>
                              <p:par>
                                <p:cTn id="41" presetID="8" presetClass="emph" presetSubtype="0" fill="hold" grpId="1" nodeType="afterEffect">
                                  <p:stCondLst>
                                    <p:cond delay="0"/>
                                  </p:stCondLst>
                                  <p:childTnLst>
                                    <p:animRot by="5400000">
                                      <p:cBhvr>
                                        <p:cTn id="42" dur="500" fill="hold"/>
                                        <p:tgtEl>
                                          <p:spTgt spid="161"/>
                                        </p:tgtEl>
                                        <p:attrNameLst>
                                          <p:attrName>r</p:attrName>
                                        </p:attrNameLst>
                                      </p:cBhvr>
                                    </p:animRot>
                                  </p:childTnLst>
                                </p:cTn>
                              </p:par>
                            </p:childTnLst>
                          </p:cTn>
                        </p:par>
                        <p:par>
                          <p:cTn id="43" fill="hold">
                            <p:stCondLst>
                              <p:cond delay="4000"/>
                            </p:stCondLst>
                            <p:childTnLst>
                              <p:par>
                                <p:cTn id="44" presetID="10" presetClass="entr" presetSubtype="0" fill="hold" nodeType="afterEffect">
                                  <p:stCondLst>
                                    <p:cond delay="0"/>
                                  </p:stCondLst>
                                  <p:childTnLst>
                                    <p:set>
                                      <p:cBhvr>
                                        <p:cTn id="45" dur="1" fill="hold">
                                          <p:stCondLst>
                                            <p:cond delay="0"/>
                                          </p:stCondLst>
                                        </p:cTn>
                                        <p:tgtEl>
                                          <p:spTgt spid="162"/>
                                        </p:tgtEl>
                                        <p:attrNameLst>
                                          <p:attrName>style.visibility</p:attrName>
                                        </p:attrNameLst>
                                      </p:cBhvr>
                                      <p:to>
                                        <p:strVal val="visible"/>
                                      </p:to>
                                    </p:set>
                                    <p:animEffect transition="in" filter="fade">
                                      <p:cBhvr>
                                        <p:cTn id="46" dur="500"/>
                                        <p:tgtEl>
                                          <p:spTgt spid="162"/>
                                        </p:tgtEl>
                                      </p:cBhvr>
                                    </p:animEffect>
                                  </p:childTnLst>
                                </p:cTn>
                              </p:par>
                            </p:childTnLst>
                          </p:cTn>
                        </p:par>
                        <p:par>
                          <p:cTn id="47" fill="hold">
                            <p:stCondLst>
                              <p:cond delay="4500"/>
                            </p:stCondLst>
                            <p:childTnLst>
                              <p:par>
                                <p:cTn id="48" presetID="10" presetClass="entr" presetSubtype="0" fill="hold" grpId="0" nodeType="afterEffect">
                                  <p:stCondLst>
                                    <p:cond delay="0"/>
                                  </p:stCondLst>
                                  <p:childTnLst>
                                    <p:set>
                                      <p:cBhvr>
                                        <p:cTn id="49" dur="1" fill="hold">
                                          <p:stCondLst>
                                            <p:cond delay="0"/>
                                          </p:stCondLst>
                                        </p:cTn>
                                        <p:tgtEl>
                                          <p:spTgt spid="234"/>
                                        </p:tgtEl>
                                        <p:attrNameLst>
                                          <p:attrName>style.visibility</p:attrName>
                                        </p:attrNameLst>
                                      </p:cBhvr>
                                      <p:to>
                                        <p:strVal val="visible"/>
                                      </p:to>
                                    </p:set>
                                    <p:animEffect transition="in" filter="fade">
                                      <p:cBhvr>
                                        <p:cTn id="50" dur="500"/>
                                        <p:tgtEl>
                                          <p:spTgt spid="234"/>
                                        </p:tgtEl>
                                      </p:cBhvr>
                                    </p:animEffect>
                                  </p:childTnLst>
                                </p:cTn>
                              </p:par>
                            </p:childTnLst>
                          </p:cTn>
                        </p:par>
                        <p:par>
                          <p:cTn id="51" fill="hold">
                            <p:stCondLst>
                              <p:cond delay="5000"/>
                            </p:stCondLst>
                            <p:childTnLst>
                              <p:par>
                                <p:cTn id="52" presetID="10" presetClass="entr" presetSubtype="0" fill="hold" grpId="0" nodeType="afterEffect">
                                  <p:stCondLst>
                                    <p:cond delay="1500"/>
                                  </p:stCondLst>
                                  <p:childTnLst>
                                    <p:set>
                                      <p:cBhvr>
                                        <p:cTn id="53" dur="1" fill="hold">
                                          <p:stCondLst>
                                            <p:cond delay="0"/>
                                          </p:stCondLst>
                                        </p:cTn>
                                        <p:tgtEl>
                                          <p:spTgt spid="130"/>
                                        </p:tgtEl>
                                        <p:attrNameLst>
                                          <p:attrName>style.visibility</p:attrName>
                                        </p:attrNameLst>
                                      </p:cBhvr>
                                      <p:to>
                                        <p:strVal val="visible"/>
                                      </p:to>
                                    </p:set>
                                    <p:animEffect transition="in" filter="fade">
                                      <p:cBhvr>
                                        <p:cTn id="54" dur="500"/>
                                        <p:tgtEl>
                                          <p:spTgt spid="130"/>
                                        </p:tgtEl>
                                      </p:cBhvr>
                                    </p:animEffect>
                                  </p:childTnLst>
                                </p:cTn>
                              </p:par>
                              <p:par>
                                <p:cTn id="55" presetID="10" presetClass="entr" presetSubtype="0" fill="hold" grpId="0" nodeType="withEffect">
                                  <p:stCondLst>
                                    <p:cond delay="1500"/>
                                  </p:stCondLst>
                                  <p:childTnLst>
                                    <p:set>
                                      <p:cBhvr>
                                        <p:cTn id="56" dur="1" fill="hold">
                                          <p:stCondLst>
                                            <p:cond delay="0"/>
                                          </p:stCondLst>
                                        </p:cTn>
                                        <p:tgtEl>
                                          <p:spTgt spid="136"/>
                                        </p:tgtEl>
                                        <p:attrNameLst>
                                          <p:attrName>style.visibility</p:attrName>
                                        </p:attrNameLst>
                                      </p:cBhvr>
                                      <p:to>
                                        <p:strVal val="visible"/>
                                      </p:to>
                                    </p:set>
                                    <p:animEffect transition="in" filter="fade">
                                      <p:cBhvr>
                                        <p:cTn id="57" dur="500"/>
                                        <p:tgtEl>
                                          <p:spTgt spid="136"/>
                                        </p:tgtEl>
                                      </p:cBhvr>
                                    </p:animEffect>
                                  </p:childTnLst>
                                </p:cTn>
                              </p:par>
                              <p:par>
                                <p:cTn id="58" presetID="10" presetClass="entr" presetSubtype="0" fill="hold" nodeType="withEffect">
                                  <p:stCondLst>
                                    <p:cond delay="1500"/>
                                  </p:stCondLst>
                                  <p:childTnLst>
                                    <p:set>
                                      <p:cBhvr>
                                        <p:cTn id="59" dur="1" fill="hold">
                                          <p:stCondLst>
                                            <p:cond delay="0"/>
                                          </p:stCondLst>
                                        </p:cTn>
                                        <p:tgtEl>
                                          <p:spTgt spid="171"/>
                                        </p:tgtEl>
                                        <p:attrNameLst>
                                          <p:attrName>style.visibility</p:attrName>
                                        </p:attrNameLst>
                                      </p:cBhvr>
                                      <p:to>
                                        <p:strVal val="visible"/>
                                      </p:to>
                                    </p:set>
                                    <p:animEffect transition="in" filter="fade">
                                      <p:cBhvr>
                                        <p:cTn id="60" dur="500"/>
                                        <p:tgtEl>
                                          <p:spTgt spid="171"/>
                                        </p:tgtEl>
                                      </p:cBhvr>
                                    </p:animEffect>
                                  </p:childTnLst>
                                </p:cTn>
                              </p:par>
                              <p:par>
                                <p:cTn id="61" presetID="10" presetClass="entr" presetSubtype="0" fill="hold" nodeType="withEffect">
                                  <p:stCondLst>
                                    <p:cond delay="1500"/>
                                  </p:stCondLst>
                                  <p:childTnLst>
                                    <p:set>
                                      <p:cBhvr>
                                        <p:cTn id="62" dur="1" fill="hold">
                                          <p:stCondLst>
                                            <p:cond delay="0"/>
                                          </p:stCondLst>
                                        </p:cTn>
                                        <p:tgtEl>
                                          <p:spTgt spid="175"/>
                                        </p:tgtEl>
                                        <p:attrNameLst>
                                          <p:attrName>style.visibility</p:attrName>
                                        </p:attrNameLst>
                                      </p:cBhvr>
                                      <p:to>
                                        <p:strVal val="visible"/>
                                      </p:to>
                                    </p:set>
                                    <p:animEffect transition="in" filter="fade">
                                      <p:cBhvr>
                                        <p:cTn id="63" dur="500"/>
                                        <p:tgtEl>
                                          <p:spTgt spid="175"/>
                                        </p:tgtEl>
                                      </p:cBhvr>
                                    </p:animEffect>
                                  </p:childTnLst>
                                </p:cTn>
                              </p:par>
                              <p:par>
                                <p:cTn id="64" presetID="10" presetClass="entr" presetSubtype="0" fill="hold" grpId="0" nodeType="withEffect">
                                  <p:stCondLst>
                                    <p:cond delay="1500"/>
                                  </p:stCondLst>
                                  <p:childTnLst>
                                    <p:set>
                                      <p:cBhvr>
                                        <p:cTn id="65" dur="1" fill="hold">
                                          <p:stCondLst>
                                            <p:cond delay="0"/>
                                          </p:stCondLst>
                                        </p:cTn>
                                        <p:tgtEl>
                                          <p:spTgt spid="184"/>
                                        </p:tgtEl>
                                        <p:attrNameLst>
                                          <p:attrName>style.visibility</p:attrName>
                                        </p:attrNameLst>
                                      </p:cBhvr>
                                      <p:to>
                                        <p:strVal val="visible"/>
                                      </p:to>
                                    </p:set>
                                    <p:animEffect transition="in" filter="fade">
                                      <p:cBhvr>
                                        <p:cTn id="66" dur="500"/>
                                        <p:tgtEl>
                                          <p:spTgt spid="184"/>
                                        </p:tgtEl>
                                      </p:cBhvr>
                                    </p:animEffect>
                                  </p:childTnLst>
                                </p:cTn>
                              </p:par>
                              <p:par>
                                <p:cTn id="67" presetID="10" presetClass="entr" presetSubtype="0" fill="hold" grpId="0" nodeType="withEffect">
                                  <p:stCondLst>
                                    <p:cond delay="1500"/>
                                  </p:stCondLst>
                                  <p:childTnLst>
                                    <p:set>
                                      <p:cBhvr>
                                        <p:cTn id="68" dur="1" fill="hold">
                                          <p:stCondLst>
                                            <p:cond delay="0"/>
                                          </p:stCondLst>
                                        </p:cTn>
                                        <p:tgtEl>
                                          <p:spTgt spid="233"/>
                                        </p:tgtEl>
                                        <p:attrNameLst>
                                          <p:attrName>style.visibility</p:attrName>
                                        </p:attrNameLst>
                                      </p:cBhvr>
                                      <p:to>
                                        <p:strVal val="visible"/>
                                      </p:to>
                                    </p:set>
                                    <p:animEffect transition="in" filter="fade">
                                      <p:cBhvr>
                                        <p:cTn id="69" dur="500"/>
                                        <p:tgtEl>
                                          <p:spTgt spid="233"/>
                                        </p:tgtEl>
                                      </p:cBhvr>
                                    </p:animEffect>
                                  </p:childTnLst>
                                </p:cTn>
                              </p:par>
                              <p:par>
                                <p:cTn id="70" presetID="10" presetClass="entr" presetSubtype="0" fill="hold" grpId="0" nodeType="withEffect">
                                  <p:stCondLst>
                                    <p:cond delay="1500"/>
                                  </p:stCondLst>
                                  <p:childTnLst>
                                    <p:set>
                                      <p:cBhvr>
                                        <p:cTn id="71" dur="1" fill="hold">
                                          <p:stCondLst>
                                            <p:cond delay="0"/>
                                          </p:stCondLst>
                                        </p:cTn>
                                        <p:tgtEl>
                                          <p:spTgt spid="235"/>
                                        </p:tgtEl>
                                        <p:attrNameLst>
                                          <p:attrName>style.visibility</p:attrName>
                                        </p:attrNameLst>
                                      </p:cBhvr>
                                      <p:to>
                                        <p:strVal val="visible"/>
                                      </p:to>
                                    </p:set>
                                    <p:animEffect transition="in" filter="fade">
                                      <p:cBhvr>
                                        <p:cTn id="72" dur="500"/>
                                        <p:tgtEl>
                                          <p:spTgt spid="235"/>
                                        </p:tgtEl>
                                      </p:cBhvr>
                                    </p:animEffect>
                                  </p:childTnLst>
                                </p:cTn>
                              </p:par>
                              <p:par>
                                <p:cTn id="73" presetID="22" presetClass="entr" presetSubtype="8" fill="hold" grpId="0" nodeType="withEffect">
                                  <p:stCondLst>
                                    <p:cond delay="1500"/>
                                  </p:stCondLst>
                                  <p:childTnLst>
                                    <p:set>
                                      <p:cBhvr>
                                        <p:cTn id="74" dur="1" fill="hold">
                                          <p:stCondLst>
                                            <p:cond delay="0"/>
                                          </p:stCondLst>
                                        </p:cTn>
                                        <p:tgtEl>
                                          <p:spTgt spid="134"/>
                                        </p:tgtEl>
                                        <p:attrNameLst>
                                          <p:attrName>style.visibility</p:attrName>
                                        </p:attrNameLst>
                                      </p:cBhvr>
                                      <p:to>
                                        <p:strVal val="visible"/>
                                      </p:to>
                                    </p:set>
                                    <p:animEffect transition="in" filter="wipe(left)">
                                      <p:cBhvr>
                                        <p:cTn id="75" dur="500"/>
                                        <p:tgtEl>
                                          <p:spTgt spid="134"/>
                                        </p:tgtEl>
                                      </p:cBhvr>
                                    </p:animEffect>
                                  </p:childTnLst>
                                </p:cTn>
                              </p:par>
                              <p:par>
                                <p:cTn id="76" presetID="10" presetClass="entr" presetSubtype="0" fill="hold" grpId="0" nodeType="withEffect">
                                  <p:stCondLst>
                                    <p:cond delay="1500"/>
                                  </p:stCondLst>
                                  <p:childTnLst>
                                    <p:set>
                                      <p:cBhvr>
                                        <p:cTn id="77" dur="1" fill="hold">
                                          <p:stCondLst>
                                            <p:cond delay="0"/>
                                          </p:stCondLst>
                                        </p:cTn>
                                        <p:tgtEl>
                                          <p:spTgt spid="251"/>
                                        </p:tgtEl>
                                        <p:attrNameLst>
                                          <p:attrName>style.visibility</p:attrName>
                                        </p:attrNameLst>
                                      </p:cBhvr>
                                      <p:to>
                                        <p:strVal val="visible"/>
                                      </p:to>
                                    </p:set>
                                    <p:animEffect transition="in" filter="fade">
                                      <p:cBhvr>
                                        <p:cTn id="78" dur="500"/>
                                        <p:tgtEl>
                                          <p:spTgt spid="251"/>
                                        </p:tgtEl>
                                      </p:cBhvr>
                                    </p:animEffect>
                                  </p:childTnLst>
                                </p:cTn>
                              </p:par>
                              <p:par>
                                <p:cTn id="79" presetID="10" presetClass="entr" presetSubtype="0" fill="hold" nodeType="withEffect">
                                  <p:stCondLst>
                                    <p:cond delay="1500"/>
                                  </p:stCondLst>
                                  <p:childTnLst>
                                    <p:set>
                                      <p:cBhvr>
                                        <p:cTn id="80" dur="1" fill="hold">
                                          <p:stCondLst>
                                            <p:cond delay="0"/>
                                          </p:stCondLst>
                                        </p:cTn>
                                        <p:tgtEl>
                                          <p:spTgt spid="252"/>
                                        </p:tgtEl>
                                        <p:attrNameLst>
                                          <p:attrName>style.visibility</p:attrName>
                                        </p:attrNameLst>
                                      </p:cBhvr>
                                      <p:to>
                                        <p:strVal val="visible"/>
                                      </p:to>
                                    </p:set>
                                    <p:animEffect transition="in" filter="fade">
                                      <p:cBhvr>
                                        <p:cTn id="81" dur="500"/>
                                        <p:tgtEl>
                                          <p:spTgt spid="252"/>
                                        </p:tgtEl>
                                      </p:cBhvr>
                                    </p:animEffect>
                                  </p:childTnLst>
                                </p:cTn>
                              </p:par>
                              <p:par>
                                <p:cTn id="82" presetID="10" presetClass="entr" presetSubtype="0" fill="hold" nodeType="withEffect">
                                  <p:stCondLst>
                                    <p:cond delay="1500"/>
                                  </p:stCondLst>
                                  <p:childTnLst>
                                    <p:set>
                                      <p:cBhvr>
                                        <p:cTn id="83" dur="1" fill="hold">
                                          <p:stCondLst>
                                            <p:cond delay="0"/>
                                          </p:stCondLst>
                                        </p:cTn>
                                        <p:tgtEl>
                                          <p:spTgt spid="402"/>
                                        </p:tgtEl>
                                        <p:attrNameLst>
                                          <p:attrName>style.visibility</p:attrName>
                                        </p:attrNameLst>
                                      </p:cBhvr>
                                      <p:to>
                                        <p:strVal val="visible"/>
                                      </p:to>
                                    </p:set>
                                    <p:animEffect transition="in" filter="fade">
                                      <p:cBhvr>
                                        <p:cTn id="84" dur="500"/>
                                        <p:tgtEl>
                                          <p:spTgt spid="402"/>
                                        </p:tgtEl>
                                      </p:cBhvr>
                                    </p:animEffect>
                                  </p:childTnLst>
                                </p:cTn>
                              </p:par>
                            </p:childTnLst>
                          </p:cTn>
                        </p:par>
                        <p:par>
                          <p:cTn id="85" fill="hold">
                            <p:stCondLst>
                              <p:cond delay="7000"/>
                            </p:stCondLst>
                            <p:childTnLst>
                              <p:par>
                                <p:cTn id="86" presetID="10" presetClass="entr" presetSubtype="0" fill="hold" grpId="0" nodeType="afterEffect">
                                  <p:stCondLst>
                                    <p:cond delay="0"/>
                                  </p:stCondLst>
                                  <p:childTnLst>
                                    <p:set>
                                      <p:cBhvr>
                                        <p:cTn id="87" dur="1" fill="hold">
                                          <p:stCondLst>
                                            <p:cond delay="0"/>
                                          </p:stCondLst>
                                        </p:cTn>
                                        <p:tgtEl>
                                          <p:spTgt spid="51"/>
                                        </p:tgtEl>
                                        <p:attrNameLst>
                                          <p:attrName>style.visibility</p:attrName>
                                        </p:attrNameLst>
                                      </p:cBhvr>
                                      <p:to>
                                        <p:strVal val="visible"/>
                                      </p:to>
                                    </p:set>
                                    <p:animEffect transition="in" filter="fade">
                                      <p:cBhvr>
                                        <p:cTn id="88" dur="500"/>
                                        <p:tgtEl>
                                          <p:spTgt spid="51"/>
                                        </p:tgtEl>
                                      </p:cBhvr>
                                    </p:animEffect>
                                  </p:childTnLst>
                                </p:cTn>
                              </p:par>
                            </p:childTnLst>
                          </p:cTn>
                        </p:par>
                        <p:par>
                          <p:cTn id="89" fill="hold">
                            <p:stCondLst>
                              <p:cond delay="7500"/>
                            </p:stCondLst>
                            <p:childTnLst>
                              <p:par>
                                <p:cTn id="90" presetID="26" presetClass="emph" presetSubtype="0" fill="hold" grpId="1" nodeType="afterEffect">
                                  <p:stCondLst>
                                    <p:cond delay="500"/>
                                  </p:stCondLst>
                                  <p:childTnLst>
                                    <p:animEffect transition="out" filter="fade">
                                      <p:cBhvr>
                                        <p:cTn id="91" dur="500" tmFilter="0, 0; .2, .5; .8, .5; 1, 0"/>
                                        <p:tgtEl>
                                          <p:spTgt spid="51"/>
                                        </p:tgtEl>
                                      </p:cBhvr>
                                    </p:animEffect>
                                    <p:animScale>
                                      <p:cBhvr>
                                        <p:cTn id="92" dur="250" autoRev="1" fill="hold"/>
                                        <p:tgtEl>
                                          <p:spTgt spid="51"/>
                                        </p:tgtEl>
                                      </p:cBhvr>
                                      <p:by x="105000" y="105000"/>
                                    </p:animScale>
                                  </p:childTnLst>
                                </p:cTn>
                              </p:par>
                            </p:childTnLst>
                          </p:cTn>
                        </p:par>
                        <p:par>
                          <p:cTn id="93" fill="hold">
                            <p:stCondLst>
                              <p:cond delay="8500"/>
                            </p:stCondLst>
                            <p:childTnLst>
                              <p:par>
                                <p:cTn id="94" presetID="10" presetClass="entr" presetSubtype="0" fill="hold" grpId="0" nodeType="afterEffect">
                                  <p:stCondLst>
                                    <p:cond delay="1500"/>
                                  </p:stCondLst>
                                  <p:childTnLst>
                                    <p:set>
                                      <p:cBhvr>
                                        <p:cTn id="95" dur="1" fill="hold">
                                          <p:stCondLst>
                                            <p:cond delay="0"/>
                                          </p:stCondLst>
                                        </p:cTn>
                                        <p:tgtEl>
                                          <p:spTgt spid="243"/>
                                        </p:tgtEl>
                                        <p:attrNameLst>
                                          <p:attrName>style.visibility</p:attrName>
                                        </p:attrNameLst>
                                      </p:cBhvr>
                                      <p:to>
                                        <p:strVal val="visible"/>
                                      </p:to>
                                    </p:set>
                                    <p:animEffect transition="in" filter="fade">
                                      <p:cBhvr>
                                        <p:cTn id="96" dur="500"/>
                                        <p:tgtEl>
                                          <p:spTgt spid="243"/>
                                        </p:tgtEl>
                                      </p:cBhvr>
                                    </p:animEffect>
                                  </p:childTnLst>
                                </p:cTn>
                              </p:par>
                              <p:par>
                                <p:cTn id="97" presetID="10" presetClass="entr" presetSubtype="0" fill="hold" nodeType="withEffect">
                                  <p:stCondLst>
                                    <p:cond delay="1500"/>
                                  </p:stCondLst>
                                  <p:childTnLst>
                                    <p:set>
                                      <p:cBhvr>
                                        <p:cTn id="98" dur="1" fill="hold">
                                          <p:stCondLst>
                                            <p:cond delay="0"/>
                                          </p:stCondLst>
                                        </p:cTn>
                                        <p:tgtEl>
                                          <p:spTgt spid="245"/>
                                        </p:tgtEl>
                                        <p:attrNameLst>
                                          <p:attrName>style.visibility</p:attrName>
                                        </p:attrNameLst>
                                      </p:cBhvr>
                                      <p:to>
                                        <p:strVal val="visible"/>
                                      </p:to>
                                    </p:set>
                                    <p:animEffect transition="in" filter="fade">
                                      <p:cBhvr>
                                        <p:cTn id="99" dur="500"/>
                                        <p:tgtEl>
                                          <p:spTgt spid="245"/>
                                        </p:tgtEl>
                                      </p:cBhvr>
                                    </p:animEffect>
                                  </p:childTnLst>
                                </p:cTn>
                              </p:par>
                              <p:par>
                                <p:cTn id="100" presetID="10" presetClass="entr" presetSubtype="0" fill="hold" grpId="0" nodeType="withEffect">
                                  <p:stCondLst>
                                    <p:cond delay="1500"/>
                                  </p:stCondLst>
                                  <p:childTnLst>
                                    <p:set>
                                      <p:cBhvr>
                                        <p:cTn id="101" dur="1" fill="hold">
                                          <p:stCondLst>
                                            <p:cond delay="0"/>
                                          </p:stCondLst>
                                        </p:cTn>
                                        <p:tgtEl>
                                          <p:spTgt spid="249"/>
                                        </p:tgtEl>
                                        <p:attrNameLst>
                                          <p:attrName>style.visibility</p:attrName>
                                        </p:attrNameLst>
                                      </p:cBhvr>
                                      <p:to>
                                        <p:strVal val="visible"/>
                                      </p:to>
                                    </p:set>
                                    <p:animEffect transition="in" filter="fade">
                                      <p:cBhvr>
                                        <p:cTn id="102" dur="500"/>
                                        <p:tgtEl>
                                          <p:spTgt spid="249"/>
                                        </p:tgtEl>
                                      </p:cBhvr>
                                    </p:animEffect>
                                  </p:childTnLst>
                                </p:cTn>
                              </p:par>
                            </p:childTnLst>
                          </p:cTn>
                        </p:par>
                        <p:par>
                          <p:cTn id="103" fill="hold">
                            <p:stCondLst>
                              <p:cond delay="10500"/>
                            </p:stCondLst>
                            <p:childTnLst>
                              <p:par>
                                <p:cTn id="104" presetID="22" presetClass="entr" presetSubtype="8" fill="hold" grpId="0" nodeType="afterEffect">
                                  <p:stCondLst>
                                    <p:cond delay="0"/>
                                  </p:stCondLst>
                                  <p:childTnLst>
                                    <p:set>
                                      <p:cBhvr>
                                        <p:cTn id="105" dur="1" fill="hold">
                                          <p:stCondLst>
                                            <p:cond delay="0"/>
                                          </p:stCondLst>
                                        </p:cTn>
                                        <p:tgtEl>
                                          <p:spTgt spid="250"/>
                                        </p:tgtEl>
                                        <p:attrNameLst>
                                          <p:attrName>style.visibility</p:attrName>
                                        </p:attrNameLst>
                                      </p:cBhvr>
                                      <p:to>
                                        <p:strVal val="visible"/>
                                      </p:to>
                                    </p:set>
                                    <p:animEffect transition="in" filter="wipe(left)">
                                      <p:cBhvr>
                                        <p:cTn id="106" dur="500"/>
                                        <p:tgtEl>
                                          <p:spTgt spid="250"/>
                                        </p:tgtEl>
                                      </p:cBhvr>
                                    </p:animEffect>
                                  </p:childTnLst>
                                </p:cTn>
                              </p:par>
                            </p:childTnLst>
                          </p:cTn>
                        </p:par>
                        <p:par>
                          <p:cTn id="107" fill="hold">
                            <p:stCondLst>
                              <p:cond delay="11000"/>
                            </p:stCondLst>
                            <p:childTnLst>
                              <p:par>
                                <p:cTn id="108" presetID="22" presetClass="entr" presetSubtype="8" fill="hold" grpId="0" nodeType="afterEffect">
                                  <p:stCondLst>
                                    <p:cond delay="0"/>
                                  </p:stCondLst>
                                  <p:childTnLst>
                                    <p:set>
                                      <p:cBhvr>
                                        <p:cTn id="109" dur="1" fill="hold">
                                          <p:stCondLst>
                                            <p:cond delay="0"/>
                                          </p:stCondLst>
                                        </p:cTn>
                                        <p:tgtEl>
                                          <p:spTgt spid="183"/>
                                        </p:tgtEl>
                                        <p:attrNameLst>
                                          <p:attrName>style.visibility</p:attrName>
                                        </p:attrNameLst>
                                      </p:cBhvr>
                                      <p:to>
                                        <p:strVal val="visible"/>
                                      </p:to>
                                    </p:set>
                                    <p:animEffect transition="in" filter="wipe(left)">
                                      <p:cBhvr>
                                        <p:cTn id="110" dur="500"/>
                                        <p:tgtEl>
                                          <p:spTgt spid="183"/>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263"/>
                                        </p:tgtEl>
                                        <p:attrNameLst>
                                          <p:attrName>style.visibility</p:attrName>
                                        </p:attrNameLst>
                                      </p:cBhvr>
                                      <p:to>
                                        <p:strVal val="visible"/>
                                      </p:to>
                                    </p:set>
                                    <p:animEffect transition="in" filter="fade">
                                      <p:cBhvr>
                                        <p:cTn id="113" dur="500"/>
                                        <p:tgtEl>
                                          <p:spTgt spid="263"/>
                                        </p:tgtEl>
                                      </p:cBhvr>
                                    </p:animEffect>
                                  </p:childTnLst>
                                </p:cTn>
                              </p:par>
                              <p:par>
                                <p:cTn id="114" presetID="10" presetClass="entr" presetSubtype="0" fill="hold" nodeType="withEffect">
                                  <p:stCondLst>
                                    <p:cond delay="0"/>
                                  </p:stCondLst>
                                  <p:childTnLst>
                                    <p:set>
                                      <p:cBhvr>
                                        <p:cTn id="115" dur="1" fill="hold">
                                          <p:stCondLst>
                                            <p:cond delay="0"/>
                                          </p:stCondLst>
                                        </p:cTn>
                                        <p:tgtEl>
                                          <p:spTgt spid="269"/>
                                        </p:tgtEl>
                                        <p:attrNameLst>
                                          <p:attrName>style.visibility</p:attrName>
                                        </p:attrNameLst>
                                      </p:cBhvr>
                                      <p:to>
                                        <p:strVal val="visible"/>
                                      </p:to>
                                    </p:set>
                                    <p:animEffect transition="in" filter="fade">
                                      <p:cBhvr>
                                        <p:cTn id="116" dur="500"/>
                                        <p:tgtEl>
                                          <p:spTgt spid="269"/>
                                        </p:tgtEl>
                                      </p:cBhvr>
                                    </p:animEffect>
                                  </p:childTnLst>
                                </p:cTn>
                              </p:par>
                              <p:par>
                                <p:cTn id="117" presetID="10" presetClass="entr" presetSubtype="0" fill="hold" nodeType="withEffect">
                                  <p:stCondLst>
                                    <p:cond delay="0"/>
                                  </p:stCondLst>
                                  <p:childTnLst>
                                    <p:set>
                                      <p:cBhvr>
                                        <p:cTn id="118" dur="1" fill="hold">
                                          <p:stCondLst>
                                            <p:cond delay="0"/>
                                          </p:stCondLst>
                                        </p:cTn>
                                        <p:tgtEl>
                                          <p:spTgt spid="272"/>
                                        </p:tgtEl>
                                        <p:attrNameLst>
                                          <p:attrName>style.visibility</p:attrName>
                                        </p:attrNameLst>
                                      </p:cBhvr>
                                      <p:to>
                                        <p:strVal val="visible"/>
                                      </p:to>
                                    </p:set>
                                    <p:animEffect transition="in" filter="fade">
                                      <p:cBhvr>
                                        <p:cTn id="119" dur="500"/>
                                        <p:tgtEl>
                                          <p:spTgt spid="272"/>
                                        </p:tgtEl>
                                      </p:cBhvr>
                                    </p:animEffect>
                                  </p:childTnLst>
                                </p:cTn>
                              </p:par>
                              <p:par>
                                <p:cTn id="120" presetID="10" presetClass="entr" presetSubtype="0" fill="hold" nodeType="withEffect">
                                  <p:stCondLst>
                                    <p:cond delay="0"/>
                                  </p:stCondLst>
                                  <p:childTnLst>
                                    <p:set>
                                      <p:cBhvr>
                                        <p:cTn id="121" dur="1" fill="hold">
                                          <p:stCondLst>
                                            <p:cond delay="0"/>
                                          </p:stCondLst>
                                        </p:cTn>
                                        <p:tgtEl>
                                          <p:spTgt spid="407"/>
                                        </p:tgtEl>
                                        <p:attrNameLst>
                                          <p:attrName>style.visibility</p:attrName>
                                        </p:attrNameLst>
                                      </p:cBhvr>
                                      <p:to>
                                        <p:strVal val="visible"/>
                                      </p:to>
                                    </p:set>
                                    <p:animEffect transition="in" filter="fade">
                                      <p:cBhvr>
                                        <p:cTn id="122" dur="500"/>
                                        <p:tgtEl>
                                          <p:spTgt spid="407"/>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409"/>
                                        </p:tgtEl>
                                        <p:attrNameLst>
                                          <p:attrName>style.visibility</p:attrName>
                                        </p:attrNameLst>
                                      </p:cBhvr>
                                      <p:to>
                                        <p:strVal val="visible"/>
                                      </p:to>
                                    </p:set>
                                    <p:animEffect transition="in" filter="fade">
                                      <p:cBhvr>
                                        <p:cTn id="125" dur="500"/>
                                        <p:tgtEl>
                                          <p:spTgt spid="409"/>
                                        </p:tgtEl>
                                      </p:cBhvr>
                                    </p:animEffect>
                                  </p:childTnLst>
                                </p:cTn>
                              </p:par>
                              <p:par>
                                <p:cTn id="126" presetID="10" presetClass="entr" presetSubtype="0" fill="hold" grpId="0" nodeType="withEffect">
                                  <p:stCondLst>
                                    <p:cond delay="0"/>
                                  </p:stCondLst>
                                  <p:childTnLst>
                                    <p:set>
                                      <p:cBhvr>
                                        <p:cTn id="127" dur="1" fill="hold">
                                          <p:stCondLst>
                                            <p:cond delay="0"/>
                                          </p:stCondLst>
                                        </p:cTn>
                                        <p:tgtEl>
                                          <p:spTgt spid="410"/>
                                        </p:tgtEl>
                                        <p:attrNameLst>
                                          <p:attrName>style.visibility</p:attrName>
                                        </p:attrNameLst>
                                      </p:cBhvr>
                                      <p:to>
                                        <p:strVal val="visible"/>
                                      </p:to>
                                    </p:set>
                                    <p:animEffect transition="in" filter="fade">
                                      <p:cBhvr>
                                        <p:cTn id="128" dur="500"/>
                                        <p:tgtEl>
                                          <p:spTgt spid="410"/>
                                        </p:tgtEl>
                                      </p:cBhvr>
                                    </p:animEffect>
                                  </p:childTnLst>
                                </p:cTn>
                              </p:par>
                              <p:par>
                                <p:cTn id="129" presetID="10" presetClass="entr" presetSubtype="0" fill="hold" nodeType="withEffect">
                                  <p:stCondLst>
                                    <p:cond delay="0"/>
                                  </p:stCondLst>
                                  <p:childTnLst>
                                    <p:set>
                                      <p:cBhvr>
                                        <p:cTn id="130" dur="1" fill="hold">
                                          <p:stCondLst>
                                            <p:cond delay="0"/>
                                          </p:stCondLst>
                                        </p:cTn>
                                        <p:tgtEl>
                                          <p:spTgt spid="411"/>
                                        </p:tgtEl>
                                        <p:attrNameLst>
                                          <p:attrName>style.visibility</p:attrName>
                                        </p:attrNameLst>
                                      </p:cBhvr>
                                      <p:to>
                                        <p:strVal val="visible"/>
                                      </p:to>
                                    </p:set>
                                    <p:animEffect transition="in" filter="fade">
                                      <p:cBhvr>
                                        <p:cTn id="131" dur="500"/>
                                        <p:tgtEl>
                                          <p:spTgt spid="411"/>
                                        </p:tgtEl>
                                      </p:cBhvr>
                                    </p:animEffect>
                                  </p:childTnLst>
                                </p:cTn>
                              </p:par>
                              <p:par>
                                <p:cTn id="132" presetID="10" presetClass="entr" presetSubtype="0" fill="hold" grpId="0" nodeType="withEffect">
                                  <p:stCondLst>
                                    <p:cond delay="0"/>
                                  </p:stCondLst>
                                  <p:childTnLst>
                                    <p:set>
                                      <p:cBhvr>
                                        <p:cTn id="133" dur="1" fill="hold">
                                          <p:stCondLst>
                                            <p:cond delay="0"/>
                                          </p:stCondLst>
                                        </p:cTn>
                                        <p:tgtEl>
                                          <p:spTgt spid="412"/>
                                        </p:tgtEl>
                                        <p:attrNameLst>
                                          <p:attrName>style.visibility</p:attrName>
                                        </p:attrNameLst>
                                      </p:cBhvr>
                                      <p:to>
                                        <p:strVal val="visible"/>
                                      </p:to>
                                    </p:set>
                                    <p:animEffect transition="in" filter="fade">
                                      <p:cBhvr>
                                        <p:cTn id="134" dur="500"/>
                                        <p:tgtEl>
                                          <p:spTgt spid="412"/>
                                        </p:tgtEl>
                                      </p:cBhvr>
                                    </p:animEffect>
                                  </p:childTnLst>
                                </p:cTn>
                              </p:par>
                              <p:par>
                                <p:cTn id="135" presetID="10" presetClass="entr" presetSubtype="0" fill="hold" nodeType="withEffect">
                                  <p:stCondLst>
                                    <p:cond delay="0"/>
                                  </p:stCondLst>
                                  <p:childTnLst>
                                    <p:set>
                                      <p:cBhvr>
                                        <p:cTn id="136" dur="1" fill="hold">
                                          <p:stCondLst>
                                            <p:cond delay="0"/>
                                          </p:stCondLst>
                                        </p:cTn>
                                        <p:tgtEl>
                                          <p:spTgt spid="6"/>
                                        </p:tgtEl>
                                        <p:attrNameLst>
                                          <p:attrName>style.visibility</p:attrName>
                                        </p:attrNameLst>
                                      </p:cBhvr>
                                      <p:to>
                                        <p:strVal val="visible"/>
                                      </p:to>
                                    </p:set>
                                    <p:animEffect transition="in" filter="fade">
                                      <p:cBhvr>
                                        <p:cTn id="137" dur="500"/>
                                        <p:tgtEl>
                                          <p:spTgt spid="6"/>
                                        </p:tgtEl>
                                      </p:cBhvr>
                                    </p:animEffect>
                                  </p:childTnLst>
                                </p:cTn>
                              </p:par>
                            </p:childTnLst>
                          </p:cTn>
                        </p:par>
                        <p:par>
                          <p:cTn id="138" fill="hold">
                            <p:stCondLst>
                              <p:cond delay="11500"/>
                            </p:stCondLst>
                            <p:childTnLst>
                              <p:par>
                                <p:cTn id="139" presetID="10" presetClass="entr" presetSubtype="0" fill="hold" grpId="0" nodeType="afterEffect">
                                  <p:stCondLst>
                                    <p:cond delay="0"/>
                                  </p:stCondLst>
                                  <p:childTnLst>
                                    <p:set>
                                      <p:cBhvr>
                                        <p:cTn id="140" dur="1" fill="hold">
                                          <p:stCondLst>
                                            <p:cond delay="0"/>
                                          </p:stCondLst>
                                        </p:cTn>
                                        <p:tgtEl>
                                          <p:spTgt spid="52"/>
                                        </p:tgtEl>
                                        <p:attrNameLst>
                                          <p:attrName>style.visibility</p:attrName>
                                        </p:attrNameLst>
                                      </p:cBhvr>
                                      <p:to>
                                        <p:strVal val="visible"/>
                                      </p:to>
                                    </p:set>
                                    <p:animEffect transition="in" filter="fade">
                                      <p:cBhvr>
                                        <p:cTn id="141" dur="500"/>
                                        <p:tgtEl>
                                          <p:spTgt spid="52"/>
                                        </p:tgtEl>
                                      </p:cBhvr>
                                    </p:animEffect>
                                  </p:childTnLst>
                                </p:cTn>
                              </p:par>
                            </p:childTnLst>
                          </p:cTn>
                        </p:par>
                        <p:par>
                          <p:cTn id="142" fill="hold">
                            <p:stCondLst>
                              <p:cond delay="12000"/>
                            </p:stCondLst>
                            <p:childTnLst>
                              <p:par>
                                <p:cTn id="143" presetID="26" presetClass="emph" presetSubtype="0" fill="hold" grpId="1" nodeType="afterEffect">
                                  <p:stCondLst>
                                    <p:cond delay="500"/>
                                  </p:stCondLst>
                                  <p:childTnLst>
                                    <p:animEffect transition="out" filter="fade">
                                      <p:cBhvr>
                                        <p:cTn id="144" dur="500" tmFilter="0, 0; .2, .5; .8, .5; 1, 0"/>
                                        <p:tgtEl>
                                          <p:spTgt spid="52"/>
                                        </p:tgtEl>
                                      </p:cBhvr>
                                    </p:animEffect>
                                    <p:animScale>
                                      <p:cBhvr>
                                        <p:cTn id="145" dur="250" autoRev="1" fill="hold"/>
                                        <p:tgtEl>
                                          <p:spTgt spid="52"/>
                                        </p:tgtEl>
                                      </p:cBhvr>
                                      <p:by x="105000" y="105000"/>
                                    </p:animScale>
                                  </p:childTnLst>
                                </p:cTn>
                              </p:par>
                            </p:childTnLst>
                          </p:cTn>
                        </p:par>
                        <p:par>
                          <p:cTn id="146" fill="hold">
                            <p:stCondLst>
                              <p:cond delay="13000"/>
                            </p:stCondLst>
                            <p:childTnLst>
                              <p:par>
                                <p:cTn id="147" presetID="10" presetClass="entr" presetSubtype="0" fill="hold" nodeType="afterEffect">
                                  <p:stCondLst>
                                    <p:cond delay="1500"/>
                                  </p:stCondLst>
                                  <p:childTnLst>
                                    <p:set>
                                      <p:cBhvr>
                                        <p:cTn id="148" dur="1" fill="hold">
                                          <p:stCondLst>
                                            <p:cond delay="0"/>
                                          </p:stCondLst>
                                        </p:cTn>
                                        <p:tgtEl>
                                          <p:spTgt spid="44"/>
                                        </p:tgtEl>
                                        <p:attrNameLst>
                                          <p:attrName>style.visibility</p:attrName>
                                        </p:attrNameLst>
                                      </p:cBhvr>
                                      <p:to>
                                        <p:strVal val="visible"/>
                                      </p:to>
                                    </p:set>
                                    <p:animEffect transition="in" filter="fade">
                                      <p:cBhvr>
                                        <p:cTn id="149" dur="500"/>
                                        <p:tgtEl>
                                          <p:spTgt spid="44"/>
                                        </p:tgtEl>
                                      </p:cBhvr>
                                    </p:animEffect>
                                  </p:childTnLst>
                                </p:cTn>
                              </p:par>
                            </p:childTnLst>
                          </p:cTn>
                        </p:par>
                        <p:par>
                          <p:cTn id="150" fill="hold">
                            <p:stCondLst>
                              <p:cond delay="15000"/>
                            </p:stCondLst>
                            <p:childTnLst>
                              <p:par>
                                <p:cTn id="151" presetID="26" presetClass="emph" presetSubtype="0" fill="hold" nodeType="afterEffect">
                                  <p:stCondLst>
                                    <p:cond delay="0"/>
                                  </p:stCondLst>
                                  <p:childTnLst>
                                    <p:animEffect transition="out" filter="fade">
                                      <p:cBhvr>
                                        <p:cTn id="152" dur="500" tmFilter="0, 0; .2, .5; .8, .5; 1, 0"/>
                                        <p:tgtEl>
                                          <p:spTgt spid="44"/>
                                        </p:tgtEl>
                                      </p:cBhvr>
                                    </p:animEffect>
                                    <p:animScale>
                                      <p:cBhvr>
                                        <p:cTn id="153" dur="250" autoRev="1" fill="hold"/>
                                        <p:tgtEl>
                                          <p:spTgt spid="44"/>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P spid="130" grpId="0"/>
      <p:bldP spid="136" grpId="0"/>
      <p:bldP spid="184" grpId="0" animBg="1"/>
      <p:bldP spid="229" grpId="0"/>
      <p:bldP spid="229" grpId="1"/>
      <p:bldP spid="233" grpId="0"/>
      <p:bldP spid="231" grpId="0" animBg="1"/>
      <p:bldP spid="160" grpId="0"/>
      <p:bldP spid="161" grpId="0" animBg="1"/>
      <p:bldP spid="161" grpId="1" animBg="1"/>
      <p:bldP spid="234" grpId="0" animBg="1"/>
      <p:bldP spid="235" grpId="0"/>
      <p:bldP spid="134" grpId="0" animBg="1"/>
      <p:bldP spid="243" grpId="0"/>
      <p:bldP spid="249" grpId="0" animBg="1"/>
      <p:bldP spid="250" grpId="0" animBg="1"/>
      <p:bldP spid="251" grpId="0" animBg="1"/>
      <p:bldP spid="183" grpId="0" animBg="1"/>
      <p:bldP spid="263" grpId="0"/>
      <p:bldP spid="409" grpId="0"/>
      <p:bldP spid="410" grpId="0"/>
      <p:bldP spid="412" grpId="0"/>
      <p:bldP spid="51" grpId="0" animBg="1"/>
      <p:bldP spid="51" grpId="1" animBg="1"/>
      <p:bldP spid="52" grpId="0" animBg="1"/>
      <p:bldP spid="52" grpId="1"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FAF11D-0F11-84E4-1116-312EA1D187E3}"/>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9389180B-A271-D11A-9383-7BE18E53B3BA}"/>
              </a:ext>
            </a:extLst>
          </p:cNvPr>
          <p:cNvSpPr/>
          <p:nvPr/>
        </p:nvSpPr>
        <p:spPr>
          <a:xfrm>
            <a:off x="3029788" y="2038353"/>
            <a:ext cx="1723657" cy="4071720"/>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5" name="Rectangle 4">
            <a:extLst>
              <a:ext uri="{FF2B5EF4-FFF2-40B4-BE49-F238E27FC236}">
                <a16:creationId xmlns:a16="http://schemas.microsoft.com/office/drawing/2014/main" id="{BFF5D22E-2E27-B3C4-89C9-7566A2645047}"/>
              </a:ext>
            </a:extLst>
          </p:cNvPr>
          <p:cNvSpPr/>
          <p:nvPr/>
        </p:nvSpPr>
        <p:spPr>
          <a:xfrm>
            <a:off x="6235012" y="2038352"/>
            <a:ext cx="1723657" cy="4071713"/>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2" name="Title 1">
            <a:extLst>
              <a:ext uri="{FF2B5EF4-FFF2-40B4-BE49-F238E27FC236}">
                <a16:creationId xmlns:a16="http://schemas.microsoft.com/office/drawing/2014/main" id="{B9B30CBA-F143-0180-3B35-C984B33F37C7}"/>
              </a:ext>
            </a:extLst>
          </p:cNvPr>
          <p:cNvSpPr>
            <a:spLocks noGrp="1"/>
          </p:cNvSpPr>
          <p:nvPr>
            <p:ph type="title"/>
          </p:nvPr>
        </p:nvSpPr>
        <p:spPr/>
        <p:txBody>
          <a:bodyPr/>
          <a:lstStyle/>
          <a:p>
            <a:r>
              <a:rPr lang="en-US" dirty="0"/>
              <a:t>Consume vSAN Storage Clusters Across Workload Domains in VCF</a:t>
            </a:r>
          </a:p>
        </p:txBody>
      </p:sp>
      <p:sp>
        <p:nvSpPr>
          <p:cNvPr id="3" name="Subtitle 2">
            <a:extLst>
              <a:ext uri="{FF2B5EF4-FFF2-40B4-BE49-F238E27FC236}">
                <a16:creationId xmlns:a16="http://schemas.microsoft.com/office/drawing/2014/main" id="{38CD4A40-D47F-E918-9A85-B2B911586787}"/>
              </a:ext>
            </a:extLst>
          </p:cNvPr>
          <p:cNvSpPr>
            <a:spLocks noGrp="1"/>
          </p:cNvSpPr>
          <p:nvPr>
            <p:ph type="subTitle" idx="10"/>
          </p:nvPr>
        </p:nvSpPr>
        <p:spPr/>
        <p:txBody>
          <a:bodyPr/>
          <a:lstStyle/>
          <a:p>
            <a:r>
              <a:rPr lang="en-US" dirty="0"/>
              <a:t>Cross-vCenter support for vSAN storage clusters</a:t>
            </a:r>
          </a:p>
        </p:txBody>
      </p:sp>
      <p:sp>
        <p:nvSpPr>
          <p:cNvPr id="4" name="Text Placeholder 3">
            <a:extLst>
              <a:ext uri="{FF2B5EF4-FFF2-40B4-BE49-F238E27FC236}">
                <a16:creationId xmlns:a16="http://schemas.microsoft.com/office/drawing/2014/main" id="{F4D44ABE-1A4F-1A2D-C43E-C1D4033240BC}"/>
              </a:ext>
            </a:extLst>
          </p:cNvPr>
          <p:cNvSpPr>
            <a:spLocks noGrp="1"/>
          </p:cNvSpPr>
          <p:nvPr>
            <p:ph type="body" sz="quarter" idx="17"/>
          </p:nvPr>
        </p:nvSpPr>
        <p:spPr/>
        <p:txBody>
          <a:bodyPr/>
          <a:lstStyle/>
          <a:p>
            <a:r>
              <a:rPr lang="en-US" dirty="0"/>
              <a:t>Consume </a:t>
            </a:r>
            <a:r>
              <a:rPr lang="en-US" b="1" dirty="0"/>
              <a:t>stretched and non-stretched</a:t>
            </a:r>
            <a:r>
              <a:rPr lang="en-US" dirty="0"/>
              <a:t> datastores across VCF boundaries that use </a:t>
            </a:r>
            <a:r>
              <a:rPr lang="en-US" b="1" dirty="0"/>
              <a:t>different vCenter Servers</a:t>
            </a:r>
          </a:p>
          <a:p>
            <a:pPr lvl="1"/>
            <a:r>
              <a:rPr lang="en-US" dirty="0"/>
              <a:t>Mount stretched cluster datastore to stretched vSphere cluster in another workload domain</a:t>
            </a:r>
          </a:p>
          <a:p>
            <a:pPr lvl="1"/>
            <a:r>
              <a:rPr lang="en-US" dirty="0"/>
              <a:t>Mount stretched cluster datastore to stretched vSphere cluster in another VCF instance</a:t>
            </a:r>
          </a:p>
          <a:p>
            <a:r>
              <a:rPr lang="en-US" dirty="0"/>
              <a:t>Applies to </a:t>
            </a:r>
            <a:r>
              <a:rPr lang="en-US" b="1" dirty="0"/>
              <a:t>vSAN storage clusters </a:t>
            </a:r>
            <a:r>
              <a:rPr lang="en-US" dirty="0"/>
              <a:t>and </a:t>
            </a:r>
            <a:r>
              <a:rPr lang="en-US" b="1" dirty="0"/>
              <a:t>vSAN HCI clusters </a:t>
            </a:r>
            <a:r>
              <a:rPr lang="en-US" dirty="0"/>
              <a:t>using datastore sharing</a:t>
            </a:r>
          </a:p>
          <a:p>
            <a:endParaRPr lang="en-US" dirty="0"/>
          </a:p>
        </p:txBody>
      </p:sp>
      <p:sp>
        <p:nvSpPr>
          <p:cNvPr id="7" name="TextBox 6">
            <a:extLst>
              <a:ext uri="{FF2B5EF4-FFF2-40B4-BE49-F238E27FC236}">
                <a16:creationId xmlns:a16="http://schemas.microsoft.com/office/drawing/2014/main" id="{4D3EBA19-F664-3B4D-4127-BE6515A4D45E}"/>
              </a:ext>
            </a:extLst>
          </p:cNvPr>
          <p:cNvSpPr txBox="1"/>
          <p:nvPr/>
        </p:nvSpPr>
        <p:spPr>
          <a:xfrm>
            <a:off x="1273598" y="4831385"/>
            <a:ext cx="1387283" cy="369332"/>
          </a:xfrm>
          <a:prstGeom prst="rect">
            <a:avLst/>
          </a:prstGeom>
        </p:spPr>
        <p:txBody>
          <a:bodyPr wrap="square" lIns="0" tIns="0" rIns="0" bIns="0" rtlCol="0">
            <a:spAutoFit/>
          </a:bodyPr>
          <a:lstStyle/>
          <a:p>
            <a:pPr algn="ctr">
              <a:spcAft>
                <a:spcPts val="600"/>
              </a:spcAft>
            </a:pPr>
            <a:r>
              <a:rPr lang="en-US" sz="1200" dirty="0">
                <a:solidFill>
                  <a:schemeClr val="tx2"/>
                </a:solidFill>
                <a:latin typeface="Arial" panose="020B0604020202020204" pitchFamily="34" charset="0"/>
              </a:rPr>
              <a:t>Site aware</a:t>
            </a:r>
            <a:br>
              <a:rPr lang="en-US" sz="1200" dirty="0">
                <a:solidFill>
                  <a:schemeClr val="tx2"/>
                </a:solidFill>
                <a:latin typeface="Arial" panose="020B0604020202020204" pitchFamily="34" charset="0"/>
              </a:rPr>
            </a:br>
            <a:r>
              <a:rPr lang="en-US" sz="1200" dirty="0">
                <a:solidFill>
                  <a:schemeClr val="accent2"/>
                </a:solidFill>
                <a:latin typeface="Arial" panose="020B0604020202020204" pitchFamily="34" charset="0"/>
              </a:rPr>
              <a:t>storage cluster</a:t>
            </a:r>
          </a:p>
        </p:txBody>
      </p:sp>
      <p:pic>
        <p:nvPicPr>
          <p:cNvPr id="39" name="Graphic 38">
            <a:extLst>
              <a:ext uri="{FF2B5EF4-FFF2-40B4-BE49-F238E27FC236}">
                <a16:creationId xmlns:a16="http://schemas.microsoft.com/office/drawing/2014/main" id="{B23F134D-4FF0-12A2-B2A7-F0D66C242AC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404100" y="5767985"/>
            <a:ext cx="180257" cy="211848"/>
          </a:xfrm>
          <a:prstGeom prst="rect">
            <a:avLst/>
          </a:prstGeom>
        </p:spPr>
      </p:pic>
      <p:sp>
        <p:nvSpPr>
          <p:cNvPr id="40" name="TextBox 39">
            <a:extLst>
              <a:ext uri="{FF2B5EF4-FFF2-40B4-BE49-F238E27FC236}">
                <a16:creationId xmlns:a16="http://schemas.microsoft.com/office/drawing/2014/main" id="{7CD9BB6C-559C-E791-A9D9-DF461B037DBC}"/>
              </a:ext>
            </a:extLst>
          </p:cNvPr>
          <p:cNvSpPr txBox="1"/>
          <p:nvPr/>
        </p:nvSpPr>
        <p:spPr>
          <a:xfrm>
            <a:off x="1306522" y="2344973"/>
            <a:ext cx="1321434" cy="369332"/>
          </a:xfrm>
          <a:prstGeom prst="rect">
            <a:avLst/>
          </a:prstGeom>
        </p:spPr>
        <p:txBody>
          <a:bodyPr wrap="square" lIns="0" tIns="0" rIns="0" bIns="0" rtlCol="0">
            <a:spAutoFit/>
          </a:bodyPr>
          <a:lstStyle/>
          <a:p>
            <a:pPr algn="ctr">
              <a:spcAft>
                <a:spcPts val="600"/>
              </a:spcAft>
            </a:pPr>
            <a:r>
              <a:rPr lang="en-US" sz="1200" dirty="0">
                <a:solidFill>
                  <a:schemeClr val="tx2"/>
                </a:solidFill>
                <a:latin typeface="Arial" panose="020B0604020202020204" pitchFamily="34" charset="0"/>
              </a:rPr>
              <a:t>Site aware</a:t>
            </a:r>
            <a:br>
              <a:rPr lang="en-US" sz="1200" dirty="0">
                <a:solidFill>
                  <a:schemeClr val="tx2"/>
                </a:solidFill>
                <a:latin typeface="Arial" panose="020B0604020202020204" pitchFamily="34" charset="0"/>
              </a:rPr>
            </a:br>
            <a:r>
              <a:rPr lang="en-US" sz="1200" dirty="0">
                <a:solidFill>
                  <a:schemeClr val="accent4"/>
                </a:solidFill>
                <a:latin typeface="Arial" panose="020B0604020202020204" pitchFamily="34" charset="0"/>
              </a:rPr>
              <a:t>vSphere clusters</a:t>
            </a:r>
          </a:p>
        </p:txBody>
      </p:sp>
      <p:sp>
        <p:nvSpPr>
          <p:cNvPr id="41" name="TextBox 40">
            <a:extLst>
              <a:ext uri="{FF2B5EF4-FFF2-40B4-BE49-F238E27FC236}">
                <a16:creationId xmlns:a16="http://schemas.microsoft.com/office/drawing/2014/main" id="{4EFA7EF3-E938-AA5C-8D4D-7EFCCDC4F396}"/>
              </a:ext>
            </a:extLst>
          </p:cNvPr>
          <p:cNvSpPr txBox="1"/>
          <p:nvPr/>
        </p:nvSpPr>
        <p:spPr>
          <a:xfrm>
            <a:off x="3346661" y="5872115"/>
            <a:ext cx="1089910" cy="215444"/>
          </a:xfrm>
          <a:prstGeom prst="rect">
            <a:avLst/>
          </a:prstGeom>
        </p:spPr>
        <p:txBody>
          <a:bodyPr wrap="square" lIns="0" tIns="0" rIns="0" bIns="0" rtlCol="0">
            <a:spAutoFit/>
          </a:bodyPr>
          <a:lstStyle/>
          <a:p>
            <a:pPr algn="ctr">
              <a:spcAft>
                <a:spcPts val="600"/>
              </a:spcAft>
            </a:pPr>
            <a:r>
              <a:rPr lang="en-US" sz="1400" dirty="0">
                <a:solidFill>
                  <a:schemeClr val="tx2"/>
                </a:solidFill>
                <a:latin typeface="Arial" panose="020B0604020202020204" pitchFamily="34" charset="0"/>
              </a:rPr>
              <a:t>Site - Milan</a:t>
            </a:r>
          </a:p>
        </p:txBody>
      </p:sp>
      <p:sp>
        <p:nvSpPr>
          <p:cNvPr id="42" name="TextBox 41">
            <a:extLst>
              <a:ext uri="{FF2B5EF4-FFF2-40B4-BE49-F238E27FC236}">
                <a16:creationId xmlns:a16="http://schemas.microsoft.com/office/drawing/2014/main" id="{8D93533A-A09A-6497-ABD8-9E21CFC8864E}"/>
              </a:ext>
            </a:extLst>
          </p:cNvPr>
          <p:cNvSpPr txBox="1"/>
          <p:nvPr/>
        </p:nvSpPr>
        <p:spPr>
          <a:xfrm>
            <a:off x="6551885" y="5872115"/>
            <a:ext cx="1089910" cy="215444"/>
          </a:xfrm>
          <a:prstGeom prst="rect">
            <a:avLst/>
          </a:prstGeom>
        </p:spPr>
        <p:txBody>
          <a:bodyPr wrap="square" lIns="0" tIns="0" rIns="0" bIns="0" rtlCol="0">
            <a:spAutoFit/>
          </a:bodyPr>
          <a:lstStyle/>
          <a:p>
            <a:pPr algn="ctr">
              <a:spcAft>
                <a:spcPts val="600"/>
              </a:spcAft>
            </a:pPr>
            <a:r>
              <a:rPr lang="en-US" sz="1400" dirty="0">
                <a:solidFill>
                  <a:schemeClr val="tx2"/>
                </a:solidFill>
                <a:latin typeface="Arial" panose="020B0604020202020204" pitchFamily="34" charset="0"/>
              </a:rPr>
              <a:t>Site - Turin</a:t>
            </a:r>
          </a:p>
        </p:txBody>
      </p:sp>
      <p:cxnSp>
        <p:nvCxnSpPr>
          <p:cNvPr id="82" name="Straight Connector 81">
            <a:extLst>
              <a:ext uri="{FF2B5EF4-FFF2-40B4-BE49-F238E27FC236}">
                <a16:creationId xmlns:a16="http://schemas.microsoft.com/office/drawing/2014/main" id="{EFC89245-0621-2F8E-42A1-28359EA29E4C}"/>
              </a:ext>
            </a:extLst>
          </p:cNvPr>
          <p:cNvCxnSpPr>
            <a:cxnSpLocks/>
          </p:cNvCxnSpPr>
          <p:nvPr/>
        </p:nvCxnSpPr>
        <p:spPr>
          <a:xfrm>
            <a:off x="4693444" y="4699565"/>
            <a:ext cx="1592369" cy="0"/>
          </a:xfrm>
          <a:prstGeom prst="line">
            <a:avLst/>
          </a:prstGeom>
          <a:ln w="25400">
            <a:solidFill>
              <a:schemeClr val="bg1">
                <a:lumMod val="50000"/>
              </a:schemeClr>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E464C672-87DF-5D8C-159A-2549D38AAE05}"/>
              </a:ext>
            </a:extLst>
          </p:cNvPr>
          <p:cNvCxnSpPr>
            <a:cxnSpLocks/>
          </p:cNvCxnSpPr>
          <p:nvPr/>
        </p:nvCxnSpPr>
        <p:spPr bwMode="gray">
          <a:xfrm flipV="1">
            <a:off x="4000310" y="4469464"/>
            <a:ext cx="0" cy="478241"/>
          </a:xfrm>
          <a:prstGeom prst="line">
            <a:avLst/>
          </a:prstGeom>
          <a:ln w="25400">
            <a:solidFill>
              <a:schemeClr val="accent1"/>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1F17845B-F6DF-E6E8-0C71-FA9E6B9FC5A9}"/>
              </a:ext>
            </a:extLst>
          </p:cNvPr>
          <p:cNvCxnSpPr>
            <a:cxnSpLocks/>
          </p:cNvCxnSpPr>
          <p:nvPr/>
        </p:nvCxnSpPr>
        <p:spPr bwMode="gray">
          <a:xfrm flipV="1">
            <a:off x="6993153" y="4469464"/>
            <a:ext cx="0" cy="475066"/>
          </a:xfrm>
          <a:prstGeom prst="line">
            <a:avLst/>
          </a:prstGeom>
          <a:ln w="25400">
            <a:solidFill>
              <a:schemeClr val="accent1"/>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208A55E-E0F9-CAB1-9866-7CA1AE852344}"/>
              </a:ext>
            </a:extLst>
          </p:cNvPr>
          <p:cNvCxnSpPr>
            <a:cxnSpLocks/>
          </p:cNvCxnSpPr>
          <p:nvPr/>
        </p:nvCxnSpPr>
        <p:spPr bwMode="gray">
          <a:xfrm>
            <a:off x="4000310" y="4699565"/>
            <a:ext cx="534007" cy="0"/>
          </a:xfrm>
          <a:prstGeom prst="line">
            <a:avLst/>
          </a:prstGeom>
          <a:ln w="25400">
            <a:solidFill>
              <a:schemeClr val="accent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AF9F982E-FEC2-06F2-D912-22708ECB2138}"/>
              </a:ext>
            </a:extLst>
          </p:cNvPr>
          <p:cNvCxnSpPr>
            <a:cxnSpLocks/>
          </p:cNvCxnSpPr>
          <p:nvPr/>
        </p:nvCxnSpPr>
        <p:spPr bwMode="gray">
          <a:xfrm>
            <a:off x="6438900" y="4699565"/>
            <a:ext cx="554253" cy="0"/>
          </a:xfrm>
          <a:prstGeom prst="line">
            <a:avLst/>
          </a:prstGeom>
          <a:ln w="25400">
            <a:solidFill>
              <a:schemeClr val="accent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grpSp>
        <p:nvGrpSpPr>
          <p:cNvPr id="14" name="Group 13">
            <a:extLst>
              <a:ext uri="{FF2B5EF4-FFF2-40B4-BE49-F238E27FC236}">
                <a16:creationId xmlns:a16="http://schemas.microsoft.com/office/drawing/2014/main" id="{B492E69B-7663-CB2B-3C40-56F561130B7F}"/>
              </a:ext>
            </a:extLst>
          </p:cNvPr>
          <p:cNvGrpSpPr/>
          <p:nvPr/>
        </p:nvGrpSpPr>
        <p:grpSpPr>
          <a:xfrm>
            <a:off x="3642831" y="5377558"/>
            <a:ext cx="3707801" cy="338554"/>
            <a:chOff x="3642831" y="5377558"/>
            <a:chExt cx="3707801" cy="338554"/>
          </a:xfrm>
        </p:grpSpPr>
        <p:cxnSp>
          <p:nvCxnSpPr>
            <p:cNvPr id="155" name="Straight Connector 154">
              <a:extLst>
                <a:ext uri="{FF2B5EF4-FFF2-40B4-BE49-F238E27FC236}">
                  <a16:creationId xmlns:a16="http://schemas.microsoft.com/office/drawing/2014/main" id="{E13FA067-9732-F73B-EA5F-B900EF6BB36F}"/>
                </a:ext>
              </a:extLst>
            </p:cNvPr>
            <p:cNvCxnSpPr>
              <a:cxnSpLocks/>
            </p:cNvCxnSpPr>
            <p:nvPr/>
          </p:nvCxnSpPr>
          <p:spPr bwMode="gray">
            <a:xfrm>
              <a:off x="3642831" y="5397738"/>
              <a:ext cx="0" cy="60617"/>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EE78F920-0C69-D552-0666-AE583875AF89}"/>
                </a:ext>
              </a:extLst>
            </p:cNvPr>
            <p:cNvCxnSpPr>
              <a:cxnSpLocks/>
            </p:cNvCxnSpPr>
            <p:nvPr/>
          </p:nvCxnSpPr>
          <p:spPr bwMode="gray">
            <a:xfrm>
              <a:off x="6094412" y="5458355"/>
              <a:ext cx="1256220"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C31D4B6B-AEAD-6F6C-EB63-20E3A1D0F7C5}"/>
                </a:ext>
              </a:extLst>
            </p:cNvPr>
            <p:cNvCxnSpPr>
              <a:cxnSpLocks/>
            </p:cNvCxnSpPr>
            <p:nvPr/>
          </p:nvCxnSpPr>
          <p:spPr bwMode="gray">
            <a:xfrm>
              <a:off x="7350632" y="5397738"/>
              <a:ext cx="0" cy="60617"/>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83779567-9E86-EB5E-B064-5A1675B346CF}"/>
                </a:ext>
              </a:extLst>
            </p:cNvPr>
            <p:cNvCxnSpPr>
              <a:cxnSpLocks/>
            </p:cNvCxnSpPr>
            <p:nvPr/>
          </p:nvCxnSpPr>
          <p:spPr bwMode="gray">
            <a:xfrm>
              <a:off x="3642831" y="5458355"/>
              <a:ext cx="1238732"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9" name="TextBox 158">
              <a:extLst>
                <a:ext uri="{FF2B5EF4-FFF2-40B4-BE49-F238E27FC236}">
                  <a16:creationId xmlns:a16="http://schemas.microsoft.com/office/drawing/2014/main" id="{92880FC6-758A-702C-472A-965808B6A018}"/>
                </a:ext>
              </a:extLst>
            </p:cNvPr>
            <p:cNvSpPr txBox="1"/>
            <p:nvPr/>
          </p:nvSpPr>
          <p:spPr>
            <a:xfrm>
              <a:off x="4955806" y="5377558"/>
              <a:ext cx="1076845" cy="338554"/>
            </a:xfrm>
            <a:prstGeom prst="rect">
              <a:avLst/>
            </a:prstGeom>
          </p:spPr>
          <p:txBody>
            <a:bodyPr wrap="square" lIns="0" tIns="0" rIns="0" bIns="0" rtlCol="0">
              <a:spAutoFit/>
            </a:bodyPr>
            <a:lstStyle/>
            <a:p>
              <a:pPr algn="ctr"/>
              <a:r>
                <a:rPr lang="en-US" sz="1100" dirty="0">
                  <a:solidFill>
                    <a:schemeClr val="accent2"/>
                  </a:solidFill>
                </a:rPr>
                <a:t>Stretched vSAN storage cluster</a:t>
              </a:r>
            </a:p>
          </p:txBody>
        </p:sp>
      </p:grpSp>
      <p:grpSp>
        <p:nvGrpSpPr>
          <p:cNvPr id="161" name="Group 160">
            <a:extLst>
              <a:ext uri="{FF2B5EF4-FFF2-40B4-BE49-F238E27FC236}">
                <a16:creationId xmlns:a16="http://schemas.microsoft.com/office/drawing/2014/main" id="{E817472B-8647-66C5-4E91-5B4CDA0CD956}"/>
              </a:ext>
            </a:extLst>
          </p:cNvPr>
          <p:cNvGrpSpPr/>
          <p:nvPr/>
        </p:nvGrpSpPr>
        <p:grpSpPr>
          <a:xfrm>
            <a:off x="3642831" y="5074076"/>
            <a:ext cx="714958" cy="287613"/>
            <a:chOff x="4068615" y="5517280"/>
            <a:chExt cx="714958" cy="287613"/>
          </a:xfrm>
        </p:grpSpPr>
        <p:sp>
          <p:nvSpPr>
            <p:cNvPr id="170" name="Rectangle 169">
              <a:extLst>
                <a:ext uri="{FF2B5EF4-FFF2-40B4-BE49-F238E27FC236}">
                  <a16:creationId xmlns:a16="http://schemas.microsoft.com/office/drawing/2014/main" id="{1A00284D-B148-45DF-26F8-CB427FFA285E}"/>
                </a:ext>
              </a:extLst>
            </p:cNvPr>
            <p:cNvSpPr/>
            <p:nvPr/>
          </p:nvSpPr>
          <p:spPr>
            <a:xfrm>
              <a:off x="4068615" y="5517280"/>
              <a:ext cx="342715" cy="77823"/>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71" name="Rectangle 170">
              <a:extLst>
                <a:ext uri="{FF2B5EF4-FFF2-40B4-BE49-F238E27FC236}">
                  <a16:creationId xmlns:a16="http://schemas.microsoft.com/office/drawing/2014/main" id="{7BE32096-A226-3148-D22C-28EEF4EA1C5A}"/>
                </a:ext>
              </a:extLst>
            </p:cNvPr>
            <p:cNvSpPr/>
            <p:nvPr/>
          </p:nvSpPr>
          <p:spPr>
            <a:xfrm>
              <a:off x="4440858" y="5517280"/>
              <a:ext cx="342715" cy="77823"/>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72" name="Rectangle 171">
              <a:extLst>
                <a:ext uri="{FF2B5EF4-FFF2-40B4-BE49-F238E27FC236}">
                  <a16:creationId xmlns:a16="http://schemas.microsoft.com/office/drawing/2014/main" id="{4B5C3A7D-574C-CC16-D237-73DBCD66E53D}"/>
                </a:ext>
              </a:extLst>
            </p:cNvPr>
            <p:cNvSpPr/>
            <p:nvPr/>
          </p:nvSpPr>
          <p:spPr>
            <a:xfrm>
              <a:off x="4068615" y="5622175"/>
              <a:ext cx="342715" cy="77823"/>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73" name="Rectangle 172">
              <a:extLst>
                <a:ext uri="{FF2B5EF4-FFF2-40B4-BE49-F238E27FC236}">
                  <a16:creationId xmlns:a16="http://schemas.microsoft.com/office/drawing/2014/main" id="{CEADEDC1-F973-81E8-EE2B-06A438FE7439}"/>
                </a:ext>
              </a:extLst>
            </p:cNvPr>
            <p:cNvSpPr/>
            <p:nvPr/>
          </p:nvSpPr>
          <p:spPr>
            <a:xfrm>
              <a:off x="4440858" y="5622175"/>
              <a:ext cx="342715" cy="77823"/>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74" name="Rectangle 173">
              <a:extLst>
                <a:ext uri="{FF2B5EF4-FFF2-40B4-BE49-F238E27FC236}">
                  <a16:creationId xmlns:a16="http://schemas.microsoft.com/office/drawing/2014/main" id="{E00329A0-8920-0E91-DBC2-7D13F578411F}"/>
                </a:ext>
              </a:extLst>
            </p:cNvPr>
            <p:cNvSpPr/>
            <p:nvPr/>
          </p:nvSpPr>
          <p:spPr>
            <a:xfrm>
              <a:off x="4068615" y="5727070"/>
              <a:ext cx="342715" cy="77823"/>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75" name="Rectangle 174">
              <a:extLst>
                <a:ext uri="{FF2B5EF4-FFF2-40B4-BE49-F238E27FC236}">
                  <a16:creationId xmlns:a16="http://schemas.microsoft.com/office/drawing/2014/main" id="{AF3C663F-1195-8413-C18D-DD2953E9BE20}"/>
                </a:ext>
              </a:extLst>
            </p:cNvPr>
            <p:cNvSpPr/>
            <p:nvPr/>
          </p:nvSpPr>
          <p:spPr>
            <a:xfrm>
              <a:off x="4440858" y="5727070"/>
              <a:ext cx="342715" cy="77823"/>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176" name="Group 175">
            <a:extLst>
              <a:ext uri="{FF2B5EF4-FFF2-40B4-BE49-F238E27FC236}">
                <a16:creationId xmlns:a16="http://schemas.microsoft.com/office/drawing/2014/main" id="{AB86F80D-D834-620E-8FBF-35F43548BA80}"/>
              </a:ext>
            </a:extLst>
          </p:cNvPr>
          <p:cNvGrpSpPr/>
          <p:nvPr/>
        </p:nvGrpSpPr>
        <p:grpSpPr>
          <a:xfrm>
            <a:off x="6635674" y="5074076"/>
            <a:ext cx="714958" cy="287613"/>
            <a:chOff x="4839545" y="5074076"/>
            <a:chExt cx="714958" cy="287613"/>
          </a:xfrm>
        </p:grpSpPr>
        <p:grpSp>
          <p:nvGrpSpPr>
            <p:cNvPr id="162" name="Group 161">
              <a:extLst>
                <a:ext uri="{FF2B5EF4-FFF2-40B4-BE49-F238E27FC236}">
                  <a16:creationId xmlns:a16="http://schemas.microsoft.com/office/drawing/2014/main" id="{5438A63F-5929-01F8-A491-754A55AC4DB2}"/>
                </a:ext>
              </a:extLst>
            </p:cNvPr>
            <p:cNvGrpSpPr/>
            <p:nvPr/>
          </p:nvGrpSpPr>
          <p:grpSpPr>
            <a:xfrm>
              <a:off x="4839545" y="5074076"/>
              <a:ext cx="342715" cy="287613"/>
              <a:chOff x="4813101" y="5198923"/>
              <a:chExt cx="342715" cy="287613"/>
            </a:xfrm>
          </p:grpSpPr>
          <p:sp>
            <p:nvSpPr>
              <p:cNvPr id="167" name="Rectangle 166">
                <a:extLst>
                  <a:ext uri="{FF2B5EF4-FFF2-40B4-BE49-F238E27FC236}">
                    <a16:creationId xmlns:a16="http://schemas.microsoft.com/office/drawing/2014/main" id="{E007C693-993A-820B-B451-9B7B85E703B5}"/>
                  </a:ext>
                </a:extLst>
              </p:cNvPr>
              <p:cNvSpPr/>
              <p:nvPr/>
            </p:nvSpPr>
            <p:spPr>
              <a:xfrm>
                <a:off x="4813101" y="5198923"/>
                <a:ext cx="342715" cy="77823"/>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68" name="Rectangle 167">
                <a:extLst>
                  <a:ext uri="{FF2B5EF4-FFF2-40B4-BE49-F238E27FC236}">
                    <a16:creationId xmlns:a16="http://schemas.microsoft.com/office/drawing/2014/main" id="{198E2250-36D4-46DF-81DF-782CB18DA9CD}"/>
                  </a:ext>
                </a:extLst>
              </p:cNvPr>
              <p:cNvSpPr/>
              <p:nvPr/>
            </p:nvSpPr>
            <p:spPr>
              <a:xfrm>
                <a:off x="4813101" y="5303818"/>
                <a:ext cx="342715" cy="77823"/>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69" name="Rectangle 168">
                <a:extLst>
                  <a:ext uri="{FF2B5EF4-FFF2-40B4-BE49-F238E27FC236}">
                    <a16:creationId xmlns:a16="http://schemas.microsoft.com/office/drawing/2014/main" id="{72BB6118-1C13-8220-B9F4-1746FDBEA2AF}"/>
                  </a:ext>
                </a:extLst>
              </p:cNvPr>
              <p:cNvSpPr/>
              <p:nvPr/>
            </p:nvSpPr>
            <p:spPr>
              <a:xfrm>
                <a:off x="4813101" y="5408713"/>
                <a:ext cx="342715" cy="77823"/>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163" name="Group 162">
              <a:extLst>
                <a:ext uri="{FF2B5EF4-FFF2-40B4-BE49-F238E27FC236}">
                  <a16:creationId xmlns:a16="http://schemas.microsoft.com/office/drawing/2014/main" id="{97D00370-4679-22B9-0F40-7C80D8FE9536}"/>
                </a:ext>
              </a:extLst>
            </p:cNvPr>
            <p:cNvGrpSpPr/>
            <p:nvPr/>
          </p:nvGrpSpPr>
          <p:grpSpPr>
            <a:xfrm>
              <a:off x="5211788" y="5074076"/>
              <a:ext cx="342715" cy="287613"/>
              <a:chOff x="4813101" y="5198923"/>
              <a:chExt cx="342715" cy="287613"/>
            </a:xfrm>
          </p:grpSpPr>
          <p:sp>
            <p:nvSpPr>
              <p:cNvPr id="164" name="Rectangle 163">
                <a:extLst>
                  <a:ext uri="{FF2B5EF4-FFF2-40B4-BE49-F238E27FC236}">
                    <a16:creationId xmlns:a16="http://schemas.microsoft.com/office/drawing/2014/main" id="{4D013443-2553-4F50-B9A8-B6879D451877}"/>
                  </a:ext>
                </a:extLst>
              </p:cNvPr>
              <p:cNvSpPr/>
              <p:nvPr/>
            </p:nvSpPr>
            <p:spPr>
              <a:xfrm>
                <a:off x="4813101" y="5198923"/>
                <a:ext cx="342715" cy="77823"/>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65" name="Rectangle 164">
                <a:extLst>
                  <a:ext uri="{FF2B5EF4-FFF2-40B4-BE49-F238E27FC236}">
                    <a16:creationId xmlns:a16="http://schemas.microsoft.com/office/drawing/2014/main" id="{FFDFDA55-1D6C-CD00-00E7-8955D0BDF995}"/>
                  </a:ext>
                </a:extLst>
              </p:cNvPr>
              <p:cNvSpPr/>
              <p:nvPr/>
            </p:nvSpPr>
            <p:spPr>
              <a:xfrm>
                <a:off x="4813101" y="5303818"/>
                <a:ext cx="342715" cy="77823"/>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66" name="Rectangle 165">
                <a:extLst>
                  <a:ext uri="{FF2B5EF4-FFF2-40B4-BE49-F238E27FC236}">
                    <a16:creationId xmlns:a16="http://schemas.microsoft.com/office/drawing/2014/main" id="{72EA9220-79C0-EB50-5339-0D999454153B}"/>
                  </a:ext>
                </a:extLst>
              </p:cNvPr>
              <p:cNvSpPr/>
              <p:nvPr/>
            </p:nvSpPr>
            <p:spPr>
              <a:xfrm>
                <a:off x="4813101" y="5408713"/>
                <a:ext cx="342715" cy="77823"/>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pic>
        <p:nvPicPr>
          <p:cNvPr id="81" name="Graphic 80">
            <a:extLst>
              <a:ext uri="{FF2B5EF4-FFF2-40B4-BE49-F238E27FC236}">
                <a16:creationId xmlns:a16="http://schemas.microsoft.com/office/drawing/2014/main" id="{568F9E60-6174-CC2B-9DDA-7EE683544F7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404097" y="3687774"/>
            <a:ext cx="180257" cy="211848"/>
          </a:xfrm>
          <a:prstGeom prst="rect">
            <a:avLst/>
          </a:prstGeom>
        </p:spPr>
      </p:pic>
      <p:sp>
        <p:nvSpPr>
          <p:cNvPr id="108" name="Rectangle 107">
            <a:extLst>
              <a:ext uri="{FF2B5EF4-FFF2-40B4-BE49-F238E27FC236}">
                <a16:creationId xmlns:a16="http://schemas.microsoft.com/office/drawing/2014/main" id="{0139982C-AC0F-96D6-D933-D4687E0870EA}"/>
              </a:ext>
            </a:extLst>
          </p:cNvPr>
          <p:cNvSpPr/>
          <p:nvPr/>
        </p:nvSpPr>
        <p:spPr>
          <a:xfrm>
            <a:off x="3029787" y="3602824"/>
            <a:ext cx="4928876" cy="381748"/>
          </a:xfrm>
          <a:prstGeom prst="rect">
            <a:avLst/>
          </a:prstGeom>
          <a:solidFill>
            <a:schemeClr val="accent2">
              <a:alpha val="15000"/>
            </a:schemeClr>
          </a:solidFill>
          <a:ln>
            <a:noFill/>
          </a:ln>
          <a:effectLst>
            <a:softEdge rad="50800"/>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129" name="Group 128">
            <a:extLst>
              <a:ext uri="{FF2B5EF4-FFF2-40B4-BE49-F238E27FC236}">
                <a16:creationId xmlns:a16="http://schemas.microsoft.com/office/drawing/2014/main" id="{6ABCE53F-2548-0D9A-CCE2-EBC213BB07FA}"/>
              </a:ext>
            </a:extLst>
          </p:cNvPr>
          <p:cNvGrpSpPr/>
          <p:nvPr/>
        </p:nvGrpSpPr>
        <p:grpSpPr>
          <a:xfrm>
            <a:off x="4686940" y="3716754"/>
            <a:ext cx="1614570" cy="153888"/>
            <a:chOff x="4037908" y="2294875"/>
            <a:chExt cx="1614570" cy="153888"/>
          </a:xfrm>
        </p:grpSpPr>
        <p:sp>
          <p:nvSpPr>
            <p:cNvPr id="130" name="TextBox 129">
              <a:extLst>
                <a:ext uri="{FF2B5EF4-FFF2-40B4-BE49-F238E27FC236}">
                  <a16:creationId xmlns:a16="http://schemas.microsoft.com/office/drawing/2014/main" id="{42E4A4B8-92A0-BAC1-5CE9-BCC5B8B95BB8}"/>
                </a:ext>
              </a:extLst>
            </p:cNvPr>
            <p:cNvSpPr txBox="1"/>
            <p:nvPr/>
          </p:nvSpPr>
          <p:spPr>
            <a:xfrm>
              <a:off x="4037908" y="2294875"/>
              <a:ext cx="692256" cy="153888"/>
            </a:xfrm>
            <a:prstGeom prst="rect">
              <a:avLst/>
            </a:prstGeom>
            <a:ln>
              <a:noFill/>
            </a:ln>
          </p:spPr>
          <p:txBody>
            <a:bodyPr wrap="square" lIns="0" tIns="0" rIns="0" bIns="0" rtlCol="0">
              <a:spAutoFit/>
            </a:bodyPr>
            <a:lstStyle/>
            <a:p>
              <a:pPr algn="ctr">
                <a:spcAft>
                  <a:spcPts val="600"/>
                </a:spcAft>
              </a:pPr>
              <a:r>
                <a:rPr lang="en-US" sz="1000" dirty="0">
                  <a:solidFill>
                    <a:schemeClr val="accent2"/>
                  </a:solidFill>
                  <a:latin typeface="Arial" panose="020B0604020202020204" pitchFamily="34" charset="0"/>
                </a:rPr>
                <a:t>Mounted</a:t>
              </a:r>
            </a:p>
          </p:txBody>
        </p:sp>
        <p:sp>
          <p:nvSpPr>
            <p:cNvPr id="131" name="TextBox 130">
              <a:extLst>
                <a:ext uri="{FF2B5EF4-FFF2-40B4-BE49-F238E27FC236}">
                  <a16:creationId xmlns:a16="http://schemas.microsoft.com/office/drawing/2014/main" id="{03C67A31-E74E-D153-829C-2A471F8AE29A}"/>
                </a:ext>
              </a:extLst>
            </p:cNvPr>
            <p:cNvSpPr txBox="1"/>
            <p:nvPr/>
          </p:nvSpPr>
          <p:spPr>
            <a:xfrm>
              <a:off x="4960222" y="2294875"/>
              <a:ext cx="692256" cy="153888"/>
            </a:xfrm>
            <a:prstGeom prst="rect">
              <a:avLst/>
            </a:prstGeom>
            <a:ln>
              <a:noFill/>
            </a:ln>
          </p:spPr>
          <p:txBody>
            <a:bodyPr wrap="square" lIns="0" tIns="0" rIns="0" bIns="0" rtlCol="0">
              <a:spAutoFit/>
            </a:bodyPr>
            <a:lstStyle/>
            <a:p>
              <a:pPr algn="ctr">
                <a:spcAft>
                  <a:spcPts val="600"/>
                </a:spcAft>
              </a:pPr>
              <a:r>
                <a:rPr lang="en-US" sz="1000" dirty="0">
                  <a:solidFill>
                    <a:schemeClr val="accent2"/>
                  </a:solidFill>
                  <a:latin typeface="Arial" panose="020B0604020202020204" pitchFamily="34" charset="0"/>
                </a:rPr>
                <a:t>datastore</a:t>
              </a:r>
            </a:p>
          </p:txBody>
        </p:sp>
      </p:grpSp>
      <p:grpSp>
        <p:nvGrpSpPr>
          <p:cNvPr id="187" name="Group 186">
            <a:extLst>
              <a:ext uri="{FF2B5EF4-FFF2-40B4-BE49-F238E27FC236}">
                <a16:creationId xmlns:a16="http://schemas.microsoft.com/office/drawing/2014/main" id="{AF83E550-E3BA-A08A-244B-B8869C780CFD}"/>
              </a:ext>
            </a:extLst>
          </p:cNvPr>
          <p:cNvGrpSpPr/>
          <p:nvPr/>
        </p:nvGrpSpPr>
        <p:grpSpPr>
          <a:xfrm>
            <a:off x="3642831" y="3424653"/>
            <a:ext cx="714958" cy="182718"/>
            <a:chOff x="4068615" y="5622175"/>
            <a:chExt cx="714958" cy="182718"/>
          </a:xfrm>
        </p:grpSpPr>
        <p:sp>
          <p:nvSpPr>
            <p:cNvPr id="188" name="Rectangle 187">
              <a:extLst>
                <a:ext uri="{FF2B5EF4-FFF2-40B4-BE49-F238E27FC236}">
                  <a16:creationId xmlns:a16="http://schemas.microsoft.com/office/drawing/2014/main" id="{834F2FD9-5BE5-F71F-0A3B-5EA683D30ED4}"/>
                </a:ext>
              </a:extLst>
            </p:cNvPr>
            <p:cNvSpPr/>
            <p:nvPr/>
          </p:nvSpPr>
          <p:spPr>
            <a:xfrm>
              <a:off x="4068615" y="5622175"/>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89" name="Rectangle 188">
              <a:extLst>
                <a:ext uri="{FF2B5EF4-FFF2-40B4-BE49-F238E27FC236}">
                  <a16:creationId xmlns:a16="http://schemas.microsoft.com/office/drawing/2014/main" id="{D1FEEB0E-A7CB-6C89-B775-B15A079528FE}"/>
                </a:ext>
              </a:extLst>
            </p:cNvPr>
            <p:cNvSpPr/>
            <p:nvPr/>
          </p:nvSpPr>
          <p:spPr>
            <a:xfrm>
              <a:off x="4440858" y="5622175"/>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90" name="Rectangle 189">
              <a:extLst>
                <a:ext uri="{FF2B5EF4-FFF2-40B4-BE49-F238E27FC236}">
                  <a16:creationId xmlns:a16="http://schemas.microsoft.com/office/drawing/2014/main" id="{74D52057-5040-8D1F-1B2F-56229263AD6B}"/>
                </a:ext>
              </a:extLst>
            </p:cNvPr>
            <p:cNvSpPr/>
            <p:nvPr/>
          </p:nvSpPr>
          <p:spPr>
            <a:xfrm>
              <a:off x="4068615" y="5727070"/>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91" name="Rectangle 190">
              <a:extLst>
                <a:ext uri="{FF2B5EF4-FFF2-40B4-BE49-F238E27FC236}">
                  <a16:creationId xmlns:a16="http://schemas.microsoft.com/office/drawing/2014/main" id="{16359C2C-1921-D82F-88DA-1239679E1896}"/>
                </a:ext>
              </a:extLst>
            </p:cNvPr>
            <p:cNvSpPr/>
            <p:nvPr/>
          </p:nvSpPr>
          <p:spPr>
            <a:xfrm>
              <a:off x="4440858" y="5727070"/>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192" name="Group 191">
            <a:extLst>
              <a:ext uri="{FF2B5EF4-FFF2-40B4-BE49-F238E27FC236}">
                <a16:creationId xmlns:a16="http://schemas.microsoft.com/office/drawing/2014/main" id="{DA8CA2D2-900C-D54A-408B-FC74A4EC4F13}"/>
              </a:ext>
            </a:extLst>
          </p:cNvPr>
          <p:cNvGrpSpPr/>
          <p:nvPr/>
        </p:nvGrpSpPr>
        <p:grpSpPr>
          <a:xfrm>
            <a:off x="6635674" y="3424653"/>
            <a:ext cx="714958" cy="182718"/>
            <a:chOff x="4068615" y="5622175"/>
            <a:chExt cx="714958" cy="182718"/>
          </a:xfrm>
        </p:grpSpPr>
        <p:sp>
          <p:nvSpPr>
            <p:cNvPr id="193" name="Rectangle 192">
              <a:extLst>
                <a:ext uri="{FF2B5EF4-FFF2-40B4-BE49-F238E27FC236}">
                  <a16:creationId xmlns:a16="http://schemas.microsoft.com/office/drawing/2014/main" id="{4819B61E-AD0B-B717-443E-9F68E5C3DC5E}"/>
                </a:ext>
              </a:extLst>
            </p:cNvPr>
            <p:cNvSpPr/>
            <p:nvPr/>
          </p:nvSpPr>
          <p:spPr>
            <a:xfrm>
              <a:off x="4068615" y="5622175"/>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94" name="Rectangle 193">
              <a:extLst>
                <a:ext uri="{FF2B5EF4-FFF2-40B4-BE49-F238E27FC236}">
                  <a16:creationId xmlns:a16="http://schemas.microsoft.com/office/drawing/2014/main" id="{07325F45-DE7B-EA20-14D0-D8EA33DE2E23}"/>
                </a:ext>
              </a:extLst>
            </p:cNvPr>
            <p:cNvSpPr/>
            <p:nvPr/>
          </p:nvSpPr>
          <p:spPr>
            <a:xfrm>
              <a:off x="4440858" y="5622175"/>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95" name="Rectangle 194">
              <a:extLst>
                <a:ext uri="{FF2B5EF4-FFF2-40B4-BE49-F238E27FC236}">
                  <a16:creationId xmlns:a16="http://schemas.microsoft.com/office/drawing/2014/main" id="{B1F547C5-210B-F182-1EDF-F3965556B7F4}"/>
                </a:ext>
              </a:extLst>
            </p:cNvPr>
            <p:cNvSpPr/>
            <p:nvPr/>
          </p:nvSpPr>
          <p:spPr>
            <a:xfrm>
              <a:off x="4068615" y="5727070"/>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96" name="Rectangle 195">
              <a:extLst>
                <a:ext uri="{FF2B5EF4-FFF2-40B4-BE49-F238E27FC236}">
                  <a16:creationId xmlns:a16="http://schemas.microsoft.com/office/drawing/2014/main" id="{2A0F5CFA-71FB-F294-232D-C06858CCCAC5}"/>
                </a:ext>
              </a:extLst>
            </p:cNvPr>
            <p:cNvSpPr/>
            <p:nvPr/>
          </p:nvSpPr>
          <p:spPr>
            <a:xfrm>
              <a:off x="4440858" y="5727070"/>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cxnSp>
        <p:nvCxnSpPr>
          <p:cNvPr id="204" name="Straight Connector 203">
            <a:extLst>
              <a:ext uri="{FF2B5EF4-FFF2-40B4-BE49-F238E27FC236}">
                <a16:creationId xmlns:a16="http://schemas.microsoft.com/office/drawing/2014/main" id="{13C7886D-B68D-99DC-C821-B871F4098B8E}"/>
              </a:ext>
            </a:extLst>
          </p:cNvPr>
          <p:cNvCxnSpPr>
            <a:cxnSpLocks/>
          </p:cNvCxnSpPr>
          <p:nvPr/>
        </p:nvCxnSpPr>
        <p:spPr bwMode="gray">
          <a:xfrm>
            <a:off x="592866" y="1970279"/>
            <a:ext cx="0" cy="4201888"/>
          </a:xfrm>
          <a:prstGeom prst="line">
            <a:avLst/>
          </a:prstGeom>
          <a:ln w="3175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4122DF8F-2DF1-E8B2-A18A-6E92E97BA62E}"/>
              </a:ext>
            </a:extLst>
          </p:cNvPr>
          <p:cNvGrpSpPr/>
          <p:nvPr/>
        </p:nvGrpSpPr>
        <p:grpSpPr>
          <a:xfrm>
            <a:off x="3029786" y="4398221"/>
            <a:ext cx="4928883" cy="116941"/>
            <a:chOff x="3029786" y="4398221"/>
            <a:chExt cx="4928883" cy="116941"/>
          </a:xfrm>
        </p:grpSpPr>
        <p:sp>
          <p:nvSpPr>
            <p:cNvPr id="242" name="Rectangle 241">
              <a:extLst>
                <a:ext uri="{FF2B5EF4-FFF2-40B4-BE49-F238E27FC236}">
                  <a16:creationId xmlns:a16="http://schemas.microsoft.com/office/drawing/2014/main" id="{5725E78D-6794-6734-791A-C43038E7A919}"/>
                </a:ext>
              </a:extLst>
            </p:cNvPr>
            <p:cNvSpPr/>
            <p:nvPr/>
          </p:nvSpPr>
          <p:spPr bwMode="gray">
            <a:xfrm>
              <a:off x="3029786" y="4398221"/>
              <a:ext cx="1723655" cy="116941"/>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245" name="Rectangle 244">
              <a:extLst>
                <a:ext uri="{FF2B5EF4-FFF2-40B4-BE49-F238E27FC236}">
                  <a16:creationId xmlns:a16="http://schemas.microsoft.com/office/drawing/2014/main" id="{C0586489-EA44-943A-4C34-73B90125207F}"/>
                </a:ext>
              </a:extLst>
            </p:cNvPr>
            <p:cNvSpPr/>
            <p:nvPr/>
          </p:nvSpPr>
          <p:spPr bwMode="gray">
            <a:xfrm>
              <a:off x="6235014" y="4398221"/>
              <a:ext cx="1723655" cy="116941"/>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grpSp>
      <p:grpSp>
        <p:nvGrpSpPr>
          <p:cNvPr id="15" name="Group 14">
            <a:extLst>
              <a:ext uri="{FF2B5EF4-FFF2-40B4-BE49-F238E27FC236}">
                <a16:creationId xmlns:a16="http://schemas.microsoft.com/office/drawing/2014/main" id="{210F33E8-EFCF-AE3B-F06F-B56E80971466}"/>
              </a:ext>
            </a:extLst>
          </p:cNvPr>
          <p:cNvGrpSpPr/>
          <p:nvPr/>
        </p:nvGrpSpPr>
        <p:grpSpPr>
          <a:xfrm>
            <a:off x="3029786" y="3159816"/>
            <a:ext cx="4928883" cy="116941"/>
            <a:chOff x="3029786" y="3159816"/>
            <a:chExt cx="4928883" cy="116941"/>
          </a:xfrm>
        </p:grpSpPr>
        <p:sp>
          <p:nvSpPr>
            <p:cNvPr id="246" name="Rectangle 245">
              <a:extLst>
                <a:ext uri="{FF2B5EF4-FFF2-40B4-BE49-F238E27FC236}">
                  <a16:creationId xmlns:a16="http://schemas.microsoft.com/office/drawing/2014/main" id="{0D3E368E-A28B-27A3-2025-0B64513F5E60}"/>
                </a:ext>
              </a:extLst>
            </p:cNvPr>
            <p:cNvSpPr/>
            <p:nvPr/>
          </p:nvSpPr>
          <p:spPr bwMode="gray">
            <a:xfrm>
              <a:off x="3029786" y="3159816"/>
              <a:ext cx="1723655" cy="116941"/>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247" name="Rectangle 246">
              <a:extLst>
                <a:ext uri="{FF2B5EF4-FFF2-40B4-BE49-F238E27FC236}">
                  <a16:creationId xmlns:a16="http://schemas.microsoft.com/office/drawing/2014/main" id="{68832B8C-21D8-298A-D82B-0026D5EAF549}"/>
                </a:ext>
              </a:extLst>
            </p:cNvPr>
            <p:cNvSpPr/>
            <p:nvPr/>
          </p:nvSpPr>
          <p:spPr bwMode="gray">
            <a:xfrm>
              <a:off x="6235014" y="3159816"/>
              <a:ext cx="1723655" cy="116941"/>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grpSp>
      <p:cxnSp>
        <p:nvCxnSpPr>
          <p:cNvPr id="9" name="Straight Connector 8">
            <a:extLst>
              <a:ext uri="{FF2B5EF4-FFF2-40B4-BE49-F238E27FC236}">
                <a16:creationId xmlns:a16="http://schemas.microsoft.com/office/drawing/2014/main" id="{C49012E8-3FFF-9E9F-8414-4FD29F76EDD4}"/>
              </a:ext>
            </a:extLst>
          </p:cNvPr>
          <p:cNvCxnSpPr>
            <a:cxnSpLocks/>
          </p:cNvCxnSpPr>
          <p:nvPr/>
        </p:nvCxnSpPr>
        <p:spPr bwMode="gray">
          <a:xfrm>
            <a:off x="592866" y="1970279"/>
            <a:ext cx="7365803" cy="0"/>
          </a:xfrm>
          <a:prstGeom prst="line">
            <a:avLst/>
          </a:prstGeom>
          <a:ln w="31750">
            <a:gradFill>
              <a:gsLst>
                <a:gs pos="100000">
                  <a:schemeClr val="accent1">
                    <a:lumMod val="5000"/>
                    <a:lumOff val="95000"/>
                  </a:schemeClr>
                </a:gs>
                <a:gs pos="0">
                  <a:schemeClr val="accent2"/>
                </a:gs>
              </a:gsLst>
              <a:lin ang="0" scaled="0"/>
            </a:gradFill>
            <a:miter lim="800000"/>
            <a:tailEnd type="none"/>
          </a:ln>
        </p:spPr>
        <p:style>
          <a:lnRef idx="1">
            <a:schemeClr val="accent1"/>
          </a:lnRef>
          <a:fillRef idx="0">
            <a:schemeClr val="accent1"/>
          </a:fillRef>
          <a:effectRef idx="0">
            <a:schemeClr val="accent1"/>
          </a:effectRef>
          <a:fontRef idx="minor">
            <a:schemeClr val="tx1"/>
          </a:fontRef>
        </p:style>
      </p:cxnSp>
      <p:pic>
        <p:nvPicPr>
          <p:cNvPr id="17" name="Graphic 16">
            <a:extLst>
              <a:ext uri="{FF2B5EF4-FFF2-40B4-BE49-F238E27FC236}">
                <a16:creationId xmlns:a16="http://schemas.microsoft.com/office/drawing/2014/main" id="{B6A8C70F-600B-B67D-34EE-BB93D0D5FAF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404097" y="2422817"/>
            <a:ext cx="180257" cy="211848"/>
          </a:xfrm>
          <a:prstGeom prst="rect">
            <a:avLst/>
          </a:prstGeom>
        </p:spPr>
      </p:pic>
      <p:sp>
        <p:nvSpPr>
          <p:cNvPr id="18" name="Rectangle 17">
            <a:extLst>
              <a:ext uri="{FF2B5EF4-FFF2-40B4-BE49-F238E27FC236}">
                <a16:creationId xmlns:a16="http://schemas.microsoft.com/office/drawing/2014/main" id="{EA0A2038-DBA2-2BC0-9B4D-5338DDCCAAB1}"/>
              </a:ext>
            </a:extLst>
          </p:cNvPr>
          <p:cNvSpPr/>
          <p:nvPr/>
        </p:nvSpPr>
        <p:spPr>
          <a:xfrm>
            <a:off x="3029787" y="2337867"/>
            <a:ext cx="4928876" cy="381748"/>
          </a:xfrm>
          <a:prstGeom prst="rect">
            <a:avLst/>
          </a:prstGeom>
          <a:solidFill>
            <a:schemeClr val="accent2">
              <a:alpha val="15000"/>
            </a:schemeClr>
          </a:solidFill>
          <a:ln>
            <a:noFill/>
          </a:ln>
          <a:effectLst>
            <a:softEdge rad="50800"/>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19" name="Group 18">
            <a:extLst>
              <a:ext uri="{FF2B5EF4-FFF2-40B4-BE49-F238E27FC236}">
                <a16:creationId xmlns:a16="http://schemas.microsoft.com/office/drawing/2014/main" id="{CE3BB2BB-15C4-AEF0-DE3B-9C05652B8DC0}"/>
              </a:ext>
            </a:extLst>
          </p:cNvPr>
          <p:cNvGrpSpPr/>
          <p:nvPr/>
        </p:nvGrpSpPr>
        <p:grpSpPr>
          <a:xfrm>
            <a:off x="4686940" y="2451797"/>
            <a:ext cx="1614570" cy="153888"/>
            <a:chOff x="4037908" y="2294875"/>
            <a:chExt cx="1614570" cy="153888"/>
          </a:xfrm>
        </p:grpSpPr>
        <p:sp>
          <p:nvSpPr>
            <p:cNvPr id="34" name="TextBox 33">
              <a:extLst>
                <a:ext uri="{FF2B5EF4-FFF2-40B4-BE49-F238E27FC236}">
                  <a16:creationId xmlns:a16="http://schemas.microsoft.com/office/drawing/2014/main" id="{16CD7420-7E63-F07F-EB91-0ECF8E6C9096}"/>
                </a:ext>
              </a:extLst>
            </p:cNvPr>
            <p:cNvSpPr txBox="1"/>
            <p:nvPr/>
          </p:nvSpPr>
          <p:spPr>
            <a:xfrm>
              <a:off x="4037908" y="2294875"/>
              <a:ext cx="692256" cy="153888"/>
            </a:xfrm>
            <a:prstGeom prst="rect">
              <a:avLst/>
            </a:prstGeom>
            <a:ln>
              <a:noFill/>
            </a:ln>
          </p:spPr>
          <p:txBody>
            <a:bodyPr wrap="square" lIns="0" tIns="0" rIns="0" bIns="0" rtlCol="0">
              <a:spAutoFit/>
            </a:bodyPr>
            <a:lstStyle/>
            <a:p>
              <a:pPr algn="ctr">
                <a:spcAft>
                  <a:spcPts val="600"/>
                </a:spcAft>
              </a:pPr>
              <a:r>
                <a:rPr lang="en-US" sz="1000" dirty="0">
                  <a:solidFill>
                    <a:schemeClr val="accent2"/>
                  </a:solidFill>
                  <a:latin typeface="Arial" panose="020B0604020202020204" pitchFamily="34" charset="0"/>
                </a:rPr>
                <a:t>Mounted</a:t>
              </a:r>
            </a:p>
          </p:txBody>
        </p:sp>
        <p:sp>
          <p:nvSpPr>
            <p:cNvPr id="35" name="TextBox 34">
              <a:extLst>
                <a:ext uri="{FF2B5EF4-FFF2-40B4-BE49-F238E27FC236}">
                  <a16:creationId xmlns:a16="http://schemas.microsoft.com/office/drawing/2014/main" id="{DB057AFE-D33A-28E9-520A-158A95BFAFA3}"/>
                </a:ext>
              </a:extLst>
            </p:cNvPr>
            <p:cNvSpPr txBox="1"/>
            <p:nvPr/>
          </p:nvSpPr>
          <p:spPr>
            <a:xfrm>
              <a:off x="4960222" y="2294875"/>
              <a:ext cx="692256" cy="153888"/>
            </a:xfrm>
            <a:prstGeom prst="rect">
              <a:avLst/>
            </a:prstGeom>
            <a:ln>
              <a:noFill/>
            </a:ln>
          </p:spPr>
          <p:txBody>
            <a:bodyPr wrap="square" lIns="0" tIns="0" rIns="0" bIns="0" rtlCol="0">
              <a:spAutoFit/>
            </a:bodyPr>
            <a:lstStyle/>
            <a:p>
              <a:pPr algn="ctr">
                <a:spcAft>
                  <a:spcPts val="600"/>
                </a:spcAft>
              </a:pPr>
              <a:r>
                <a:rPr lang="en-US" sz="1000" dirty="0">
                  <a:solidFill>
                    <a:schemeClr val="accent2"/>
                  </a:solidFill>
                  <a:latin typeface="Arial" panose="020B0604020202020204" pitchFamily="34" charset="0"/>
                </a:rPr>
                <a:t>datastore</a:t>
              </a:r>
            </a:p>
          </p:txBody>
        </p:sp>
      </p:grpSp>
      <p:pic>
        <p:nvPicPr>
          <p:cNvPr id="20" name="Graphic 19">
            <a:extLst>
              <a:ext uri="{FF2B5EF4-FFF2-40B4-BE49-F238E27FC236}">
                <a16:creationId xmlns:a16="http://schemas.microsoft.com/office/drawing/2014/main" id="{690C27C4-C463-EC35-6FD1-970EEC85FD86}"/>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910182" y="2724513"/>
            <a:ext cx="180257" cy="211848"/>
          </a:xfrm>
          <a:prstGeom prst="rect">
            <a:avLst/>
          </a:prstGeom>
        </p:spPr>
      </p:pic>
      <p:pic>
        <p:nvPicPr>
          <p:cNvPr id="21" name="Graphic 20">
            <a:extLst>
              <a:ext uri="{FF2B5EF4-FFF2-40B4-BE49-F238E27FC236}">
                <a16:creationId xmlns:a16="http://schemas.microsoft.com/office/drawing/2014/main" id="{F695E527-61DD-6F8C-8A16-A98810880932}"/>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903025" y="2724513"/>
            <a:ext cx="180257" cy="211848"/>
          </a:xfrm>
          <a:prstGeom prst="rect">
            <a:avLst/>
          </a:prstGeom>
        </p:spPr>
      </p:pic>
      <p:grpSp>
        <p:nvGrpSpPr>
          <p:cNvPr id="23" name="Group 22">
            <a:extLst>
              <a:ext uri="{FF2B5EF4-FFF2-40B4-BE49-F238E27FC236}">
                <a16:creationId xmlns:a16="http://schemas.microsoft.com/office/drawing/2014/main" id="{EEC7CCF0-3B0E-C022-3455-D595F0CEAB04}"/>
              </a:ext>
            </a:extLst>
          </p:cNvPr>
          <p:cNvGrpSpPr/>
          <p:nvPr/>
        </p:nvGrpSpPr>
        <p:grpSpPr>
          <a:xfrm>
            <a:off x="3642831" y="2159696"/>
            <a:ext cx="714958" cy="182718"/>
            <a:chOff x="4068615" y="5622175"/>
            <a:chExt cx="714958" cy="182718"/>
          </a:xfrm>
        </p:grpSpPr>
        <p:sp>
          <p:nvSpPr>
            <p:cNvPr id="29" name="Rectangle 28">
              <a:extLst>
                <a:ext uri="{FF2B5EF4-FFF2-40B4-BE49-F238E27FC236}">
                  <a16:creationId xmlns:a16="http://schemas.microsoft.com/office/drawing/2014/main" id="{18263B27-A02D-D997-128B-44BA48E52A5F}"/>
                </a:ext>
              </a:extLst>
            </p:cNvPr>
            <p:cNvSpPr/>
            <p:nvPr/>
          </p:nvSpPr>
          <p:spPr>
            <a:xfrm>
              <a:off x="4068615" y="5622175"/>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0" name="Rectangle 29">
              <a:extLst>
                <a:ext uri="{FF2B5EF4-FFF2-40B4-BE49-F238E27FC236}">
                  <a16:creationId xmlns:a16="http://schemas.microsoft.com/office/drawing/2014/main" id="{6DB88F22-AD16-DF62-289F-428977F6DC9E}"/>
                </a:ext>
              </a:extLst>
            </p:cNvPr>
            <p:cNvSpPr/>
            <p:nvPr/>
          </p:nvSpPr>
          <p:spPr>
            <a:xfrm>
              <a:off x="4440858" y="5622175"/>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1" name="Rectangle 30">
              <a:extLst>
                <a:ext uri="{FF2B5EF4-FFF2-40B4-BE49-F238E27FC236}">
                  <a16:creationId xmlns:a16="http://schemas.microsoft.com/office/drawing/2014/main" id="{B97AD9FE-FB6F-AE76-4EB8-807D894F5C66}"/>
                </a:ext>
              </a:extLst>
            </p:cNvPr>
            <p:cNvSpPr/>
            <p:nvPr/>
          </p:nvSpPr>
          <p:spPr>
            <a:xfrm>
              <a:off x="4068615" y="5727070"/>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3" name="Rectangle 32">
              <a:extLst>
                <a:ext uri="{FF2B5EF4-FFF2-40B4-BE49-F238E27FC236}">
                  <a16:creationId xmlns:a16="http://schemas.microsoft.com/office/drawing/2014/main" id="{1FFBA941-9734-0C91-B29F-EE7F28333027}"/>
                </a:ext>
              </a:extLst>
            </p:cNvPr>
            <p:cNvSpPr/>
            <p:nvPr/>
          </p:nvSpPr>
          <p:spPr>
            <a:xfrm>
              <a:off x="4440858" y="5727070"/>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nvGrpSpPr>
          <p:cNvPr id="24" name="Group 23">
            <a:extLst>
              <a:ext uri="{FF2B5EF4-FFF2-40B4-BE49-F238E27FC236}">
                <a16:creationId xmlns:a16="http://schemas.microsoft.com/office/drawing/2014/main" id="{AF92A158-F4D9-FD20-5D3F-73080B20F398}"/>
              </a:ext>
            </a:extLst>
          </p:cNvPr>
          <p:cNvGrpSpPr/>
          <p:nvPr/>
        </p:nvGrpSpPr>
        <p:grpSpPr>
          <a:xfrm>
            <a:off x="6635674" y="2159696"/>
            <a:ext cx="714958" cy="182718"/>
            <a:chOff x="4068615" y="5622175"/>
            <a:chExt cx="714958" cy="182718"/>
          </a:xfrm>
        </p:grpSpPr>
        <p:sp>
          <p:nvSpPr>
            <p:cNvPr id="25" name="Rectangle 24">
              <a:extLst>
                <a:ext uri="{FF2B5EF4-FFF2-40B4-BE49-F238E27FC236}">
                  <a16:creationId xmlns:a16="http://schemas.microsoft.com/office/drawing/2014/main" id="{B6CCC9C9-0616-9A48-8771-64DA94099CAE}"/>
                </a:ext>
              </a:extLst>
            </p:cNvPr>
            <p:cNvSpPr/>
            <p:nvPr/>
          </p:nvSpPr>
          <p:spPr>
            <a:xfrm>
              <a:off x="4068615" y="5622175"/>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6" name="Rectangle 25">
              <a:extLst>
                <a:ext uri="{FF2B5EF4-FFF2-40B4-BE49-F238E27FC236}">
                  <a16:creationId xmlns:a16="http://schemas.microsoft.com/office/drawing/2014/main" id="{0063B9D1-92EB-F787-5940-F5F876B9265B}"/>
                </a:ext>
              </a:extLst>
            </p:cNvPr>
            <p:cNvSpPr/>
            <p:nvPr/>
          </p:nvSpPr>
          <p:spPr>
            <a:xfrm>
              <a:off x="4440858" y="5622175"/>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7" name="Rectangle 26">
              <a:extLst>
                <a:ext uri="{FF2B5EF4-FFF2-40B4-BE49-F238E27FC236}">
                  <a16:creationId xmlns:a16="http://schemas.microsoft.com/office/drawing/2014/main" id="{0014D64C-2158-C70E-F37A-D4ABCFB03E54}"/>
                </a:ext>
              </a:extLst>
            </p:cNvPr>
            <p:cNvSpPr/>
            <p:nvPr/>
          </p:nvSpPr>
          <p:spPr>
            <a:xfrm>
              <a:off x="4068615" y="5727070"/>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8" name="Rectangle 27">
              <a:extLst>
                <a:ext uri="{FF2B5EF4-FFF2-40B4-BE49-F238E27FC236}">
                  <a16:creationId xmlns:a16="http://schemas.microsoft.com/office/drawing/2014/main" id="{339FB0A5-3DA2-785B-68DD-B3C0A8AD37C6}"/>
                </a:ext>
              </a:extLst>
            </p:cNvPr>
            <p:cNvSpPr/>
            <p:nvPr/>
          </p:nvSpPr>
          <p:spPr>
            <a:xfrm>
              <a:off x="4440858" y="5727070"/>
              <a:ext cx="342715" cy="77823"/>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sp>
        <p:nvSpPr>
          <p:cNvPr id="46" name="TextBox 45">
            <a:extLst>
              <a:ext uri="{FF2B5EF4-FFF2-40B4-BE49-F238E27FC236}">
                <a16:creationId xmlns:a16="http://schemas.microsoft.com/office/drawing/2014/main" id="{5A543ABD-44AB-5310-0F60-44C7ACB81B16}"/>
              </a:ext>
            </a:extLst>
          </p:cNvPr>
          <p:cNvSpPr txBox="1"/>
          <p:nvPr/>
        </p:nvSpPr>
        <p:spPr>
          <a:xfrm>
            <a:off x="1044781" y="4561779"/>
            <a:ext cx="1844916" cy="246221"/>
          </a:xfrm>
          <a:prstGeom prst="rect">
            <a:avLst/>
          </a:prstGeom>
          <a:ln>
            <a:noFill/>
          </a:ln>
        </p:spPr>
        <p:txBody>
          <a:bodyPr wrap="square" lIns="0" tIns="0" rIns="0" bIns="0" rtlCol="0">
            <a:spAutoFit/>
          </a:bodyPr>
          <a:lstStyle/>
          <a:p>
            <a:pPr algn="ctr">
              <a:spcAft>
                <a:spcPts val="600"/>
              </a:spcAft>
            </a:pPr>
            <a:r>
              <a:rPr lang="en-US" sz="1600" dirty="0">
                <a:solidFill>
                  <a:schemeClr val="accent2"/>
                </a:solidFill>
              </a:rPr>
              <a:t>Workload Domain</a:t>
            </a:r>
          </a:p>
        </p:txBody>
      </p:sp>
      <p:cxnSp>
        <p:nvCxnSpPr>
          <p:cNvPr id="51" name="Straight Connector 50">
            <a:extLst>
              <a:ext uri="{FF2B5EF4-FFF2-40B4-BE49-F238E27FC236}">
                <a16:creationId xmlns:a16="http://schemas.microsoft.com/office/drawing/2014/main" id="{96415C18-1337-8221-791E-AF513BCD8B70}"/>
              </a:ext>
            </a:extLst>
          </p:cNvPr>
          <p:cNvCxnSpPr>
            <a:cxnSpLocks/>
          </p:cNvCxnSpPr>
          <p:nvPr/>
        </p:nvCxnSpPr>
        <p:spPr bwMode="gray">
          <a:xfrm>
            <a:off x="592866" y="4456691"/>
            <a:ext cx="7365803" cy="0"/>
          </a:xfrm>
          <a:prstGeom prst="line">
            <a:avLst/>
          </a:prstGeom>
          <a:ln w="31750">
            <a:gradFill>
              <a:gsLst>
                <a:gs pos="100000">
                  <a:schemeClr val="accent1">
                    <a:lumMod val="5000"/>
                    <a:lumOff val="95000"/>
                  </a:schemeClr>
                </a:gs>
                <a:gs pos="0">
                  <a:schemeClr val="accent2"/>
                </a:gs>
              </a:gsLst>
              <a:lin ang="0" scaled="0"/>
            </a:gra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2CFC8DFC-BFC4-9DCC-8F53-CC5A9625A2C4}"/>
              </a:ext>
            </a:extLst>
          </p:cNvPr>
          <p:cNvCxnSpPr>
            <a:cxnSpLocks/>
          </p:cNvCxnSpPr>
          <p:nvPr/>
        </p:nvCxnSpPr>
        <p:spPr bwMode="gray">
          <a:xfrm>
            <a:off x="592866" y="6172167"/>
            <a:ext cx="7365803" cy="0"/>
          </a:xfrm>
          <a:prstGeom prst="line">
            <a:avLst/>
          </a:prstGeom>
          <a:ln w="31750">
            <a:gradFill>
              <a:gsLst>
                <a:gs pos="100000">
                  <a:schemeClr val="accent1">
                    <a:lumMod val="5000"/>
                    <a:lumOff val="95000"/>
                  </a:schemeClr>
                </a:gs>
                <a:gs pos="0">
                  <a:schemeClr val="accent2"/>
                </a:gs>
              </a:gsLst>
              <a:lin ang="0" scaled="0"/>
            </a:gra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42A97FF3-76E5-EBB7-C725-E95022BDEB95}"/>
              </a:ext>
            </a:extLst>
          </p:cNvPr>
          <p:cNvCxnSpPr>
            <a:cxnSpLocks/>
          </p:cNvCxnSpPr>
          <p:nvPr/>
        </p:nvCxnSpPr>
        <p:spPr bwMode="gray">
          <a:xfrm>
            <a:off x="592866" y="3218286"/>
            <a:ext cx="7365803" cy="0"/>
          </a:xfrm>
          <a:prstGeom prst="line">
            <a:avLst/>
          </a:prstGeom>
          <a:ln w="25400">
            <a:gradFill>
              <a:gsLst>
                <a:gs pos="100000">
                  <a:schemeClr val="accent1">
                    <a:lumMod val="5000"/>
                    <a:lumOff val="95000"/>
                  </a:schemeClr>
                </a:gs>
                <a:gs pos="0">
                  <a:schemeClr val="accent2"/>
                </a:gs>
              </a:gsLst>
              <a:lin ang="0" scaled="0"/>
            </a:gradFill>
            <a:miter lim="800000"/>
            <a:tailEnd type="none"/>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F36A9CD1-0786-6BE6-BC1C-88D40A768D55}"/>
              </a:ext>
            </a:extLst>
          </p:cNvPr>
          <p:cNvSpPr txBox="1"/>
          <p:nvPr/>
        </p:nvSpPr>
        <p:spPr>
          <a:xfrm>
            <a:off x="3029784" y="1681150"/>
            <a:ext cx="4928876" cy="215444"/>
          </a:xfrm>
          <a:prstGeom prst="rect">
            <a:avLst/>
          </a:prstGeom>
        </p:spPr>
        <p:txBody>
          <a:bodyPr wrap="square" lIns="0" tIns="0" rIns="0" bIns="0" rtlCol="0">
            <a:spAutoFit/>
          </a:bodyPr>
          <a:lstStyle/>
          <a:p>
            <a:pPr algn="ctr">
              <a:spcAft>
                <a:spcPts val="600"/>
              </a:spcAft>
            </a:pPr>
            <a:r>
              <a:rPr lang="en-US" sz="1400" dirty="0">
                <a:solidFill>
                  <a:schemeClr val="tx2"/>
                </a:solidFill>
                <a:latin typeface="Arial" panose="020B0604020202020204" pitchFamily="34" charset="0"/>
              </a:rPr>
              <a:t>Site resilient storage and compute across VCF boundaries</a:t>
            </a:r>
          </a:p>
        </p:txBody>
      </p:sp>
      <p:sp>
        <p:nvSpPr>
          <p:cNvPr id="58" name="TextBox 57">
            <a:extLst>
              <a:ext uri="{FF2B5EF4-FFF2-40B4-BE49-F238E27FC236}">
                <a16:creationId xmlns:a16="http://schemas.microsoft.com/office/drawing/2014/main" id="{C85376A3-09F0-6EBC-F546-802DB8626BF2}"/>
              </a:ext>
            </a:extLst>
          </p:cNvPr>
          <p:cNvSpPr txBox="1"/>
          <p:nvPr/>
        </p:nvSpPr>
        <p:spPr>
          <a:xfrm>
            <a:off x="1306522" y="3592980"/>
            <a:ext cx="1321434" cy="369332"/>
          </a:xfrm>
          <a:prstGeom prst="rect">
            <a:avLst/>
          </a:prstGeom>
        </p:spPr>
        <p:txBody>
          <a:bodyPr wrap="square" lIns="0" tIns="0" rIns="0" bIns="0" rtlCol="0">
            <a:spAutoFit/>
          </a:bodyPr>
          <a:lstStyle/>
          <a:p>
            <a:pPr algn="ctr">
              <a:spcAft>
                <a:spcPts val="600"/>
              </a:spcAft>
            </a:pPr>
            <a:r>
              <a:rPr lang="en-US" sz="1200" dirty="0">
                <a:solidFill>
                  <a:schemeClr val="tx2"/>
                </a:solidFill>
                <a:latin typeface="Arial" panose="020B0604020202020204" pitchFamily="34" charset="0"/>
              </a:rPr>
              <a:t>Site aware</a:t>
            </a:r>
            <a:br>
              <a:rPr lang="en-US" sz="1200" dirty="0">
                <a:solidFill>
                  <a:schemeClr val="tx2"/>
                </a:solidFill>
                <a:latin typeface="Arial" panose="020B0604020202020204" pitchFamily="34" charset="0"/>
              </a:rPr>
            </a:br>
            <a:r>
              <a:rPr lang="en-US" sz="1200" dirty="0">
                <a:solidFill>
                  <a:schemeClr val="accent4"/>
                </a:solidFill>
                <a:latin typeface="Arial" panose="020B0604020202020204" pitchFamily="34" charset="0"/>
              </a:rPr>
              <a:t>vSphere clusters</a:t>
            </a:r>
          </a:p>
        </p:txBody>
      </p:sp>
      <p:sp>
        <p:nvSpPr>
          <p:cNvPr id="62" name="TextBox 61">
            <a:extLst>
              <a:ext uri="{FF2B5EF4-FFF2-40B4-BE49-F238E27FC236}">
                <a16:creationId xmlns:a16="http://schemas.microsoft.com/office/drawing/2014/main" id="{C5A1DA35-EC52-0194-5CEF-6D60C28378E8}"/>
              </a:ext>
            </a:extLst>
          </p:cNvPr>
          <p:cNvSpPr txBox="1"/>
          <p:nvPr/>
        </p:nvSpPr>
        <p:spPr>
          <a:xfrm>
            <a:off x="1044781" y="3323374"/>
            <a:ext cx="1844916" cy="246221"/>
          </a:xfrm>
          <a:prstGeom prst="rect">
            <a:avLst/>
          </a:prstGeom>
          <a:ln>
            <a:noFill/>
          </a:ln>
        </p:spPr>
        <p:txBody>
          <a:bodyPr wrap="square" lIns="0" tIns="0" rIns="0" bIns="0" rtlCol="0">
            <a:spAutoFit/>
          </a:bodyPr>
          <a:lstStyle/>
          <a:p>
            <a:pPr algn="ctr">
              <a:spcAft>
                <a:spcPts val="600"/>
              </a:spcAft>
            </a:pPr>
            <a:r>
              <a:rPr lang="en-US" sz="1600" dirty="0">
                <a:solidFill>
                  <a:schemeClr val="accent2"/>
                </a:solidFill>
              </a:rPr>
              <a:t>Workload Domain</a:t>
            </a:r>
          </a:p>
        </p:txBody>
      </p:sp>
      <p:sp>
        <p:nvSpPr>
          <p:cNvPr id="63" name="TextBox 62">
            <a:extLst>
              <a:ext uri="{FF2B5EF4-FFF2-40B4-BE49-F238E27FC236}">
                <a16:creationId xmlns:a16="http://schemas.microsoft.com/office/drawing/2014/main" id="{9B346B49-F533-BDEB-3F11-EF5847B0F0CD}"/>
              </a:ext>
            </a:extLst>
          </p:cNvPr>
          <p:cNvSpPr txBox="1"/>
          <p:nvPr/>
        </p:nvSpPr>
        <p:spPr>
          <a:xfrm>
            <a:off x="1044781" y="2075367"/>
            <a:ext cx="1844916" cy="246221"/>
          </a:xfrm>
          <a:prstGeom prst="rect">
            <a:avLst/>
          </a:prstGeom>
          <a:ln>
            <a:noFill/>
          </a:ln>
        </p:spPr>
        <p:txBody>
          <a:bodyPr wrap="square" lIns="0" tIns="0" rIns="0" bIns="0" rtlCol="0">
            <a:spAutoFit/>
          </a:bodyPr>
          <a:lstStyle/>
          <a:p>
            <a:pPr algn="ctr">
              <a:spcAft>
                <a:spcPts val="600"/>
              </a:spcAft>
            </a:pPr>
            <a:r>
              <a:rPr lang="en-US" sz="1600" dirty="0">
                <a:solidFill>
                  <a:schemeClr val="accent2"/>
                </a:solidFill>
              </a:rPr>
              <a:t>Workload Domain</a:t>
            </a:r>
          </a:p>
        </p:txBody>
      </p:sp>
      <p:pic>
        <p:nvPicPr>
          <p:cNvPr id="67" name="Graphic 66">
            <a:extLst>
              <a:ext uri="{FF2B5EF4-FFF2-40B4-BE49-F238E27FC236}">
                <a16:creationId xmlns:a16="http://schemas.microsoft.com/office/drawing/2014/main" id="{9284F875-043D-1685-65E8-3673003FD24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808712" y="2064398"/>
            <a:ext cx="228600" cy="228600"/>
          </a:xfrm>
          <a:prstGeom prst="rect">
            <a:avLst/>
          </a:prstGeom>
        </p:spPr>
      </p:pic>
      <p:pic>
        <p:nvPicPr>
          <p:cNvPr id="68" name="Graphic 67">
            <a:extLst>
              <a:ext uri="{FF2B5EF4-FFF2-40B4-BE49-F238E27FC236}">
                <a16:creationId xmlns:a16="http://schemas.microsoft.com/office/drawing/2014/main" id="{791C198E-1AF0-BFA6-C586-5DB37BD2393C}"/>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808712" y="3312405"/>
            <a:ext cx="228600" cy="228600"/>
          </a:xfrm>
          <a:prstGeom prst="rect">
            <a:avLst/>
          </a:prstGeom>
        </p:spPr>
      </p:pic>
      <p:pic>
        <p:nvPicPr>
          <p:cNvPr id="69" name="Graphic 68">
            <a:extLst>
              <a:ext uri="{FF2B5EF4-FFF2-40B4-BE49-F238E27FC236}">
                <a16:creationId xmlns:a16="http://schemas.microsoft.com/office/drawing/2014/main" id="{6033DE9E-E01B-F903-EF6B-D1A7F79C61F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808712" y="4550810"/>
            <a:ext cx="228600" cy="228600"/>
          </a:xfrm>
          <a:prstGeom prst="rect">
            <a:avLst/>
          </a:prstGeom>
        </p:spPr>
      </p:pic>
      <p:pic>
        <p:nvPicPr>
          <p:cNvPr id="80" name="Graphic 79">
            <a:extLst>
              <a:ext uri="{FF2B5EF4-FFF2-40B4-BE49-F238E27FC236}">
                <a16:creationId xmlns:a16="http://schemas.microsoft.com/office/drawing/2014/main" id="{B2BC61C2-D9F4-0C7B-1DAB-BB51EA3C945A}"/>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767903" y="2398122"/>
            <a:ext cx="310218" cy="305214"/>
          </a:xfrm>
          <a:prstGeom prst="rect">
            <a:avLst/>
          </a:prstGeom>
        </p:spPr>
      </p:pic>
      <p:pic>
        <p:nvPicPr>
          <p:cNvPr id="83" name="Graphic 82">
            <a:extLst>
              <a:ext uri="{FF2B5EF4-FFF2-40B4-BE49-F238E27FC236}">
                <a16:creationId xmlns:a16="http://schemas.microsoft.com/office/drawing/2014/main" id="{7E66363F-74F6-1E54-D694-CA4D0842BB6C}"/>
              </a:ext>
            </a:extLst>
          </p:cNvPr>
          <p:cNvPicPr>
            <a:picLocks noChangeAspect="1"/>
          </p:cNvPicPr>
          <p:nvPr/>
        </p:nvPicPr>
        <p:blipFill>
          <a:blip r:embed="rId11">
            <a:extLst>
              <a:ext uri="{96DAC541-7B7A-43D3-8B79-37D633B846F1}">
                <asvg:svgBlip xmlns:asvg="http://schemas.microsoft.com/office/drawing/2016/SVG/main" r:embed="rId13"/>
              </a:ext>
            </a:extLst>
          </a:blip>
          <a:stretch>
            <a:fillRect/>
          </a:stretch>
        </p:blipFill>
        <p:spPr>
          <a:xfrm>
            <a:off x="767903" y="3646129"/>
            <a:ext cx="310218" cy="305214"/>
          </a:xfrm>
          <a:prstGeom prst="rect">
            <a:avLst/>
          </a:prstGeom>
        </p:spPr>
      </p:pic>
      <p:pic>
        <p:nvPicPr>
          <p:cNvPr id="88" name="Graphic 87">
            <a:extLst>
              <a:ext uri="{FF2B5EF4-FFF2-40B4-BE49-F238E27FC236}">
                <a16:creationId xmlns:a16="http://schemas.microsoft.com/office/drawing/2014/main" id="{91D67D5B-3A9A-B0B4-DA9A-AF536AABA0C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767903" y="4884534"/>
            <a:ext cx="310218" cy="305214"/>
          </a:xfrm>
          <a:prstGeom prst="rect">
            <a:avLst/>
          </a:prstGeom>
        </p:spPr>
      </p:pic>
      <p:pic>
        <p:nvPicPr>
          <p:cNvPr id="136" name="Graphic 135">
            <a:extLst>
              <a:ext uri="{FF2B5EF4-FFF2-40B4-BE49-F238E27FC236}">
                <a16:creationId xmlns:a16="http://schemas.microsoft.com/office/drawing/2014/main" id="{450FB48E-EB2F-287E-E5A5-8EDE0835BBAF}"/>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910182" y="3989470"/>
            <a:ext cx="180257" cy="211848"/>
          </a:xfrm>
          <a:prstGeom prst="rect">
            <a:avLst/>
          </a:prstGeom>
        </p:spPr>
      </p:pic>
      <p:pic>
        <p:nvPicPr>
          <p:cNvPr id="137" name="Graphic 136">
            <a:extLst>
              <a:ext uri="{FF2B5EF4-FFF2-40B4-BE49-F238E27FC236}">
                <a16:creationId xmlns:a16="http://schemas.microsoft.com/office/drawing/2014/main" id="{755553F8-B6C1-B5F0-A91E-F496041AB466}"/>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903025" y="3989470"/>
            <a:ext cx="180257" cy="211848"/>
          </a:xfrm>
          <a:prstGeom prst="rect">
            <a:avLst/>
          </a:prstGeom>
        </p:spPr>
      </p:pic>
      <p:sp>
        <p:nvSpPr>
          <p:cNvPr id="100" name="TextBox 99">
            <a:extLst>
              <a:ext uri="{FF2B5EF4-FFF2-40B4-BE49-F238E27FC236}">
                <a16:creationId xmlns:a16="http://schemas.microsoft.com/office/drawing/2014/main" id="{2363DA9D-EBBF-DBF8-A80E-BB8EE2C1C118}"/>
              </a:ext>
            </a:extLst>
          </p:cNvPr>
          <p:cNvSpPr txBox="1"/>
          <p:nvPr/>
        </p:nvSpPr>
        <p:spPr>
          <a:xfrm>
            <a:off x="603649" y="5220118"/>
            <a:ext cx="638726" cy="184666"/>
          </a:xfrm>
          <a:prstGeom prst="rect">
            <a:avLst/>
          </a:prstGeom>
          <a:ln>
            <a:noFill/>
          </a:ln>
        </p:spPr>
        <p:txBody>
          <a:bodyPr wrap="square" lIns="0" tIns="0" rIns="0" bIns="0" rtlCol="0">
            <a:spAutoFit/>
          </a:bodyPr>
          <a:lstStyle/>
          <a:p>
            <a:pPr algn="ctr">
              <a:spcAft>
                <a:spcPts val="600"/>
              </a:spcAft>
            </a:pPr>
            <a:r>
              <a:rPr lang="en-US" sz="1200" dirty="0">
                <a:solidFill>
                  <a:schemeClr val="accent5"/>
                </a:solidFill>
              </a:rPr>
              <a:t>vCenter</a:t>
            </a:r>
          </a:p>
        </p:txBody>
      </p:sp>
      <p:sp>
        <p:nvSpPr>
          <p:cNvPr id="10" name="TextBox 9">
            <a:extLst>
              <a:ext uri="{FF2B5EF4-FFF2-40B4-BE49-F238E27FC236}">
                <a16:creationId xmlns:a16="http://schemas.microsoft.com/office/drawing/2014/main" id="{2F43766C-7818-9C9C-C8C2-12CBF016F9FA}"/>
              </a:ext>
            </a:extLst>
          </p:cNvPr>
          <p:cNvSpPr txBox="1"/>
          <p:nvPr/>
        </p:nvSpPr>
        <p:spPr>
          <a:xfrm>
            <a:off x="603649" y="3981713"/>
            <a:ext cx="638726" cy="184666"/>
          </a:xfrm>
          <a:prstGeom prst="rect">
            <a:avLst/>
          </a:prstGeom>
          <a:ln>
            <a:noFill/>
          </a:ln>
        </p:spPr>
        <p:txBody>
          <a:bodyPr wrap="square" lIns="0" tIns="0" rIns="0" bIns="0" rtlCol="0">
            <a:spAutoFit/>
          </a:bodyPr>
          <a:lstStyle/>
          <a:p>
            <a:pPr algn="ctr">
              <a:spcAft>
                <a:spcPts val="600"/>
              </a:spcAft>
            </a:pPr>
            <a:r>
              <a:rPr lang="en-US" sz="1200" dirty="0">
                <a:solidFill>
                  <a:schemeClr val="accent5"/>
                </a:solidFill>
              </a:rPr>
              <a:t>vCenter</a:t>
            </a:r>
          </a:p>
        </p:txBody>
      </p:sp>
      <p:sp>
        <p:nvSpPr>
          <p:cNvPr id="13" name="TextBox 12">
            <a:extLst>
              <a:ext uri="{FF2B5EF4-FFF2-40B4-BE49-F238E27FC236}">
                <a16:creationId xmlns:a16="http://schemas.microsoft.com/office/drawing/2014/main" id="{533EA251-3A1C-FDAF-AE23-3444252011BC}"/>
              </a:ext>
            </a:extLst>
          </p:cNvPr>
          <p:cNvSpPr txBox="1"/>
          <p:nvPr/>
        </p:nvSpPr>
        <p:spPr>
          <a:xfrm>
            <a:off x="603649" y="2733706"/>
            <a:ext cx="638726" cy="184666"/>
          </a:xfrm>
          <a:prstGeom prst="rect">
            <a:avLst/>
          </a:prstGeom>
          <a:ln>
            <a:noFill/>
          </a:ln>
        </p:spPr>
        <p:txBody>
          <a:bodyPr wrap="square" lIns="0" tIns="0" rIns="0" bIns="0" rtlCol="0">
            <a:spAutoFit/>
          </a:bodyPr>
          <a:lstStyle/>
          <a:p>
            <a:pPr algn="ctr">
              <a:spcAft>
                <a:spcPts val="600"/>
              </a:spcAft>
            </a:pPr>
            <a:r>
              <a:rPr lang="en-US" sz="1200" dirty="0">
                <a:solidFill>
                  <a:schemeClr val="accent5"/>
                </a:solidFill>
              </a:rPr>
              <a:t>vCenter</a:t>
            </a:r>
          </a:p>
        </p:txBody>
      </p:sp>
      <p:sp>
        <p:nvSpPr>
          <p:cNvPr id="22" name="TextBox 21">
            <a:extLst>
              <a:ext uri="{FF2B5EF4-FFF2-40B4-BE49-F238E27FC236}">
                <a16:creationId xmlns:a16="http://schemas.microsoft.com/office/drawing/2014/main" id="{DEB4E5AE-6CCD-228C-0ACF-35EE2F2B716D}"/>
              </a:ext>
            </a:extLst>
          </p:cNvPr>
          <p:cNvSpPr txBox="1"/>
          <p:nvPr/>
        </p:nvSpPr>
        <p:spPr>
          <a:xfrm>
            <a:off x="5245540" y="4727214"/>
            <a:ext cx="488176" cy="169277"/>
          </a:xfrm>
          <a:prstGeom prst="rect">
            <a:avLst/>
          </a:prstGeom>
        </p:spPr>
        <p:txBody>
          <a:bodyPr wrap="square" lIns="0" tIns="0" rIns="0" bIns="0" rtlCol="0">
            <a:spAutoFit/>
          </a:bodyPr>
          <a:lstStyle/>
          <a:p>
            <a:pPr algn="ctr"/>
            <a:r>
              <a:rPr lang="en-US" sz="1100" dirty="0">
                <a:solidFill>
                  <a:schemeClr val="bg1">
                    <a:lumMod val="50000"/>
                  </a:schemeClr>
                </a:solidFill>
              </a:rPr>
              <a:t>ISL</a:t>
            </a:r>
          </a:p>
        </p:txBody>
      </p:sp>
    </p:spTree>
    <p:extLst>
      <p:ext uri="{BB962C8B-B14F-4D97-AF65-F5344CB8AC3E}">
        <p14:creationId xmlns:p14="http://schemas.microsoft.com/office/powerpoint/2010/main" val="3047411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1"/>
                                        </p:tgtEl>
                                        <p:attrNameLst>
                                          <p:attrName>style.visibility</p:attrName>
                                        </p:attrNameLst>
                                      </p:cBhvr>
                                      <p:to>
                                        <p:strVal val="visible"/>
                                      </p:to>
                                    </p:set>
                                    <p:animEffect transition="in" filter="fade">
                                      <p:cBhvr>
                                        <p:cTn id="13" dur="500"/>
                                        <p:tgtEl>
                                          <p:spTgt spid="4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2"/>
                                        </p:tgtEl>
                                        <p:attrNameLst>
                                          <p:attrName>style.visibility</p:attrName>
                                        </p:attrNameLst>
                                      </p:cBhvr>
                                      <p:to>
                                        <p:strVal val="visible"/>
                                      </p:to>
                                    </p:set>
                                    <p:animEffect transition="in" filter="fade">
                                      <p:cBhvr>
                                        <p:cTn id="16" dur="500"/>
                                        <p:tgtEl>
                                          <p:spTgt spid="42"/>
                                        </p:tgtEl>
                                      </p:cBhvr>
                                    </p:animEffect>
                                  </p:childTnLst>
                                </p:cTn>
                              </p:par>
                            </p:childTnLst>
                          </p:cTn>
                        </p:par>
                        <p:par>
                          <p:cTn id="17" fill="hold">
                            <p:stCondLst>
                              <p:cond delay="500"/>
                            </p:stCondLst>
                            <p:childTnLst>
                              <p:par>
                                <p:cTn id="18" presetID="16" presetClass="entr" presetSubtype="42" fill="hold" nodeType="afterEffect">
                                  <p:stCondLst>
                                    <p:cond delay="0"/>
                                  </p:stCondLst>
                                  <p:childTnLst>
                                    <p:set>
                                      <p:cBhvr>
                                        <p:cTn id="19" dur="1" fill="hold">
                                          <p:stCondLst>
                                            <p:cond delay="0"/>
                                          </p:stCondLst>
                                        </p:cTn>
                                        <p:tgtEl>
                                          <p:spTgt spid="204"/>
                                        </p:tgtEl>
                                        <p:attrNameLst>
                                          <p:attrName>style.visibility</p:attrName>
                                        </p:attrNameLst>
                                      </p:cBhvr>
                                      <p:to>
                                        <p:strVal val="visible"/>
                                      </p:to>
                                    </p:set>
                                    <p:animEffect transition="in" filter="barn(outHorizontal)">
                                      <p:cBhvr>
                                        <p:cTn id="20" dur="500"/>
                                        <p:tgtEl>
                                          <p:spTgt spid="204"/>
                                        </p:tgtEl>
                                      </p:cBhvr>
                                    </p:animEffect>
                                  </p:childTnLst>
                                </p:cTn>
                              </p:par>
                            </p:childTnLst>
                          </p:cTn>
                        </p:par>
                        <p:par>
                          <p:cTn id="21" fill="hold">
                            <p:stCondLst>
                              <p:cond delay="1000"/>
                            </p:stCondLst>
                            <p:childTnLst>
                              <p:par>
                                <p:cTn id="22" presetID="22" presetClass="entr" presetSubtype="8" fill="hold" nodeType="afterEffect">
                                  <p:stCondLst>
                                    <p:cond delay="0"/>
                                  </p:stCondLst>
                                  <p:childTnLst>
                                    <p:set>
                                      <p:cBhvr>
                                        <p:cTn id="23" dur="1" fill="hold">
                                          <p:stCondLst>
                                            <p:cond delay="0"/>
                                          </p:stCondLst>
                                        </p:cTn>
                                        <p:tgtEl>
                                          <p:spTgt spid="52"/>
                                        </p:tgtEl>
                                        <p:attrNameLst>
                                          <p:attrName>style.visibility</p:attrName>
                                        </p:attrNameLst>
                                      </p:cBhvr>
                                      <p:to>
                                        <p:strVal val="visible"/>
                                      </p:to>
                                    </p:set>
                                    <p:animEffect transition="in" filter="wipe(left)">
                                      <p:cBhvr>
                                        <p:cTn id="24" dur="500"/>
                                        <p:tgtEl>
                                          <p:spTgt spid="52"/>
                                        </p:tgtEl>
                                      </p:cBhvr>
                                    </p:animEffect>
                                  </p:childTnLst>
                                </p:cTn>
                              </p:par>
                              <p:par>
                                <p:cTn id="25" presetID="22" presetClass="entr" presetSubtype="8" fill="hold" nodeType="withEffect">
                                  <p:stCondLst>
                                    <p:cond delay="0"/>
                                  </p:stCondLst>
                                  <p:childTnLst>
                                    <p:set>
                                      <p:cBhvr>
                                        <p:cTn id="26" dur="1" fill="hold">
                                          <p:stCondLst>
                                            <p:cond delay="0"/>
                                          </p:stCondLst>
                                        </p:cTn>
                                        <p:tgtEl>
                                          <p:spTgt spid="51"/>
                                        </p:tgtEl>
                                        <p:attrNameLst>
                                          <p:attrName>style.visibility</p:attrName>
                                        </p:attrNameLst>
                                      </p:cBhvr>
                                      <p:to>
                                        <p:strVal val="visible"/>
                                      </p:to>
                                    </p:set>
                                    <p:animEffect transition="in" filter="wipe(left)">
                                      <p:cBhvr>
                                        <p:cTn id="27" dur="500"/>
                                        <p:tgtEl>
                                          <p:spTgt spid="51"/>
                                        </p:tgtEl>
                                      </p:cBhvr>
                                    </p:animEffect>
                                  </p:childTnLst>
                                </p:cTn>
                              </p:par>
                              <p:par>
                                <p:cTn id="28" presetID="22" presetClass="entr" presetSubtype="8" fill="hold" nodeType="withEffect">
                                  <p:stCondLst>
                                    <p:cond delay="0"/>
                                  </p:stCondLst>
                                  <p:childTnLst>
                                    <p:set>
                                      <p:cBhvr>
                                        <p:cTn id="29" dur="1" fill="hold">
                                          <p:stCondLst>
                                            <p:cond delay="0"/>
                                          </p:stCondLst>
                                        </p:cTn>
                                        <p:tgtEl>
                                          <p:spTgt spid="53"/>
                                        </p:tgtEl>
                                        <p:attrNameLst>
                                          <p:attrName>style.visibility</p:attrName>
                                        </p:attrNameLst>
                                      </p:cBhvr>
                                      <p:to>
                                        <p:strVal val="visible"/>
                                      </p:to>
                                    </p:set>
                                    <p:animEffect transition="in" filter="wipe(left)">
                                      <p:cBhvr>
                                        <p:cTn id="30" dur="500"/>
                                        <p:tgtEl>
                                          <p:spTgt spid="53"/>
                                        </p:tgtEl>
                                      </p:cBhvr>
                                    </p:animEffect>
                                  </p:childTnLst>
                                </p:cTn>
                              </p:par>
                              <p:par>
                                <p:cTn id="31" presetID="22" presetClass="entr" presetSubtype="8"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wipe(left)">
                                      <p:cBhvr>
                                        <p:cTn id="33" dur="500"/>
                                        <p:tgtEl>
                                          <p:spTgt spid="9"/>
                                        </p:tgtEl>
                                      </p:cBhvr>
                                    </p:animEffect>
                                  </p:childTnLst>
                                </p:cTn>
                              </p:par>
                              <p:par>
                                <p:cTn id="34" presetID="22" presetClass="entr" presetSubtype="8" fill="hold" nodeType="with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wipe(left)">
                                      <p:cBhvr>
                                        <p:cTn id="36" dur="500"/>
                                        <p:tgtEl>
                                          <p:spTgt spid="15"/>
                                        </p:tgtEl>
                                      </p:cBhvr>
                                    </p:animEffect>
                                  </p:childTnLst>
                                </p:cTn>
                              </p:par>
                              <p:par>
                                <p:cTn id="37" presetID="22" presetClass="entr" presetSubtype="8" fill="hold"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wipe(left)">
                                      <p:cBhvr>
                                        <p:cTn id="39" dur="500"/>
                                        <p:tgtEl>
                                          <p:spTgt spid="16"/>
                                        </p:tgtEl>
                                      </p:cBhvr>
                                    </p:animEffect>
                                  </p:childTnLst>
                                </p:cTn>
                              </p:par>
                            </p:childTnLst>
                          </p:cTn>
                        </p:par>
                        <p:par>
                          <p:cTn id="40" fill="hold">
                            <p:stCondLst>
                              <p:cond delay="1500"/>
                            </p:stCondLst>
                            <p:childTnLst>
                              <p:par>
                                <p:cTn id="41" presetID="10" presetClass="entr" presetSubtype="0" fill="hold" grpId="0" nodeType="afterEffect">
                                  <p:stCondLst>
                                    <p:cond delay="0"/>
                                  </p:stCondLst>
                                  <p:childTnLst>
                                    <p:set>
                                      <p:cBhvr>
                                        <p:cTn id="42" dur="1" fill="hold">
                                          <p:stCondLst>
                                            <p:cond delay="0"/>
                                          </p:stCondLst>
                                        </p:cTn>
                                        <p:tgtEl>
                                          <p:spTgt spid="7"/>
                                        </p:tgtEl>
                                        <p:attrNameLst>
                                          <p:attrName>style.visibility</p:attrName>
                                        </p:attrNameLst>
                                      </p:cBhvr>
                                      <p:to>
                                        <p:strVal val="visible"/>
                                      </p:to>
                                    </p:set>
                                    <p:animEffect transition="in" filter="fade">
                                      <p:cBhvr>
                                        <p:cTn id="43" dur="500"/>
                                        <p:tgtEl>
                                          <p:spTgt spid="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46"/>
                                        </p:tgtEl>
                                        <p:attrNameLst>
                                          <p:attrName>style.visibility</p:attrName>
                                        </p:attrNameLst>
                                      </p:cBhvr>
                                      <p:to>
                                        <p:strVal val="visible"/>
                                      </p:to>
                                    </p:set>
                                    <p:animEffect transition="in" filter="fade">
                                      <p:cBhvr>
                                        <p:cTn id="46" dur="500"/>
                                        <p:tgtEl>
                                          <p:spTgt spid="46"/>
                                        </p:tgtEl>
                                      </p:cBhvr>
                                    </p:animEffect>
                                  </p:childTnLst>
                                </p:cTn>
                              </p:par>
                              <p:par>
                                <p:cTn id="47" presetID="10" presetClass="entr" presetSubtype="0" fill="hold" nodeType="withEffect">
                                  <p:stCondLst>
                                    <p:cond delay="0"/>
                                  </p:stCondLst>
                                  <p:childTnLst>
                                    <p:set>
                                      <p:cBhvr>
                                        <p:cTn id="48" dur="1" fill="hold">
                                          <p:stCondLst>
                                            <p:cond delay="0"/>
                                          </p:stCondLst>
                                        </p:cTn>
                                        <p:tgtEl>
                                          <p:spTgt spid="69"/>
                                        </p:tgtEl>
                                        <p:attrNameLst>
                                          <p:attrName>style.visibility</p:attrName>
                                        </p:attrNameLst>
                                      </p:cBhvr>
                                      <p:to>
                                        <p:strVal val="visible"/>
                                      </p:to>
                                    </p:set>
                                    <p:animEffect transition="in" filter="fade">
                                      <p:cBhvr>
                                        <p:cTn id="49" dur="500"/>
                                        <p:tgtEl>
                                          <p:spTgt spid="69"/>
                                        </p:tgtEl>
                                      </p:cBhvr>
                                    </p:animEffect>
                                  </p:childTnLst>
                                </p:cTn>
                              </p:par>
                              <p:par>
                                <p:cTn id="50" presetID="10" presetClass="entr" presetSubtype="0" fill="hold" nodeType="withEffect">
                                  <p:stCondLst>
                                    <p:cond delay="0"/>
                                  </p:stCondLst>
                                  <p:childTnLst>
                                    <p:set>
                                      <p:cBhvr>
                                        <p:cTn id="51" dur="1" fill="hold">
                                          <p:stCondLst>
                                            <p:cond delay="0"/>
                                          </p:stCondLst>
                                        </p:cTn>
                                        <p:tgtEl>
                                          <p:spTgt spid="88"/>
                                        </p:tgtEl>
                                        <p:attrNameLst>
                                          <p:attrName>style.visibility</p:attrName>
                                        </p:attrNameLst>
                                      </p:cBhvr>
                                      <p:to>
                                        <p:strVal val="visible"/>
                                      </p:to>
                                    </p:set>
                                    <p:animEffect transition="in" filter="fade">
                                      <p:cBhvr>
                                        <p:cTn id="52" dur="500"/>
                                        <p:tgtEl>
                                          <p:spTgt spid="88"/>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00"/>
                                        </p:tgtEl>
                                        <p:attrNameLst>
                                          <p:attrName>style.visibility</p:attrName>
                                        </p:attrNameLst>
                                      </p:cBhvr>
                                      <p:to>
                                        <p:strVal val="visible"/>
                                      </p:to>
                                    </p:set>
                                    <p:animEffect transition="in" filter="fade">
                                      <p:cBhvr>
                                        <p:cTn id="55" dur="500"/>
                                        <p:tgtEl>
                                          <p:spTgt spid="100"/>
                                        </p:tgtEl>
                                      </p:cBhvr>
                                    </p:animEffect>
                                  </p:childTnLst>
                                </p:cTn>
                              </p:par>
                            </p:childTnLst>
                          </p:cTn>
                        </p:par>
                        <p:par>
                          <p:cTn id="56" fill="hold">
                            <p:stCondLst>
                              <p:cond delay="2000"/>
                            </p:stCondLst>
                            <p:childTnLst>
                              <p:par>
                                <p:cTn id="57" presetID="10" presetClass="entr" presetSubtype="0" fill="hold" nodeType="afterEffect">
                                  <p:stCondLst>
                                    <p:cond delay="0"/>
                                  </p:stCondLst>
                                  <p:childTnLst>
                                    <p:set>
                                      <p:cBhvr>
                                        <p:cTn id="58" dur="1" fill="hold">
                                          <p:stCondLst>
                                            <p:cond delay="0"/>
                                          </p:stCondLst>
                                        </p:cTn>
                                        <p:tgtEl>
                                          <p:spTgt spid="39"/>
                                        </p:tgtEl>
                                        <p:attrNameLst>
                                          <p:attrName>style.visibility</p:attrName>
                                        </p:attrNameLst>
                                      </p:cBhvr>
                                      <p:to>
                                        <p:strVal val="visible"/>
                                      </p:to>
                                    </p:set>
                                    <p:animEffect transition="in" filter="fade">
                                      <p:cBhvr>
                                        <p:cTn id="59" dur="500"/>
                                        <p:tgtEl>
                                          <p:spTgt spid="39"/>
                                        </p:tgtEl>
                                      </p:cBhvr>
                                    </p:animEffect>
                                  </p:childTnLst>
                                </p:cTn>
                              </p:par>
                              <p:par>
                                <p:cTn id="60" presetID="10" presetClass="entr" presetSubtype="0" fill="hold" nodeType="withEffect">
                                  <p:stCondLst>
                                    <p:cond delay="0"/>
                                  </p:stCondLst>
                                  <p:childTnLst>
                                    <p:set>
                                      <p:cBhvr>
                                        <p:cTn id="61" dur="1" fill="hold">
                                          <p:stCondLst>
                                            <p:cond delay="0"/>
                                          </p:stCondLst>
                                        </p:cTn>
                                        <p:tgtEl>
                                          <p:spTgt spid="14"/>
                                        </p:tgtEl>
                                        <p:attrNameLst>
                                          <p:attrName>style.visibility</p:attrName>
                                        </p:attrNameLst>
                                      </p:cBhvr>
                                      <p:to>
                                        <p:strVal val="visible"/>
                                      </p:to>
                                    </p:set>
                                    <p:animEffect transition="in" filter="fade">
                                      <p:cBhvr>
                                        <p:cTn id="62" dur="500"/>
                                        <p:tgtEl>
                                          <p:spTgt spid="14"/>
                                        </p:tgtEl>
                                      </p:cBhvr>
                                    </p:animEffect>
                                  </p:childTnLst>
                                </p:cTn>
                              </p:par>
                              <p:par>
                                <p:cTn id="63" presetID="10" presetClass="entr" presetSubtype="0" fill="hold" nodeType="withEffect">
                                  <p:stCondLst>
                                    <p:cond delay="0"/>
                                  </p:stCondLst>
                                  <p:childTnLst>
                                    <p:set>
                                      <p:cBhvr>
                                        <p:cTn id="64" dur="1" fill="hold">
                                          <p:stCondLst>
                                            <p:cond delay="0"/>
                                          </p:stCondLst>
                                        </p:cTn>
                                        <p:tgtEl>
                                          <p:spTgt spid="161"/>
                                        </p:tgtEl>
                                        <p:attrNameLst>
                                          <p:attrName>style.visibility</p:attrName>
                                        </p:attrNameLst>
                                      </p:cBhvr>
                                      <p:to>
                                        <p:strVal val="visible"/>
                                      </p:to>
                                    </p:set>
                                    <p:animEffect transition="in" filter="fade">
                                      <p:cBhvr>
                                        <p:cTn id="65" dur="500"/>
                                        <p:tgtEl>
                                          <p:spTgt spid="161"/>
                                        </p:tgtEl>
                                      </p:cBhvr>
                                    </p:animEffect>
                                  </p:childTnLst>
                                </p:cTn>
                              </p:par>
                              <p:par>
                                <p:cTn id="66" presetID="10" presetClass="entr" presetSubtype="0" fill="hold" nodeType="withEffect">
                                  <p:stCondLst>
                                    <p:cond delay="0"/>
                                  </p:stCondLst>
                                  <p:childTnLst>
                                    <p:set>
                                      <p:cBhvr>
                                        <p:cTn id="67" dur="1" fill="hold">
                                          <p:stCondLst>
                                            <p:cond delay="0"/>
                                          </p:stCondLst>
                                        </p:cTn>
                                        <p:tgtEl>
                                          <p:spTgt spid="176"/>
                                        </p:tgtEl>
                                        <p:attrNameLst>
                                          <p:attrName>style.visibility</p:attrName>
                                        </p:attrNameLst>
                                      </p:cBhvr>
                                      <p:to>
                                        <p:strVal val="visible"/>
                                      </p:to>
                                    </p:set>
                                    <p:animEffect transition="in" filter="fade">
                                      <p:cBhvr>
                                        <p:cTn id="68" dur="500"/>
                                        <p:tgtEl>
                                          <p:spTgt spid="176"/>
                                        </p:tgtEl>
                                      </p:cBhvr>
                                    </p:animEffect>
                                  </p:childTnLst>
                                </p:cTn>
                              </p:par>
                              <p:par>
                                <p:cTn id="69" presetID="16" presetClass="entr" presetSubtype="37" fill="hold" nodeType="withEffect">
                                  <p:stCondLst>
                                    <p:cond delay="0"/>
                                  </p:stCondLst>
                                  <p:childTnLst>
                                    <p:set>
                                      <p:cBhvr>
                                        <p:cTn id="70" dur="1" fill="hold">
                                          <p:stCondLst>
                                            <p:cond delay="0"/>
                                          </p:stCondLst>
                                        </p:cTn>
                                        <p:tgtEl>
                                          <p:spTgt spid="82"/>
                                        </p:tgtEl>
                                        <p:attrNameLst>
                                          <p:attrName>style.visibility</p:attrName>
                                        </p:attrNameLst>
                                      </p:cBhvr>
                                      <p:to>
                                        <p:strVal val="visible"/>
                                      </p:to>
                                    </p:set>
                                    <p:animEffect transition="in" filter="barn(outVertical)">
                                      <p:cBhvr>
                                        <p:cTn id="71" dur="500"/>
                                        <p:tgtEl>
                                          <p:spTgt spid="82"/>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22"/>
                                        </p:tgtEl>
                                        <p:attrNameLst>
                                          <p:attrName>style.visibility</p:attrName>
                                        </p:attrNameLst>
                                      </p:cBhvr>
                                      <p:to>
                                        <p:strVal val="visible"/>
                                      </p:to>
                                    </p:set>
                                    <p:animEffect transition="in" filter="fade">
                                      <p:cBhvr>
                                        <p:cTn id="74" dur="500"/>
                                        <p:tgtEl>
                                          <p:spTgt spid="22"/>
                                        </p:tgtEl>
                                      </p:cBhvr>
                                    </p:animEffect>
                                  </p:childTnLst>
                                </p:cTn>
                              </p:par>
                            </p:childTnLst>
                          </p:cTn>
                        </p:par>
                        <p:par>
                          <p:cTn id="75" fill="hold">
                            <p:stCondLst>
                              <p:cond delay="2500"/>
                            </p:stCondLst>
                            <p:childTnLst>
                              <p:par>
                                <p:cTn id="76" presetID="26" presetClass="emph" presetSubtype="0" fill="hold" grpId="1" nodeType="afterEffect">
                                  <p:stCondLst>
                                    <p:cond delay="500"/>
                                  </p:stCondLst>
                                  <p:childTnLst>
                                    <p:animEffect transition="out" filter="fade">
                                      <p:cBhvr>
                                        <p:cTn id="77" dur="500" tmFilter="0, 0; .2, .5; .8, .5; 1, 0"/>
                                        <p:tgtEl>
                                          <p:spTgt spid="100"/>
                                        </p:tgtEl>
                                      </p:cBhvr>
                                    </p:animEffect>
                                    <p:animScale>
                                      <p:cBhvr>
                                        <p:cTn id="78" dur="250" autoRev="1" fill="hold"/>
                                        <p:tgtEl>
                                          <p:spTgt spid="100"/>
                                        </p:tgtEl>
                                      </p:cBhvr>
                                      <p:by x="105000" y="105000"/>
                                    </p:animScale>
                                  </p:childTnLst>
                                </p:cTn>
                              </p:par>
                            </p:childTnLst>
                          </p:cTn>
                        </p:par>
                        <p:par>
                          <p:cTn id="79" fill="hold">
                            <p:stCondLst>
                              <p:cond delay="3500"/>
                            </p:stCondLst>
                            <p:childTnLst>
                              <p:par>
                                <p:cTn id="80" presetID="10" presetClass="entr" presetSubtype="0" fill="hold" grpId="0" nodeType="afterEffect">
                                  <p:stCondLst>
                                    <p:cond delay="1000"/>
                                  </p:stCondLst>
                                  <p:childTnLst>
                                    <p:set>
                                      <p:cBhvr>
                                        <p:cTn id="81" dur="1" fill="hold">
                                          <p:stCondLst>
                                            <p:cond delay="0"/>
                                          </p:stCondLst>
                                        </p:cTn>
                                        <p:tgtEl>
                                          <p:spTgt spid="58"/>
                                        </p:tgtEl>
                                        <p:attrNameLst>
                                          <p:attrName>style.visibility</p:attrName>
                                        </p:attrNameLst>
                                      </p:cBhvr>
                                      <p:to>
                                        <p:strVal val="visible"/>
                                      </p:to>
                                    </p:set>
                                    <p:animEffect transition="in" filter="fade">
                                      <p:cBhvr>
                                        <p:cTn id="82" dur="500"/>
                                        <p:tgtEl>
                                          <p:spTgt spid="58"/>
                                        </p:tgtEl>
                                      </p:cBhvr>
                                    </p:animEffect>
                                  </p:childTnLst>
                                </p:cTn>
                              </p:par>
                              <p:par>
                                <p:cTn id="83" presetID="10" presetClass="entr" presetSubtype="0" fill="hold" grpId="0" nodeType="withEffect">
                                  <p:stCondLst>
                                    <p:cond delay="1000"/>
                                  </p:stCondLst>
                                  <p:childTnLst>
                                    <p:set>
                                      <p:cBhvr>
                                        <p:cTn id="84" dur="1" fill="hold">
                                          <p:stCondLst>
                                            <p:cond delay="0"/>
                                          </p:stCondLst>
                                        </p:cTn>
                                        <p:tgtEl>
                                          <p:spTgt spid="62"/>
                                        </p:tgtEl>
                                        <p:attrNameLst>
                                          <p:attrName>style.visibility</p:attrName>
                                        </p:attrNameLst>
                                      </p:cBhvr>
                                      <p:to>
                                        <p:strVal val="visible"/>
                                      </p:to>
                                    </p:set>
                                    <p:animEffect transition="in" filter="fade">
                                      <p:cBhvr>
                                        <p:cTn id="85" dur="500"/>
                                        <p:tgtEl>
                                          <p:spTgt spid="62"/>
                                        </p:tgtEl>
                                      </p:cBhvr>
                                    </p:animEffect>
                                  </p:childTnLst>
                                </p:cTn>
                              </p:par>
                              <p:par>
                                <p:cTn id="86" presetID="10" presetClass="entr" presetSubtype="0" fill="hold" nodeType="withEffect">
                                  <p:stCondLst>
                                    <p:cond delay="1000"/>
                                  </p:stCondLst>
                                  <p:childTnLst>
                                    <p:set>
                                      <p:cBhvr>
                                        <p:cTn id="87" dur="1" fill="hold">
                                          <p:stCondLst>
                                            <p:cond delay="0"/>
                                          </p:stCondLst>
                                        </p:cTn>
                                        <p:tgtEl>
                                          <p:spTgt spid="68"/>
                                        </p:tgtEl>
                                        <p:attrNameLst>
                                          <p:attrName>style.visibility</p:attrName>
                                        </p:attrNameLst>
                                      </p:cBhvr>
                                      <p:to>
                                        <p:strVal val="visible"/>
                                      </p:to>
                                    </p:set>
                                    <p:animEffect transition="in" filter="fade">
                                      <p:cBhvr>
                                        <p:cTn id="88" dur="500"/>
                                        <p:tgtEl>
                                          <p:spTgt spid="68"/>
                                        </p:tgtEl>
                                      </p:cBhvr>
                                    </p:animEffect>
                                  </p:childTnLst>
                                </p:cTn>
                              </p:par>
                              <p:par>
                                <p:cTn id="89" presetID="10" presetClass="entr" presetSubtype="0" fill="hold" nodeType="withEffect">
                                  <p:stCondLst>
                                    <p:cond delay="1000"/>
                                  </p:stCondLst>
                                  <p:childTnLst>
                                    <p:set>
                                      <p:cBhvr>
                                        <p:cTn id="90" dur="1" fill="hold">
                                          <p:stCondLst>
                                            <p:cond delay="0"/>
                                          </p:stCondLst>
                                        </p:cTn>
                                        <p:tgtEl>
                                          <p:spTgt spid="83"/>
                                        </p:tgtEl>
                                        <p:attrNameLst>
                                          <p:attrName>style.visibility</p:attrName>
                                        </p:attrNameLst>
                                      </p:cBhvr>
                                      <p:to>
                                        <p:strVal val="visible"/>
                                      </p:to>
                                    </p:set>
                                    <p:animEffect transition="in" filter="fade">
                                      <p:cBhvr>
                                        <p:cTn id="91" dur="500"/>
                                        <p:tgtEl>
                                          <p:spTgt spid="83"/>
                                        </p:tgtEl>
                                      </p:cBhvr>
                                    </p:animEffect>
                                  </p:childTnLst>
                                </p:cTn>
                              </p:par>
                              <p:par>
                                <p:cTn id="92" presetID="10" presetClass="entr" presetSubtype="0" fill="hold" grpId="0" nodeType="withEffect">
                                  <p:stCondLst>
                                    <p:cond delay="1000"/>
                                  </p:stCondLst>
                                  <p:childTnLst>
                                    <p:set>
                                      <p:cBhvr>
                                        <p:cTn id="93" dur="1" fill="hold">
                                          <p:stCondLst>
                                            <p:cond delay="0"/>
                                          </p:stCondLst>
                                        </p:cTn>
                                        <p:tgtEl>
                                          <p:spTgt spid="10"/>
                                        </p:tgtEl>
                                        <p:attrNameLst>
                                          <p:attrName>style.visibility</p:attrName>
                                        </p:attrNameLst>
                                      </p:cBhvr>
                                      <p:to>
                                        <p:strVal val="visible"/>
                                      </p:to>
                                    </p:set>
                                    <p:animEffect transition="in" filter="fade">
                                      <p:cBhvr>
                                        <p:cTn id="94" dur="500"/>
                                        <p:tgtEl>
                                          <p:spTgt spid="10"/>
                                        </p:tgtEl>
                                      </p:cBhvr>
                                    </p:animEffect>
                                  </p:childTnLst>
                                </p:cTn>
                              </p:par>
                            </p:childTnLst>
                          </p:cTn>
                        </p:par>
                        <p:par>
                          <p:cTn id="95" fill="hold">
                            <p:stCondLst>
                              <p:cond delay="5000"/>
                            </p:stCondLst>
                            <p:childTnLst>
                              <p:par>
                                <p:cTn id="96" presetID="10" presetClass="entr" presetSubtype="0" fill="hold" nodeType="afterEffect">
                                  <p:stCondLst>
                                    <p:cond delay="0"/>
                                  </p:stCondLst>
                                  <p:childTnLst>
                                    <p:set>
                                      <p:cBhvr>
                                        <p:cTn id="97" dur="1" fill="hold">
                                          <p:stCondLst>
                                            <p:cond delay="0"/>
                                          </p:stCondLst>
                                        </p:cTn>
                                        <p:tgtEl>
                                          <p:spTgt spid="187"/>
                                        </p:tgtEl>
                                        <p:attrNameLst>
                                          <p:attrName>style.visibility</p:attrName>
                                        </p:attrNameLst>
                                      </p:cBhvr>
                                      <p:to>
                                        <p:strVal val="visible"/>
                                      </p:to>
                                    </p:set>
                                    <p:animEffect transition="in" filter="fade">
                                      <p:cBhvr>
                                        <p:cTn id="98" dur="500"/>
                                        <p:tgtEl>
                                          <p:spTgt spid="187"/>
                                        </p:tgtEl>
                                      </p:cBhvr>
                                    </p:animEffect>
                                  </p:childTnLst>
                                </p:cTn>
                              </p:par>
                              <p:par>
                                <p:cTn id="99" presetID="10" presetClass="entr" presetSubtype="0" fill="hold" nodeType="withEffect">
                                  <p:stCondLst>
                                    <p:cond delay="0"/>
                                  </p:stCondLst>
                                  <p:childTnLst>
                                    <p:set>
                                      <p:cBhvr>
                                        <p:cTn id="100" dur="1" fill="hold">
                                          <p:stCondLst>
                                            <p:cond delay="0"/>
                                          </p:stCondLst>
                                        </p:cTn>
                                        <p:tgtEl>
                                          <p:spTgt spid="192"/>
                                        </p:tgtEl>
                                        <p:attrNameLst>
                                          <p:attrName>style.visibility</p:attrName>
                                        </p:attrNameLst>
                                      </p:cBhvr>
                                      <p:to>
                                        <p:strVal val="visible"/>
                                      </p:to>
                                    </p:set>
                                    <p:animEffect transition="in" filter="fade">
                                      <p:cBhvr>
                                        <p:cTn id="101" dur="500"/>
                                        <p:tgtEl>
                                          <p:spTgt spid="192"/>
                                        </p:tgtEl>
                                      </p:cBhvr>
                                    </p:animEffect>
                                  </p:childTnLst>
                                </p:cTn>
                              </p:par>
                            </p:childTnLst>
                          </p:cTn>
                        </p:par>
                        <p:par>
                          <p:cTn id="102" fill="hold">
                            <p:stCondLst>
                              <p:cond delay="5500"/>
                            </p:stCondLst>
                            <p:childTnLst>
                              <p:par>
                                <p:cTn id="103" presetID="10" presetClass="entr" presetSubtype="0" fill="hold" nodeType="afterEffect">
                                  <p:stCondLst>
                                    <p:cond delay="0"/>
                                  </p:stCondLst>
                                  <p:childTnLst>
                                    <p:set>
                                      <p:cBhvr>
                                        <p:cTn id="104" dur="1" fill="hold">
                                          <p:stCondLst>
                                            <p:cond delay="0"/>
                                          </p:stCondLst>
                                        </p:cTn>
                                        <p:tgtEl>
                                          <p:spTgt spid="136"/>
                                        </p:tgtEl>
                                        <p:attrNameLst>
                                          <p:attrName>style.visibility</p:attrName>
                                        </p:attrNameLst>
                                      </p:cBhvr>
                                      <p:to>
                                        <p:strVal val="visible"/>
                                      </p:to>
                                    </p:set>
                                    <p:animEffect transition="in" filter="fade">
                                      <p:cBhvr>
                                        <p:cTn id="105" dur="500"/>
                                        <p:tgtEl>
                                          <p:spTgt spid="136"/>
                                        </p:tgtEl>
                                      </p:cBhvr>
                                    </p:animEffect>
                                  </p:childTnLst>
                                </p:cTn>
                              </p:par>
                              <p:par>
                                <p:cTn id="106" presetID="10" presetClass="entr" presetSubtype="0" fill="hold" nodeType="withEffect">
                                  <p:stCondLst>
                                    <p:cond delay="0"/>
                                  </p:stCondLst>
                                  <p:childTnLst>
                                    <p:set>
                                      <p:cBhvr>
                                        <p:cTn id="107" dur="1" fill="hold">
                                          <p:stCondLst>
                                            <p:cond delay="0"/>
                                          </p:stCondLst>
                                        </p:cTn>
                                        <p:tgtEl>
                                          <p:spTgt spid="137"/>
                                        </p:tgtEl>
                                        <p:attrNameLst>
                                          <p:attrName>style.visibility</p:attrName>
                                        </p:attrNameLst>
                                      </p:cBhvr>
                                      <p:to>
                                        <p:strVal val="visible"/>
                                      </p:to>
                                    </p:set>
                                    <p:animEffect transition="in" filter="fade">
                                      <p:cBhvr>
                                        <p:cTn id="108" dur="500"/>
                                        <p:tgtEl>
                                          <p:spTgt spid="137"/>
                                        </p:tgtEl>
                                      </p:cBhvr>
                                    </p:animEffect>
                                  </p:childTnLst>
                                </p:cTn>
                              </p:par>
                              <p:par>
                                <p:cTn id="109" presetID="10" presetClass="entr" presetSubtype="0" fill="hold" nodeType="withEffect">
                                  <p:stCondLst>
                                    <p:cond delay="0"/>
                                  </p:stCondLst>
                                  <p:childTnLst>
                                    <p:set>
                                      <p:cBhvr>
                                        <p:cTn id="110" dur="1" fill="hold">
                                          <p:stCondLst>
                                            <p:cond delay="0"/>
                                          </p:stCondLst>
                                        </p:cTn>
                                        <p:tgtEl>
                                          <p:spTgt spid="81"/>
                                        </p:tgtEl>
                                        <p:attrNameLst>
                                          <p:attrName>style.visibility</p:attrName>
                                        </p:attrNameLst>
                                      </p:cBhvr>
                                      <p:to>
                                        <p:strVal val="visible"/>
                                      </p:to>
                                    </p:set>
                                    <p:animEffect transition="in" filter="fade">
                                      <p:cBhvr>
                                        <p:cTn id="111" dur="500"/>
                                        <p:tgtEl>
                                          <p:spTgt spid="81"/>
                                        </p:tgtEl>
                                      </p:cBhvr>
                                    </p:animEffect>
                                  </p:childTnLst>
                                </p:cTn>
                              </p:par>
                              <p:par>
                                <p:cTn id="112" presetID="10" presetClass="entr" presetSubtype="0" fill="hold" grpId="0" nodeType="withEffect">
                                  <p:stCondLst>
                                    <p:cond delay="0"/>
                                  </p:stCondLst>
                                  <p:childTnLst>
                                    <p:set>
                                      <p:cBhvr>
                                        <p:cTn id="113" dur="1" fill="hold">
                                          <p:stCondLst>
                                            <p:cond delay="0"/>
                                          </p:stCondLst>
                                        </p:cTn>
                                        <p:tgtEl>
                                          <p:spTgt spid="108"/>
                                        </p:tgtEl>
                                        <p:attrNameLst>
                                          <p:attrName>style.visibility</p:attrName>
                                        </p:attrNameLst>
                                      </p:cBhvr>
                                      <p:to>
                                        <p:strVal val="visible"/>
                                      </p:to>
                                    </p:set>
                                    <p:animEffect transition="in" filter="fade">
                                      <p:cBhvr>
                                        <p:cTn id="114" dur="500"/>
                                        <p:tgtEl>
                                          <p:spTgt spid="108"/>
                                        </p:tgtEl>
                                      </p:cBhvr>
                                    </p:animEffect>
                                  </p:childTnLst>
                                </p:cTn>
                              </p:par>
                              <p:par>
                                <p:cTn id="115" presetID="10" presetClass="entr" presetSubtype="0" fill="hold" nodeType="withEffect">
                                  <p:stCondLst>
                                    <p:cond delay="0"/>
                                  </p:stCondLst>
                                  <p:childTnLst>
                                    <p:set>
                                      <p:cBhvr>
                                        <p:cTn id="116" dur="1" fill="hold">
                                          <p:stCondLst>
                                            <p:cond delay="0"/>
                                          </p:stCondLst>
                                        </p:cTn>
                                        <p:tgtEl>
                                          <p:spTgt spid="129"/>
                                        </p:tgtEl>
                                        <p:attrNameLst>
                                          <p:attrName>style.visibility</p:attrName>
                                        </p:attrNameLst>
                                      </p:cBhvr>
                                      <p:to>
                                        <p:strVal val="visible"/>
                                      </p:to>
                                    </p:set>
                                    <p:animEffect transition="in" filter="fade">
                                      <p:cBhvr>
                                        <p:cTn id="117" dur="500"/>
                                        <p:tgtEl>
                                          <p:spTgt spid="129"/>
                                        </p:tgtEl>
                                      </p:cBhvr>
                                    </p:animEffect>
                                  </p:childTnLst>
                                </p:cTn>
                              </p:par>
                            </p:childTnLst>
                          </p:cTn>
                        </p:par>
                        <p:par>
                          <p:cTn id="118" fill="hold">
                            <p:stCondLst>
                              <p:cond delay="6000"/>
                            </p:stCondLst>
                            <p:childTnLst>
                              <p:par>
                                <p:cTn id="119" presetID="22" presetClass="entr" presetSubtype="4" fill="hold" nodeType="afterEffect">
                                  <p:stCondLst>
                                    <p:cond delay="0"/>
                                  </p:stCondLst>
                                  <p:childTnLst>
                                    <p:set>
                                      <p:cBhvr>
                                        <p:cTn id="120" dur="1" fill="hold">
                                          <p:stCondLst>
                                            <p:cond delay="0"/>
                                          </p:stCondLst>
                                        </p:cTn>
                                        <p:tgtEl>
                                          <p:spTgt spid="85"/>
                                        </p:tgtEl>
                                        <p:attrNameLst>
                                          <p:attrName>style.visibility</p:attrName>
                                        </p:attrNameLst>
                                      </p:cBhvr>
                                      <p:to>
                                        <p:strVal val="visible"/>
                                      </p:to>
                                    </p:set>
                                    <p:animEffect transition="in" filter="wipe(down)">
                                      <p:cBhvr>
                                        <p:cTn id="121" dur="500"/>
                                        <p:tgtEl>
                                          <p:spTgt spid="85"/>
                                        </p:tgtEl>
                                      </p:cBhvr>
                                    </p:animEffect>
                                  </p:childTnLst>
                                </p:cTn>
                              </p:par>
                              <p:par>
                                <p:cTn id="122" presetID="22" presetClass="entr" presetSubtype="4" fill="hold" nodeType="withEffect">
                                  <p:stCondLst>
                                    <p:cond delay="0"/>
                                  </p:stCondLst>
                                  <p:childTnLst>
                                    <p:set>
                                      <p:cBhvr>
                                        <p:cTn id="123" dur="1" fill="hold">
                                          <p:stCondLst>
                                            <p:cond delay="0"/>
                                          </p:stCondLst>
                                        </p:cTn>
                                        <p:tgtEl>
                                          <p:spTgt spid="84"/>
                                        </p:tgtEl>
                                        <p:attrNameLst>
                                          <p:attrName>style.visibility</p:attrName>
                                        </p:attrNameLst>
                                      </p:cBhvr>
                                      <p:to>
                                        <p:strVal val="visible"/>
                                      </p:to>
                                    </p:set>
                                    <p:animEffect transition="in" filter="wipe(down)">
                                      <p:cBhvr>
                                        <p:cTn id="124" dur="500"/>
                                        <p:tgtEl>
                                          <p:spTgt spid="84"/>
                                        </p:tgtEl>
                                      </p:cBhvr>
                                    </p:animEffect>
                                  </p:childTnLst>
                                </p:cTn>
                              </p:par>
                            </p:childTnLst>
                          </p:cTn>
                        </p:par>
                        <p:par>
                          <p:cTn id="125" fill="hold">
                            <p:stCondLst>
                              <p:cond delay="6500"/>
                            </p:stCondLst>
                            <p:childTnLst>
                              <p:par>
                                <p:cTn id="126" presetID="22" presetClass="entr" presetSubtype="8" fill="hold" nodeType="afterEffect">
                                  <p:stCondLst>
                                    <p:cond delay="0"/>
                                  </p:stCondLst>
                                  <p:childTnLst>
                                    <p:set>
                                      <p:cBhvr>
                                        <p:cTn id="127" dur="1" fill="hold">
                                          <p:stCondLst>
                                            <p:cond delay="0"/>
                                          </p:stCondLst>
                                        </p:cTn>
                                        <p:tgtEl>
                                          <p:spTgt spid="86"/>
                                        </p:tgtEl>
                                        <p:attrNameLst>
                                          <p:attrName>style.visibility</p:attrName>
                                        </p:attrNameLst>
                                      </p:cBhvr>
                                      <p:to>
                                        <p:strVal val="visible"/>
                                      </p:to>
                                    </p:set>
                                    <p:animEffect transition="in" filter="wipe(left)">
                                      <p:cBhvr>
                                        <p:cTn id="128" dur="500"/>
                                        <p:tgtEl>
                                          <p:spTgt spid="86"/>
                                        </p:tgtEl>
                                      </p:cBhvr>
                                    </p:animEffect>
                                  </p:childTnLst>
                                </p:cTn>
                              </p:par>
                              <p:par>
                                <p:cTn id="129" presetID="22" presetClass="entr" presetSubtype="2" fill="hold" nodeType="withEffect">
                                  <p:stCondLst>
                                    <p:cond delay="0"/>
                                  </p:stCondLst>
                                  <p:childTnLst>
                                    <p:set>
                                      <p:cBhvr>
                                        <p:cTn id="130" dur="1" fill="hold">
                                          <p:stCondLst>
                                            <p:cond delay="0"/>
                                          </p:stCondLst>
                                        </p:cTn>
                                        <p:tgtEl>
                                          <p:spTgt spid="87"/>
                                        </p:tgtEl>
                                        <p:attrNameLst>
                                          <p:attrName>style.visibility</p:attrName>
                                        </p:attrNameLst>
                                      </p:cBhvr>
                                      <p:to>
                                        <p:strVal val="visible"/>
                                      </p:to>
                                    </p:set>
                                    <p:animEffect transition="in" filter="wipe(right)">
                                      <p:cBhvr>
                                        <p:cTn id="131" dur="500"/>
                                        <p:tgtEl>
                                          <p:spTgt spid="87"/>
                                        </p:tgtEl>
                                      </p:cBhvr>
                                    </p:animEffect>
                                  </p:childTnLst>
                                </p:cTn>
                              </p:par>
                            </p:childTnLst>
                          </p:cTn>
                        </p:par>
                        <p:par>
                          <p:cTn id="132" fill="hold">
                            <p:stCondLst>
                              <p:cond delay="7000"/>
                            </p:stCondLst>
                            <p:childTnLst>
                              <p:par>
                                <p:cTn id="133" presetID="26" presetClass="emph" presetSubtype="0" fill="hold" nodeType="afterEffect">
                                  <p:stCondLst>
                                    <p:cond delay="500"/>
                                  </p:stCondLst>
                                  <p:childTnLst>
                                    <p:animEffect transition="out" filter="fade">
                                      <p:cBhvr>
                                        <p:cTn id="134" dur="500" tmFilter="0, 0; .2, .5; .8, .5; 1, 0"/>
                                        <p:tgtEl>
                                          <p:spTgt spid="81"/>
                                        </p:tgtEl>
                                      </p:cBhvr>
                                    </p:animEffect>
                                    <p:animScale>
                                      <p:cBhvr>
                                        <p:cTn id="135" dur="250" autoRev="1" fill="hold"/>
                                        <p:tgtEl>
                                          <p:spTgt spid="81"/>
                                        </p:tgtEl>
                                      </p:cBhvr>
                                      <p:by x="105000" y="105000"/>
                                    </p:animScale>
                                  </p:childTnLst>
                                </p:cTn>
                              </p:par>
                              <p:par>
                                <p:cTn id="136" presetID="26" presetClass="emph" presetSubtype="0" fill="hold" nodeType="withEffect">
                                  <p:stCondLst>
                                    <p:cond delay="500"/>
                                  </p:stCondLst>
                                  <p:childTnLst>
                                    <p:animEffect transition="out" filter="fade">
                                      <p:cBhvr>
                                        <p:cTn id="137" dur="500" tmFilter="0, 0; .2, .5; .8, .5; 1, 0"/>
                                        <p:tgtEl>
                                          <p:spTgt spid="129"/>
                                        </p:tgtEl>
                                      </p:cBhvr>
                                    </p:animEffect>
                                    <p:animScale>
                                      <p:cBhvr>
                                        <p:cTn id="138" dur="250" autoRev="1" fill="hold"/>
                                        <p:tgtEl>
                                          <p:spTgt spid="129"/>
                                        </p:tgtEl>
                                      </p:cBhvr>
                                      <p:by x="105000" y="105000"/>
                                    </p:animScale>
                                  </p:childTnLst>
                                </p:cTn>
                              </p:par>
                              <p:par>
                                <p:cTn id="139" presetID="26" presetClass="emph" presetSubtype="0" fill="hold" nodeType="withEffect">
                                  <p:stCondLst>
                                    <p:cond delay="500"/>
                                  </p:stCondLst>
                                  <p:childTnLst>
                                    <p:animEffect transition="out" filter="fade">
                                      <p:cBhvr>
                                        <p:cTn id="140" dur="500" tmFilter="0, 0; .2, .5; .8, .5; 1, 0"/>
                                        <p:tgtEl>
                                          <p:spTgt spid="83"/>
                                        </p:tgtEl>
                                      </p:cBhvr>
                                    </p:animEffect>
                                    <p:animScale>
                                      <p:cBhvr>
                                        <p:cTn id="141" dur="250" autoRev="1" fill="hold"/>
                                        <p:tgtEl>
                                          <p:spTgt spid="83"/>
                                        </p:tgtEl>
                                      </p:cBhvr>
                                      <p:by x="105000" y="105000"/>
                                    </p:animScale>
                                  </p:childTnLst>
                                </p:cTn>
                              </p:par>
                              <p:par>
                                <p:cTn id="142" presetID="26" presetClass="emph" presetSubtype="0" fill="hold" grpId="1" nodeType="withEffect">
                                  <p:stCondLst>
                                    <p:cond delay="500"/>
                                  </p:stCondLst>
                                  <p:childTnLst>
                                    <p:animEffect transition="out" filter="fade">
                                      <p:cBhvr>
                                        <p:cTn id="143" dur="500" tmFilter="0, 0; .2, .5; .8, .5; 1, 0"/>
                                        <p:tgtEl>
                                          <p:spTgt spid="10"/>
                                        </p:tgtEl>
                                      </p:cBhvr>
                                    </p:animEffect>
                                    <p:animScale>
                                      <p:cBhvr>
                                        <p:cTn id="144" dur="250" autoRev="1" fill="hold"/>
                                        <p:tgtEl>
                                          <p:spTgt spid="10"/>
                                        </p:tgtEl>
                                      </p:cBhvr>
                                      <p:by x="105000" y="105000"/>
                                    </p:animScale>
                                  </p:childTnLst>
                                </p:cTn>
                              </p:par>
                            </p:childTnLst>
                          </p:cTn>
                        </p:par>
                        <p:par>
                          <p:cTn id="145" fill="hold">
                            <p:stCondLst>
                              <p:cond delay="8000"/>
                            </p:stCondLst>
                            <p:childTnLst>
                              <p:par>
                                <p:cTn id="146" presetID="10" presetClass="entr" presetSubtype="0" fill="hold" grpId="0" nodeType="afterEffect">
                                  <p:stCondLst>
                                    <p:cond delay="1000"/>
                                  </p:stCondLst>
                                  <p:childTnLst>
                                    <p:set>
                                      <p:cBhvr>
                                        <p:cTn id="147" dur="1" fill="hold">
                                          <p:stCondLst>
                                            <p:cond delay="0"/>
                                          </p:stCondLst>
                                        </p:cTn>
                                        <p:tgtEl>
                                          <p:spTgt spid="40"/>
                                        </p:tgtEl>
                                        <p:attrNameLst>
                                          <p:attrName>style.visibility</p:attrName>
                                        </p:attrNameLst>
                                      </p:cBhvr>
                                      <p:to>
                                        <p:strVal val="visible"/>
                                      </p:to>
                                    </p:set>
                                    <p:animEffect transition="in" filter="fade">
                                      <p:cBhvr>
                                        <p:cTn id="148" dur="500"/>
                                        <p:tgtEl>
                                          <p:spTgt spid="40"/>
                                        </p:tgtEl>
                                      </p:cBhvr>
                                    </p:animEffect>
                                  </p:childTnLst>
                                </p:cTn>
                              </p:par>
                              <p:par>
                                <p:cTn id="149" presetID="10" presetClass="entr" presetSubtype="0" fill="hold" grpId="0" nodeType="withEffect">
                                  <p:stCondLst>
                                    <p:cond delay="1000"/>
                                  </p:stCondLst>
                                  <p:childTnLst>
                                    <p:set>
                                      <p:cBhvr>
                                        <p:cTn id="150" dur="1" fill="hold">
                                          <p:stCondLst>
                                            <p:cond delay="0"/>
                                          </p:stCondLst>
                                        </p:cTn>
                                        <p:tgtEl>
                                          <p:spTgt spid="63"/>
                                        </p:tgtEl>
                                        <p:attrNameLst>
                                          <p:attrName>style.visibility</p:attrName>
                                        </p:attrNameLst>
                                      </p:cBhvr>
                                      <p:to>
                                        <p:strVal val="visible"/>
                                      </p:to>
                                    </p:set>
                                    <p:animEffect transition="in" filter="fade">
                                      <p:cBhvr>
                                        <p:cTn id="151" dur="500"/>
                                        <p:tgtEl>
                                          <p:spTgt spid="63"/>
                                        </p:tgtEl>
                                      </p:cBhvr>
                                    </p:animEffect>
                                  </p:childTnLst>
                                </p:cTn>
                              </p:par>
                              <p:par>
                                <p:cTn id="152" presetID="10" presetClass="entr" presetSubtype="0" fill="hold" nodeType="withEffect">
                                  <p:stCondLst>
                                    <p:cond delay="1000"/>
                                  </p:stCondLst>
                                  <p:childTnLst>
                                    <p:set>
                                      <p:cBhvr>
                                        <p:cTn id="153" dur="1" fill="hold">
                                          <p:stCondLst>
                                            <p:cond delay="0"/>
                                          </p:stCondLst>
                                        </p:cTn>
                                        <p:tgtEl>
                                          <p:spTgt spid="67"/>
                                        </p:tgtEl>
                                        <p:attrNameLst>
                                          <p:attrName>style.visibility</p:attrName>
                                        </p:attrNameLst>
                                      </p:cBhvr>
                                      <p:to>
                                        <p:strVal val="visible"/>
                                      </p:to>
                                    </p:set>
                                    <p:animEffect transition="in" filter="fade">
                                      <p:cBhvr>
                                        <p:cTn id="154" dur="500"/>
                                        <p:tgtEl>
                                          <p:spTgt spid="67"/>
                                        </p:tgtEl>
                                      </p:cBhvr>
                                    </p:animEffect>
                                  </p:childTnLst>
                                </p:cTn>
                              </p:par>
                              <p:par>
                                <p:cTn id="155" presetID="10" presetClass="entr" presetSubtype="0" fill="hold" nodeType="withEffect">
                                  <p:stCondLst>
                                    <p:cond delay="1000"/>
                                  </p:stCondLst>
                                  <p:childTnLst>
                                    <p:set>
                                      <p:cBhvr>
                                        <p:cTn id="156" dur="1" fill="hold">
                                          <p:stCondLst>
                                            <p:cond delay="0"/>
                                          </p:stCondLst>
                                        </p:cTn>
                                        <p:tgtEl>
                                          <p:spTgt spid="80"/>
                                        </p:tgtEl>
                                        <p:attrNameLst>
                                          <p:attrName>style.visibility</p:attrName>
                                        </p:attrNameLst>
                                      </p:cBhvr>
                                      <p:to>
                                        <p:strVal val="visible"/>
                                      </p:to>
                                    </p:set>
                                    <p:animEffect transition="in" filter="fade">
                                      <p:cBhvr>
                                        <p:cTn id="157" dur="500"/>
                                        <p:tgtEl>
                                          <p:spTgt spid="80"/>
                                        </p:tgtEl>
                                      </p:cBhvr>
                                    </p:animEffect>
                                  </p:childTnLst>
                                </p:cTn>
                              </p:par>
                              <p:par>
                                <p:cTn id="158" presetID="10" presetClass="entr" presetSubtype="0" fill="hold" grpId="0" nodeType="withEffect">
                                  <p:stCondLst>
                                    <p:cond delay="1000"/>
                                  </p:stCondLst>
                                  <p:childTnLst>
                                    <p:set>
                                      <p:cBhvr>
                                        <p:cTn id="159" dur="1" fill="hold">
                                          <p:stCondLst>
                                            <p:cond delay="0"/>
                                          </p:stCondLst>
                                        </p:cTn>
                                        <p:tgtEl>
                                          <p:spTgt spid="13"/>
                                        </p:tgtEl>
                                        <p:attrNameLst>
                                          <p:attrName>style.visibility</p:attrName>
                                        </p:attrNameLst>
                                      </p:cBhvr>
                                      <p:to>
                                        <p:strVal val="visible"/>
                                      </p:to>
                                    </p:set>
                                    <p:animEffect transition="in" filter="fade">
                                      <p:cBhvr>
                                        <p:cTn id="160" dur="500"/>
                                        <p:tgtEl>
                                          <p:spTgt spid="13"/>
                                        </p:tgtEl>
                                      </p:cBhvr>
                                    </p:animEffect>
                                  </p:childTnLst>
                                </p:cTn>
                              </p:par>
                            </p:childTnLst>
                          </p:cTn>
                        </p:par>
                        <p:par>
                          <p:cTn id="161" fill="hold">
                            <p:stCondLst>
                              <p:cond delay="9500"/>
                            </p:stCondLst>
                            <p:childTnLst>
                              <p:par>
                                <p:cTn id="162" presetID="10" presetClass="entr" presetSubtype="0" fill="hold" nodeType="afterEffect">
                                  <p:stCondLst>
                                    <p:cond delay="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500"/>
                                        <p:tgtEl>
                                          <p:spTgt spid="23"/>
                                        </p:tgtEl>
                                      </p:cBhvr>
                                    </p:animEffect>
                                  </p:childTnLst>
                                </p:cTn>
                              </p:par>
                              <p:par>
                                <p:cTn id="165" presetID="10" presetClass="entr" presetSubtype="0" fill="hold" nodeType="withEffect">
                                  <p:stCondLst>
                                    <p:cond delay="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500"/>
                                        <p:tgtEl>
                                          <p:spTgt spid="24"/>
                                        </p:tgtEl>
                                      </p:cBhvr>
                                    </p:animEffect>
                                  </p:childTnLst>
                                </p:cTn>
                              </p:par>
                            </p:childTnLst>
                          </p:cTn>
                        </p:par>
                        <p:par>
                          <p:cTn id="168" fill="hold">
                            <p:stCondLst>
                              <p:cond delay="10000"/>
                            </p:stCondLst>
                            <p:childTnLst>
                              <p:par>
                                <p:cTn id="169" presetID="10" presetClass="entr" presetSubtype="0" fill="hold" nodeType="afterEffect">
                                  <p:stCondLst>
                                    <p:cond delay="0"/>
                                  </p:stCondLst>
                                  <p:childTnLst>
                                    <p:set>
                                      <p:cBhvr>
                                        <p:cTn id="170" dur="1" fill="hold">
                                          <p:stCondLst>
                                            <p:cond delay="0"/>
                                          </p:stCondLst>
                                        </p:cTn>
                                        <p:tgtEl>
                                          <p:spTgt spid="17"/>
                                        </p:tgtEl>
                                        <p:attrNameLst>
                                          <p:attrName>style.visibility</p:attrName>
                                        </p:attrNameLst>
                                      </p:cBhvr>
                                      <p:to>
                                        <p:strVal val="visible"/>
                                      </p:to>
                                    </p:set>
                                    <p:animEffect transition="in" filter="fade">
                                      <p:cBhvr>
                                        <p:cTn id="171" dur="500"/>
                                        <p:tgtEl>
                                          <p:spTgt spid="17"/>
                                        </p:tgtEl>
                                      </p:cBhvr>
                                    </p:animEffect>
                                  </p:childTnLst>
                                </p:cTn>
                              </p:par>
                              <p:par>
                                <p:cTn id="172" presetID="10" presetClass="entr" presetSubtype="0" fill="hold" grpId="0" nodeType="withEffect">
                                  <p:stCondLst>
                                    <p:cond delay="0"/>
                                  </p:stCondLst>
                                  <p:childTnLst>
                                    <p:set>
                                      <p:cBhvr>
                                        <p:cTn id="173" dur="1" fill="hold">
                                          <p:stCondLst>
                                            <p:cond delay="0"/>
                                          </p:stCondLst>
                                        </p:cTn>
                                        <p:tgtEl>
                                          <p:spTgt spid="18"/>
                                        </p:tgtEl>
                                        <p:attrNameLst>
                                          <p:attrName>style.visibility</p:attrName>
                                        </p:attrNameLst>
                                      </p:cBhvr>
                                      <p:to>
                                        <p:strVal val="visible"/>
                                      </p:to>
                                    </p:set>
                                    <p:animEffect transition="in" filter="fade">
                                      <p:cBhvr>
                                        <p:cTn id="174" dur="500"/>
                                        <p:tgtEl>
                                          <p:spTgt spid="18"/>
                                        </p:tgtEl>
                                      </p:cBhvr>
                                    </p:animEffect>
                                  </p:childTnLst>
                                </p:cTn>
                              </p:par>
                              <p:par>
                                <p:cTn id="175" presetID="10" presetClass="entr" presetSubtype="0" fill="hold" nodeType="withEffect">
                                  <p:stCondLst>
                                    <p:cond delay="0"/>
                                  </p:stCondLst>
                                  <p:childTnLst>
                                    <p:set>
                                      <p:cBhvr>
                                        <p:cTn id="176" dur="1" fill="hold">
                                          <p:stCondLst>
                                            <p:cond delay="0"/>
                                          </p:stCondLst>
                                        </p:cTn>
                                        <p:tgtEl>
                                          <p:spTgt spid="19"/>
                                        </p:tgtEl>
                                        <p:attrNameLst>
                                          <p:attrName>style.visibility</p:attrName>
                                        </p:attrNameLst>
                                      </p:cBhvr>
                                      <p:to>
                                        <p:strVal val="visible"/>
                                      </p:to>
                                    </p:set>
                                    <p:animEffect transition="in" filter="fade">
                                      <p:cBhvr>
                                        <p:cTn id="177" dur="500"/>
                                        <p:tgtEl>
                                          <p:spTgt spid="19"/>
                                        </p:tgtEl>
                                      </p:cBhvr>
                                    </p:animEffect>
                                  </p:childTnLst>
                                </p:cTn>
                              </p:par>
                              <p:par>
                                <p:cTn id="178" presetID="10" presetClass="entr" presetSubtype="0" fill="hold" nodeType="withEffect">
                                  <p:stCondLst>
                                    <p:cond delay="0"/>
                                  </p:stCondLst>
                                  <p:childTnLst>
                                    <p:set>
                                      <p:cBhvr>
                                        <p:cTn id="179" dur="1" fill="hold">
                                          <p:stCondLst>
                                            <p:cond delay="0"/>
                                          </p:stCondLst>
                                        </p:cTn>
                                        <p:tgtEl>
                                          <p:spTgt spid="20"/>
                                        </p:tgtEl>
                                        <p:attrNameLst>
                                          <p:attrName>style.visibility</p:attrName>
                                        </p:attrNameLst>
                                      </p:cBhvr>
                                      <p:to>
                                        <p:strVal val="visible"/>
                                      </p:to>
                                    </p:set>
                                    <p:animEffect transition="in" filter="fade">
                                      <p:cBhvr>
                                        <p:cTn id="180" dur="500"/>
                                        <p:tgtEl>
                                          <p:spTgt spid="20"/>
                                        </p:tgtEl>
                                      </p:cBhvr>
                                    </p:animEffect>
                                  </p:childTnLst>
                                </p:cTn>
                              </p:par>
                              <p:par>
                                <p:cTn id="181" presetID="10" presetClass="entr" presetSubtype="0" fill="hold" nodeType="withEffect">
                                  <p:stCondLst>
                                    <p:cond delay="0"/>
                                  </p:stCondLst>
                                  <p:childTnLst>
                                    <p:set>
                                      <p:cBhvr>
                                        <p:cTn id="182" dur="1" fill="hold">
                                          <p:stCondLst>
                                            <p:cond delay="0"/>
                                          </p:stCondLst>
                                        </p:cTn>
                                        <p:tgtEl>
                                          <p:spTgt spid="21"/>
                                        </p:tgtEl>
                                        <p:attrNameLst>
                                          <p:attrName>style.visibility</p:attrName>
                                        </p:attrNameLst>
                                      </p:cBhvr>
                                      <p:to>
                                        <p:strVal val="visible"/>
                                      </p:to>
                                    </p:set>
                                    <p:animEffect transition="in" filter="fade">
                                      <p:cBhvr>
                                        <p:cTn id="183" dur="500"/>
                                        <p:tgtEl>
                                          <p:spTgt spid="21"/>
                                        </p:tgtEl>
                                      </p:cBhvr>
                                    </p:animEffect>
                                  </p:childTnLst>
                                </p:cTn>
                              </p:par>
                            </p:childTnLst>
                          </p:cTn>
                        </p:par>
                        <p:par>
                          <p:cTn id="184" fill="hold">
                            <p:stCondLst>
                              <p:cond delay="10500"/>
                            </p:stCondLst>
                            <p:childTnLst>
                              <p:par>
                                <p:cTn id="185" presetID="26" presetClass="emph" presetSubtype="0" fill="hold" nodeType="afterEffect">
                                  <p:stCondLst>
                                    <p:cond delay="500"/>
                                  </p:stCondLst>
                                  <p:childTnLst>
                                    <p:animEffect transition="out" filter="fade">
                                      <p:cBhvr>
                                        <p:cTn id="186" dur="500" tmFilter="0, 0; .2, .5; .8, .5; 1, 0"/>
                                        <p:tgtEl>
                                          <p:spTgt spid="17"/>
                                        </p:tgtEl>
                                      </p:cBhvr>
                                    </p:animEffect>
                                    <p:animScale>
                                      <p:cBhvr>
                                        <p:cTn id="187" dur="250" autoRev="1" fill="hold"/>
                                        <p:tgtEl>
                                          <p:spTgt spid="17"/>
                                        </p:tgtEl>
                                      </p:cBhvr>
                                      <p:by x="105000" y="105000"/>
                                    </p:animScale>
                                  </p:childTnLst>
                                </p:cTn>
                              </p:par>
                              <p:par>
                                <p:cTn id="188" presetID="26" presetClass="emph" presetSubtype="0" fill="hold" nodeType="withEffect">
                                  <p:stCondLst>
                                    <p:cond delay="500"/>
                                  </p:stCondLst>
                                  <p:childTnLst>
                                    <p:animEffect transition="out" filter="fade">
                                      <p:cBhvr>
                                        <p:cTn id="189" dur="500" tmFilter="0, 0; .2, .5; .8, .5; 1, 0"/>
                                        <p:tgtEl>
                                          <p:spTgt spid="19"/>
                                        </p:tgtEl>
                                      </p:cBhvr>
                                    </p:animEffect>
                                    <p:animScale>
                                      <p:cBhvr>
                                        <p:cTn id="190" dur="250" autoRev="1" fill="hold"/>
                                        <p:tgtEl>
                                          <p:spTgt spid="19"/>
                                        </p:tgtEl>
                                      </p:cBhvr>
                                      <p:by x="105000" y="105000"/>
                                    </p:animScale>
                                  </p:childTnLst>
                                </p:cTn>
                              </p:par>
                              <p:par>
                                <p:cTn id="191" presetID="26" presetClass="emph" presetSubtype="0" fill="hold" nodeType="withEffect">
                                  <p:stCondLst>
                                    <p:cond delay="500"/>
                                  </p:stCondLst>
                                  <p:childTnLst>
                                    <p:animEffect transition="out" filter="fade">
                                      <p:cBhvr>
                                        <p:cTn id="192" dur="500" tmFilter="0, 0; .2, .5; .8, .5; 1, 0"/>
                                        <p:tgtEl>
                                          <p:spTgt spid="80"/>
                                        </p:tgtEl>
                                      </p:cBhvr>
                                    </p:animEffect>
                                    <p:animScale>
                                      <p:cBhvr>
                                        <p:cTn id="193" dur="250" autoRev="1" fill="hold"/>
                                        <p:tgtEl>
                                          <p:spTgt spid="80"/>
                                        </p:tgtEl>
                                      </p:cBhvr>
                                      <p:by x="105000" y="105000"/>
                                    </p:animScale>
                                  </p:childTnLst>
                                </p:cTn>
                              </p:par>
                              <p:par>
                                <p:cTn id="194" presetID="26" presetClass="emph" presetSubtype="0" fill="hold" grpId="1" nodeType="withEffect">
                                  <p:stCondLst>
                                    <p:cond delay="500"/>
                                  </p:stCondLst>
                                  <p:childTnLst>
                                    <p:animEffect transition="out" filter="fade">
                                      <p:cBhvr>
                                        <p:cTn id="195" dur="500" tmFilter="0, 0; .2, .5; .8, .5; 1, 0"/>
                                        <p:tgtEl>
                                          <p:spTgt spid="13"/>
                                        </p:tgtEl>
                                      </p:cBhvr>
                                    </p:animEffect>
                                    <p:animScale>
                                      <p:cBhvr>
                                        <p:cTn id="196" dur="250" autoRev="1" fill="hold"/>
                                        <p:tgtEl>
                                          <p:spTgt spid="13"/>
                                        </p:tgtEl>
                                      </p:cBhvr>
                                      <p:by x="105000" y="105000"/>
                                    </p:animScale>
                                  </p:childTnLst>
                                </p:cTn>
                              </p:par>
                            </p:childTnLst>
                          </p:cTn>
                        </p:par>
                        <p:par>
                          <p:cTn id="197" fill="hold">
                            <p:stCondLst>
                              <p:cond delay="11500"/>
                            </p:stCondLst>
                            <p:childTnLst>
                              <p:par>
                                <p:cTn id="198" presetID="10" presetClass="entr" presetSubtype="0" fill="hold" grpId="0" nodeType="afterEffect">
                                  <p:stCondLst>
                                    <p:cond delay="250"/>
                                  </p:stCondLst>
                                  <p:childTnLst>
                                    <p:set>
                                      <p:cBhvr>
                                        <p:cTn id="199" dur="1" fill="hold">
                                          <p:stCondLst>
                                            <p:cond delay="0"/>
                                          </p:stCondLst>
                                        </p:cTn>
                                        <p:tgtEl>
                                          <p:spTgt spid="55"/>
                                        </p:tgtEl>
                                        <p:attrNameLst>
                                          <p:attrName>style.visibility</p:attrName>
                                        </p:attrNameLst>
                                      </p:cBhvr>
                                      <p:to>
                                        <p:strVal val="visible"/>
                                      </p:to>
                                    </p:set>
                                    <p:animEffect transition="in" filter="fade">
                                      <p:cBhvr>
                                        <p:cTn id="200" dur="500"/>
                                        <p:tgtEl>
                                          <p:spTgt spid="55"/>
                                        </p:tgtEl>
                                      </p:cBhvr>
                                    </p:animEffect>
                                  </p:childTnLst>
                                </p:cTn>
                              </p:par>
                            </p:childTnLst>
                          </p:cTn>
                        </p:par>
                        <p:par>
                          <p:cTn id="201" fill="hold">
                            <p:stCondLst>
                              <p:cond delay="12250"/>
                            </p:stCondLst>
                            <p:childTnLst>
                              <p:par>
                                <p:cTn id="202" presetID="26" presetClass="emph" presetSubtype="0" fill="hold" grpId="1" nodeType="afterEffect">
                                  <p:stCondLst>
                                    <p:cond delay="500"/>
                                  </p:stCondLst>
                                  <p:childTnLst>
                                    <p:animEffect transition="out" filter="fade">
                                      <p:cBhvr>
                                        <p:cTn id="203" dur="500" tmFilter="0, 0; .2, .5; .8, .5; 1, 0"/>
                                        <p:tgtEl>
                                          <p:spTgt spid="55"/>
                                        </p:tgtEl>
                                      </p:cBhvr>
                                    </p:animEffect>
                                    <p:animScale>
                                      <p:cBhvr>
                                        <p:cTn id="204" dur="250" autoRev="1" fill="hold"/>
                                        <p:tgtEl>
                                          <p:spTgt spid="55"/>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 grpId="0" animBg="1"/>
      <p:bldP spid="7" grpId="0"/>
      <p:bldP spid="40" grpId="0"/>
      <p:bldP spid="41" grpId="0"/>
      <p:bldP spid="42" grpId="0"/>
      <p:bldP spid="108" grpId="0" animBg="1"/>
      <p:bldP spid="18" grpId="0" animBg="1"/>
      <p:bldP spid="46" grpId="0"/>
      <p:bldP spid="55" grpId="0"/>
      <p:bldP spid="55" grpId="1"/>
      <p:bldP spid="58" grpId="0"/>
      <p:bldP spid="62" grpId="0"/>
      <p:bldP spid="63" grpId="0"/>
      <p:bldP spid="100" grpId="0"/>
      <p:bldP spid="100" grpId="1"/>
      <p:bldP spid="10" grpId="0"/>
      <p:bldP spid="10" grpId="1"/>
      <p:bldP spid="13" grpId="0"/>
      <p:bldP spid="13" grpId="1"/>
      <p:bldP spid="22"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F38F19-860A-C00D-893C-2D415DA2C91E}"/>
              </a:ext>
            </a:extLst>
          </p:cNvPr>
          <p:cNvSpPr>
            <a:spLocks noGrp="1"/>
          </p:cNvSpPr>
          <p:nvPr>
            <p:ph type="title"/>
          </p:nvPr>
        </p:nvSpPr>
        <p:spPr/>
        <p:txBody>
          <a:bodyPr/>
          <a:lstStyle/>
          <a:p>
            <a:r>
              <a:rPr lang="en-US" dirty="0"/>
              <a:t>Global Visibility and Insight for Storage in VMware Cloud Foundation</a:t>
            </a:r>
          </a:p>
        </p:txBody>
      </p:sp>
      <p:sp>
        <p:nvSpPr>
          <p:cNvPr id="3" name="Subtitle 2">
            <a:extLst>
              <a:ext uri="{FF2B5EF4-FFF2-40B4-BE49-F238E27FC236}">
                <a16:creationId xmlns:a16="http://schemas.microsoft.com/office/drawing/2014/main" id="{E0C15209-4347-EC56-62A6-4986F7176A91}"/>
              </a:ext>
            </a:extLst>
          </p:cNvPr>
          <p:cNvSpPr>
            <a:spLocks noGrp="1"/>
          </p:cNvSpPr>
          <p:nvPr>
            <p:ph type="subTitle" idx="10"/>
          </p:nvPr>
        </p:nvSpPr>
        <p:spPr/>
        <p:txBody>
          <a:bodyPr/>
          <a:lstStyle/>
          <a:p>
            <a:r>
              <a:rPr lang="en-US" dirty="0"/>
              <a:t>Improved storage and data protection views for your VCF Infrastructure</a:t>
            </a:r>
          </a:p>
        </p:txBody>
      </p:sp>
      <p:sp>
        <p:nvSpPr>
          <p:cNvPr id="87" name="TextBox 86">
            <a:extLst>
              <a:ext uri="{FF2B5EF4-FFF2-40B4-BE49-F238E27FC236}">
                <a16:creationId xmlns:a16="http://schemas.microsoft.com/office/drawing/2014/main" id="{F388EF59-9FAE-0833-0286-D9B6EBE00153}"/>
              </a:ext>
            </a:extLst>
          </p:cNvPr>
          <p:cNvSpPr txBox="1"/>
          <p:nvPr/>
        </p:nvSpPr>
        <p:spPr>
          <a:xfrm>
            <a:off x="758017" y="3882899"/>
            <a:ext cx="3360420" cy="307777"/>
          </a:xfrm>
          <a:prstGeom prst="rect">
            <a:avLst/>
          </a:prstGeom>
          <a:noFill/>
        </p:spPr>
        <p:txBody>
          <a:bodyPr wrap="square" lIns="0" tIns="0" rIns="0" bIns="0">
            <a:spAutoFit/>
          </a:bodyPr>
          <a:lstStyle/>
          <a:p>
            <a:pPr algn="ctr"/>
            <a:r>
              <a:rPr lang="en-US" sz="2000" dirty="0">
                <a:solidFill>
                  <a:schemeClr val="accent3"/>
                </a:solidFill>
              </a:rPr>
              <a:t>Storage Performance Insights </a:t>
            </a:r>
          </a:p>
        </p:txBody>
      </p:sp>
      <p:sp>
        <p:nvSpPr>
          <p:cNvPr id="88" name="TextBox 87">
            <a:extLst>
              <a:ext uri="{FF2B5EF4-FFF2-40B4-BE49-F238E27FC236}">
                <a16:creationId xmlns:a16="http://schemas.microsoft.com/office/drawing/2014/main" id="{3AD4AC47-9B6E-B85C-06A9-DCD42EC56EEB}"/>
              </a:ext>
            </a:extLst>
          </p:cNvPr>
          <p:cNvSpPr txBox="1"/>
          <p:nvPr/>
        </p:nvSpPr>
        <p:spPr>
          <a:xfrm>
            <a:off x="4418448" y="3882899"/>
            <a:ext cx="3360420" cy="307777"/>
          </a:xfrm>
          <a:prstGeom prst="rect">
            <a:avLst/>
          </a:prstGeom>
          <a:noFill/>
        </p:spPr>
        <p:txBody>
          <a:bodyPr wrap="square" lIns="0" tIns="0" rIns="0" bIns="0">
            <a:spAutoFit/>
          </a:bodyPr>
          <a:lstStyle/>
          <a:p>
            <a:pPr algn="ctr"/>
            <a:r>
              <a:rPr lang="en-US" sz="2000" dirty="0">
                <a:solidFill>
                  <a:schemeClr val="accent3"/>
                </a:solidFill>
              </a:rPr>
              <a:t>Enhanced vSAN Diagnostics</a:t>
            </a:r>
          </a:p>
        </p:txBody>
      </p:sp>
      <p:sp>
        <p:nvSpPr>
          <p:cNvPr id="89" name="TextBox 88">
            <a:extLst>
              <a:ext uri="{FF2B5EF4-FFF2-40B4-BE49-F238E27FC236}">
                <a16:creationId xmlns:a16="http://schemas.microsoft.com/office/drawing/2014/main" id="{9F07B31E-F1A1-7A1C-D76D-796E472B6845}"/>
              </a:ext>
            </a:extLst>
          </p:cNvPr>
          <p:cNvSpPr txBox="1"/>
          <p:nvPr/>
        </p:nvSpPr>
        <p:spPr>
          <a:xfrm>
            <a:off x="8078879" y="3882899"/>
            <a:ext cx="3360420" cy="307777"/>
          </a:xfrm>
          <a:prstGeom prst="rect">
            <a:avLst/>
          </a:prstGeom>
          <a:noFill/>
        </p:spPr>
        <p:txBody>
          <a:bodyPr wrap="square" lIns="0" tIns="0" rIns="0" bIns="0">
            <a:spAutoFit/>
          </a:bodyPr>
          <a:lstStyle/>
          <a:p>
            <a:pPr algn="ctr"/>
            <a:r>
              <a:rPr lang="en-US" sz="2000" dirty="0">
                <a:solidFill>
                  <a:schemeClr val="accent3"/>
                </a:solidFill>
              </a:rPr>
              <a:t>Protection and Recovery</a:t>
            </a:r>
          </a:p>
        </p:txBody>
      </p:sp>
      <p:sp>
        <p:nvSpPr>
          <p:cNvPr id="94" name="TextBox 93">
            <a:extLst>
              <a:ext uri="{FF2B5EF4-FFF2-40B4-BE49-F238E27FC236}">
                <a16:creationId xmlns:a16="http://schemas.microsoft.com/office/drawing/2014/main" id="{32E0E751-4FA9-91DA-C592-7C6BBAFD6889}"/>
              </a:ext>
            </a:extLst>
          </p:cNvPr>
          <p:cNvSpPr txBox="1"/>
          <p:nvPr/>
        </p:nvSpPr>
        <p:spPr>
          <a:xfrm>
            <a:off x="745521" y="4368800"/>
            <a:ext cx="3372914" cy="1600438"/>
          </a:xfrm>
          <a:prstGeom prst="rect">
            <a:avLst/>
          </a:prstGeom>
          <a:noFill/>
        </p:spPr>
        <p:txBody>
          <a:bodyPr wrap="square" lIns="0" tIns="0" rIns="0" bIns="0" rtlCol="0">
            <a:spAutoFit/>
          </a:bodyPr>
          <a:lstStyle/>
          <a:p>
            <a:pPr algn="l">
              <a:spcAft>
                <a:spcPts val="1200"/>
              </a:spcAft>
            </a:pPr>
            <a:r>
              <a:rPr lang="en-US" sz="1400" dirty="0">
                <a:solidFill>
                  <a:schemeClr val="tx2"/>
                </a:solidFill>
              </a:rPr>
              <a:t>Identify storage issues new </a:t>
            </a:r>
            <a:r>
              <a:rPr lang="en-US" sz="1400" b="1" dirty="0">
                <a:solidFill>
                  <a:schemeClr val="tx2"/>
                </a:solidFill>
              </a:rPr>
              <a:t>proactive detection</a:t>
            </a:r>
          </a:p>
          <a:p>
            <a:pPr algn="l">
              <a:spcAft>
                <a:spcPts val="1200"/>
              </a:spcAft>
            </a:pPr>
            <a:r>
              <a:rPr lang="en-US" sz="1400" dirty="0">
                <a:solidFill>
                  <a:schemeClr val="tx2"/>
                </a:solidFill>
              </a:rPr>
              <a:t>Indicates root cause of issue and </a:t>
            </a:r>
            <a:r>
              <a:rPr lang="en-US" sz="1400" b="1" dirty="0">
                <a:solidFill>
                  <a:schemeClr val="tx2"/>
                </a:solidFill>
              </a:rPr>
              <a:t>prescriptive steps </a:t>
            </a:r>
            <a:r>
              <a:rPr lang="en-US" sz="1400" dirty="0">
                <a:solidFill>
                  <a:schemeClr val="tx2"/>
                </a:solidFill>
              </a:rPr>
              <a:t>to resolve</a:t>
            </a:r>
          </a:p>
          <a:p>
            <a:pPr algn="l">
              <a:spcAft>
                <a:spcPts val="1200"/>
              </a:spcAft>
            </a:pPr>
            <a:r>
              <a:rPr lang="en-US" sz="1400" dirty="0">
                <a:solidFill>
                  <a:schemeClr val="tx2"/>
                </a:solidFill>
              </a:rPr>
              <a:t>Gain better understanding </a:t>
            </a:r>
            <a:r>
              <a:rPr lang="en-US" sz="1400" b="1" dirty="0">
                <a:solidFill>
                  <a:schemeClr val="tx2"/>
                </a:solidFill>
              </a:rPr>
              <a:t>of performance trends</a:t>
            </a:r>
          </a:p>
        </p:txBody>
      </p:sp>
      <p:sp>
        <p:nvSpPr>
          <p:cNvPr id="95" name="TextBox 94">
            <a:extLst>
              <a:ext uri="{FF2B5EF4-FFF2-40B4-BE49-F238E27FC236}">
                <a16:creationId xmlns:a16="http://schemas.microsoft.com/office/drawing/2014/main" id="{41D9818D-6A89-D90C-5452-1D20CF5C3383}"/>
              </a:ext>
            </a:extLst>
          </p:cNvPr>
          <p:cNvSpPr txBox="1"/>
          <p:nvPr/>
        </p:nvSpPr>
        <p:spPr>
          <a:xfrm>
            <a:off x="4412201" y="4368800"/>
            <a:ext cx="3372914" cy="1600438"/>
          </a:xfrm>
          <a:prstGeom prst="rect">
            <a:avLst/>
          </a:prstGeom>
          <a:noFill/>
        </p:spPr>
        <p:txBody>
          <a:bodyPr wrap="square" lIns="0" tIns="0" rIns="0" bIns="0" rtlCol="0">
            <a:spAutoFit/>
          </a:bodyPr>
          <a:lstStyle/>
          <a:p>
            <a:pPr algn="l">
              <a:spcAft>
                <a:spcPts val="1200"/>
              </a:spcAft>
            </a:pPr>
            <a:r>
              <a:rPr lang="en-US" sz="1400" dirty="0">
                <a:solidFill>
                  <a:schemeClr val="tx2"/>
                </a:solidFill>
              </a:rPr>
              <a:t>Comprehensive </a:t>
            </a:r>
            <a:r>
              <a:rPr lang="en-US" sz="1400" b="1" dirty="0">
                <a:solidFill>
                  <a:schemeClr val="tx2"/>
                </a:solidFill>
              </a:rPr>
              <a:t>fleetwide diagnostics </a:t>
            </a:r>
            <a:r>
              <a:rPr lang="en-US" sz="1400" dirty="0">
                <a:solidFill>
                  <a:schemeClr val="tx2"/>
                </a:solidFill>
              </a:rPr>
              <a:t>view of your VCF environment</a:t>
            </a:r>
          </a:p>
          <a:p>
            <a:pPr algn="l">
              <a:spcAft>
                <a:spcPts val="1200"/>
              </a:spcAft>
            </a:pPr>
            <a:r>
              <a:rPr lang="en-US" sz="1400" b="1" dirty="0">
                <a:solidFill>
                  <a:schemeClr val="tx2"/>
                </a:solidFill>
              </a:rPr>
              <a:t>Clickable insight </a:t>
            </a:r>
            <a:r>
              <a:rPr lang="en-US" sz="1400" dirty="0">
                <a:solidFill>
                  <a:schemeClr val="tx2"/>
                </a:solidFill>
              </a:rPr>
              <a:t>into each instance, vCenter server, cluster, etc.</a:t>
            </a:r>
          </a:p>
          <a:p>
            <a:pPr algn="l">
              <a:spcAft>
                <a:spcPts val="1200"/>
              </a:spcAft>
            </a:pPr>
            <a:r>
              <a:rPr lang="en-US" sz="1400" b="1" dirty="0">
                <a:solidFill>
                  <a:schemeClr val="tx2"/>
                </a:solidFill>
              </a:rPr>
              <a:t>Easy navigation </a:t>
            </a:r>
            <a:r>
              <a:rPr lang="en-US" sz="1400" dirty="0">
                <a:solidFill>
                  <a:schemeClr val="tx2"/>
                </a:solidFill>
              </a:rPr>
              <a:t>through logically organized hierarchy</a:t>
            </a:r>
          </a:p>
        </p:txBody>
      </p:sp>
      <p:sp>
        <p:nvSpPr>
          <p:cNvPr id="96" name="TextBox 95">
            <a:extLst>
              <a:ext uri="{FF2B5EF4-FFF2-40B4-BE49-F238E27FC236}">
                <a16:creationId xmlns:a16="http://schemas.microsoft.com/office/drawing/2014/main" id="{032B0DF7-3A51-2E1A-DA41-3FC4B3B8CC0F}"/>
              </a:ext>
            </a:extLst>
          </p:cNvPr>
          <p:cNvSpPr txBox="1"/>
          <p:nvPr/>
        </p:nvSpPr>
        <p:spPr>
          <a:xfrm>
            <a:off x="8072632" y="4368800"/>
            <a:ext cx="3372914" cy="1600438"/>
          </a:xfrm>
          <a:prstGeom prst="rect">
            <a:avLst/>
          </a:prstGeom>
          <a:noFill/>
        </p:spPr>
        <p:txBody>
          <a:bodyPr wrap="square" lIns="0" tIns="0" rIns="0" bIns="0" rtlCol="0">
            <a:spAutoFit/>
          </a:bodyPr>
          <a:lstStyle/>
          <a:p>
            <a:pPr algn="l">
              <a:spcAft>
                <a:spcPts val="1200"/>
              </a:spcAft>
            </a:pPr>
            <a:r>
              <a:rPr lang="en-US" sz="1400" b="1" dirty="0">
                <a:solidFill>
                  <a:schemeClr val="tx2"/>
                </a:solidFill>
              </a:rPr>
              <a:t>Monitor protection and recovery status </a:t>
            </a:r>
            <a:r>
              <a:rPr lang="en-US" sz="1400" dirty="0">
                <a:solidFill>
                  <a:schemeClr val="tx2"/>
                </a:solidFill>
              </a:rPr>
              <a:t>across entire VCF environment</a:t>
            </a:r>
          </a:p>
          <a:p>
            <a:pPr algn="l">
              <a:spcAft>
                <a:spcPts val="1200"/>
              </a:spcAft>
            </a:pPr>
            <a:r>
              <a:rPr lang="en-US" sz="1400" dirty="0">
                <a:solidFill>
                  <a:schemeClr val="tx2"/>
                </a:solidFill>
              </a:rPr>
              <a:t>Clear visibility of protection and recovery </a:t>
            </a:r>
            <a:r>
              <a:rPr lang="en-US" sz="1400" b="1" dirty="0">
                <a:solidFill>
                  <a:schemeClr val="tx2"/>
                </a:solidFill>
              </a:rPr>
              <a:t>information at multiple levels</a:t>
            </a:r>
          </a:p>
          <a:p>
            <a:pPr algn="l">
              <a:spcAft>
                <a:spcPts val="1200"/>
              </a:spcAft>
            </a:pPr>
            <a:r>
              <a:rPr lang="en-US" sz="1400" dirty="0">
                <a:solidFill>
                  <a:schemeClr val="tx2"/>
                </a:solidFill>
              </a:rPr>
              <a:t>Explore details of </a:t>
            </a:r>
            <a:r>
              <a:rPr lang="en-US" sz="1400" b="1" dirty="0">
                <a:solidFill>
                  <a:schemeClr val="tx2"/>
                </a:solidFill>
              </a:rPr>
              <a:t>protection groups  and recovery plans</a:t>
            </a:r>
          </a:p>
        </p:txBody>
      </p:sp>
      <p:sp>
        <p:nvSpPr>
          <p:cNvPr id="77" name="Rectangle 76">
            <a:extLst>
              <a:ext uri="{FF2B5EF4-FFF2-40B4-BE49-F238E27FC236}">
                <a16:creationId xmlns:a16="http://schemas.microsoft.com/office/drawing/2014/main" id="{9459A871-776D-F7DD-4D6D-F4E521663FF0}"/>
              </a:ext>
            </a:extLst>
          </p:cNvPr>
          <p:cNvSpPr/>
          <p:nvPr/>
        </p:nvSpPr>
        <p:spPr>
          <a:xfrm>
            <a:off x="7999717" y="1843050"/>
            <a:ext cx="3518744" cy="1932932"/>
          </a:xfrm>
          <a:prstGeom prst="rect">
            <a:avLst/>
          </a:prstGeom>
          <a:solidFill>
            <a:schemeClr val="bg1"/>
          </a:solidFill>
          <a:ln w="25400">
            <a:solidFill>
              <a:schemeClr val="accent2">
                <a:lumMod val="7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algn="ctr">
              <a:spcAft>
                <a:spcPts val="800"/>
              </a:spcAft>
            </a:pPr>
            <a:endParaRPr lang="en-US" sz="1400">
              <a:solidFill>
                <a:schemeClr val="tx1"/>
              </a:solidFill>
            </a:endParaRPr>
          </a:p>
        </p:txBody>
      </p:sp>
      <p:grpSp>
        <p:nvGrpSpPr>
          <p:cNvPr id="78" name="Group 77">
            <a:extLst>
              <a:ext uri="{FF2B5EF4-FFF2-40B4-BE49-F238E27FC236}">
                <a16:creationId xmlns:a16="http://schemas.microsoft.com/office/drawing/2014/main" id="{403F5CD0-C853-0EBE-DB32-0BA226EB9678}"/>
              </a:ext>
            </a:extLst>
          </p:cNvPr>
          <p:cNvGrpSpPr/>
          <p:nvPr/>
        </p:nvGrpSpPr>
        <p:grpSpPr>
          <a:xfrm>
            <a:off x="7999719" y="1600200"/>
            <a:ext cx="3518742" cy="204002"/>
            <a:chOff x="592869" y="1822412"/>
            <a:chExt cx="3625974" cy="204002"/>
          </a:xfrm>
        </p:grpSpPr>
        <p:sp>
          <p:nvSpPr>
            <p:cNvPr id="79" name="Rectangle 78">
              <a:extLst>
                <a:ext uri="{FF2B5EF4-FFF2-40B4-BE49-F238E27FC236}">
                  <a16:creationId xmlns:a16="http://schemas.microsoft.com/office/drawing/2014/main" id="{4529E39D-ED32-8C5A-87FD-82F2600DAD0E}"/>
                </a:ext>
              </a:extLst>
            </p:cNvPr>
            <p:cNvSpPr/>
            <p:nvPr/>
          </p:nvSpPr>
          <p:spPr>
            <a:xfrm>
              <a:off x="592869" y="1822412"/>
              <a:ext cx="3625974" cy="204002"/>
            </a:xfrm>
            <a:prstGeom prst="rect">
              <a:avLst/>
            </a:prstGeom>
            <a:solidFill>
              <a:schemeClr val="accent2">
                <a:lumMod val="75000"/>
              </a:schemeClr>
            </a:solidFill>
            <a:ln w="25400">
              <a:solidFill>
                <a:schemeClr val="accent2">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Rounded MT Bold" panose="020F0704030504030204" pitchFamily="34" charset="0"/>
              </a:endParaRPr>
            </a:p>
          </p:txBody>
        </p:sp>
        <p:sp>
          <p:nvSpPr>
            <p:cNvPr id="80" name="Oval 79">
              <a:extLst>
                <a:ext uri="{FF2B5EF4-FFF2-40B4-BE49-F238E27FC236}">
                  <a16:creationId xmlns:a16="http://schemas.microsoft.com/office/drawing/2014/main" id="{17773019-6D25-4251-3CB9-7153401C02C8}"/>
                </a:ext>
              </a:extLst>
            </p:cNvPr>
            <p:cNvSpPr/>
            <p:nvPr/>
          </p:nvSpPr>
          <p:spPr>
            <a:xfrm>
              <a:off x="661565"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1" name="Oval 80">
              <a:extLst>
                <a:ext uri="{FF2B5EF4-FFF2-40B4-BE49-F238E27FC236}">
                  <a16:creationId xmlns:a16="http://schemas.microsoft.com/office/drawing/2014/main" id="{7D08BE7B-51BA-AB23-D368-19EE59B69028}"/>
                </a:ext>
              </a:extLst>
            </p:cNvPr>
            <p:cNvSpPr/>
            <p:nvPr/>
          </p:nvSpPr>
          <p:spPr>
            <a:xfrm>
              <a:off x="814643"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2" name="Oval 81">
              <a:extLst>
                <a:ext uri="{FF2B5EF4-FFF2-40B4-BE49-F238E27FC236}">
                  <a16:creationId xmlns:a16="http://schemas.microsoft.com/office/drawing/2014/main" id="{76D147F8-E3F2-602F-220E-8ADDACA1D064}"/>
                </a:ext>
              </a:extLst>
            </p:cNvPr>
            <p:cNvSpPr/>
            <p:nvPr/>
          </p:nvSpPr>
          <p:spPr>
            <a:xfrm>
              <a:off x="967721"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89259A69-7883-D2D4-091E-EFAD60D9D3A0}"/>
                </a:ext>
              </a:extLst>
            </p:cNvPr>
            <p:cNvSpPr/>
            <p:nvPr/>
          </p:nvSpPr>
          <p:spPr>
            <a:xfrm>
              <a:off x="1167621" y="1831274"/>
              <a:ext cx="2763092" cy="159299"/>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algn="ctr">
                <a:spcAft>
                  <a:spcPts val="800"/>
                </a:spcAft>
              </a:pPr>
              <a:r>
                <a:rPr lang="en-US" sz="1100" dirty="0">
                  <a:solidFill>
                    <a:schemeClr val="bg1"/>
                  </a:solidFill>
                </a:rPr>
                <a:t>VMware Cloud Foundation Operations</a:t>
              </a:r>
            </a:p>
          </p:txBody>
        </p:sp>
      </p:grpSp>
      <p:sp>
        <p:nvSpPr>
          <p:cNvPr id="8" name="Rectangle 7">
            <a:extLst>
              <a:ext uri="{FF2B5EF4-FFF2-40B4-BE49-F238E27FC236}">
                <a16:creationId xmlns:a16="http://schemas.microsoft.com/office/drawing/2014/main" id="{E8F5E35B-1C32-DEC2-B5C1-7836D9AD233B}"/>
              </a:ext>
            </a:extLst>
          </p:cNvPr>
          <p:cNvSpPr/>
          <p:nvPr/>
        </p:nvSpPr>
        <p:spPr bwMode="gray">
          <a:xfrm>
            <a:off x="8014235" y="1867721"/>
            <a:ext cx="698500" cy="1894653"/>
          </a:xfrm>
          <a:prstGeom prst="rect">
            <a:avLst/>
          </a:prstGeom>
          <a:solidFill>
            <a:schemeClr val="bg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cxnSp>
        <p:nvCxnSpPr>
          <p:cNvPr id="17" name="Straight Connector 16">
            <a:extLst>
              <a:ext uri="{FF2B5EF4-FFF2-40B4-BE49-F238E27FC236}">
                <a16:creationId xmlns:a16="http://schemas.microsoft.com/office/drawing/2014/main" id="{85A014CF-65CB-F127-828D-243178758BF9}"/>
              </a:ext>
            </a:extLst>
          </p:cNvPr>
          <p:cNvCxnSpPr>
            <a:cxnSpLocks/>
          </p:cNvCxnSpPr>
          <p:nvPr/>
        </p:nvCxnSpPr>
        <p:spPr>
          <a:xfrm flipV="1">
            <a:off x="9670312" y="2718858"/>
            <a:ext cx="0" cy="522464"/>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8E0A324-44FE-CC3E-692F-F19C7785120E}"/>
              </a:ext>
            </a:extLst>
          </p:cNvPr>
          <p:cNvCxnSpPr>
            <a:cxnSpLocks/>
          </p:cNvCxnSpPr>
          <p:nvPr/>
        </p:nvCxnSpPr>
        <p:spPr>
          <a:xfrm>
            <a:off x="8785818" y="3289358"/>
            <a:ext cx="2653481"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754E4AE4-7DEA-AD07-6AC8-2EF9CCACFEEA}"/>
              </a:ext>
            </a:extLst>
          </p:cNvPr>
          <p:cNvSpPr txBox="1"/>
          <p:nvPr/>
        </p:nvSpPr>
        <p:spPr>
          <a:xfrm>
            <a:off x="8785818" y="2129996"/>
            <a:ext cx="1475779" cy="153888"/>
          </a:xfrm>
          <a:prstGeom prst="rect">
            <a:avLst/>
          </a:prstGeom>
          <a:noFill/>
        </p:spPr>
        <p:txBody>
          <a:bodyPr wrap="square" lIns="0" tIns="0" rIns="0" bIns="0" rtlCol="0">
            <a:spAutoFit/>
          </a:bodyPr>
          <a:lstStyle/>
          <a:p>
            <a:pPr algn="l"/>
            <a:r>
              <a:rPr lang="en-US" sz="1000" dirty="0">
                <a:solidFill>
                  <a:schemeClr val="tx2"/>
                </a:solidFill>
              </a:rPr>
              <a:t>Protection and Recovery</a:t>
            </a:r>
          </a:p>
        </p:txBody>
      </p:sp>
      <p:sp>
        <p:nvSpPr>
          <p:cNvPr id="23" name="TextBox 22">
            <a:extLst>
              <a:ext uri="{FF2B5EF4-FFF2-40B4-BE49-F238E27FC236}">
                <a16:creationId xmlns:a16="http://schemas.microsoft.com/office/drawing/2014/main" id="{12D86393-5199-9C09-910C-C25110D265A6}"/>
              </a:ext>
            </a:extLst>
          </p:cNvPr>
          <p:cNvSpPr txBox="1"/>
          <p:nvPr/>
        </p:nvSpPr>
        <p:spPr>
          <a:xfrm>
            <a:off x="8785818" y="2413925"/>
            <a:ext cx="613428" cy="123111"/>
          </a:xfrm>
          <a:prstGeom prst="rect">
            <a:avLst/>
          </a:prstGeom>
          <a:noFill/>
        </p:spPr>
        <p:txBody>
          <a:bodyPr wrap="square" lIns="0" tIns="0" rIns="0" bIns="0" rtlCol="0">
            <a:spAutoFit/>
          </a:bodyPr>
          <a:lstStyle/>
          <a:p>
            <a:pPr algn="l"/>
            <a:r>
              <a:rPr lang="en-US" sz="800" dirty="0">
                <a:solidFill>
                  <a:schemeClr val="tx2"/>
                </a:solidFill>
              </a:rPr>
              <a:t>Overview</a:t>
            </a:r>
          </a:p>
        </p:txBody>
      </p:sp>
      <p:sp>
        <p:nvSpPr>
          <p:cNvPr id="24" name="TextBox 23">
            <a:extLst>
              <a:ext uri="{FF2B5EF4-FFF2-40B4-BE49-F238E27FC236}">
                <a16:creationId xmlns:a16="http://schemas.microsoft.com/office/drawing/2014/main" id="{2420F262-952A-9F0E-F1A7-F60CD88C3873}"/>
              </a:ext>
            </a:extLst>
          </p:cNvPr>
          <p:cNvSpPr txBox="1"/>
          <p:nvPr/>
        </p:nvSpPr>
        <p:spPr>
          <a:xfrm>
            <a:off x="9399246" y="2413925"/>
            <a:ext cx="613428" cy="123111"/>
          </a:xfrm>
          <a:prstGeom prst="rect">
            <a:avLst/>
          </a:prstGeom>
          <a:noFill/>
        </p:spPr>
        <p:txBody>
          <a:bodyPr wrap="square" lIns="0" tIns="0" rIns="0" bIns="0" rtlCol="0">
            <a:spAutoFit/>
          </a:bodyPr>
          <a:lstStyle/>
          <a:p>
            <a:pPr algn="l"/>
            <a:r>
              <a:rPr lang="en-US" sz="800" dirty="0">
                <a:solidFill>
                  <a:schemeClr val="tx2"/>
                </a:solidFill>
              </a:rPr>
              <a:t>Deployments</a:t>
            </a:r>
          </a:p>
        </p:txBody>
      </p:sp>
      <p:sp>
        <p:nvSpPr>
          <p:cNvPr id="25" name="TextBox 24">
            <a:extLst>
              <a:ext uri="{FF2B5EF4-FFF2-40B4-BE49-F238E27FC236}">
                <a16:creationId xmlns:a16="http://schemas.microsoft.com/office/drawing/2014/main" id="{440B6DA9-BEB6-E468-3396-3034525A8AB6}"/>
              </a:ext>
            </a:extLst>
          </p:cNvPr>
          <p:cNvSpPr txBox="1"/>
          <p:nvPr/>
        </p:nvSpPr>
        <p:spPr>
          <a:xfrm>
            <a:off x="8829726" y="2718858"/>
            <a:ext cx="613428" cy="123111"/>
          </a:xfrm>
          <a:prstGeom prst="rect">
            <a:avLst/>
          </a:prstGeom>
          <a:noFill/>
        </p:spPr>
        <p:txBody>
          <a:bodyPr wrap="square" lIns="0" tIns="0" rIns="0" bIns="0" rtlCol="0">
            <a:spAutoFit/>
          </a:bodyPr>
          <a:lstStyle/>
          <a:p>
            <a:pPr algn="l"/>
            <a:r>
              <a:rPr lang="en-US" sz="800" dirty="0">
                <a:solidFill>
                  <a:schemeClr val="tx2"/>
                </a:solidFill>
              </a:rPr>
              <a:t>Protection</a:t>
            </a:r>
          </a:p>
        </p:txBody>
      </p:sp>
      <p:cxnSp>
        <p:nvCxnSpPr>
          <p:cNvPr id="27" name="Straight Connector 26">
            <a:extLst>
              <a:ext uri="{FF2B5EF4-FFF2-40B4-BE49-F238E27FC236}">
                <a16:creationId xmlns:a16="http://schemas.microsoft.com/office/drawing/2014/main" id="{39EBBF1F-8693-B9BE-E56D-4248E5C06943}"/>
              </a:ext>
            </a:extLst>
          </p:cNvPr>
          <p:cNvCxnSpPr>
            <a:cxnSpLocks/>
          </p:cNvCxnSpPr>
          <p:nvPr/>
        </p:nvCxnSpPr>
        <p:spPr bwMode="gray">
          <a:xfrm>
            <a:off x="8785818" y="2572010"/>
            <a:ext cx="421682"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14884367-C839-C297-93C6-6574D6DF4D7F}"/>
              </a:ext>
            </a:extLst>
          </p:cNvPr>
          <p:cNvCxnSpPr>
            <a:cxnSpLocks/>
          </p:cNvCxnSpPr>
          <p:nvPr/>
        </p:nvCxnSpPr>
        <p:spPr>
          <a:xfrm flipV="1">
            <a:off x="10554806" y="2718858"/>
            <a:ext cx="0" cy="522464"/>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7124443E-39EF-C622-67BE-2FAD4736D152}"/>
              </a:ext>
            </a:extLst>
          </p:cNvPr>
          <p:cNvSpPr txBox="1"/>
          <p:nvPr/>
        </p:nvSpPr>
        <p:spPr>
          <a:xfrm>
            <a:off x="9759089" y="2718858"/>
            <a:ext cx="777275" cy="123111"/>
          </a:xfrm>
          <a:prstGeom prst="rect">
            <a:avLst/>
          </a:prstGeom>
          <a:noFill/>
        </p:spPr>
        <p:txBody>
          <a:bodyPr wrap="square" lIns="0" tIns="0" rIns="0" bIns="0" rtlCol="0">
            <a:spAutoFit/>
          </a:bodyPr>
          <a:lstStyle/>
          <a:p>
            <a:pPr algn="l"/>
            <a:r>
              <a:rPr lang="en-US" sz="800" dirty="0">
                <a:solidFill>
                  <a:schemeClr val="tx2"/>
                </a:solidFill>
              </a:rPr>
              <a:t>Recoverability</a:t>
            </a:r>
          </a:p>
        </p:txBody>
      </p:sp>
      <p:sp>
        <p:nvSpPr>
          <p:cNvPr id="31" name="TextBox 30">
            <a:extLst>
              <a:ext uri="{FF2B5EF4-FFF2-40B4-BE49-F238E27FC236}">
                <a16:creationId xmlns:a16="http://schemas.microsoft.com/office/drawing/2014/main" id="{909B0DCA-4411-8091-5D25-779793774592}"/>
              </a:ext>
            </a:extLst>
          </p:cNvPr>
          <p:cNvSpPr txBox="1"/>
          <p:nvPr/>
        </p:nvSpPr>
        <p:spPr>
          <a:xfrm>
            <a:off x="10627890" y="2718858"/>
            <a:ext cx="777275" cy="123111"/>
          </a:xfrm>
          <a:prstGeom prst="rect">
            <a:avLst/>
          </a:prstGeom>
          <a:noFill/>
        </p:spPr>
        <p:txBody>
          <a:bodyPr wrap="square" lIns="0" tIns="0" rIns="0" bIns="0" rtlCol="0">
            <a:spAutoFit/>
          </a:bodyPr>
          <a:lstStyle/>
          <a:p>
            <a:pPr algn="l"/>
            <a:r>
              <a:rPr lang="en-US" sz="800" dirty="0">
                <a:solidFill>
                  <a:schemeClr val="tx2"/>
                </a:solidFill>
              </a:rPr>
              <a:t>Alerts</a:t>
            </a:r>
          </a:p>
        </p:txBody>
      </p:sp>
      <p:cxnSp>
        <p:nvCxnSpPr>
          <p:cNvPr id="32" name="Straight Connector 31">
            <a:extLst>
              <a:ext uri="{FF2B5EF4-FFF2-40B4-BE49-F238E27FC236}">
                <a16:creationId xmlns:a16="http://schemas.microsoft.com/office/drawing/2014/main" id="{9EDC1DAA-AD5C-DA71-8C02-8BF78411948C}"/>
              </a:ext>
            </a:extLst>
          </p:cNvPr>
          <p:cNvCxnSpPr>
            <a:cxnSpLocks/>
          </p:cNvCxnSpPr>
          <p:nvPr/>
        </p:nvCxnSpPr>
        <p:spPr>
          <a:xfrm>
            <a:off x="8785818" y="2660708"/>
            <a:ext cx="2653481"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0B65E405-F539-9483-9EF4-6E37A23A2736}"/>
              </a:ext>
            </a:extLst>
          </p:cNvPr>
          <p:cNvSpPr txBox="1"/>
          <p:nvPr/>
        </p:nvSpPr>
        <p:spPr>
          <a:xfrm>
            <a:off x="8829726" y="3341905"/>
            <a:ext cx="1725080" cy="123111"/>
          </a:xfrm>
          <a:prstGeom prst="rect">
            <a:avLst/>
          </a:prstGeom>
          <a:noFill/>
        </p:spPr>
        <p:txBody>
          <a:bodyPr wrap="square" lIns="0" tIns="0" rIns="0" bIns="0" rtlCol="0">
            <a:spAutoFit/>
          </a:bodyPr>
          <a:lstStyle/>
          <a:p>
            <a:pPr algn="l"/>
            <a:r>
              <a:rPr lang="en-US" sz="800" dirty="0">
                <a:solidFill>
                  <a:schemeClr val="tx2"/>
                </a:solidFill>
              </a:rPr>
              <a:t>Protected vCenter servers</a:t>
            </a:r>
          </a:p>
        </p:txBody>
      </p:sp>
      <p:cxnSp>
        <p:nvCxnSpPr>
          <p:cNvPr id="40" name="Straight Connector 39">
            <a:extLst>
              <a:ext uri="{FF2B5EF4-FFF2-40B4-BE49-F238E27FC236}">
                <a16:creationId xmlns:a16="http://schemas.microsoft.com/office/drawing/2014/main" id="{583609C1-2974-D95D-7D49-523D82ABDDEE}"/>
              </a:ext>
            </a:extLst>
          </p:cNvPr>
          <p:cNvCxnSpPr>
            <a:cxnSpLocks/>
          </p:cNvCxnSpPr>
          <p:nvPr/>
        </p:nvCxnSpPr>
        <p:spPr>
          <a:xfrm>
            <a:off x="8785818" y="2091147"/>
            <a:ext cx="2653481"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51B4730A-D188-7D29-F3F9-D8C6A40C5B2E}"/>
              </a:ext>
            </a:extLst>
          </p:cNvPr>
          <p:cNvSpPr txBox="1"/>
          <p:nvPr/>
        </p:nvSpPr>
        <p:spPr>
          <a:xfrm>
            <a:off x="8785818" y="1875278"/>
            <a:ext cx="522769" cy="123111"/>
          </a:xfrm>
          <a:prstGeom prst="rect">
            <a:avLst/>
          </a:prstGeom>
          <a:noFill/>
        </p:spPr>
        <p:txBody>
          <a:bodyPr wrap="square" lIns="0" tIns="0" rIns="0" bIns="0" rtlCol="0">
            <a:spAutoFit/>
          </a:bodyPr>
          <a:lstStyle/>
          <a:p>
            <a:pPr algn="l"/>
            <a:r>
              <a:rPr lang="en-US" sz="800" dirty="0">
                <a:solidFill>
                  <a:schemeClr val="tx2"/>
                </a:solidFill>
              </a:rPr>
              <a:t>Operate</a:t>
            </a:r>
          </a:p>
        </p:txBody>
      </p:sp>
      <p:cxnSp>
        <p:nvCxnSpPr>
          <p:cNvPr id="42" name="Straight Connector 41">
            <a:extLst>
              <a:ext uri="{FF2B5EF4-FFF2-40B4-BE49-F238E27FC236}">
                <a16:creationId xmlns:a16="http://schemas.microsoft.com/office/drawing/2014/main" id="{23A8A2CE-25FC-7247-6693-1D475DA3C554}"/>
              </a:ext>
            </a:extLst>
          </p:cNvPr>
          <p:cNvCxnSpPr>
            <a:cxnSpLocks/>
          </p:cNvCxnSpPr>
          <p:nvPr/>
        </p:nvCxnSpPr>
        <p:spPr bwMode="gray">
          <a:xfrm>
            <a:off x="9947868" y="2033363"/>
            <a:ext cx="421682"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DF148CDD-EF8D-F958-8DDE-6EA3DC93CEC8}"/>
              </a:ext>
            </a:extLst>
          </p:cNvPr>
          <p:cNvSpPr txBox="1"/>
          <p:nvPr/>
        </p:nvSpPr>
        <p:spPr>
          <a:xfrm>
            <a:off x="9393341" y="1875278"/>
            <a:ext cx="522769" cy="123111"/>
          </a:xfrm>
          <a:prstGeom prst="rect">
            <a:avLst/>
          </a:prstGeom>
          <a:noFill/>
        </p:spPr>
        <p:txBody>
          <a:bodyPr wrap="square" lIns="0" tIns="0" rIns="0" bIns="0" rtlCol="0">
            <a:spAutoFit/>
          </a:bodyPr>
          <a:lstStyle/>
          <a:p>
            <a:pPr algn="l"/>
            <a:r>
              <a:rPr lang="en-US" sz="800" dirty="0">
                <a:solidFill>
                  <a:schemeClr val="tx2"/>
                </a:solidFill>
              </a:rPr>
              <a:t>Manage</a:t>
            </a:r>
          </a:p>
        </p:txBody>
      </p:sp>
      <p:sp>
        <p:nvSpPr>
          <p:cNvPr id="44" name="TextBox 43">
            <a:extLst>
              <a:ext uri="{FF2B5EF4-FFF2-40B4-BE49-F238E27FC236}">
                <a16:creationId xmlns:a16="http://schemas.microsoft.com/office/drawing/2014/main" id="{DD4520BD-58EB-7203-3209-8FEE2DEA9266}"/>
              </a:ext>
            </a:extLst>
          </p:cNvPr>
          <p:cNvSpPr txBox="1"/>
          <p:nvPr/>
        </p:nvSpPr>
        <p:spPr>
          <a:xfrm>
            <a:off x="9977905" y="1875278"/>
            <a:ext cx="522769" cy="123111"/>
          </a:xfrm>
          <a:prstGeom prst="rect">
            <a:avLst/>
          </a:prstGeom>
          <a:noFill/>
        </p:spPr>
        <p:txBody>
          <a:bodyPr wrap="square" lIns="0" tIns="0" rIns="0" bIns="0" rtlCol="0">
            <a:spAutoFit/>
          </a:bodyPr>
          <a:lstStyle/>
          <a:p>
            <a:pPr algn="l"/>
            <a:r>
              <a:rPr lang="en-US" sz="800" dirty="0">
                <a:solidFill>
                  <a:schemeClr val="tx2"/>
                </a:solidFill>
              </a:rPr>
              <a:t>Protect</a:t>
            </a:r>
          </a:p>
        </p:txBody>
      </p:sp>
      <p:sp>
        <p:nvSpPr>
          <p:cNvPr id="45" name="TextBox 44">
            <a:extLst>
              <a:ext uri="{FF2B5EF4-FFF2-40B4-BE49-F238E27FC236}">
                <a16:creationId xmlns:a16="http://schemas.microsoft.com/office/drawing/2014/main" id="{EDAA471D-D895-81F9-5989-1D64E3B8955B}"/>
              </a:ext>
            </a:extLst>
          </p:cNvPr>
          <p:cNvSpPr txBox="1"/>
          <p:nvPr/>
        </p:nvSpPr>
        <p:spPr>
          <a:xfrm>
            <a:off x="10554806" y="1875278"/>
            <a:ext cx="522769" cy="123111"/>
          </a:xfrm>
          <a:prstGeom prst="rect">
            <a:avLst/>
          </a:prstGeom>
          <a:noFill/>
        </p:spPr>
        <p:txBody>
          <a:bodyPr wrap="square" lIns="0" tIns="0" rIns="0" bIns="0" rtlCol="0">
            <a:spAutoFit/>
          </a:bodyPr>
          <a:lstStyle/>
          <a:p>
            <a:pPr algn="l"/>
            <a:r>
              <a:rPr lang="en-US" sz="800" dirty="0">
                <a:solidFill>
                  <a:schemeClr val="tx2"/>
                </a:solidFill>
              </a:rPr>
              <a:t>Build</a:t>
            </a:r>
          </a:p>
        </p:txBody>
      </p:sp>
      <p:sp>
        <p:nvSpPr>
          <p:cNvPr id="46" name="Rectangle 45">
            <a:extLst>
              <a:ext uri="{FF2B5EF4-FFF2-40B4-BE49-F238E27FC236}">
                <a16:creationId xmlns:a16="http://schemas.microsoft.com/office/drawing/2014/main" id="{0940C551-58A2-CB92-B44A-9437FBC71BF2}"/>
              </a:ext>
            </a:extLst>
          </p:cNvPr>
          <p:cNvSpPr/>
          <p:nvPr/>
        </p:nvSpPr>
        <p:spPr bwMode="gray">
          <a:xfrm>
            <a:off x="8014236" y="2741796"/>
            <a:ext cx="698500" cy="167391"/>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grpSp>
        <p:nvGrpSpPr>
          <p:cNvPr id="124" name="Group 123">
            <a:extLst>
              <a:ext uri="{FF2B5EF4-FFF2-40B4-BE49-F238E27FC236}">
                <a16:creationId xmlns:a16="http://schemas.microsoft.com/office/drawing/2014/main" id="{107D84D2-573A-6236-9546-6689979734EA}"/>
              </a:ext>
            </a:extLst>
          </p:cNvPr>
          <p:cNvGrpSpPr/>
          <p:nvPr/>
        </p:nvGrpSpPr>
        <p:grpSpPr>
          <a:xfrm>
            <a:off x="8066383" y="2154337"/>
            <a:ext cx="572535" cy="732711"/>
            <a:chOff x="8066383" y="2154337"/>
            <a:chExt cx="572535" cy="732711"/>
          </a:xfrm>
        </p:grpSpPr>
        <p:sp>
          <p:nvSpPr>
            <p:cNvPr id="47" name="TextBox 46">
              <a:extLst>
                <a:ext uri="{FF2B5EF4-FFF2-40B4-BE49-F238E27FC236}">
                  <a16:creationId xmlns:a16="http://schemas.microsoft.com/office/drawing/2014/main" id="{67025FDB-4F02-E885-55EB-DDD11487F691}"/>
                </a:ext>
              </a:extLst>
            </p:cNvPr>
            <p:cNvSpPr txBox="1"/>
            <p:nvPr/>
          </p:nvSpPr>
          <p:spPr>
            <a:xfrm>
              <a:off x="8066383" y="2154337"/>
              <a:ext cx="522769" cy="123111"/>
            </a:xfrm>
            <a:prstGeom prst="rect">
              <a:avLst/>
            </a:prstGeom>
            <a:noFill/>
          </p:spPr>
          <p:txBody>
            <a:bodyPr wrap="square" lIns="0" tIns="0" rIns="0" bIns="0" rtlCol="0">
              <a:spAutoFit/>
            </a:bodyPr>
            <a:lstStyle/>
            <a:p>
              <a:pPr algn="l"/>
              <a:r>
                <a:rPr lang="en-US" sz="800" dirty="0">
                  <a:solidFill>
                    <a:schemeClr val="tx2"/>
                  </a:solidFill>
                </a:rPr>
                <a:t>Sec Ops</a:t>
              </a:r>
            </a:p>
          </p:txBody>
        </p:sp>
        <p:sp>
          <p:nvSpPr>
            <p:cNvPr id="48" name="TextBox 47">
              <a:extLst>
                <a:ext uri="{FF2B5EF4-FFF2-40B4-BE49-F238E27FC236}">
                  <a16:creationId xmlns:a16="http://schemas.microsoft.com/office/drawing/2014/main" id="{F467F06B-D611-6955-5733-977C2F14EC17}"/>
                </a:ext>
              </a:extLst>
            </p:cNvPr>
            <p:cNvSpPr txBox="1"/>
            <p:nvPr/>
          </p:nvSpPr>
          <p:spPr>
            <a:xfrm>
              <a:off x="8066383" y="2306737"/>
              <a:ext cx="522769" cy="123111"/>
            </a:xfrm>
            <a:prstGeom prst="rect">
              <a:avLst/>
            </a:prstGeom>
            <a:noFill/>
          </p:spPr>
          <p:txBody>
            <a:bodyPr wrap="square" lIns="0" tIns="0" rIns="0" bIns="0" rtlCol="0">
              <a:spAutoFit/>
            </a:bodyPr>
            <a:lstStyle/>
            <a:p>
              <a:pPr algn="l"/>
              <a:r>
                <a:rPr lang="en-US" sz="800" dirty="0">
                  <a:solidFill>
                    <a:schemeClr val="tx2"/>
                  </a:solidFill>
                </a:rPr>
                <a:t>Audits</a:t>
              </a:r>
            </a:p>
          </p:txBody>
        </p:sp>
        <p:sp>
          <p:nvSpPr>
            <p:cNvPr id="49" name="TextBox 48">
              <a:extLst>
                <a:ext uri="{FF2B5EF4-FFF2-40B4-BE49-F238E27FC236}">
                  <a16:creationId xmlns:a16="http://schemas.microsoft.com/office/drawing/2014/main" id="{3F0F4AC0-53DD-62E4-46FC-2FA8E831C535}"/>
                </a:ext>
              </a:extLst>
            </p:cNvPr>
            <p:cNvSpPr txBox="1"/>
            <p:nvPr/>
          </p:nvSpPr>
          <p:spPr>
            <a:xfrm>
              <a:off x="8066383" y="2459137"/>
              <a:ext cx="572535" cy="123111"/>
            </a:xfrm>
            <a:prstGeom prst="rect">
              <a:avLst/>
            </a:prstGeom>
            <a:noFill/>
          </p:spPr>
          <p:txBody>
            <a:bodyPr wrap="square" lIns="0" tIns="0" rIns="0" bIns="0" rtlCol="0">
              <a:spAutoFit/>
            </a:bodyPr>
            <a:lstStyle/>
            <a:p>
              <a:pPr algn="l"/>
              <a:r>
                <a:rPr lang="en-US" sz="800" dirty="0">
                  <a:solidFill>
                    <a:schemeClr val="tx2"/>
                  </a:solidFill>
                </a:rPr>
                <a:t>Sec Mgmt</a:t>
              </a:r>
            </a:p>
          </p:txBody>
        </p:sp>
        <p:sp>
          <p:nvSpPr>
            <p:cNvPr id="50" name="TextBox 49">
              <a:extLst>
                <a:ext uri="{FF2B5EF4-FFF2-40B4-BE49-F238E27FC236}">
                  <a16:creationId xmlns:a16="http://schemas.microsoft.com/office/drawing/2014/main" id="{FF5C4B8B-0014-54DC-72EE-FE1C02EC6950}"/>
                </a:ext>
              </a:extLst>
            </p:cNvPr>
            <p:cNvSpPr txBox="1"/>
            <p:nvPr/>
          </p:nvSpPr>
          <p:spPr>
            <a:xfrm>
              <a:off x="8066383" y="2611537"/>
              <a:ext cx="572535" cy="123111"/>
            </a:xfrm>
            <a:prstGeom prst="rect">
              <a:avLst/>
            </a:prstGeom>
            <a:noFill/>
          </p:spPr>
          <p:txBody>
            <a:bodyPr wrap="square" lIns="0" tIns="0" rIns="0" bIns="0" rtlCol="0">
              <a:spAutoFit/>
            </a:bodyPr>
            <a:lstStyle/>
            <a:p>
              <a:pPr algn="l"/>
              <a:r>
                <a:rPr lang="en-US" sz="800" dirty="0">
                  <a:solidFill>
                    <a:schemeClr val="tx2"/>
                  </a:solidFill>
                </a:rPr>
                <a:t>Compliance</a:t>
              </a:r>
            </a:p>
          </p:txBody>
        </p:sp>
        <p:sp>
          <p:nvSpPr>
            <p:cNvPr id="51" name="TextBox 50">
              <a:extLst>
                <a:ext uri="{FF2B5EF4-FFF2-40B4-BE49-F238E27FC236}">
                  <a16:creationId xmlns:a16="http://schemas.microsoft.com/office/drawing/2014/main" id="{E1736A60-E06D-4C2C-163A-BAB61B05BC56}"/>
                </a:ext>
              </a:extLst>
            </p:cNvPr>
            <p:cNvSpPr txBox="1"/>
            <p:nvPr/>
          </p:nvSpPr>
          <p:spPr>
            <a:xfrm>
              <a:off x="8066383" y="2763937"/>
              <a:ext cx="572535" cy="123111"/>
            </a:xfrm>
            <a:prstGeom prst="rect">
              <a:avLst/>
            </a:prstGeom>
            <a:noFill/>
          </p:spPr>
          <p:txBody>
            <a:bodyPr wrap="square" lIns="0" tIns="0" rIns="0" bIns="0" rtlCol="0">
              <a:spAutoFit/>
            </a:bodyPr>
            <a:lstStyle/>
            <a:p>
              <a:pPr algn="l"/>
              <a:r>
                <a:rPr lang="en-US" sz="800" dirty="0">
                  <a:solidFill>
                    <a:schemeClr val="tx2"/>
                  </a:solidFill>
                </a:rPr>
                <a:t>Protection</a:t>
              </a:r>
            </a:p>
          </p:txBody>
        </p:sp>
      </p:grpSp>
      <p:sp>
        <p:nvSpPr>
          <p:cNvPr id="52" name="TextBox 51">
            <a:extLst>
              <a:ext uri="{FF2B5EF4-FFF2-40B4-BE49-F238E27FC236}">
                <a16:creationId xmlns:a16="http://schemas.microsoft.com/office/drawing/2014/main" id="{F03D0A59-8502-15B6-A2E0-9C0311DC91ED}"/>
              </a:ext>
            </a:extLst>
          </p:cNvPr>
          <p:cNvSpPr txBox="1"/>
          <p:nvPr/>
        </p:nvSpPr>
        <p:spPr>
          <a:xfrm>
            <a:off x="8829726" y="2914422"/>
            <a:ext cx="710321" cy="123111"/>
          </a:xfrm>
          <a:prstGeom prst="rect">
            <a:avLst/>
          </a:prstGeom>
          <a:noFill/>
        </p:spPr>
        <p:txBody>
          <a:bodyPr wrap="square" lIns="0" tIns="0" rIns="0" bIns="0" rtlCol="0">
            <a:spAutoFit/>
          </a:bodyPr>
          <a:lstStyle/>
          <a:p>
            <a:pPr algn="l"/>
            <a:r>
              <a:rPr lang="en-US" sz="800" dirty="0">
                <a:solidFill>
                  <a:schemeClr val="accent1"/>
                </a:solidFill>
              </a:rPr>
              <a:t>Local: 911 VMs</a:t>
            </a:r>
          </a:p>
        </p:txBody>
      </p:sp>
      <p:sp>
        <p:nvSpPr>
          <p:cNvPr id="53" name="TextBox 52">
            <a:extLst>
              <a:ext uri="{FF2B5EF4-FFF2-40B4-BE49-F238E27FC236}">
                <a16:creationId xmlns:a16="http://schemas.microsoft.com/office/drawing/2014/main" id="{5150A498-0F5A-9607-7976-518DCB1CDDF0}"/>
              </a:ext>
            </a:extLst>
          </p:cNvPr>
          <p:cNvSpPr txBox="1"/>
          <p:nvPr/>
        </p:nvSpPr>
        <p:spPr>
          <a:xfrm>
            <a:off x="8829726" y="3066822"/>
            <a:ext cx="710321" cy="123111"/>
          </a:xfrm>
          <a:prstGeom prst="rect">
            <a:avLst/>
          </a:prstGeom>
          <a:noFill/>
        </p:spPr>
        <p:txBody>
          <a:bodyPr wrap="square" lIns="0" tIns="0" rIns="0" bIns="0" rtlCol="0">
            <a:spAutoFit/>
          </a:bodyPr>
          <a:lstStyle/>
          <a:p>
            <a:pPr algn="l"/>
            <a:r>
              <a:rPr lang="en-US" sz="800" dirty="0">
                <a:solidFill>
                  <a:schemeClr val="accent1"/>
                </a:solidFill>
              </a:rPr>
              <a:t>Rep: 803 VMs</a:t>
            </a:r>
          </a:p>
        </p:txBody>
      </p:sp>
      <p:sp>
        <p:nvSpPr>
          <p:cNvPr id="54" name="TextBox 53">
            <a:extLst>
              <a:ext uri="{FF2B5EF4-FFF2-40B4-BE49-F238E27FC236}">
                <a16:creationId xmlns:a16="http://schemas.microsoft.com/office/drawing/2014/main" id="{7481A01C-867F-2031-DF4F-7FD0B2B6AAA0}"/>
              </a:ext>
            </a:extLst>
          </p:cNvPr>
          <p:cNvSpPr txBox="1"/>
          <p:nvPr/>
        </p:nvSpPr>
        <p:spPr>
          <a:xfrm>
            <a:off x="9759089" y="2914422"/>
            <a:ext cx="710321" cy="123111"/>
          </a:xfrm>
          <a:prstGeom prst="rect">
            <a:avLst/>
          </a:prstGeom>
          <a:noFill/>
        </p:spPr>
        <p:txBody>
          <a:bodyPr wrap="square" lIns="0" tIns="0" rIns="0" bIns="0" rtlCol="0">
            <a:spAutoFit/>
          </a:bodyPr>
          <a:lstStyle/>
          <a:p>
            <a:pPr algn="l"/>
            <a:r>
              <a:rPr lang="en-US" sz="800" dirty="0">
                <a:solidFill>
                  <a:schemeClr val="accent1"/>
                </a:solidFill>
              </a:rPr>
              <a:t>DR: 705 VMs</a:t>
            </a:r>
          </a:p>
        </p:txBody>
      </p:sp>
      <p:sp>
        <p:nvSpPr>
          <p:cNvPr id="55" name="TextBox 54">
            <a:extLst>
              <a:ext uri="{FF2B5EF4-FFF2-40B4-BE49-F238E27FC236}">
                <a16:creationId xmlns:a16="http://schemas.microsoft.com/office/drawing/2014/main" id="{1EF9AA4B-CDFD-3B71-ACA5-CBB3E44AA137}"/>
              </a:ext>
            </a:extLst>
          </p:cNvPr>
          <p:cNvSpPr txBox="1"/>
          <p:nvPr/>
        </p:nvSpPr>
        <p:spPr>
          <a:xfrm>
            <a:off x="9759089" y="3066822"/>
            <a:ext cx="710321" cy="123111"/>
          </a:xfrm>
          <a:prstGeom prst="rect">
            <a:avLst/>
          </a:prstGeom>
          <a:noFill/>
        </p:spPr>
        <p:txBody>
          <a:bodyPr wrap="square" lIns="0" tIns="0" rIns="0" bIns="0" rtlCol="0">
            <a:spAutoFit/>
          </a:bodyPr>
          <a:lstStyle/>
          <a:p>
            <a:pPr algn="l"/>
            <a:r>
              <a:rPr lang="en-US" sz="800" dirty="0">
                <a:solidFill>
                  <a:schemeClr val="accent1"/>
                </a:solidFill>
              </a:rPr>
              <a:t>RWR: 244 VMs</a:t>
            </a:r>
          </a:p>
        </p:txBody>
      </p:sp>
      <p:sp>
        <p:nvSpPr>
          <p:cNvPr id="56" name="TextBox 55">
            <a:extLst>
              <a:ext uri="{FF2B5EF4-FFF2-40B4-BE49-F238E27FC236}">
                <a16:creationId xmlns:a16="http://schemas.microsoft.com/office/drawing/2014/main" id="{036C8052-63FC-F368-0A50-7458C346C158}"/>
              </a:ext>
            </a:extLst>
          </p:cNvPr>
          <p:cNvSpPr txBox="1"/>
          <p:nvPr/>
        </p:nvSpPr>
        <p:spPr>
          <a:xfrm>
            <a:off x="10627890" y="2914422"/>
            <a:ext cx="710321" cy="123111"/>
          </a:xfrm>
          <a:prstGeom prst="rect">
            <a:avLst/>
          </a:prstGeom>
          <a:noFill/>
        </p:spPr>
        <p:txBody>
          <a:bodyPr wrap="square" lIns="0" tIns="0" rIns="0" bIns="0" rtlCol="0">
            <a:spAutoFit/>
          </a:bodyPr>
          <a:lstStyle/>
          <a:p>
            <a:pPr algn="l"/>
            <a:r>
              <a:rPr lang="en-US" sz="800" dirty="0">
                <a:solidFill>
                  <a:schemeClr val="accent1"/>
                </a:solidFill>
              </a:rPr>
              <a:t>Critical: 2</a:t>
            </a:r>
          </a:p>
        </p:txBody>
      </p:sp>
      <p:sp>
        <p:nvSpPr>
          <p:cNvPr id="57" name="TextBox 56">
            <a:extLst>
              <a:ext uri="{FF2B5EF4-FFF2-40B4-BE49-F238E27FC236}">
                <a16:creationId xmlns:a16="http://schemas.microsoft.com/office/drawing/2014/main" id="{E20F7A12-8C8F-00D3-7AD8-FC0B604FFC94}"/>
              </a:ext>
            </a:extLst>
          </p:cNvPr>
          <p:cNvSpPr txBox="1"/>
          <p:nvPr/>
        </p:nvSpPr>
        <p:spPr>
          <a:xfrm>
            <a:off x="10627890" y="3066822"/>
            <a:ext cx="710321" cy="123111"/>
          </a:xfrm>
          <a:prstGeom prst="rect">
            <a:avLst/>
          </a:prstGeom>
          <a:noFill/>
        </p:spPr>
        <p:txBody>
          <a:bodyPr wrap="square" lIns="0" tIns="0" rIns="0" bIns="0" rtlCol="0">
            <a:spAutoFit/>
          </a:bodyPr>
          <a:lstStyle/>
          <a:p>
            <a:pPr algn="l"/>
            <a:r>
              <a:rPr lang="en-US" sz="800" dirty="0">
                <a:solidFill>
                  <a:schemeClr val="accent1"/>
                </a:solidFill>
              </a:rPr>
              <a:t>Warning: 3</a:t>
            </a:r>
          </a:p>
        </p:txBody>
      </p:sp>
      <p:sp>
        <p:nvSpPr>
          <p:cNvPr id="58" name="TextBox 57">
            <a:extLst>
              <a:ext uri="{FF2B5EF4-FFF2-40B4-BE49-F238E27FC236}">
                <a16:creationId xmlns:a16="http://schemas.microsoft.com/office/drawing/2014/main" id="{3EF52AB0-458B-2277-215B-562FA69B2F02}"/>
              </a:ext>
            </a:extLst>
          </p:cNvPr>
          <p:cNvSpPr txBox="1"/>
          <p:nvPr/>
        </p:nvSpPr>
        <p:spPr>
          <a:xfrm>
            <a:off x="8829726" y="3465016"/>
            <a:ext cx="710321" cy="123111"/>
          </a:xfrm>
          <a:prstGeom prst="rect">
            <a:avLst/>
          </a:prstGeom>
          <a:noFill/>
        </p:spPr>
        <p:txBody>
          <a:bodyPr wrap="square" lIns="0" tIns="0" rIns="0" bIns="0" rtlCol="0">
            <a:spAutoFit/>
          </a:bodyPr>
          <a:lstStyle/>
          <a:p>
            <a:pPr algn="l"/>
            <a:r>
              <a:rPr lang="en-US" sz="800" dirty="0">
                <a:solidFill>
                  <a:schemeClr val="accent1"/>
                </a:solidFill>
              </a:rPr>
              <a:t>VC-Primary</a:t>
            </a:r>
          </a:p>
        </p:txBody>
      </p:sp>
      <p:sp>
        <p:nvSpPr>
          <p:cNvPr id="59" name="TextBox 58">
            <a:extLst>
              <a:ext uri="{FF2B5EF4-FFF2-40B4-BE49-F238E27FC236}">
                <a16:creationId xmlns:a16="http://schemas.microsoft.com/office/drawing/2014/main" id="{567A24A5-16B9-4B90-64C5-45BE41902557}"/>
              </a:ext>
            </a:extLst>
          </p:cNvPr>
          <p:cNvSpPr txBox="1"/>
          <p:nvPr/>
        </p:nvSpPr>
        <p:spPr>
          <a:xfrm>
            <a:off x="8829726" y="3617416"/>
            <a:ext cx="710321" cy="123111"/>
          </a:xfrm>
          <a:prstGeom prst="rect">
            <a:avLst/>
          </a:prstGeom>
          <a:noFill/>
        </p:spPr>
        <p:txBody>
          <a:bodyPr wrap="square" lIns="0" tIns="0" rIns="0" bIns="0" rtlCol="0">
            <a:spAutoFit/>
          </a:bodyPr>
          <a:lstStyle/>
          <a:p>
            <a:pPr algn="l"/>
            <a:r>
              <a:rPr lang="en-US" sz="800" dirty="0">
                <a:solidFill>
                  <a:schemeClr val="accent1"/>
                </a:solidFill>
              </a:rPr>
              <a:t>VC-DR Site</a:t>
            </a:r>
          </a:p>
        </p:txBody>
      </p:sp>
      <p:sp>
        <p:nvSpPr>
          <p:cNvPr id="167" name="Rectangle 166">
            <a:extLst>
              <a:ext uri="{FF2B5EF4-FFF2-40B4-BE49-F238E27FC236}">
                <a16:creationId xmlns:a16="http://schemas.microsoft.com/office/drawing/2014/main" id="{6CEC4353-5121-042D-E6B0-37F1C31E7612}"/>
              </a:ext>
            </a:extLst>
          </p:cNvPr>
          <p:cNvSpPr/>
          <p:nvPr/>
        </p:nvSpPr>
        <p:spPr>
          <a:xfrm>
            <a:off x="4339288" y="1843050"/>
            <a:ext cx="3518744" cy="1932932"/>
          </a:xfrm>
          <a:prstGeom prst="rect">
            <a:avLst/>
          </a:prstGeom>
          <a:solidFill>
            <a:schemeClr val="bg1"/>
          </a:solidFill>
          <a:ln w="25400">
            <a:solidFill>
              <a:schemeClr val="accent2">
                <a:lumMod val="7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algn="ctr">
              <a:spcAft>
                <a:spcPts val="800"/>
              </a:spcAft>
            </a:pPr>
            <a:endParaRPr lang="en-US" sz="1400">
              <a:solidFill>
                <a:schemeClr val="tx1"/>
              </a:solidFill>
            </a:endParaRPr>
          </a:p>
        </p:txBody>
      </p:sp>
      <p:grpSp>
        <p:nvGrpSpPr>
          <p:cNvPr id="168" name="Group 167">
            <a:extLst>
              <a:ext uri="{FF2B5EF4-FFF2-40B4-BE49-F238E27FC236}">
                <a16:creationId xmlns:a16="http://schemas.microsoft.com/office/drawing/2014/main" id="{80C9576E-0975-2E9D-A81D-18BEBFC7C8BA}"/>
              </a:ext>
            </a:extLst>
          </p:cNvPr>
          <p:cNvGrpSpPr/>
          <p:nvPr/>
        </p:nvGrpSpPr>
        <p:grpSpPr>
          <a:xfrm>
            <a:off x="4339290" y="1600200"/>
            <a:ext cx="3518742" cy="204002"/>
            <a:chOff x="592869" y="1822412"/>
            <a:chExt cx="3625974" cy="204002"/>
          </a:xfrm>
        </p:grpSpPr>
        <p:sp>
          <p:nvSpPr>
            <p:cNvPr id="169" name="Rectangle 168">
              <a:extLst>
                <a:ext uri="{FF2B5EF4-FFF2-40B4-BE49-F238E27FC236}">
                  <a16:creationId xmlns:a16="http://schemas.microsoft.com/office/drawing/2014/main" id="{03A8C091-862E-4AB3-285B-C28851A74685}"/>
                </a:ext>
              </a:extLst>
            </p:cNvPr>
            <p:cNvSpPr/>
            <p:nvPr/>
          </p:nvSpPr>
          <p:spPr>
            <a:xfrm>
              <a:off x="592869" y="1822412"/>
              <a:ext cx="3625974" cy="204002"/>
            </a:xfrm>
            <a:prstGeom prst="rect">
              <a:avLst/>
            </a:prstGeom>
            <a:solidFill>
              <a:schemeClr val="accent2">
                <a:lumMod val="75000"/>
              </a:schemeClr>
            </a:solidFill>
            <a:ln w="25400">
              <a:solidFill>
                <a:schemeClr val="accent2">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Rounded MT Bold" panose="020F0704030504030204" pitchFamily="34" charset="0"/>
              </a:endParaRPr>
            </a:p>
          </p:txBody>
        </p:sp>
        <p:sp>
          <p:nvSpPr>
            <p:cNvPr id="170" name="Oval 169">
              <a:extLst>
                <a:ext uri="{FF2B5EF4-FFF2-40B4-BE49-F238E27FC236}">
                  <a16:creationId xmlns:a16="http://schemas.microsoft.com/office/drawing/2014/main" id="{1A648ECD-CC7C-5B1B-7323-03339976605D}"/>
                </a:ext>
              </a:extLst>
            </p:cNvPr>
            <p:cNvSpPr/>
            <p:nvPr/>
          </p:nvSpPr>
          <p:spPr>
            <a:xfrm>
              <a:off x="661565"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1" name="Oval 170">
              <a:extLst>
                <a:ext uri="{FF2B5EF4-FFF2-40B4-BE49-F238E27FC236}">
                  <a16:creationId xmlns:a16="http://schemas.microsoft.com/office/drawing/2014/main" id="{1517E436-EEA9-D906-AE8A-5BFBB7FE92A4}"/>
                </a:ext>
              </a:extLst>
            </p:cNvPr>
            <p:cNvSpPr/>
            <p:nvPr/>
          </p:nvSpPr>
          <p:spPr>
            <a:xfrm>
              <a:off x="814643"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2" name="Oval 171">
              <a:extLst>
                <a:ext uri="{FF2B5EF4-FFF2-40B4-BE49-F238E27FC236}">
                  <a16:creationId xmlns:a16="http://schemas.microsoft.com/office/drawing/2014/main" id="{4040A86C-1FF0-B285-9B75-D0487C3A08ED}"/>
                </a:ext>
              </a:extLst>
            </p:cNvPr>
            <p:cNvSpPr/>
            <p:nvPr/>
          </p:nvSpPr>
          <p:spPr>
            <a:xfrm>
              <a:off x="967721"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3" name="Rectangle 172">
              <a:extLst>
                <a:ext uri="{FF2B5EF4-FFF2-40B4-BE49-F238E27FC236}">
                  <a16:creationId xmlns:a16="http://schemas.microsoft.com/office/drawing/2014/main" id="{EF2EB046-D5FB-F49D-705E-DE743EFA4665}"/>
                </a:ext>
              </a:extLst>
            </p:cNvPr>
            <p:cNvSpPr/>
            <p:nvPr/>
          </p:nvSpPr>
          <p:spPr>
            <a:xfrm>
              <a:off x="1167621" y="1831274"/>
              <a:ext cx="2763092" cy="159299"/>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algn="ctr">
                <a:spcAft>
                  <a:spcPts val="800"/>
                </a:spcAft>
              </a:pPr>
              <a:r>
                <a:rPr lang="en-US" sz="1100" dirty="0">
                  <a:solidFill>
                    <a:schemeClr val="bg1"/>
                  </a:solidFill>
                </a:rPr>
                <a:t>VMware Cloud Foundation Operations</a:t>
              </a:r>
            </a:p>
          </p:txBody>
        </p:sp>
      </p:grpSp>
      <p:sp>
        <p:nvSpPr>
          <p:cNvPr id="134" name="Rectangle 133">
            <a:extLst>
              <a:ext uri="{FF2B5EF4-FFF2-40B4-BE49-F238E27FC236}">
                <a16:creationId xmlns:a16="http://schemas.microsoft.com/office/drawing/2014/main" id="{B227C2A9-1CF4-9C12-62D0-ED997C294CBC}"/>
              </a:ext>
            </a:extLst>
          </p:cNvPr>
          <p:cNvSpPr/>
          <p:nvPr/>
        </p:nvSpPr>
        <p:spPr bwMode="gray">
          <a:xfrm>
            <a:off x="4353806" y="1867721"/>
            <a:ext cx="698500" cy="1894653"/>
          </a:xfrm>
          <a:prstGeom prst="rect">
            <a:avLst/>
          </a:prstGeom>
          <a:solidFill>
            <a:schemeClr val="bg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cxnSp>
        <p:nvCxnSpPr>
          <p:cNvPr id="135" name="Straight Connector 134">
            <a:extLst>
              <a:ext uri="{FF2B5EF4-FFF2-40B4-BE49-F238E27FC236}">
                <a16:creationId xmlns:a16="http://schemas.microsoft.com/office/drawing/2014/main" id="{6BCB49AF-5955-7C89-40B6-462C2CE76E47}"/>
              </a:ext>
            </a:extLst>
          </p:cNvPr>
          <p:cNvCxnSpPr>
            <a:cxnSpLocks/>
          </p:cNvCxnSpPr>
          <p:nvPr/>
        </p:nvCxnSpPr>
        <p:spPr>
          <a:xfrm flipV="1">
            <a:off x="6009883" y="2718858"/>
            <a:ext cx="0" cy="522464"/>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5B97BD04-E570-9F14-7011-2DC0F193983C}"/>
              </a:ext>
            </a:extLst>
          </p:cNvPr>
          <p:cNvCxnSpPr>
            <a:cxnSpLocks/>
          </p:cNvCxnSpPr>
          <p:nvPr/>
        </p:nvCxnSpPr>
        <p:spPr>
          <a:xfrm>
            <a:off x="5125389" y="3289358"/>
            <a:ext cx="2653481"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7" name="TextBox 136">
            <a:extLst>
              <a:ext uri="{FF2B5EF4-FFF2-40B4-BE49-F238E27FC236}">
                <a16:creationId xmlns:a16="http://schemas.microsoft.com/office/drawing/2014/main" id="{D4CB3A62-30BB-11F5-0B2F-7B35406009CA}"/>
              </a:ext>
            </a:extLst>
          </p:cNvPr>
          <p:cNvSpPr txBox="1"/>
          <p:nvPr/>
        </p:nvSpPr>
        <p:spPr>
          <a:xfrm>
            <a:off x="5125389" y="2129996"/>
            <a:ext cx="1475779" cy="153888"/>
          </a:xfrm>
          <a:prstGeom prst="rect">
            <a:avLst/>
          </a:prstGeom>
          <a:noFill/>
        </p:spPr>
        <p:txBody>
          <a:bodyPr wrap="square" lIns="0" tIns="0" rIns="0" bIns="0" rtlCol="0">
            <a:spAutoFit/>
          </a:bodyPr>
          <a:lstStyle/>
          <a:p>
            <a:pPr algn="l"/>
            <a:r>
              <a:rPr lang="en-US" sz="1000" dirty="0">
                <a:solidFill>
                  <a:schemeClr val="tx2"/>
                </a:solidFill>
              </a:rPr>
              <a:t>vSAN Diagnostics</a:t>
            </a:r>
          </a:p>
        </p:txBody>
      </p:sp>
      <p:sp>
        <p:nvSpPr>
          <p:cNvPr id="138" name="TextBox 137">
            <a:extLst>
              <a:ext uri="{FF2B5EF4-FFF2-40B4-BE49-F238E27FC236}">
                <a16:creationId xmlns:a16="http://schemas.microsoft.com/office/drawing/2014/main" id="{F8BC3149-9D8A-273F-3D45-35D843722CF3}"/>
              </a:ext>
            </a:extLst>
          </p:cNvPr>
          <p:cNvSpPr txBox="1"/>
          <p:nvPr/>
        </p:nvSpPr>
        <p:spPr>
          <a:xfrm>
            <a:off x="5125389" y="2413925"/>
            <a:ext cx="613428" cy="123111"/>
          </a:xfrm>
          <a:prstGeom prst="rect">
            <a:avLst/>
          </a:prstGeom>
          <a:noFill/>
        </p:spPr>
        <p:txBody>
          <a:bodyPr wrap="square" lIns="0" tIns="0" rIns="0" bIns="0" rtlCol="0">
            <a:spAutoFit/>
          </a:bodyPr>
          <a:lstStyle/>
          <a:p>
            <a:pPr algn="l"/>
            <a:r>
              <a:rPr lang="en-US" sz="800" dirty="0">
                <a:solidFill>
                  <a:schemeClr val="tx2"/>
                </a:solidFill>
              </a:rPr>
              <a:t>Health</a:t>
            </a:r>
          </a:p>
        </p:txBody>
      </p:sp>
      <p:sp>
        <p:nvSpPr>
          <p:cNvPr id="139" name="TextBox 138">
            <a:extLst>
              <a:ext uri="{FF2B5EF4-FFF2-40B4-BE49-F238E27FC236}">
                <a16:creationId xmlns:a16="http://schemas.microsoft.com/office/drawing/2014/main" id="{8219FAFE-1477-2D58-C402-DE0232430165}"/>
              </a:ext>
            </a:extLst>
          </p:cNvPr>
          <p:cNvSpPr txBox="1"/>
          <p:nvPr/>
        </p:nvSpPr>
        <p:spPr>
          <a:xfrm>
            <a:off x="5738817" y="2413925"/>
            <a:ext cx="1070164" cy="123111"/>
          </a:xfrm>
          <a:prstGeom prst="rect">
            <a:avLst/>
          </a:prstGeom>
          <a:noFill/>
        </p:spPr>
        <p:txBody>
          <a:bodyPr wrap="square" lIns="0" tIns="0" rIns="0" bIns="0" rtlCol="0">
            <a:spAutoFit/>
          </a:bodyPr>
          <a:lstStyle/>
          <a:p>
            <a:pPr algn="l"/>
            <a:r>
              <a:rPr lang="en-US" sz="800" dirty="0">
                <a:solidFill>
                  <a:schemeClr val="tx2"/>
                </a:solidFill>
              </a:rPr>
              <a:t>Performance Insights</a:t>
            </a:r>
          </a:p>
        </p:txBody>
      </p:sp>
      <p:sp>
        <p:nvSpPr>
          <p:cNvPr id="140" name="TextBox 139">
            <a:extLst>
              <a:ext uri="{FF2B5EF4-FFF2-40B4-BE49-F238E27FC236}">
                <a16:creationId xmlns:a16="http://schemas.microsoft.com/office/drawing/2014/main" id="{C06B1784-6FA8-384A-D376-1021C03CA649}"/>
              </a:ext>
            </a:extLst>
          </p:cNvPr>
          <p:cNvSpPr txBox="1"/>
          <p:nvPr/>
        </p:nvSpPr>
        <p:spPr>
          <a:xfrm>
            <a:off x="5169297" y="2718858"/>
            <a:ext cx="613428" cy="123111"/>
          </a:xfrm>
          <a:prstGeom prst="rect">
            <a:avLst/>
          </a:prstGeom>
          <a:noFill/>
        </p:spPr>
        <p:txBody>
          <a:bodyPr wrap="square" lIns="0" tIns="0" rIns="0" bIns="0" rtlCol="0">
            <a:spAutoFit/>
          </a:bodyPr>
          <a:lstStyle/>
          <a:p>
            <a:pPr algn="l"/>
            <a:r>
              <a:rPr lang="en-US" sz="800" dirty="0">
                <a:solidFill>
                  <a:schemeClr val="tx2"/>
                </a:solidFill>
              </a:rPr>
              <a:t>Issues</a:t>
            </a:r>
          </a:p>
        </p:txBody>
      </p:sp>
      <p:cxnSp>
        <p:nvCxnSpPr>
          <p:cNvPr id="141" name="Straight Connector 140">
            <a:extLst>
              <a:ext uri="{FF2B5EF4-FFF2-40B4-BE49-F238E27FC236}">
                <a16:creationId xmlns:a16="http://schemas.microsoft.com/office/drawing/2014/main" id="{8C1FA70C-091C-8A52-76F1-39698DC5BB33}"/>
              </a:ext>
            </a:extLst>
          </p:cNvPr>
          <p:cNvCxnSpPr>
            <a:cxnSpLocks/>
          </p:cNvCxnSpPr>
          <p:nvPr/>
        </p:nvCxnSpPr>
        <p:spPr bwMode="gray">
          <a:xfrm>
            <a:off x="5125389" y="2572010"/>
            <a:ext cx="421682"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D8BB116F-C463-3BDF-E46C-2CD4014A659D}"/>
              </a:ext>
            </a:extLst>
          </p:cNvPr>
          <p:cNvCxnSpPr>
            <a:cxnSpLocks/>
          </p:cNvCxnSpPr>
          <p:nvPr/>
        </p:nvCxnSpPr>
        <p:spPr>
          <a:xfrm flipV="1">
            <a:off x="6894377" y="2718858"/>
            <a:ext cx="0" cy="522464"/>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3" name="TextBox 142">
            <a:extLst>
              <a:ext uri="{FF2B5EF4-FFF2-40B4-BE49-F238E27FC236}">
                <a16:creationId xmlns:a16="http://schemas.microsoft.com/office/drawing/2014/main" id="{4C3BCF09-E9F3-594F-E706-673B53F7535B}"/>
              </a:ext>
            </a:extLst>
          </p:cNvPr>
          <p:cNvSpPr txBox="1"/>
          <p:nvPr/>
        </p:nvSpPr>
        <p:spPr>
          <a:xfrm>
            <a:off x="6098660" y="2718858"/>
            <a:ext cx="777275" cy="123111"/>
          </a:xfrm>
          <a:prstGeom prst="rect">
            <a:avLst/>
          </a:prstGeom>
          <a:noFill/>
        </p:spPr>
        <p:txBody>
          <a:bodyPr wrap="square" lIns="0" tIns="0" rIns="0" bIns="0" rtlCol="0">
            <a:spAutoFit/>
          </a:bodyPr>
          <a:lstStyle/>
          <a:p>
            <a:pPr algn="l"/>
            <a:r>
              <a:rPr lang="en-US" sz="800" dirty="0">
                <a:solidFill>
                  <a:schemeClr val="tx2"/>
                </a:solidFill>
              </a:rPr>
              <a:t>Top affected</a:t>
            </a:r>
          </a:p>
        </p:txBody>
      </p:sp>
      <p:sp>
        <p:nvSpPr>
          <p:cNvPr id="144" name="TextBox 143">
            <a:extLst>
              <a:ext uri="{FF2B5EF4-FFF2-40B4-BE49-F238E27FC236}">
                <a16:creationId xmlns:a16="http://schemas.microsoft.com/office/drawing/2014/main" id="{DD3892BD-0452-8B74-9485-07FFB63E362B}"/>
              </a:ext>
            </a:extLst>
          </p:cNvPr>
          <p:cNvSpPr txBox="1"/>
          <p:nvPr/>
        </p:nvSpPr>
        <p:spPr>
          <a:xfrm>
            <a:off x="6967461" y="2718858"/>
            <a:ext cx="777275" cy="123111"/>
          </a:xfrm>
          <a:prstGeom prst="rect">
            <a:avLst/>
          </a:prstGeom>
          <a:noFill/>
        </p:spPr>
        <p:txBody>
          <a:bodyPr wrap="square" lIns="0" tIns="0" rIns="0" bIns="0" rtlCol="0">
            <a:spAutoFit/>
          </a:bodyPr>
          <a:lstStyle/>
          <a:p>
            <a:pPr algn="l"/>
            <a:r>
              <a:rPr lang="en-US" sz="800" dirty="0">
                <a:solidFill>
                  <a:schemeClr val="tx2"/>
                </a:solidFill>
              </a:rPr>
              <a:t>Cluster health</a:t>
            </a:r>
          </a:p>
        </p:txBody>
      </p:sp>
      <p:cxnSp>
        <p:nvCxnSpPr>
          <p:cNvPr id="145" name="Straight Connector 144">
            <a:extLst>
              <a:ext uri="{FF2B5EF4-FFF2-40B4-BE49-F238E27FC236}">
                <a16:creationId xmlns:a16="http://schemas.microsoft.com/office/drawing/2014/main" id="{41834ED4-BBEF-27C7-B721-4776F6492289}"/>
              </a:ext>
            </a:extLst>
          </p:cNvPr>
          <p:cNvCxnSpPr>
            <a:cxnSpLocks/>
          </p:cNvCxnSpPr>
          <p:nvPr/>
        </p:nvCxnSpPr>
        <p:spPr>
          <a:xfrm>
            <a:off x="5125389" y="2660708"/>
            <a:ext cx="2653481"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6" name="TextBox 145">
            <a:extLst>
              <a:ext uri="{FF2B5EF4-FFF2-40B4-BE49-F238E27FC236}">
                <a16:creationId xmlns:a16="http://schemas.microsoft.com/office/drawing/2014/main" id="{65A4C07A-0B4E-085F-BA3B-E679A7C6BEA0}"/>
              </a:ext>
            </a:extLst>
          </p:cNvPr>
          <p:cNvSpPr txBox="1"/>
          <p:nvPr/>
        </p:nvSpPr>
        <p:spPr>
          <a:xfrm>
            <a:off x="5169297" y="3341905"/>
            <a:ext cx="1725080" cy="123111"/>
          </a:xfrm>
          <a:prstGeom prst="rect">
            <a:avLst/>
          </a:prstGeom>
          <a:noFill/>
        </p:spPr>
        <p:txBody>
          <a:bodyPr wrap="square" lIns="0" tIns="0" rIns="0" bIns="0" rtlCol="0">
            <a:spAutoFit/>
          </a:bodyPr>
          <a:lstStyle/>
          <a:p>
            <a:pPr algn="l"/>
            <a:r>
              <a:rPr lang="en-US" sz="800" dirty="0">
                <a:solidFill>
                  <a:schemeClr val="tx2"/>
                </a:solidFill>
              </a:rPr>
              <a:t>Triggered findings</a:t>
            </a:r>
          </a:p>
        </p:txBody>
      </p:sp>
      <p:cxnSp>
        <p:nvCxnSpPr>
          <p:cNvPr id="147" name="Straight Connector 146">
            <a:extLst>
              <a:ext uri="{FF2B5EF4-FFF2-40B4-BE49-F238E27FC236}">
                <a16:creationId xmlns:a16="http://schemas.microsoft.com/office/drawing/2014/main" id="{B013D0B1-5292-9528-BC56-C667933443F4}"/>
              </a:ext>
            </a:extLst>
          </p:cNvPr>
          <p:cNvCxnSpPr>
            <a:cxnSpLocks/>
          </p:cNvCxnSpPr>
          <p:nvPr/>
        </p:nvCxnSpPr>
        <p:spPr>
          <a:xfrm>
            <a:off x="5125389" y="2091147"/>
            <a:ext cx="2653481"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8" name="TextBox 147">
            <a:extLst>
              <a:ext uri="{FF2B5EF4-FFF2-40B4-BE49-F238E27FC236}">
                <a16:creationId xmlns:a16="http://schemas.microsoft.com/office/drawing/2014/main" id="{9E8B1CB4-6C8C-C7A9-7895-715B50F464EB}"/>
              </a:ext>
            </a:extLst>
          </p:cNvPr>
          <p:cNvSpPr txBox="1"/>
          <p:nvPr/>
        </p:nvSpPr>
        <p:spPr>
          <a:xfrm>
            <a:off x="5125389" y="1875278"/>
            <a:ext cx="522769" cy="123111"/>
          </a:xfrm>
          <a:prstGeom prst="rect">
            <a:avLst/>
          </a:prstGeom>
          <a:noFill/>
        </p:spPr>
        <p:txBody>
          <a:bodyPr wrap="square" lIns="0" tIns="0" rIns="0" bIns="0" rtlCol="0">
            <a:spAutoFit/>
          </a:bodyPr>
          <a:lstStyle/>
          <a:p>
            <a:pPr algn="l"/>
            <a:r>
              <a:rPr lang="en-US" sz="800" dirty="0">
                <a:solidFill>
                  <a:schemeClr val="tx2"/>
                </a:solidFill>
              </a:rPr>
              <a:t>Operate</a:t>
            </a:r>
          </a:p>
        </p:txBody>
      </p:sp>
      <p:cxnSp>
        <p:nvCxnSpPr>
          <p:cNvPr id="149" name="Straight Connector 148">
            <a:extLst>
              <a:ext uri="{FF2B5EF4-FFF2-40B4-BE49-F238E27FC236}">
                <a16:creationId xmlns:a16="http://schemas.microsoft.com/office/drawing/2014/main" id="{ABAE5642-9922-D3BA-EA68-859A8B6AD4CE}"/>
              </a:ext>
            </a:extLst>
          </p:cNvPr>
          <p:cNvCxnSpPr>
            <a:cxnSpLocks/>
          </p:cNvCxnSpPr>
          <p:nvPr/>
        </p:nvCxnSpPr>
        <p:spPr bwMode="gray">
          <a:xfrm>
            <a:off x="5125389" y="2033363"/>
            <a:ext cx="421682"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0" name="TextBox 149">
            <a:extLst>
              <a:ext uri="{FF2B5EF4-FFF2-40B4-BE49-F238E27FC236}">
                <a16:creationId xmlns:a16="http://schemas.microsoft.com/office/drawing/2014/main" id="{2EFBE2D3-AEE9-EB41-287A-985CF1E98D9D}"/>
              </a:ext>
            </a:extLst>
          </p:cNvPr>
          <p:cNvSpPr txBox="1"/>
          <p:nvPr/>
        </p:nvSpPr>
        <p:spPr>
          <a:xfrm>
            <a:off x="5732912" y="1875278"/>
            <a:ext cx="522769" cy="123111"/>
          </a:xfrm>
          <a:prstGeom prst="rect">
            <a:avLst/>
          </a:prstGeom>
          <a:noFill/>
        </p:spPr>
        <p:txBody>
          <a:bodyPr wrap="square" lIns="0" tIns="0" rIns="0" bIns="0" rtlCol="0">
            <a:spAutoFit/>
          </a:bodyPr>
          <a:lstStyle/>
          <a:p>
            <a:pPr algn="l"/>
            <a:r>
              <a:rPr lang="en-US" sz="800" dirty="0">
                <a:solidFill>
                  <a:schemeClr val="tx2"/>
                </a:solidFill>
              </a:rPr>
              <a:t>Manage</a:t>
            </a:r>
          </a:p>
        </p:txBody>
      </p:sp>
      <p:sp>
        <p:nvSpPr>
          <p:cNvPr id="151" name="TextBox 150">
            <a:extLst>
              <a:ext uri="{FF2B5EF4-FFF2-40B4-BE49-F238E27FC236}">
                <a16:creationId xmlns:a16="http://schemas.microsoft.com/office/drawing/2014/main" id="{08C455A9-7655-A470-718B-417C9D675E32}"/>
              </a:ext>
            </a:extLst>
          </p:cNvPr>
          <p:cNvSpPr txBox="1"/>
          <p:nvPr/>
        </p:nvSpPr>
        <p:spPr>
          <a:xfrm>
            <a:off x="6317476" y="1875278"/>
            <a:ext cx="522769" cy="123111"/>
          </a:xfrm>
          <a:prstGeom prst="rect">
            <a:avLst/>
          </a:prstGeom>
          <a:noFill/>
        </p:spPr>
        <p:txBody>
          <a:bodyPr wrap="square" lIns="0" tIns="0" rIns="0" bIns="0" rtlCol="0">
            <a:spAutoFit/>
          </a:bodyPr>
          <a:lstStyle/>
          <a:p>
            <a:pPr algn="l"/>
            <a:r>
              <a:rPr lang="en-US" sz="800" dirty="0">
                <a:solidFill>
                  <a:schemeClr val="tx2"/>
                </a:solidFill>
              </a:rPr>
              <a:t>Protect</a:t>
            </a:r>
          </a:p>
        </p:txBody>
      </p:sp>
      <p:sp>
        <p:nvSpPr>
          <p:cNvPr id="152" name="TextBox 151">
            <a:extLst>
              <a:ext uri="{FF2B5EF4-FFF2-40B4-BE49-F238E27FC236}">
                <a16:creationId xmlns:a16="http://schemas.microsoft.com/office/drawing/2014/main" id="{BFC86131-1CDF-CE16-4291-9F47E95D0EF2}"/>
              </a:ext>
            </a:extLst>
          </p:cNvPr>
          <p:cNvSpPr txBox="1"/>
          <p:nvPr/>
        </p:nvSpPr>
        <p:spPr>
          <a:xfrm>
            <a:off x="6894377" y="1875278"/>
            <a:ext cx="522769" cy="123111"/>
          </a:xfrm>
          <a:prstGeom prst="rect">
            <a:avLst/>
          </a:prstGeom>
          <a:noFill/>
        </p:spPr>
        <p:txBody>
          <a:bodyPr wrap="square" lIns="0" tIns="0" rIns="0" bIns="0" rtlCol="0">
            <a:spAutoFit/>
          </a:bodyPr>
          <a:lstStyle/>
          <a:p>
            <a:pPr algn="l"/>
            <a:r>
              <a:rPr lang="en-US" sz="800" dirty="0">
                <a:solidFill>
                  <a:schemeClr val="tx2"/>
                </a:solidFill>
              </a:rPr>
              <a:t>Build</a:t>
            </a:r>
          </a:p>
        </p:txBody>
      </p:sp>
      <p:sp>
        <p:nvSpPr>
          <p:cNvPr id="153" name="Rectangle 152">
            <a:extLst>
              <a:ext uri="{FF2B5EF4-FFF2-40B4-BE49-F238E27FC236}">
                <a16:creationId xmlns:a16="http://schemas.microsoft.com/office/drawing/2014/main" id="{E7F11F9C-1F05-8E4A-CBBD-6681B361440A}"/>
              </a:ext>
            </a:extLst>
          </p:cNvPr>
          <p:cNvSpPr/>
          <p:nvPr/>
        </p:nvSpPr>
        <p:spPr bwMode="gray">
          <a:xfrm>
            <a:off x="4353807" y="2280263"/>
            <a:ext cx="698500" cy="167391"/>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grpSp>
        <p:nvGrpSpPr>
          <p:cNvPr id="123" name="Group 122">
            <a:extLst>
              <a:ext uri="{FF2B5EF4-FFF2-40B4-BE49-F238E27FC236}">
                <a16:creationId xmlns:a16="http://schemas.microsoft.com/office/drawing/2014/main" id="{22D6CC1E-D1DB-89D6-FD5C-7BED1F45BEB4}"/>
              </a:ext>
            </a:extLst>
          </p:cNvPr>
          <p:cNvGrpSpPr/>
          <p:nvPr/>
        </p:nvGrpSpPr>
        <p:grpSpPr>
          <a:xfrm>
            <a:off x="4405954" y="2154337"/>
            <a:ext cx="572535" cy="427911"/>
            <a:chOff x="4405954" y="2154337"/>
            <a:chExt cx="572535" cy="427911"/>
          </a:xfrm>
        </p:grpSpPr>
        <p:sp>
          <p:nvSpPr>
            <p:cNvPr id="154" name="TextBox 153">
              <a:extLst>
                <a:ext uri="{FF2B5EF4-FFF2-40B4-BE49-F238E27FC236}">
                  <a16:creationId xmlns:a16="http://schemas.microsoft.com/office/drawing/2014/main" id="{65CE4ACF-59B2-9B38-0A0F-746A78671655}"/>
                </a:ext>
              </a:extLst>
            </p:cNvPr>
            <p:cNvSpPr txBox="1"/>
            <p:nvPr/>
          </p:nvSpPr>
          <p:spPr>
            <a:xfrm>
              <a:off x="4405954" y="2154337"/>
              <a:ext cx="522769" cy="123111"/>
            </a:xfrm>
            <a:prstGeom prst="rect">
              <a:avLst/>
            </a:prstGeom>
            <a:noFill/>
          </p:spPr>
          <p:txBody>
            <a:bodyPr wrap="square" lIns="0" tIns="0" rIns="0" bIns="0" rtlCol="0">
              <a:spAutoFit/>
            </a:bodyPr>
            <a:lstStyle/>
            <a:p>
              <a:pPr algn="l"/>
              <a:r>
                <a:rPr lang="en-US" sz="800" dirty="0">
                  <a:solidFill>
                    <a:schemeClr val="tx2"/>
                  </a:solidFill>
                </a:rPr>
                <a:t>Compute</a:t>
              </a:r>
            </a:p>
          </p:txBody>
        </p:sp>
        <p:sp>
          <p:nvSpPr>
            <p:cNvPr id="155" name="TextBox 154">
              <a:extLst>
                <a:ext uri="{FF2B5EF4-FFF2-40B4-BE49-F238E27FC236}">
                  <a16:creationId xmlns:a16="http://schemas.microsoft.com/office/drawing/2014/main" id="{4D913279-EBA1-6208-018B-B51D3957A43D}"/>
                </a:ext>
              </a:extLst>
            </p:cNvPr>
            <p:cNvSpPr txBox="1"/>
            <p:nvPr/>
          </p:nvSpPr>
          <p:spPr>
            <a:xfrm>
              <a:off x="4405954" y="2306737"/>
              <a:ext cx="522769" cy="123111"/>
            </a:xfrm>
            <a:prstGeom prst="rect">
              <a:avLst/>
            </a:prstGeom>
            <a:noFill/>
          </p:spPr>
          <p:txBody>
            <a:bodyPr wrap="square" lIns="0" tIns="0" rIns="0" bIns="0" rtlCol="0">
              <a:spAutoFit/>
            </a:bodyPr>
            <a:lstStyle/>
            <a:p>
              <a:pPr algn="l"/>
              <a:r>
                <a:rPr lang="en-US" sz="800" dirty="0">
                  <a:solidFill>
                    <a:schemeClr val="tx2"/>
                  </a:solidFill>
                </a:rPr>
                <a:t>Storage</a:t>
              </a:r>
            </a:p>
          </p:txBody>
        </p:sp>
        <p:sp>
          <p:nvSpPr>
            <p:cNvPr id="156" name="TextBox 155">
              <a:extLst>
                <a:ext uri="{FF2B5EF4-FFF2-40B4-BE49-F238E27FC236}">
                  <a16:creationId xmlns:a16="http://schemas.microsoft.com/office/drawing/2014/main" id="{462C3A68-B77C-AE4E-E651-E3F05C52C1B5}"/>
                </a:ext>
              </a:extLst>
            </p:cNvPr>
            <p:cNvSpPr txBox="1"/>
            <p:nvPr/>
          </p:nvSpPr>
          <p:spPr>
            <a:xfrm>
              <a:off x="4405954" y="2459137"/>
              <a:ext cx="572535" cy="123111"/>
            </a:xfrm>
            <a:prstGeom prst="rect">
              <a:avLst/>
            </a:prstGeom>
            <a:noFill/>
          </p:spPr>
          <p:txBody>
            <a:bodyPr wrap="square" lIns="0" tIns="0" rIns="0" bIns="0" rtlCol="0">
              <a:spAutoFit/>
            </a:bodyPr>
            <a:lstStyle/>
            <a:p>
              <a:pPr algn="l"/>
              <a:r>
                <a:rPr lang="en-US" sz="800" dirty="0">
                  <a:solidFill>
                    <a:schemeClr val="tx2"/>
                  </a:solidFill>
                </a:rPr>
                <a:t>Network</a:t>
              </a:r>
            </a:p>
          </p:txBody>
        </p:sp>
      </p:grpSp>
      <p:grpSp>
        <p:nvGrpSpPr>
          <p:cNvPr id="121" name="Group 120">
            <a:extLst>
              <a:ext uri="{FF2B5EF4-FFF2-40B4-BE49-F238E27FC236}">
                <a16:creationId xmlns:a16="http://schemas.microsoft.com/office/drawing/2014/main" id="{482274D5-45D0-FCCD-1868-E1F0F3042308}"/>
              </a:ext>
            </a:extLst>
          </p:cNvPr>
          <p:cNvGrpSpPr/>
          <p:nvPr/>
        </p:nvGrpSpPr>
        <p:grpSpPr>
          <a:xfrm>
            <a:off x="5169297" y="2874624"/>
            <a:ext cx="2490013" cy="865903"/>
            <a:chOff x="5169297" y="2874624"/>
            <a:chExt cx="2490013" cy="865903"/>
          </a:xfrm>
        </p:grpSpPr>
        <p:sp>
          <p:nvSpPr>
            <p:cNvPr id="159" name="TextBox 158">
              <a:extLst>
                <a:ext uri="{FF2B5EF4-FFF2-40B4-BE49-F238E27FC236}">
                  <a16:creationId xmlns:a16="http://schemas.microsoft.com/office/drawing/2014/main" id="{453D51D6-492F-C58A-DDD3-33D732C93B71}"/>
                </a:ext>
              </a:extLst>
            </p:cNvPr>
            <p:cNvSpPr txBox="1"/>
            <p:nvPr/>
          </p:nvSpPr>
          <p:spPr>
            <a:xfrm>
              <a:off x="5169297" y="2914422"/>
              <a:ext cx="710321" cy="123111"/>
            </a:xfrm>
            <a:prstGeom prst="rect">
              <a:avLst/>
            </a:prstGeom>
            <a:noFill/>
          </p:spPr>
          <p:txBody>
            <a:bodyPr wrap="square" lIns="0" tIns="0" rIns="0" bIns="0" rtlCol="0">
              <a:spAutoFit/>
            </a:bodyPr>
            <a:lstStyle/>
            <a:p>
              <a:pPr algn="l"/>
              <a:r>
                <a:rPr lang="en-US" sz="800" dirty="0">
                  <a:solidFill>
                    <a:schemeClr val="accent1"/>
                  </a:solidFill>
                </a:rPr>
                <a:t>Availability</a:t>
              </a:r>
            </a:p>
          </p:txBody>
        </p:sp>
        <p:sp>
          <p:nvSpPr>
            <p:cNvPr id="160" name="TextBox 159">
              <a:extLst>
                <a:ext uri="{FF2B5EF4-FFF2-40B4-BE49-F238E27FC236}">
                  <a16:creationId xmlns:a16="http://schemas.microsoft.com/office/drawing/2014/main" id="{F4B9147D-3D23-69F1-D00F-54DCA8EA578E}"/>
                </a:ext>
              </a:extLst>
            </p:cNvPr>
            <p:cNvSpPr txBox="1"/>
            <p:nvPr/>
          </p:nvSpPr>
          <p:spPr>
            <a:xfrm>
              <a:off x="5169297" y="3066822"/>
              <a:ext cx="710321" cy="123111"/>
            </a:xfrm>
            <a:prstGeom prst="rect">
              <a:avLst/>
            </a:prstGeom>
            <a:noFill/>
          </p:spPr>
          <p:txBody>
            <a:bodyPr wrap="square" lIns="0" tIns="0" rIns="0" bIns="0" rtlCol="0">
              <a:spAutoFit/>
            </a:bodyPr>
            <a:lstStyle/>
            <a:p>
              <a:pPr algn="l"/>
              <a:r>
                <a:rPr lang="en-US" sz="800" dirty="0">
                  <a:solidFill>
                    <a:schemeClr val="accent1"/>
                  </a:solidFill>
                </a:rPr>
                <a:t>Performance</a:t>
              </a:r>
            </a:p>
          </p:txBody>
        </p:sp>
        <p:sp>
          <p:nvSpPr>
            <p:cNvPr id="161" name="TextBox 160">
              <a:extLst>
                <a:ext uri="{FF2B5EF4-FFF2-40B4-BE49-F238E27FC236}">
                  <a16:creationId xmlns:a16="http://schemas.microsoft.com/office/drawing/2014/main" id="{113F07BF-D69D-317F-5820-9067EF0A1A8C}"/>
                </a:ext>
              </a:extLst>
            </p:cNvPr>
            <p:cNvSpPr txBox="1"/>
            <p:nvPr/>
          </p:nvSpPr>
          <p:spPr>
            <a:xfrm>
              <a:off x="6098660" y="2914422"/>
              <a:ext cx="710321" cy="123111"/>
            </a:xfrm>
            <a:prstGeom prst="rect">
              <a:avLst/>
            </a:prstGeom>
            <a:noFill/>
          </p:spPr>
          <p:txBody>
            <a:bodyPr wrap="square" lIns="0" tIns="0" rIns="0" bIns="0" rtlCol="0">
              <a:spAutoFit/>
            </a:bodyPr>
            <a:lstStyle/>
            <a:p>
              <a:pPr algn="l"/>
              <a:r>
                <a:rPr lang="en-US" sz="800" dirty="0">
                  <a:solidFill>
                    <a:schemeClr val="accent1"/>
                  </a:solidFill>
                </a:rPr>
                <a:t>Perf service</a:t>
              </a:r>
            </a:p>
          </p:txBody>
        </p:sp>
        <p:sp>
          <p:nvSpPr>
            <p:cNvPr id="162" name="TextBox 161">
              <a:extLst>
                <a:ext uri="{FF2B5EF4-FFF2-40B4-BE49-F238E27FC236}">
                  <a16:creationId xmlns:a16="http://schemas.microsoft.com/office/drawing/2014/main" id="{38CF3283-1601-B243-8D13-F363C2A05DB4}"/>
                </a:ext>
              </a:extLst>
            </p:cNvPr>
            <p:cNvSpPr txBox="1"/>
            <p:nvPr/>
          </p:nvSpPr>
          <p:spPr>
            <a:xfrm>
              <a:off x="6098660" y="3066822"/>
              <a:ext cx="710321" cy="123111"/>
            </a:xfrm>
            <a:prstGeom prst="rect">
              <a:avLst/>
            </a:prstGeom>
            <a:noFill/>
          </p:spPr>
          <p:txBody>
            <a:bodyPr wrap="square" lIns="0" tIns="0" rIns="0" bIns="0" rtlCol="0">
              <a:spAutoFit/>
            </a:bodyPr>
            <a:lstStyle/>
            <a:p>
              <a:pPr algn="l"/>
              <a:r>
                <a:rPr lang="en-US" sz="800" dirty="0">
                  <a:solidFill>
                    <a:schemeClr val="accent1"/>
                  </a:solidFill>
                </a:rPr>
                <a:t>vCenter auth</a:t>
              </a:r>
            </a:p>
          </p:txBody>
        </p:sp>
        <p:sp>
          <p:nvSpPr>
            <p:cNvPr id="165" name="TextBox 164">
              <a:extLst>
                <a:ext uri="{FF2B5EF4-FFF2-40B4-BE49-F238E27FC236}">
                  <a16:creationId xmlns:a16="http://schemas.microsoft.com/office/drawing/2014/main" id="{65A6A2B5-4CBD-E2C3-E547-1208E4121552}"/>
                </a:ext>
              </a:extLst>
            </p:cNvPr>
            <p:cNvSpPr txBox="1"/>
            <p:nvPr/>
          </p:nvSpPr>
          <p:spPr>
            <a:xfrm>
              <a:off x="5169297" y="3465016"/>
              <a:ext cx="1338183" cy="123111"/>
            </a:xfrm>
            <a:prstGeom prst="rect">
              <a:avLst/>
            </a:prstGeom>
            <a:noFill/>
          </p:spPr>
          <p:txBody>
            <a:bodyPr wrap="square" lIns="0" tIns="0" rIns="0" bIns="0" rtlCol="0">
              <a:spAutoFit/>
            </a:bodyPr>
            <a:lstStyle/>
            <a:p>
              <a:pPr algn="l"/>
              <a:r>
                <a:rPr lang="en-US" sz="800" dirty="0">
                  <a:solidFill>
                    <a:schemeClr val="accent1"/>
                  </a:solidFill>
                </a:rPr>
                <a:t>Performance service status</a:t>
              </a:r>
            </a:p>
          </p:txBody>
        </p:sp>
        <p:sp>
          <p:nvSpPr>
            <p:cNvPr id="166" name="TextBox 165">
              <a:extLst>
                <a:ext uri="{FF2B5EF4-FFF2-40B4-BE49-F238E27FC236}">
                  <a16:creationId xmlns:a16="http://schemas.microsoft.com/office/drawing/2014/main" id="{54E02E0D-AB17-D2FA-65A1-E5B6B0A89D8B}"/>
                </a:ext>
              </a:extLst>
            </p:cNvPr>
            <p:cNvSpPr txBox="1"/>
            <p:nvPr/>
          </p:nvSpPr>
          <p:spPr>
            <a:xfrm>
              <a:off x="5169297" y="3617416"/>
              <a:ext cx="1543923" cy="123111"/>
            </a:xfrm>
            <a:prstGeom prst="rect">
              <a:avLst/>
            </a:prstGeom>
            <a:noFill/>
          </p:spPr>
          <p:txBody>
            <a:bodyPr wrap="square" lIns="0" tIns="0" rIns="0" bIns="0" rtlCol="0">
              <a:spAutoFit/>
            </a:bodyPr>
            <a:lstStyle/>
            <a:p>
              <a:pPr algn="l"/>
              <a:r>
                <a:rPr lang="en-US" sz="800" dirty="0">
                  <a:solidFill>
                    <a:schemeClr val="accent1"/>
                  </a:solidFill>
                </a:rPr>
                <a:t>vCenter stats is authoritative</a:t>
              </a:r>
            </a:p>
          </p:txBody>
        </p:sp>
        <p:sp>
          <p:nvSpPr>
            <p:cNvPr id="174" name="Rectangle 173">
              <a:extLst>
                <a:ext uri="{FF2B5EF4-FFF2-40B4-BE49-F238E27FC236}">
                  <a16:creationId xmlns:a16="http://schemas.microsoft.com/office/drawing/2014/main" id="{6D5812B6-70CB-15FC-8E2D-8DA1804A021D}"/>
                </a:ext>
              </a:extLst>
            </p:cNvPr>
            <p:cNvSpPr/>
            <p:nvPr/>
          </p:nvSpPr>
          <p:spPr bwMode="gray">
            <a:xfrm rot="16200000">
              <a:off x="7072680" y="3087153"/>
              <a:ext cx="45719" cy="190128"/>
            </a:xfrm>
            <a:prstGeom prst="rect">
              <a:avLst/>
            </a:prstGeom>
            <a:solidFill>
              <a:srgbClr val="A6192E"/>
            </a:solidFill>
            <a:ln w="6350">
              <a:solidFill>
                <a:srgbClr val="A619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sp>
          <p:nvSpPr>
            <p:cNvPr id="175" name="Rectangle 174">
              <a:extLst>
                <a:ext uri="{FF2B5EF4-FFF2-40B4-BE49-F238E27FC236}">
                  <a16:creationId xmlns:a16="http://schemas.microsoft.com/office/drawing/2014/main" id="{8F06CF05-D9C1-7E2F-8D6F-A08534B76AB0}"/>
                </a:ext>
              </a:extLst>
            </p:cNvPr>
            <p:cNvSpPr/>
            <p:nvPr/>
          </p:nvSpPr>
          <p:spPr bwMode="gray">
            <a:xfrm rot="16200000">
              <a:off x="7272186" y="3052308"/>
              <a:ext cx="117231" cy="188310"/>
            </a:xfrm>
            <a:prstGeom prst="rect">
              <a:avLst/>
            </a:prstGeom>
            <a:solidFill>
              <a:schemeClr val="accent6"/>
            </a:solidFill>
            <a:ln w="6350">
              <a:solidFill>
                <a:schemeClr val="accent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sp>
          <p:nvSpPr>
            <p:cNvPr id="176" name="Rectangle 175">
              <a:extLst>
                <a:ext uri="{FF2B5EF4-FFF2-40B4-BE49-F238E27FC236}">
                  <a16:creationId xmlns:a16="http://schemas.microsoft.com/office/drawing/2014/main" id="{805499D4-8E6A-72A4-861B-54075518840A}"/>
                </a:ext>
              </a:extLst>
            </p:cNvPr>
            <p:cNvSpPr/>
            <p:nvPr/>
          </p:nvSpPr>
          <p:spPr bwMode="gray">
            <a:xfrm rot="16200000">
              <a:off x="7399929" y="2945696"/>
              <a:ext cx="330453" cy="188309"/>
            </a:xfrm>
            <a:prstGeom prst="rect">
              <a:avLst/>
            </a:prstGeom>
            <a:solidFill>
              <a:schemeClr val="accent4"/>
            </a:solidFill>
            <a:ln w="635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grpSp>
      <p:sp>
        <p:nvSpPr>
          <p:cNvPr id="9" name="Rectangle 8">
            <a:extLst>
              <a:ext uri="{FF2B5EF4-FFF2-40B4-BE49-F238E27FC236}">
                <a16:creationId xmlns:a16="http://schemas.microsoft.com/office/drawing/2014/main" id="{4ADA9A47-E41C-41B1-4355-FB2192B66DA7}"/>
              </a:ext>
            </a:extLst>
          </p:cNvPr>
          <p:cNvSpPr/>
          <p:nvPr/>
        </p:nvSpPr>
        <p:spPr>
          <a:xfrm>
            <a:off x="678857" y="1843050"/>
            <a:ext cx="3518744" cy="1932932"/>
          </a:xfrm>
          <a:prstGeom prst="rect">
            <a:avLst/>
          </a:prstGeom>
          <a:solidFill>
            <a:schemeClr val="bg1"/>
          </a:solidFill>
          <a:ln w="25400">
            <a:solidFill>
              <a:schemeClr val="accent2">
                <a:lumMod val="7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algn="ctr">
              <a:spcAft>
                <a:spcPts val="800"/>
              </a:spcAft>
            </a:pPr>
            <a:endParaRPr lang="en-US" sz="1400">
              <a:solidFill>
                <a:schemeClr val="tx1"/>
              </a:solidFill>
            </a:endParaRPr>
          </a:p>
        </p:txBody>
      </p:sp>
      <p:grpSp>
        <p:nvGrpSpPr>
          <p:cNvPr id="19" name="Group 18">
            <a:extLst>
              <a:ext uri="{FF2B5EF4-FFF2-40B4-BE49-F238E27FC236}">
                <a16:creationId xmlns:a16="http://schemas.microsoft.com/office/drawing/2014/main" id="{D8EDF9CE-6F4D-209D-BEF4-75171F7EC922}"/>
              </a:ext>
            </a:extLst>
          </p:cNvPr>
          <p:cNvGrpSpPr/>
          <p:nvPr/>
        </p:nvGrpSpPr>
        <p:grpSpPr>
          <a:xfrm>
            <a:off x="678859" y="1600200"/>
            <a:ext cx="3518742" cy="204002"/>
            <a:chOff x="592869" y="1822412"/>
            <a:chExt cx="3625974" cy="204002"/>
          </a:xfrm>
        </p:grpSpPr>
        <p:sp>
          <p:nvSpPr>
            <p:cNvPr id="101" name="Rectangle 100">
              <a:extLst>
                <a:ext uri="{FF2B5EF4-FFF2-40B4-BE49-F238E27FC236}">
                  <a16:creationId xmlns:a16="http://schemas.microsoft.com/office/drawing/2014/main" id="{CAB79ED6-C900-56E7-E32E-F20C45FA83D9}"/>
                </a:ext>
              </a:extLst>
            </p:cNvPr>
            <p:cNvSpPr/>
            <p:nvPr/>
          </p:nvSpPr>
          <p:spPr>
            <a:xfrm>
              <a:off x="592869" y="1822412"/>
              <a:ext cx="3625974" cy="204002"/>
            </a:xfrm>
            <a:prstGeom prst="rect">
              <a:avLst/>
            </a:prstGeom>
            <a:solidFill>
              <a:schemeClr val="accent2">
                <a:lumMod val="75000"/>
              </a:schemeClr>
            </a:solidFill>
            <a:ln w="25400">
              <a:solidFill>
                <a:schemeClr val="accent2">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Rounded MT Bold" panose="020F0704030504030204" pitchFamily="34" charset="0"/>
              </a:endParaRPr>
            </a:p>
          </p:txBody>
        </p:sp>
        <p:sp>
          <p:nvSpPr>
            <p:cNvPr id="102" name="Oval 101">
              <a:extLst>
                <a:ext uri="{FF2B5EF4-FFF2-40B4-BE49-F238E27FC236}">
                  <a16:creationId xmlns:a16="http://schemas.microsoft.com/office/drawing/2014/main" id="{8824BDFB-8BE8-5CD4-E1D5-5C3683D31648}"/>
                </a:ext>
              </a:extLst>
            </p:cNvPr>
            <p:cNvSpPr/>
            <p:nvPr/>
          </p:nvSpPr>
          <p:spPr>
            <a:xfrm>
              <a:off x="661565"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3" name="Oval 102">
              <a:extLst>
                <a:ext uri="{FF2B5EF4-FFF2-40B4-BE49-F238E27FC236}">
                  <a16:creationId xmlns:a16="http://schemas.microsoft.com/office/drawing/2014/main" id="{62C918EC-86C2-401D-2C31-0ECFF816331B}"/>
                </a:ext>
              </a:extLst>
            </p:cNvPr>
            <p:cNvSpPr/>
            <p:nvPr/>
          </p:nvSpPr>
          <p:spPr>
            <a:xfrm>
              <a:off x="814643"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4" name="Oval 103">
              <a:extLst>
                <a:ext uri="{FF2B5EF4-FFF2-40B4-BE49-F238E27FC236}">
                  <a16:creationId xmlns:a16="http://schemas.microsoft.com/office/drawing/2014/main" id="{0241EE0B-0278-5FFB-2E71-D63EB6E67605}"/>
                </a:ext>
              </a:extLst>
            </p:cNvPr>
            <p:cNvSpPr/>
            <p:nvPr/>
          </p:nvSpPr>
          <p:spPr>
            <a:xfrm>
              <a:off x="967721" y="1885931"/>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5" name="Rectangle 104">
              <a:extLst>
                <a:ext uri="{FF2B5EF4-FFF2-40B4-BE49-F238E27FC236}">
                  <a16:creationId xmlns:a16="http://schemas.microsoft.com/office/drawing/2014/main" id="{FF2609E3-54F7-493C-AC60-06CB26108DB9}"/>
                </a:ext>
              </a:extLst>
            </p:cNvPr>
            <p:cNvSpPr/>
            <p:nvPr/>
          </p:nvSpPr>
          <p:spPr>
            <a:xfrm>
              <a:off x="1167621" y="1831274"/>
              <a:ext cx="2763092" cy="159299"/>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algn="ctr">
                <a:spcAft>
                  <a:spcPts val="800"/>
                </a:spcAft>
              </a:pPr>
              <a:r>
                <a:rPr lang="en-US" sz="1100" dirty="0">
                  <a:solidFill>
                    <a:schemeClr val="bg1"/>
                  </a:solidFill>
                </a:rPr>
                <a:t>VMware Cloud Foundation Operations</a:t>
              </a:r>
            </a:p>
          </p:txBody>
        </p:sp>
      </p:grpSp>
      <p:sp>
        <p:nvSpPr>
          <p:cNvPr id="33" name="Rectangle 32">
            <a:extLst>
              <a:ext uri="{FF2B5EF4-FFF2-40B4-BE49-F238E27FC236}">
                <a16:creationId xmlns:a16="http://schemas.microsoft.com/office/drawing/2014/main" id="{8E155E32-2B4A-1F90-134C-58C441FFAB7B}"/>
              </a:ext>
            </a:extLst>
          </p:cNvPr>
          <p:cNvSpPr/>
          <p:nvPr/>
        </p:nvSpPr>
        <p:spPr bwMode="gray">
          <a:xfrm>
            <a:off x="702469" y="1867721"/>
            <a:ext cx="689405" cy="1894653"/>
          </a:xfrm>
          <a:prstGeom prst="rect">
            <a:avLst/>
          </a:prstGeom>
          <a:solidFill>
            <a:schemeClr val="bg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cxnSp>
        <p:nvCxnSpPr>
          <p:cNvPr id="34" name="Straight Connector 33">
            <a:extLst>
              <a:ext uri="{FF2B5EF4-FFF2-40B4-BE49-F238E27FC236}">
                <a16:creationId xmlns:a16="http://schemas.microsoft.com/office/drawing/2014/main" id="{F93BC52C-E9D5-B79E-C4C4-2B62143F523A}"/>
              </a:ext>
            </a:extLst>
          </p:cNvPr>
          <p:cNvCxnSpPr>
            <a:cxnSpLocks/>
          </p:cNvCxnSpPr>
          <p:nvPr/>
        </p:nvCxnSpPr>
        <p:spPr>
          <a:xfrm flipV="1">
            <a:off x="2692340" y="2718858"/>
            <a:ext cx="0" cy="522464"/>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3A5AC0C9-9E5E-39D9-0F07-8C506ED4E49B}"/>
              </a:ext>
            </a:extLst>
          </p:cNvPr>
          <p:cNvCxnSpPr>
            <a:cxnSpLocks/>
          </p:cNvCxnSpPr>
          <p:nvPr/>
        </p:nvCxnSpPr>
        <p:spPr>
          <a:xfrm>
            <a:off x="1464958" y="3289358"/>
            <a:ext cx="2653481"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E2215147-E75B-E794-246B-53560630B58D}"/>
              </a:ext>
            </a:extLst>
          </p:cNvPr>
          <p:cNvSpPr txBox="1"/>
          <p:nvPr/>
        </p:nvSpPr>
        <p:spPr>
          <a:xfrm>
            <a:off x="1464958" y="2129996"/>
            <a:ext cx="1475779" cy="153888"/>
          </a:xfrm>
          <a:prstGeom prst="rect">
            <a:avLst/>
          </a:prstGeom>
          <a:noFill/>
        </p:spPr>
        <p:txBody>
          <a:bodyPr wrap="square" lIns="0" tIns="0" rIns="0" bIns="0" rtlCol="0">
            <a:spAutoFit/>
          </a:bodyPr>
          <a:lstStyle/>
          <a:p>
            <a:pPr algn="l"/>
            <a:r>
              <a:rPr lang="en-US" sz="1000" dirty="0">
                <a:solidFill>
                  <a:schemeClr val="tx2"/>
                </a:solidFill>
              </a:rPr>
              <a:t>vSAN Diagnostics</a:t>
            </a:r>
          </a:p>
        </p:txBody>
      </p:sp>
      <p:sp>
        <p:nvSpPr>
          <p:cNvPr id="38" name="TextBox 37">
            <a:extLst>
              <a:ext uri="{FF2B5EF4-FFF2-40B4-BE49-F238E27FC236}">
                <a16:creationId xmlns:a16="http://schemas.microsoft.com/office/drawing/2014/main" id="{551FDAB1-771C-4161-5650-A1F31AA811ED}"/>
              </a:ext>
            </a:extLst>
          </p:cNvPr>
          <p:cNvSpPr txBox="1"/>
          <p:nvPr/>
        </p:nvSpPr>
        <p:spPr>
          <a:xfrm>
            <a:off x="1464958" y="2413925"/>
            <a:ext cx="613428" cy="123111"/>
          </a:xfrm>
          <a:prstGeom prst="rect">
            <a:avLst/>
          </a:prstGeom>
          <a:noFill/>
        </p:spPr>
        <p:txBody>
          <a:bodyPr wrap="square" lIns="0" tIns="0" rIns="0" bIns="0" rtlCol="0">
            <a:spAutoFit/>
          </a:bodyPr>
          <a:lstStyle/>
          <a:p>
            <a:pPr algn="l"/>
            <a:r>
              <a:rPr lang="en-US" sz="800" dirty="0">
                <a:solidFill>
                  <a:schemeClr val="tx2"/>
                </a:solidFill>
              </a:rPr>
              <a:t>Health</a:t>
            </a:r>
          </a:p>
        </p:txBody>
      </p:sp>
      <p:sp>
        <p:nvSpPr>
          <p:cNvPr id="39" name="TextBox 38">
            <a:extLst>
              <a:ext uri="{FF2B5EF4-FFF2-40B4-BE49-F238E27FC236}">
                <a16:creationId xmlns:a16="http://schemas.microsoft.com/office/drawing/2014/main" id="{62BE8FD1-A932-AC3C-A124-947C8F311025}"/>
              </a:ext>
            </a:extLst>
          </p:cNvPr>
          <p:cNvSpPr txBox="1"/>
          <p:nvPr/>
        </p:nvSpPr>
        <p:spPr>
          <a:xfrm>
            <a:off x="2078386" y="2413925"/>
            <a:ext cx="1070164" cy="123111"/>
          </a:xfrm>
          <a:prstGeom prst="rect">
            <a:avLst/>
          </a:prstGeom>
          <a:noFill/>
        </p:spPr>
        <p:txBody>
          <a:bodyPr wrap="square" lIns="0" tIns="0" rIns="0" bIns="0" rtlCol="0">
            <a:spAutoFit/>
          </a:bodyPr>
          <a:lstStyle/>
          <a:p>
            <a:pPr algn="l"/>
            <a:r>
              <a:rPr lang="en-US" sz="800" dirty="0">
                <a:solidFill>
                  <a:schemeClr val="tx2"/>
                </a:solidFill>
              </a:rPr>
              <a:t>Performance Insights</a:t>
            </a:r>
          </a:p>
        </p:txBody>
      </p:sp>
      <p:sp>
        <p:nvSpPr>
          <p:cNvPr id="60" name="TextBox 59">
            <a:extLst>
              <a:ext uri="{FF2B5EF4-FFF2-40B4-BE49-F238E27FC236}">
                <a16:creationId xmlns:a16="http://schemas.microsoft.com/office/drawing/2014/main" id="{3E433177-B8C7-E2A0-BD6E-83B88D08BAD9}"/>
              </a:ext>
            </a:extLst>
          </p:cNvPr>
          <p:cNvSpPr txBox="1"/>
          <p:nvPr/>
        </p:nvSpPr>
        <p:spPr>
          <a:xfrm>
            <a:off x="1508866" y="2718858"/>
            <a:ext cx="421534" cy="123111"/>
          </a:xfrm>
          <a:prstGeom prst="rect">
            <a:avLst/>
          </a:prstGeom>
          <a:noFill/>
        </p:spPr>
        <p:txBody>
          <a:bodyPr wrap="square" lIns="0" tIns="0" rIns="0" bIns="0" rtlCol="0">
            <a:spAutoFit/>
          </a:bodyPr>
          <a:lstStyle/>
          <a:p>
            <a:pPr algn="l"/>
            <a:r>
              <a:rPr lang="en-US" sz="800" dirty="0">
                <a:solidFill>
                  <a:schemeClr val="tx2"/>
                </a:solidFill>
              </a:rPr>
              <a:t>Insight</a:t>
            </a:r>
          </a:p>
        </p:txBody>
      </p:sp>
      <p:cxnSp>
        <p:nvCxnSpPr>
          <p:cNvPr id="61" name="Straight Connector 60">
            <a:extLst>
              <a:ext uri="{FF2B5EF4-FFF2-40B4-BE49-F238E27FC236}">
                <a16:creationId xmlns:a16="http://schemas.microsoft.com/office/drawing/2014/main" id="{6C702202-FFD8-CC5A-18A4-E97BA407E5F4}"/>
              </a:ext>
            </a:extLst>
          </p:cNvPr>
          <p:cNvCxnSpPr>
            <a:cxnSpLocks/>
          </p:cNvCxnSpPr>
          <p:nvPr/>
        </p:nvCxnSpPr>
        <p:spPr bwMode="gray">
          <a:xfrm>
            <a:off x="2072481" y="2572010"/>
            <a:ext cx="980308"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196F4539-865C-C366-AF63-ECFB1A81E20A}"/>
              </a:ext>
            </a:extLst>
          </p:cNvPr>
          <p:cNvCxnSpPr>
            <a:cxnSpLocks/>
          </p:cNvCxnSpPr>
          <p:nvPr/>
        </p:nvCxnSpPr>
        <p:spPr>
          <a:xfrm flipV="1">
            <a:off x="3159859" y="2718858"/>
            <a:ext cx="0" cy="522464"/>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15A6658F-2ED4-4342-07B4-2EAF50953FC1}"/>
              </a:ext>
            </a:extLst>
          </p:cNvPr>
          <p:cNvSpPr txBox="1"/>
          <p:nvPr/>
        </p:nvSpPr>
        <p:spPr>
          <a:xfrm>
            <a:off x="2700282" y="2718858"/>
            <a:ext cx="449748" cy="123111"/>
          </a:xfrm>
          <a:prstGeom prst="rect">
            <a:avLst/>
          </a:prstGeom>
          <a:noFill/>
        </p:spPr>
        <p:txBody>
          <a:bodyPr wrap="square" lIns="0" tIns="0" rIns="0" bIns="0" rtlCol="0">
            <a:spAutoFit/>
          </a:bodyPr>
          <a:lstStyle/>
          <a:p>
            <a:pPr algn="ctr"/>
            <a:r>
              <a:rPr lang="en-US" sz="800" dirty="0">
                <a:solidFill>
                  <a:schemeClr val="tx2"/>
                </a:solidFill>
              </a:rPr>
              <a:t>Severity</a:t>
            </a:r>
          </a:p>
        </p:txBody>
      </p:sp>
      <p:sp>
        <p:nvSpPr>
          <p:cNvPr id="64" name="TextBox 63">
            <a:extLst>
              <a:ext uri="{FF2B5EF4-FFF2-40B4-BE49-F238E27FC236}">
                <a16:creationId xmlns:a16="http://schemas.microsoft.com/office/drawing/2014/main" id="{A70A3226-FB09-9010-9162-F356B88F56C7}"/>
              </a:ext>
            </a:extLst>
          </p:cNvPr>
          <p:cNvSpPr txBox="1"/>
          <p:nvPr/>
        </p:nvSpPr>
        <p:spPr>
          <a:xfrm>
            <a:off x="3215485" y="2718858"/>
            <a:ext cx="389826" cy="123111"/>
          </a:xfrm>
          <a:prstGeom prst="rect">
            <a:avLst/>
          </a:prstGeom>
          <a:noFill/>
        </p:spPr>
        <p:txBody>
          <a:bodyPr wrap="square" lIns="0" tIns="0" rIns="0" bIns="0" rtlCol="0">
            <a:spAutoFit/>
          </a:bodyPr>
          <a:lstStyle/>
          <a:p>
            <a:pPr algn="ctr"/>
            <a:r>
              <a:rPr lang="en-US" sz="800" dirty="0">
                <a:solidFill>
                  <a:schemeClr val="tx2"/>
                </a:solidFill>
              </a:rPr>
              <a:t>Cluster</a:t>
            </a:r>
          </a:p>
        </p:txBody>
      </p:sp>
      <p:cxnSp>
        <p:nvCxnSpPr>
          <p:cNvPr id="65" name="Straight Connector 64">
            <a:extLst>
              <a:ext uri="{FF2B5EF4-FFF2-40B4-BE49-F238E27FC236}">
                <a16:creationId xmlns:a16="http://schemas.microsoft.com/office/drawing/2014/main" id="{FB5C81E8-4111-5361-F6BA-9D305498B144}"/>
              </a:ext>
            </a:extLst>
          </p:cNvPr>
          <p:cNvCxnSpPr>
            <a:cxnSpLocks/>
          </p:cNvCxnSpPr>
          <p:nvPr/>
        </p:nvCxnSpPr>
        <p:spPr>
          <a:xfrm>
            <a:off x="1464958" y="2660708"/>
            <a:ext cx="2653481"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99590CFF-B229-2C5F-1EEA-D7345AD4F883}"/>
              </a:ext>
            </a:extLst>
          </p:cNvPr>
          <p:cNvCxnSpPr>
            <a:cxnSpLocks/>
          </p:cNvCxnSpPr>
          <p:nvPr/>
        </p:nvCxnSpPr>
        <p:spPr>
          <a:xfrm>
            <a:off x="1464958" y="2091147"/>
            <a:ext cx="2653481"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F3A2FADB-014B-9C5C-8E6A-3446215B22A4}"/>
              </a:ext>
            </a:extLst>
          </p:cNvPr>
          <p:cNvSpPr txBox="1"/>
          <p:nvPr/>
        </p:nvSpPr>
        <p:spPr>
          <a:xfrm>
            <a:off x="1464958" y="1875278"/>
            <a:ext cx="522769" cy="123111"/>
          </a:xfrm>
          <a:prstGeom prst="rect">
            <a:avLst/>
          </a:prstGeom>
          <a:noFill/>
        </p:spPr>
        <p:txBody>
          <a:bodyPr wrap="square" lIns="0" tIns="0" rIns="0" bIns="0" rtlCol="0">
            <a:spAutoFit/>
          </a:bodyPr>
          <a:lstStyle/>
          <a:p>
            <a:pPr algn="l"/>
            <a:r>
              <a:rPr lang="en-US" sz="800" dirty="0">
                <a:solidFill>
                  <a:schemeClr val="tx2"/>
                </a:solidFill>
              </a:rPr>
              <a:t>Operate</a:t>
            </a:r>
          </a:p>
        </p:txBody>
      </p:sp>
      <p:cxnSp>
        <p:nvCxnSpPr>
          <p:cNvPr id="70" name="Straight Connector 69">
            <a:extLst>
              <a:ext uri="{FF2B5EF4-FFF2-40B4-BE49-F238E27FC236}">
                <a16:creationId xmlns:a16="http://schemas.microsoft.com/office/drawing/2014/main" id="{68AC7C04-EE50-6F90-40A9-5681DD6EC568}"/>
              </a:ext>
            </a:extLst>
          </p:cNvPr>
          <p:cNvCxnSpPr>
            <a:cxnSpLocks/>
          </p:cNvCxnSpPr>
          <p:nvPr/>
        </p:nvCxnSpPr>
        <p:spPr bwMode="gray">
          <a:xfrm>
            <a:off x="1464958" y="2033363"/>
            <a:ext cx="421682"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B55751B9-75C7-192A-002B-F88CE80B5838}"/>
              </a:ext>
            </a:extLst>
          </p:cNvPr>
          <p:cNvSpPr txBox="1"/>
          <p:nvPr/>
        </p:nvSpPr>
        <p:spPr>
          <a:xfrm>
            <a:off x="2072481" y="1875278"/>
            <a:ext cx="522769" cy="123111"/>
          </a:xfrm>
          <a:prstGeom prst="rect">
            <a:avLst/>
          </a:prstGeom>
          <a:noFill/>
        </p:spPr>
        <p:txBody>
          <a:bodyPr wrap="square" lIns="0" tIns="0" rIns="0" bIns="0" rtlCol="0">
            <a:spAutoFit/>
          </a:bodyPr>
          <a:lstStyle/>
          <a:p>
            <a:pPr algn="l"/>
            <a:r>
              <a:rPr lang="en-US" sz="800" dirty="0">
                <a:solidFill>
                  <a:schemeClr val="tx2"/>
                </a:solidFill>
              </a:rPr>
              <a:t>Manage</a:t>
            </a:r>
          </a:p>
        </p:txBody>
      </p:sp>
      <p:sp>
        <p:nvSpPr>
          <p:cNvPr id="72" name="TextBox 71">
            <a:extLst>
              <a:ext uri="{FF2B5EF4-FFF2-40B4-BE49-F238E27FC236}">
                <a16:creationId xmlns:a16="http://schemas.microsoft.com/office/drawing/2014/main" id="{6CFF24E8-B9FE-BE4C-9F30-1C0B2D10CAA4}"/>
              </a:ext>
            </a:extLst>
          </p:cNvPr>
          <p:cNvSpPr txBox="1"/>
          <p:nvPr/>
        </p:nvSpPr>
        <p:spPr>
          <a:xfrm>
            <a:off x="2657045" y="1875278"/>
            <a:ext cx="522769" cy="123111"/>
          </a:xfrm>
          <a:prstGeom prst="rect">
            <a:avLst/>
          </a:prstGeom>
          <a:noFill/>
        </p:spPr>
        <p:txBody>
          <a:bodyPr wrap="square" lIns="0" tIns="0" rIns="0" bIns="0" rtlCol="0">
            <a:spAutoFit/>
          </a:bodyPr>
          <a:lstStyle/>
          <a:p>
            <a:pPr algn="l"/>
            <a:r>
              <a:rPr lang="en-US" sz="800" dirty="0">
                <a:solidFill>
                  <a:schemeClr val="tx2"/>
                </a:solidFill>
              </a:rPr>
              <a:t>Protect</a:t>
            </a:r>
          </a:p>
        </p:txBody>
      </p:sp>
      <p:sp>
        <p:nvSpPr>
          <p:cNvPr id="73" name="TextBox 72">
            <a:extLst>
              <a:ext uri="{FF2B5EF4-FFF2-40B4-BE49-F238E27FC236}">
                <a16:creationId xmlns:a16="http://schemas.microsoft.com/office/drawing/2014/main" id="{4F9EB8FD-0A18-BD00-3640-87294BB18B4A}"/>
              </a:ext>
            </a:extLst>
          </p:cNvPr>
          <p:cNvSpPr txBox="1"/>
          <p:nvPr/>
        </p:nvSpPr>
        <p:spPr>
          <a:xfrm>
            <a:off x="3233946" y="1875278"/>
            <a:ext cx="522769" cy="123111"/>
          </a:xfrm>
          <a:prstGeom prst="rect">
            <a:avLst/>
          </a:prstGeom>
          <a:noFill/>
        </p:spPr>
        <p:txBody>
          <a:bodyPr wrap="square" lIns="0" tIns="0" rIns="0" bIns="0" rtlCol="0">
            <a:spAutoFit/>
          </a:bodyPr>
          <a:lstStyle/>
          <a:p>
            <a:pPr algn="l"/>
            <a:r>
              <a:rPr lang="en-US" sz="800" dirty="0">
                <a:solidFill>
                  <a:schemeClr val="tx2"/>
                </a:solidFill>
              </a:rPr>
              <a:t>Build</a:t>
            </a:r>
          </a:p>
        </p:txBody>
      </p:sp>
      <p:sp>
        <p:nvSpPr>
          <p:cNvPr id="74" name="Rectangle 73">
            <a:extLst>
              <a:ext uri="{FF2B5EF4-FFF2-40B4-BE49-F238E27FC236}">
                <a16:creationId xmlns:a16="http://schemas.microsoft.com/office/drawing/2014/main" id="{50964371-6BAD-8CA2-FB91-BEBFBF55ABF9}"/>
              </a:ext>
            </a:extLst>
          </p:cNvPr>
          <p:cNvSpPr/>
          <p:nvPr/>
        </p:nvSpPr>
        <p:spPr bwMode="gray">
          <a:xfrm>
            <a:off x="693376" y="2280263"/>
            <a:ext cx="698500" cy="167391"/>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sp>
        <p:nvSpPr>
          <p:cNvPr id="107" name="TextBox 106">
            <a:extLst>
              <a:ext uri="{FF2B5EF4-FFF2-40B4-BE49-F238E27FC236}">
                <a16:creationId xmlns:a16="http://schemas.microsoft.com/office/drawing/2014/main" id="{4FFF675F-E610-6587-9C92-F09EE1F8434D}"/>
              </a:ext>
            </a:extLst>
          </p:cNvPr>
          <p:cNvSpPr txBox="1"/>
          <p:nvPr/>
        </p:nvSpPr>
        <p:spPr>
          <a:xfrm>
            <a:off x="3773240" y="2718858"/>
            <a:ext cx="299862" cy="123111"/>
          </a:xfrm>
          <a:prstGeom prst="rect">
            <a:avLst/>
          </a:prstGeom>
          <a:noFill/>
        </p:spPr>
        <p:txBody>
          <a:bodyPr wrap="square" lIns="0" tIns="0" rIns="0" bIns="0" rtlCol="0">
            <a:spAutoFit/>
          </a:bodyPr>
          <a:lstStyle/>
          <a:p>
            <a:pPr algn="ctr"/>
            <a:r>
              <a:rPr lang="en-US" sz="800" dirty="0">
                <a:solidFill>
                  <a:schemeClr val="tx2"/>
                </a:solidFill>
              </a:rPr>
              <a:t>Type</a:t>
            </a:r>
          </a:p>
        </p:txBody>
      </p:sp>
      <p:cxnSp>
        <p:nvCxnSpPr>
          <p:cNvPr id="108" name="Straight Connector 107">
            <a:extLst>
              <a:ext uri="{FF2B5EF4-FFF2-40B4-BE49-F238E27FC236}">
                <a16:creationId xmlns:a16="http://schemas.microsoft.com/office/drawing/2014/main" id="{81C95417-EBAE-4A0A-5E31-23A9ED926DB3}"/>
              </a:ext>
            </a:extLst>
          </p:cNvPr>
          <p:cNvCxnSpPr>
            <a:cxnSpLocks/>
          </p:cNvCxnSpPr>
          <p:nvPr/>
        </p:nvCxnSpPr>
        <p:spPr>
          <a:xfrm flipV="1">
            <a:off x="3636594" y="2718858"/>
            <a:ext cx="0" cy="522464"/>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0" name="Group 119">
            <a:extLst>
              <a:ext uri="{FF2B5EF4-FFF2-40B4-BE49-F238E27FC236}">
                <a16:creationId xmlns:a16="http://schemas.microsoft.com/office/drawing/2014/main" id="{A769A6FE-7BCC-9907-0C52-6030FED289DD}"/>
              </a:ext>
            </a:extLst>
          </p:cNvPr>
          <p:cNvGrpSpPr/>
          <p:nvPr/>
        </p:nvGrpSpPr>
        <p:grpSpPr>
          <a:xfrm>
            <a:off x="1508865" y="2914422"/>
            <a:ext cx="2688736" cy="275511"/>
            <a:chOff x="1508865" y="2914422"/>
            <a:chExt cx="2688736" cy="275511"/>
          </a:xfrm>
        </p:grpSpPr>
        <p:sp>
          <p:nvSpPr>
            <p:cNvPr id="92" name="TextBox 91">
              <a:extLst>
                <a:ext uri="{FF2B5EF4-FFF2-40B4-BE49-F238E27FC236}">
                  <a16:creationId xmlns:a16="http://schemas.microsoft.com/office/drawing/2014/main" id="{D39E3ACE-8D49-4BB5-103B-86533023A205}"/>
                </a:ext>
              </a:extLst>
            </p:cNvPr>
            <p:cNvSpPr txBox="1"/>
            <p:nvPr/>
          </p:nvSpPr>
          <p:spPr>
            <a:xfrm>
              <a:off x="1508866" y="2914422"/>
              <a:ext cx="1200917" cy="123111"/>
            </a:xfrm>
            <a:prstGeom prst="rect">
              <a:avLst/>
            </a:prstGeom>
            <a:noFill/>
          </p:spPr>
          <p:txBody>
            <a:bodyPr wrap="square" lIns="0" tIns="0" rIns="0" bIns="0" rtlCol="0">
              <a:spAutoFit/>
            </a:bodyPr>
            <a:lstStyle/>
            <a:p>
              <a:pPr algn="l"/>
              <a:r>
                <a:rPr lang="en-US" sz="800" dirty="0">
                  <a:solidFill>
                    <a:schemeClr val="accent1"/>
                  </a:solidFill>
                </a:rPr>
                <a:t>High network packet loss</a:t>
              </a:r>
            </a:p>
          </p:txBody>
        </p:sp>
        <p:sp>
          <p:nvSpPr>
            <p:cNvPr id="93" name="TextBox 92">
              <a:extLst>
                <a:ext uri="{FF2B5EF4-FFF2-40B4-BE49-F238E27FC236}">
                  <a16:creationId xmlns:a16="http://schemas.microsoft.com/office/drawing/2014/main" id="{1DD86673-1166-322D-D861-F49071E59E6F}"/>
                </a:ext>
              </a:extLst>
            </p:cNvPr>
            <p:cNvSpPr txBox="1"/>
            <p:nvPr/>
          </p:nvSpPr>
          <p:spPr>
            <a:xfrm>
              <a:off x="1508865" y="3066822"/>
              <a:ext cx="1191417" cy="123111"/>
            </a:xfrm>
            <a:prstGeom prst="rect">
              <a:avLst/>
            </a:prstGeom>
            <a:noFill/>
          </p:spPr>
          <p:txBody>
            <a:bodyPr wrap="square" lIns="0" tIns="0" rIns="0" bIns="0" rtlCol="0">
              <a:spAutoFit/>
            </a:bodyPr>
            <a:lstStyle/>
            <a:p>
              <a:pPr algn="l"/>
              <a:r>
                <a:rPr lang="en-US" sz="800" dirty="0">
                  <a:solidFill>
                    <a:schemeClr val="accent1"/>
                  </a:solidFill>
                </a:rPr>
                <a:t>High I/O latency</a:t>
              </a:r>
            </a:p>
          </p:txBody>
        </p:sp>
        <p:sp>
          <p:nvSpPr>
            <p:cNvPr id="110" name="Oval 109">
              <a:extLst>
                <a:ext uri="{FF2B5EF4-FFF2-40B4-BE49-F238E27FC236}">
                  <a16:creationId xmlns:a16="http://schemas.microsoft.com/office/drawing/2014/main" id="{D03A014D-263F-BE77-244E-B2A9C4C7294C}"/>
                </a:ext>
              </a:extLst>
            </p:cNvPr>
            <p:cNvSpPr/>
            <p:nvPr/>
          </p:nvSpPr>
          <p:spPr bwMode="gray">
            <a:xfrm>
              <a:off x="2874745" y="2940019"/>
              <a:ext cx="76076" cy="76076"/>
            </a:xfrm>
            <a:prstGeom prst="ellipse">
              <a:avLst/>
            </a:prstGeom>
            <a:solidFill>
              <a:srgbClr val="CC092F"/>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latin typeface="Arial" panose="020B0604020202020204" pitchFamily="34" charset="0"/>
              </a:endParaRPr>
            </a:p>
          </p:txBody>
        </p:sp>
        <p:sp>
          <p:nvSpPr>
            <p:cNvPr id="114" name="Oval 113">
              <a:extLst>
                <a:ext uri="{FF2B5EF4-FFF2-40B4-BE49-F238E27FC236}">
                  <a16:creationId xmlns:a16="http://schemas.microsoft.com/office/drawing/2014/main" id="{118A4982-0349-9902-DF04-F5F5A0F041C0}"/>
                </a:ext>
              </a:extLst>
            </p:cNvPr>
            <p:cNvSpPr/>
            <p:nvPr/>
          </p:nvSpPr>
          <p:spPr bwMode="gray">
            <a:xfrm>
              <a:off x="2874745" y="3078786"/>
              <a:ext cx="76076" cy="76076"/>
            </a:xfrm>
            <a:prstGeom prst="ellipse">
              <a:avLst/>
            </a:prstGeom>
            <a:solidFill>
              <a:schemeClr val="accent6"/>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latin typeface="Arial" panose="020B0604020202020204" pitchFamily="34" charset="0"/>
              </a:endParaRPr>
            </a:p>
          </p:txBody>
        </p:sp>
        <p:sp>
          <p:nvSpPr>
            <p:cNvPr id="115" name="TextBox 114">
              <a:extLst>
                <a:ext uri="{FF2B5EF4-FFF2-40B4-BE49-F238E27FC236}">
                  <a16:creationId xmlns:a16="http://schemas.microsoft.com/office/drawing/2014/main" id="{AC2E5DE0-E93F-59FD-9685-AFBF8816F01A}"/>
                </a:ext>
              </a:extLst>
            </p:cNvPr>
            <p:cNvSpPr txBox="1"/>
            <p:nvPr/>
          </p:nvSpPr>
          <p:spPr>
            <a:xfrm>
              <a:off x="3316871" y="2914422"/>
              <a:ext cx="251898" cy="123111"/>
            </a:xfrm>
            <a:prstGeom prst="rect">
              <a:avLst/>
            </a:prstGeom>
            <a:noFill/>
          </p:spPr>
          <p:txBody>
            <a:bodyPr wrap="square" lIns="0" tIns="0" rIns="0" bIns="0" rtlCol="0">
              <a:spAutoFit/>
            </a:bodyPr>
            <a:lstStyle/>
            <a:p>
              <a:pPr algn="l"/>
              <a:r>
                <a:rPr lang="en-US" sz="800" dirty="0">
                  <a:solidFill>
                    <a:schemeClr val="accent1"/>
                  </a:solidFill>
                </a:rPr>
                <a:t>C1</a:t>
              </a:r>
            </a:p>
          </p:txBody>
        </p:sp>
        <p:sp>
          <p:nvSpPr>
            <p:cNvPr id="116" name="TextBox 115">
              <a:extLst>
                <a:ext uri="{FF2B5EF4-FFF2-40B4-BE49-F238E27FC236}">
                  <a16:creationId xmlns:a16="http://schemas.microsoft.com/office/drawing/2014/main" id="{C0C6F593-AD0F-EDEA-EDD8-3397160DD4B1}"/>
                </a:ext>
              </a:extLst>
            </p:cNvPr>
            <p:cNvSpPr txBox="1"/>
            <p:nvPr/>
          </p:nvSpPr>
          <p:spPr>
            <a:xfrm>
              <a:off x="3316871" y="3066822"/>
              <a:ext cx="251898" cy="123111"/>
            </a:xfrm>
            <a:prstGeom prst="rect">
              <a:avLst/>
            </a:prstGeom>
            <a:noFill/>
          </p:spPr>
          <p:txBody>
            <a:bodyPr wrap="square" lIns="0" tIns="0" rIns="0" bIns="0" rtlCol="0">
              <a:spAutoFit/>
            </a:bodyPr>
            <a:lstStyle/>
            <a:p>
              <a:pPr algn="l"/>
              <a:r>
                <a:rPr lang="en-US" sz="800" dirty="0">
                  <a:solidFill>
                    <a:schemeClr val="accent1"/>
                  </a:solidFill>
                </a:rPr>
                <a:t>C1</a:t>
              </a:r>
            </a:p>
          </p:txBody>
        </p:sp>
        <p:sp>
          <p:nvSpPr>
            <p:cNvPr id="117" name="TextBox 116">
              <a:extLst>
                <a:ext uri="{FF2B5EF4-FFF2-40B4-BE49-F238E27FC236}">
                  <a16:creationId xmlns:a16="http://schemas.microsoft.com/office/drawing/2014/main" id="{F6391D96-9743-D37B-EE60-791F3852CCD4}"/>
                </a:ext>
              </a:extLst>
            </p:cNvPr>
            <p:cNvSpPr txBox="1"/>
            <p:nvPr/>
          </p:nvSpPr>
          <p:spPr>
            <a:xfrm>
              <a:off x="3701973" y="2914422"/>
              <a:ext cx="495628" cy="123111"/>
            </a:xfrm>
            <a:prstGeom prst="rect">
              <a:avLst/>
            </a:prstGeom>
            <a:noFill/>
          </p:spPr>
          <p:txBody>
            <a:bodyPr wrap="square" lIns="0" tIns="0" rIns="0" bIns="0" rtlCol="0">
              <a:spAutoFit/>
            </a:bodyPr>
            <a:lstStyle/>
            <a:p>
              <a:pPr algn="l"/>
              <a:r>
                <a:rPr lang="en-US" sz="800" dirty="0">
                  <a:solidFill>
                    <a:schemeClr val="accent1"/>
                  </a:solidFill>
                </a:rPr>
                <a:t>Proactive</a:t>
              </a:r>
            </a:p>
          </p:txBody>
        </p:sp>
        <p:sp>
          <p:nvSpPr>
            <p:cNvPr id="118" name="TextBox 117">
              <a:extLst>
                <a:ext uri="{FF2B5EF4-FFF2-40B4-BE49-F238E27FC236}">
                  <a16:creationId xmlns:a16="http://schemas.microsoft.com/office/drawing/2014/main" id="{292ACA96-606C-FB1A-EF70-C761357EF63D}"/>
                </a:ext>
              </a:extLst>
            </p:cNvPr>
            <p:cNvSpPr txBox="1"/>
            <p:nvPr/>
          </p:nvSpPr>
          <p:spPr>
            <a:xfrm>
              <a:off x="3701973" y="3066822"/>
              <a:ext cx="495628" cy="123111"/>
            </a:xfrm>
            <a:prstGeom prst="rect">
              <a:avLst/>
            </a:prstGeom>
            <a:noFill/>
          </p:spPr>
          <p:txBody>
            <a:bodyPr wrap="square" lIns="0" tIns="0" rIns="0" bIns="0" rtlCol="0">
              <a:spAutoFit/>
            </a:bodyPr>
            <a:lstStyle/>
            <a:p>
              <a:pPr algn="l"/>
              <a:r>
                <a:rPr lang="en-US" sz="800" dirty="0">
                  <a:solidFill>
                    <a:schemeClr val="accent1"/>
                  </a:solidFill>
                </a:rPr>
                <a:t>Proactive</a:t>
              </a:r>
            </a:p>
          </p:txBody>
        </p:sp>
      </p:grpSp>
      <p:sp>
        <p:nvSpPr>
          <p:cNvPr id="75" name="TextBox 74">
            <a:extLst>
              <a:ext uri="{FF2B5EF4-FFF2-40B4-BE49-F238E27FC236}">
                <a16:creationId xmlns:a16="http://schemas.microsoft.com/office/drawing/2014/main" id="{3E1EECBA-046D-D2E4-1F96-335911B97A0F}"/>
              </a:ext>
            </a:extLst>
          </p:cNvPr>
          <p:cNvSpPr txBox="1"/>
          <p:nvPr/>
        </p:nvSpPr>
        <p:spPr>
          <a:xfrm>
            <a:off x="745523" y="2154337"/>
            <a:ext cx="522769" cy="123111"/>
          </a:xfrm>
          <a:prstGeom prst="rect">
            <a:avLst/>
          </a:prstGeom>
          <a:noFill/>
        </p:spPr>
        <p:txBody>
          <a:bodyPr wrap="square" lIns="0" tIns="0" rIns="0" bIns="0" rtlCol="0">
            <a:spAutoFit/>
          </a:bodyPr>
          <a:lstStyle/>
          <a:p>
            <a:pPr algn="l"/>
            <a:r>
              <a:rPr lang="en-US" sz="800" dirty="0">
                <a:solidFill>
                  <a:schemeClr val="tx2"/>
                </a:solidFill>
              </a:rPr>
              <a:t>Compute</a:t>
            </a:r>
          </a:p>
        </p:txBody>
      </p:sp>
      <p:sp>
        <p:nvSpPr>
          <p:cNvPr id="90" name="TextBox 89">
            <a:extLst>
              <a:ext uri="{FF2B5EF4-FFF2-40B4-BE49-F238E27FC236}">
                <a16:creationId xmlns:a16="http://schemas.microsoft.com/office/drawing/2014/main" id="{D14BAA80-EC97-9AF7-63A7-B05566385476}"/>
              </a:ext>
            </a:extLst>
          </p:cNvPr>
          <p:cNvSpPr txBox="1"/>
          <p:nvPr/>
        </p:nvSpPr>
        <p:spPr>
          <a:xfrm>
            <a:off x="745523" y="2306737"/>
            <a:ext cx="522769" cy="123111"/>
          </a:xfrm>
          <a:prstGeom prst="rect">
            <a:avLst/>
          </a:prstGeom>
          <a:noFill/>
        </p:spPr>
        <p:txBody>
          <a:bodyPr wrap="square" lIns="0" tIns="0" rIns="0" bIns="0" rtlCol="0">
            <a:spAutoFit/>
          </a:bodyPr>
          <a:lstStyle/>
          <a:p>
            <a:pPr algn="l"/>
            <a:r>
              <a:rPr lang="en-US" sz="800" dirty="0">
                <a:solidFill>
                  <a:schemeClr val="tx2"/>
                </a:solidFill>
              </a:rPr>
              <a:t>Storage</a:t>
            </a:r>
          </a:p>
        </p:txBody>
      </p:sp>
      <p:sp>
        <p:nvSpPr>
          <p:cNvPr id="91" name="TextBox 90">
            <a:extLst>
              <a:ext uri="{FF2B5EF4-FFF2-40B4-BE49-F238E27FC236}">
                <a16:creationId xmlns:a16="http://schemas.microsoft.com/office/drawing/2014/main" id="{7648E098-F271-781D-DFD5-A18E12AD0D49}"/>
              </a:ext>
            </a:extLst>
          </p:cNvPr>
          <p:cNvSpPr txBox="1"/>
          <p:nvPr/>
        </p:nvSpPr>
        <p:spPr>
          <a:xfrm>
            <a:off x="745523" y="2459137"/>
            <a:ext cx="572535" cy="123111"/>
          </a:xfrm>
          <a:prstGeom prst="rect">
            <a:avLst/>
          </a:prstGeom>
          <a:noFill/>
        </p:spPr>
        <p:txBody>
          <a:bodyPr wrap="square" lIns="0" tIns="0" rIns="0" bIns="0" rtlCol="0">
            <a:spAutoFit/>
          </a:bodyPr>
          <a:lstStyle/>
          <a:p>
            <a:pPr algn="l"/>
            <a:r>
              <a:rPr lang="en-US" sz="800" dirty="0">
                <a:solidFill>
                  <a:schemeClr val="tx2"/>
                </a:solidFill>
              </a:rPr>
              <a:t>Network</a:t>
            </a:r>
          </a:p>
        </p:txBody>
      </p:sp>
    </p:spTree>
    <p:extLst>
      <p:ext uri="{BB962C8B-B14F-4D97-AF65-F5344CB8AC3E}">
        <p14:creationId xmlns:p14="http://schemas.microsoft.com/office/powerpoint/2010/main" val="2422920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fade">
                                      <p:cBhvr>
                                        <p:cTn id="7" dur="500"/>
                                        <p:tgtEl>
                                          <p:spTgt spid="8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fade">
                                      <p:cBhvr>
                                        <p:cTn id="13" dur="500"/>
                                        <p:tgtEl>
                                          <p:spTgt spid="1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3"/>
                                        </p:tgtEl>
                                        <p:attrNameLst>
                                          <p:attrName>style.visibility</p:attrName>
                                        </p:attrNameLst>
                                      </p:cBhvr>
                                      <p:to>
                                        <p:strVal val="visible"/>
                                      </p:to>
                                    </p:set>
                                    <p:animEffect transition="in" filter="fade">
                                      <p:cBhvr>
                                        <p:cTn id="16" dur="500"/>
                                        <p:tgtEl>
                                          <p:spTgt spid="33"/>
                                        </p:tgtEl>
                                      </p:cBhvr>
                                    </p:animEffect>
                                  </p:childTnLst>
                                </p:cTn>
                              </p:par>
                              <p:par>
                                <p:cTn id="17" presetID="10" presetClass="entr" presetSubtype="0" fill="hold"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fade">
                                      <p:cBhvr>
                                        <p:cTn id="22" dur="500"/>
                                        <p:tgtEl>
                                          <p:spTgt spid="36"/>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500"/>
                                        <p:tgtEl>
                                          <p:spTgt spid="3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Effect transition="in" filter="fade">
                                      <p:cBhvr>
                                        <p:cTn id="31" dur="500"/>
                                        <p:tgtEl>
                                          <p:spTgt spid="60"/>
                                        </p:tgtEl>
                                      </p:cBhvr>
                                    </p:animEffect>
                                  </p:childTnLst>
                                </p:cTn>
                              </p:par>
                              <p:par>
                                <p:cTn id="32" presetID="10" presetClass="entr" presetSubtype="0" fill="hold" nodeType="withEffect">
                                  <p:stCondLst>
                                    <p:cond delay="0"/>
                                  </p:stCondLst>
                                  <p:childTnLst>
                                    <p:set>
                                      <p:cBhvr>
                                        <p:cTn id="33" dur="1" fill="hold">
                                          <p:stCondLst>
                                            <p:cond delay="0"/>
                                          </p:stCondLst>
                                        </p:cTn>
                                        <p:tgtEl>
                                          <p:spTgt spid="62"/>
                                        </p:tgtEl>
                                        <p:attrNameLst>
                                          <p:attrName>style.visibility</p:attrName>
                                        </p:attrNameLst>
                                      </p:cBhvr>
                                      <p:to>
                                        <p:strVal val="visible"/>
                                      </p:to>
                                    </p:set>
                                    <p:animEffect transition="in" filter="fade">
                                      <p:cBhvr>
                                        <p:cTn id="34" dur="500"/>
                                        <p:tgtEl>
                                          <p:spTgt spid="62"/>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63"/>
                                        </p:tgtEl>
                                        <p:attrNameLst>
                                          <p:attrName>style.visibility</p:attrName>
                                        </p:attrNameLst>
                                      </p:cBhvr>
                                      <p:to>
                                        <p:strVal val="visible"/>
                                      </p:to>
                                    </p:set>
                                    <p:animEffect transition="in" filter="fade">
                                      <p:cBhvr>
                                        <p:cTn id="37" dur="500"/>
                                        <p:tgtEl>
                                          <p:spTgt spid="63"/>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64"/>
                                        </p:tgtEl>
                                        <p:attrNameLst>
                                          <p:attrName>style.visibility</p:attrName>
                                        </p:attrNameLst>
                                      </p:cBhvr>
                                      <p:to>
                                        <p:strVal val="visible"/>
                                      </p:to>
                                    </p:set>
                                    <p:animEffect transition="in" filter="fade">
                                      <p:cBhvr>
                                        <p:cTn id="40" dur="500"/>
                                        <p:tgtEl>
                                          <p:spTgt spid="64"/>
                                        </p:tgtEl>
                                      </p:cBhvr>
                                    </p:animEffect>
                                  </p:childTnLst>
                                </p:cTn>
                              </p:par>
                              <p:par>
                                <p:cTn id="41" presetID="10" presetClass="entr" presetSubtype="0" fill="hold" nodeType="withEffect">
                                  <p:stCondLst>
                                    <p:cond delay="0"/>
                                  </p:stCondLst>
                                  <p:childTnLst>
                                    <p:set>
                                      <p:cBhvr>
                                        <p:cTn id="42" dur="1" fill="hold">
                                          <p:stCondLst>
                                            <p:cond delay="0"/>
                                          </p:stCondLst>
                                        </p:cTn>
                                        <p:tgtEl>
                                          <p:spTgt spid="65"/>
                                        </p:tgtEl>
                                        <p:attrNameLst>
                                          <p:attrName>style.visibility</p:attrName>
                                        </p:attrNameLst>
                                      </p:cBhvr>
                                      <p:to>
                                        <p:strVal val="visible"/>
                                      </p:to>
                                    </p:set>
                                    <p:animEffect transition="in" filter="fade">
                                      <p:cBhvr>
                                        <p:cTn id="43" dur="500"/>
                                        <p:tgtEl>
                                          <p:spTgt spid="65"/>
                                        </p:tgtEl>
                                      </p:cBhvr>
                                    </p:animEffect>
                                  </p:childTnLst>
                                </p:cTn>
                              </p:par>
                              <p:par>
                                <p:cTn id="44" presetID="10" presetClass="entr" presetSubtype="0" fill="hold" nodeType="withEffect">
                                  <p:stCondLst>
                                    <p:cond delay="0"/>
                                  </p:stCondLst>
                                  <p:childTnLst>
                                    <p:set>
                                      <p:cBhvr>
                                        <p:cTn id="45" dur="1" fill="hold">
                                          <p:stCondLst>
                                            <p:cond delay="0"/>
                                          </p:stCondLst>
                                        </p:cTn>
                                        <p:tgtEl>
                                          <p:spTgt spid="68"/>
                                        </p:tgtEl>
                                        <p:attrNameLst>
                                          <p:attrName>style.visibility</p:attrName>
                                        </p:attrNameLst>
                                      </p:cBhvr>
                                      <p:to>
                                        <p:strVal val="visible"/>
                                      </p:to>
                                    </p:set>
                                    <p:animEffect transition="in" filter="fade">
                                      <p:cBhvr>
                                        <p:cTn id="46" dur="500"/>
                                        <p:tgtEl>
                                          <p:spTgt spid="68"/>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69"/>
                                        </p:tgtEl>
                                        <p:attrNameLst>
                                          <p:attrName>style.visibility</p:attrName>
                                        </p:attrNameLst>
                                      </p:cBhvr>
                                      <p:to>
                                        <p:strVal val="visible"/>
                                      </p:to>
                                    </p:set>
                                    <p:animEffect transition="in" filter="fade">
                                      <p:cBhvr>
                                        <p:cTn id="49" dur="500"/>
                                        <p:tgtEl>
                                          <p:spTgt spid="69"/>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1"/>
                                        </p:tgtEl>
                                        <p:attrNameLst>
                                          <p:attrName>style.visibility</p:attrName>
                                        </p:attrNameLst>
                                      </p:cBhvr>
                                      <p:to>
                                        <p:strVal val="visible"/>
                                      </p:to>
                                    </p:set>
                                    <p:animEffect transition="in" filter="fade">
                                      <p:cBhvr>
                                        <p:cTn id="52" dur="500"/>
                                        <p:tgtEl>
                                          <p:spTgt spid="71"/>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72"/>
                                        </p:tgtEl>
                                        <p:attrNameLst>
                                          <p:attrName>style.visibility</p:attrName>
                                        </p:attrNameLst>
                                      </p:cBhvr>
                                      <p:to>
                                        <p:strVal val="visible"/>
                                      </p:to>
                                    </p:set>
                                    <p:animEffect transition="in" filter="fade">
                                      <p:cBhvr>
                                        <p:cTn id="55" dur="500"/>
                                        <p:tgtEl>
                                          <p:spTgt spid="72"/>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73"/>
                                        </p:tgtEl>
                                        <p:attrNameLst>
                                          <p:attrName>style.visibility</p:attrName>
                                        </p:attrNameLst>
                                      </p:cBhvr>
                                      <p:to>
                                        <p:strVal val="visible"/>
                                      </p:to>
                                    </p:set>
                                    <p:animEffect transition="in" filter="fade">
                                      <p:cBhvr>
                                        <p:cTn id="58" dur="500"/>
                                        <p:tgtEl>
                                          <p:spTgt spid="73"/>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07"/>
                                        </p:tgtEl>
                                        <p:attrNameLst>
                                          <p:attrName>style.visibility</p:attrName>
                                        </p:attrNameLst>
                                      </p:cBhvr>
                                      <p:to>
                                        <p:strVal val="visible"/>
                                      </p:to>
                                    </p:set>
                                    <p:animEffect transition="in" filter="fade">
                                      <p:cBhvr>
                                        <p:cTn id="61" dur="500"/>
                                        <p:tgtEl>
                                          <p:spTgt spid="107"/>
                                        </p:tgtEl>
                                      </p:cBhvr>
                                    </p:animEffect>
                                  </p:childTnLst>
                                </p:cTn>
                              </p:par>
                              <p:par>
                                <p:cTn id="62" presetID="10" presetClass="entr" presetSubtype="0" fill="hold" nodeType="withEffect">
                                  <p:stCondLst>
                                    <p:cond delay="0"/>
                                  </p:stCondLst>
                                  <p:childTnLst>
                                    <p:set>
                                      <p:cBhvr>
                                        <p:cTn id="63" dur="1" fill="hold">
                                          <p:stCondLst>
                                            <p:cond delay="0"/>
                                          </p:stCondLst>
                                        </p:cTn>
                                        <p:tgtEl>
                                          <p:spTgt spid="108"/>
                                        </p:tgtEl>
                                        <p:attrNameLst>
                                          <p:attrName>style.visibility</p:attrName>
                                        </p:attrNameLst>
                                      </p:cBhvr>
                                      <p:to>
                                        <p:strVal val="visible"/>
                                      </p:to>
                                    </p:set>
                                    <p:animEffect transition="in" filter="fade">
                                      <p:cBhvr>
                                        <p:cTn id="64" dur="500"/>
                                        <p:tgtEl>
                                          <p:spTgt spid="108"/>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75"/>
                                        </p:tgtEl>
                                        <p:attrNameLst>
                                          <p:attrName>style.visibility</p:attrName>
                                        </p:attrNameLst>
                                      </p:cBhvr>
                                      <p:to>
                                        <p:strVal val="visible"/>
                                      </p:to>
                                    </p:set>
                                    <p:animEffect transition="in" filter="fade">
                                      <p:cBhvr>
                                        <p:cTn id="67" dur="500"/>
                                        <p:tgtEl>
                                          <p:spTgt spid="75"/>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90"/>
                                        </p:tgtEl>
                                        <p:attrNameLst>
                                          <p:attrName>style.visibility</p:attrName>
                                        </p:attrNameLst>
                                      </p:cBhvr>
                                      <p:to>
                                        <p:strVal val="visible"/>
                                      </p:to>
                                    </p:set>
                                    <p:animEffect transition="in" filter="fade">
                                      <p:cBhvr>
                                        <p:cTn id="70" dur="500"/>
                                        <p:tgtEl>
                                          <p:spTgt spid="90"/>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91"/>
                                        </p:tgtEl>
                                        <p:attrNameLst>
                                          <p:attrName>style.visibility</p:attrName>
                                        </p:attrNameLst>
                                      </p:cBhvr>
                                      <p:to>
                                        <p:strVal val="visible"/>
                                      </p:to>
                                    </p:set>
                                    <p:animEffect transition="in" filter="fade">
                                      <p:cBhvr>
                                        <p:cTn id="73" dur="500"/>
                                        <p:tgtEl>
                                          <p:spTgt spid="91"/>
                                        </p:tgtEl>
                                      </p:cBhvr>
                                    </p:animEffect>
                                  </p:childTnLst>
                                </p:cTn>
                              </p:par>
                              <p:par>
                                <p:cTn id="74" presetID="10" presetClass="entr" presetSubtype="0" fill="hold" nodeType="withEffect">
                                  <p:stCondLst>
                                    <p:cond delay="0"/>
                                  </p:stCondLst>
                                  <p:childTnLst>
                                    <p:set>
                                      <p:cBhvr>
                                        <p:cTn id="75" dur="1" fill="hold">
                                          <p:stCondLst>
                                            <p:cond delay="0"/>
                                          </p:stCondLst>
                                        </p:cTn>
                                        <p:tgtEl>
                                          <p:spTgt spid="35"/>
                                        </p:tgtEl>
                                        <p:attrNameLst>
                                          <p:attrName>style.visibility</p:attrName>
                                        </p:attrNameLst>
                                      </p:cBhvr>
                                      <p:to>
                                        <p:strVal val="visible"/>
                                      </p:to>
                                    </p:set>
                                    <p:animEffect transition="in" filter="fade">
                                      <p:cBhvr>
                                        <p:cTn id="76" dur="500"/>
                                        <p:tgtEl>
                                          <p:spTgt spid="35"/>
                                        </p:tgtEl>
                                      </p:cBhvr>
                                    </p:animEffect>
                                  </p:childTnLst>
                                </p:cTn>
                              </p:par>
                            </p:childTnLst>
                          </p:cTn>
                        </p:par>
                        <p:par>
                          <p:cTn id="77" fill="hold">
                            <p:stCondLst>
                              <p:cond delay="500"/>
                            </p:stCondLst>
                            <p:childTnLst>
                              <p:par>
                                <p:cTn id="78" presetID="10" presetClass="entr" presetSubtype="0" fill="hold" grpId="0" nodeType="afterEffect">
                                  <p:stCondLst>
                                    <p:cond delay="0"/>
                                  </p:stCondLst>
                                  <p:childTnLst>
                                    <p:set>
                                      <p:cBhvr>
                                        <p:cTn id="79" dur="1" fill="hold">
                                          <p:stCondLst>
                                            <p:cond delay="0"/>
                                          </p:stCondLst>
                                        </p:cTn>
                                        <p:tgtEl>
                                          <p:spTgt spid="74"/>
                                        </p:tgtEl>
                                        <p:attrNameLst>
                                          <p:attrName>style.visibility</p:attrName>
                                        </p:attrNameLst>
                                      </p:cBhvr>
                                      <p:to>
                                        <p:strVal val="visible"/>
                                      </p:to>
                                    </p:set>
                                    <p:animEffect transition="in" filter="fade">
                                      <p:cBhvr>
                                        <p:cTn id="80" dur="500"/>
                                        <p:tgtEl>
                                          <p:spTgt spid="74"/>
                                        </p:tgtEl>
                                      </p:cBhvr>
                                    </p:animEffect>
                                  </p:childTnLst>
                                </p:cTn>
                              </p:par>
                            </p:childTnLst>
                          </p:cTn>
                        </p:par>
                        <p:par>
                          <p:cTn id="81" fill="hold">
                            <p:stCondLst>
                              <p:cond delay="1000"/>
                            </p:stCondLst>
                            <p:childTnLst>
                              <p:par>
                                <p:cTn id="82" presetID="10" presetClass="entr" presetSubtype="0" fill="hold" nodeType="afterEffect">
                                  <p:stCondLst>
                                    <p:cond delay="0"/>
                                  </p:stCondLst>
                                  <p:childTnLst>
                                    <p:set>
                                      <p:cBhvr>
                                        <p:cTn id="83" dur="1" fill="hold">
                                          <p:stCondLst>
                                            <p:cond delay="0"/>
                                          </p:stCondLst>
                                        </p:cTn>
                                        <p:tgtEl>
                                          <p:spTgt spid="70"/>
                                        </p:tgtEl>
                                        <p:attrNameLst>
                                          <p:attrName>style.visibility</p:attrName>
                                        </p:attrNameLst>
                                      </p:cBhvr>
                                      <p:to>
                                        <p:strVal val="visible"/>
                                      </p:to>
                                    </p:set>
                                    <p:animEffect transition="in" filter="fade">
                                      <p:cBhvr>
                                        <p:cTn id="84" dur="500"/>
                                        <p:tgtEl>
                                          <p:spTgt spid="70"/>
                                        </p:tgtEl>
                                      </p:cBhvr>
                                    </p:animEffect>
                                  </p:childTnLst>
                                </p:cTn>
                              </p:par>
                              <p:par>
                                <p:cTn id="85" presetID="10" presetClass="entr" presetSubtype="0" fill="hold" nodeType="withEffect">
                                  <p:stCondLst>
                                    <p:cond delay="0"/>
                                  </p:stCondLst>
                                  <p:childTnLst>
                                    <p:set>
                                      <p:cBhvr>
                                        <p:cTn id="86" dur="1" fill="hold">
                                          <p:stCondLst>
                                            <p:cond delay="0"/>
                                          </p:stCondLst>
                                        </p:cTn>
                                        <p:tgtEl>
                                          <p:spTgt spid="61"/>
                                        </p:tgtEl>
                                        <p:attrNameLst>
                                          <p:attrName>style.visibility</p:attrName>
                                        </p:attrNameLst>
                                      </p:cBhvr>
                                      <p:to>
                                        <p:strVal val="visible"/>
                                      </p:to>
                                    </p:set>
                                    <p:animEffect transition="in" filter="fade">
                                      <p:cBhvr>
                                        <p:cTn id="87" dur="500"/>
                                        <p:tgtEl>
                                          <p:spTgt spid="61"/>
                                        </p:tgtEl>
                                      </p:cBhvr>
                                    </p:animEffect>
                                  </p:childTnLst>
                                </p:cTn>
                              </p:par>
                              <p:par>
                                <p:cTn id="88" presetID="10" presetClass="entr" presetSubtype="0" fill="hold" nodeType="withEffect">
                                  <p:stCondLst>
                                    <p:cond delay="0"/>
                                  </p:stCondLst>
                                  <p:childTnLst>
                                    <p:set>
                                      <p:cBhvr>
                                        <p:cTn id="89" dur="1" fill="hold">
                                          <p:stCondLst>
                                            <p:cond delay="0"/>
                                          </p:stCondLst>
                                        </p:cTn>
                                        <p:tgtEl>
                                          <p:spTgt spid="120"/>
                                        </p:tgtEl>
                                        <p:attrNameLst>
                                          <p:attrName>style.visibility</p:attrName>
                                        </p:attrNameLst>
                                      </p:cBhvr>
                                      <p:to>
                                        <p:strVal val="visible"/>
                                      </p:to>
                                    </p:set>
                                    <p:animEffect transition="in" filter="fade">
                                      <p:cBhvr>
                                        <p:cTn id="90" dur="500"/>
                                        <p:tgtEl>
                                          <p:spTgt spid="120"/>
                                        </p:tgtEl>
                                      </p:cBhvr>
                                    </p:animEffect>
                                  </p:childTnLst>
                                </p:cTn>
                              </p:par>
                            </p:childTnLst>
                          </p:cTn>
                        </p:par>
                        <p:par>
                          <p:cTn id="91" fill="hold">
                            <p:stCondLst>
                              <p:cond delay="1500"/>
                            </p:stCondLst>
                            <p:childTnLst>
                              <p:par>
                                <p:cTn id="92" presetID="10" presetClass="entr" presetSubtype="0" fill="hold" grpId="0" nodeType="afterEffect">
                                  <p:stCondLst>
                                    <p:cond delay="0"/>
                                  </p:stCondLst>
                                  <p:childTnLst>
                                    <p:set>
                                      <p:cBhvr>
                                        <p:cTn id="93" dur="1" fill="hold">
                                          <p:stCondLst>
                                            <p:cond delay="0"/>
                                          </p:stCondLst>
                                        </p:cTn>
                                        <p:tgtEl>
                                          <p:spTgt spid="94"/>
                                        </p:tgtEl>
                                        <p:attrNameLst>
                                          <p:attrName>style.visibility</p:attrName>
                                        </p:attrNameLst>
                                      </p:cBhvr>
                                      <p:to>
                                        <p:strVal val="visible"/>
                                      </p:to>
                                    </p:set>
                                    <p:animEffect transition="in" filter="fade">
                                      <p:cBhvr>
                                        <p:cTn id="94" dur="500"/>
                                        <p:tgtEl>
                                          <p:spTgt spid="94"/>
                                        </p:tgtEl>
                                      </p:cBhvr>
                                    </p:animEffect>
                                  </p:childTnLst>
                                </p:cTn>
                              </p:par>
                            </p:childTnLst>
                          </p:cTn>
                        </p:par>
                        <p:par>
                          <p:cTn id="95" fill="hold">
                            <p:stCondLst>
                              <p:cond delay="2000"/>
                            </p:stCondLst>
                            <p:childTnLst>
                              <p:par>
                                <p:cTn id="96" presetID="26" presetClass="emph" presetSubtype="0" fill="hold" grpId="1" nodeType="afterEffect">
                                  <p:stCondLst>
                                    <p:cond delay="500"/>
                                  </p:stCondLst>
                                  <p:childTnLst>
                                    <p:animEffect transition="out" filter="fade">
                                      <p:cBhvr>
                                        <p:cTn id="97" dur="500" tmFilter="0, 0; .2, .5; .8, .5; 1, 0"/>
                                        <p:tgtEl>
                                          <p:spTgt spid="94"/>
                                        </p:tgtEl>
                                      </p:cBhvr>
                                    </p:animEffect>
                                    <p:animScale>
                                      <p:cBhvr>
                                        <p:cTn id="98" dur="250" autoRev="1" fill="hold"/>
                                        <p:tgtEl>
                                          <p:spTgt spid="94"/>
                                        </p:tgtEl>
                                      </p:cBhvr>
                                      <p:by x="105000" y="105000"/>
                                    </p:animScale>
                                  </p:childTnLst>
                                </p:cTn>
                              </p:par>
                            </p:childTnLst>
                          </p:cTn>
                        </p:par>
                        <p:par>
                          <p:cTn id="99" fill="hold">
                            <p:stCondLst>
                              <p:cond delay="3000"/>
                            </p:stCondLst>
                            <p:childTnLst>
                              <p:par>
                                <p:cTn id="100" presetID="10" presetClass="entr" presetSubtype="0" fill="hold" grpId="0" nodeType="afterEffect">
                                  <p:stCondLst>
                                    <p:cond delay="1000"/>
                                  </p:stCondLst>
                                  <p:childTnLst>
                                    <p:set>
                                      <p:cBhvr>
                                        <p:cTn id="101" dur="1" fill="hold">
                                          <p:stCondLst>
                                            <p:cond delay="0"/>
                                          </p:stCondLst>
                                        </p:cTn>
                                        <p:tgtEl>
                                          <p:spTgt spid="88"/>
                                        </p:tgtEl>
                                        <p:attrNameLst>
                                          <p:attrName>style.visibility</p:attrName>
                                        </p:attrNameLst>
                                      </p:cBhvr>
                                      <p:to>
                                        <p:strVal val="visible"/>
                                      </p:to>
                                    </p:set>
                                    <p:animEffect transition="in" filter="fade">
                                      <p:cBhvr>
                                        <p:cTn id="102" dur="500"/>
                                        <p:tgtEl>
                                          <p:spTgt spid="88"/>
                                        </p:tgtEl>
                                      </p:cBhvr>
                                    </p:animEffect>
                                  </p:childTnLst>
                                </p:cTn>
                              </p:par>
                              <p:par>
                                <p:cTn id="103" presetID="10" presetClass="entr" presetSubtype="0" fill="hold" grpId="0" nodeType="withEffect">
                                  <p:stCondLst>
                                    <p:cond delay="1000"/>
                                  </p:stCondLst>
                                  <p:childTnLst>
                                    <p:set>
                                      <p:cBhvr>
                                        <p:cTn id="104" dur="1" fill="hold">
                                          <p:stCondLst>
                                            <p:cond delay="0"/>
                                          </p:stCondLst>
                                        </p:cTn>
                                        <p:tgtEl>
                                          <p:spTgt spid="167"/>
                                        </p:tgtEl>
                                        <p:attrNameLst>
                                          <p:attrName>style.visibility</p:attrName>
                                        </p:attrNameLst>
                                      </p:cBhvr>
                                      <p:to>
                                        <p:strVal val="visible"/>
                                      </p:to>
                                    </p:set>
                                    <p:animEffect transition="in" filter="fade">
                                      <p:cBhvr>
                                        <p:cTn id="105" dur="500"/>
                                        <p:tgtEl>
                                          <p:spTgt spid="167"/>
                                        </p:tgtEl>
                                      </p:cBhvr>
                                    </p:animEffect>
                                  </p:childTnLst>
                                </p:cTn>
                              </p:par>
                              <p:par>
                                <p:cTn id="106" presetID="10" presetClass="entr" presetSubtype="0" fill="hold" nodeType="withEffect">
                                  <p:stCondLst>
                                    <p:cond delay="1000"/>
                                  </p:stCondLst>
                                  <p:childTnLst>
                                    <p:set>
                                      <p:cBhvr>
                                        <p:cTn id="107" dur="1" fill="hold">
                                          <p:stCondLst>
                                            <p:cond delay="0"/>
                                          </p:stCondLst>
                                        </p:cTn>
                                        <p:tgtEl>
                                          <p:spTgt spid="168"/>
                                        </p:tgtEl>
                                        <p:attrNameLst>
                                          <p:attrName>style.visibility</p:attrName>
                                        </p:attrNameLst>
                                      </p:cBhvr>
                                      <p:to>
                                        <p:strVal val="visible"/>
                                      </p:to>
                                    </p:set>
                                    <p:animEffect transition="in" filter="fade">
                                      <p:cBhvr>
                                        <p:cTn id="108" dur="500"/>
                                        <p:tgtEl>
                                          <p:spTgt spid="168"/>
                                        </p:tgtEl>
                                      </p:cBhvr>
                                    </p:animEffect>
                                  </p:childTnLst>
                                </p:cTn>
                              </p:par>
                              <p:par>
                                <p:cTn id="109" presetID="10" presetClass="entr" presetSubtype="0" fill="hold" grpId="0" nodeType="withEffect">
                                  <p:stCondLst>
                                    <p:cond delay="1000"/>
                                  </p:stCondLst>
                                  <p:childTnLst>
                                    <p:set>
                                      <p:cBhvr>
                                        <p:cTn id="110" dur="1" fill="hold">
                                          <p:stCondLst>
                                            <p:cond delay="0"/>
                                          </p:stCondLst>
                                        </p:cTn>
                                        <p:tgtEl>
                                          <p:spTgt spid="134"/>
                                        </p:tgtEl>
                                        <p:attrNameLst>
                                          <p:attrName>style.visibility</p:attrName>
                                        </p:attrNameLst>
                                      </p:cBhvr>
                                      <p:to>
                                        <p:strVal val="visible"/>
                                      </p:to>
                                    </p:set>
                                    <p:animEffect transition="in" filter="fade">
                                      <p:cBhvr>
                                        <p:cTn id="111" dur="500"/>
                                        <p:tgtEl>
                                          <p:spTgt spid="134"/>
                                        </p:tgtEl>
                                      </p:cBhvr>
                                    </p:animEffect>
                                  </p:childTnLst>
                                </p:cTn>
                              </p:par>
                              <p:par>
                                <p:cTn id="112" presetID="10" presetClass="entr" presetSubtype="0" fill="hold" nodeType="withEffect">
                                  <p:stCondLst>
                                    <p:cond delay="1000"/>
                                  </p:stCondLst>
                                  <p:childTnLst>
                                    <p:set>
                                      <p:cBhvr>
                                        <p:cTn id="113" dur="1" fill="hold">
                                          <p:stCondLst>
                                            <p:cond delay="0"/>
                                          </p:stCondLst>
                                        </p:cTn>
                                        <p:tgtEl>
                                          <p:spTgt spid="135"/>
                                        </p:tgtEl>
                                        <p:attrNameLst>
                                          <p:attrName>style.visibility</p:attrName>
                                        </p:attrNameLst>
                                      </p:cBhvr>
                                      <p:to>
                                        <p:strVal val="visible"/>
                                      </p:to>
                                    </p:set>
                                    <p:animEffect transition="in" filter="fade">
                                      <p:cBhvr>
                                        <p:cTn id="114" dur="500"/>
                                        <p:tgtEl>
                                          <p:spTgt spid="135"/>
                                        </p:tgtEl>
                                      </p:cBhvr>
                                    </p:animEffect>
                                  </p:childTnLst>
                                </p:cTn>
                              </p:par>
                              <p:par>
                                <p:cTn id="115" presetID="10" presetClass="entr" presetSubtype="0" fill="hold" nodeType="withEffect">
                                  <p:stCondLst>
                                    <p:cond delay="1000"/>
                                  </p:stCondLst>
                                  <p:childTnLst>
                                    <p:set>
                                      <p:cBhvr>
                                        <p:cTn id="116" dur="1" fill="hold">
                                          <p:stCondLst>
                                            <p:cond delay="0"/>
                                          </p:stCondLst>
                                        </p:cTn>
                                        <p:tgtEl>
                                          <p:spTgt spid="136"/>
                                        </p:tgtEl>
                                        <p:attrNameLst>
                                          <p:attrName>style.visibility</p:attrName>
                                        </p:attrNameLst>
                                      </p:cBhvr>
                                      <p:to>
                                        <p:strVal val="visible"/>
                                      </p:to>
                                    </p:set>
                                    <p:animEffect transition="in" filter="fade">
                                      <p:cBhvr>
                                        <p:cTn id="117" dur="500"/>
                                        <p:tgtEl>
                                          <p:spTgt spid="136"/>
                                        </p:tgtEl>
                                      </p:cBhvr>
                                    </p:animEffect>
                                  </p:childTnLst>
                                </p:cTn>
                              </p:par>
                              <p:par>
                                <p:cTn id="118" presetID="10" presetClass="entr" presetSubtype="0" fill="hold" grpId="0" nodeType="withEffect">
                                  <p:stCondLst>
                                    <p:cond delay="1000"/>
                                  </p:stCondLst>
                                  <p:childTnLst>
                                    <p:set>
                                      <p:cBhvr>
                                        <p:cTn id="119" dur="1" fill="hold">
                                          <p:stCondLst>
                                            <p:cond delay="0"/>
                                          </p:stCondLst>
                                        </p:cTn>
                                        <p:tgtEl>
                                          <p:spTgt spid="137"/>
                                        </p:tgtEl>
                                        <p:attrNameLst>
                                          <p:attrName>style.visibility</p:attrName>
                                        </p:attrNameLst>
                                      </p:cBhvr>
                                      <p:to>
                                        <p:strVal val="visible"/>
                                      </p:to>
                                    </p:set>
                                    <p:animEffect transition="in" filter="fade">
                                      <p:cBhvr>
                                        <p:cTn id="120" dur="500"/>
                                        <p:tgtEl>
                                          <p:spTgt spid="137"/>
                                        </p:tgtEl>
                                      </p:cBhvr>
                                    </p:animEffect>
                                  </p:childTnLst>
                                </p:cTn>
                              </p:par>
                              <p:par>
                                <p:cTn id="121" presetID="10" presetClass="entr" presetSubtype="0" fill="hold" grpId="0" nodeType="withEffect">
                                  <p:stCondLst>
                                    <p:cond delay="1000"/>
                                  </p:stCondLst>
                                  <p:childTnLst>
                                    <p:set>
                                      <p:cBhvr>
                                        <p:cTn id="122" dur="1" fill="hold">
                                          <p:stCondLst>
                                            <p:cond delay="0"/>
                                          </p:stCondLst>
                                        </p:cTn>
                                        <p:tgtEl>
                                          <p:spTgt spid="138"/>
                                        </p:tgtEl>
                                        <p:attrNameLst>
                                          <p:attrName>style.visibility</p:attrName>
                                        </p:attrNameLst>
                                      </p:cBhvr>
                                      <p:to>
                                        <p:strVal val="visible"/>
                                      </p:to>
                                    </p:set>
                                    <p:animEffect transition="in" filter="fade">
                                      <p:cBhvr>
                                        <p:cTn id="123" dur="500"/>
                                        <p:tgtEl>
                                          <p:spTgt spid="138"/>
                                        </p:tgtEl>
                                      </p:cBhvr>
                                    </p:animEffect>
                                  </p:childTnLst>
                                </p:cTn>
                              </p:par>
                              <p:par>
                                <p:cTn id="124" presetID="10" presetClass="entr" presetSubtype="0" fill="hold" grpId="0" nodeType="withEffect">
                                  <p:stCondLst>
                                    <p:cond delay="1000"/>
                                  </p:stCondLst>
                                  <p:childTnLst>
                                    <p:set>
                                      <p:cBhvr>
                                        <p:cTn id="125" dur="1" fill="hold">
                                          <p:stCondLst>
                                            <p:cond delay="0"/>
                                          </p:stCondLst>
                                        </p:cTn>
                                        <p:tgtEl>
                                          <p:spTgt spid="139"/>
                                        </p:tgtEl>
                                        <p:attrNameLst>
                                          <p:attrName>style.visibility</p:attrName>
                                        </p:attrNameLst>
                                      </p:cBhvr>
                                      <p:to>
                                        <p:strVal val="visible"/>
                                      </p:to>
                                    </p:set>
                                    <p:animEffect transition="in" filter="fade">
                                      <p:cBhvr>
                                        <p:cTn id="126" dur="500"/>
                                        <p:tgtEl>
                                          <p:spTgt spid="139"/>
                                        </p:tgtEl>
                                      </p:cBhvr>
                                    </p:animEffect>
                                  </p:childTnLst>
                                </p:cTn>
                              </p:par>
                              <p:par>
                                <p:cTn id="127" presetID="10" presetClass="entr" presetSubtype="0" fill="hold" grpId="0" nodeType="withEffect">
                                  <p:stCondLst>
                                    <p:cond delay="1000"/>
                                  </p:stCondLst>
                                  <p:childTnLst>
                                    <p:set>
                                      <p:cBhvr>
                                        <p:cTn id="128" dur="1" fill="hold">
                                          <p:stCondLst>
                                            <p:cond delay="0"/>
                                          </p:stCondLst>
                                        </p:cTn>
                                        <p:tgtEl>
                                          <p:spTgt spid="140"/>
                                        </p:tgtEl>
                                        <p:attrNameLst>
                                          <p:attrName>style.visibility</p:attrName>
                                        </p:attrNameLst>
                                      </p:cBhvr>
                                      <p:to>
                                        <p:strVal val="visible"/>
                                      </p:to>
                                    </p:set>
                                    <p:animEffect transition="in" filter="fade">
                                      <p:cBhvr>
                                        <p:cTn id="129" dur="500"/>
                                        <p:tgtEl>
                                          <p:spTgt spid="140"/>
                                        </p:tgtEl>
                                      </p:cBhvr>
                                    </p:animEffect>
                                  </p:childTnLst>
                                </p:cTn>
                              </p:par>
                              <p:par>
                                <p:cTn id="130" presetID="10" presetClass="entr" presetSubtype="0" fill="hold" nodeType="withEffect">
                                  <p:stCondLst>
                                    <p:cond delay="1000"/>
                                  </p:stCondLst>
                                  <p:childTnLst>
                                    <p:set>
                                      <p:cBhvr>
                                        <p:cTn id="131" dur="1" fill="hold">
                                          <p:stCondLst>
                                            <p:cond delay="0"/>
                                          </p:stCondLst>
                                        </p:cTn>
                                        <p:tgtEl>
                                          <p:spTgt spid="142"/>
                                        </p:tgtEl>
                                        <p:attrNameLst>
                                          <p:attrName>style.visibility</p:attrName>
                                        </p:attrNameLst>
                                      </p:cBhvr>
                                      <p:to>
                                        <p:strVal val="visible"/>
                                      </p:to>
                                    </p:set>
                                    <p:animEffect transition="in" filter="fade">
                                      <p:cBhvr>
                                        <p:cTn id="132" dur="500"/>
                                        <p:tgtEl>
                                          <p:spTgt spid="142"/>
                                        </p:tgtEl>
                                      </p:cBhvr>
                                    </p:animEffect>
                                  </p:childTnLst>
                                </p:cTn>
                              </p:par>
                              <p:par>
                                <p:cTn id="133" presetID="10" presetClass="entr" presetSubtype="0" fill="hold" grpId="0" nodeType="withEffect">
                                  <p:stCondLst>
                                    <p:cond delay="1000"/>
                                  </p:stCondLst>
                                  <p:childTnLst>
                                    <p:set>
                                      <p:cBhvr>
                                        <p:cTn id="134" dur="1" fill="hold">
                                          <p:stCondLst>
                                            <p:cond delay="0"/>
                                          </p:stCondLst>
                                        </p:cTn>
                                        <p:tgtEl>
                                          <p:spTgt spid="143"/>
                                        </p:tgtEl>
                                        <p:attrNameLst>
                                          <p:attrName>style.visibility</p:attrName>
                                        </p:attrNameLst>
                                      </p:cBhvr>
                                      <p:to>
                                        <p:strVal val="visible"/>
                                      </p:to>
                                    </p:set>
                                    <p:animEffect transition="in" filter="fade">
                                      <p:cBhvr>
                                        <p:cTn id="135" dur="500"/>
                                        <p:tgtEl>
                                          <p:spTgt spid="143"/>
                                        </p:tgtEl>
                                      </p:cBhvr>
                                    </p:animEffect>
                                  </p:childTnLst>
                                </p:cTn>
                              </p:par>
                              <p:par>
                                <p:cTn id="136" presetID="10" presetClass="entr" presetSubtype="0" fill="hold" grpId="0" nodeType="withEffect">
                                  <p:stCondLst>
                                    <p:cond delay="1000"/>
                                  </p:stCondLst>
                                  <p:childTnLst>
                                    <p:set>
                                      <p:cBhvr>
                                        <p:cTn id="137" dur="1" fill="hold">
                                          <p:stCondLst>
                                            <p:cond delay="0"/>
                                          </p:stCondLst>
                                        </p:cTn>
                                        <p:tgtEl>
                                          <p:spTgt spid="144"/>
                                        </p:tgtEl>
                                        <p:attrNameLst>
                                          <p:attrName>style.visibility</p:attrName>
                                        </p:attrNameLst>
                                      </p:cBhvr>
                                      <p:to>
                                        <p:strVal val="visible"/>
                                      </p:to>
                                    </p:set>
                                    <p:animEffect transition="in" filter="fade">
                                      <p:cBhvr>
                                        <p:cTn id="138" dur="500"/>
                                        <p:tgtEl>
                                          <p:spTgt spid="144"/>
                                        </p:tgtEl>
                                      </p:cBhvr>
                                    </p:animEffect>
                                  </p:childTnLst>
                                </p:cTn>
                              </p:par>
                              <p:par>
                                <p:cTn id="139" presetID="10" presetClass="entr" presetSubtype="0" fill="hold" nodeType="withEffect">
                                  <p:stCondLst>
                                    <p:cond delay="1000"/>
                                  </p:stCondLst>
                                  <p:childTnLst>
                                    <p:set>
                                      <p:cBhvr>
                                        <p:cTn id="140" dur="1" fill="hold">
                                          <p:stCondLst>
                                            <p:cond delay="0"/>
                                          </p:stCondLst>
                                        </p:cTn>
                                        <p:tgtEl>
                                          <p:spTgt spid="145"/>
                                        </p:tgtEl>
                                        <p:attrNameLst>
                                          <p:attrName>style.visibility</p:attrName>
                                        </p:attrNameLst>
                                      </p:cBhvr>
                                      <p:to>
                                        <p:strVal val="visible"/>
                                      </p:to>
                                    </p:set>
                                    <p:animEffect transition="in" filter="fade">
                                      <p:cBhvr>
                                        <p:cTn id="141" dur="500"/>
                                        <p:tgtEl>
                                          <p:spTgt spid="145"/>
                                        </p:tgtEl>
                                      </p:cBhvr>
                                    </p:animEffect>
                                  </p:childTnLst>
                                </p:cTn>
                              </p:par>
                              <p:par>
                                <p:cTn id="142" presetID="10" presetClass="entr" presetSubtype="0" fill="hold" grpId="0" nodeType="withEffect">
                                  <p:stCondLst>
                                    <p:cond delay="1000"/>
                                  </p:stCondLst>
                                  <p:childTnLst>
                                    <p:set>
                                      <p:cBhvr>
                                        <p:cTn id="143" dur="1" fill="hold">
                                          <p:stCondLst>
                                            <p:cond delay="0"/>
                                          </p:stCondLst>
                                        </p:cTn>
                                        <p:tgtEl>
                                          <p:spTgt spid="146"/>
                                        </p:tgtEl>
                                        <p:attrNameLst>
                                          <p:attrName>style.visibility</p:attrName>
                                        </p:attrNameLst>
                                      </p:cBhvr>
                                      <p:to>
                                        <p:strVal val="visible"/>
                                      </p:to>
                                    </p:set>
                                    <p:animEffect transition="in" filter="fade">
                                      <p:cBhvr>
                                        <p:cTn id="144" dur="500"/>
                                        <p:tgtEl>
                                          <p:spTgt spid="146"/>
                                        </p:tgtEl>
                                      </p:cBhvr>
                                    </p:animEffect>
                                  </p:childTnLst>
                                </p:cTn>
                              </p:par>
                              <p:par>
                                <p:cTn id="145" presetID="10" presetClass="entr" presetSubtype="0" fill="hold" nodeType="withEffect">
                                  <p:stCondLst>
                                    <p:cond delay="1000"/>
                                  </p:stCondLst>
                                  <p:childTnLst>
                                    <p:set>
                                      <p:cBhvr>
                                        <p:cTn id="146" dur="1" fill="hold">
                                          <p:stCondLst>
                                            <p:cond delay="0"/>
                                          </p:stCondLst>
                                        </p:cTn>
                                        <p:tgtEl>
                                          <p:spTgt spid="147"/>
                                        </p:tgtEl>
                                        <p:attrNameLst>
                                          <p:attrName>style.visibility</p:attrName>
                                        </p:attrNameLst>
                                      </p:cBhvr>
                                      <p:to>
                                        <p:strVal val="visible"/>
                                      </p:to>
                                    </p:set>
                                    <p:animEffect transition="in" filter="fade">
                                      <p:cBhvr>
                                        <p:cTn id="147" dur="500"/>
                                        <p:tgtEl>
                                          <p:spTgt spid="147"/>
                                        </p:tgtEl>
                                      </p:cBhvr>
                                    </p:animEffect>
                                  </p:childTnLst>
                                </p:cTn>
                              </p:par>
                              <p:par>
                                <p:cTn id="148" presetID="10" presetClass="entr" presetSubtype="0" fill="hold" grpId="0" nodeType="withEffect">
                                  <p:stCondLst>
                                    <p:cond delay="1000"/>
                                  </p:stCondLst>
                                  <p:childTnLst>
                                    <p:set>
                                      <p:cBhvr>
                                        <p:cTn id="149" dur="1" fill="hold">
                                          <p:stCondLst>
                                            <p:cond delay="0"/>
                                          </p:stCondLst>
                                        </p:cTn>
                                        <p:tgtEl>
                                          <p:spTgt spid="148"/>
                                        </p:tgtEl>
                                        <p:attrNameLst>
                                          <p:attrName>style.visibility</p:attrName>
                                        </p:attrNameLst>
                                      </p:cBhvr>
                                      <p:to>
                                        <p:strVal val="visible"/>
                                      </p:to>
                                    </p:set>
                                    <p:animEffect transition="in" filter="fade">
                                      <p:cBhvr>
                                        <p:cTn id="150" dur="500"/>
                                        <p:tgtEl>
                                          <p:spTgt spid="148"/>
                                        </p:tgtEl>
                                      </p:cBhvr>
                                    </p:animEffect>
                                  </p:childTnLst>
                                </p:cTn>
                              </p:par>
                              <p:par>
                                <p:cTn id="151" presetID="10" presetClass="entr" presetSubtype="0" fill="hold" grpId="0" nodeType="withEffect">
                                  <p:stCondLst>
                                    <p:cond delay="1000"/>
                                  </p:stCondLst>
                                  <p:childTnLst>
                                    <p:set>
                                      <p:cBhvr>
                                        <p:cTn id="152" dur="1" fill="hold">
                                          <p:stCondLst>
                                            <p:cond delay="0"/>
                                          </p:stCondLst>
                                        </p:cTn>
                                        <p:tgtEl>
                                          <p:spTgt spid="150"/>
                                        </p:tgtEl>
                                        <p:attrNameLst>
                                          <p:attrName>style.visibility</p:attrName>
                                        </p:attrNameLst>
                                      </p:cBhvr>
                                      <p:to>
                                        <p:strVal val="visible"/>
                                      </p:to>
                                    </p:set>
                                    <p:animEffect transition="in" filter="fade">
                                      <p:cBhvr>
                                        <p:cTn id="153" dur="500"/>
                                        <p:tgtEl>
                                          <p:spTgt spid="150"/>
                                        </p:tgtEl>
                                      </p:cBhvr>
                                    </p:animEffect>
                                  </p:childTnLst>
                                </p:cTn>
                              </p:par>
                              <p:par>
                                <p:cTn id="154" presetID="10" presetClass="entr" presetSubtype="0" fill="hold" grpId="0" nodeType="withEffect">
                                  <p:stCondLst>
                                    <p:cond delay="1000"/>
                                  </p:stCondLst>
                                  <p:childTnLst>
                                    <p:set>
                                      <p:cBhvr>
                                        <p:cTn id="155" dur="1" fill="hold">
                                          <p:stCondLst>
                                            <p:cond delay="0"/>
                                          </p:stCondLst>
                                        </p:cTn>
                                        <p:tgtEl>
                                          <p:spTgt spid="151"/>
                                        </p:tgtEl>
                                        <p:attrNameLst>
                                          <p:attrName>style.visibility</p:attrName>
                                        </p:attrNameLst>
                                      </p:cBhvr>
                                      <p:to>
                                        <p:strVal val="visible"/>
                                      </p:to>
                                    </p:set>
                                    <p:animEffect transition="in" filter="fade">
                                      <p:cBhvr>
                                        <p:cTn id="156" dur="500"/>
                                        <p:tgtEl>
                                          <p:spTgt spid="151"/>
                                        </p:tgtEl>
                                      </p:cBhvr>
                                    </p:animEffect>
                                  </p:childTnLst>
                                </p:cTn>
                              </p:par>
                              <p:par>
                                <p:cTn id="157" presetID="10" presetClass="entr" presetSubtype="0" fill="hold" grpId="0" nodeType="withEffect">
                                  <p:stCondLst>
                                    <p:cond delay="1000"/>
                                  </p:stCondLst>
                                  <p:childTnLst>
                                    <p:set>
                                      <p:cBhvr>
                                        <p:cTn id="158" dur="1" fill="hold">
                                          <p:stCondLst>
                                            <p:cond delay="0"/>
                                          </p:stCondLst>
                                        </p:cTn>
                                        <p:tgtEl>
                                          <p:spTgt spid="152"/>
                                        </p:tgtEl>
                                        <p:attrNameLst>
                                          <p:attrName>style.visibility</p:attrName>
                                        </p:attrNameLst>
                                      </p:cBhvr>
                                      <p:to>
                                        <p:strVal val="visible"/>
                                      </p:to>
                                    </p:set>
                                    <p:animEffect transition="in" filter="fade">
                                      <p:cBhvr>
                                        <p:cTn id="159" dur="500"/>
                                        <p:tgtEl>
                                          <p:spTgt spid="152"/>
                                        </p:tgtEl>
                                      </p:cBhvr>
                                    </p:animEffect>
                                  </p:childTnLst>
                                </p:cTn>
                              </p:par>
                              <p:par>
                                <p:cTn id="160" presetID="10" presetClass="entr" presetSubtype="0" fill="hold" nodeType="withEffect">
                                  <p:stCondLst>
                                    <p:cond delay="1000"/>
                                  </p:stCondLst>
                                  <p:childTnLst>
                                    <p:set>
                                      <p:cBhvr>
                                        <p:cTn id="161" dur="1" fill="hold">
                                          <p:stCondLst>
                                            <p:cond delay="0"/>
                                          </p:stCondLst>
                                        </p:cTn>
                                        <p:tgtEl>
                                          <p:spTgt spid="123"/>
                                        </p:tgtEl>
                                        <p:attrNameLst>
                                          <p:attrName>style.visibility</p:attrName>
                                        </p:attrNameLst>
                                      </p:cBhvr>
                                      <p:to>
                                        <p:strVal val="visible"/>
                                      </p:to>
                                    </p:set>
                                    <p:animEffect transition="in" filter="fade">
                                      <p:cBhvr>
                                        <p:cTn id="162" dur="500"/>
                                        <p:tgtEl>
                                          <p:spTgt spid="123"/>
                                        </p:tgtEl>
                                      </p:cBhvr>
                                    </p:animEffect>
                                  </p:childTnLst>
                                </p:cTn>
                              </p:par>
                            </p:childTnLst>
                          </p:cTn>
                        </p:par>
                        <p:par>
                          <p:cTn id="163" fill="hold">
                            <p:stCondLst>
                              <p:cond delay="4500"/>
                            </p:stCondLst>
                            <p:childTnLst>
                              <p:par>
                                <p:cTn id="164" presetID="10" presetClass="entr" presetSubtype="0" fill="hold" grpId="0" nodeType="afterEffect">
                                  <p:stCondLst>
                                    <p:cond delay="0"/>
                                  </p:stCondLst>
                                  <p:childTnLst>
                                    <p:set>
                                      <p:cBhvr>
                                        <p:cTn id="165" dur="1" fill="hold">
                                          <p:stCondLst>
                                            <p:cond delay="0"/>
                                          </p:stCondLst>
                                        </p:cTn>
                                        <p:tgtEl>
                                          <p:spTgt spid="153"/>
                                        </p:tgtEl>
                                        <p:attrNameLst>
                                          <p:attrName>style.visibility</p:attrName>
                                        </p:attrNameLst>
                                      </p:cBhvr>
                                      <p:to>
                                        <p:strVal val="visible"/>
                                      </p:to>
                                    </p:set>
                                    <p:animEffect transition="in" filter="fade">
                                      <p:cBhvr>
                                        <p:cTn id="166" dur="500"/>
                                        <p:tgtEl>
                                          <p:spTgt spid="153"/>
                                        </p:tgtEl>
                                      </p:cBhvr>
                                    </p:animEffect>
                                  </p:childTnLst>
                                </p:cTn>
                              </p:par>
                            </p:childTnLst>
                          </p:cTn>
                        </p:par>
                        <p:par>
                          <p:cTn id="167" fill="hold">
                            <p:stCondLst>
                              <p:cond delay="5000"/>
                            </p:stCondLst>
                            <p:childTnLst>
                              <p:par>
                                <p:cTn id="168" presetID="10" presetClass="entr" presetSubtype="0" fill="hold" nodeType="afterEffect">
                                  <p:stCondLst>
                                    <p:cond delay="0"/>
                                  </p:stCondLst>
                                  <p:childTnLst>
                                    <p:set>
                                      <p:cBhvr>
                                        <p:cTn id="169" dur="1" fill="hold">
                                          <p:stCondLst>
                                            <p:cond delay="0"/>
                                          </p:stCondLst>
                                        </p:cTn>
                                        <p:tgtEl>
                                          <p:spTgt spid="149"/>
                                        </p:tgtEl>
                                        <p:attrNameLst>
                                          <p:attrName>style.visibility</p:attrName>
                                        </p:attrNameLst>
                                      </p:cBhvr>
                                      <p:to>
                                        <p:strVal val="visible"/>
                                      </p:to>
                                    </p:set>
                                    <p:animEffect transition="in" filter="fade">
                                      <p:cBhvr>
                                        <p:cTn id="170" dur="500"/>
                                        <p:tgtEl>
                                          <p:spTgt spid="149"/>
                                        </p:tgtEl>
                                      </p:cBhvr>
                                    </p:animEffect>
                                  </p:childTnLst>
                                </p:cTn>
                              </p:par>
                              <p:par>
                                <p:cTn id="171" presetID="10" presetClass="entr" presetSubtype="0" fill="hold" nodeType="withEffect">
                                  <p:stCondLst>
                                    <p:cond delay="0"/>
                                  </p:stCondLst>
                                  <p:childTnLst>
                                    <p:set>
                                      <p:cBhvr>
                                        <p:cTn id="172" dur="1" fill="hold">
                                          <p:stCondLst>
                                            <p:cond delay="0"/>
                                          </p:stCondLst>
                                        </p:cTn>
                                        <p:tgtEl>
                                          <p:spTgt spid="141"/>
                                        </p:tgtEl>
                                        <p:attrNameLst>
                                          <p:attrName>style.visibility</p:attrName>
                                        </p:attrNameLst>
                                      </p:cBhvr>
                                      <p:to>
                                        <p:strVal val="visible"/>
                                      </p:to>
                                    </p:set>
                                    <p:animEffect transition="in" filter="fade">
                                      <p:cBhvr>
                                        <p:cTn id="173" dur="500"/>
                                        <p:tgtEl>
                                          <p:spTgt spid="141"/>
                                        </p:tgtEl>
                                      </p:cBhvr>
                                    </p:animEffect>
                                  </p:childTnLst>
                                </p:cTn>
                              </p:par>
                              <p:par>
                                <p:cTn id="174" presetID="10" presetClass="entr" presetSubtype="0" fill="hold" nodeType="withEffect">
                                  <p:stCondLst>
                                    <p:cond delay="0"/>
                                  </p:stCondLst>
                                  <p:childTnLst>
                                    <p:set>
                                      <p:cBhvr>
                                        <p:cTn id="175" dur="1" fill="hold">
                                          <p:stCondLst>
                                            <p:cond delay="0"/>
                                          </p:stCondLst>
                                        </p:cTn>
                                        <p:tgtEl>
                                          <p:spTgt spid="121"/>
                                        </p:tgtEl>
                                        <p:attrNameLst>
                                          <p:attrName>style.visibility</p:attrName>
                                        </p:attrNameLst>
                                      </p:cBhvr>
                                      <p:to>
                                        <p:strVal val="visible"/>
                                      </p:to>
                                    </p:set>
                                    <p:animEffect transition="in" filter="fade">
                                      <p:cBhvr>
                                        <p:cTn id="176" dur="500"/>
                                        <p:tgtEl>
                                          <p:spTgt spid="121"/>
                                        </p:tgtEl>
                                      </p:cBhvr>
                                    </p:animEffect>
                                  </p:childTnLst>
                                </p:cTn>
                              </p:par>
                            </p:childTnLst>
                          </p:cTn>
                        </p:par>
                        <p:par>
                          <p:cTn id="177" fill="hold">
                            <p:stCondLst>
                              <p:cond delay="5500"/>
                            </p:stCondLst>
                            <p:childTnLst>
                              <p:par>
                                <p:cTn id="178" presetID="10" presetClass="entr" presetSubtype="0" fill="hold" grpId="0" nodeType="afterEffect">
                                  <p:stCondLst>
                                    <p:cond delay="0"/>
                                  </p:stCondLst>
                                  <p:childTnLst>
                                    <p:set>
                                      <p:cBhvr>
                                        <p:cTn id="179" dur="1" fill="hold">
                                          <p:stCondLst>
                                            <p:cond delay="0"/>
                                          </p:stCondLst>
                                        </p:cTn>
                                        <p:tgtEl>
                                          <p:spTgt spid="95"/>
                                        </p:tgtEl>
                                        <p:attrNameLst>
                                          <p:attrName>style.visibility</p:attrName>
                                        </p:attrNameLst>
                                      </p:cBhvr>
                                      <p:to>
                                        <p:strVal val="visible"/>
                                      </p:to>
                                    </p:set>
                                    <p:animEffect transition="in" filter="fade">
                                      <p:cBhvr>
                                        <p:cTn id="180" dur="500"/>
                                        <p:tgtEl>
                                          <p:spTgt spid="95"/>
                                        </p:tgtEl>
                                      </p:cBhvr>
                                    </p:animEffect>
                                  </p:childTnLst>
                                </p:cTn>
                              </p:par>
                            </p:childTnLst>
                          </p:cTn>
                        </p:par>
                        <p:par>
                          <p:cTn id="181" fill="hold">
                            <p:stCondLst>
                              <p:cond delay="6000"/>
                            </p:stCondLst>
                            <p:childTnLst>
                              <p:par>
                                <p:cTn id="182" presetID="26" presetClass="emph" presetSubtype="0" fill="hold" grpId="1" nodeType="afterEffect">
                                  <p:stCondLst>
                                    <p:cond delay="500"/>
                                  </p:stCondLst>
                                  <p:childTnLst>
                                    <p:animEffect transition="out" filter="fade">
                                      <p:cBhvr>
                                        <p:cTn id="183" dur="500" tmFilter="0, 0; .2, .5; .8, .5; 1, 0"/>
                                        <p:tgtEl>
                                          <p:spTgt spid="95"/>
                                        </p:tgtEl>
                                      </p:cBhvr>
                                    </p:animEffect>
                                    <p:animScale>
                                      <p:cBhvr>
                                        <p:cTn id="184" dur="250" autoRev="1" fill="hold"/>
                                        <p:tgtEl>
                                          <p:spTgt spid="95"/>
                                        </p:tgtEl>
                                      </p:cBhvr>
                                      <p:by x="105000" y="105000"/>
                                    </p:animScale>
                                  </p:childTnLst>
                                </p:cTn>
                              </p:par>
                            </p:childTnLst>
                          </p:cTn>
                        </p:par>
                        <p:par>
                          <p:cTn id="185" fill="hold">
                            <p:stCondLst>
                              <p:cond delay="7000"/>
                            </p:stCondLst>
                            <p:childTnLst>
                              <p:par>
                                <p:cTn id="186" presetID="10" presetClass="entr" presetSubtype="0" fill="hold" grpId="0" nodeType="afterEffect">
                                  <p:stCondLst>
                                    <p:cond delay="1000"/>
                                  </p:stCondLst>
                                  <p:childTnLst>
                                    <p:set>
                                      <p:cBhvr>
                                        <p:cTn id="187" dur="1" fill="hold">
                                          <p:stCondLst>
                                            <p:cond delay="0"/>
                                          </p:stCondLst>
                                        </p:cTn>
                                        <p:tgtEl>
                                          <p:spTgt spid="89"/>
                                        </p:tgtEl>
                                        <p:attrNameLst>
                                          <p:attrName>style.visibility</p:attrName>
                                        </p:attrNameLst>
                                      </p:cBhvr>
                                      <p:to>
                                        <p:strVal val="visible"/>
                                      </p:to>
                                    </p:set>
                                    <p:animEffect transition="in" filter="fade">
                                      <p:cBhvr>
                                        <p:cTn id="188" dur="500"/>
                                        <p:tgtEl>
                                          <p:spTgt spid="89"/>
                                        </p:tgtEl>
                                      </p:cBhvr>
                                    </p:animEffect>
                                  </p:childTnLst>
                                </p:cTn>
                              </p:par>
                              <p:par>
                                <p:cTn id="189" presetID="10" presetClass="entr" presetSubtype="0" fill="hold" grpId="0" nodeType="withEffect">
                                  <p:stCondLst>
                                    <p:cond delay="1000"/>
                                  </p:stCondLst>
                                  <p:childTnLst>
                                    <p:set>
                                      <p:cBhvr>
                                        <p:cTn id="190" dur="1" fill="hold">
                                          <p:stCondLst>
                                            <p:cond delay="0"/>
                                          </p:stCondLst>
                                        </p:cTn>
                                        <p:tgtEl>
                                          <p:spTgt spid="77"/>
                                        </p:tgtEl>
                                        <p:attrNameLst>
                                          <p:attrName>style.visibility</p:attrName>
                                        </p:attrNameLst>
                                      </p:cBhvr>
                                      <p:to>
                                        <p:strVal val="visible"/>
                                      </p:to>
                                    </p:set>
                                    <p:animEffect transition="in" filter="fade">
                                      <p:cBhvr>
                                        <p:cTn id="191" dur="500"/>
                                        <p:tgtEl>
                                          <p:spTgt spid="77"/>
                                        </p:tgtEl>
                                      </p:cBhvr>
                                    </p:animEffect>
                                  </p:childTnLst>
                                </p:cTn>
                              </p:par>
                              <p:par>
                                <p:cTn id="192" presetID="10" presetClass="entr" presetSubtype="0" fill="hold" nodeType="withEffect">
                                  <p:stCondLst>
                                    <p:cond delay="1000"/>
                                  </p:stCondLst>
                                  <p:childTnLst>
                                    <p:set>
                                      <p:cBhvr>
                                        <p:cTn id="193" dur="1" fill="hold">
                                          <p:stCondLst>
                                            <p:cond delay="0"/>
                                          </p:stCondLst>
                                        </p:cTn>
                                        <p:tgtEl>
                                          <p:spTgt spid="78"/>
                                        </p:tgtEl>
                                        <p:attrNameLst>
                                          <p:attrName>style.visibility</p:attrName>
                                        </p:attrNameLst>
                                      </p:cBhvr>
                                      <p:to>
                                        <p:strVal val="visible"/>
                                      </p:to>
                                    </p:set>
                                    <p:animEffect transition="in" filter="fade">
                                      <p:cBhvr>
                                        <p:cTn id="194" dur="500"/>
                                        <p:tgtEl>
                                          <p:spTgt spid="78"/>
                                        </p:tgtEl>
                                      </p:cBhvr>
                                    </p:animEffect>
                                  </p:childTnLst>
                                </p:cTn>
                              </p:par>
                              <p:par>
                                <p:cTn id="195" presetID="10" presetClass="entr" presetSubtype="0" fill="hold" grpId="0" nodeType="withEffect">
                                  <p:stCondLst>
                                    <p:cond delay="1000"/>
                                  </p:stCondLst>
                                  <p:childTnLst>
                                    <p:set>
                                      <p:cBhvr>
                                        <p:cTn id="196" dur="1" fill="hold">
                                          <p:stCondLst>
                                            <p:cond delay="0"/>
                                          </p:stCondLst>
                                        </p:cTn>
                                        <p:tgtEl>
                                          <p:spTgt spid="8"/>
                                        </p:tgtEl>
                                        <p:attrNameLst>
                                          <p:attrName>style.visibility</p:attrName>
                                        </p:attrNameLst>
                                      </p:cBhvr>
                                      <p:to>
                                        <p:strVal val="visible"/>
                                      </p:to>
                                    </p:set>
                                    <p:animEffect transition="in" filter="fade">
                                      <p:cBhvr>
                                        <p:cTn id="197" dur="500"/>
                                        <p:tgtEl>
                                          <p:spTgt spid="8"/>
                                        </p:tgtEl>
                                      </p:cBhvr>
                                    </p:animEffect>
                                  </p:childTnLst>
                                </p:cTn>
                              </p:par>
                              <p:par>
                                <p:cTn id="198" presetID="10" presetClass="entr" presetSubtype="0" fill="hold" nodeType="withEffect">
                                  <p:stCondLst>
                                    <p:cond delay="1000"/>
                                  </p:stCondLst>
                                  <p:childTnLst>
                                    <p:set>
                                      <p:cBhvr>
                                        <p:cTn id="199" dur="1" fill="hold">
                                          <p:stCondLst>
                                            <p:cond delay="0"/>
                                          </p:stCondLst>
                                        </p:cTn>
                                        <p:tgtEl>
                                          <p:spTgt spid="17"/>
                                        </p:tgtEl>
                                        <p:attrNameLst>
                                          <p:attrName>style.visibility</p:attrName>
                                        </p:attrNameLst>
                                      </p:cBhvr>
                                      <p:to>
                                        <p:strVal val="visible"/>
                                      </p:to>
                                    </p:set>
                                    <p:animEffect transition="in" filter="fade">
                                      <p:cBhvr>
                                        <p:cTn id="200" dur="500"/>
                                        <p:tgtEl>
                                          <p:spTgt spid="17"/>
                                        </p:tgtEl>
                                      </p:cBhvr>
                                    </p:animEffect>
                                  </p:childTnLst>
                                </p:cTn>
                              </p:par>
                              <p:par>
                                <p:cTn id="201" presetID="10" presetClass="entr" presetSubtype="0" fill="hold" nodeType="withEffect">
                                  <p:stCondLst>
                                    <p:cond delay="1000"/>
                                  </p:stCondLst>
                                  <p:childTnLst>
                                    <p:set>
                                      <p:cBhvr>
                                        <p:cTn id="202" dur="1" fill="hold">
                                          <p:stCondLst>
                                            <p:cond delay="0"/>
                                          </p:stCondLst>
                                        </p:cTn>
                                        <p:tgtEl>
                                          <p:spTgt spid="18"/>
                                        </p:tgtEl>
                                        <p:attrNameLst>
                                          <p:attrName>style.visibility</p:attrName>
                                        </p:attrNameLst>
                                      </p:cBhvr>
                                      <p:to>
                                        <p:strVal val="visible"/>
                                      </p:to>
                                    </p:set>
                                    <p:animEffect transition="in" filter="fade">
                                      <p:cBhvr>
                                        <p:cTn id="203" dur="500"/>
                                        <p:tgtEl>
                                          <p:spTgt spid="18"/>
                                        </p:tgtEl>
                                      </p:cBhvr>
                                    </p:animEffect>
                                  </p:childTnLst>
                                </p:cTn>
                              </p:par>
                              <p:par>
                                <p:cTn id="204" presetID="10" presetClass="entr" presetSubtype="0" fill="hold" grpId="0" nodeType="withEffect">
                                  <p:stCondLst>
                                    <p:cond delay="1000"/>
                                  </p:stCondLst>
                                  <p:childTnLst>
                                    <p:set>
                                      <p:cBhvr>
                                        <p:cTn id="205" dur="1" fill="hold">
                                          <p:stCondLst>
                                            <p:cond delay="0"/>
                                          </p:stCondLst>
                                        </p:cTn>
                                        <p:tgtEl>
                                          <p:spTgt spid="22"/>
                                        </p:tgtEl>
                                        <p:attrNameLst>
                                          <p:attrName>style.visibility</p:attrName>
                                        </p:attrNameLst>
                                      </p:cBhvr>
                                      <p:to>
                                        <p:strVal val="visible"/>
                                      </p:to>
                                    </p:set>
                                    <p:animEffect transition="in" filter="fade">
                                      <p:cBhvr>
                                        <p:cTn id="206" dur="500"/>
                                        <p:tgtEl>
                                          <p:spTgt spid="22"/>
                                        </p:tgtEl>
                                      </p:cBhvr>
                                    </p:animEffect>
                                  </p:childTnLst>
                                </p:cTn>
                              </p:par>
                              <p:par>
                                <p:cTn id="207" presetID="10" presetClass="entr" presetSubtype="0" fill="hold" grpId="0" nodeType="withEffect">
                                  <p:stCondLst>
                                    <p:cond delay="1000"/>
                                  </p:stCondLst>
                                  <p:childTnLst>
                                    <p:set>
                                      <p:cBhvr>
                                        <p:cTn id="208" dur="1" fill="hold">
                                          <p:stCondLst>
                                            <p:cond delay="0"/>
                                          </p:stCondLst>
                                        </p:cTn>
                                        <p:tgtEl>
                                          <p:spTgt spid="23"/>
                                        </p:tgtEl>
                                        <p:attrNameLst>
                                          <p:attrName>style.visibility</p:attrName>
                                        </p:attrNameLst>
                                      </p:cBhvr>
                                      <p:to>
                                        <p:strVal val="visible"/>
                                      </p:to>
                                    </p:set>
                                    <p:animEffect transition="in" filter="fade">
                                      <p:cBhvr>
                                        <p:cTn id="209" dur="500"/>
                                        <p:tgtEl>
                                          <p:spTgt spid="23"/>
                                        </p:tgtEl>
                                      </p:cBhvr>
                                    </p:animEffect>
                                  </p:childTnLst>
                                </p:cTn>
                              </p:par>
                              <p:par>
                                <p:cTn id="210" presetID="10" presetClass="entr" presetSubtype="0" fill="hold" grpId="0" nodeType="withEffect">
                                  <p:stCondLst>
                                    <p:cond delay="1000"/>
                                  </p:stCondLst>
                                  <p:childTnLst>
                                    <p:set>
                                      <p:cBhvr>
                                        <p:cTn id="211" dur="1" fill="hold">
                                          <p:stCondLst>
                                            <p:cond delay="0"/>
                                          </p:stCondLst>
                                        </p:cTn>
                                        <p:tgtEl>
                                          <p:spTgt spid="24"/>
                                        </p:tgtEl>
                                        <p:attrNameLst>
                                          <p:attrName>style.visibility</p:attrName>
                                        </p:attrNameLst>
                                      </p:cBhvr>
                                      <p:to>
                                        <p:strVal val="visible"/>
                                      </p:to>
                                    </p:set>
                                    <p:animEffect transition="in" filter="fade">
                                      <p:cBhvr>
                                        <p:cTn id="212" dur="500"/>
                                        <p:tgtEl>
                                          <p:spTgt spid="24"/>
                                        </p:tgtEl>
                                      </p:cBhvr>
                                    </p:animEffect>
                                  </p:childTnLst>
                                </p:cTn>
                              </p:par>
                              <p:par>
                                <p:cTn id="213" presetID="10" presetClass="entr" presetSubtype="0" fill="hold" grpId="0" nodeType="withEffect">
                                  <p:stCondLst>
                                    <p:cond delay="1000"/>
                                  </p:stCondLst>
                                  <p:childTnLst>
                                    <p:set>
                                      <p:cBhvr>
                                        <p:cTn id="214" dur="1" fill="hold">
                                          <p:stCondLst>
                                            <p:cond delay="0"/>
                                          </p:stCondLst>
                                        </p:cTn>
                                        <p:tgtEl>
                                          <p:spTgt spid="25"/>
                                        </p:tgtEl>
                                        <p:attrNameLst>
                                          <p:attrName>style.visibility</p:attrName>
                                        </p:attrNameLst>
                                      </p:cBhvr>
                                      <p:to>
                                        <p:strVal val="visible"/>
                                      </p:to>
                                    </p:set>
                                    <p:animEffect transition="in" filter="fade">
                                      <p:cBhvr>
                                        <p:cTn id="215" dur="500"/>
                                        <p:tgtEl>
                                          <p:spTgt spid="25"/>
                                        </p:tgtEl>
                                      </p:cBhvr>
                                    </p:animEffect>
                                  </p:childTnLst>
                                </p:cTn>
                              </p:par>
                              <p:par>
                                <p:cTn id="216" presetID="10" presetClass="entr" presetSubtype="0" fill="hold" nodeType="withEffect">
                                  <p:stCondLst>
                                    <p:cond delay="1000"/>
                                  </p:stCondLst>
                                  <p:childTnLst>
                                    <p:set>
                                      <p:cBhvr>
                                        <p:cTn id="217" dur="1" fill="hold">
                                          <p:stCondLst>
                                            <p:cond delay="0"/>
                                          </p:stCondLst>
                                        </p:cTn>
                                        <p:tgtEl>
                                          <p:spTgt spid="29"/>
                                        </p:tgtEl>
                                        <p:attrNameLst>
                                          <p:attrName>style.visibility</p:attrName>
                                        </p:attrNameLst>
                                      </p:cBhvr>
                                      <p:to>
                                        <p:strVal val="visible"/>
                                      </p:to>
                                    </p:set>
                                    <p:animEffect transition="in" filter="fade">
                                      <p:cBhvr>
                                        <p:cTn id="218" dur="500"/>
                                        <p:tgtEl>
                                          <p:spTgt spid="29"/>
                                        </p:tgtEl>
                                      </p:cBhvr>
                                    </p:animEffect>
                                  </p:childTnLst>
                                </p:cTn>
                              </p:par>
                              <p:par>
                                <p:cTn id="219" presetID="10" presetClass="entr" presetSubtype="0" fill="hold" grpId="0" nodeType="withEffect">
                                  <p:stCondLst>
                                    <p:cond delay="1000"/>
                                  </p:stCondLst>
                                  <p:childTnLst>
                                    <p:set>
                                      <p:cBhvr>
                                        <p:cTn id="220" dur="1" fill="hold">
                                          <p:stCondLst>
                                            <p:cond delay="0"/>
                                          </p:stCondLst>
                                        </p:cTn>
                                        <p:tgtEl>
                                          <p:spTgt spid="30"/>
                                        </p:tgtEl>
                                        <p:attrNameLst>
                                          <p:attrName>style.visibility</p:attrName>
                                        </p:attrNameLst>
                                      </p:cBhvr>
                                      <p:to>
                                        <p:strVal val="visible"/>
                                      </p:to>
                                    </p:set>
                                    <p:animEffect transition="in" filter="fade">
                                      <p:cBhvr>
                                        <p:cTn id="221" dur="500"/>
                                        <p:tgtEl>
                                          <p:spTgt spid="30"/>
                                        </p:tgtEl>
                                      </p:cBhvr>
                                    </p:animEffect>
                                  </p:childTnLst>
                                </p:cTn>
                              </p:par>
                              <p:par>
                                <p:cTn id="222" presetID="10" presetClass="entr" presetSubtype="0" fill="hold" grpId="0" nodeType="withEffect">
                                  <p:stCondLst>
                                    <p:cond delay="1000"/>
                                  </p:stCondLst>
                                  <p:childTnLst>
                                    <p:set>
                                      <p:cBhvr>
                                        <p:cTn id="223" dur="1" fill="hold">
                                          <p:stCondLst>
                                            <p:cond delay="0"/>
                                          </p:stCondLst>
                                        </p:cTn>
                                        <p:tgtEl>
                                          <p:spTgt spid="31"/>
                                        </p:tgtEl>
                                        <p:attrNameLst>
                                          <p:attrName>style.visibility</p:attrName>
                                        </p:attrNameLst>
                                      </p:cBhvr>
                                      <p:to>
                                        <p:strVal val="visible"/>
                                      </p:to>
                                    </p:set>
                                    <p:animEffect transition="in" filter="fade">
                                      <p:cBhvr>
                                        <p:cTn id="224" dur="500"/>
                                        <p:tgtEl>
                                          <p:spTgt spid="31"/>
                                        </p:tgtEl>
                                      </p:cBhvr>
                                    </p:animEffect>
                                  </p:childTnLst>
                                </p:cTn>
                              </p:par>
                              <p:par>
                                <p:cTn id="225" presetID="10" presetClass="entr" presetSubtype="0" fill="hold" nodeType="withEffect">
                                  <p:stCondLst>
                                    <p:cond delay="1000"/>
                                  </p:stCondLst>
                                  <p:childTnLst>
                                    <p:set>
                                      <p:cBhvr>
                                        <p:cTn id="226" dur="1" fill="hold">
                                          <p:stCondLst>
                                            <p:cond delay="0"/>
                                          </p:stCondLst>
                                        </p:cTn>
                                        <p:tgtEl>
                                          <p:spTgt spid="32"/>
                                        </p:tgtEl>
                                        <p:attrNameLst>
                                          <p:attrName>style.visibility</p:attrName>
                                        </p:attrNameLst>
                                      </p:cBhvr>
                                      <p:to>
                                        <p:strVal val="visible"/>
                                      </p:to>
                                    </p:set>
                                    <p:animEffect transition="in" filter="fade">
                                      <p:cBhvr>
                                        <p:cTn id="227" dur="500"/>
                                        <p:tgtEl>
                                          <p:spTgt spid="32"/>
                                        </p:tgtEl>
                                      </p:cBhvr>
                                    </p:animEffect>
                                  </p:childTnLst>
                                </p:cTn>
                              </p:par>
                              <p:par>
                                <p:cTn id="228" presetID="10" presetClass="entr" presetSubtype="0" fill="hold" grpId="0" nodeType="withEffect">
                                  <p:stCondLst>
                                    <p:cond delay="1000"/>
                                  </p:stCondLst>
                                  <p:childTnLst>
                                    <p:set>
                                      <p:cBhvr>
                                        <p:cTn id="229" dur="1" fill="hold">
                                          <p:stCondLst>
                                            <p:cond delay="0"/>
                                          </p:stCondLst>
                                        </p:cTn>
                                        <p:tgtEl>
                                          <p:spTgt spid="37"/>
                                        </p:tgtEl>
                                        <p:attrNameLst>
                                          <p:attrName>style.visibility</p:attrName>
                                        </p:attrNameLst>
                                      </p:cBhvr>
                                      <p:to>
                                        <p:strVal val="visible"/>
                                      </p:to>
                                    </p:set>
                                    <p:animEffect transition="in" filter="fade">
                                      <p:cBhvr>
                                        <p:cTn id="230" dur="500"/>
                                        <p:tgtEl>
                                          <p:spTgt spid="37"/>
                                        </p:tgtEl>
                                      </p:cBhvr>
                                    </p:animEffect>
                                  </p:childTnLst>
                                </p:cTn>
                              </p:par>
                              <p:par>
                                <p:cTn id="231" presetID="10" presetClass="entr" presetSubtype="0" fill="hold" nodeType="withEffect">
                                  <p:stCondLst>
                                    <p:cond delay="1000"/>
                                  </p:stCondLst>
                                  <p:childTnLst>
                                    <p:set>
                                      <p:cBhvr>
                                        <p:cTn id="232" dur="1" fill="hold">
                                          <p:stCondLst>
                                            <p:cond delay="0"/>
                                          </p:stCondLst>
                                        </p:cTn>
                                        <p:tgtEl>
                                          <p:spTgt spid="40"/>
                                        </p:tgtEl>
                                        <p:attrNameLst>
                                          <p:attrName>style.visibility</p:attrName>
                                        </p:attrNameLst>
                                      </p:cBhvr>
                                      <p:to>
                                        <p:strVal val="visible"/>
                                      </p:to>
                                    </p:set>
                                    <p:animEffect transition="in" filter="fade">
                                      <p:cBhvr>
                                        <p:cTn id="233" dur="500"/>
                                        <p:tgtEl>
                                          <p:spTgt spid="40"/>
                                        </p:tgtEl>
                                      </p:cBhvr>
                                    </p:animEffect>
                                  </p:childTnLst>
                                </p:cTn>
                              </p:par>
                              <p:par>
                                <p:cTn id="234" presetID="10" presetClass="entr" presetSubtype="0" fill="hold" grpId="0" nodeType="withEffect">
                                  <p:stCondLst>
                                    <p:cond delay="1000"/>
                                  </p:stCondLst>
                                  <p:childTnLst>
                                    <p:set>
                                      <p:cBhvr>
                                        <p:cTn id="235" dur="1" fill="hold">
                                          <p:stCondLst>
                                            <p:cond delay="0"/>
                                          </p:stCondLst>
                                        </p:cTn>
                                        <p:tgtEl>
                                          <p:spTgt spid="41"/>
                                        </p:tgtEl>
                                        <p:attrNameLst>
                                          <p:attrName>style.visibility</p:attrName>
                                        </p:attrNameLst>
                                      </p:cBhvr>
                                      <p:to>
                                        <p:strVal val="visible"/>
                                      </p:to>
                                    </p:set>
                                    <p:animEffect transition="in" filter="fade">
                                      <p:cBhvr>
                                        <p:cTn id="236" dur="500"/>
                                        <p:tgtEl>
                                          <p:spTgt spid="41"/>
                                        </p:tgtEl>
                                      </p:cBhvr>
                                    </p:animEffect>
                                  </p:childTnLst>
                                </p:cTn>
                              </p:par>
                              <p:par>
                                <p:cTn id="237" presetID="10" presetClass="entr" presetSubtype="0" fill="hold" grpId="0" nodeType="withEffect">
                                  <p:stCondLst>
                                    <p:cond delay="1000"/>
                                  </p:stCondLst>
                                  <p:childTnLst>
                                    <p:set>
                                      <p:cBhvr>
                                        <p:cTn id="238" dur="1" fill="hold">
                                          <p:stCondLst>
                                            <p:cond delay="0"/>
                                          </p:stCondLst>
                                        </p:cTn>
                                        <p:tgtEl>
                                          <p:spTgt spid="43"/>
                                        </p:tgtEl>
                                        <p:attrNameLst>
                                          <p:attrName>style.visibility</p:attrName>
                                        </p:attrNameLst>
                                      </p:cBhvr>
                                      <p:to>
                                        <p:strVal val="visible"/>
                                      </p:to>
                                    </p:set>
                                    <p:animEffect transition="in" filter="fade">
                                      <p:cBhvr>
                                        <p:cTn id="239" dur="500"/>
                                        <p:tgtEl>
                                          <p:spTgt spid="43"/>
                                        </p:tgtEl>
                                      </p:cBhvr>
                                    </p:animEffect>
                                  </p:childTnLst>
                                </p:cTn>
                              </p:par>
                              <p:par>
                                <p:cTn id="240" presetID="10" presetClass="entr" presetSubtype="0" fill="hold" grpId="0" nodeType="withEffect">
                                  <p:stCondLst>
                                    <p:cond delay="1000"/>
                                  </p:stCondLst>
                                  <p:childTnLst>
                                    <p:set>
                                      <p:cBhvr>
                                        <p:cTn id="241" dur="1" fill="hold">
                                          <p:stCondLst>
                                            <p:cond delay="0"/>
                                          </p:stCondLst>
                                        </p:cTn>
                                        <p:tgtEl>
                                          <p:spTgt spid="44"/>
                                        </p:tgtEl>
                                        <p:attrNameLst>
                                          <p:attrName>style.visibility</p:attrName>
                                        </p:attrNameLst>
                                      </p:cBhvr>
                                      <p:to>
                                        <p:strVal val="visible"/>
                                      </p:to>
                                    </p:set>
                                    <p:animEffect transition="in" filter="fade">
                                      <p:cBhvr>
                                        <p:cTn id="242" dur="500"/>
                                        <p:tgtEl>
                                          <p:spTgt spid="44"/>
                                        </p:tgtEl>
                                      </p:cBhvr>
                                    </p:animEffect>
                                  </p:childTnLst>
                                </p:cTn>
                              </p:par>
                              <p:par>
                                <p:cTn id="243" presetID="10" presetClass="entr" presetSubtype="0" fill="hold" grpId="0" nodeType="withEffect">
                                  <p:stCondLst>
                                    <p:cond delay="1000"/>
                                  </p:stCondLst>
                                  <p:childTnLst>
                                    <p:set>
                                      <p:cBhvr>
                                        <p:cTn id="244" dur="1" fill="hold">
                                          <p:stCondLst>
                                            <p:cond delay="0"/>
                                          </p:stCondLst>
                                        </p:cTn>
                                        <p:tgtEl>
                                          <p:spTgt spid="45"/>
                                        </p:tgtEl>
                                        <p:attrNameLst>
                                          <p:attrName>style.visibility</p:attrName>
                                        </p:attrNameLst>
                                      </p:cBhvr>
                                      <p:to>
                                        <p:strVal val="visible"/>
                                      </p:to>
                                    </p:set>
                                    <p:animEffect transition="in" filter="fade">
                                      <p:cBhvr>
                                        <p:cTn id="245" dur="500"/>
                                        <p:tgtEl>
                                          <p:spTgt spid="45"/>
                                        </p:tgtEl>
                                      </p:cBhvr>
                                    </p:animEffect>
                                  </p:childTnLst>
                                </p:cTn>
                              </p:par>
                              <p:par>
                                <p:cTn id="246" presetID="10" presetClass="entr" presetSubtype="0" fill="hold" nodeType="withEffect">
                                  <p:stCondLst>
                                    <p:cond delay="1000"/>
                                  </p:stCondLst>
                                  <p:childTnLst>
                                    <p:set>
                                      <p:cBhvr>
                                        <p:cTn id="247" dur="1" fill="hold">
                                          <p:stCondLst>
                                            <p:cond delay="0"/>
                                          </p:stCondLst>
                                        </p:cTn>
                                        <p:tgtEl>
                                          <p:spTgt spid="124"/>
                                        </p:tgtEl>
                                        <p:attrNameLst>
                                          <p:attrName>style.visibility</p:attrName>
                                        </p:attrNameLst>
                                      </p:cBhvr>
                                      <p:to>
                                        <p:strVal val="visible"/>
                                      </p:to>
                                    </p:set>
                                    <p:animEffect transition="in" filter="fade">
                                      <p:cBhvr>
                                        <p:cTn id="248" dur="500"/>
                                        <p:tgtEl>
                                          <p:spTgt spid="124"/>
                                        </p:tgtEl>
                                      </p:cBhvr>
                                    </p:animEffect>
                                  </p:childTnLst>
                                </p:cTn>
                              </p:par>
                            </p:childTnLst>
                          </p:cTn>
                        </p:par>
                        <p:par>
                          <p:cTn id="249" fill="hold">
                            <p:stCondLst>
                              <p:cond delay="8500"/>
                            </p:stCondLst>
                            <p:childTnLst>
                              <p:par>
                                <p:cTn id="250" presetID="10" presetClass="entr" presetSubtype="0" fill="hold" grpId="0" nodeType="afterEffect">
                                  <p:stCondLst>
                                    <p:cond delay="0"/>
                                  </p:stCondLst>
                                  <p:childTnLst>
                                    <p:set>
                                      <p:cBhvr>
                                        <p:cTn id="251" dur="1" fill="hold">
                                          <p:stCondLst>
                                            <p:cond delay="0"/>
                                          </p:stCondLst>
                                        </p:cTn>
                                        <p:tgtEl>
                                          <p:spTgt spid="46"/>
                                        </p:tgtEl>
                                        <p:attrNameLst>
                                          <p:attrName>style.visibility</p:attrName>
                                        </p:attrNameLst>
                                      </p:cBhvr>
                                      <p:to>
                                        <p:strVal val="visible"/>
                                      </p:to>
                                    </p:set>
                                    <p:animEffect transition="in" filter="fade">
                                      <p:cBhvr>
                                        <p:cTn id="252" dur="500"/>
                                        <p:tgtEl>
                                          <p:spTgt spid="46"/>
                                        </p:tgtEl>
                                      </p:cBhvr>
                                    </p:animEffect>
                                  </p:childTnLst>
                                </p:cTn>
                              </p:par>
                            </p:childTnLst>
                          </p:cTn>
                        </p:par>
                        <p:par>
                          <p:cTn id="253" fill="hold">
                            <p:stCondLst>
                              <p:cond delay="9000"/>
                            </p:stCondLst>
                            <p:childTnLst>
                              <p:par>
                                <p:cTn id="254" presetID="10" presetClass="entr" presetSubtype="0" fill="hold" nodeType="afterEffect">
                                  <p:stCondLst>
                                    <p:cond delay="0"/>
                                  </p:stCondLst>
                                  <p:childTnLst>
                                    <p:set>
                                      <p:cBhvr>
                                        <p:cTn id="255" dur="1" fill="hold">
                                          <p:stCondLst>
                                            <p:cond delay="0"/>
                                          </p:stCondLst>
                                        </p:cTn>
                                        <p:tgtEl>
                                          <p:spTgt spid="42"/>
                                        </p:tgtEl>
                                        <p:attrNameLst>
                                          <p:attrName>style.visibility</p:attrName>
                                        </p:attrNameLst>
                                      </p:cBhvr>
                                      <p:to>
                                        <p:strVal val="visible"/>
                                      </p:to>
                                    </p:set>
                                    <p:animEffect transition="in" filter="fade">
                                      <p:cBhvr>
                                        <p:cTn id="256" dur="500"/>
                                        <p:tgtEl>
                                          <p:spTgt spid="42"/>
                                        </p:tgtEl>
                                      </p:cBhvr>
                                    </p:animEffect>
                                  </p:childTnLst>
                                </p:cTn>
                              </p:par>
                              <p:par>
                                <p:cTn id="257" presetID="10" presetClass="entr" presetSubtype="0" fill="hold" nodeType="withEffect">
                                  <p:stCondLst>
                                    <p:cond delay="0"/>
                                  </p:stCondLst>
                                  <p:childTnLst>
                                    <p:set>
                                      <p:cBhvr>
                                        <p:cTn id="258" dur="1" fill="hold">
                                          <p:stCondLst>
                                            <p:cond delay="0"/>
                                          </p:stCondLst>
                                        </p:cTn>
                                        <p:tgtEl>
                                          <p:spTgt spid="27"/>
                                        </p:tgtEl>
                                        <p:attrNameLst>
                                          <p:attrName>style.visibility</p:attrName>
                                        </p:attrNameLst>
                                      </p:cBhvr>
                                      <p:to>
                                        <p:strVal val="visible"/>
                                      </p:to>
                                    </p:set>
                                    <p:animEffect transition="in" filter="fade">
                                      <p:cBhvr>
                                        <p:cTn id="259" dur="500"/>
                                        <p:tgtEl>
                                          <p:spTgt spid="27"/>
                                        </p:tgtEl>
                                      </p:cBhvr>
                                    </p:animEffect>
                                  </p:childTnLst>
                                </p:cTn>
                              </p:par>
                              <p:par>
                                <p:cTn id="260" presetID="10" presetClass="entr" presetSubtype="0" fill="hold" grpId="0" nodeType="withEffect">
                                  <p:stCondLst>
                                    <p:cond delay="0"/>
                                  </p:stCondLst>
                                  <p:childTnLst>
                                    <p:set>
                                      <p:cBhvr>
                                        <p:cTn id="261" dur="1" fill="hold">
                                          <p:stCondLst>
                                            <p:cond delay="0"/>
                                          </p:stCondLst>
                                        </p:cTn>
                                        <p:tgtEl>
                                          <p:spTgt spid="52"/>
                                        </p:tgtEl>
                                        <p:attrNameLst>
                                          <p:attrName>style.visibility</p:attrName>
                                        </p:attrNameLst>
                                      </p:cBhvr>
                                      <p:to>
                                        <p:strVal val="visible"/>
                                      </p:to>
                                    </p:set>
                                    <p:animEffect transition="in" filter="fade">
                                      <p:cBhvr>
                                        <p:cTn id="262" dur="500"/>
                                        <p:tgtEl>
                                          <p:spTgt spid="52"/>
                                        </p:tgtEl>
                                      </p:cBhvr>
                                    </p:animEffect>
                                  </p:childTnLst>
                                </p:cTn>
                              </p:par>
                              <p:par>
                                <p:cTn id="263" presetID="10" presetClass="entr" presetSubtype="0" fill="hold" grpId="0" nodeType="withEffect">
                                  <p:stCondLst>
                                    <p:cond delay="0"/>
                                  </p:stCondLst>
                                  <p:childTnLst>
                                    <p:set>
                                      <p:cBhvr>
                                        <p:cTn id="264" dur="1" fill="hold">
                                          <p:stCondLst>
                                            <p:cond delay="0"/>
                                          </p:stCondLst>
                                        </p:cTn>
                                        <p:tgtEl>
                                          <p:spTgt spid="53"/>
                                        </p:tgtEl>
                                        <p:attrNameLst>
                                          <p:attrName>style.visibility</p:attrName>
                                        </p:attrNameLst>
                                      </p:cBhvr>
                                      <p:to>
                                        <p:strVal val="visible"/>
                                      </p:to>
                                    </p:set>
                                    <p:animEffect transition="in" filter="fade">
                                      <p:cBhvr>
                                        <p:cTn id="265" dur="500"/>
                                        <p:tgtEl>
                                          <p:spTgt spid="53"/>
                                        </p:tgtEl>
                                      </p:cBhvr>
                                    </p:animEffect>
                                  </p:childTnLst>
                                </p:cTn>
                              </p:par>
                              <p:par>
                                <p:cTn id="266" presetID="10" presetClass="entr" presetSubtype="0" fill="hold" grpId="0" nodeType="withEffect">
                                  <p:stCondLst>
                                    <p:cond delay="0"/>
                                  </p:stCondLst>
                                  <p:childTnLst>
                                    <p:set>
                                      <p:cBhvr>
                                        <p:cTn id="267" dur="1" fill="hold">
                                          <p:stCondLst>
                                            <p:cond delay="0"/>
                                          </p:stCondLst>
                                        </p:cTn>
                                        <p:tgtEl>
                                          <p:spTgt spid="54"/>
                                        </p:tgtEl>
                                        <p:attrNameLst>
                                          <p:attrName>style.visibility</p:attrName>
                                        </p:attrNameLst>
                                      </p:cBhvr>
                                      <p:to>
                                        <p:strVal val="visible"/>
                                      </p:to>
                                    </p:set>
                                    <p:animEffect transition="in" filter="fade">
                                      <p:cBhvr>
                                        <p:cTn id="268" dur="500"/>
                                        <p:tgtEl>
                                          <p:spTgt spid="54"/>
                                        </p:tgtEl>
                                      </p:cBhvr>
                                    </p:animEffect>
                                  </p:childTnLst>
                                </p:cTn>
                              </p:par>
                              <p:par>
                                <p:cTn id="269" presetID="10" presetClass="entr" presetSubtype="0" fill="hold" grpId="0" nodeType="withEffect">
                                  <p:stCondLst>
                                    <p:cond delay="0"/>
                                  </p:stCondLst>
                                  <p:childTnLst>
                                    <p:set>
                                      <p:cBhvr>
                                        <p:cTn id="270" dur="1" fill="hold">
                                          <p:stCondLst>
                                            <p:cond delay="0"/>
                                          </p:stCondLst>
                                        </p:cTn>
                                        <p:tgtEl>
                                          <p:spTgt spid="55"/>
                                        </p:tgtEl>
                                        <p:attrNameLst>
                                          <p:attrName>style.visibility</p:attrName>
                                        </p:attrNameLst>
                                      </p:cBhvr>
                                      <p:to>
                                        <p:strVal val="visible"/>
                                      </p:to>
                                    </p:set>
                                    <p:animEffect transition="in" filter="fade">
                                      <p:cBhvr>
                                        <p:cTn id="271" dur="500"/>
                                        <p:tgtEl>
                                          <p:spTgt spid="55"/>
                                        </p:tgtEl>
                                      </p:cBhvr>
                                    </p:animEffect>
                                  </p:childTnLst>
                                </p:cTn>
                              </p:par>
                              <p:par>
                                <p:cTn id="272" presetID="10" presetClass="entr" presetSubtype="0" fill="hold" grpId="0" nodeType="withEffect">
                                  <p:stCondLst>
                                    <p:cond delay="0"/>
                                  </p:stCondLst>
                                  <p:childTnLst>
                                    <p:set>
                                      <p:cBhvr>
                                        <p:cTn id="273" dur="1" fill="hold">
                                          <p:stCondLst>
                                            <p:cond delay="0"/>
                                          </p:stCondLst>
                                        </p:cTn>
                                        <p:tgtEl>
                                          <p:spTgt spid="56"/>
                                        </p:tgtEl>
                                        <p:attrNameLst>
                                          <p:attrName>style.visibility</p:attrName>
                                        </p:attrNameLst>
                                      </p:cBhvr>
                                      <p:to>
                                        <p:strVal val="visible"/>
                                      </p:to>
                                    </p:set>
                                    <p:animEffect transition="in" filter="fade">
                                      <p:cBhvr>
                                        <p:cTn id="274" dur="500"/>
                                        <p:tgtEl>
                                          <p:spTgt spid="56"/>
                                        </p:tgtEl>
                                      </p:cBhvr>
                                    </p:animEffect>
                                  </p:childTnLst>
                                </p:cTn>
                              </p:par>
                              <p:par>
                                <p:cTn id="275" presetID="10" presetClass="entr" presetSubtype="0" fill="hold" grpId="0" nodeType="withEffect">
                                  <p:stCondLst>
                                    <p:cond delay="0"/>
                                  </p:stCondLst>
                                  <p:childTnLst>
                                    <p:set>
                                      <p:cBhvr>
                                        <p:cTn id="276" dur="1" fill="hold">
                                          <p:stCondLst>
                                            <p:cond delay="0"/>
                                          </p:stCondLst>
                                        </p:cTn>
                                        <p:tgtEl>
                                          <p:spTgt spid="57"/>
                                        </p:tgtEl>
                                        <p:attrNameLst>
                                          <p:attrName>style.visibility</p:attrName>
                                        </p:attrNameLst>
                                      </p:cBhvr>
                                      <p:to>
                                        <p:strVal val="visible"/>
                                      </p:to>
                                    </p:set>
                                    <p:animEffect transition="in" filter="fade">
                                      <p:cBhvr>
                                        <p:cTn id="277" dur="500"/>
                                        <p:tgtEl>
                                          <p:spTgt spid="57"/>
                                        </p:tgtEl>
                                      </p:cBhvr>
                                    </p:animEffect>
                                  </p:childTnLst>
                                </p:cTn>
                              </p:par>
                              <p:par>
                                <p:cTn id="278" presetID="10" presetClass="entr" presetSubtype="0" fill="hold" grpId="0" nodeType="withEffect">
                                  <p:stCondLst>
                                    <p:cond delay="0"/>
                                  </p:stCondLst>
                                  <p:childTnLst>
                                    <p:set>
                                      <p:cBhvr>
                                        <p:cTn id="279" dur="1" fill="hold">
                                          <p:stCondLst>
                                            <p:cond delay="0"/>
                                          </p:stCondLst>
                                        </p:cTn>
                                        <p:tgtEl>
                                          <p:spTgt spid="58"/>
                                        </p:tgtEl>
                                        <p:attrNameLst>
                                          <p:attrName>style.visibility</p:attrName>
                                        </p:attrNameLst>
                                      </p:cBhvr>
                                      <p:to>
                                        <p:strVal val="visible"/>
                                      </p:to>
                                    </p:set>
                                    <p:animEffect transition="in" filter="fade">
                                      <p:cBhvr>
                                        <p:cTn id="280" dur="500"/>
                                        <p:tgtEl>
                                          <p:spTgt spid="58"/>
                                        </p:tgtEl>
                                      </p:cBhvr>
                                    </p:animEffect>
                                  </p:childTnLst>
                                </p:cTn>
                              </p:par>
                              <p:par>
                                <p:cTn id="281" presetID="10" presetClass="entr" presetSubtype="0" fill="hold" grpId="0" nodeType="withEffect">
                                  <p:stCondLst>
                                    <p:cond delay="0"/>
                                  </p:stCondLst>
                                  <p:childTnLst>
                                    <p:set>
                                      <p:cBhvr>
                                        <p:cTn id="282" dur="1" fill="hold">
                                          <p:stCondLst>
                                            <p:cond delay="0"/>
                                          </p:stCondLst>
                                        </p:cTn>
                                        <p:tgtEl>
                                          <p:spTgt spid="59"/>
                                        </p:tgtEl>
                                        <p:attrNameLst>
                                          <p:attrName>style.visibility</p:attrName>
                                        </p:attrNameLst>
                                      </p:cBhvr>
                                      <p:to>
                                        <p:strVal val="visible"/>
                                      </p:to>
                                    </p:set>
                                    <p:animEffect transition="in" filter="fade">
                                      <p:cBhvr>
                                        <p:cTn id="283" dur="500"/>
                                        <p:tgtEl>
                                          <p:spTgt spid="59"/>
                                        </p:tgtEl>
                                      </p:cBhvr>
                                    </p:animEffect>
                                  </p:childTnLst>
                                </p:cTn>
                              </p:par>
                            </p:childTnLst>
                          </p:cTn>
                        </p:par>
                        <p:par>
                          <p:cTn id="284" fill="hold">
                            <p:stCondLst>
                              <p:cond delay="9500"/>
                            </p:stCondLst>
                            <p:childTnLst>
                              <p:par>
                                <p:cTn id="285" presetID="10" presetClass="entr" presetSubtype="0" fill="hold" grpId="0" nodeType="afterEffect">
                                  <p:stCondLst>
                                    <p:cond delay="0"/>
                                  </p:stCondLst>
                                  <p:childTnLst>
                                    <p:set>
                                      <p:cBhvr>
                                        <p:cTn id="286" dur="1" fill="hold">
                                          <p:stCondLst>
                                            <p:cond delay="0"/>
                                          </p:stCondLst>
                                        </p:cTn>
                                        <p:tgtEl>
                                          <p:spTgt spid="96"/>
                                        </p:tgtEl>
                                        <p:attrNameLst>
                                          <p:attrName>style.visibility</p:attrName>
                                        </p:attrNameLst>
                                      </p:cBhvr>
                                      <p:to>
                                        <p:strVal val="visible"/>
                                      </p:to>
                                    </p:set>
                                    <p:animEffect transition="in" filter="fade">
                                      <p:cBhvr>
                                        <p:cTn id="287" dur="500"/>
                                        <p:tgtEl>
                                          <p:spTgt spid="96"/>
                                        </p:tgtEl>
                                      </p:cBhvr>
                                    </p:animEffect>
                                  </p:childTnLst>
                                </p:cTn>
                              </p:par>
                            </p:childTnLst>
                          </p:cTn>
                        </p:par>
                        <p:par>
                          <p:cTn id="288" fill="hold">
                            <p:stCondLst>
                              <p:cond delay="10000"/>
                            </p:stCondLst>
                            <p:childTnLst>
                              <p:par>
                                <p:cTn id="289" presetID="26" presetClass="emph" presetSubtype="0" fill="hold" grpId="1" nodeType="afterEffect">
                                  <p:stCondLst>
                                    <p:cond delay="500"/>
                                  </p:stCondLst>
                                  <p:childTnLst>
                                    <p:animEffect transition="out" filter="fade">
                                      <p:cBhvr>
                                        <p:cTn id="290" dur="500" tmFilter="0, 0; .2, .5; .8, .5; 1, 0"/>
                                        <p:tgtEl>
                                          <p:spTgt spid="96"/>
                                        </p:tgtEl>
                                      </p:cBhvr>
                                    </p:animEffect>
                                    <p:animScale>
                                      <p:cBhvr>
                                        <p:cTn id="291" dur="250" autoRev="1" fill="hold"/>
                                        <p:tgtEl>
                                          <p:spTgt spid="96"/>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88" grpId="0"/>
      <p:bldP spid="89" grpId="0"/>
      <p:bldP spid="94" grpId="0"/>
      <p:bldP spid="94" grpId="1"/>
      <p:bldP spid="95" grpId="0"/>
      <p:bldP spid="95" grpId="1"/>
      <p:bldP spid="96" grpId="0"/>
      <p:bldP spid="96" grpId="1"/>
      <p:bldP spid="77" grpId="0" animBg="1"/>
      <p:bldP spid="8" grpId="0" animBg="1"/>
      <p:bldP spid="22" grpId="0"/>
      <p:bldP spid="23" grpId="0"/>
      <p:bldP spid="24" grpId="0"/>
      <p:bldP spid="25" grpId="0"/>
      <p:bldP spid="30" grpId="0"/>
      <p:bldP spid="31" grpId="0"/>
      <p:bldP spid="37" grpId="0"/>
      <p:bldP spid="41" grpId="0"/>
      <p:bldP spid="43" grpId="0"/>
      <p:bldP spid="44" grpId="0"/>
      <p:bldP spid="45" grpId="0"/>
      <p:bldP spid="46" grpId="0" animBg="1"/>
      <p:bldP spid="52" grpId="0"/>
      <p:bldP spid="53" grpId="0"/>
      <p:bldP spid="54" grpId="0"/>
      <p:bldP spid="55" grpId="0"/>
      <p:bldP spid="56" grpId="0"/>
      <p:bldP spid="57" grpId="0"/>
      <p:bldP spid="58" grpId="0"/>
      <p:bldP spid="59" grpId="0"/>
      <p:bldP spid="167" grpId="0" animBg="1"/>
      <p:bldP spid="134" grpId="0" animBg="1"/>
      <p:bldP spid="137" grpId="0"/>
      <p:bldP spid="138" grpId="0"/>
      <p:bldP spid="139" grpId="0"/>
      <p:bldP spid="140" grpId="0"/>
      <p:bldP spid="143" grpId="0"/>
      <p:bldP spid="144" grpId="0"/>
      <p:bldP spid="146" grpId="0"/>
      <p:bldP spid="148" grpId="0"/>
      <p:bldP spid="150" grpId="0"/>
      <p:bldP spid="151" grpId="0"/>
      <p:bldP spid="152" grpId="0"/>
      <p:bldP spid="153" grpId="0" animBg="1"/>
      <p:bldP spid="9" grpId="0" animBg="1"/>
      <p:bldP spid="33" grpId="0" animBg="1"/>
      <p:bldP spid="36" grpId="0"/>
      <p:bldP spid="38" grpId="0"/>
      <p:bldP spid="39" grpId="0"/>
      <p:bldP spid="60" grpId="0"/>
      <p:bldP spid="63" grpId="0"/>
      <p:bldP spid="64" grpId="0"/>
      <p:bldP spid="69" grpId="0"/>
      <p:bldP spid="71" grpId="0"/>
      <p:bldP spid="72" grpId="0"/>
      <p:bldP spid="73" grpId="0"/>
      <p:bldP spid="74" grpId="0" animBg="1"/>
      <p:bldP spid="107" grpId="0"/>
      <p:bldP spid="75" grpId="0"/>
      <p:bldP spid="90" grpId="0"/>
      <p:bldP spid="91"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0A0480-9E81-2A98-DE8C-DACDFA7A458A}"/>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FB1AF53B-EC45-0FA4-8C8F-11E4FFE6C6E6}"/>
              </a:ext>
            </a:extLst>
          </p:cNvPr>
          <p:cNvSpPr>
            <a:spLocks/>
          </p:cNvSpPr>
          <p:nvPr/>
        </p:nvSpPr>
        <p:spPr>
          <a:xfrm>
            <a:off x="0" y="0"/>
            <a:ext cx="12188825" cy="6858000"/>
          </a:xfrm>
          <a:prstGeom prst="rect">
            <a:avLst/>
          </a:prstGeom>
          <a:gradFill flip="none" rotWithShape="1">
            <a:gsLst>
              <a:gs pos="0">
                <a:schemeClr val="accent2">
                  <a:lumMod val="40000"/>
                  <a:lumOff val="60000"/>
                </a:schemeClr>
              </a:gs>
              <a:gs pos="49000">
                <a:schemeClr val="accent2">
                  <a:lumMod val="95000"/>
                  <a:lumOff val="5000"/>
                </a:schemeClr>
              </a:gs>
              <a:gs pos="100000">
                <a:schemeClr val="accent2">
                  <a:lumMod val="60000"/>
                </a:schemeClr>
              </a:gs>
            </a:gsLst>
            <a:path path="circle">
              <a:fillToRect l="50000" t="130000" r="50000" b="-30000"/>
            </a:path>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accent3">
                  <a:lumMod val="60000"/>
                  <a:lumOff val="40000"/>
                </a:schemeClr>
              </a:solidFill>
              <a:latin typeface="Arial" panose="020B0604020202020204" pitchFamily="34" charset="0"/>
            </a:endParaRPr>
          </a:p>
        </p:txBody>
      </p:sp>
      <p:sp>
        <p:nvSpPr>
          <p:cNvPr id="4" name="Subtitle 2">
            <a:extLst>
              <a:ext uri="{FF2B5EF4-FFF2-40B4-BE49-F238E27FC236}">
                <a16:creationId xmlns:a16="http://schemas.microsoft.com/office/drawing/2014/main" id="{32EA3EAF-D398-DF3E-B00C-86FC3BCC39AF}"/>
              </a:ext>
            </a:extLst>
          </p:cNvPr>
          <p:cNvSpPr txBox="1">
            <a:spLocks/>
          </p:cNvSpPr>
          <p:nvPr/>
        </p:nvSpPr>
        <p:spPr>
          <a:xfrm>
            <a:off x="683390" y="1493110"/>
            <a:ext cx="4777828" cy="1769252"/>
          </a:xfrm>
          <a:prstGeom prst="rect">
            <a:avLst/>
          </a:prstGeom>
        </p:spPr>
        <p:txBody>
          <a:bodyPr vert="horz" lIns="0" tIns="0" rIns="0" bIns="0" rtlCol="0">
            <a:noAutofit/>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None/>
              <a:defRPr sz="2400" kern="1200">
                <a:solidFill>
                  <a:schemeClr val="tx1"/>
                </a:solidFill>
                <a:latin typeface="+mj-lt"/>
                <a:ea typeface="+mn-ea"/>
                <a:cs typeface="+mn-cs"/>
              </a:defRPr>
            </a:lvl1pPr>
            <a:lvl2pPr marL="4572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tabLst/>
              <a:defRPr sz="1600" kern="1200">
                <a:solidFill>
                  <a:schemeClr val="tx1"/>
                </a:solidFill>
                <a:latin typeface="+mn-lt"/>
                <a:ea typeface="+mn-ea"/>
                <a:cs typeface="+mn-cs"/>
              </a:defRPr>
            </a:lvl5pPr>
            <a:lvl6pPr marL="22860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6pPr>
            <a:lvl7pPr marL="2743200" indent="0" algn="ctr" defTabSz="914400"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7pPr>
            <a:lvl8pPr marL="32004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8pPr>
            <a:lvl9pPr marL="3657600" indent="0" algn="ctr" defTabSz="914400"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9pPr>
          </a:lstStyle>
          <a:p>
            <a:r>
              <a:rPr lang="en-US" i="1" dirty="0">
                <a:solidFill>
                  <a:schemeClr val="bg1"/>
                </a:solidFill>
              </a:rPr>
              <a:t>You’ve trusted the hypervisor to manage your workloads.  Why not let it manage your storage?</a:t>
            </a:r>
          </a:p>
        </p:txBody>
      </p:sp>
      <p:sp>
        <p:nvSpPr>
          <p:cNvPr id="5" name="Subtitle 2">
            <a:extLst>
              <a:ext uri="{FF2B5EF4-FFF2-40B4-BE49-F238E27FC236}">
                <a16:creationId xmlns:a16="http://schemas.microsoft.com/office/drawing/2014/main" id="{535CC5C2-7070-18A1-B9F6-54AFF66EC232}"/>
              </a:ext>
            </a:extLst>
          </p:cNvPr>
          <p:cNvSpPr txBox="1">
            <a:spLocks/>
          </p:cNvSpPr>
          <p:nvPr/>
        </p:nvSpPr>
        <p:spPr>
          <a:xfrm>
            <a:off x="3328714" y="5208428"/>
            <a:ext cx="5983383" cy="1323060"/>
          </a:xfrm>
          <a:prstGeom prst="rect">
            <a:avLst/>
          </a:prstGeom>
        </p:spPr>
        <p:txBody>
          <a:bodyPr vert="horz" lIns="0" tIns="0" rIns="0" bIns="0" rtlCol="0">
            <a:noAutofit/>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None/>
              <a:defRPr sz="2400" kern="1200">
                <a:solidFill>
                  <a:schemeClr val="tx1"/>
                </a:solidFill>
                <a:latin typeface="+mj-lt"/>
                <a:ea typeface="+mn-ea"/>
                <a:cs typeface="+mn-cs"/>
              </a:defRPr>
            </a:lvl1pPr>
            <a:lvl2pPr marL="4572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tabLst/>
              <a:defRPr sz="1600" kern="1200">
                <a:solidFill>
                  <a:schemeClr val="tx1"/>
                </a:solidFill>
                <a:latin typeface="+mn-lt"/>
                <a:ea typeface="+mn-ea"/>
                <a:cs typeface="+mn-cs"/>
              </a:defRPr>
            </a:lvl5pPr>
            <a:lvl6pPr marL="22860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6pPr>
            <a:lvl7pPr marL="2743200" indent="0" algn="ctr" defTabSz="914400"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7pPr>
            <a:lvl8pPr marL="32004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8pPr>
            <a:lvl9pPr marL="3657600" indent="0" algn="ctr" defTabSz="914400"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9pPr>
          </a:lstStyle>
          <a:p>
            <a:r>
              <a:rPr lang="en-US" i="1" dirty="0">
                <a:solidFill>
                  <a:schemeClr val="bg1"/>
                </a:solidFill>
              </a:rPr>
              <a:t>Manage and protect your workloads at the VM level for unprecedented levels of control, visibility, and protection</a:t>
            </a:r>
          </a:p>
        </p:txBody>
      </p:sp>
      <p:sp>
        <p:nvSpPr>
          <p:cNvPr id="6" name="Subtitle 2">
            <a:extLst>
              <a:ext uri="{FF2B5EF4-FFF2-40B4-BE49-F238E27FC236}">
                <a16:creationId xmlns:a16="http://schemas.microsoft.com/office/drawing/2014/main" id="{F5D445F2-9B91-181A-3DD0-4FB5FF05885D}"/>
              </a:ext>
            </a:extLst>
          </p:cNvPr>
          <p:cNvSpPr txBox="1">
            <a:spLocks/>
          </p:cNvSpPr>
          <p:nvPr/>
        </p:nvSpPr>
        <p:spPr>
          <a:xfrm>
            <a:off x="6802985" y="1710525"/>
            <a:ext cx="4777828" cy="1427990"/>
          </a:xfrm>
          <a:prstGeom prst="rect">
            <a:avLst/>
          </a:prstGeom>
        </p:spPr>
        <p:txBody>
          <a:bodyPr vert="horz" lIns="0" tIns="0" rIns="0" bIns="0" rtlCol="0">
            <a:noAutofit/>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None/>
              <a:defRPr sz="2400" kern="1200">
                <a:solidFill>
                  <a:schemeClr val="tx1"/>
                </a:solidFill>
                <a:latin typeface="+mj-lt"/>
                <a:ea typeface="+mn-ea"/>
                <a:cs typeface="+mn-cs"/>
              </a:defRPr>
            </a:lvl1pPr>
            <a:lvl2pPr marL="4572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tabLst/>
              <a:defRPr sz="1600" kern="1200">
                <a:solidFill>
                  <a:schemeClr val="tx1"/>
                </a:solidFill>
                <a:latin typeface="+mn-lt"/>
                <a:ea typeface="+mn-ea"/>
                <a:cs typeface="+mn-cs"/>
              </a:defRPr>
            </a:lvl5pPr>
            <a:lvl6pPr marL="22860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6pPr>
            <a:lvl7pPr marL="2743200" indent="0" algn="ctr" defTabSz="914400"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7pPr>
            <a:lvl8pPr marL="32004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8pPr>
            <a:lvl9pPr marL="3657600" indent="0" algn="ctr" defTabSz="914400"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9pPr>
          </a:lstStyle>
          <a:p>
            <a:r>
              <a:rPr lang="en-US" i="1" dirty="0">
                <a:solidFill>
                  <a:schemeClr val="bg1"/>
                </a:solidFill>
              </a:rPr>
              <a:t>vSAN is a part of the hypervisor and licensing.   Why not use it?</a:t>
            </a:r>
          </a:p>
        </p:txBody>
      </p:sp>
      <p:sp>
        <p:nvSpPr>
          <p:cNvPr id="64" name="Title 3">
            <a:extLst>
              <a:ext uri="{FF2B5EF4-FFF2-40B4-BE49-F238E27FC236}">
                <a16:creationId xmlns:a16="http://schemas.microsoft.com/office/drawing/2014/main" id="{D0DA9846-AFC6-346E-8A03-FBF3E32C9729}"/>
              </a:ext>
            </a:extLst>
          </p:cNvPr>
          <p:cNvSpPr txBox="1">
            <a:spLocks/>
          </p:cNvSpPr>
          <p:nvPr/>
        </p:nvSpPr>
        <p:spPr>
          <a:xfrm>
            <a:off x="579809" y="412751"/>
            <a:ext cx="11001004" cy="381000"/>
          </a:xfrm>
          <a:prstGeom prst="rect">
            <a:avLst/>
          </a:prstGeom>
        </p:spPr>
        <p:txBody>
          <a:bodyPr/>
          <a:lstStyle>
            <a:lvl1pPr algn="l" defTabSz="914400" rtl="0" eaLnBrk="1" latinLnBrk="0" hangingPunct="1">
              <a:lnSpc>
                <a:spcPct val="90000"/>
              </a:lnSpc>
              <a:spcBef>
                <a:spcPct val="0"/>
              </a:spcBef>
              <a:buNone/>
              <a:defRPr sz="2800" b="0" kern="1200">
                <a:solidFill>
                  <a:schemeClr val="tx1"/>
                </a:solidFill>
                <a:latin typeface="Metropolis Light" panose="00000400000000000000" pitchFamily="2" charset="0"/>
                <a:ea typeface="+mj-ea"/>
                <a:cs typeface="+mj-cs"/>
              </a:defRPr>
            </a:lvl1pPr>
          </a:lstStyle>
          <a:p>
            <a:pPr algn="ctr"/>
            <a:r>
              <a:rPr lang="en-US" sz="2800" dirty="0">
                <a:solidFill>
                  <a:schemeClr val="bg1"/>
                </a:solidFill>
                <a:latin typeface="+mj-lt"/>
              </a:rPr>
              <a:t>vSAN - The premier storage for VMware Cloud Foundation</a:t>
            </a:r>
          </a:p>
        </p:txBody>
      </p:sp>
      <p:pic>
        <p:nvPicPr>
          <p:cNvPr id="65" name="Graphic 64">
            <a:extLst>
              <a:ext uri="{FF2B5EF4-FFF2-40B4-BE49-F238E27FC236}">
                <a16:creationId xmlns:a16="http://schemas.microsoft.com/office/drawing/2014/main" id="{8739D99B-9D20-4F24-E382-298B9658E67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141912" y="2643139"/>
            <a:ext cx="1905000" cy="1905000"/>
          </a:xfrm>
          <a:prstGeom prst="rect">
            <a:avLst/>
          </a:prstGeom>
        </p:spPr>
      </p:pic>
      <p:sp>
        <p:nvSpPr>
          <p:cNvPr id="119" name="TextBox 118">
            <a:extLst>
              <a:ext uri="{FF2B5EF4-FFF2-40B4-BE49-F238E27FC236}">
                <a16:creationId xmlns:a16="http://schemas.microsoft.com/office/drawing/2014/main" id="{66A760DF-57F2-0AD3-42C6-ED6D11B533CB}"/>
              </a:ext>
            </a:extLst>
          </p:cNvPr>
          <p:cNvSpPr txBox="1"/>
          <p:nvPr/>
        </p:nvSpPr>
        <p:spPr>
          <a:xfrm>
            <a:off x="6751094" y="4213996"/>
            <a:ext cx="2045682" cy="184666"/>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i="0" u="none" strike="noStrike" kern="1200" cap="none" spc="0" normalizeH="0" baseline="0" noProof="0" dirty="0">
                <a:ln>
                  <a:noFill/>
                </a:ln>
                <a:solidFill>
                  <a:schemeClr val="bg2">
                    <a:lumMod val="90000"/>
                  </a:schemeClr>
                </a:solidFill>
                <a:effectLst/>
                <a:uLnTx/>
                <a:uFillTx/>
                <a:latin typeface="Arial" panose="020B0604020202020204" pitchFamily="34" charset="0"/>
                <a:ea typeface="+mn-ea"/>
                <a:cs typeface="+mn-cs"/>
              </a:rPr>
              <a:t>vSAN </a:t>
            </a:r>
            <a:r>
              <a:rPr lang="en-US" sz="1200" dirty="0">
                <a:solidFill>
                  <a:schemeClr val="bg2">
                    <a:lumMod val="90000"/>
                  </a:schemeClr>
                </a:solidFill>
                <a:latin typeface="Arial" panose="020B0604020202020204" pitchFamily="34" charset="0"/>
              </a:rPr>
              <a:t>storage clusters</a:t>
            </a:r>
            <a:endParaRPr kumimoji="0" lang="en-US" sz="1200" i="0" u="none" strike="noStrike" kern="1200" cap="none" spc="0" normalizeH="0" baseline="0" noProof="0" dirty="0">
              <a:ln>
                <a:noFill/>
              </a:ln>
              <a:solidFill>
                <a:schemeClr val="bg2">
                  <a:lumMod val="90000"/>
                </a:schemeClr>
              </a:solidFill>
              <a:effectLst/>
              <a:uLnTx/>
              <a:uFillTx/>
              <a:latin typeface="Arial" panose="020B0604020202020204" pitchFamily="34" charset="0"/>
              <a:ea typeface="+mn-ea"/>
              <a:cs typeface="+mn-cs"/>
            </a:endParaRPr>
          </a:p>
        </p:txBody>
      </p:sp>
      <p:grpSp>
        <p:nvGrpSpPr>
          <p:cNvPr id="120" name="Group 119">
            <a:extLst>
              <a:ext uri="{FF2B5EF4-FFF2-40B4-BE49-F238E27FC236}">
                <a16:creationId xmlns:a16="http://schemas.microsoft.com/office/drawing/2014/main" id="{E0BEA214-06CF-D7B4-39CC-7CDCC8477541}"/>
              </a:ext>
            </a:extLst>
          </p:cNvPr>
          <p:cNvGrpSpPr/>
          <p:nvPr/>
        </p:nvGrpSpPr>
        <p:grpSpPr>
          <a:xfrm>
            <a:off x="7384749" y="3738523"/>
            <a:ext cx="777769" cy="428496"/>
            <a:chOff x="1378394" y="57655"/>
            <a:chExt cx="500463" cy="275720"/>
          </a:xfrm>
          <a:noFill/>
        </p:grpSpPr>
        <p:grpSp>
          <p:nvGrpSpPr>
            <p:cNvPr id="121" name="Group 120">
              <a:extLst>
                <a:ext uri="{FF2B5EF4-FFF2-40B4-BE49-F238E27FC236}">
                  <a16:creationId xmlns:a16="http://schemas.microsoft.com/office/drawing/2014/main" id="{AB182031-9E56-DC6C-8B26-E19561DECA0B}"/>
                </a:ext>
              </a:extLst>
            </p:cNvPr>
            <p:cNvGrpSpPr/>
            <p:nvPr/>
          </p:nvGrpSpPr>
          <p:grpSpPr>
            <a:xfrm>
              <a:off x="1378394" y="57655"/>
              <a:ext cx="205188" cy="138973"/>
              <a:chOff x="1233088" y="57655"/>
              <a:chExt cx="205188" cy="138973"/>
            </a:xfrm>
            <a:grpFill/>
          </p:grpSpPr>
          <p:sp>
            <p:nvSpPr>
              <p:cNvPr id="130" name="Rectangle 129">
                <a:extLst>
                  <a:ext uri="{FF2B5EF4-FFF2-40B4-BE49-F238E27FC236}">
                    <a16:creationId xmlns:a16="http://schemas.microsoft.com/office/drawing/2014/main" id="{9FDD1CE3-94E6-8E29-9B94-2C9FE6757425}"/>
                  </a:ext>
                </a:extLst>
              </p:cNvPr>
              <p:cNvSpPr/>
              <p:nvPr/>
            </p:nvSpPr>
            <p:spPr>
              <a:xfrm>
                <a:off x="1233088" y="150909"/>
                <a:ext cx="205188" cy="45719"/>
              </a:xfrm>
              <a:prstGeom prst="rect">
                <a:avLst/>
              </a:prstGeom>
              <a:grpFill/>
              <a:ln>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grpSp>
            <p:nvGrpSpPr>
              <p:cNvPr id="131" name="Group 130">
                <a:extLst>
                  <a:ext uri="{FF2B5EF4-FFF2-40B4-BE49-F238E27FC236}">
                    <a16:creationId xmlns:a16="http://schemas.microsoft.com/office/drawing/2014/main" id="{7786595A-9509-AB1F-B922-31D167823636}"/>
                  </a:ext>
                </a:extLst>
              </p:cNvPr>
              <p:cNvGrpSpPr/>
              <p:nvPr/>
            </p:nvGrpSpPr>
            <p:grpSpPr>
              <a:xfrm>
                <a:off x="1247162" y="57655"/>
                <a:ext cx="177040" cy="59882"/>
                <a:chOff x="874169" y="57655"/>
                <a:chExt cx="177040" cy="59882"/>
              </a:xfrm>
              <a:grpFill/>
            </p:grpSpPr>
            <p:sp>
              <p:nvSpPr>
                <p:cNvPr id="132" name="Rectangle 131">
                  <a:extLst>
                    <a:ext uri="{FF2B5EF4-FFF2-40B4-BE49-F238E27FC236}">
                      <a16:creationId xmlns:a16="http://schemas.microsoft.com/office/drawing/2014/main" id="{F8EFE01C-D6E5-CDA9-680B-79FCE87AC925}"/>
                    </a:ext>
                  </a:extLst>
                </p:cNvPr>
                <p:cNvSpPr/>
                <p:nvPr/>
              </p:nvSpPr>
              <p:spPr>
                <a:xfrm>
                  <a:off x="874169" y="57655"/>
                  <a:ext cx="59882" cy="59882"/>
                </a:xfrm>
                <a:prstGeom prst="rect">
                  <a:avLst/>
                </a:prstGeom>
                <a:grp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3" name="Rectangle 132">
                  <a:extLst>
                    <a:ext uri="{FF2B5EF4-FFF2-40B4-BE49-F238E27FC236}">
                      <a16:creationId xmlns:a16="http://schemas.microsoft.com/office/drawing/2014/main" id="{DB65F38A-D128-F9A1-10C1-DCB974AF818D}"/>
                    </a:ext>
                  </a:extLst>
                </p:cNvPr>
                <p:cNvSpPr/>
                <p:nvPr/>
              </p:nvSpPr>
              <p:spPr>
                <a:xfrm>
                  <a:off x="991327" y="57655"/>
                  <a:ext cx="59882" cy="59882"/>
                </a:xfrm>
                <a:prstGeom prst="rect">
                  <a:avLst/>
                </a:prstGeom>
                <a:grp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sp>
          <p:nvSpPr>
            <p:cNvPr id="122" name="Rectangle 121">
              <a:extLst>
                <a:ext uri="{FF2B5EF4-FFF2-40B4-BE49-F238E27FC236}">
                  <a16:creationId xmlns:a16="http://schemas.microsoft.com/office/drawing/2014/main" id="{FEC3F7CD-7680-3114-7875-E99BCEE5A685}"/>
                </a:ext>
              </a:extLst>
            </p:cNvPr>
            <p:cNvSpPr/>
            <p:nvPr/>
          </p:nvSpPr>
          <p:spPr>
            <a:xfrm>
              <a:off x="1410936" y="287656"/>
              <a:ext cx="435768" cy="45719"/>
            </a:xfrm>
            <a:prstGeom prst="rect">
              <a:avLst/>
            </a:prstGeom>
            <a:grpFill/>
            <a:ln>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grpSp>
          <p:nvGrpSpPr>
            <p:cNvPr id="123" name="Group 122">
              <a:extLst>
                <a:ext uri="{FF2B5EF4-FFF2-40B4-BE49-F238E27FC236}">
                  <a16:creationId xmlns:a16="http://schemas.microsoft.com/office/drawing/2014/main" id="{71720CAB-5711-ACE0-867A-6AFE9535069B}"/>
                </a:ext>
              </a:extLst>
            </p:cNvPr>
            <p:cNvGrpSpPr/>
            <p:nvPr/>
          </p:nvGrpSpPr>
          <p:grpSpPr>
            <a:xfrm>
              <a:off x="1673669" y="57655"/>
              <a:ext cx="205188" cy="138973"/>
              <a:chOff x="1233088" y="57655"/>
              <a:chExt cx="205188" cy="138973"/>
            </a:xfrm>
            <a:grpFill/>
          </p:grpSpPr>
          <p:sp>
            <p:nvSpPr>
              <p:cNvPr id="126" name="Rectangle 125">
                <a:extLst>
                  <a:ext uri="{FF2B5EF4-FFF2-40B4-BE49-F238E27FC236}">
                    <a16:creationId xmlns:a16="http://schemas.microsoft.com/office/drawing/2014/main" id="{BD325E4B-9EDF-5A9F-A71C-3AD01561ED6D}"/>
                  </a:ext>
                </a:extLst>
              </p:cNvPr>
              <p:cNvSpPr/>
              <p:nvPr/>
            </p:nvSpPr>
            <p:spPr>
              <a:xfrm>
                <a:off x="1233088" y="150909"/>
                <a:ext cx="205188" cy="45719"/>
              </a:xfrm>
              <a:prstGeom prst="rect">
                <a:avLst/>
              </a:prstGeom>
              <a:grpFill/>
              <a:ln>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grpSp>
            <p:nvGrpSpPr>
              <p:cNvPr id="127" name="Group 126">
                <a:extLst>
                  <a:ext uri="{FF2B5EF4-FFF2-40B4-BE49-F238E27FC236}">
                    <a16:creationId xmlns:a16="http://schemas.microsoft.com/office/drawing/2014/main" id="{6235096B-2D99-2B3D-237A-AD1DCA1A298B}"/>
                  </a:ext>
                </a:extLst>
              </p:cNvPr>
              <p:cNvGrpSpPr/>
              <p:nvPr/>
            </p:nvGrpSpPr>
            <p:grpSpPr>
              <a:xfrm>
                <a:off x="1247162" y="57655"/>
                <a:ext cx="177040" cy="59882"/>
                <a:chOff x="874169" y="57655"/>
                <a:chExt cx="177040" cy="59882"/>
              </a:xfrm>
              <a:grpFill/>
            </p:grpSpPr>
            <p:sp>
              <p:nvSpPr>
                <p:cNvPr id="128" name="Rectangle 127">
                  <a:extLst>
                    <a:ext uri="{FF2B5EF4-FFF2-40B4-BE49-F238E27FC236}">
                      <a16:creationId xmlns:a16="http://schemas.microsoft.com/office/drawing/2014/main" id="{E9250953-CFFA-271D-B553-45AD5AAE556A}"/>
                    </a:ext>
                  </a:extLst>
                </p:cNvPr>
                <p:cNvSpPr/>
                <p:nvPr/>
              </p:nvSpPr>
              <p:spPr>
                <a:xfrm>
                  <a:off x="874169" y="57655"/>
                  <a:ext cx="59882" cy="59882"/>
                </a:xfrm>
                <a:prstGeom prst="rect">
                  <a:avLst/>
                </a:prstGeom>
                <a:grp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29" name="Rectangle 128">
                  <a:extLst>
                    <a:ext uri="{FF2B5EF4-FFF2-40B4-BE49-F238E27FC236}">
                      <a16:creationId xmlns:a16="http://schemas.microsoft.com/office/drawing/2014/main" id="{23096DB0-C770-B9E7-2601-16E73F4A0707}"/>
                    </a:ext>
                  </a:extLst>
                </p:cNvPr>
                <p:cNvSpPr/>
                <p:nvPr/>
              </p:nvSpPr>
              <p:spPr>
                <a:xfrm>
                  <a:off x="991327" y="57655"/>
                  <a:ext cx="59882" cy="59882"/>
                </a:xfrm>
                <a:prstGeom prst="rect">
                  <a:avLst/>
                </a:prstGeom>
                <a:grp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cxnSp>
          <p:nvCxnSpPr>
            <p:cNvPr id="124" name="Straight Connector 123">
              <a:extLst>
                <a:ext uri="{FF2B5EF4-FFF2-40B4-BE49-F238E27FC236}">
                  <a16:creationId xmlns:a16="http://schemas.microsoft.com/office/drawing/2014/main" id="{F9C6B5AE-22CC-3BEC-2889-AB48CB28298C}"/>
                </a:ext>
              </a:extLst>
            </p:cNvPr>
            <p:cNvCxnSpPr>
              <a:cxnSpLocks/>
            </p:cNvCxnSpPr>
            <p:nvPr/>
          </p:nvCxnSpPr>
          <p:spPr bwMode="gray">
            <a:xfrm flipV="1">
              <a:off x="1628820" y="230000"/>
              <a:ext cx="0" cy="34406"/>
            </a:xfrm>
            <a:prstGeom prst="line">
              <a:avLst/>
            </a:prstGeom>
            <a:grpFill/>
            <a:ln w="6350">
              <a:solidFill>
                <a:schemeClr val="accent3">
                  <a:lumMod val="60000"/>
                  <a:lumOff val="4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7EBD16C7-BF11-DF2E-DA74-78F7835D9F4C}"/>
                </a:ext>
              </a:extLst>
            </p:cNvPr>
            <p:cNvCxnSpPr>
              <a:cxnSpLocks/>
            </p:cNvCxnSpPr>
            <p:nvPr/>
          </p:nvCxnSpPr>
          <p:spPr bwMode="gray">
            <a:xfrm>
              <a:off x="1466864" y="230000"/>
              <a:ext cx="323913" cy="0"/>
            </a:xfrm>
            <a:prstGeom prst="line">
              <a:avLst/>
            </a:prstGeom>
            <a:grpFill/>
            <a:ln w="6350">
              <a:solidFill>
                <a:schemeClr val="accent3">
                  <a:lumMod val="60000"/>
                  <a:lumOff val="4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134" name="Group 133">
            <a:extLst>
              <a:ext uri="{FF2B5EF4-FFF2-40B4-BE49-F238E27FC236}">
                <a16:creationId xmlns:a16="http://schemas.microsoft.com/office/drawing/2014/main" id="{31C03590-D242-0A13-8964-97196BCA4AD9}"/>
              </a:ext>
            </a:extLst>
          </p:cNvPr>
          <p:cNvGrpSpPr/>
          <p:nvPr/>
        </p:nvGrpSpPr>
        <p:grpSpPr>
          <a:xfrm>
            <a:off x="4084369" y="3737577"/>
            <a:ext cx="711695" cy="429444"/>
            <a:chOff x="392556" y="57655"/>
            <a:chExt cx="435768" cy="262947"/>
          </a:xfrm>
        </p:grpSpPr>
        <p:sp>
          <p:nvSpPr>
            <p:cNvPr id="135" name="Rectangle 134">
              <a:extLst>
                <a:ext uri="{FF2B5EF4-FFF2-40B4-BE49-F238E27FC236}">
                  <a16:creationId xmlns:a16="http://schemas.microsoft.com/office/drawing/2014/main" id="{02A918D7-0AF0-5819-D3FD-6D3ADBC0721D}"/>
                </a:ext>
              </a:extLst>
            </p:cNvPr>
            <p:cNvSpPr/>
            <p:nvPr/>
          </p:nvSpPr>
          <p:spPr>
            <a:xfrm>
              <a:off x="392556" y="150910"/>
              <a:ext cx="435768" cy="169692"/>
            </a:xfrm>
            <a:prstGeom prst="rect">
              <a:avLst/>
            </a:prstGeom>
            <a:noFill/>
            <a:ln>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136" name="Group 135">
              <a:extLst>
                <a:ext uri="{FF2B5EF4-FFF2-40B4-BE49-F238E27FC236}">
                  <a16:creationId xmlns:a16="http://schemas.microsoft.com/office/drawing/2014/main" id="{4A9D4C56-BC22-1685-2C0C-227117ED1EBC}"/>
                </a:ext>
              </a:extLst>
            </p:cNvPr>
            <p:cNvGrpSpPr/>
            <p:nvPr/>
          </p:nvGrpSpPr>
          <p:grpSpPr>
            <a:xfrm>
              <a:off x="404763" y="57655"/>
              <a:ext cx="411355" cy="59882"/>
              <a:chOff x="874169" y="57655"/>
              <a:chExt cx="411355" cy="59882"/>
            </a:xfrm>
          </p:grpSpPr>
          <p:sp>
            <p:nvSpPr>
              <p:cNvPr id="137" name="Rectangle 136">
                <a:extLst>
                  <a:ext uri="{FF2B5EF4-FFF2-40B4-BE49-F238E27FC236}">
                    <a16:creationId xmlns:a16="http://schemas.microsoft.com/office/drawing/2014/main" id="{054457E9-D34C-1DFA-ED47-2EA65DB75520}"/>
                  </a:ext>
                </a:extLst>
              </p:cNvPr>
              <p:cNvSpPr/>
              <p:nvPr/>
            </p:nvSpPr>
            <p:spPr>
              <a:xfrm>
                <a:off x="874169" y="57655"/>
                <a:ext cx="59882" cy="59882"/>
              </a:xfrm>
              <a:prstGeom prst="rect">
                <a:avLst/>
              </a:prstGeom>
              <a:no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8" name="Rectangle 137">
                <a:extLst>
                  <a:ext uri="{FF2B5EF4-FFF2-40B4-BE49-F238E27FC236}">
                    <a16:creationId xmlns:a16="http://schemas.microsoft.com/office/drawing/2014/main" id="{80F7A49E-50E9-27C7-9B7E-96CE4A086B85}"/>
                  </a:ext>
                </a:extLst>
              </p:cNvPr>
              <p:cNvSpPr/>
              <p:nvPr/>
            </p:nvSpPr>
            <p:spPr>
              <a:xfrm>
                <a:off x="991327" y="57655"/>
                <a:ext cx="59882" cy="59882"/>
              </a:xfrm>
              <a:prstGeom prst="rect">
                <a:avLst/>
              </a:prstGeom>
              <a:no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39" name="Rectangle 138">
                <a:extLst>
                  <a:ext uri="{FF2B5EF4-FFF2-40B4-BE49-F238E27FC236}">
                    <a16:creationId xmlns:a16="http://schemas.microsoft.com/office/drawing/2014/main" id="{5357EDE6-36BE-E72E-52F1-D42007AC6751}"/>
                  </a:ext>
                </a:extLst>
              </p:cNvPr>
              <p:cNvSpPr/>
              <p:nvPr/>
            </p:nvSpPr>
            <p:spPr>
              <a:xfrm>
                <a:off x="1108485" y="57655"/>
                <a:ext cx="59882" cy="59882"/>
              </a:xfrm>
              <a:prstGeom prst="rect">
                <a:avLst/>
              </a:prstGeom>
              <a:no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40" name="Rectangle 139">
                <a:extLst>
                  <a:ext uri="{FF2B5EF4-FFF2-40B4-BE49-F238E27FC236}">
                    <a16:creationId xmlns:a16="http://schemas.microsoft.com/office/drawing/2014/main" id="{D0AAB048-E584-FB12-15AB-8BD01972AE3E}"/>
                  </a:ext>
                </a:extLst>
              </p:cNvPr>
              <p:cNvSpPr/>
              <p:nvPr/>
            </p:nvSpPr>
            <p:spPr>
              <a:xfrm>
                <a:off x="1225642" y="57655"/>
                <a:ext cx="59882" cy="59882"/>
              </a:xfrm>
              <a:prstGeom prst="rect">
                <a:avLst/>
              </a:prstGeom>
              <a:no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grpSp>
      <p:sp>
        <p:nvSpPr>
          <p:cNvPr id="141" name="TextBox 140">
            <a:extLst>
              <a:ext uri="{FF2B5EF4-FFF2-40B4-BE49-F238E27FC236}">
                <a16:creationId xmlns:a16="http://schemas.microsoft.com/office/drawing/2014/main" id="{F041A626-BC06-C67F-C0C3-A1B9A24B75FD}"/>
              </a:ext>
            </a:extLst>
          </p:cNvPr>
          <p:cNvSpPr txBox="1"/>
          <p:nvPr/>
        </p:nvSpPr>
        <p:spPr>
          <a:xfrm>
            <a:off x="3830822" y="4213996"/>
            <a:ext cx="1266951" cy="184666"/>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i="0" u="none" strike="noStrike" kern="1200" cap="none" spc="0" normalizeH="0" baseline="0" noProof="0" dirty="0">
                <a:ln>
                  <a:noFill/>
                </a:ln>
                <a:solidFill>
                  <a:schemeClr val="bg2">
                    <a:lumMod val="90000"/>
                  </a:schemeClr>
                </a:solidFill>
                <a:effectLst/>
                <a:uLnTx/>
                <a:uFillTx/>
                <a:latin typeface="Arial" panose="020B0604020202020204" pitchFamily="34" charset="0"/>
                <a:ea typeface="+mn-ea"/>
                <a:cs typeface="+mn-cs"/>
              </a:rPr>
              <a:t>vSAN </a:t>
            </a:r>
            <a:r>
              <a:rPr lang="en-US" sz="1200" dirty="0">
                <a:solidFill>
                  <a:schemeClr val="bg2">
                    <a:lumMod val="90000"/>
                  </a:schemeClr>
                </a:solidFill>
                <a:latin typeface="Arial" panose="020B0604020202020204" pitchFamily="34" charset="0"/>
              </a:rPr>
              <a:t>HCI</a:t>
            </a:r>
            <a:endParaRPr kumimoji="0" lang="en-US" sz="1200" i="0" u="none" strike="noStrike" kern="1200" cap="none" spc="0" normalizeH="0" baseline="0" noProof="0" dirty="0">
              <a:ln>
                <a:noFill/>
              </a:ln>
              <a:solidFill>
                <a:schemeClr val="bg2">
                  <a:lumMod val="90000"/>
                </a:schemeClr>
              </a:solidFill>
              <a:effectLst/>
              <a:uLnTx/>
              <a:uFillTx/>
              <a:latin typeface="Arial" panose="020B0604020202020204" pitchFamily="34" charset="0"/>
              <a:ea typeface="+mn-ea"/>
              <a:cs typeface="+mn-cs"/>
            </a:endParaRPr>
          </a:p>
        </p:txBody>
      </p:sp>
      <p:sp>
        <p:nvSpPr>
          <p:cNvPr id="142" name="Rounded Rectangle 4">
            <a:extLst>
              <a:ext uri="{FF2B5EF4-FFF2-40B4-BE49-F238E27FC236}">
                <a16:creationId xmlns:a16="http://schemas.microsoft.com/office/drawing/2014/main" id="{6C6CC9AE-A45B-DA36-3B97-96AEF497EDB3}"/>
              </a:ext>
            </a:extLst>
          </p:cNvPr>
          <p:cNvSpPr>
            <a:spLocks noChangeAspect="1"/>
          </p:cNvSpPr>
          <p:nvPr/>
        </p:nvSpPr>
        <p:spPr>
          <a:xfrm>
            <a:off x="3296179" y="4588413"/>
            <a:ext cx="5596467" cy="23202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ctr" defTabSz="914126">
              <a:lnSpc>
                <a:spcPct val="90000"/>
              </a:lnSpc>
            </a:pPr>
            <a:r>
              <a:rPr lang="en-US" sz="2400" dirty="0">
                <a:solidFill>
                  <a:schemeClr val="bg2">
                    <a:lumMod val="90000"/>
                  </a:schemeClr>
                </a:solidFill>
                <a:latin typeface="+mj-lt"/>
              </a:rPr>
              <a:t>VMware Cloud Foundation</a:t>
            </a:r>
          </a:p>
        </p:txBody>
      </p:sp>
    </p:spTree>
    <p:extLst>
      <p:ext uri="{BB962C8B-B14F-4D97-AF65-F5344CB8AC3E}">
        <p14:creationId xmlns:p14="http://schemas.microsoft.com/office/powerpoint/2010/main" val="33145375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26" presetClass="emph" presetSubtype="0" fill="hold" grpId="1" nodeType="afterEffect">
                                  <p:stCondLst>
                                    <p:cond delay="500"/>
                                  </p:stCondLst>
                                  <p:childTnLst>
                                    <p:animEffect transition="out" filter="fade">
                                      <p:cBhvr>
                                        <p:cTn id="10" dur="500" tmFilter="0, 0; .2, .5; .8, .5; 1, 0"/>
                                        <p:tgtEl>
                                          <p:spTgt spid="4"/>
                                        </p:tgtEl>
                                      </p:cBhvr>
                                    </p:animEffect>
                                    <p:animScale>
                                      <p:cBhvr>
                                        <p:cTn id="11" dur="250" autoRev="1" fill="hold"/>
                                        <p:tgtEl>
                                          <p:spTgt spid="4"/>
                                        </p:tgtEl>
                                      </p:cBhvr>
                                      <p:by x="105000" y="105000"/>
                                    </p:animScale>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2000"/>
                            </p:stCondLst>
                            <p:childTnLst>
                              <p:par>
                                <p:cTn id="17" presetID="26" presetClass="emph" presetSubtype="0" fill="hold" grpId="1" nodeType="afterEffect">
                                  <p:stCondLst>
                                    <p:cond delay="500"/>
                                  </p:stCondLst>
                                  <p:childTnLst>
                                    <p:animEffect transition="out" filter="fade">
                                      <p:cBhvr>
                                        <p:cTn id="18" dur="500" tmFilter="0, 0; .2, .5; .8, .5; 1, 0"/>
                                        <p:tgtEl>
                                          <p:spTgt spid="6"/>
                                        </p:tgtEl>
                                      </p:cBhvr>
                                    </p:animEffect>
                                    <p:animScale>
                                      <p:cBhvr>
                                        <p:cTn id="19" dur="250" autoRev="1" fill="hold"/>
                                        <p:tgtEl>
                                          <p:spTgt spid="6"/>
                                        </p:tgtEl>
                                      </p:cBhvr>
                                      <p:by x="105000" y="105000"/>
                                    </p:animScale>
                                  </p:childTnLst>
                                </p:cTn>
                              </p:par>
                            </p:childTnLst>
                          </p:cTn>
                        </p:par>
                        <p:par>
                          <p:cTn id="20" fill="hold">
                            <p:stCondLst>
                              <p:cond delay="3000"/>
                            </p:stCondLst>
                            <p:childTnLst>
                              <p:par>
                                <p:cTn id="21" presetID="10" presetClass="entr" presetSubtype="0" fill="hold" grpId="0"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500"/>
                                        <p:tgtEl>
                                          <p:spTgt spid="5"/>
                                        </p:tgtEl>
                                      </p:cBhvr>
                                    </p:animEffect>
                                  </p:childTnLst>
                                </p:cTn>
                              </p:par>
                            </p:childTnLst>
                          </p:cTn>
                        </p:par>
                        <p:par>
                          <p:cTn id="24" fill="hold">
                            <p:stCondLst>
                              <p:cond delay="3500"/>
                            </p:stCondLst>
                            <p:childTnLst>
                              <p:par>
                                <p:cTn id="25" presetID="26" presetClass="emph" presetSubtype="0" fill="hold" grpId="1" nodeType="afterEffect">
                                  <p:stCondLst>
                                    <p:cond delay="500"/>
                                  </p:stCondLst>
                                  <p:childTnLst>
                                    <p:animEffect transition="out" filter="fade">
                                      <p:cBhvr>
                                        <p:cTn id="26" dur="500" tmFilter="0, 0; .2, .5; .8, .5; 1, 0"/>
                                        <p:tgtEl>
                                          <p:spTgt spid="5"/>
                                        </p:tgtEl>
                                      </p:cBhvr>
                                    </p:animEffect>
                                    <p:animScale>
                                      <p:cBhvr>
                                        <p:cTn id="27" dur="250" autoRev="1" fill="hold"/>
                                        <p:tgtEl>
                                          <p:spTgt spid="5"/>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5" grpId="0"/>
      <p:bldP spid="5" grpId="1"/>
      <p:bldP spid="6" grpId="0"/>
      <p:bldP spid="6" grpId="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8077314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A1F397AF-30FC-BE9F-818D-03FC0D2425A1}"/>
              </a:ext>
            </a:extLst>
          </p:cNvPr>
          <p:cNvSpPr/>
          <p:nvPr/>
        </p:nvSpPr>
        <p:spPr>
          <a:xfrm>
            <a:off x="1012129" y="3871944"/>
            <a:ext cx="5044366" cy="434239"/>
          </a:xfrm>
          <a:prstGeom prst="rect">
            <a:avLst/>
          </a:prstGeom>
          <a:solidFill>
            <a:schemeClr val="accent2">
              <a:alpha val="18000"/>
            </a:schemeClr>
          </a:solidFill>
          <a:ln>
            <a:noFill/>
          </a:ln>
          <a:effectLst>
            <a:softEdge rad="127000"/>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5" name="Title 4">
            <a:extLst>
              <a:ext uri="{FF2B5EF4-FFF2-40B4-BE49-F238E27FC236}">
                <a16:creationId xmlns:a16="http://schemas.microsoft.com/office/drawing/2014/main" id="{1F2DE438-58C3-88A9-35E2-B3BEF02D47C4}"/>
              </a:ext>
            </a:extLst>
          </p:cNvPr>
          <p:cNvSpPr>
            <a:spLocks noGrp="1"/>
          </p:cNvSpPr>
          <p:nvPr>
            <p:ph type="title"/>
          </p:nvPr>
        </p:nvSpPr>
        <p:spPr/>
        <p:txBody>
          <a:bodyPr/>
          <a:lstStyle/>
          <a:p>
            <a:r>
              <a:rPr lang="en-US" dirty="0"/>
              <a:t>Lower Costs and Increase Utilization in vSAN Hosts</a:t>
            </a:r>
          </a:p>
        </p:txBody>
      </p:sp>
      <p:sp>
        <p:nvSpPr>
          <p:cNvPr id="6" name="Subtitle 5">
            <a:extLst>
              <a:ext uri="{FF2B5EF4-FFF2-40B4-BE49-F238E27FC236}">
                <a16:creationId xmlns:a16="http://schemas.microsoft.com/office/drawing/2014/main" id="{D5BDEFA2-83A6-6CE8-0BA7-5E2DF884B1E5}"/>
              </a:ext>
            </a:extLst>
          </p:cNvPr>
          <p:cNvSpPr>
            <a:spLocks noGrp="1"/>
          </p:cNvSpPr>
          <p:nvPr>
            <p:ph type="subTitle" idx="10"/>
          </p:nvPr>
        </p:nvSpPr>
        <p:spPr/>
        <p:txBody>
          <a:bodyPr/>
          <a:lstStyle/>
          <a:p>
            <a:r>
              <a:rPr lang="en-US" dirty="0"/>
              <a:t>Advanced memory tiering in VMware Cloud Foundation</a:t>
            </a:r>
          </a:p>
        </p:txBody>
      </p:sp>
      <p:sp>
        <p:nvSpPr>
          <p:cNvPr id="8" name="Text Placeholder 7">
            <a:extLst>
              <a:ext uri="{FF2B5EF4-FFF2-40B4-BE49-F238E27FC236}">
                <a16:creationId xmlns:a16="http://schemas.microsoft.com/office/drawing/2014/main" id="{ED392F23-9B27-A1A1-44FB-15B8D4D238E1}"/>
              </a:ext>
            </a:extLst>
          </p:cNvPr>
          <p:cNvSpPr>
            <a:spLocks noGrp="1"/>
          </p:cNvSpPr>
          <p:nvPr>
            <p:ph type="body" sz="quarter" idx="17"/>
          </p:nvPr>
        </p:nvSpPr>
        <p:spPr/>
        <p:txBody>
          <a:bodyPr/>
          <a:lstStyle/>
          <a:p>
            <a:r>
              <a:rPr lang="en-US" b="1" dirty="0"/>
              <a:t>Dedicate NVMe storage devices </a:t>
            </a:r>
            <a:r>
              <a:rPr lang="en-US" dirty="0"/>
              <a:t>in each host to provide a </a:t>
            </a:r>
            <a:r>
              <a:rPr lang="en-US" b="1" dirty="0"/>
              <a:t>memory tier</a:t>
            </a:r>
          </a:p>
          <a:p>
            <a:r>
              <a:rPr lang="en-US" b="1" dirty="0"/>
              <a:t>Reduce memory costs </a:t>
            </a:r>
            <a:r>
              <a:rPr lang="en-US" dirty="0"/>
              <a:t>by automatically offloading cold memory pages to memory tier</a:t>
            </a:r>
          </a:p>
          <a:p>
            <a:r>
              <a:rPr lang="en-US" b="1" dirty="0"/>
              <a:t>Increase host utilization </a:t>
            </a:r>
            <a:r>
              <a:rPr lang="en-US" dirty="0"/>
              <a:t>– reducing stranded/unused CPU resources</a:t>
            </a:r>
          </a:p>
          <a:p>
            <a:r>
              <a:rPr lang="en-US" b="1" dirty="0"/>
              <a:t>Proactive - </a:t>
            </a:r>
            <a:r>
              <a:rPr lang="en-US" dirty="0"/>
              <a:t>occurs before reactive memory ballooning, compression and swapping techniques</a:t>
            </a:r>
          </a:p>
          <a:p>
            <a:r>
              <a:rPr lang="en-US" dirty="0"/>
              <a:t>Supports </a:t>
            </a:r>
            <a:r>
              <a:rPr lang="en-US" b="1" dirty="0"/>
              <a:t>1:1</a:t>
            </a:r>
            <a:r>
              <a:rPr lang="en-US" dirty="0"/>
              <a:t> DRAM to NVMe capacity ratio</a:t>
            </a:r>
          </a:p>
          <a:p>
            <a:endParaRPr lang="en-US" b="1" dirty="0"/>
          </a:p>
        </p:txBody>
      </p:sp>
      <p:sp>
        <p:nvSpPr>
          <p:cNvPr id="105" name="TextBox 104">
            <a:extLst>
              <a:ext uri="{FF2B5EF4-FFF2-40B4-BE49-F238E27FC236}">
                <a16:creationId xmlns:a16="http://schemas.microsoft.com/office/drawing/2014/main" id="{14E61509-1923-1736-F59E-E94C495ABCDA}"/>
              </a:ext>
            </a:extLst>
          </p:cNvPr>
          <p:cNvSpPr txBox="1"/>
          <p:nvPr/>
        </p:nvSpPr>
        <p:spPr>
          <a:xfrm>
            <a:off x="6558259" y="4005779"/>
            <a:ext cx="1387544" cy="369332"/>
          </a:xfrm>
          <a:prstGeom prst="rect">
            <a:avLst/>
          </a:prstGeom>
        </p:spPr>
        <p:txBody>
          <a:bodyPr wrap="square" lIns="0" tIns="0" rIns="0" bIns="0" rtlCol="0">
            <a:spAutoFit/>
          </a:bodyPr>
          <a:lstStyle/>
          <a:p>
            <a:pPr>
              <a:spcAft>
                <a:spcPts val="600"/>
              </a:spcAft>
            </a:pPr>
            <a:r>
              <a:rPr lang="en-US" sz="1200" dirty="0">
                <a:solidFill>
                  <a:schemeClr val="tx2"/>
                </a:solidFill>
              </a:rPr>
              <a:t>Devices assigned to memory tiering</a:t>
            </a:r>
          </a:p>
        </p:txBody>
      </p:sp>
      <p:sp>
        <p:nvSpPr>
          <p:cNvPr id="106" name="TextBox 105">
            <a:extLst>
              <a:ext uri="{FF2B5EF4-FFF2-40B4-BE49-F238E27FC236}">
                <a16:creationId xmlns:a16="http://schemas.microsoft.com/office/drawing/2014/main" id="{3832F5AB-B069-9C81-A05A-6C0DDDBF817C}"/>
              </a:ext>
            </a:extLst>
          </p:cNvPr>
          <p:cNvSpPr txBox="1"/>
          <p:nvPr/>
        </p:nvSpPr>
        <p:spPr>
          <a:xfrm>
            <a:off x="6558259" y="4738193"/>
            <a:ext cx="1387544" cy="369332"/>
          </a:xfrm>
          <a:prstGeom prst="rect">
            <a:avLst/>
          </a:prstGeom>
        </p:spPr>
        <p:txBody>
          <a:bodyPr wrap="square" lIns="0" tIns="0" rIns="0" bIns="0" rtlCol="0">
            <a:spAutoFit/>
          </a:bodyPr>
          <a:lstStyle/>
          <a:p>
            <a:pPr>
              <a:spcAft>
                <a:spcPts val="600"/>
              </a:spcAft>
            </a:pPr>
            <a:r>
              <a:rPr lang="en-US" sz="1200" dirty="0">
                <a:solidFill>
                  <a:schemeClr val="tx2"/>
                </a:solidFill>
              </a:rPr>
              <a:t>Devices claimed</a:t>
            </a:r>
            <a:br>
              <a:rPr lang="en-US" sz="1200" dirty="0">
                <a:solidFill>
                  <a:schemeClr val="tx2"/>
                </a:solidFill>
              </a:rPr>
            </a:br>
            <a:r>
              <a:rPr lang="en-US" sz="1200" dirty="0">
                <a:solidFill>
                  <a:schemeClr val="tx2"/>
                </a:solidFill>
              </a:rPr>
              <a:t>for vSAN</a:t>
            </a:r>
          </a:p>
        </p:txBody>
      </p:sp>
      <p:cxnSp>
        <p:nvCxnSpPr>
          <p:cNvPr id="108" name="Straight Connector 107">
            <a:extLst>
              <a:ext uri="{FF2B5EF4-FFF2-40B4-BE49-F238E27FC236}">
                <a16:creationId xmlns:a16="http://schemas.microsoft.com/office/drawing/2014/main" id="{B577ED46-BE58-BF24-4D1B-1528C1BF0908}"/>
              </a:ext>
            </a:extLst>
          </p:cNvPr>
          <p:cNvCxnSpPr>
            <a:cxnSpLocks/>
          </p:cNvCxnSpPr>
          <p:nvPr/>
        </p:nvCxnSpPr>
        <p:spPr bwMode="gray">
          <a:xfrm>
            <a:off x="6197113" y="2853615"/>
            <a:ext cx="297753"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788ADF92-C014-2CA5-B220-419DE8900137}"/>
              </a:ext>
            </a:extLst>
          </p:cNvPr>
          <p:cNvCxnSpPr>
            <a:cxnSpLocks/>
          </p:cNvCxnSpPr>
          <p:nvPr/>
        </p:nvCxnSpPr>
        <p:spPr bwMode="gray">
          <a:xfrm>
            <a:off x="5741855" y="4094757"/>
            <a:ext cx="753011"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95C8AD5E-F11A-2C17-A825-196152E8815F}"/>
              </a:ext>
            </a:extLst>
          </p:cNvPr>
          <p:cNvCxnSpPr>
            <a:cxnSpLocks/>
          </p:cNvCxnSpPr>
          <p:nvPr/>
        </p:nvCxnSpPr>
        <p:spPr bwMode="gray">
          <a:xfrm>
            <a:off x="6197113" y="4831485"/>
            <a:ext cx="297753"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grpSp>
        <p:nvGrpSpPr>
          <p:cNvPr id="122" name="Group 121">
            <a:extLst>
              <a:ext uri="{FF2B5EF4-FFF2-40B4-BE49-F238E27FC236}">
                <a16:creationId xmlns:a16="http://schemas.microsoft.com/office/drawing/2014/main" id="{D83FA704-5539-E96F-24A3-C05BC0393510}"/>
              </a:ext>
            </a:extLst>
          </p:cNvPr>
          <p:cNvGrpSpPr/>
          <p:nvPr/>
        </p:nvGrpSpPr>
        <p:grpSpPr>
          <a:xfrm>
            <a:off x="1012128" y="3544143"/>
            <a:ext cx="5044376" cy="337184"/>
            <a:chOff x="1410325" y="3943123"/>
            <a:chExt cx="5044376" cy="337184"/>
          </a:xfrm>
        </p:grpSpPr>
        <p:sp>
          <p:nvSpPr>
            <p:cNvPr id="123" name="Freeform 16">
              <a:extLst>
                <a:ext uri="{FF2B5EF4-FFF2-40B4-BE49-F238E27FC236}">
                  <a16:creationId xmlns:a16="http://schemas.microsoft.com/office/drawing/2014/main" id="{9947F046-D35D-1B13-BF98-12ADBEEBD1C8}"/>
                </a:ext>
              </a:extLst>
            </p:cNvPr>
            <p:cNvSpPr/>
            <p:nvPr/>
          </p:nvSpPr>
          <p:spPr>
            <a:xfrm>
              <a:off x="4505619" y="4096137"/>
              <a:ext cx="401436" cy="52386"/>
            </a:xfrm>
            <a:custGeom>
              <a:avLst/>
              <a:gdLst/>
              <a:ahLst/>
              <a:cxnLst/>
              <a:rect l="l" t="t" r="r" b="b"/>
              <a:pathLst>
                <a:path w="233809" h="30510">
                  <a:moveTo>
                    <a:pt x="203151" y="0"/>
                  </a:moveTo>
                  <a:lnTo>
                    <a:pt x="233809" y="0"/>
                  </a:lnTo>
                  <a:lnTo>
                    <a:pt x="233809" y="30510"/>
                  </a:lnTo>
                  <a:lnTo>
                    <a:pt x="203151" y="30510"/>
                  </a:lnTo>
                  <a:close/>
                  <a:moveTo>
                    <a:pt x="101650" y="0"/>
                  </a:moveTo>
                  <a:lnTo>
                    <a:pt x="132160" y="0"/>
                  </a:lnTo>
                  <a:lnTo>
                    <a:pt x="132160" y="30510"/>
                  </a:lnTo>
                  <a:lnTo>
                    <a:pt x="101650" y="30510"/>
                  </a:lnTo>
                  <a:close/>
                  <a:moveTo>
                    <a:pt x="0" y="0"/>
                  </a:moveTo>
                  <a:lnTo>
                    <a:pt x="30510" y="0"/>
                  </a:lnTo>
                  <a:lnTo>
                    <a:pt x="30510" y="30510"/>
                  </a:lnTo>
                  <a:lnTo>
                    <a:pt x="0" y="30510"/>
                  </a:lnTo>
                  <a:close/>
                </a:path>
              </a:pathLst>
            </a:cu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99"/>
            </a:p>
          </p:txBody>
        </p:sp>
        <p:grpSp>
          <p:nvGrpSpPr>
            <p:cNvPr id="124" name="Group 123">
              <a:extLst>
                <a:ext uri="{FF2B5EF4-FFF2-40B4-BE49-F238E27FC236}">
                  <a16:creationId xmlns:a16="http://schemas.microsoft.com/office/drawing/2014/main" id="{CD4A12B6-D40C-FD84-D84E-FFF8F6ABECF7}"/>
                </a:ext>
              </a:extLst>
            </p:cNvPr>
            <p:cNvGrpSpPr>
              <a:grpSpLocks noChangeAspect="1"/>
            </p:cNvGrpSpPr>
            <p:nvPr/>
          </p:nvGrpSpPr>
          <p:grpSpPr>
            <a:xfrm>
              <a:off x="5101389" y="3943123"/>
              <a:ext cx="1353312" cy="337184"/>
              <a:chOff x="5060950" y="5251450"/>
              <a:chExt cx="1236133" cy="332317"/>
            </a:xfrm>
          </p:grpSpPr>
          <p:sp>
            <p:nvSpPr>
              <p:cNvPr id="143" name="Line 5">
                <a:extLst>
                  <a:ext uri="{FF2B5EF4-FFF2-40B4-BE49-F238E27FC236}">
                    <a16:creationId xmlns:a16="http://schemas.microsoft.com/office/drawing/2014/main" id="{57151EC4-10ED-53F1-BF5B-40FE2FC27A04}"/>
                  </a:ext>
                </a:extLst>
              </p:cNvPr>
              <p:cNvSpPr>
                <a:spLocks noChangeShapeType="1"/>
              </p:cNvSpPr>
              <p:nvPr/>
            </p:nvSpPr>
            <p:spPr bwMode="auto">
              <a:xfrm>
                <a:off x="601042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4" name="Line 6">
                <a:extLst>
                  <a:ext uri="{FF2B5EF4-FFF2-40B4-BE49-F238E27FC236}">
                    <a16:creationId xmlns:a16="http://schemas.microsoft.com/office/drawing/2014/main" id="{DC376A96-8D26-DC2A-BA04-918B7620AF12}"/>
                  </a:ext>
                </a:extLst>
              </p:cNvPr>
              <p:cNvSpPr>
                <a:spLocks noChangeShapeType="1"/>
              </p:cNvSpPr>
              <p:nvPr/>
            </p:nvSpPr>
            <p:spPr bwMode="auto">
              <a:xfrm>
                <a:off x="609712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5" name="Line 7">
                <a:extLst>
                  <a:ext uri="{FF2B5EF4-FFF2-40B4-BE49-F238E27FC236}">
                    <a16:creationId xmlns:a16="http://schemas.microsoft.com/office/drawing/2014/main" id="{E7614A4A-5CC9-794E-1236-F30A98AE5690}"/>
                  </a:ext>
                </a:extLst>
              </p:cNvPr>
              <p:cNvSpPr>
                <a:spLocks noChangeShapeType="1"/>
              </p:cNvSpPr>
              <p:nvPr/>
            </p:nvSpPr>
            <p:spPr bwMode="auto">
              <a:xfrm>
                <a:off x="618381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6" name="Line 8">
                <a:extLst>
                  <a:ext uri="{FF2B5EF4-FFF2-40B4-BE49-F238E27FC236}">
                    <a16:creationId xmlns:a16="http://schemas.microsoft.com/office/drawing/2014/main" id="{0501D716-9B11-5406-09BF-595B47398A45}"/>
                  </a:ext>
                </a:extLst>
              </p:cNvPr>
              <p:cNvSpPr>
                <a:spLocks noChangeShapeType="1"/>
              </p:cNvSpPr>
              <p:nvPr/>
            </p:nvSpPr>
            <p:spPr bwMode="auto">
              <a:xfrm>
                <a:off x="517058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7" name="Line 9">
                <a:extLst>
                  <a:ext uri="{FF2B5EF4-FFF2-40B4-BE49-F238E27FC236}">
                    <a16:creationId xmlns:a16="http://schemas.microsoft.com/office/drawing/2014/main" id="{D166F95A-99EB-8FDC-CE23-EB87E86DA0E3}"/>
                  </a:ext>
                </a:extLst>
              </p:cNvPr>
              <p:cNvSpPr>
                <a:spLocks noChangeShapeType="1"/>
              </p:cNvSpPr>
              <p:nvPr/>
            </p:nvSpPr>
            <p:spPr bwMode="auto">
              <a:xfrm>
                <a:off x="525728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8" name="Line 10">
                <a:extLst>
                  <a:ext uri="{FF2B5EF4-FFF2-40B4-BE49-F238E27FC236}">
                    <a16:creationId xmlns:a16="http://schemas.microsoft.com/office/drawing/2014/main" id="{9E5DF605-1C34-F3C9-05FD-461F5B4C5DB5}"/>
                  </a:ext>
                </a:extLst>
              </p:cNvPr>
              <p:cNvSpPr>
                <a:spLocks noChangeShapeType="1"/>
              </p:cNvSpPr>
              <p:nvPr/>
            </p:nvSpPr>
            <p:spPr bwMode="auto">
              <a:xfrm>
                <a:off x="534668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9" name="Oval 11">
                <a:extLst>
                  <a:ext uri="{FF2B5EF4-FFF2-40B4-BE49-F238E27FC236}">
                    <a16:creationId xmlns:a16="http://schemas.microsoft.com/office/drawing/2014/main" id="{3C052F78-77E1-0553-887C-C34286ACF7B1}"/>
                  </a:ext>
                </a:extLst>
              </p:cNvPr>
              <p:cNvSpPr>
                <a:spLocks noChangeArrowheads="1"/>
              </p:cNvSpPr>
              <p:nvPr/>
            </p:nvSpPr>
            <p:spPr bwMode="auto">
              <a:xfrm>
                <a:off x="5609471" y="5345848"/>
                <a:ext cx="135458" cy="140877"/>
              </a:xfrm>
              <a:prstGeom prst="ellipse">
                <a:avLst/>
              </a:prstGeom>
              <a:noFill/>
              <a:ln w="2540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50" name="Rectangle 149">
                <a:extLst>
                  <a:ext uri="{FF2B5EF4-FFF2-40B4-BE49-F238E27FC236}">
                    <a16:creationId xmlns:a16="http://schemas.microsoft.com/office/drawing/2014/main" id="{55CEA8E3-45E3-143B-7479-B3787E49AFEA}"/>
                  </a:ext>
                </a:extLst>
              </p:cNvPr>
              <p:cNvSpPr/>
              <p:nvPr/>
            </p:nvSpPr>
            <p:spPr>
              <a:xfrm>
                <a:off x="5060950" y="5251450"/>
                <a:ext cx="1236133" cy="332317"/>
              </a:xfrm>
              <a:prstGeom prst="rect">
                <a:avLst/>
              </a:prstGeom>
              <a:no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nvGrpSpPr>
            <p:cNvPr id="125" name="Group 124">
              <a:extLst>
                <a:ext uri="{FF2B5EF4-FFF2-40B4-BE49-F238E27FC236}">
                  <a16:creationId xmlns:a16="http://schemas.microsoft.com/office/drawing/2014/main" id="{181E326B-BED4-7200-A018-D5D6BB7ABA10}"/>
                </a:ext>
              </a:extLst>
            </p:cNvPr>
            <p:cNvGrpSpPr>
              <a:grpSpLocks noChangeAspect="1"/>
            </p:cNvGrpSpPr>
            <p:nvPr/>
          </p:nvGrpSpPr>
          <p:grpSpPr>
            <a:xfrm>
              <a:off x="1410325" y="3943123"/>
              <a:ext cx="1353312" cy="337184"/>
              <a:chOff x="5060950" y="5251450"/>
              <a:chExt cx="1236133" cy="332317"/>
            </a:xfrm>
          </p:grpSpPr>
          <p:sp>
            <p:nvSpPr>
              <p:cNvPr id="135" name="Line 5">
                <a:extLst>
                  <a:ext uri="{FF2B5EF4-FFF2-40B4-BE49-F238E27FC236}">
                    <a16:creationId xmlns:a16="http://schemas.microsoft.com/office/drawing/2014/main" id="{3DBFEA70-EC9D-F06E-269A-30CA27E9E705}"/>
                  </a:ext>
                </a:extLst>
              </p:cNvPr>
              <p:cNvSpPr>
                <a:spLocks noChangeShapeType="1"/>
              </p:cNvSpPr>
              <p:nvPr/>
            </p:nvSpPr>
            <p:spPr bwMode="auto">
              <a:xfrm>
                <a:off x="601042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6" name="Line 6">
                <a:extLst>
                  <a:ext uri="{FF2B5EF4-FFF2-40B4-BE49-F238E27FC236}">
                    <a16:creationId xmlns:a16="http://schemas.microsoft.com/office/drawing/2014/main" id="{9EC32674-56F4-3666-8A96-36028D98BC67}"/>
                  </a:ext>
                </a:extLst>
              </p:cNvPr>
              <p:cNvSpPr>
                <a:spLocks noChangeShapeType="1"/>
              </p:cNvSpPr>
              <p:nvPr/>
            </p:nvSpPr>
            <p:spPr bwMode="auto">
              <a:xfrm>
                <a:off x="609712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7" name="Line 7">
                <a:extLst>
                  <a:ext uri="{FF2B5EF4-FFF2-40B4-BE49-F238E27FC236}">
                    <a16:creationId xmlns:a16="http://schemas.microsoft.com/office/drawing/2014/main" id="{808956BC-2DCA-C49C-391D-CEFBB608D78D}"/>
                  </a:ext>
                </a:extLst>
              </p:cNvPr>
              <p:cNvSpPr>
                <a:spLocks noChangeShapeType="1"/>
              </p:cNvSpPr>
              <p:nvPr/>
            </p:nvSpPr>
            <p:spPr bwMode="auto">
              <a:xfrm>
                <a:off x="618381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8" name="Line 8">
                <a:extLst>
                  <a:ext uri="{FF2B5EF4-FFF2-40B4-BE49-F238E27FC236}">
                    <a16:creationId xmlns:a16="http://schemas.microsoft.com/office/drawing/2014/main" id="{79A5A38B-E527-7535-10D7-6F5FB5B1A376}"/>
                  </a:ext>
                </a:extLst>
              </p:cNvPr>
              <p:cNvSpPr>
                <a:spLocks noChangeShapeType="1"/>
              </p:cNvSpPr>
              <p:nvPr/>
            </p:nvSpPr>
            <p:spPr bwMode="auto">
              <a:xfrm>
                <a:off x="517058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9" name="Line 9">
                <a:extLst>
                  <a:ext uri="{FF2B5EF4-FFF2-40B4-BE49-F238E27FC236}">
                    <a16:creationId xmlns:a16="http://schemas.microsoft.com/office/drawing/2014/main" id="{69E84C61-0804-1ABD-4E98-CE8272D72D37}"/>
                  </a:ext>
                </a:extLst>
              </p:cNvPr>
              <p:cNvSpPr>
                <a:spLocks noChangeShapeType="1"/>
              </p:cNvSpPr>
              <p:nvPr/>
            </p:nvSpPr>
            <p:spPr bwMode="auto">
              <a:xfrm>
                <a:off x="525728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0" name="Line 10">
                <a:extLst>
                  <a:ext uri="{FF2B5EF4-FFF2-40B4-BE49-F238E27FC236}">
                    <a16:creationId xmlns:a16="http://schemas.microsoft.com/office/drawing/2014/main" id="{34452803-ECDC-8084-0E57-7638B2F8797C}"/>
                  </a:ext>
                </a:extLst>
              </p:cNvPr>
              <p:cNvSpPr>
                <a:spLocks noChangeShapeType="1"/>
              </p:cNvSpPr>
              <p:nvPr/>
            </p:nvSpPr>
            <p:spPr bwMode="auto">
              <a:xfrm>
                <a:off x="534668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1" name="Oval 11">
                <a:extLst>
                  <a:ext uri="{FF2B5EF4-FFF2-40B4-BE49-F238E27FC236}">
                    <a16:creationId xmlns:a16="http://schemas.microsoft.com/office/drawing/2014/main" id="{FC3E21B6-2EDA-82FA-B801-C81AFA635231}"/>
                  </a:ext>
                </a:extLst>
              </p:cNvPr>
              <p:cNvSpPr>
                <a:spLocks noChangeArrowheads="1"/>
              </p:cNvSpPr>
              <p:nvPr/>
            </p:nvSpPr>
            <p:spPr bwMode="auto">
              <a:xfrm>
                <a:off x="5609471" y="5345848"/>
                <a:ext cx="135458" cy="140877"/>
              </a:xfrm>
              <a:prstGeom prst="ellipse">
                <a:avLst/>
              </a:prstGeom>
              <a:noFill/>
              <a:ln w="2540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42" name="Rectangle 141">
                <a:extLst>
                  <a:ext uri="{FF2B5EF4-FFF2-40B4-BE49-F238E27FC236}">
                    <a16:creationId xmlns:a16="http://schemas.microsoft.com/office/drawing/2014/main" id="{73F40395-6346-9344-25E2-B31F74E08967}"/>
                  </a:ext>
                </a:extLst>
              </p:cNvPr>
              <p:cNvSpPr/>
              <p:nvPr/>
            </p:nvSpPr>
            <p:spPr>
              <a:xfrm>
                <a:off x="5060950" y="5251450"/>
                <a:ext cx="1236133" cy="332317"/>
              </a:xfrm>
              <a:prstGeom prst="rect">
                <a:avLst/>
              </a:prstGeom>
              <a:no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nvGrpSpPr>
            <p:cNvPr id="126" name="Group 125">
              <a:extLst>
                <a:ext uri="{FF2B5EF4-FFF2-40B4-BE49-F238E27FC236}">
                  <a16:creationId xmlns:a16="http://schemas.microsoft.com/office/drawing/2014/main" id="{37959BA1-FB64-7042-89DC-DC6BE4E20E1C}"/>
                </a:ext>
              </a:extLst>
            </p:cNvPr>
            <p:cNvGrpSpPr>
              <a:grpSpLocks noChangeAspect="1"/>
            </p:cNvGrpSpPr>
            <p:nvPr/>
          </p:nvGrpSpPr>
          <p:grpSpPr>
            <a:xfrm>
              <a:off x="2957972" y="3943123"/>
              <a:ext cx="1353312" cy="337184"/>
              <a:chOff x="5060950" y="5251450"/>
              <a:chExt cx="1236133" cy="332317"/>
            </a:xfrm>
          </p:grpSpPr>
          <p:sp>
            <p:nvSpPr>
              <p:cNvPr id="127" name="Line 5">
                <a:extLst>
                  <a:ext uri="{FF2B5EF4-FFF2-40B4-BE49-F238E27FC236}">
                    <a16:creationId xmlns:a16="http://schemas.microsoft.com/office/drawing/2014/main" id="{9069AE2D-8920-EE5F-410F-CA8467C0A986}"/>
                  </a:ext>
                </a:extLst>
              </p:cNvPr>
              <p:cNvSpPr>
                <a:spLocks noChangeShapeType="1"/>
              </p:cNvSpPr>
              <p:nvPr/>
            </p:nvSpPr>
            <p:spPr bwMode="auto">
              <a:xfrm>
                <a:off x="601042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8" name="Line 6">
                <a:extLst>
                  <a:ext uri="{FF2B5EF4-FFF2-40B4-BE49-F238E27FC236}">
                    <a16:creationId xmlns:a16="http://schemas.microsoft.com/office/drawing/2014/main" id="{1358457F-EBC4-F59F-C7C9-68D3E6148806}"/>
                  </a:ext>
                </a:extLst>
              </p:cNvPr>
              <p:cNvSpPr>
                <a:spLocks noChangeShapeType="1"/>
              </p:cNvSpPr>
              <p:nvPr/>
            </p:nvSpPr>
            <p:spPr bwMode="auto">
              <a:xfrm>
                <a:off x="609712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29" name="Line 7">
                <a:extLst>
                  <a:ext uri="{FF2B5EF4-FFF2-40B4-BE49-F238E27FC236}">
                    <a16:creationId xmlns:a16="http://schemas.microsoft.com/office/drawing/2014/main" id="{58034C5D-0D0A-553E-5944-52C4BDE0FCA7}"/>
                  </a:ext>
                </a:extLst>
              </p:cNvPr>
              <p:cNvSpPr>
                <a:spLocks noChangeShapeType="1"/>
              </p:cNvSpPr>
              <p:nvPr/>
            </p:nvSpPr>
            <p:spPr bwMode="auto">
              <a:xfrm>
                <a:off x="618381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0" name="Line 8">
                <a:extLst>
                  <a:ext uri="{FF2B5EF4-FFF2-40B4-BE49-F238E27FC236}">
                    <a16:creationId xmlns:a16="http://schemas.microsoft.com/office/drawing/2014/main" id="{47BDFE4A-A6D9-EC99-67FF-EEDF7344CA0B}"/>
                  </a:ext>
                </a:extLst>
              </p:cNvPr>
              <p:cNvSpPr>
                <a:spLocks noChangeShapeType="1"/>
              </p:cNvSpPr>
              <p:nvPr/>
            </p:nvSpPr>
            <p:spPr bwMode="auto">
              <a:xfrm>
                <a:off x="517058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1" name="Line 9">
                <a:extLst>
                  <a:ext uri="{FF2B5EF4-FFF2-40B4-BE49-F238E27FC236}">
                    <a16:creationId xmlns:a16="http://schemas.microsoft.com/office/drawing/2014/main" id="{7BDD63B5-17A6-1D7F-E428-659211BB4B3C}"/>
                  </a:ext>
                </a:extLst>
              </p:cNvPr>
              <p:cNvSpPr>
                <a:spLocks noChangeShapeType="1"/>
              </p:cNvSpPr>
              <p:nvPr/>
            </p:nvSpPr>
            <p:spPr bwMode="auto">
              <a:xfrm>
                <a:off x="525728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2" name="Line 10">
                <a:extLst>
                  <a:ext uri="{FF2B5EF4-FFF2-40B4-BE49-F238E27FC236}">
                    <a16:creationId xmlns:a16="http://schemas.microsoft.com/office/drawing/2014/main" id="{034CF971-0396-EA18-8B75-369C9A6620D4}"/>
                  </a:ext>
                </a:extLst>
              </p:cNvPr>
              <p:cNvSpPr>
                <a:spLocks noChangeShapeType="1"/>
              </p:cNvSpPr>
              <p:nvPr/>
            </p:nvSpPr>
            <p:spPr bwMode="auto">
              <a:xfrm>
                <a:off x="534668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3" name="Oval 11">
                <a:extLst>
                  <a:ext uri="{FF2B5EF4-FFF2-40B4-BE49-F238E27FC236}">
                    <a16:creationId xmlns:a16="http://schemas.microsoft.com/office/drawing/2014/main" id="{1839AE13-EBBB-AC44-1AEC-4F75BD245600}"/>
                  </a:ext>
                </a:extLst>
              </p:cNvPr>
              <p:cNvSpPr>
                <a:spLocks noChangeArrowheads="1"/>
              </p:cNvSpPr>
              <p:nvPr/>
            </p:nvSpPr>
            <p:spPr bwMode="auto">
              <a:xfrm>
                <a:off x="5609471" y="5345848"/>
                <a:ext cx="135458" cy="140877"/>
              </a:xfrm>
              <a:prstGeom prst="ellipse">
                <a:avLst/>
              </a:prstGeom>
              <a:noFill/>
              <a:ln w="2540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34" name="Rectangle 133">
                <a:extLst>
                  <a:ext uri="{FF2B5EF4-FFF2-40B4-BE49-F238E27FC236}">
                    <a16:creationId xmlns:a16="http://schemas.microsoft.com/office/drawing/2014/main" id="{9C3E5CFC-A805-3CCF-68A2-B5C26546BD5C}"/>
                  </a:ext>
                </a:extLst>
              </p:cNvPr>
              <p:cNvSpPr/>
              <p:nvPr/>
            </p:nvSpPr>
            <p:spPr>
              <a:xfrm>
                <a:off x="5060950" y="5251450"/>
                <a:ext cx="1236133" cy="332317"/>
              </a:xfrm>
              <a:prstGeom prst="rect">
                <a:avLst/>
              </a:prstGeom>
              <a:no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grpSp>
        <p:nvGrpSpPr>
          <p:cNvPr id="151" name="Group 150">
            <a:extLst>
              <a:ext uri="{FF2B5EF4-FFF2-40B4-BE49-F238E27FC236}">
                <a16:creationId xmlns:a16="http://schemas.microsoft.com/office/drawing/2014/main" id="{B435E840-52F6-BCA4-5CB6-8DAD938E2C3E}"/>
              </a:ext>
            </a:extLst>
          </p:cNvPr>
          <p:cNvGrpSpPr/>
          <p:nvPr/>
        </p:nvGrpSpPr>
        <p:grpSpPr>
          <a:xfrm>
            <a:off x="1012128" y="3128329"/>
            <a:ext cx="5044376" cy="337184"/>
            <a:chOff x="1410325" y="3527309"/>
            <a:chExt cx="5044376" cy="337184"/>
          </a:xfrm>
        </p:grpSpPr>
        <p:sp>
          <p:nvSpPr>
            <p:cNvPr id="152" name="Rectangle 151">
              <a:extLst>
                <a:ext uri="{FF2B5EF4-FFF2-40B4-BE49-F238E27FC236}">
                  <a16:creationId xmlns:a16="http://schemas.microsoft.com/office/drawing/2014/main" id="{EA847B69-AB48-6B47-8C3A-11083951365B}"/>
                </a:ext>
              </a:extLst>
            </p:cNvPr>
            <p:cNvSpPr/>
            <p:nvPr/>
          </p:nvSpPr>
          <p:spPr>
            <a:xfrm>
              <a:off x="1410325" y="3527309"/>
              <a:ext cx="5044376" cy="337184"/>
            </a:xfrm>
            <a:prstGeom prst="rect">
              <a:avLst/>
            </a:prstGeom>
            <a:noFill/>
            <a:ln w="9525">
              <a:gradFill flip="none" rotWithShape="1">
                <a:gsLst>
                  <a:gs pos="60000">
                    <a:srgbClr val="316E60"/>
                  </a:gs>
                  <a:gs pos="100000">
                    <a:schemeClr val="accent2"/>
                  </a:gs>
                  <a:gs pos="0">
                    <a:schemeClr val="accent4"/>
                  </a:gs>
                </a:gsLst>
                <a:lin ang="10800000" scaled="1"/>
                <a:tileRect/>
              </a:gradFill>
            </a:ln>
          </p:spPr>
          <p:txBody>
            <a:bodyPr wrap="square" anchor="ctr">
              <a:noAutofit/>
            </a:bodyPr>
            <a:lstStyle/>
            <a:p>
              <a:pPr algn="ctr"/>
              <a:endParaRPr lang="en-US" sz="1200">
                <a:solidFill>
                  <a:prstClr val="white"/>
                </a:solidFill>
              </a:endParaRPr>
            </a:p>
          </p:txBody>
        </p:sp>
        <p:sp>
          <p:nvSpPr>
            <p:cNvPr id="153" name="Rectangle 152">
              <a:extLst>
                <a:ext uri="{FF2B5EF4-FFF2-40B4-BE49-F238E27FC236}">
                  <a16:creationId xmlns:a16="http://schemas.microsoft.com/office/drawing/2014/main" id="{AFC22546-E92D-8005-3D84-E5E5447684FE}"/>
                </a:ext>
              </a:extLst>
            </p:cNvPr>
            <p:cNvSpPr/>
            <p:nvPr/>
          </p:nvSpPr>
          <p:spPr>
            <a:xfrm>
              <a:off x="1459107" y="3567421"/>
              <a:ext cx="815040" cy="261610"/>
            </a:xfrm>
            <a:prstGeom prst="rect">
              <a:avLst/>
            </a:prstGeom>
          </p:spPr>
          <p:txBody>
            <a:bodyPr wrap="square" anchor="ctr">
              <a:spAutoFit/>
            </a:bodyPr>
            <a:lstStyle/>
            <a:p>
              <a:pPr algn="ctr" defTabSz="914126">
                <a:defRPr/>
              </a:pPr>
              <a:r>
                <a:rPr lang="en-US" sz="1100" dirty="0">
                  <a:solidFill>
                    <a:schemeClr val="tx2"/>
                  </a:solidFill>
                  <a:latin typeface="Arial" panose="020B0604020202020204" pitchFamily="34" charset="0"/>
                </a:rPr>
                <a:t>vSphere</a:t>
              </a:r>
            </a:p>
          </p:txBody>
        </p:sp>
        <p:sp>
          <p:nvSpPr>
            <p:cNvPr id="154" name="Rectangle 153">
              <a:extLst>
                <a:ext uri="{FF2B5EF4-FFF2-40B4-BE49-F238E27FC236}">
                  <a16:creationId xmlns:a16="http://schemas.microsoft.com/office/drawing/2014/main" id="{9D8172DA-1101-CC2A-44BB-A17D75CF3F9B}"/>
                </a:ext>
              </a:extLst>
            </p:cNvPr>
            <p:cNvSpPr/>
            <p:nvPr/>
          </p:nvSpPr>
          <p:spPr>
            <a:xfrm>
              <a:off x="5511216" y="3567421"/>
              <a:ext cx="917810" cy="261610"/>
            </a:xfrm>
            <a:prstGeom prst="rect">
              <a:avLst/>
            </a:prstGeom>
          </p:spPr>
          <p:txBody>
            <a:bodyPr wrap="square" anchor="ctr">
              <a:spAutoFit/>
            </a:bodyPr>
            <a:lstStyle/>
            <a:p>
              <a:pPr algn="ctr" defTabSz="914126">
                <a:defRPr/>
              </a:pPr>
              <a:r>
                <a:rPr lang="en-US" sz="1100" dirty="0">
                  <a:solidFill>
                    <a:schemeClr val="tx2"/>
                  </a:solidFill>
                  <a:latin typeface="Arial" panose="020B0604020202020204" pitchFamily="34" charset="0"/>
                </a:rPr>
                <a:t>vSAN ESA</a:t>
              </a:r>
            </a:p>
          </p:txBody>
        </p:sp>
        <p:cxnSp>
          <p:nvCxnSpPr>
            <p:cNvPr id="155" name="Straight Connector 154">
              <a:extLst>
                <a:ext uri="{FF2B5EF4-FFF2-40B4-BE49-F238E27FC236}">
                  <a16:creationId xmlns:a16="http://schemas.microsoft.com/office/drawing/2014/main" id="{A0856BAE-A75F-8992-8F0F-42F2F788285E}"/>
                </a:ext>
              </a:extLst>
            </p:cNvPr>
            <p:cNvCxnSpPr>
              <a:cxnSpLocks/>
            </p:cNvCxnSpPr>
            <p:nvPr/>
          </p:nvCxnSpPr>
          <p:spPr bwMode="gray">
            <a:xfrm flipH="1">
              <a:off x="2271066" y="3698226"/>
              <a:ext cx="1661447"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4B8A162C-E497-2154-0E63-85DBDF6A9F1A}"/>
                </a:ext>
              </a:extLst>
            </p:cNvPr>
            <p:cNvCxnSpPr>
              <a:cxnSpLocks/>
              <a:endCxn id="154" idx="1"/>
            </p:cNvCxnSpPr>
            <p:nvPr/>
          </p:nvCxnSpPr>
          <p:spPr bwMode="gray">
            <a:xfrm>
              <a:off x="3932513" y="3698226"/>
              <a:ext cx="1578703" cy="0"/>
            </a:xfrm>
            <a:prstGeom prst="line">
              <a:avLst/>
            </a:prstGeom>
            <a:ln w="9525">
              <a:gradFill flip="none" rotWithShape="1">
                <a:gsLst>
                  <a:gs pos="100000">
                    <a:schemeClr val="accent2"/>
                  </a:gs>
                  <a:gs pos="0">
                    <a:schemeClr val="accent4"/>
                  </a:gs>
                </a:gsLst>
                <a:lin ang="10800000" scaled="1"/>
                <a:tileRect/>
              </a:gradFill>
              <a:miter lim="800000"/>
              <a:tailEnd type="triangle" w="lg" len="med"/>
            </a:ln>
          </p:spPr>
          <p:style>
            <a:lnRef idx="1">
              <a:schemeClr val="accent1"/>
            </a:lnRef>
            <a:fillRef idx="0">
              <a:schemeClr val="accent1"/>
            </a:fillRef>
            <a:effectRef idx="0">
              <a:schemeClr val="accent1"/>
            </a:effectRef>
            <a:fontRef idx="minor">
              <a:schemeClr val="tx1"/>
            </a:fontRef>
          </p:style>
        </p:cxnSp>
      </p:grpSp>
      <p:sp>
        <p:nvSpPr>
          <p:cNvPr id="157" name="Rectangle 156">
            <a:extLst>
              <a:ext uri="{FF2B5EF4-FFF2-40B4-BE49-F238E27FC236}">
                <a16:creationId xmlns:a16="http://schemas.microsoft.com/office/drawing/2014/main" id="{2449A8FC-45BB-BA22-30FD-3124129E901E}"/>
              </a:ext>
            </a:extLst>
          </p:cNvPr>
          <p:cNvSpPr/>
          <p:nvPr/>
        </p:nvSpPr>
        <p:spPr>
          <a:xfrm>
            <a:off x="1012128" y="4272583"/>
            <a:ext cx="5047488" cy="1355941"/>
          </a:xfrm>
          <a:prstGeom prst="rect">
            <a:avLst/>
          </a:prstGeom>
          <a:solidFill>
            <a:schemeClr val="accent2"/>
          </a:solidFill>
          <a:ln w="12700">
            <a:noFill/>
            <a:prstDash val="sysDot"/>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a:solidFill>
                <a:schemeClr val="bg1"/>
              </a:solidFill>
            </a:endParaRPr>
          </a:p>
        </p:txBody>
      </p:sp>
      <p:sp>
        <p:nvSpPr>
          <p:cNvPr id="158" name="Rectangle 157">
            <a:extLst>
              <a:ext uri="{FF2B5EF4-FFF2-40B4-BE49-F238E27FC236}">
                <a16:creationId xmlns:a16="http://schemas.microsoft.com/office/drawing/2014/main" id="{A2391917-AA62-7F73-7645-27549C9BC5DE}"/>
              </a:ext>
            </a:extLst>
          </p:cNvPr>
          <p:cNvSpPr/>
          <p:nvPr/>
        </p:nvSpPr>
        <p:spPr>
          <a:xfrm>
            <a:off x="2548000" y="5410207"/>
            <a:ext cx="1975745" cy="193899"/>
          </a:xfrm>
          <a:prstGeom prst="rect">
            <a:avLst/>
          </a:prstGeom>
          <a:noFill/>
        </p:spPr>
        <p:txBody>
          <a:bodyPr wrap="square" lIns="0" tIns="0" rIns="0" bIns="0">
            <a:spAutoFit/>
          </a:bodyPr>
          <a:lstStyle/>
          <a:p>
            <a:pPr lvl="0" algn="ctr">
              <a:lnSpc>
                <a:spcPct val="90000"/>
              </a:lnSpc>
              <a:defRPr/>
            </a:pPr>
            <a:r>
              <a:rPr lang="en-US" sz="1400" kern="0">
                <a:solidFill>
                  <a:schemeClr val="bg1"/>
                </a:solidFill>
              </a:rPr>
              <a:t>vSAN Datastore</a:t>
            </a:r>
            <a:endParaRPr lang="en-US" sz="1400" kern="0" dirty="0">
              <a:solidFill>
                <a:schemeClr val="bg1"/>
              </a:solidFill>
            </a:endParaRPr>
          </a:p>
        </p:txBody>
      </p:sp>
      <p:sp>
        <p:nvSpPr>
          <p:cNvPr id="159" name="Freeform 16">
            <a:extLst>
              <a:ext uri="{FF2B5EF4-FFF2-40B4-BE49-F238E27FC236}">
                <a16:creationId xmlns:a16="http://schemas.microsoft.com/office/drawing/2014/main" id="{460B8B78-D266-70CC-F178-7B2BD2DBB189}"/>
              </a:ext>
            </a:extLst>
          </p:cNvPr>
          <p:cNvSpPr/>
          <p:nvPr/>
        </p:nvSpPr>
        <p:spPr>
          <a:xfrm>
            <a:off x="4107422" y="4738541"/>
            <a:ext cx="401436" cy="52386"/>
          </a:xfrm>
          <a:custGeom>
            <a:avLst/>
            <a:gdLst/>
            <a:ahLst/>
            <a:cxnLst/>
            <a:rect l="l" t="t" r="r" b="b"/>
            <a:pathLst>
              <a:path w="233809" h="30510">
                <a:moveTo>
                  <a:pt x="203151" y="0"/>
                </a:moveTo>
                <a:lnTo>
                  <a:pt x="233809" y="0"/>
                </a:lnTo>
                <a:lnTo>
                  <a:pt x="233809" y="30510"/>
                </a:lnTo>
                <a:lnTo>
                  <a:pt x="203151" y="30510"/>
                </a:lnTo>
                <a:close/>
                <a:moveTo>
                  <a:pt x="101650" y="0"/>
                </a:moveTo>
                <a:lnTo>
                  <a:pt x="132160" y="0"/>
                </a:lnTo>
                <a:lnTo>
                  <a:pt x="132160" y="30510"/>
                </a:lnTo>
                <a:lnTo>
                  <a:pt x="101650" y="30510"/>
                </a:lnTo>
                <a:close/>
                <a:moveTo>
                  <a:pt x="0" y="0"/>
                </a:moveTo>
                <a:lnTo>
                  <a:pt x="30510" y="0"/>
                </a:lnTo>
                <a:lnTo>
                  <a:pt x="30510" y="30510"/>
                </a:lnTo>
                <a:lnTo>
                  <a:pt x="0" y="30510"/>
                </a:ln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99"/>
          </a:p>
        </p:txBody>
      </p:sp>
      <p:sp>
        <p:nvSpPr>
          <p:cNvPr id="160" name="Rectangle 159">
            <a:extLst>
              <a:ext uri="{FF2B5EF4-FFF2-40B4-BE49-F238E27FC236}">
                <a16:creationId xmlns:a16="http://schemas.microsoft.com/office/drawing/2014/main" id="{6780BCA7-6874-49CF-E947-C3A953C5165F}"/>
              </a:ext>
            </a:extLst>
          </p:cNvPr>
          <p:cNvSpPr/>
          <p:nvPr/>
        </p:nvSpPr>
        <p:spPr>
          <a:xfrm>
            <a:off x="1106596" y="4357660"/>
            <a:ext cx="1164376" cy="921932"/>
          </a:xfrm>
          <a:prstGeom prst="rect">
            <a:avLst/>
          </a:prstGeom>
          <a:noFill/>
          <a:ln w="15875">
            <a:solidFill>
              <a:schemeClr val="bg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marL="60325" algn="ctr">
              <a:spcAft>
                <a:spcPts val="800"/>
              </a:spcAft>
            </a:pPr>
            <a:endParaRPr lang="en-US" sz="1400">
              <a:solidFill>
                <a:schemeClr val="tx1"/>
              </a:solidFill>
            </a:endParaRPr>
          </a:p>
        </p:txBody>
      </p:sp>
      <p:pic>
        <p:nvPicPr>
          <p:cNvPr id="161" name="Graphic 160">
            <a:extLst>
              <a:ext uri="{FF2B5EF4-FFF2-40B4-BE49-F238E27FC236}">
                <a16:creationId xmlns:a16="http://schemas.microsoft.com/office/drawing/2014/main" id="{E1B13F15-0DC4-EC58-D271-D53154EA46C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255154" y="4460614"/>
            <a:ext cx="350735" cy="257395"/>
          </a:xfrm>
          <a:prstGeom prst="rect">
            <a:avLst/>
          </a:prstGeom>
        </p:spPr>
      </p:pic>
      <p:pic>
        <p:nvPicPr>
          <p:cNvPr id="162" name="Graphic 161">
            <a:extLst>
              <a:ext uri="{FF2B5EF4-FFF2-40B4-BE49-F238E27FC236}">
                <a16:creationId xmlns:a16="http://schemas.microsoft.com/office/drawing/2014/main" id="{237209B9-E180-1438-FE59-8FC7EEB18D5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768718" y="4460614"/>
            <a:ext cx="350735" cy="257395"/>
          </a:xfrm>
          <a:prstGeom prst="rect">
            <a:avLst/>
          </a:prstGeom>
        </p:spPr>
      </p:pic>
      <p:pic>
        <p:nvPicPr>
          <p:cNvPr id="163" name="Graphic 162">
            <a:extLst>
              <a:ext uri="{FF2B5EF4-FFF2-40B4-BE49-F238E27FC236}">
                <a16:creationId xmlns:a16="http://schemas.microsoft.com/office/drawing/2014/main" id="{4AB38BC7-5518-C3A1-6A4A-58F6750CEAD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255154" y="4891016"/>
            <a:ext cx="350735" cy="257395"/>
          </a:xfrm>
          <a:prstGeom prst="rect">
            <a:avLst/>
          </a:prstGeom>
        </p:spPr>
      </p:pic>
      <p:pic>
        <p:nvPicPr>
          <p:cNvPr id="164" name="Graphic 163">
            <a:extLst>
              <a:ext uri="{FF2B5EF4-FFF2-40B4-BE49-F238E27FC236}">
                <a16:creationId xmlns:a16="http://schemas.microsoft.com/office/drawing/2014/main" id="{AB8E7D5D-1C59-82B8-7C46-CC36A7FB52E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768718" y="4891016"/>
            <a:ext cx="350735" cy="257395"/>
          </a:xfrm>
          <a:prstGeom prst="rect">
            <a:avLst/>
          </a:prstGeom>
        </p:spPr>
      </p:pic>
      <p:sp>
        <p:nvSpPr>
          <p:cNvPr id="165" name="Rectangle 164">
            <a:extLst>
              <a:ext uri="{FF2B5EF4-FFF2-40B4-BE49-F238E27FC236}">
                <a16:creationId xmlns:a16="http://schemas.microsoft.com/office/drawing/2014/main" id="{18E49097-7F87-3DD6-8673-6DD02A9BC759}"/>
              </a:ext>
            </a:extLst>
          </p:cNvPr>
          <p:cNvSpPr/>
          <p:nvPr/>
        </p:nvSpPr>
        <p:spPr>
          <a:xfrm>
            <a:off x="2654243" y="4357660"/>
            <a:ext cx="1164376" cy="921932"/>
          </a:xfrm>
          <a:prstGeom prst="rect">
            <a:avLst/>
          </a:prstGeom>
          <a:noFill/>
          <a:ln w="15875">
            <a:solidFill>
              <a:schemeClr val="bg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marL="60325" algn="ctr">
              <a:spcAft>
                <a:spcPts val="800"/>
              </a:spcAft>
            </a:pPr>
            <a:endParaRPr lang="en-US" sz="1400">
              <a:solidFill>
                <a:schemeClr val="tx1"/>
              </a:solidFill>
            </a:endParaRPr>
          </a:p>
        </p:txBody>
      </p:sp>
      <p:pic>
        <p:nvPicPr>
          <p:cNvPr id="166" name="Graphic 165">
            <a:extLst>
              <a:ext uri="{FF2B5EF4-FFF2-40B4-BE49-F238E27FC236}">
                <a16:creationId xmlns:a16="http://schemas.microsoft.com/office/drawing/2014/main" id="{CD40E936-AD97-4DAD-BAE0-C2A5DACC00C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802801" y="4460614"/>
            <a:ext cx="350735" cy="257395"/>
          </a:xfrm>
          <a:prstGeom prst="rect">
            <a:avLst/>
          </a:prstGeom>
        </p:spPr>
      </p:pic>
      <p:pic>
        <p:nvPicPr>
          <p:cNvPr id="167" name="Graphic 166">
            <a:extLst>
              <a:ext uri="{FF2B5EF4-FFF2-40B4-BE49-F238E27FC236}">
                <a16:creationId xmlns:a16="http://schemas.microsoft.com/office/drawing/2014/main" id="{43E64A0C-0D55-8B0E-4070-A906DDD52FC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316365" y="4460614"/>
            <a:ext cx="350735" cy="257395"/>
          </a:xfrm>
          <a:prstGeom prst="rect">
            <a:avLst/>
          </a:prstGeom>
        </p:spPr>
      </p:pic>
      <p:pic>
        <p:nvPicPr>
          <p:cNvPr id="168" name="Graphic 167">
            <a:extLst>
              <a:ext uri="{FF2B5EF4-FFF2-40B4-BE49-F238E27FC236}">
                <a16:creationId xmlns:a16="http://schemas.microsoft.com/office/drawing/2014/main" id="{F6EBCF25-2A70-0AE1-530C-5ED7AFECD17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802801" y="4891016"/>
            <a:ext cx="350735" cy="257395"/>
          </a:xfrm>
          <a:prstGeom prst="rect">
            <a:avLst/>
          </a:prstGeom>
        </p:spPr>
      </p:pic>
      <p:pic>
        <p:nvPicPr>
          <p:cNvPr id="169" name="Graphic 168">
            <a:extLst>
              <a:ext uri="{FF2B5EF4-FFF2-40B4-BE49-F238E27FC236}">
                <a16:creationId xmlns:a16="http://schemas.microsoft.com/office/drawing/2014/main" id="{D2F2FBDF-9775-AACA-07D5-061D05031F2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316365" y="4891016"/>
            <a:ext cx="350735" cy="257395"/>
          </a:xfrm>
          <a:prstGeom prst="rect">
            <a:avLst/>
          </a:prstGeom>
        </p:spPr>
      </p:pic>
      <p:sp>
        <p:nvSpPr>
          <p:cNvPr id="170" name="Rectangle 169">
            <a:extLst>
              <a:ext uri="{FF2B5EF4-FFF2-40B4-BE49-F238E27FC236}">
                <a16:creationId xmlns:a16="http://schemas.microsoft.com/office/drawing/2014/main" id="{DC510AE8-FBD2-8F23-B36F-6D67AFCC96A4}"/>
              </a:ext>
            </a:extLst>
          </p:cNvPr>
          <p:cNvSpPr/>
          <p:nvPr/>
        </p:nvSpPr>
        <p:spPr>
          <a:xfrm>
            <a:off x="4797660" y="4357660"/>
            <a:ext cx="1164376" cy="921932"/>
          </a:xfrm>
          <a:prstGeom prst="rect">
            <a:avLst/>
          </a:prstGeom>
          <a:noFill/>
          <a:ln w="15875">
            <a:solidFill>
              <a:schemeClr val="bg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marL="60325" algn="ctr">
              <a:spcAft>
                <a:spcPts val="800"/>
              </a:spcAft>
            </a:pPr>
            <a:endParaRPr lang="en-US" sz="1400">
              <a:solidFill>
                <a:schemeClr val="tx1"/>
              </a:solidFill>
            </a:endParaRPr>
          </a:p>
        </p:txBody>
      </p:sp>
      <p:pic>
        <p:nvPicPr>
          <p:cNvPr id="171" name="Graphic 170">
            <a:extLst>
              <a:ext uri="{FF2B5EF4-FFF2-40B4-BE49-F238E27FC236}">
                <a16:creationId xmlns:a16="http://schemas.microsoft.com/office/drawing/2014/main" id="{11F98109-7292-6DC5-2C26-346BDF45871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946218" y="4460614"/>
            <a:ext cx="350735" cy="257395"/>
          </a:xfrm>
          <a:prstGeom prst="rect">
            <a:avLst/>
          </a:prstGeom>
        </p:spPr>
      </p:pic>
      <p:pic>
        <p:nvPicPr>
          <p:cNvPr id="172" name="Graphic 171">
            <a:extLst>
              <a:ext uri="{FF2B5EF4-FFF2-40B4-BE49-F238E27FC236}">
                <a16:creationId xmlns:a16="http://schemas.microsoft.com/office/drawing/2014/main" id="{11F795B1-428A-201C-8A3E-9C69BF7F1EB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459782" y="4460614"/>
            <a:ext cx="350735" cy="257395"/>
          </a:xfrm>
          <a:prstGeom prst="rect">
            <a:avLst/>
          </a:prstGeom>
        </p:spPr>
      </p:pic>
      <p:pic>
        <p:nvPicPr>
          <p:cNvPr id="173" name="Graphic 172">
            <a:extLst>
              <a:ext uri="{FF2B5EF4-FFF2-40B4-BE49-F238E27FC236}">
                <a16:creationId xmlns:a16="http://schemas.microsoft.com/office/drawing/2014/main" id="{775AC5EF-F3DB-5EF4-42AF-4EF38A5FDC4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946218" y="4891016"/>
            <a:ext cx="350735" cy="257395"/>
          </a:xfrm>
          <a:prstGeom prst="rect">
            <a:avLst/>
          </a:prstGeom>
        </p:spPr>
      </p:pic>
      <p:pic>
        <p:nvPicPr>
          <p:cNvPr id="174" name="Graphic 173">
            <a:extLst>
              <a:ext uri="{FF2B5EF4-FFF2-40B4-BE49-F238E27FC236}">
                <a16:creationId xmlns:a16="http://schemas.microsoft.com/office/drawing/2014/main" id="{5490193F-8A34-111C-C13C-65236A49A49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459782" y="4891016"/>
            <a:ext cx="350735" cy="257395"/>
          </a:xfrm>
          <a:prstGeom prst="rect">
            <a:avLst/>
          </a:prstGeom>
        </p:spPr>
      </p:pic>
      <p:pic>
        <p:nvPicPr>
          <p:cNvPr id="2" name="Graphic 1">
            <a:extLst>
              <a:ext uri="{FF2B5EF4-FFF2-40B4-BE49-F238E27FC236}">
                <a16:creationId xmlns:a16="http://schemas.microsoft.com/office/drawing/2014/main" id="{1B877F82-BD42-5846-C286-CDDCE730C74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513417" y="3953091"/>
            <a:ext cx="350735" cy="257395"/>
          </a:xfrm>
          <a:prstGeom prst="rect">
            <a:avLst/>
          </a:prstGeom>
        </p:spPr>
      </p:pic>
      <p:pic>
        <p:nvPicPr>
          <p:cNvPr id="3" name="Graphic 2">
            <a:extLst>
              <a:ext uri="{FF2B5EF4-FFF2-40B4-BE49-F238E27FC236}">
                <a16:creationId xmlns:a16="http://schemas.microsoft.com/office/drawing/2014/main" id="{AF203D1D-7340-86F9-FF31-FED492C3A87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061064" y="3953091"/>
            <a:ext cx="350735" cy="257395"/>
          </a:xfrm>
          <a:prstGeom prst="rect">
            <a:avLst/>
          </a:prstGeom>
        </p:spPr>
      </p:pic>
      <p:pic>
        <p:nvPicPr>
          <p:cNvPr id="4" name="Graphic 3">
            <a:extLst>
              <a:ext uri="{FF2B5EF4-FFF2-40B4-BE49-F238E27FC236}">
                <a16:creationId xmlns:a16="http://schemas.microsoft.com/office/drawing/2014/main" id="{FF8CDA94-3E90-A86C-43FF-162869A675B1}"/>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204481" y="3953091"/>
            <a:ext cx="350735" cy="257395"/>
          </a:xfrm>
          <a:prstGeom prst="rect">
            <a:avLst/>
          </a:prstGeom>
        </p:spPr>
      </p:pic>
      <p:sp>
        <p:nvSpPr>
          <p:cNvPr id="12" name="TextBox 11">
            <a:extLst>
              <a:ext uri="{FF2B5EF4-FFF2-40B4-BE49-F238E27FC236}">
                <a16:creationId xmlns:a16="http://schemas.microsoft.com/office/drawing/2014/main" id="{8527088C-A42D-46FE-FC02-174823B6240F}"/>
              </a:ext>
            </a:extLst>
          </p:cNvPr>
          <p:cNvSpPr txBox="1"/>
          <p:nvPr/>
        </p:nvSpPr>
        <p:spPr>
          <a:xfrm>
            <a:off x="6558259" y="3597942"/>
            <a:ext cx="1387544" cy="369332"/>
          </a:xfrm>
          <a:prstGeom prst="rect">
            <a:avLst/>
          </a:prstGeom>
        </p:spPr>
        <p:txBody>
          <a:bodyPr wrap="square" lIns="0" tIns="0" rIns="0" bIns="0" rtlCol="0">
            <a:spAutoFit/>
          </a:bodyPr>
          <a:lstStyle/>
          <a:p>
            <a:pPr>
              <a:spcAft>
                <a:spcPts val="600"/>
              </a:spcAft>
            </a:pPr>
            <a:r>
              <a:rPr lang="en-US" sz="1200" dirty="0">
                <a:solidFill>
                  <a:schemeClr val="tx2"/>
                </a:solidFill>
              </a:rPr>
              <a:t>Free up DRAM for hot pages</a:t>
            </a:r>
          </a:p>
        </p:txBody>
      </p:sp>
      <p:grpSp>
        <p:nvGrpSpPr>
          <p:cNvPr id="15" name="Group 14">
            <a:extLst>
              <a:ext uri="{FF2B5EF4-FFF2-40B4-BE49-F238E27FC236}">
                <a16:creationId xmlns:a16="http://schemas.microsoft.com/office/drawing/2014/main" id="{965147C2-F83E-067A-4848-C297DC4A7EBE}"/>
              </a:ext>
            </a:extLst>
          </p:cNvPr>
          <p:cNvGrpSpPr/>
          <p:nvPr/>
        </p:nvGrpSpPr>
        <p:grpSpPr>
          <a:xfrm>
            <a:off x="5167920" y="3568748"/>
            <a:ext cx="423857" cy="297840"/>
            <a:chOff x="6307931" y="3462338"/>
            <a:chExt cx="423857" cy="297840"/>
          </a:xfrm>
        </p:grpSpPr>
        <p:sp>
          <p:nvSpPr>
            <p:cNvPr id="14" name="Rectangle 13">
              <a:extLst>
                <a:ext uri="{FF2B5EF4-FFF2-40B4-BE49-F238E27FC236}">
                  <a16:creationId xmlns:a16="http://schemas.microsoft.com/office/drawing/2014/main" id="{98FFEC4C-6341-4247-C49E-CA0B41B75894}"/>
                </a:ext>
              </a:extLst>
            </p:cNvPr>
            <p:cNvSpPr/>
            <p:nvPr/>
          </p:nvSpPr>
          <p:spPr bwMode="gray">
            <a:xfrm>
              <a:off x="6307931" y="3462338"/>
              <a:ext cx="423857" cy="297840"/>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pic>
          <p:nvPicPr>
            <p:cNvPr id="13" name="Graphic 12">
              <a:extLst>
                <a:ext uri="{FF2B5EF4-FFF2-40B4-BE49-F238E27FC236}">
                  <a16:creationId xmlns:a16="http://schemas.microsoft.com/office/drawing/2014/main" id="{466B5CA3-B7BE-63D1-C0F1-989FC2CE48A1}"/>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345564" y="3497896"/>
              <a:ext cx="348590" cy="226725"/>
            </a:xfrm>
            <a:prstGeom prst="rect">
              <a:avLst/>
            </a:prstGeom>
          </p:spPr>
        </p:pic>
      </p:grpSp>
      <p:grpSp>
        <p:nvGrpSpPr>
          <p:cNvPr id="18" name="Group 17">
            <a:extLst>
              <a:ext uri="{FF2B5EF4-FFF2-40B4-BE49-F238E27FC236}">
                <a16:creationId xmlns:a16="http://schemas.microsoft.com/office/drawing/2014/main" id="{747F22F6-0602-5D48-B27D-A28D64A01731}"/>
              </a:ext>
            </a:extLst>
          </p:cNvPr>
          <p:cNvGrpSpPr/>
          <p:nvPr/>
        </p:nvGrpSpPr>
        <p:grpSpPr>
          <a:xfrm>
            <a:off x="3024503" y="3568748"/>
            <a:ext cx="423857" cy="297840"/>
            <a:chOff x="6307931" y="3462338"/>
            <a:chExt cx="423857" cy="297840"/>
          </a:xfrm>
        </p:grpSpPr>
        <p:sp>
          <p:nvSpPr>
            <p:cNvPr id="19" name="Rectangle 18">
              <a:extLst>
                <a:ext uri="{FF2B5EF4-FFF2-40B4-BE49-F238E27FC236}">
                  <a16:creationId xmlns:a16="http://schemas.microsoft.com/office/drawing/2014/main" id="{7DE996E5-9672-3ACD-79BA-A6304440AD76}"/>
                </a:ext>
              </a:extLst>
            </p:cNvPr>
            <p:cNvSpPr/>
            <p:nvPr/>
          </p:nvSpPr>
          <p:spPr bwMode="gray">
            <a:xfrm>
              <a:off x="6307931" y="3462338"/>
              <a:ext cx="423857" cy="297840"/>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pic>
          <p:nvPicPr>
            <p:cNvPr id="20" name="Graphic 19">
              <a:extLst>
                <a:ext uri="{FF2B5EF4-FFF2-40B4-BE49-F238E27FC236}">
                  <a16:creationId xmlns:a16="http://schemas.microsoft.com/office/drawing/2014/main" id="{050A9544-9836-FF3E-21BA-9DB29ADC6CEB}"/>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345564" y="3497896"/>
              <a:ext cx="348590" cy="226725"/>
            </a:xfrm>
            <a:prstGeom prst="rect">
              <a:avLst/>
            </a:prstGeom>
          </p:spPr>
        </p:pic>
      </p:grpSp>
      <p:grpSp>
        <p:nvGrpSpPr>
          <p:cNvPr id="23" name="Group 22">
            <a:extLst>
              <a:ext uri="{FF2B5EF4-FFF2-40B4-BE49-F238E27FC236}">
                <a16:creationId xmlns:a16="http://schemas.microsoft.com/office/drawing/2014/main" id="{17C39F8D-ED5E-64B8-08EA-F0B447BA9706}"/>
              </a:ext>
            </a:extLst>
          </p:cNvPr>
          <p:cNvGrpSpPr/>
          <p:nvPr/>
        </p:nvGrpSpPr>
        <p:grpSpPr>
          <a:xfrm>
            <a:off x="1476856" y="3568748"/>
            <a:ext cx="423857" cy="297840"/>
            <a:chOff x="6307931" y="3462338"/>
            <a:chExt cx="423857" cy="297840"/>
          </a:xfrm>
        </p:grpSpPr>
        <p:sp>
          <p:nvSpPr>
            <p:cNvPr id="24" name="Rectangle 23">
              <a:extLst>
                <a:ext uri="{FF2B5EF4-FFF2-40B4-BE49-F238E27FC236}">
                  <a16:creationId xmlns:a16="http://schemas.microsoft.com/office/drawing/2014/main" id="{88DC7E2D-6A9C-87FD-1B8D-06BA7103540B}"/>
                </a:ext>
              </a:extLst>
            </p:cNvPr>
            <p:cNvSpPr/>
            <p:nvPr/>
          </p:nvSpPr>
          <p:spPr bwMode="gray">
            <a:xfrm>
              <a:off x="6307931" y="3462338"/>
              <a:ext cx="423857" cy="297840"/>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dirty="0">
                <a:solidFill>
                  <a:schemeClr val="bg1"/>
                </a:solidFill>
              </a:endParaRPr>
            </a:p>
          </p:txBody>
        </p:sp>
        <p:pic>
          <p:nvPicPr>
            <p:cNvPr id="25" name="Graphic 24">
              <a:extLst>
                <a:ext uri="{FF2B5EF4-FFF2-40B4-BE49-F238E27FC236}">
                  <a16:creationId xmlns:a16="http://schemas.microsoft.com/office/drawing/2014/main" id="{0637A95F-6769-15E4-699E-AF24C104EE23}"/>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345564" y="3497896"/>
              <a:ext cx="348590" cy="226725"/>
            </a:xfrm>
            <a:prstGeom prst="rect">
              <a:avLst/>
            </a:prstGeom>
          </p:spPr>
        </p:pic>
      </p:grpSp>
      <p:grpSp>
        <p:nvGrpSpPr>
          <p:cNvPr id="51" name="Group 50">
            <a:extLst>
              <a:ext uri="{FF2B5EF4-FFF2-40B4-BE49-F238E27FC236}">
                <a16:creationId xmlns:a16="http://schemas.microsoft.com/office/drawing/2014/main" id="{14E60A37-0567-41AB-969D-BD2EA1CA47AE}"/>
              </a:ext>
            </a:extLst>
          </p:cNvPr>
          <p:cNvGrpSpPr/>
          <p:nvPr/>
        </p:nvGrpSpPr>
        <p:grpSpPr>
          <a:xfrm>
            <a:off x="1012128" y="2679550"/>
            <a:ext cx="5044376" cy="337185"/>
            <a:chOff x="1012128" y="2679550"/>
            <a:chExt cx="5044376" cy="337185"/>
          </a:xfrm>
        </p:grpSpPr>
        <p:pic>
          <p:nvPicPr>
            <p:cNvPr id="176" name="Graphic 175">
              <a:extLst>
                <a:ext uri="{FF2B5EF4-FFF2-40B4-BE49-F238E27FC236}">
                  <a16:creationId xmlns:a16="http://schemas.microsoft.com/office/drawing/2014/main" id="{C72A201B-0F61-1681-DABE-4FA78186D643}"/>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12128" y="2679550"/>
              <a:ext cx="337185" cy="337185"/>
            </a:xfrm>
            <a:prstGeom prst="rect">
              <a:avLst/>
            </a:prstGeom>
          </p:spPr>
        </p:pic>
        <p:pic>
          <p:nvPicPr>
            <p:cNvPr id="179" name="Graphic 178">
              <a:extLst>
                <a:ext uri="{FF2B5EF4-FFF2-40B4-BE49-F238E27FC236}">
                  <a16:creationId xmlns:a16="http://schemas.microsoft.com/office/drawing/2014/main" id="{34A82B48-4B59-B991-ECCF-4C45CCFD33C9}"/>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82847" y="2679550"/>
              <a:ext cx="337185" cy="337185"/>
            </a:xfrm>
            <a:prstGeom prst="rect">
              <a:avLst/>
            </a:prstGeom>
          </p:spPr>
        </p:pic>
        <p:pic>
          <p:nvPicPr>
            <p:cNvPr id="41" name="Graphic 40">
              <a:extLst>
                <a:ext uri="{FF2B5EF4-FFF2-40B4-BE49-F238E27FC236}">
                  <a16:creationId xmlns:a16="http://schemas.microsoft.com/office/drawing/2014/main" id="{23258F36-EB4D-A361-35BA-B9AB0A1C1600}"/>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953566" y="2679550"/>
              <a:ext cx="337185" cy="337185"/>
            </a:xfrm>
            <a:prstGeom prst="rect">
              <a:avLst/>
            </a:prstGeom>
          </p:spPr>
        </p:pic>
        <p:pic>
          <p:nvPicPr>
            <p:cNvPr id="42" name="Graphic 41">
              <a:extLst>
                <a:ext uri="{FF2B5EF4-FFF2-40B4-BE49-F238E27FC236}">
                  <a16:creationId xmlns:a16="http://schemas.microsoft.com/office/drawing/2014/main" id="{28512656-E186-EFE4-2DF6-4E2C38AA25A9}"/>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2424285" y="2679550"/>
              <a:ext cx="337185" cy="337185"/>
            </a:xfrm>
            <a:prstGeom prst="rect">
              <a:avLst/>
            </a:prstGeom>
          </p:spPr>
        </p:pic>
        <p:pic>
          <p:nvPicPr>
            <p:cNvPr id="43" name="Graphic 42">
              <a:extLst>
                <a:ext uri="{FF2B5EF4-FFF2-40B4-BE49-F238E27FC236}">
                  <a16:creationId xmlns:a16="http://schemas.microsoft.com/office/drawing/2014/main" id="{51A20397-E1EE-DBEB-F2F2-3D5F834937C1}"/>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2895004" y="2679550"/>
              <a:ext cx="337185" cy="337185"/>
            </a:xfrm>
            <a:prstGeom prst="rect">
              <a:avLst/>
            </a:prstGeom>
          </p:spPr>
        </p:pic>
        <p:pic>
          <p:nvPicPr>
            <p:cNvPr id="44" name="Graphic 43">
              <a:extLst>
                <a:ext uri="{FF2B5EF4-FFF2-40B4-BE49-F238E27FC236}">
                  <a16:creationId xmlns:a16="http://schemas.microsoft.com/office/drawing/2014/main" id="{6D25059D-2258-AB3C-04FE-B4F5A441360A}"/>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365723" y="2679550"/>
              <a:ext cx="337185" cy="337185"/>
            </a:xfrm>
            <a:prstGeom prst="rect">
              <a:avLst/>
            </a:prstGeom>
          </p:spPr>
        </p:pic>
        <p:pic>
          <p:nvPicPr>
            <p:cNvPr id="45" name="Graphic 44">
              <a:extLst>
                <a:ext uri="{FF2B5EF4-FFF2-40B4-BE49-F238E27FC236}">
                  <a16:creationId xmlns:a16="http://schemas.microsoft.com/office/drawing/2014/main" id="{5E3D07EA-C827-734D-2D9D-D108FC0B990F}"/>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836442" y="2679550"/>
              <a:ext cx="337185" cy="337185"/>
            </a:xfrm>
            <a:prstGeom prst="rect">
              <a:avLst/>
            </a:prstGeom>
          </p:spPr>
        </p:pic>
        <p:pic>
          <p:nvPicPr>
            <p:cNvPr id="46" name="Graphic 45">
              <a:extLst>
                <a:ext uri="{FF2B5EF4-FFF2-40B4-BE49-F238E27FC236}">
                  <a16:creationId xmlns:a16="http://schemas.microsoft.com/office/drawing/2014/main" id="{D993B01D-BBA3-D87E-DDFA-FAEE441EDDEC}"/>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4307161" y="2679550"/>
              <a:ext cx="337185" cy="337185"/>
            </a:xfrm>
            <a:prstGeom prst="rect">
              <a:avLst/>
            </a:prstGeom>
          </p:spPr>
        </p:pic>
        <p:pic>
          <p:nvPicPr>
            <p:cNvPr id="47" name="Graphic 46">
              <a:extLst>
                <a:ext uri="{FF2B5EF4-FFF2-40B4-BE49-F238E27FC236}">
                  <a16:creationId xmlns:a16="http://schemas.microsoft.com/office/drawing/2014/main" id="{5C34AE9C-3D58-DAB5-408F-C3962D58561C}"/>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4777880" y="2679550"/>
              <a:ext cx="337185" cy="337185"/>
            </a:xfrm>
            <a:prstGeom prst="rect">
              <a:avLst/>
            </a:prstGeom>
          </p:spPr>
        </p:pic>
        <p:pic>
          <p:nvPicPr>
            <p:cNvPr id="48" name="Graphic 47">
              <a:extLst>
                <a:ext uri="{FF2B5EF4-FFF2-40B4-BE49-F238E27FC236}">
                  <a16:creationId xmlns:a16="http://schemas.microsoft.com/office/drawing/2014/main" id="{8FB73008-250F-B4CF-9817-617916D7F0E9}"/>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248599" y="2679550"/>
              <a:ext cx="337185" cy="337185"/>
            </a:xfrm>
            <a:prstGeom prst="rect">
              <a:avLst/>
            </a:prstGeom>
          </p:spPr>
        </p:pic>
        <p:pic>
          <p:nvPicPr>
            <p:cNvPr id="49" name="Graphic 48">
              <a:extLst>
                <a:ext uri="{FF2B5EF4-FFF2-40B4-BE49-F238E27FC236}">
                  <a16:creationId xmlns:a16="http://schemas.microsoft.com/office/drawing/2014/main" id="{EB7D2190-1431-D871-6B20-C350D2506E6E}"/>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719319" y="2679550"/>
              <a:ext cx="337185" cy="337185"/>
            </a:xfrm>
            <a:prstGeom prst="rect">
              <a:avLst/>
            </a:prstGeom>
          </p:spPr>
        </p:pic>
      </p:grpSp>
      <p:cxnSp>
        <p:nvCxnSpPr>
          <p:cNvPr id="28" name="Straight Connector 27">
            <a:extLst>
              <a:ext uri="{FF2B5EF4-FFF2-40B4-BE49-F238E27FC236}">
                <a16:creationId xmlns:a16="http://schemas.microsoft.com/office/drawing/2014/main" id="{6CACFA7F-1126-9EAF-156F-904AE223C02B}"/>
              </a:ext>
            </a:extLst>
          </p:cNvPr>
          <p:cNvCxnSpPr>
            <a:cxnSpLocks/>
          </p:cNvCxnSpPr>
          <p:nvPr/>
        </p:nvCxnSpPr>
        <p:spPr bwMode="gray">
          <a:xfrm>
            <a:off x="5660208" y="3708720"/>
            <a:ext cx="834658"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858680A6-77BE-6AE0-D54C-932741BC1EED}"/>
              </a:ext>
            </a:extLst>
          </p:cNvPr>
          <p:cNvSpPr txBox="1"/>
          <p:nvPr/>
        </p:nvSpPr>
        <p:spPr>
          <a:xfrm>
            <a:off x="6558259" y="2758997"/>
            <a:ext cx="1387544" cy="369332"/>
          </a:xfrm>
          <a:prstGeom prst="rect">
            <a:avLst/>
          </a:prstGeom>
        </p:spPr>
        <p:txBody>
          <a:bodyPr wrap="square" lIns="0" tIns="0" rIns="0" bIns="0" rtlCol="0">
            <a:spAutoFit/>
          </a:bodyPr>
          <a:lstStyle/>
          <a:p>
            <a:pPr>
              <a:spcAft>
                <a:spcPts val="600"/>
              </a:spcAft>
            </a:pPr>
            <a:r>
              <a:rPr lang="en-US" sz="1200" dirty="0">
                <a:solidFill>
                  <a:schemeClr val="tx2"/>
                </a:solidFill>
              </a:rPr>
              <a:t>Reduced amount of DRAM used by VMs</a:t>
            </a:r>
          </a:p>
        </p:txBody>
      </p:sp>
    </p:spTree>
    <p:extLst>
      <p:ext uri="{BB962C8B-B14F-4D97-AF65-F5344CB8AC3E}">
        <p14:creationId xmlns:p14="http://schemas.microsoft.com/office/powerpoint/2010/main" val="24900155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fade">
                                      <p:cBhvr>
                                        <p:cTn id="7" dur="500"/>
                                        <p:tgtEl>
                                          <p:spTgt spid="122"/>
                                        </p:tgtEl>
                                      </p:cBhvr>
                                    </p:animEffect>
                                  </p:childTnLst>
                                </p:cTn>
                              </p:par>
                            </p:childTnLst>
                          </p:cTn>
                        </p:par>
                        <p:par>
                          <p:cTn id="8" fill="hold">
                            <p:stCondLst>
                              <p:cond delay="500"/>
                            </p:stCondLst>
                            <p:childTnLst>
                              <p:par>
                                <p:cTn id="9" presetID="16" presetClass="entr" presetSubtype="37" fill="hold" nodeType="afterEffect">
                                  <p:stCondLst>
                                    <p:cond delay="250"/>
                                  </p:stCondLst>
                                  <p:childTnLst>
                                    <p:set>
                                      <p:cBhvr>
                                        <p:cTn id="10" dur="1" fill="hold">
                                          <p:stCondLst>
                                            <p:cond delay="0"/>
                                          </p:stCondLst>
                                        </p:cTn>
                                        <p:tgtEl>
                                          <p:spTgt spid="151"/>
                                        </p:tgtEl>
                                        <p:attrNameLst>
                                          <p:attrName>style.visibility</p:attrName>
                                        </p:attrNameLst>
                                      </p:cBhvr>
                                      <p:to>
                                        <p:strVal val="visible"/>
                                      </p:to>
                                    </p:set>
                                    <p:animEffect transition="in" filter="barn(outVertical)">
                                      <p:cBhvr>
                                        <p:cTn id="11" dur="750"/>
                                        <p:tgtEl>
                                          <p:spTgt spid="151"/>
                                        </p:tgtEl>
                                      </p:cBhvr>
                                    </p:animEffect>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157"/>
                                        </p:tgtEl>
                                        <p:attrNameLst>
                                          <p:attrName>style.visibility</p:attrName>
                                        </p:attrNameLst>
                                      </p:cBhvr>
                                      <p:to>
                                        <p:strVal val="visible"/>
                                      </p:to>
                                    </p:set>
                                    <p:animEffect transition="in" filter="fade">
                                      <p:cBhvr>
                                        <p:cTn id="15" dur="500"/>
                                        <p:tgtEl>
                                          <p:spTgt spid="157"/>
                                        </p:tgtEl>
                                      </p:cBhvr>
                                    </p:animEffect>
                                  </p:childTnLst>
                                </p:cTn>
                              </p:par>
                            </p:childTnLst>
                          </p:cTn>
                        </p:par>
                        <p:par>
                          <p:cTn id="16" fill="hold">
                            <p:stCondLst>
                              <p:cond delay="2000"/>
                            </p:stCondLst>
                            <p:childTnLst>
                              <p:par>
                                <p:cTn id="17" presetID="10" presetClass="entr" presetSubtype="0" fill="hold" grpId="0" nodeType="afterEffect">
                                  <p:stCondLst>
                                    <p:cond delay="0"/>
                                  </p:stCondLst>
                                  <p:childTnLst>
                                    <p:set>
                                      <p:cBhvr>
                                        <p:cTn id="18" dur="1" fill="hold">
                                          <p:stCondLst>
                                            <p:cond delay="0"/>
                                          </p:stCondLst>
                                        </p:cTn>
                                        <p:tgtEl>
                                          <p:spTgt spid="159"/>
                                        </p:tgtEl>
                                        <p:attrNameLst>
                                          <p:attrName>style.visibility</p:attrName>
                                        </p:attrNameLst>
                                      </p:cBhvr>
                                      <p:to>
                                        <p:strVal val="visible"/>
                                      </p:to>
                                    </p:set>
                                    <p:animEffect transition="in" filter="fade">
                                      <p:cBhvr>
                                        <p:cTn id="19" dur="500"/>
                                        <p:tgtEl>
                                          <p:spTgt spid="15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60"/>
                                        </p:tgtEl>
                                        <p:attrNameLst>
                                          <p:attrName>style.visibility</p:attrName>
                                        </p:attrNameLst>
                                      </p:cBhvr>
                                      <p:to>
                                        <p:strVal val="visible"/>
                                      </p:to>
                                    </p:set>
                                    <p:animEffect transition="in" filter="fade">
                                      <p:cBhvr>
                                        <p:cTn id="22" dur="500"/>
                                        <p:tgtEl>
                                          <p:spTgt spid="160"/>
                                        </p:tgtEl>
                                      </p:cBhvr>
                                    </p:animEffect>
                                  </p:childTnLst>
                                </p:cTn>
                              </p:par>
                              <p:par>
                                <p:cTn id="23" presetID="10" presetClass="entr" presetSubtype="0" fill="hold" nodeType="withEffect">
                                  <p:stCondLst>
                                    <p:cond delay="0"/>
                                  </p:stCondLst>
                                  <p:childTnLst>
                                    <p:set>
                                      <p:cBhvr>
                                        <p:cTn id="24" dur="1" fill="hold">
                                          <p:stCondLst>
                                            <p:cond delay="0"/>
                                          </p:stCondLst>
                                        </p:cTn>
                                        <p:tgtEl>
                                          <p:spTgt spid="161"/>
                                        </p:tgtEl>
                                        <p:attrNameLst>
                                          <p:attrName>style.visibility</p:attrName>
                                        </p:attrNameLst>
                                      </p:cBhvr>
                                      <p:to>
                                        <p:strVal val="visible"/>
                                      </p:to>
                                    </p:set>
                                    <p:animEffect transition="in" filter="fade">
                                      <p:cBhvr>
                                        <p:cTn id="25" dur="500"/>
                                        <p:tgtEl>
                                          <p:spTgt spid="161"/>
                                        </p:tgtEl>
                                      </p:cBhvr>
                                    </p:animEffect>
                                  </p:childTnLst>
                                </p:cTn>
                              </p:par>
                              <p:par>
                                <p:cTn id="26" presetID="10" presetClass="entr" presetSubtype="0" fill="hold" nodeType="withEffect">
                                  <p:stCondLst>
                                    <p:cond delay="0"/>
                                  </p:stCondLst>
                                  <p:childTnLst>
                                    <p:set>
                                      <p:cBhvr>
                                        <p:cTn id="27" dur="1" fill="hold">
                                          <p:stCondLst>
                                            <p:cond delay="0"/>
                                          </p:stCondLst>
                                        </p:cTn>
                                        <p:tgtEl>
                                          <p:spTgt spid="162"/>
                                        </p:tgtEl>
                                        <p:attrNameLst>
                                          <p:attrName>style.visibility</p:attrName>
                                        </p:attrNameLst>
                                      </p:cBhvr>
                                      <p:to>
                                        <p:strVal val="visible"/>
                                      </p:to>
                                    </p:set>
                                    <p:animEffect transition="in" filter="fade">
                                      <p:cBhvr>
                                        <p:cTn id="28" dur="500"/>
                                        <p:tgtEl>
                                          <p:spTgt spid="162"/>
                                        </p:tgtEl>
                                      </p:cBhvr>
                                    </p:animEffect>
                                  </p:childTnLst>
                                </p:cTn>
                              </p:par>
                              <p:par>
                                <p:cTn id="29" presetID="10" presetClass="entr" presetSubtype="0" fill="hold" nodeType="withEffect">
                                  <p:stCondLst>
                                    <p:cond delay="0"/>
                                  </p:stCondLst>
                                  <p:childTnLst>
                                    <p:set>
                                      <p:cBhvr>
                                        <p:cTn id="30" dur="1" fill="hold">
                                          <p:stCondLst>
                                            <p:cond delay="0"/>
                                          </p:stCondLst>
                                        </p:cTn>
                                        <p:tgtEl>
                                          <p:spTgt spid="163"/>
                                        </p:tgtEl>
                                        <p:attrNameLst>
                                          <p:attrName>style.visibility</p:attrName>
                                        </p:attrNameLst>
                                      </p:cBhvr>
                                      <p:to>
                                        <p:strVal val="visible"/>
                                      </p:to>
                                    </p:set>
                                    <p:animEffect transition="in" filter="fade">
                                      <p:cBhvr>
                                        <p:cTn id="31" dur="500"/>
                                        <p:tgtEl>
                                          <p:spTgt spid="163"/>
                                        </p:tgtEl>
                                      </p:cBhvr>
                                    </p:animEffect>
                                  </p:childTnLst>
                                </p:cTn>
                              </p:par>
                              <p:par>
                                <p:cTn id="32" presetID="10" presetClass="entr" presetSubtype="0" fill="hold" nodeType="withEffect">
                                  <p:stCondLst>
                                    <p:cond delay="0"/>
                                  </p:stCondLst>
                                  <p:childTnLst>
                                    <p:set>
                                      <p:cBhvr>
                                        <p:cTn id="33" dur="1" fill="hold">
                                          <p:stCondLst>
                                            <p:cond delay="0"/>
                                          </p:stCondLst>
                                        </p:cTn>
                                        <p:tgtEl>
                                          <p:spTgt spid="164"/>
                                        </p:tgtEl>
                                        <p:attrNameLst>
                                          <p:attrName>style.visibility</p:attrName>
                                        </p:attrNameLst>
                                      </p:cBhvr>
                                      <p:to>
                                        <p:strVal val="visible"/>
                                      </p:to>
                                    </p:set>
                                    <p:animEffect transition="in" filter="fade">
                                      <p:cBhvr>
                                        <p:cTn id="34" dur="500"/>
                                        <p:tgtEl>
                                          <p:spTgt spid="164"/>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65"/>
                                        </p:tgtEl>
                                        <p:attrNameLst>
                                          <p:attrName>style.visibility</p:attrName>
                                        </p:attrNameLst>
                                      </p:cBhvr>
                                      <p:to>
                                        <p:strVal val="visible"/>
                                      </p:to>
                                    </p:set>
                                    <p:animEffect transition="in" filter="fade">
                                      <p:cBhvr>
                                        <p:cTn id="37" dur="500"/>
                                        <p:tgtEl>
                                          <p:spTgt spid="165"/>
                                        </p:tgtEl>
                                      </p:cBhvr>
                                    </p:animEffect>
                                  </p:childTnLst>
                                </p:cTn>
                              </p:par>
                              <p:par>
                                <p:cTn id="38" presetID="10" presetClass="entr" presetSubtype="0" fill="hold" nodeType="withEffect">
                                  <p:stCondLst>
                                    <p:cond delay="0"/>
                                  </p:stCondLst>
                                  <p:childTnLst>
                                    <p:set>
                                      <p:cBhvr>
                                        <p:cTn id="39" dur="1" fill="hold">
                                          <p:stCondLst>
                                            <p:cond delay="0"/>
                                          </p:stCondLst>
                                        </p:cTn>
                                        <p:tgtEl>
                                          <p:spTgt spid="166"/>
                                        </p:tgtEl>
                                        <p:attrNameLst>
                                          <p:attrName>style.visibility</p:attrName>
                                        </p:attrNameLst>
                                      </p:cBhvr>
                                      <p:to>
                                        <p:strVal val="visible"/>
                                      </p:to>
                                    </p:set>
                                    <p:animEffect transition="in" filter="fade">
                                      <p:cBhvr>
                                        <p:cTn id="40" dur="500"/>
                                        <p:tgtEl>
                                          <p:spTgt spid="166"/>
                                        </p:tgtEl>
                                      </p:cBhvr>
                                    </p:animEffect>
                                  </p:childTnLst>
                                </p:cTn>
                              </p:par>
                              <p:par>
                                <p:cTn id="41" presetID="10" presetClass="entr" presetSubtype="0" fill="hold" nodeType="withEffect">
                                  <p:stCondLst>
                                    <p:cond delay="0"/>
                                  </p:stCondLst>
                                  <p:childTnLst>
                                    <p:set>
                                      <p:cBhvr>
                                        <p:cTn id="42" dur="1" fill="hold">
                                          <p:stCondLst>
                                            <p:cond delay="0"/>
                                          </p:stCondLst>
                                        </p:cTn>
                                        <p:tgtEl>
                                          <p:spTgt spid="167"/>
                                        </p:tgtEl>
                                        <p:attrNameLst>
                                          <p:attrName>style.visibility</p:attrName>
                                        </p:attrNameLst>
                                      </p:cBhvr>
                                      <p:to>
                                        <p:strVal val="visible"/>
                                      </p:to>
                                    </p:set>
                                    <p:animEffect transition="in" filter="fade">
                                      <p:cBhvr>
                                        <p:cTn id="43" dur="500"/>
                                        <p:tgtEl>
                                          <p:spTgt spid="167"/>
                                        </p:tgtEl>
                                      </p:cBhvr>
                                    </p:animEffect>
                                  </p:childTnLst>
                                </p:cTn>
                              </p:par>
                              <p:par>
                                <p:cTn id="44" presetID="10" presetClass="entr" presetSubtype="0" fill="hold" nodeType="withEffect">
                                  <p:stCondLst>
                                    <p:cond delay="0"/>
                                  </p:stCondLst>
                                  <p:childTnLst>
                                    <p:set>
                                      <p:cBhvr>
                                        <p:cTn id="45" dur="1" fill="hold">
                                          <p:stCondLst>
                                            <p:cond delay="0"/>
                                          </p:stCondLst>
                                        </p:cTn>
                                        <p:tgtEl>
                                          <p:spTgt spid="168"/>
                                        </p:tgtEl>
                                        <p:attrNameLst>
                                          <p:attrName>style.visibility</p:attrName>
                                        </p:attrNameLst>
                                      </p:cBhvr>
                                      <p:to>
                                        <p:strVal val="visible"/>
                                      </p:to>
                                    </p:set>
                                    <p:animEffect transition="in" filter="fade">
                                      <p:cBhvr>
                                        <p:cTn id="46" dur="500"/>
                                        <p:tgtEl>
                                          <p:spTgt spid="168"/>
                                        </p:tgtEl>
                                      </p:cBhvr>
                                    </p:animEffect>
                                  </p:childTnLst>
                                </p:cTn>
                              </p:par>
                              <p:par>
                                <p:cTn id="47" presetID="10" presetClass="entr" presetSubtype="0" fill="hold" nodeType="withEffect">
                                  <p:stCondLst>
                                    <p:cond delay="0"/>
                                  </p:stCondLst>
                                  <p:childTnLst>
                                    <p:set>
                                      <p:cBhvr>
                                        <p:cTn id="48" dur="1" fill="hold">
                                          <p:stCondLst>
                                            <p:cond delay="0"/>
                                          </p:stCondLst>
                                        </p:cTn>
                                        <p:tgtEl>
                                          <p:spTgt spid="169"/>
                                        </p:tgtEl>
                                        <p:attrNameLst>
                                          <p:attrName>style.visibility</p:attrName>
                                        </p:attrNameLst>
                                      </p:cBhvr>
                                      <p:to>
                                        <p:strVal val="visible"/>
                                      </p:to>
                                    </p:set>
                                    <p:animEffect transition="in" filter="fade">
                                      <p:cBhvr>
                                        <p:cTn id="49" dur="500"/>
                                        <p:tgtEl>
                                          <p:spTgt spid="169"/>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70"/>
                                        </p:tgtEl>
                                        <p:attrNameLst>
                                          <p:attrName>style.visibility</p:attrName>
                                        </p:attrNameLst>
                                      </p:cBhvr>
                                      <p:to>
                                        <p:strVal val="visible"/>
                                      </p:to>
                                    </p:set>
                                    <p:animEffect transition="in" filter="fade">
                                      <p:cBhvr>
                                        <p:cTn id="52" dur="500"/>
                                        <p:tgtEl>
                                          <p:spTgt spid="170"/>
                                        </p:tgtEl>
                                      </p:cBhvr>
                                    </p:animEffect>
                                  </p:childTnLst>
                                </p:cTn>
                              </p:par>
                              <p:par>
                                <p:cTn id="53" presetID="10" presetClass="entr" presetSubtype="0" fill="hold" nodeType="withEffect">
                                  <p:stCondLst>
                                    <p:cond delay="0"/>
                                  </p:stCondLst>
                                  <p:childTnLst>
                                    <p:set>
                                      <p:cBhvr>
                                        <p:cTn id="54" dur="1" fill="hold">
                                          <p:stCondLst>
                                            <p:cond delay="0"/>
                                          </p:stCondLst>
                                        </p:cTn>
                                        <p:tgtEl>
                                          <p:spTgt spid="171"/>
                                        </p:tgtEl>
                                        <p:attrNameLst>
                                          <p:attrName>style.visibility</p:attrName>
                                        </p:attrNameLst>
                                      </p:cBhvr>
                                      <p:to>
                                        <p:strVal val="visible"/>
                                      </p:to>
                                    </p:set>
                                    <p:animEffect transition="in" filter="fade">
                                      <p:cBhvr>
                                        <p:cTn id="55" dur="500"/>
                                        <p:tgtEl>
                                          <p:spTgt spid="171"/>
                                        </p:tgtEl>
                                      </p:cBhvr>
                                    </p:animEffect>
                                  </p:childTnLst>
                                </p:cTn>
                              </p:par>
                              <p:par>
                                <p:cTn id="56" presetID="10" presetClass="entr" presetSubtype="0" fill="hold" nodeType="withEffect">
                                  <p:stCondLst>
                                    <p:cond delay="0"/>
                                  </p:stCondLst>
                                  <p:childTnLst>
                                    <p:set>
                                      <p:cBhvr>
                                        <p:cTn id="57" dur="1" fill="hold">
                                          <p:stCondLst>
                                            <p:cond delay="0"/>
                                          </p:stCondLst>
                                        </p:cTn>
                                        <p:tgtEl>
                                          <p:spTgt spid="172"/>
                                        </p:tgtEl>
                                        <p:attrNameLst>
                                          <p:attrName>style.visibility</p:attrName>
                                        </p:attrNameLst>
                                      </p:cBhvr>
                                      <p:to>
                                        <p:strVal val="visible"/>
                                      </p:to>
                                    </p:set>
                                    <p:animEffect transition="in" filter="fade">
                                      <p:cBhvr>
                                        <p:cTn id="58" dur="500"/>
                                        <p:tgtEl>
                                          <p:spTgt spid="172"/>
                                        </p:tgtEl>
                                      </p:cBhvr>
                                    </p:animEffect>
                                  </p:childTnLst>
                                </p:cTn>
                              </p:par>
                              <p:par>
                                <p:cTn id="59" presetID="10" presetClass="entr" presetSubtype="0" fill="hold" nodeType="withEffect">
                                  <p:stCondLst>
                                    <p:cond delay="0"/>
                                  </p:stCondLst>
                                  <p:childTnLst>
                                    <p:set>
                                      <p:cBhvr>
                                        <p:cTn id="60" dur="1" fill="hold">
                                          <p:stCondLst>
                                            <p:cond delay="0"/>
                                          </p:stCondLst>
                                        </p:cTn>
                                        <p:tgtEl>
                                          <p:spTgt spid="173"/>
                                        </p:tgtEl>
                                        <p:attrNameLst>
                                          <p:attrName>style.visibility</p:attrName>
                                        </p:attrNameLst>
                                      </p:cBhvr>
                                      <p:to>
                                        <p:strVal val="visible"/>
                                      </p:to>
                                    </p:set>
                                    <p:animEffect transition="in" filter="fade">
                                      <p:cBhvr>
                                        <p:cTn id="61" dur="500"/>
                                        <p:tgtEl>
                                          <p:spTgt spid="173"/>
                                        </p:tgtEl>
                                      </p:cBhvr>
                                    </p:animEffect>
                                  </p:childTnLst>
                                </p:cTn>
                              </p:par>
                              <p:par>
                                <p:cTn id="62" presetID="10" presetClass="entr" presetSubtype="0" fill="hold" nodeType="withEffect">
                                  <p:stCondLst>
                                    <p:cond delay="0"/>
                                  </p:stCondLst>
                                  <p:childTnLst>
                                    <p:set>
                                      <p:cBhvr>
                                        <p:cTn id="63" dur="1" fill="hold">
                                          <p:stCondLst>
                                            <p:cond delay="0"/>
                                          </p:stCondLst>
                                        </p:cTn>
                                        <p:tgtEl>
                                          <p:spTgt spid="174"/>
                                        </p:tgtEl>
                                        <p:attrNameLst>
                                          <p:attrName>style.visibility</p:attrName>
                                        </p:attrNameLst>
                                      </p:cBhvr>
                                      <p:to>
                                        <p:strVal val="visible"/>
                                      </p:to>
                                    </p:set>
                                    <p:animEffect transition="in" filter="fade">
                                      <p:cBhvr>
                                        <p:cTn id="64" dur="500"/>
                                        <p:tgtEl>
                                          <p:spTgt spid="174"/>
                                        </p:tgtEl>
                                      </p:cBhvr>
                                    </p:animEffect>
                                  </p:childTnLst>
                                </p:cTn>
                              </p:par>
                            </p:childTnLst>
                          </p:cTn>
                        </p:par>
                        <p:par>
                          <p:cTn id="65" fill="hold">
                            <p:stCondLst>
                              <p:cond delay="2500"/>
                            </p:stCondLst>
                            <p:childTnLst>
                              <p:par>
                                <p:cTn id="66" presetID="10" presetClass="entr" presetSubtype="0" fill="hold" grpId="0" nodeType="afterEffect">
                                  <p:stCondLst>
                                    <p:cond delay="0"/>
                                  </p:stCondLst>
                                  <p:childTnLst>
                                    <p:set>
                                      <p:cBhvr>
                                        <p:cTn id="67" dur="1" fill="hold">
                                          <p:stCondLst>
                                            <p:cond delay="0"/>
                                          </p:stCondLst>
                                        </p:cTn>
                                        <p:tgtEl>
                                          <p:spTgt spid="158"/>
                                        </p:tgtEl>
                                        <p:attrNameLst>
                                          <p:attrName>style.visibility</p:attrName>
                                        </p:attrNameLst>
                                      </p:cBhvr>
                                      <p:to>
                                        <p:strVal val="visible"/>
                                      </p:to>
                                    </p:set>
                                    <p:animEffect transition="in" filter="fade">
                                      <p:cBhvr>
                                        <p:cTn id="68" dur="500"/>
                                        <p:tgtEl>
                                          <p:spTgt spid="158"/>
                                        </p:tgtEl>
                                      </p:cBhvr>
                                    </p:animEffect>
                                  </p:childTnLst>
                                </p:cTn>
                              </p:par>
                            </p:childTnLst>
                          </p:cTn>
                        </p:par>
                        <p:par>
                          <p:cTn id="69" fill="hold">
                            <p:stCondLst>
                              <p:cond delay="3000"/>
                            </p:stCondLst>
                            <p:childTnLst>
                              <p:par>
                                <p:cTn id="70" presetID="10" presetClass="entr" presetSubtype="0" fill="hold" nodeType="afterEffect">
                                  <p:stCondLst>
                                    <p:cond delay="0"/>
                                  </p:stCondLst>
                                  <p:childTnLst>
                                    <p:set>
                                      <p:cBhvr>
                                        <p:cTn id="71" dur="1" fill="hold">
                                          <p:stCondLst>
                                            <p:cond delay="0"/>
                                          </p:stCondLst>
                                        </p:cTn>
                                        <p:tgtEl>
                                          <p:spTgt spid="51"/>
                                        </p:tgtEl>
                                        <p:attrNameLst>
                                          <p:attrName>style.visibility</p:attrName>
                                        </p:attrNameLst>
                                      </p:cBhvr>
                                      <p:to>
                                        <p:strVal val="visible"/>
                                      </p:to>
                                    </p:set>
                                    <p:animEffect transition="in" filter="fade">
                                      <p:cBhvr>
                                        <p:cTn id="72" dur="500"/>
                                        <p:tgtEl>
                                          <p:spTgt spid="51"/>
                                        </p:tgtEl>
                                      </p:cBhvr>
                                    </p:animEffect>
                                  </p:childTnLst>
                                </p:cTn>
                              </p:par>
                            </p:childTnLst>
                          </p:cTn>
                        </p:par>
                        <p:par>
                          <p:cTn id="73" fill="hold">
                            <p:stCondLst>
                              <p:cond delay="3500"/>
                            </p:stCondLst>
                            <p:childTnLst>
                              <p:par>
                                <p:cTn id="74" presetID="10" presetClass="entr" presetSubtype="0" fill="hold" grpId="0" nodeType="afterEffect">
                                  <p:stCondLst>
                                    <p:cond delay="1000"/>
                                  </p:stCondLst>
                                  <p:childTnLst>
                                    <p:set>
                                      <p:cBhvr>
                                        <p:cTn id="75" dur="1" fill="hold">
                                          <p:stCondLst>
                                            <p:cond delay="0"/>
                                          </p:stCondLst>
                                        </p:cTn>
                                        <p:tgtEl>
                                          <p:spTgt spid="106"/>
                                        </p:tgtEl>
                                        <p:attrNameLst>
                                          <p:attrName>style.visibility</p:attrName>
                                        </p:attrNameLst>
                                      </p:cBhvr>
                                      <p:to>
                                        <p:strVal val="visible"/>
                                      </p:to>
                                    </p:set>
                                    <p:animEffect transition="in" filter="fade">
                                      <p:cBhvr>
                                        <p:cTn id="76" dur="500"/>
                                        <p:tgtEl>
                                          <p:spTgt spid="106"/>
                                        </p:tgtEl>
                                      </p:cBhvr>
                                    </p:animEffect>
                                  </p:childTnLst>
                                </p:cTn>
                              </p:par>
                            </p:childTnLst>
                          </p:cTn>
                        </p:par>
                        <p:par>
                          <p:cTn id="77" fill="hold">
                            <p:stCondLst>
                              <p:cond delay="5000"/>
                            </p:stCondLst>
                            <p:childTnLst>
                              <p:par>
                                <p:cTn id="78" presetID="22" presetClass="entr" presetSubtype="2" fill="hold" nodeType="afterEffect">
                                  <p:stCondLst>
                                    <p:cond delay="0"/>
                                  </p:stCondLst>
                                  <p:childTnLst>
                                    <p:set>
                                      <p:cBhvr>
                                        <p:cTn id="79" dur="1" fill="hold">
                                          <p:stCondLst>
                                            <p:cond delay="0"/>
                                          </p:stCondLst>
                                        </p:cTn>
                                        <p:tgtEl>
                                          <p:spTgt spid="110"/>
                                        </p:tgtEl>
                                        <p:attrNameLst>
                                          <p:attrName>style.visibility</p:attrName>
                                        </p:attrNameLst>
                                      </p:cBhvr>
                                      <p:to>
                                        <p:strVal val="visible"/>
                                      </p:to>
                                    </p:set>
                                    <p:animEffect transition="in" filter="wipe(right)">
                                      <p:cBhvr>
                                        <p:cTn id="80" dur="500"/>
                                        <p:tgtEl>
                                          <p:spTgt spid="110"/>
                                        </p:tgtEl>
                                      </p:cBhvr>
                                    </p:animEffect>
                                  </p:childTnLst>
                                </p:cTn>
                              </p:par>
                            </p:childTnLst>
                          </p:cTn>
                        </p:par>
                        <p:par>
                          <p:cTn id="81" fill="hold">
                            <p:stCondLst>
                              <p:cond delay="5500"/>
                            </p:stCondLst>
                            <p:childTnLst>
                              <p:par>
                                <p:cTn id="82" presetID="26" presetClass="emph" presetSubtype="0" fill="hold" grpId="1" nodeType="afterEffect">
                                  <p:stCondLst>
                                    <p:cond delay="500"/>
                                  </p:stCondLst>
                                  <p:childTnLst>
                                    <p:animEffect transition="out" filter="fade">
                                      <p:cBhvr>
                                        <p:cTn id="83" dur="500" tmFilter="0, 0; .2, .5; .8, .5; 1, 0"/>
                                        <p:tgtEl>
                                          <p:spTgt spid="106"/>
                                        </p:tgtEl>
                                      </p:cBhvr>
                                    </p:animEffect>
                                    <p:animScale>
                                      <p:cBhvr>
                                        <p:cTn id="84" dur="250" autoRev="1" fill="hold"/>
                                        <p:tgtEl>
                                          <p:spTgt spid="106"/>
                                        </p:tgtEl>
                                      </p:cBhvr>
                                      <p:by x="105000" y="105000"/>
                                    </p:animScale>
                                  </p:childTnLst>
                                </p:cTn>
                              </p:par>
                            </p:childTnLst>
                          </p:cTn>
                        </p:par>
                        <p:par>
                          <p:cTn id="85" fill="hold">
                            <p:stCondLst>
                              <p:cond delay="6500"/>
                            </p:stCondLst>
                            <p:childTnLst>
                              <p:par>
                                <p:cTn id="86" presetID="10" presetClass="entr" presetSubtype="0" fill="hold" nodeType="afterEffect">
                                  <p:stCondLst>
                                    <p:cond delay="500"/>
                                  </p:stCondLst>
                                  <p:childTnLst>
                                    <p:set>
                                      <p:cBhvr>
                                        <p:cTn id="87" dur="1" fill="hold">
                                          <p:stCondLst>
                                            <p:cond delay="0"/>
                                          </p:stCondLst>
                                        </p:cTn>
                                        <p:tgtEl>
                                          <p:spTgt spid="2"/>
                                        </p:tgtEl>
                                        <p:attrNameLst>
                                          <p:attrName>style.visibility</p:attrName>
                                        </p:attrNameLst>
                                      </p:cBhvr>
                                      <p:to>
                                        <p:strVal val="visible"/>
                                      </p:to>
                                    </p:set>
                                    <p:animEffect transition="in" filter="fade">
                                      <p:cBhvr>
                                        <p:cTn id="88" dur="500"/>
                                        <p:tgtEl>
                                          <p:spTgt spid="2"/>
                                        </p:tgtEl>
                                      </p:cBhvr>
                                    </p:animEffect>
                                  </p:childTnLst>
                                </p:cTn>
                              </p:par>
                              <p:par>
                                <p:cTn id="89" presetID="10" presetClass="entr" presetSubtype="0" fill="hold" nodeType="withEffect">
                                  <p:stCondLst>
                                    <p:cond delay="500"/>
                                  </p:stCondLst>
                                  <p:childTnLst>
                                    <p:set>
                                      <p:cBhvr>
                                        <p:cTn id="90" dur="1" fill="hold">
                                          <p:stCondLst>
                                            <p:cond delay="0"/>
                                          </p:stCondLst>
                                        </p:cTn>
                                        <p:tgtEl>
                                          <p:spTgt spid="3"/>
                                        </p:tgtEl>
                                        <p:attrNameLst>
                                          <p:attrName>style.visibility</p:attrName>
                                        </p:attrNameLst>
                                      </p:cBhvr>
                                      <p:to>
                                        <p:strVal val="visible"/>
                                      </p:to>
                                    </p:set>
                                    <p:animEffect transition="in" filter="fade">
                                      <p:cBhvr>
                                        <p:cTn id="91" dur="500"/>
                                        <p:tgtEl>
                                          <p:spTgt spid="3"/>
                                        </p:tgtEl>
                                      </p:cBhvr>
                                    </p:animEffect>
                                  </p:childTnLst>
                                </p:cTn>
                              </p:par>
                              <p:par>
                                <p:cTn id="92" presetID="10" presetClass="entr" presetSubtype="0" fill="hold" nodeType="withEffect">
                                  <p:stCondLst>
                                    <p:cond delay="500"/>
                                  </p:stCondLst>
                                  <p:childTnLst>
                                    <p:set>
                                      <p:cBhvr>
                                        <p:cTn id="93" dur="1" fill="hold">
                                          <p:stCondLst>
                                            <p:cond delay="0"/>
                                          </p:stCondLst>
                                        </p:cTn>
                                        <p:tgtEl>
                                          <p:spTgt spid="4"/>
                                        </p:tgtEl>
                                        <p:attrNameLst>
                                          <p:attrName>style.visibility</p:attrName>
                                        </p:attrNameLst>
                                      </p:cBhvr>
                                      <p:to>
                                        <p:strVal val="visible"/>
                                      </p:to>
                                    </p:set>
                                    <p:animEffect transition="in" filter="fade">
                                      <p:cBhvr>
                                        <p:cTn id="94" dur="500"/>
                                        <p:tgtEl>
                                          <p:spTgt spid="4"/>
                                        </p:tgtEl>
                                      </p:cBhvr>
                                    </p:animEffect>
                                  </p:childTnLst>
                                </p:cTn>
                              </p:par>
                            </p:childTnLst>
                          </p:cTn>
                        </p:par>
                        <p:par>
                          <p:cTn id="95" fill="hold">
                            <p:stCondLst>
                              <p:cond delay="7500"/>
                            </p:stCondLst>
                            <p:childTnLst>
                              <p:par>
                                <p:cTn id="96" presetID="10" presetClass="entr" presetSubtype="0" fill="hold" grpId="0" nodeType="afterEffect">
                                  <p:stCondLst>
                                    <p:cond delay="0"/>
                                  </p:stCondLst>
                                  <p:childTnLst>
                                    <p:set>
                                      <p:cBhvr>
                                        <p:cTn id="97" dur="1" fill="hold">
                                          <p:stCondLst>
                                            <p:cond delay="0"/>
                                          </p:stCondLst>
                                        </p:cTn>
                                        <p:tgtEl>
                                          <p:spTgt spid="7"/>
                                        </p:tgtEl>
                                        <p:attrNameLst>
                                          <p:attrName>style.visibility</p:attrName>
                                        </p:attrNameLst>
                                      </p:cBhvr>
                                      <p:to>
                                        <p:strVal val="visible"/>
                                      </p:to>
                                    </p:set>
                                    <p:animEffect transition="in" filter="fade">
                                      <p:cBhvr>
                                        <p:cTn id="98" dur="500"/>
                                        <p:tgtEl>
                                          <p:spTgt spid="7"/>
                                        </p:tgtEl>
                                      </p:cBhvr>
                                    </p:animEffect>
                                  </p:childTnLst>
                                </p:cTn>
                              </p:par>
                            </p:childTnLst>
                          </p:cTn>
                        </p:par>
                        <p:par>
                          <p:cTn id="99" fill="hold">
                            <p:stCondLst>
                              <p:cond delay="8000"/>
                            </p:stCondLst>
                            <p:childTnLst>
                              <p:par>
                                <p:cTn id="100" presetID="10" presetClass="entr" presetSubtype="0" fill="hold" grpId="0" nodeType="afterEffect">
                                  <p:stCondLst>
                                    <p:cond delay="0"/>
                                  </p:stCondLst>
                                  <p:childTnLst>
                                    <p:set>
                                      <p:cBhvr>
                                        <p:cTn id="101" dur="1" fill="hold">
                                          <p:stCondLst>
                                            <p:cond delay="0"/>
                                          </p:stCondLst>
                                        </p:cTn>
                                        <p:tgtEl>
                                          <p:spTgt spid="105"/>
                                        </p:tgtEl>
                                        <p:attrNameLst>
                                          <p:attrName>style.visibility</p:attrName>
                                        </p:attrNameLst>
                                      </p:cBhvr>
                                      <p:to>
                                        <p:strVal val="visible"/>
                                      </p:to>
                                    </p:set>
                                    <p:animEffect transition="in" filter="fade">
                                      <p:cBhvr>
                                        <p:cTn id="102" dur="500"/>
                                        <p:tgtEl>
                                          <p:spTgt spid="105"/>
                                        </p:tgtEl>
                                      </p:cBhvr>
                                    </p:animEffect>
                                  </p:childTnLst>
                                </p:cTn>
                              </p:par>
                            </p:childTnLst>
                          </p:cTn>
                        </p:par>
                        <p:par>
                          <p:cTn id="103" fill="hold">
                            <p:stCondLst>
                              <p:cond delay="8500"/>
                            </p:stCondLst>
                            <p:childTnLst>
                              <p:par>
                                <p:cTn id="104" presetID="22" presetClass="entr" presetSubtype="2" fill="hold" nodeType="afterEffect">
                                  <p:stCondLst>
                                    <p:cond delay="0"/>
                                  </p:stCondLst>
                                  <p:childTnLst>
                                    <p:set>
                                      <p:cBhvr>
                                        <p:cTn id="105" dur="1" fill="hold">
                                          <p:stCondLst>
                                            <p:cond delay="0"/>
                                          </p:stCondLst>
                                        </p:cTn>
                                        <p:tgtEl>
                                          <p:spTgt spid="109"/>
                                        </p:tgtEl>
                                        <p:attrNameLst>
                                          <p:attrName>style.visibility</p:attrName>
                                        </p:attrNameLst>
                                      </p:cBhvr>
                                      <p:to>
                                        <p:strVal val="visible"/>
                                      </p:to>
                                    </p:set>
                                    <p:animEffect transition="in" filter="wipe(right)">
                                      <p:cBhvr>
                                        <p:cTn id="106" dur="500"/>
                                        <p:tgtEl>
                                          <p:spTgt spid="109"/>
                                        </p:tgtEl>
                                      </p:cBhvr>
                                    </p:animEffect>
                                  </p:childTnLst>
                                </p:cTn>
                              </p:par>
                            </p:childTnLst>
                          </p:cTn>
                        </p:par>
                        <p:par>
                          <p:cTn id="107" fill="hold">
                            <p:stCondLst>
                              <p:cond delay="9000"/>
                            </p:stCondLst>
                            <p:childTnLst>
                              <p:par>
                                <p:cTn id="108" presetID="26" presetClass="emph" presetSubtype="0" fill="hold" grpId="1" nodeType="afterEffect">
                                  <p:stCondLst>
                                    <p:cond delay="500"/>
                                  </p:stCondLst>
                                  <p:childTnLst>
                                    <p:animEffect transition="out" filter="fade">
                                      <p:cBhvr>
                                        <p:cTn id="109" dur="500" tmFilter="0, 0; .2, .5; .8, .5; 1, 0"/>
                                        <p:tgtEl>
                                          <p:spTgt spid="105"/>
                                        </p:tgtEl>
                                      </p:cBhvr>
                                    </p:animEffect>
                                    <p:animScale>
                                      <p:cBhvr>
                                        <p:cTn id="110" dur="250" autoRev="1" fill="hold"/>
                                        <p:tgtEl>
                                          <p:spTgt spid="105"/>
                                        </p:tgtEl>
                                      </p:cBhvr>
                                      <p:by x="105000" y="105000"/>
                                    </p:animScale>
                                  </p:childTnLst>
                                </p:cTn>
                              </p:par>
                            </p:childTnLst>
                          </p:cTn>
                        </p:par>
                        <p:par>
                          <p:cTn id="111" fill="hold">
                            <p:stCondLst>
                              <p:cond delay="10000"/>
                            </p:stCondLst>
                            <p:childTnLst>
                              <p:par>
                                <p:cTn id="112" presetID="10" presetClass="entr" presetSubtype="0" fill="hold" nodeType="afterEffect">
                                  <p:stCondLst>
                                    <p:cond delay="500"/>
                                  </p:stCondLst>
                                  <p:childTnLst>
                                    <p:set>
                                      <p:cBhvr>
                                        <p:cTn id="113" dur="1" fill="hold">
                                          <p:stCondLst>
                                            <p:cond delay="0"/>
                                          </p:stCondLst>
                                        </p:cTn>
                                        <p:tgtEl>
                                          <p:spTgt spid="15"/>
                                        </p:tgtEl>
                                        <p:attrNameLst>
                                          <p:attrName>style.visibility</p:attrName>
                                        </p:attrNameLst>
                                      </p:cBhvr>
                                      <p:to>
                                        <p:strVal val="visible"/>
                                      </p:to>
                                    </p:set>
                                    <p:animEffect transition="in" filter="fade">
                                      <p:cBhvr>
                                        <p:cTn id="114" dur="500"/>
                                        <p:tgtEl>
                                          <p:spTgt spid="15"/>
                                        </p:tgtEl>
                                      </p:cBhvr>
                                    </p:animEffect>
                                  </p:childTnLst>
                                </p:cTn>
                              </p:par>
                              <p:par>
                                <p:cTn id="115" presetID="10" presetClass="entr" presetSubtype="0" fill="hold" nodeType="withEffect">
                                  <p:stCondLst>
                                    <p:cond delay="500"/>
                                  </p:stCondLst>
                                  <p:childTnLst>
                                    <p:set>
                                      <p:cBhvr>
                                        <p:cTn id="116" dur="1" fill="hold">
                                          <p:stCondLst>
                                            <p:cond delay="0"/>
                                          </p:stCondLst>
                                        </p:cTn>
                                        <p:tgtEl>
                                          <p:spTgt spid="18"/>
                                        </p:tgtEl>
                                        <p:attrNameLst>
                                          <p:attrName>style.visibility</p:attrName>
                                        </p:attrNameLst>
                                      </p:cBhvr>
                                      <p:to>
                                        <p:strVal val="visible"/>
                                      </p:to>
                                    </p:set>
                                    <p:animEffect transition="in" filter="fade">
                                      <p:cBhvr>
                                        <p:cTn id="117" dur="500"/>
                                        <p:tgtEl>
                                          <p:spTgt spid="18"/>
                                        </p:tgtEl>
                                      </p:cBhvr>
                                    </p:animEffect>
                                  </p:childTnLst>
                                </p:cTn>
                              </p:par>
                              <p:par>
                                <p:cTn id="118" presetID="10" presetClass="entr" presetSubtype="0" fill="hold" nodeType="withEffect">
                                  <p:stCondLst>
                                    <p:cond delay="500"/>
                                  </p:stCondLst>
                                  <p:childTnLst>
                                    <p:set>
                                      <p:cBhvr>
                                        <p:cTn id="119" dur="1" fill="hold">
                                          <p:stCondLst>
                                            <p:cond delay="0"/>
                                          </p:stCondLst>
                                        </p:cTn>
                                        <p:tgtEl>
                                          <p:spTgt spid="23"/>
                                        </p:tgtEl>
                                        <p:attrNameLst>
                                          <p:attrName>style.visibility</p:attrName>
                                        </p:attrNameLst>
                                      </p:cBhvr>
                                      <p:to>
                                        <p:strVal val="visible"/>
                                      </p:to>
                                    </p:set>
                                    <p:animEffect transition="in" filter="fade">
                                      <p:cBhvr>
                                        <p:cTn id="120" dur="500"/>
                                        <p:tgtEl>
                                          <p:spTgt spid="23"/>
                                        </p:tgtEl>
                                      </p:cBhvr>
                                    </p:animEffect>
                                  </p:childTnLst>
                                </p:cTn>
                              </p:par>
                            </p:childTnLst>
                          </p:cTn>
                        </p:par>
                        <p:par>
                          <p:cTn id="121" fill="hold">
                            <p:stCondLst>
                              <p:cond delay="11000"/>
                            </p:stCondLst>
                            <p:childTnLst>
                              <p:par>
                                <p:cTn id="122" presetID="10" presetClass="entr" presetSubtype="0" fill="hold" grpId="0" nodeType="afterEffect">
                                  <p:stCondLst>
                                    <p:cond delay="0"/>
                                  </p:stCondLst>
                                  <p:childTnLst>
                                    <p:set>
                                      <p:cBhvr>
                                        <p:cTn id="123" dur="1" fill="hold">
                                          <p:stCondLst>
                                            <p:cond delay="0"/>
                                          </p:stCondLst>
                                        </p:cTn>
                                        <p:tgtEl>
                                          <p:spTgt spid="12"/>
                                        </p:tgtEl>
                                        <p:attrNameLst>
                                          <p:attrName>style.visibility</p:attrName>
                                        </p:attrNameLst>
                                      </p:cBhvr>
                                      <p:to>
                                        <p:strVal val="visible"/>
                                      </p:to>
                                    </p:set>
                                    <p:animEffect transition="in" filter="fade">
                                      <p:cBhvr>
                                        <p:cTn id="124" dur="500"/>
                                        <p:tgtEl>
                                          <p:spTgt spid="12"/>
                                        </p:tgtEl>
                                      </p:cBhvr>
                                    </p:animEffect>
                                  </p:childTnLst>
                                </p:cTn>
                              </p:par>
                            </p:childTnLst>
                          </p:cTn>
                        </p:par>
                        <p:par>
                          <p:cTn id="125" fill="hold">
                            <p:stCondLst>
                              <p:cond delay="11500"/>
                            </p:stCondLst>
                            <p:childTnLst>
                              <p:par>
                                <p:cTn id="126" presetID="22" presetClass="entr" presetSubtype="2" fill="hold" nodeType="afterEffect">
                                  <p:stCondLst>
                                    <p:cond delay="0"/>
                                  </p:stCondLst>
                                  <p:childTnLst>
                                    <p:set>
                                      <p:cBhvr>
                                        <p:cTn id="127" dur="1" fill="hold">
                                          <p:stCondLst>
                                            <p:cond delay="0"/>
                                          </p:stCondLst>
                                        </p:cTn>
                                        <p:tgtEl>
                                          <p:spTgt spid="28"/>
                                        </p:tgtEl>
                                        <p:attrNameLst>
                                          <p:attrName>style.visibility</p:attrName>
                                        </p:attrNameLst>
                                      </p:cBhvr>
                                      <p:to>
                                        <p:strVal val="visible"/>
                                      </p:to>
                                    </p:set>
                                    <p:animEffect transition="in" filter="wipe(right)">
                                      <p:cBhvr>
                                        <p:cTn id="128" dur="500"/>
                                        <p:tgtEl>
                                          <p:spTgt spid="28"/>
                                        </p:tgtEl>
                                      </p:cBhvr>
                                    </p:animEffect>
                                  </p:childTnLst>
                                </p:cTn>
                              </p:par>
                            </p:childTnLst>
                          </p:cTn>
                        </p:par>
                        <p:par>
                          <p:cTn id="129" fill="hold">
                            <p:stCondLst>
                              <p:cond delay="12000"/>
                            </p:stCondLst>
                            <p:childTnLst>
                              <p:par>
                                <p:cTn id="130" presetID="26" presetClass="emph" presetSubtype="0" fill="hold" grpId="1" nodeType="afterEffect">
                                  <p:stCondLst>
                                    <p:cond delay="500"/>
                                  </p:stCondLst>
                                  <p:childTnLst>
                                    <p:animEffect transition="out" filter="fade">
                                      <p:cBhvr>
                                        <p:cTn id="131" dur="500" tmFilter="0, 0; .2, .5; .8, .5; 1, 0"/>
                                        <p:tgtEl>
                                          <p:spTgt spid="12"/>
                                        </p:tgtEl>
                                      </p:cBhvr>
                                    </p:animEffect>
                                    <p:animScale>
                                      <p:cBhvr>
                                        <p:cTn id="132" dur="250" autoRev="1" fill="hold"/>
                                        <p:tgtEl>
                                          <p:spTgt spid="12"/>
                                        </p:tgtEl>
                                      </p:cBhvr>
                                      <p:by x="105000" y="105000"/>
                                    </p:animScale>
                                  </p:childTnLst>
                                </p:cTn>
                              </p:par>
                            </p:childTnLst>
                          </p:cTn>
                        </p:par>
                        <p:par>
                          <p:cTn id="133" fill="hold">
                            <p:stCondLst>
                              <p:cond delay="13000"/>
                            </p:stCondLst>
                            <p:childTnLst>
                              <p:par>
                                <p:cTn id="134" presetID="10" presetClass="entr" presetSubtype="0" fill="hold" grpId="0" nodeType="afterEffect">
                                  <p:stCondLst>
                                    <p:cond delay="0"/>
                                  </p:stCondLst>
                                  <p:childTnLst>
                                    <p:set>
                                      <p:cBhvr>
                                        <p:cTn id="135" dur="1" fill="hold">
                                          <p:stCondLst>
                                            <p:cond delay="0"/>
                                          </p:stCondLst>
                                        </p:cTn>
                                        <p:tgtEl>
                                          <p:spTgt spid="52"/>
                                        </p:tgtEl>
                                        <p:attrNameLst>
                                          <p:attrName>style.visibility</p:attrName>
                                        </p:attrNameLst>
                                      </p:cBhvr>
                                      <p:to>
                                        <p:strVal val="visible"/>
                                      </p:to>
                                    </p:set>
                                    <p:animEffect transition="in" filter="fade">
                                      <p:cBhvr>
                                        <p:cTn id="136" dur="500"/>
                                        <p:tgtEl>
                                          <p:spTgt spid="52"/>
                                        </p:tgtEl>
                                      </p:cBhvr>
                                    </p:animEffect>
                                  </p:childTnLst>
                                </p:cTn>
                              </p:par>
                            </p:childTnLst>
                          </p:cTn>
                        </p:par>
                        <p:par>
                          <p:cTn id="137" fill="hold">
                            <p:stCondLst>
                              <p:cond delay="13500"/>
                            </p:stCondLst>
                            <p:childTnLst>
                              <p:par>
                                <p:cTn id="138" presetID="22" presetClass="entr" presetSubtype="2" fill="hold" nodeType="afterEffect">
                                  <p:stCondLst>
                                    <p:cond delay="0"/>
                                  </p:stCondLst>
                                  <p:childTnLst>
                                    <p:set>
                                      <p:cBhvr>
                                        <p:cTn id="139" dur="1" fill="hold">
                                          <p:stCondLst>
                                            <p:cond delay="0"/>
                                          </p:stCondLst>
                                        </p:cTn>
                                        <p:tgtEl>
                                          <p:spTgt spid="108"/>
                                        </p:tgtEl>
                                        <p:attrNameLst>
                                          <p:attrName>style.visibility</p:attrName>
                                        </p:attrNameLst>
                                      </p:cBhvr>
                                      <p:to>
                                        <p:strVal val="visible"/>
                                      </p:to>
                                    </p:set>
                                    <p:animEffect transition="in" filter="wipe(right)">
                                      <p:cBhvr>
                                        <p:cTn id="140" dur="500"/>
                                        <p:tgtEl>
                                          <p:spTgt spid="108"/>
                                        </p:tgtEl>
                                      </p:cBhvr>
                                    </p:animEffect>
                                  </p:childTnLst>
                                </p:cTn>
                              </p:par>
                            </p:childTnLst>
                          </p:cTn>
                        </p:par>
                        <p:par>
                          <p:cTn id="141" fill="hold">
                            <p:stCondLst>
                              <p:cond delay="14000"/>
                            </p:stCondLst>
                            <p:childTnLst>
                              <p:par>
                                <p:cTn id="142" presetID="26" presetClass="emph" presetSubtype="0" fill="hold" grpId="1" nodeType="afterEffect">
                                  <p:stCondLst>
                                    <p:cond delay="500"/>
                                  </p:stCondLst>
                                  <p:childTnLst>
                                    <p:animEffect transition="out" filter="fade">
                                      <p:cBhvr>
                                        <p:cTn id="143" dur="500" tmFilter="0, 0; .2, .5; .8, .5; 1, 0"/>
                                        <p:tgtEl>
                                          <p:spTgt spid="52"/>
                                        </p:tgtEl>
                                      </p:cBhvr>
                                    </p:animEffect>
                                    <p:animScale>
                                      <p:cBhvr>
                                        <p:cTn id="144" dur="250" autoRev="1" fill="hold"/>
                                        <p:tgtEl>
                                          <p:spTgt spid="52"/>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05" grpId="0"/>
      <p:bldP spid="105" grpId="1"/>
      <p:bldP spid="106" grpId="0"/>
      <p:bldP spid="106" grpId="1"/>
      <p:bldP spid="157" grpId="0" animBg="1"/>
      <p:bldP spid="158" grpId="0"/>
      <p:bldP spid="159" grpId="0" animBg="1"/>
      <p:bldP spid="160" grpId="0" animBg="1"/>
      <p:bldP spid="165" grpId="0" animBg="1"/>
      <p:bldP spid="170" grpId="0" animBg="1"/>
      <p:bldP spid="12" grpId="0"/>
      <p:bldP spid="12" grpId="1"/>
      <p:bldP spid="52" grpId="0"/>
      <p:bldP spid="52" grpId="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51A337-047E-24C0-7057-12245D3677E2}"/>
              </a:ext>
            </a:extLst>
          </p:cNvPr>
          <p:cNvSpPr>
            <a:spLocks noGrp="1"/>
          </p:cNvSpPr>
          <p:nvPr>
            <p:ph type="title"/>
          </p:nvPr>
        </p:nvSpPr>
        <p:spPr/>
        <p:txBody>
          <a:bodyPr/>
          <a:lstStyle/>
          <a:p>
            <a:r>
              <a:rPr lang="en-US" dirty="0"/>
              <a:t>Deploy vSAN without Purchasing New Servers</a:t>
            </a:r>
          </a:p>
        </p:txBody>
      </p:sp>
      <p:sp>
        <p:nvSpPr>
          <p:cNvPr id="3" name="Subtitle 2">
            <a:extLst>
              <a:ext uri="{FF2B5EF4-FFF2-40B4-BE49-F238E27FC236}">
                <a16:creationId xmlns:a16="http://schemas.microsoft.com/office/drawing/2014/main" id="{CC74F220-9AD7-EF67-DBA4-E8FE1D187EA5}"/>
              </a:ext>
            </a:extLst>
          </p:cNvPr>
          <p:cNvSpPr>
            <a:spLocks noGrp="1"/>
          </p:cNvSpPr>
          <p:nvPr>
            <p:ph type="subTitle" idx="10"/>
          </p:nvPr>
        </p:nvSpPr>
        <p:spPr/>
        <p:txBody>
          <a:bodyPr/>
          <a:lstStyle/>
          <a:p>
            <a:r>
              <a:rPr lang="en-US" dirty="0"/>
              <a:t>Repurposing vSphere hosts for VMware vSAN</a:t>
            </a:r>
          </a:p>
        </p:txBody>
      </p:sp>
      <p:sp>
        <p:nvSpPr>
          <p:cNvPr id="4" name="Text Placeholder 3">
            <a:extLst>
              <a:ext uri="{FF2B5EF4-FFF2-40B4-BE49-F238E27FC236}">
                <a16:creationId xmlns:a16="http://schemas.microsoft.com/office/drawing/2014/main" id="{EF662A17-03BA-35BC-7FD5-6C775A2AC9B9}"/>
              </a:ext>
            </a:extLst>
          </p:cNvPr>
          <p:cNvSpPr>
            <a:spLocks noGrp="1"/>
          </p:cNvSpPr>
          <p:nvPr>
            <p:ph type="body" sz="quarter" idx="17"/>
          </p:nvPr>
        </p:nvSpPr>
        <p:spPr/>
        <p:txBody>
          <a:bodyPr/>
          <a:lstStyle/>
          <a:p>
            <a:r>
              <a:rPr lang="en-US" dirty="0"/>
              <a:t>Take advantage of your </a:t>
            </a:r>
            <a:r>
              <a:rPr lang="en-US" b="1" dirty="0"/>
              <a:t>existing vSAN storage entitlements </a:t>
            </a:r>
            <a:r>
              <a:rPr lang="en-US" dirty="0"/>
              <a:t>with your VCF licensing</a:t>
            </a:r>
          </a:p>
          <a:p>
            <a:r>
              <a:rPr lang="en-US" b="1" dirty="0"/>
              <a:t>Retrofit eligible servers </a:t>
            </a:r>
            <a:r>
              <a:rPr lang="en-US" dirty="0"/>
              <a:t>running vSphere with as little as additional certified storage devices*</a:t>
            </a:r>
          </a:p>
          <a:p>
            <a:r>
              <a:rPr lang="en-US" b="1" dirty="0"/>
              <a:t>Extend life of existing servers </a:t>
            </a:r>
            <a:r>
              <a:rPr lang="en-US" dirty="0"/>
              <a:t>during industry shortages of servers</a:t>
            </a:r>
          </a:p>
          <a:p>
            <a:r>
              <a:rPr lang="en-US" dirty="0"/>
              <a:t>Functionally equivalent to a vSAN ReadyNode, and </a:t>
            </a:r>
            <a:r>
              <a:rPr lang="en-US" b="1" dirty="0"/>
              <a:t>fully supported</a:t>
            </a:r>
          </a:p>
        </p:txBody>
      </p:sp>
      <p:sp>
        <p:nvSpPr>
          <p:cNvPr id="145" name="Rounded Rectangle 205">
            <a:extLst>
              <a:ext uri="{FF2B5EF4-FFF2-40B4-BE49-F238E27FC236}">
                <a16:creationId xmlns:a16="http://schemas.microsoft.com/office/drawing/2014/main" id="{1F6349DE-E9C4-6858-589E-2D0F24E65B7E}"/>
              </a:ext>
            </a:extLst>
          </p:cNvPr>
          <p:cNvSpPr/>
          <p:nvPr/>
        </p:nvSpPr>
        <p:spPr>
          <a:xfrm>
            <a:off x="1262064" y="4214565"/>
            <a:ext cx="4393422" cy="1054292"/>
          </a:xfrm>
          <a:prstGeom prst="rect">
            <a:avLst/>
          </a:prstGeom>
          <a:solidFill>
            <a:schemeClr val="accent2">
              <a:alpha val="30000"/>
            </a:schemeClr>
          </a:solidFill>
          <a:ln w="6350">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60325" algn="ctr">
              <a:spcAft>
                <a:spcPts val="800"/>
              </a:spcAft>
            </a:pPr>
            <a:endParaRPr lang="en-US" sz="1200" dirty="0">
              <a:solidFill>
                <a:schemeClr val="bg1"/>
              </a:solidFill>
            </a:endParaRPr>
          </a:p>
        </p:txBody>
      </p:sp>
      <p:cxnSp>
        <p:nvCxnSpPr>
          <p:cNvPr id="146" name="Straight Connector 145">
            <a:extLst>
              <a:ext uri="{FF2B5EF4-FFF2-40B4-BE49-F238E27FC236}">
                <a16:creationId xmlns:a16="http://schemas.microsoft.com/office/drawing/2014/main" id="{54BC20FF-20F2-B022-9309-B18FB893011C}"/>
              </a:ext>
            </a:extLst>
          </p:cNvPr>
          <p:cNvCxnSpPr/>
          <p:nvPr/>
        </p:nvCxnSpPr>
        <p:spPr bwMode="auto">
          <a:xfrm>
            <a:off x="896570" y="2786423"/>
            <a:ext cx="1120291" cy="825231"/>
          </a:xfrm>
          <a:prstGeom prst="line">
            <a:avLst/>
          </a:prstGeom>
          <a:solidFill>
            <a:srgbClr val="0095D3"/>
          </a:solidFill>
          <a:ln w="9525" cap="flat" cmpd="sng" algn="ctr">
            <a:noFill/>
            <a:prstDash val="solid"/>
            <a:round/>
            <a:headEnd type="none" w="med" len="med"/>
            <a:tailEnd type="none" w="med" len="med"/>
          </a:ln>
          <a:effectLst/>
        </p:spPr>
      </p:cxnSp>
      <p:sp>
        <p:nvSpPr>
          <p:cNvPr id="147" name="Rectangle 146">
            <a:extLst>
              <a:ext uri="{FF2B5EF4-FFF2-40B4-BE49-F238E27FC236}">
                <a16:creationId xmlns:a16="http://schemas.microsoft.com/office/drawing/2014/main" id="{CA60775D-FC30-F0DF-9FC3-FC9949FDDB0B}"/>
              </a:ext>
            </a:extLst>
          </p:cNvPr>
          <p:cNvSpPr/>
          <p:nvPr/>
        </p:nvSpPr>
        <p:spPr>
          <a:xfrm>
            <a:off x="2022248" y="1759776"/>
            <a:ext cx="1223965"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3.  Enable vSAN</a:t>
            </a:r>
          </a:p>
        </p:txBody>
      </p:sp>
      <p:sp>
        <p:nvSpPr>
          <p:cNvPr id="148" name="Oval 147">
            <a:extLst>
              <a:ext uri="{FF2B5EF4-FFF2-40B4-BE49-F238E27FC236}">
                <a16:creationId xmlns:a16="http://schemas.microsoft.com/office/drawing/2014/main" id="{60ECFBC5-5A5F-8BE9-A3E2-F189D5F0D63C}"/>
              </a:ext>
            </a:extLst>
          </p:cNvPr>
          <p:cNvSpPr/>
          <p:nvPr/>
        </p:nvSpPr>
        <p:spPr>
          <a:xfrm>
            <a:off x="3178215" y="1788199"/>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49" name="Oval 148">
            <a:extLst>
              <a:ext uri="{FF2B5EF4-FFF2-40B4-BE49-F238E27FC236}">
                <a16:creationId xmlns:a16="http://schemas.microsoft.com/office/drawing/2014/main" id="{007630C2-27E4-047C-A3BD-07B4529828EC}"/>
              </a:ext>
            </a:extLst>
          </p:cNvPr>
          <p:cNvSpPr/>
          <p:nvPr/>
        </p:nvSpPr>
        <p:spPr>
          <a:xfrm>
            <a:off x="3359751" y="1788199"/>
            <a:ext cx="164215" cy="164215"/>
          </a:xfrm>
          <a:prstGeom prst="ellipse">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50" name="Rectangle 149">
            <a:extLst>
              <a:ext uri="{FF2B5EF4-FFF2-40B4-BE49-F238E27FC236}">
                <a16:creationId xmlns:a16="http://schemas.microsoft.com/office/drawing/2014/main" id="{C9D66964-5166-B474-6844-D7B1EC3F6491}"/>
              </a:ext>
            </a:extLst>
          </p:cNvPr>
          <p:cNvSpPr/>
          <p:nvPr/>
        </p:nvSpPr>
        <p:spPr>
          <a:xfrm>
            <a:off x="3257954" y="1788199"/>
            <a:ext cx="185202" cy="164215"/>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51" name="Oval 150">
            <a:extLst>
              <a:ext uri="{FF2B5EF4-FFF2-40B4-BE49-F238E27FC236}">
                <a16:creationId xmlns:a16="http://schemas.microsoft.com/office/drawing/2014/main" id="{69FF460D-C8D2-86E7-8FB1-29FEB4717099}"/>
              </a:ext>
            </a:extLst>
          </p:cNvPr>
          <p:cNvSpPr/>
          <p:nvPr/>
        </p:nvSpPr>
        <p:spPr>
          <a:xfrm>
            <a:off x="3194061" y="1800584"/>
            <a:ext cx="139446" cy="139446"/>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152" name="Picture Placeholder 89" descr="Endpoint Desktop&#10;">
            <a:extLst>
              <a:ext uri="{FF2B5EF4-FFF2-40B4-BE49-F238E27FC236}">
                <a16:creationId xmlns:a16="http://schemas.microsoft.com/office/drawing/2014/main" id="{1F5B3D82-C598-292F-0DD7-3004F6F57521}"/>
              </a:ext>
            </a:extLst>
          </p:cNvPr>
          <p:cNvGrpSpPr/>
          <p:nvPr/>
        </p:nvGrpSpPr>
        <p:grpSpPr>
          <a:xfrm>
            <a:off x="3838940" y="1784524"/>
            <a:ext cx="532312" cy="465490"/>
            <a:chOff x="7129043" y="788577"/>
            <a:chExt cx="594512" cy="519882"/>
          </a:xfrm>
          <a:solidFill>
            <a:schemeClr val="tx1"/>
          </a:solidFill>
        </p:grpSpPr>
        <p:grpSp>
          <p:nvGrpSpPr>
            <p:cNvPr id="153" name="Picture Placeholder 89">
              <a:extLst>
                <a:ext uri="{FF2B5EF4-FFF2-40B4-BE49-F238E27FC236}">
                  <a16:creationId xmlns:a16="http://schemas.microsoft.com/office/drawing/2014/main" id="{82C67B80-FCF9-6B01-E430-5BF2A82A0F05}"/>
                </a:ext>
              </a:extLst>
            </p:cNvPr>
            <p:cNvGrpSpPr/>
            <p:nvPr/>
          </p:nvGrpSpPr>
          <p:grpSpPr>
            <a:xfrm>
              <a:off x="7230237" y="878386"/>
              <a:ext cx="115107" cy="28460"/>
              <a:chOff x="7230237" y="878386"/>
              <a:chExt cx="115107" cy="28460"/>
            </a:xfrm>
            <a:grpFill/>
          </p:grpSpPr>
          <p:sp>
            <p:nvSpPr>
              <p:cNvPr id="159" name="Picture Placeholder 89">
                <a:extLst>
                  <a:ext uri="{FF2B5EF4-FFF2-40B4-BE49-F238E27FC236}">
                    <a16:creationId xmlns:a16="http://schemas.microsoft.com/office/drawing/2014/main" id="{5E05C678-3451-FB79-47FD-9CD323D64044}"/>
                  </a:ext>
                </a:extLst>
              </p:cNvPr>
              <p:cNvSpPr/>
              <p:nvPr/>
            </p:nvSpPr>
            <p:spPr>
              <a:xfrm>
                <a:off x="7230237" y="878386"/>
                <a:ext cx="27828" cy="28460"/>
              </a:xfrm>
              <a:custGeom>
                <a:avLst/>
                <a:gdLst>
                  <a:gd name="connsiteX0" fmla="*/ 13914 w 27828"/>
                  <a:gd name="connsiteY0" fmla="*/ 0 h 28460"/>
                  <a:gd name="connsiteX1" fmla="*/ 27828 w 27828"/>
                  <a:gd name="connsiteY1" fmla="*/ 14547 h 28460"/>
                  <a:gd name="connsiteX2" fmla="*/ 13914 w 27828"/>
                  <a:gd name="connsiteY2" fmla="*/ 28461 h 28460"/>
                  <a:gd name="connsiteX3" fmla="*/ 13914 w 27828"/>
                  <a:gd name="connsiteY3" fmla="*/ 28461 h 28460"/>
                  <a:gd name="connsiteX4" fmla="*/ 0 w 27828"/>
                  <a:gd name="connsiteY4" fmla="*/ 14547 h 28460"/>
                  <a:gd name="connsiteX5" fmla="*/ 13914 w 27828"/>
                  <a:gd name="connsiteY5" fmla="*/ 0 h 2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28" h="28460">
                    <a:moveTo>
                      <a:pt x="13914" y="0"/>
                    </a:moveTo>
                    <a:cubicBezTo>
                      <a:pt x="22136" y="0"/>
                      <a:pt x="27828" y="5692"/>
                      <a:pt x="27828" y="14547"/>
                    </a:cubicBezTo>
                    <a:cubicBezTo>
                      <a:pt x="27828" y="22769"/>
                      <a:pt x="22136" y="28461"/>
                      <a:pt x="13914" y="28461"/>
                    </a:cubicBezTo>
                    <a:lnTo>
                      <a:pt x="13914" y="28461"/>
                    </a:lnTo>
                    <a:cubicBezTo>
                      <a:pt x="5060" y="28461"/>
                      <a:pt x="0" y="22769"/>
                      <a:pt x="0" y="14547"/>
                    </a:cubicBezTo>
                    <a:cubicBezTo>
                      <a:pt x="0" y="5692"/>
                      <a:pt x="5692" y="0"/>
                      <a:pt x="13914" y="0"/>
                    </a:cubicBezTo>
                    <a:close/>
                  </a:path>
                </a:pathLst>
              </a:custGeom>
              <a:grpFill/>
              <a:ln w="6271" cap="flat">
                <a:noFill/>
                <a:prstDash val="solid"/>
                <a:miter/>
              </a:ln>
            </p:spPr>
            <p:txBody>
              <a:bodyPr rtlCol="0" anchor="ctr"/>
              <a:lstStyle/>
              <a:p>
                <a:endParaRPr lang="en-US"/>
              </a:p>
            </p:txBody>
          </p:sp>
          <p:sp>
            <p:nvSpPr>
              <p:cNvPr id="160" name="Picture Placeholder 89">
                <a:extLst>
                  <a:ext uri="{FF2B5EF4-FFF2-40B4-BE49-F238E27FC236}">
                    <a16:creationId xmlns:a16="http://schemas.microsoft.com/office/drawing/2014/main" id="{67EC71AB-3362-6263-84E4-CF4ADF1935D2}"/>
                  </a:ext>
                </a:extLst>
              </p:cNvPr>
              <p:cNvSpPr/>
              <p:nvPr/>
            </p:nvSpPr>
            <p:spPr>
              <a:xfrm>
                <a:off x="7273877" y="878386"/>
                <a:ext cx="27828" cy="28460"/>
              </a:xfrm>
              <a:custGeom>
                <a:avLst/>
                <a:gdLst>
                  <a:gd name="connsiteX0" fmla="*/ 13914 w 27828"/>
                  <a:gd name="connsiteY0" fmla="*/ 0 h 28460"/>
                  <a:gd name="connsiteX1" fmla="*/ 27828 w 27828"/>
                  <a:gd name="connsiteY1" fmla="*/ 14547 h 28460"/>
                  <a:gd name="connsiteX2" fmla="*/ 13914 w 27828"/>
                  <a:gd name="connsiteY2" fmla="*/ 28461 h 28460"/>
                  <a:gd name="connsiteX3" fmla="*/ 13914 w 27828"/>
                  <a:gd name="connsiteY3" fmla="*/ 28461 h 28460"/>
                  <a:gd name="connsiteX4" fmla="*/ 0 w 27828"/>
                  <a:gd name="connsiteY4" fmla="*/ 14547 h 28460"/>
                  <a:gd name="connsiteX5" fmla="*/ 13914 w 27828"/>
                  <a:gd name="connsiteY5" fmla="*/ 0 h 2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28" h="28460">
                    <a:moveTo>
                      <a:pt x="13914" y="0"/>
                    </a:moveTo>
                    <a:cubicBezTo>
                      <a:pt x="22136" y="0"/>
                      <a:pt x="27828" y="5692"/>
                      <a:pt x="27828" y="14547"/>
                    </a:cubicBezTo>
                    <a:cubicBezTo>
                      <a:pt x="27828" y="22769"/>
                      <a:pt x="22136" y="28461"/>
                      <a:pt x="13914" y="28461"/>
                    </a:cubicBezTo>
                    <a:lnTo>
                      <a:pt x="13914" y="28461"/>
                    </a:lnTo>
                    <a:cubicBezTo>
                      <a:pt x="5060" y="28461"/>
                      <a:pt x="0" y="22769"/>
                      <a:pt x="0" y="14547"/>
                    </a:cubicBezTo>
                    <a:cubicBezTo>
                      <a:pt x="0" y="5692"/>
                      <a:pt x="5692" y="0"/>
                      <a:pt x="13914" y="0"/>
                    </a:cubicBezTo>
                    <a:close/>
                  </a:path>
                </a:pathLst>
              </a:custGeom>
              <a:grpFill/>
              <a:ln w="6271" cap="flat">
                <a:noFill/>
                <a:prstDash val="solid"/>
                <a:miter/>
              </a:ln>
            </p:spPr>
            <p:txBody>
              <a:bodyPr rtlCol="0" anchor="ctr"/>
              <a:lstStyle/>
              <a:p>
                <a:endParaRPr lang="en-US"/>
              </a:p>
            </p:txBody>
          </p:sp>
          <p:sp>
            <p:nvSpPr>
              <p:cNvPr id="161" name="Picture Placeholder 89">
                <a:extLst>
                  <a:ext uri="{FF2B5EF4-FFF2-40B4-BE49-F238E27FC236}">
                    <a16:creationId xmlns:a16="http://schemas.microsoft.com/office/drawing/2014/main" id="{98C82436-7C1A-4609-3F23-D1B2B2380377}"/>
                  </a:ext>
                </a:extLst>
              </p:cNvPr>
              <p:cNvSpPr/>
              <p:nvPr/>
            </p:nvSpPr>
            <p:spPr>
              <a:xfrm>
                <a:off x="7317516" y="878386"/>
                <a:ext cx="27828" cy="28460"/>
              </a:xfrm>
              <a:custGeom>
                <a:avLst/>
                <a:gdLst>
                  <a:gd name="connsiteX0" fmla="*/ 13914 w 27828"/>
                  <a:gd name="connsiteY0" fmla="*/ 0 h 28460"/>
                  <a:gd name="connsiteX1" fmla="*/ 27828 w 27828"/>
                  <a:gd name="connsiteY1" fmla="*/ 14547 h 28460"/>
                  <a:gd name="connsiteX2" fmla="*/ 13914 w 27828"/>
                  <a:gd name="connsiteY2" fmla="*/ 28461 h 28460"/>
                  <a:gd name="connsiteX3" fmla="*/ 13914 w 27828"/>
                  <a:gd name="connsiteY3" fmla="*/ 28461 h 28460"/>
                  <a:gd name="connsiteX4" fmla="*/ 0 w 27828"/>
                  <a:gd name="connsiteY4" fmla="*/ 14547 h 28460"/>
                  <a:gd name="connsiteX5" fmla="*/ 13914 w 27828"/>
                  <a:gd name="connsiteY5" fmla="*/ 0 h 2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28" h="28460">
                    <a:moveTo>
                      <a:pt x="13914" y="0"/>
                    </a:moveTo>
                    <a:cubicBezTo>
                      <a:pt x="22136" y="0"/>
                      <a:pt x="27828" y="5692"/>
                      <a:pt x="27828" y="14547"/>
                    </a:cubicBezTo>
                    <a:cubicBezTo>
                      <a:pt x="27828" y="22769"/>
                      <a:pt x="22136" y="28461"/>
                      <a:pt x="13914" y="28461"/>
                    </a:cubicBezTo>
                    <a:lnTo>
                      <a:pt x="13914" y="28461"/>
                    </a:lnTo>
                    <a:cubicBezTo>
                      <a:pt x="5060" y="28461"/>
                      <a:pt x="0" y="22769"/>
                      <a:pt x="0" y="14547"/>
                    </a:cubicBezTo>
                    <a:cubicBezTo>
                      <a:pt x="0" y="5692"/>
                      <a:pt x="5692" y="0"/>
                      <a:pt x="13914" y="0"/>
                    </a:cubicBezTo>
                    <a:close/>
                  </a:path>
                </a:pathLst>
              </a:custGeom>
              <a:grpFill/>
              <a:ln w="6271" cap="flat">
                <a:noFill/>
                <a:prstDash val="solid"/>
                <a:miter/>
              </a:ln>
            </p:spPr>
            <p:txBody>
              <a:bodyPr rtlCol="0" anchor="ctr"/>
              <a:lstStyle/>
              <a:p>
                <a:endParaRPr lang="en-US"/>
              </a:p>
            </p:txBody>
          </p:sp>
        </p:grpSp>
        <p:grpSp>
          <p:nvGrpSpPr>
            <p:cNvPr id="154" name="Picture Placeholder 89">
              <a:extLst>
                <a:ext uri="{FF2B5EF4-FFF2-40B4-BE49-F238E27FC236}">
                  <a16:creationId xmlns:a16="http://schemas.microsoft.com/office/drawing/2014/main" id="{DBBB5E63-D044-2E99-EE23-F36BDE9E0D35}"/>
                </a:ext>
              </a:extLst>
            </p:cNvPr>
            <p:cNvGrpSpPr/>
            <p:nvPr/>
          </p:nvGrpSpPr>
          <p:grpSpPr>
            <a:xfrm>
              <a:off x="7129043" y="788577"/>
              <a:ext cx="594512" cy="519882"/>
              <a:chOff x="7129043" y="788577"/>
              <a:chExt cx="594512" cy="519882"/>
            </a:xfrm>
            <a:grpFill/>
          </p:grpSpPr>
          <p:sp>
            <p:nvSpPr>
              <p:cNvPr id="155" name="Picture Placeholder 89">
                <a:extLst>
                  <a:ext uri="{FF2B5EF4-FFF2-40B4-BE49-F238E27FC236}">
                    <a16:creationId xmlns:a16="http://schemas.microsoft.com/office/drawing/2014/main" id="{34C76711-EEA0-89B1-7BD1-5920CB551BD6}"/>
                  </a:ext>
                </a:extLst>
              </p:cNvPr>
              <p:cNvSpPr/>
              <p:nvPr/>
            </p:nvSpPr>
            <p:spPr>
              <a:xfrm>
                <a:off x="7316879" y="1184497"/>
                <a:ext cx="219853" cy="123962"/>
              </a:xfrm>
              <a:custGeom>
                <a:avLst/>
                <a:gdLst>
                  <a:gd name="connsiteX0" fmla="*/ 206819 w 219853"/>
                  <a:gd name="connsiteY0" fmla="*/ 123962 h 123962"/>
                  <a:gd name="connsiteX1" fmla="*/ 12654 w 219853"/>
                  <a:gd name="connsiteY1" fmla="*/ 123962 h 123962"/>
                  <a:gd name="connsiteX2" fmla="*/ 637 w 219853"/>
                  <a:gd name="connsiteY2" fmla="*/ 115108 h 123962"/>
                  <a:gd name="connsiteX3" fmla="*/ 5697 w 219853"/>
                  <a:gd name="connsiteY3" fmla="*/ 100561 h 123962"/>
                  <a:gd name="connsiteX4" fmla="*/ 51867 w 219853"/>
                  <a:gd name="connsiteY4" fmla="*/ 79690 h 123962"/>
                  <a:gd name="connsiteX5" fmla="*/ 62618 w 219853"/>
                  <a:gd name="connsiteY5" fmla="*/ 0 h 123962"/>
                  <a:gd name="connsiteX6" fmla="*/ 78430 w 219853"/>
                  <a:gd name="connsiteY6" fmla="*/ 1897 h 123962"/>
                  <a:gd name="connsiteX7" fmla="*/ 66413 w 219853"/>
                  <a:gd name="connsiteY7" fmla="*/ 91074 h 123962"/>
                  <a:gd name="connsiteX8" fmla="*/ 61986 w 219853"/>
                  <a:gd name="connsiteY8" fmla="*/ 92972 h 123962"/>
                  <a:gd name="connsiteX9" fmla="*/ 25303 w 219853"/>
                  <a:gd name="connsiteY9" fmla="*/ 108151 h 123962"/>
                  <a:gd name="connsiteX10" fmla="*/ 194803 w 219853"/>
                  <a:gd name="connsiteY10" fmla="*/ 108151 h 123962"/>
                  <a:gd name="connsiteX11" fmla="*/ 158120 w 219853"/>
                  <a:gd name="connsiteY11" fmla="*/ 92972 h 123962"/>
                  <a:gd name="connsiteX12" fmla="*/ 153693 w 219853"/>
                  <a:gd name="connsiteY12" fmla="*/ 91074 h 123962"/>
                  <a:gd name="connsiteX13" fmla="*/ 144838 w 219853"/>
                  <a:gd name="connsiteY13" fmla="*/ 1897 h 123962"/>
                  <a:gd name="connsiteX14" fmla="*/ 160650 w 219853"/>
                  <a:gd name="connsiteY14" fmla="*/ 632 h 123962"/>
                  <a:gd name="connsiteX15" fmla="*/ 168239 w 219853"/>
                  <a:gd name="connsiteY15" fmla="*/ 80322 h 123962"/>
                  <a:gd name="connsiteX16" fmla="*/ 214409 w 219853"/>
                  <a:gd name="connsiteY16" fmla="*/ 101194 h 123962"/>
                  <a:gd name="connsiteX17" fmla="*/ 219469 w 219853"/>
                  <a:gd name="connsiteY17" fmla="*/ 115740 h 123962"/>
                  <a:gd name="connsiteX18" fmla="*/ 206819 w 219853"/>
                  <a:gd name="connsiteY18" fmla="*/ 123962 h 123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9853" h="123962">
                    <a:moveTo>
                      <a:pt x="206819" y="123962"/>
                    </a:moveTo>
                    <a:lnTo>
                      <a:pt x="12654" y="123962"/>
                    </a:lnTo>
                    <a:cubicBezTo>
                      <a:pt x="6962" y="123962"/>
                      <a:pt x="2535" y="120167"/>
                      <a:pt x="637" y="115108"/>
                    </a:cubicBezTo>
                    <a:cubicBezTo>
                      <a:pt x="-1260" y="109416"/>
                      <a:pt x="1270" y="103723"/>
                      <a:pt x="5697" y="100561"/>
                    </a:cubicBezTo>
                    <a:cubicBezTo>
                      <a:pt x="15816" y="93604"/>
                      <a:pt x="41115" y="83485"/>
                      <a:pt x="51867" y="79690"/>
                    </a:cubicBezTo>
                    <a:lnTo>
                      <a:pt x="62618" y="0"/>
                    </a:lnTo>
                    <a:lnTo>
                      <a:pt x="78430" y="1897"/>
                    </a:lnTo>
                    <a:lnTo>
                      <a:pt x="66413" y="91074"/>
                    </a:lnTo>
                    <a:lnTo>
                      <a:pt x="61986" y="92972"/>
                    </a:lnTo>
                    <a:cubicBezTo>
                      <a:pt x="54396" y="95501"/>
                      <a:pt x="37320" y="102459"/>
                      <a:pt x="25303" y="108151"/>
                    </a:cubicBezTo>
                    <a:lnTo>
                      <a:pt x="194803" y="108151"/>
                    </a:lnTo>
                    <a:cubicBezTo>
                      <a:pt x="182786" y="102459"/>
                      <a:pt x="165709" y="95501"/>
                      <a:pt x="158120" y="92972"/>
                    </a:cubicBezTo>
                    <a:lnTo>
                      <a:pt x="153693" y="91074"/>
                    </a:lnTo>
                    <a:lnTo>
                      <a:pt x="144838" y="1897"/>
                    </a:lnTo>
                    <a:lnTo>
                      <a:pt x="160650" y="632"/>
                    </a:lnTo>
                    <a:lnTo>
                      <a:pt x="168239" y="80322"/>
                    </a:lnTo>
                    <a:cubicBezTo>
                      <a:pt x="178991" y="84750"/>
                      <a:pt x="204922" y="94869"/>
                      <a:pt x="214409" y="101194"/>
                    </a:cubicBezTo>
                    <a:cubicBezTo>
                      <a:pt x="218836" y="104356"/>
                      <a:pt x="220733" y="110048"/>
                      <a:pt x="219469" y="115740"/>
                    </a:cubicBezTo>
                    <a:cubicBezTo>
                      <a:pt x="216939" y="120167"/>
                      <a:pt x="212512" y="123962"/>
                      <a:pt x="206819" y="123962"/>
                    </a:cubicBezTo>
                    <a:close/>
                  </a:path>
                </a:pathLst>
              </a:custGeom>
              <a:grpFill/>
              <a:ln w="6271" cap="flat">
                <a:noFill/>
                <a:prstDash val="solid"/>
                <a:miter/>
              </a:ln>
            </p:spPr>
            <p:txBody>
              <a:bodyPr rtlCol="0" anchor="ctr"/>
              <a:lstStyle/>
              <a:p>
                <a:endParaRPr lang="en-US"/>
              </a:p>
            </p:txBody>
          </p:sp>
          <p:sp>
            <p:nvSpPr>
              <p:cNvPr id="156" name="Picture Placeholder 89">
                <a:extLst>
                  <a:ext uri="{FF2B5EF4-FFF2-40B4-BE49-F238E27FC236}">
                    <a16:creationId xmlns:a16="http://schemas.microsoft.com/office/drawing/2014/main" id="{EC184325-371C-DEF3-2CCB-0285F7A4BB19}"/>
                  </a:ext>
                </a:extLst>
              </p:cNvPr>
              <p:cNvSpPr/>
              <p:nvPr/>
            </p:nvSpPr>
            <p:spPr>
              <a:xfrm>
                <a:off x="7129043" y="788577"/>
                <a:ext cx="594512" cy="379476"/>
              </a:xfrm>
              <a:custGeom>
                <a:avLst/>
                <a:gdLst>
                  <a:gd name="connsiteX0" fmla="*/ 562257 w 594512"/>
                  <a:gd name="connsiteY0" fmla="*/ 15812 h 379476"/>
                  <a:gd name="connsiteX1" fmla="*/ 578701 w 594512"/>
                  <a:gd name="connsiteY1" fmla="*/ 30991 h 379476"/>
                  <a:gd name="connsiteX2" fmla="*/ 578701 w 594512"/>
                  <a:gd name="connsiteY2" fmla="*/ 349750 h 379476"/>
                  <a:gd name="connsiteX3" fmla="*/ 563522 w 594512"/>
                  <a:gd name="connsiteY3" fmla="*/ 363665 h 379476"/>
                  <a:gd name="connsiteX4" fmla="*/ 29726 w 594512"/>
                  <a:gd name="connsiteY4" fmla="*/ 363665 h 379476"/>
                  <a:gd name="connsiteX5" fmla="*/ 15812 w 594512"/>
                  <a:gd name="connsiteY5" fmla="*/ 351015 h 379476"/>
                  <a:gd name="connsiteX6" fmla="*/ 15812 w 594512"/>
                  <a:gd name="connsiteY6" fmla="*/ 28461 h 379476"/>
                  <a:gd name="connsiteX7" fmla="*/ 29726 w 594512"/>
                  <a:gd name="connsiteY7" fmla="*/ 15812 h 379476"/>
                  <a:gd name="connsiteX8" fmla="*/ 562257 w 594512"/>
                  <a:gd name="connsiteY8" fmla="*/ 15812 h 379476"/>
                  <a:gd name="connsiteX9" fmla="*/ 562257 w 594512"/>
                  <a:gd name="connsiteY9" fmla="*/ 0 h 379476"/>
                  <a:gd name="connsiteX10" fmla="*/ 29726 w 594512"/>
                  <a:gd name="connsiteY10" fmla="*/ 0 h 379476"/>
                  <a:gd name="connsiteX11" fmla="*/ 0 w 594512"/>
                  <a:gd name="connsiteY11" fmla="*/ 28461 h 379476"/>
                  <a:gd name="connsiteX12" fmla="*/ 0 w 594512"/>
                  <a:gd name="connsiteY12" fmla="*/ 351015 h 379476"/>
                  <a:gd name="connsiteX13" fmla="*/ 29726 w 594512"/>
                  <a:gd name="connsiteY13" fmla="*/ 379476 h 379476"/>
                  <a:gd name="connsiteX14" fmla="*/ 563522 w 594512"/>
                  <a:gd name="connsiteY14" fmla="*/ 379476 h 379476"/>
                  <a:gd name="connsiteX15" fmla="*/ 594512 w 594512"/>
                  <a:gd name="connsiteY15" fmla="*/ 349750 h 379476"/>
                  <a:gd name="connsiteX16" fmla="*/ 594512 w 594512"/>
                  <a:gd name="connsiteY16" fmla="*/ 30991 h 379476"/>
                  <a:gd name="connsiteX17" fmla="*/ 562257 w 594512"/>
                  <a:gd name="connsiteY17" fmla="*/ 0 h 379476"/>
                  <a:gd name="connsiteX18" fmla="*/ 562257 w 594512"/>
                  <a:gd name="connsiteY18" fmla="*/ 0 h 379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94512" h="379476">
                    <a:moveTo>
                      <a:pt x="562257" y="15812"/>
                    </a:moveTo>
                    <a:cubicBezTo>
                      <a:pt x="571111" y="15812"/>
                      <a:pt x="578701" y="22769"/>
                      <a:pt x="578701" y="30991"/>
                    </a:cubicBezTo>
                    <a:lnTo>
                      <a:pt x="578701" y="349750"/>
                    </a:lnTo>
                    <a:cubicBezTo>
                      <a:pt x="578701" y="357340"/>
                      <a:pt x="571744" y="363665"/>
                      <a:pt x="563522" y="363665"/>
                    </a:cubicBezTo>
                    <a:lnTo>
                      <a:pt x="29726" y="363665"/>
                    </a:lnTo>
                    <a:cubicBezTo>
                      <a:pt x="22136" y="363665"/>
                      <a:pt x="15812" y="357972"/>
                      <a:pt x="15812" y="351015"/>
                    </a:cubicBezTo>
                    <a:lnTo>
                      <a:pt x="15812" y="28461"/>
                    </a:lnTo>
                    <a:cubicBezTo>
                      <a:pt x="15812" y="21504"/>
                      <a:pt x="22136" y="15812"/>
                      <a:pt x="29726" y="15812"/>
                    </a:cubicBezTo>
                    <a:lnTo>
                      <a:pt x="562257" y="15812"/>
                    </a:lnTo>
                    <a:moveTo>
                      <a:pt x="562257" y="0"/>
                    </a:moveTo>
                    <a:lnTo>
                      <a:pt x="29726" y="0"/>
                    </a:lnTo>
                    <a:cubicBezTo>
                      <a:pt x="13282" y="0"/>
                      <a:pt x="0" y="12649"/>
                      <a:pt x="0" y="28461"/>
                    </a:cubicBezTo>
                    <a:lnTo>
                      <a:pt x="0" y="351015"/>
                    </a:lnTo>
                    <a:cubicBezTo>
                      <a:pt x="0" y="366827"/>
                      <a:pt x="13282" y="379476"/>
                      <a:pt x="29726" y="379476"/>
                    </a:cubicBezTo>
                    <a:lnTo>
                      <a:pt x="563522" y="379476"/>
                    </a:lnTo>
                    <a:cubicBezTo>
                      <a:pt x="580598" y="379476"/>
                      <a:pt x="594512" y="366194"/>
                      <a:pt x="594512" y="349750"/>
                    </a:cubicBezTo>
                    <a:lnTo>
                      <a:pt x="594512" y="30991"/>
                    </a:lnTo>
                    <a:cubicBezTo>
                      <a:pt x="594512" y="13914"/>
                      <a:pt x="579966" y="0"/>
                      <a:pt x="562257" y="0"/>
                    </a:cubicBezTo>
                    <a:lnTo>
                      <a:pt x="562257" y="0"/>
                    </a:lnTo>
                    <a:close/>
                  </a:path>
                </a:pathLst>
              </a:custGeom>
              <a:grpFill/>
              <a:ln w="6271" cap="flat">
                <a:noFill/>
                <a:prstDash val="solid"/>
                <a:miter/>
              </a:ln>
            </p:spPr>
            <p:txBody>
              <a:bodyPr rtlCol="0" anchor="ctr"/>
              <a:lstStyle/>
              <a:p>
                <a:endParaRPr lang="en-US" dirty="0"/>
              </a:p>
            </p:txBody>
          </p:sp>
          <p:sp>
            <p:nvSpPr>
              <p:cNvPr id="157" name="Picture Placeholder 89">
                <a:extLst>
                  <a:ext uri="{FF2B5EF4-FFF2-40B4-BE49-F238E27FC236}">
                    <a16:creationId xmlns:a16="http://schemas.microsoft.com/office/drawing/2014/main" id="{068D6704-761E-8FAD-BF47-B67379B262BC}"/>
                  </a:ext>
                </a:extLst>
              </p:cNvPr>
              <p:cNvSpPr/>
              <p:nvPr/>
            </p:nvSpPr>
            <p:spPr>
              <a:xfrm>
                <a:off x="7192289" y="842969"/>
                <a:ext cx="468020" cy="271325"/>
              </a:xfrm>
              <a:custGeom>
                <a:avLst/>
                <a:gdLst>
                  <a:gd name="connsiteX0" fmla="*/ 468020 w 468020"/>
                  <a:gd name="connsiteY0" fmla="*/ 271325 h 271325"/>
                  <a:gd name="connsiteX1" fmla="*/ 452209 w 468020"/>
                  <a:gd name="connsiteY1" fmla="*/ 271325 h 271325"/>
                  <a:gd name="connsiteX2" fmla="*/ 452209 w 468020"/>
                  <a:gd name="connsiteY2" fmla="*/ 15812 h 271325"/>
                  <a:gd name="connsiteX3" fmla="*/ 15812 w 468020"/>
                  <a:gd name="connsiteY3" fmla="*/ 15812 h 271325"/>
                  <a:gd name="connsiteX4" fmla="*/ 15812 w 468020"/>
                  <a:gd name="connsiteY4" fmla="*/ 271325 h 271325"/>
                  <a:gd name="connsiteX5" fmla="*/ 0 w 468020"/>
                  <a:gd name="connsiteY5" fmla="*/ 271325 h 271325"/>
                  <a:gd name="connsiteX6" fmla="*/ 0 w 468020"/>
                  <a:gd name="connsiteY6" fmla="*/ 0 h 271325"/>
                  <a:gd name="connsiteX7" fmla="*/ 468020 w 468020"/>
                  <a:gd name="connsiteY7" fmla="*/ 0 h 271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020" h="271325">
                    <a:moveTo>
                      <a:pt x="468020" y="271325"/>
                    </a:moveTo>
                    <a:lnTo>
                      <a:pt x="452209" y="271325"/>
                    </a:lnTo>
                    <a:lnTo>
                      <a:pt x="452209" y="15812"/>
                    </a:lnTo>
                    <a:lnTo>
                      <a:pt x="15812" y="15812"/>
                    </a:lnTo>
                    <a:lnTo>
                      <a:pt x="15812" y="271325"/>
                    </a:lnTo>
                    <a:lnTo>
                      <a:pt x="0" y="271325"/>
                    </a:lnTo>
                    <a:lnTo>
                      <a:pt x="0" y="0"/>
                    </a:lnTo>
                    <a:lnTo>
                      <a:pt x="468020" y="0"/>
                    </a:lnTo>
                    <a:close/>
                  </a:path>
                </a:pathLst>
              </a:custGeom>
              <a:grpFill/>
              <a:ln w="6271" cap="flat">
                <a:noFill/>
                <a:prstDash val="solid"/>
                <a:miter/>
              </a:ln>
            </p:spPr>
            <p:txBody>
              <a:bodyPr rtlCol="0" anchor="ctr"/>
              <a:lstStyle/>
              <a:p>
                <a:endParaRPr lang="en-US"/>
              </a:p>
            </p:txBody>
          </p:sp>
          <p:sp>
            <p:nvSpPr>
              <p:cNvPr id="158" name="Picture Placeholder 89">
                <a:extLst>
                  <a:ext uri="{FF2B5EF4-FFF2-40B4-BE49-F238E27FC236}">
                    <a16:creationId xmlns:a16="http://schemas.microsoft.com/office/drawing/2014/main" id="{6B20AF73-AB7A-469F-62AA-012FAE22C8A2}"/>
                  </a:ext>
                </a:extLst>
              </p:cNvPr>
              <p:cNvSpPr/>
              <p:nvPr/>
            </p:nvSpPr>
            <p:spPr>
              <a:xfrm>
                <a:off x="7199879" y="928351"/>
                <a:ext cx="427542" cy="15811"/>
              </a:xfrm>
              <a:custGeom>
                <a:avLst/>
                <a:gdLst>
                  <a:gd name="connsiteX0" fmla="*/ 0 w 427542"/>
                  <a:gd name="connsiteY0" fmla="*/ 0 h 15811"/>
                  <a:gd name="connsiteX1" fmla="*/ 427543 w 427542"/>
                  <a:gd name="connsiteY1" fmla="*/ 0 h 15811"/>
                  <a:gd name="connsiteX2" fmla="*/ 427543 w 427542"/>
                  <a:gd name="connsiteY2" fmla="*/ 15812 h 15811"/>
                  <a:gd name="connsiteX3" fmla="*/ 0 w 427542"/>
                  <a:gd name="connsiteY3" fmla="*/ 15812 h 15811"/>
                </a:gdLst>
                <a:ahLst/>
                <a:cxnLst>
                  <a:cxn ang="0">
                    <a:pos x="connsiteX0" y="connsiteY0"/>
                  </a:cxn>
                  <a:cxn ang="0">
                    <a:pos x="connsiteX1" y="connsiteY1"/>
                  </a:cxn>
                  <a:cxn ang="0">
                    <a:pos x="connsiteX2" y="connsiteY2"/>
                  </a:cxn>
                  <a:cxn ang="0">
                    <a:pos x="connsiteX3" y="connsiteY3"/>
                  </a:cxn>
                </a:cxnLst>
                <a:rect l="l" t="t" r="r" b="b"/>
                <a:pathLst>
                  <a:path w="427542" h="15811">
                    <a:moveTo>
                      <a:pt x="0" y="0"/>
                    </a:moveTo>
                    <a:lnTo>
                      <a:pt x="427543" y="0"/>
                    </a:lnTo>
                    <a:lnTo>
                      <a:pt x="427543" y="15812"/>
                    </a:lnTo>
                    <a:lnTo>
                      <a:pt x="0" y="15812"/>
                    </a:lnTo>
                    <a:close/>
                  </a:path>
                </a:pathLst>
              </a:custGeom>
              <a:grpFill/>
              <a:ln w="6271" cap="flat">
                <a:noFill/>
                <a:prstDash val="solid"/>
                <a:miter/>
              </a:ln>
            </p:spPr>
            <p:txBody>
              <a:bodyPr rtlCol="0" anchor="ctr"/>
              <a:lstStyle/>
              <a:p>
                <a:endParaRPr lang="en-US"/>
              </a:p>
            </p:txBody>
          </p:sp>
        </p:grpSp>
      </p:grpSp>
      <p:sp>
        <p:nvSpPr>
          <p:cNvPr id="162" name="TextBox 161">
            <a:extLst>
              <a:ext uri="{FF2B5EF4-FFF2-40B4-BE49-F238E27FC236}">
                <a16:creationId xmlns:a16="http://schemas.microsoft.com/office/drawing/2014/main" id="{4CA464D3-4795-DF01-8182-EAA0F31698DF}"/>
              </a:ext>
            </a:extLst>
          </p:cNvPr>
          <p:cNvSpPr txBox="1"/>
          <p:nvPr/>
        </p:nvSpPr>
        <p:spPr>
          <a:xfrm>
            <a:off x="3766044" y="1585951"/>
            <a:ext cx="680958" cy="184666"/>
          </a:xfrm>
          <a:prstGeom prst="rect">
            <a:avLst/>
          </a:prstGeom>
        </p:spPr>
        <p:txBody>
          <a:bodyPr wrap="square" lIns="0" tIns="0" rIns="0" bIns="0" rtlCol="0">
            <a:spAutoFit/>
          </a:bodyPr>
          <a:lstStyle/>
          <a:p>
            <a:pPr algn="ctr">
              <a:spcAft>
                <a:spcPts val="600"/>
              </a:spcAft>
            </a:pPr>
            <a:r>
              <a:rPr lang="en-US" sz="1200" dirty="0"/>
              <a:t>vCenter</a:t>
            </a:r>
          </a:p>
        </p:txBody>
      </p:sp>
      <p:pic>
        <p:nvPicPr>
          <p:cNvPr id="163" name="Graphic 162">
            <a:extLst>
              <a:ext uri="{FF2B5EF4-FFF2-40B4-BE49-F238E27FC236}">
                <a16:creationId xmlns:a16="http://schemas.microsoft.com/office/drawing/2014/main" id="{F74E1F42-0B58-CDB0-7342-B779A03068D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063704" y="1771375"/>
            <a:ext cx="342834" cy="398807"/>
          </a:xfrm>
          <a:prstGeom prst="rect">
            <a:avLst/>
          </a:prstGeom>
        </p:spPr>
      </p:pic>
      <p:sp>
        <p:nvSpPr>
          <p:cNvPr id="164" name="Rectangle 163">
            <a:extLst>
              <a:ext uri="{FF2B5EF4-FFF2-40B4-BE49-F238E27FC236}">
                <a16:creationId xmlns:a16="http://schemas.microsoft.com/office/drawing/2014/main" id="{764A7654-6750-F2F2-E721-4E7C13D6E26D}"/>
              </a:ext>
            </a:extLst>
          </p:cNvPr>
          <p:cNvSpPr/>
          <p:nvPr/>
        </p:nvSpPr>
        <p:spPr>
          <a:xfrm>
            <a:off x="2693827" y="5054316"/>
            <a:ext cx="1529897" cy="193899"/>
          </a:xfrm>
          <a:prstGeom prst="rect">
            <a:avLst/>
          </a:prstGeom>
          <a:noFill/>
        </p:spPr>
        <p:txBody>
          <a:bodyPr wrap="square" lIns="0" tIns="0" rIns="0" bIns="0">
            <a:spAutoFit/>
          </a:bodyPr>
          <a:lstStyle/>
          <a:p>
            <a:pPr lvl="0" algn="ctr">
              <a:lnSpc>
                <a:spcPct val="90000"/>
              </a:lnSpc>
              <a:defRPr/>
            </a:pPr>
            <a:r>
              <a:rPr lang="en-US" sz="1400" kern="0" dirty="0">
                <a:solidFill>
                  <a:schemeClr val="accent2"/>
                </a:solidFill>
              </a:rPr>
              <a:t>vSAN Datastore</a:t>
            </a:r>
          </a:p>
        </p:txBody>
      </p:sp>
      <p:grpSp>
        <p:nvGrpSpPr>
          <p:cNvPr id="165" name="Group 164">
            <a:extLst>
              <a:ext uri="{FF2B5EF4-FFF2-40B4-BE49-F238E27FC236}">
                <a16:creationId xmlns:a16="http://schemas.microsoft.com/office/drawing/2014/main" id="{2D8CE634-3D5E-B9C8-4B62-F6129166EF0D}"/>
              </a:ext>
            </a:extLst>
          </p:cNvPr>
          <p:cNvGrpSpPr/>
          <p:nvPr/>
        </p:nvGrpSpPr>
        <p:grpSpPr>
          <a:xfrm>
            <a:off x="1265722" y="3497051"/>
            <a:ext cx="4389763" cy="294235"/>
            <a:chOff x="4397542" y="3855678"/>
            <a:chExt cx="4389763" cy="294235"/>
          </a:xfrm>
        </p:grpSpPr>
        <p:grpSp>
          <p:nvGrpSpPr>
            <p:cNvPr id="166" name="Group 165">
              <a:extLst>
                <a:ext uri="{FF2B5EF4-FFF2-40B4-BE49-F238E27FC236}">
                  <a16:creationId xmlns:a16="http://schemas.microsoft.com/office/drawing/2014/main" id="{3AC4DD23-6FDD-F72F-099A-CC9460EBABFC}"/>
                </a:ext>
              </a:extLst>
            </p:cNvPr>
            <p:cNvGrpSpPr>
              <a:grpSpLocks noChangeAspect="1"/>
            </p:cNvGrpSpPr>
            <p:nvPr/>
          </p:nvGrpSpPr>
          <p:grpSpPr>
            <a:xfrm>
              <a:off x="7610415" y="3855678"/>
              <a:ext cx="1176890" cy="293228"/>
              <a:chOff x="5060950" y="5251450"/>
              <a:chExt cx="1236133" cy="332317"/>
            </a:xfrm>
          </p:grpSpPr>
          <p:sp>
            <p:nvSpPr>
              <p:cNvPr id="204" name="Line 5">
                <a:extLst>
                  <a:ext uri="{FF2B5EF4-FFF2-40B4-BE49-F238E27FC236}">
                    <a16:creationId xmlns:a16="http://schemas.microsoft.com/office/drawing/2014/main" id="{06FF6513-48BE-44D8-E15F-1D6DC9AA6C92}"/>
                  </a:ext>
                </a:extLst>
              </p:cNvPr>
              <p:cNvSpPr>
                <a:spLocks noChangeShapeType="1"/>
              </p:cNvSpPr>
              <p:nvPr/>
            </p:nvSpPr>
            <p:spPr bwMode="auto">
              <a:xfrm>
                <a:off x="601042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05" name="Line 6">
                <a:extLst>
                  <a:ext uri="{FF2B5EF4-FFF2-40B4-BE49-F238E27FC236}">
                    <a16:creationId xmlns:a16="http://schemas.microsoft.com/office/drawing/2014/main" id="{940825C9-93BB-DFB2-AB85-DD650555C3B3}"/>
                  </a:ext>
                </a:extLst>
              </p:cNvPr>
              <p:cNvSpPr>
                <a:spLocks noChangeShapeType="1"/>
              </p:cNvSpPr>
              <p:nvPr/>
            </p:nvSpPr>
            <p:spPr bwMode="auto">
              <a:xfrm>
                <a:off x="609712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06" name="Line 7">
                <a:extLst>
                  <a:ext uri="{FF2B5EF4-FFF2-40B4-BE49-F238E27FC236}">
                    <a16:creationId xmlns:a16="http://schemas.microsoft.com/office/drawing/2014/main" id="{2F18D20C-F24E-9E61-E9E0-02EB5A29347C}"/>
                  </a:ext>
                </a:extLst>
              </p:cNvPr>
              <p:cNvSpPr>
                <a:spLocks noChangeShapeType="1"/>
              </p:cNvSpPr>
              <p:nvPr/>
            </p:nvSpPr>
            <p:spPr bwMode="auto">
              <a:xfrm>
                <a:off x="618381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07" name="Line 8">
                <a:extLst>
                  <a:ext uri="{FF2B5EF4-FFF2-40B4-BE49-F238E27FC236}">
                    <a16:creationId xmlns:a16="http://schemas.microsoft.com/office/drawing/2014/main" id="{E371AE97-8A75-C5EB-F785-4A27767F81AC}"/>
                  </a:ext>
                </a:extLst>
              </p:cNvPr>
              <p:cNvSpPr>
                <a:spLocks noChangeShapeType="1"/>
              </p:cNvSpPr>
              <p:nvPr/>
            </p:nvSpPr>
            <p:spPr bwMode="auto">
              <a:xfrm>
                <a:off x="517058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08" name="Line 9">
                <a:extLst>
                  <a:ext uri="{FF2B5EF4-FFF2-40B4-BE49-F238E27FC236}">
                    <a16:creationId xmlns:a16="http://schemas.microsoft.com/office/drawing/2014/main" id="{C2C50320-1BEF-9D23-30E0-CB984FF47623}"/>
                  </a:ext>
                </a:extLst>
              </p:cNvPr>
              <p:cNvSpPr>
                <a:spLocks noChangeShapeType="1"/>
              </p:cNvSpPr>
              <p:nvPr/>
            </p:nvSpPr>
            <p:spPr bwMode="auto">
              <a:xfrm>
                <a:off x="525728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09" name="Line 10">
                <a:extLst>
                  <a:ext uri="{FF2B5EF4-FFF2-40B4-BE49-F238E27FC236}">
                    <a16:creationId xmlns:a16="http://schemas.microsoft.com/office/drawing/2014/main" id="{770047E8-48DA-62D8-277F-A97DFB8D4976}"/>
                  </a:ext>
                </a:extLst>
              </p:cNvPr>
              <p:cNvSpPr>
                <a:spLocks noChangeShapeType="1"/>
              </p:cNvSpPr>
              <p:nvPr/>
            </p:nvSpPr>
            <p:spPr bwMode="auto">
              <a:xfrm>
                <a:off x="534668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10" name="Oval 11">
                <a:extLst>
                  <a:ext uri="{FF2B5EF4-FFF2-40B4-BE49-F238E27FC236}">
                    <a16:creationId xmlns:a16="http://schemas.microsoft.com/office/drawing/2014/main" id="{70B5BB39-6E84-7B34-AB90-776E08838131}"/>
                  </a:ext>
                </a:extLst>
              </p:cNvPr>
              <p:cNvSpPr>
                <a:spLocks noChangeArrowheads="1"/>
              </p:cNvSpPr>
              <p:nvPr/>
            </p:nvSpPr>
            <p:spPr bwMode="auto">
              <a:xfrm>
                <a:off x="5609471" y="5345848"/>
                <a:ext cx="135458" cy="140877"/>
              </a:xfrm>
              <a:prstGeom prst="ellipse">
                <a:avLst/>
              </a:prstGeom>
              <a:noFill/>
              <a:ln w="2540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11" name="Rectangle 210">
                <a:extLst>
                  <a:ext uri="{FF2B5EF4-FFF2-40B4-BE49-F238E27FC236}">
                    <a16:creationId xmlns:a16="http://schemas.microsoft.com/office/drawing/2014/main" id="{CABD83FF-71E9-E59B-912C-2638D146082B}"/>
                  </a:ext>
                </a:extLst>
              </p:cNvPr>
              <p:cNvSpPr/>
              <p:nvPr/>
            </p:nvSpPr>
            <p:spPr>
              <a:xfrm>
                <a:off x="5060950" y="5251450"/>
                <a:ext cx="1236133" cy="332317"/>
              </a:xfrm>
              <a:prstGeom prst="rect">
                <a:avLst/>
              </a:prstGeom>
              <a:no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sp>
          <p:nvSpPr>
            <p:cNvPr id="167" name="Freeform 16">
              <a:extLst>
                <a:ext uri="{FF2B5EF4-FFF2-40B4-BE49-F238E27FC236}">
                  <a16:creationId xmlns:a16="http://schemas.microsoft.com/office/drawing/2014/main" id="{3C59FA63-8AE4-0831-EC8F-3A09D7477BDF}"/>
                </a:ext>
              </a:extLst>
            </p:cNvPr>
            <p:cNvSpPr/>
            <p:nvPr/>
          </p:nvSpPr>
          <p:spPr>
            <a:xfrm>
              <a:off x="7063791" y="3989752"/>
              <a:ext cx="349104" cy="45557"/>
            </a:xfrm>
            <a:custGeom>
              <a:avLst/>
              <a:gdLst/>
              <a:ahLst/>
              <a:cxnLst/>
              <a:rect l="l" t="t" r="r" b="b"/>
              <a:pathLst>
                <a:path w="233809" h="30510">
                  <a:moveTo>
                    <a:pt x="203151" y="0"/>
                  </a:moveTo>
                  <a:lnTo>
                    <a:pt x="233809" y="0"/>
                  </a:lnTo>
                  <a:lnTo>
                    <a:pt x="233809" y="30510"/>
                  </a:lnTo>
                  <a:lnTo>
                    <a:pt x="203151" y="30510"/>
                  </a:lnTo>
                  <a:close/>
                  <a:moveTo>
                    <a:pt x="101650" y="0"/>
                  </a:moveTo>
                  <a:lnTo>
                    <a:pt x="132160" y="0"/>
                  </a:lnTo>
                  <a:lnTo>
                    <a:pt x="132160" y="30510"/>
                  </a:lnTo>
                  <a:lnTo>
                    <a:pt x="101650" y="30510"/>
                  </a:lnTo>
                  <a:close/>
                  <a:moveTo>
                    <a:pt x="0" y="0"/>
                  </a:moveTo>
                  <a:lnTo>
                    <a:pt x="30510" y="0"/>
                  </a:lnTo>
                  <a:lnTo>
                    <a:pt x="30510" y="30510"/>
                  </a:lnTo>
                  <a:lnTo>
                    <a:pt x="0" y="30510"/>
                  </a:lnTo>
                  <a:close/>
                </a:path>
              </a:pathLst>
            </a:cu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99" dirty="0"/>
            </a:p>
          </p:txBody>
        </p:sp>
        <p:grpSp>
          <p:nvGrpSpPr>
            <p:cNvPr id="168" name="Group 167">
              <a:extLst>
                <a:ext uri="{FF2B5EF4-FFF2-40B4-BE49-F238E27FC236}">
                  <a16:creationId xmlns:a16="http://schemas.microsoft.com/office/drawing/2014/main" id="{75AFB8D2-80CD-DC3E-8715-8C5AA1FFBA34}"/>
                </a:ext>
              </a:extLst>
            </p:cNvPr>
            <p:cNvGrpSpPr>
              <a:grpSpLocks noChangeAspect="1"/>
            </p:cNvGrpSpPr>
            <p:nvPr/>
          </p:nvGrpSpPr>
          <p:grpSpPr>
            <a:xfrm>
              <a:off x="5738727" y="3856685"/>
              <a:ext cx="1176890" cy="293228"/>
              <a:chOff x="5060950" y="5251450"/>
              <a:chExt cx="1236133" cy="332317"/>
            </a:xfrm>
          </p:grpSpPr>
          <p:sp>
            <p:nvSpPr>
              <p:cNvPr id="196" name="Line 5">
                <a:extLst>
                  <a:ext uri="{FF2B5EF4-FFF2-40B4-BE49-F238E27FC236}">
                    <a16:creationId xmlns:a16="http://schemas.microsoft.com/office/drawing/2014/main" id="{4143D662-8955-255B-A2E2-FC7EC812C898}"/>
                  </a:ext>
                </a:extLst>
              </p:cNvPr>
              <p:cNvSpPr>
                <a:spLocks noChangeShapeType="1"/>
              </p:cNvSpPr>
              <p:nvPr/>
            </p:nvSpPr>
            <p:spPr bwMode="auto">
              <a:xfrm>
                <a:off x="601042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7" name="Line 6">
                <a:extLst>
                  <a:ext uri="{FF2B5EF4-FFF2-40B4-BE49-F238E27FC236}">
                    <a16:creationId xmlns:a16="http://schemas.microsoft.com/office/drawing/2014/main" id="{01FF6EAB-CDDA-6727-FF55-C2894163B12A}"/>
                  </a:ext>
                </a:extLst>
              </p:cNvPr>
              <p:cNvSpPr>
                <a:spLocks noChangeShapeType="1"/>
              </p:cNvSpPr>
              <p:nvPr/>
            </p:nvSpPr>
            <p:spPr bwMode="auto">
              <a:xfrm>
                <a:off x="609712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8" name="Line 7">
                <a:extLst>
                  <a:ext uri="{FF2B5EF4-FFF2-40B4-BE49-F238E27FC236}">
                    <a16:creationId xmlns:a16="http://schemas.microsoft.com/office/drawing/2014/main" id="{E81D2018-1402-CAFD-2F4C-8065CCBE7BFB}"/>
                  </a:ext>
                </a:extLst>
              </p:cNvPr>
              <p:cNvSpPr>
                <a:spLocks noChangeShapeType="1"/>
              </p:cNvSpPr>
              <p:nvPr/>
            </p:nvSpPr>
            <p:spPr bwMode="auto">
              <a:xfrm>
                <a:off x="618381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99" name="Line 8">
                <a:extLst>
                  <a:ext uri="{FF2B5EF4-FFF2-40B4-BE49-F238E27FC236}">
                    <a16:creationId xmlns:a16="http://schemas.microsoft.com/office/drawing/2014/main" id="{41462371-234A-7ED7-3B4B-7247E496D4B6}"/>
                  </a:ext>
                </a:extLst>
              </p:cNvPr>
              <p:cNvSpPr>
                <a:spLocks noChangeShapeType="1"/>
              </p:cNvSpPr>
              <p:nvPr/>
            </p:nvSpPr>
            <p:spPr bwMode="auto">
              <a:xfrm>
                <a:off x="517058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00" name="Line 9">
                <a:extLst>
                  <a:ext uri="{FF2B5EF4-FFF2-40B4-BE49-F238E27FC236}">
                    <a16:creationId xmlns:a16="http://schemas.microsoft.com/office/drawing/2014/main" id="{0EC45FBD-5DEF-EAFB-6349-E1CB62BA8AF2}"/>
                  </a:ext>
                </a:extLst>
              </p:cNvPr>
              <p:cNvSpPr>
                <a:spLocks noChangeShapeType="1"/>
              </p:cNvSpPr>
              <p:nvPr/>
            </p:nvSpPr>
            <p:spPr bwMode="auto">
              <a:xfrm>
                <a:off x="525728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01" name="Line 10">
                <a:extLst>
                  <a:ext uri="{FF2B5EF4-FFF2-40B4-BE49-F238E27FC236}">
                    <a16:creationId xmlns:a16="http://schemas.microsoft.com/office/drawing/2014/main" id="{7DB542A2-2607-F4F2-C59C-7D8352816281}"/>
                  </a:ext>
                </a:extLst>
              </p:cNvPr>
              <p:cNvSpPr>
                <a:spLocks noChangeShapeType="1"/>
              </p:cNvSpPr>
              <p:nvPr/>
            </p:nvSpPr>
            <p:spPr bwMode="auto">
              <a:xfrm>
                <a:off x="534668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02" name="Oval 11">
                <a:extLst>
                  <a:ext uri="{FF2B5EF4-FFF2-40B4-BE49-F238E27FC236}">
                    <a16:creationId xmlns:a16="http://schemas.microsoft.com/office/drawing/2014/main" id="{21052993-F4D3-E210-5C45-17BDA9102CF8}"/>
                  </a:ext>
                </a:extLst>
              </p:cNvPr>
              <p:cNvSpPr>
                <a:spLocks noChangeArrowheads="1"/>
              </p:cNvSpPr>
              <p:nvPr/>
            </p:nvSpPr>
            <p:spPr bwMode="auto">
              <a:xfrm>
                <a:off x="5609471" y="5345848"/>
                <a:ext cx="135458" cy="140877"/>
              </a:xfrm>
              <a:prstGeom prst="ellipse">
                <a:avLst/>
              </a:prstGeom>
              <a:noFill/>
              <a:ln w="2540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203" name="Rectangle 202">
                <a:extLst>
                  <a:ext uri="{FF2B5EF4-FFF2-40B4-BE49-F238E27FC236}">
                    <a16:creationId xmlns:a16="http://schemas.microsoft.com/office/drawing/2014/main" id="{012BDBE0-9D5D-9F9E-3918-5D2DB830E9E6}"/>
                  </a:ext>
                </a:extLst>
              </p:cNvPr>
              <p:cNvSpPr/>
              <p:nvPr/>
            </p:nvSpPr>
            <p:spPr>
              <a:xfrm>
                <a:off x="5060950" y="5251450"/>
                <a:ext cx="1236133" cy="332317"/>
              </a:xfrm>
              <a:prstGeom prst="rect">
                <a:avLst/>
              </a:prstGeom>
              <a:no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nvGrpSpPr>
            <p:cNvPr id="171" name="Group 170">
              <a:extLst>
                <a:ext uri="{FF2B5EF4-FFF2-40B4-BE49-F238E27FC236}">
                  <a16:creationId xmlns:a16="http://schemas.microsoft.com/office/drawing/2014/main" id="{F3AC9B1E-BCA0-FB8C-1EE7-C6D8214DAA22}"/>
                </a:ext>
              </a:extLst>
            </p:cNvPr>
            <p:cNvGrpSpPr>
              <a:grpSpLocks noChangeAspect="1"/>
            </p:cNvGrpSpPr>
            <p:nvPr/>
          </p:nvGrpSpPr>
          <p:grpSpPr>
            <a:xfrm>
              <a:off x="4397542" y="3856685"/>
              <a:ext cx="1176890" cy="293228"/>
              <a:chOff x="5060950" y="5251450"/>
              <a:chExt cx="1236133" cy="332317"/>
            </a:xfrm>
          </p:grpSpPr>
          <p:sp>
            <p:nvSpPr>
              <p:cNvPr id="172" name="Line 5">
                <a:extLst>
                  <a:ext uri="{FF2B5EF4-FFF2-40B4-BE49-F238E27FC236}">
                    <a16:creationId xmlns:a16="http://schemas.microsoft.com/office/drawing/2014/main" id="{C5009A28-5650-5E35-6C93-FDC644BCF8CE}"/>
                  </a:ext>
                </a:extLst>
              </p:cNvPr>
              <p:cNvSpPr>
                <a:spLocks noChangeShapeType="1"/>
              </p:cNvSpPr>
              <p:nvPr/>
            </p:nvSpPr>
            <p:spPr bwMode="auto">
              <a:xfrm>
                <a:off x="601042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3" name="Line 6">
                <a:extLst>
                  <a:ext uri="{FF2B5EF4-FFF2-40B4-BE49-F238E27FC236}">
                    <a16:creationId xmlns:a16="http://schemas.microsoft.com/office/drawing/2014/main" id="{765B62EA-FAE5-C2D2-FA83-D6755A34D506}"/>
                  </a:ext>
                </a:extLst>
              </p:cNvPr>
              <p:cNvSpPr>
                <a:spLocks noChangeShapeType="1"/>
              </p:cNvSpPr>
              <p:nvPr/>
            </p:nvSpPr>
            <p:spPr bwMode="auto">
              <a:xfrm>
                <a:off x="609712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4" name="Line 7">
                <a:extLst>
                  <a:ext uri="{FF2B5EF4-FFF2-40B4-BE49-F238E27FC236}">
                    <a16:creationId xmlns:a16="http://schemas.microsoft.com/office/drawing/2014/main" id="{DEC89916-18AD-14B1-7229-30FC550ACAFE}"/>
                  </a:ext>
                </a:extLst>
              </p:cNvPr>
              <p:cNvSpPr>
                <a:spLocks noChangeShapeType="1"/>
              </p:cNvSpPr>
              <p:nvPr/>
            </p:nvSpPr>
            <p:spPr bwMode="auto">
              <a:xfrm>
                <a:off x="618381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5" name="Line 8">
                <a:extLst>
                  <a:ext uri="{FF2B5EF4-FFF2-40B4-BE49-F238E27FC236}">
                    <a16:creationId xmlns:a16="http://schemas.microsoft.com/office/drawing/2014/main" id="{64D23759-94D0-0F0F-B359-09369F864103}"/>
                  </a:ext>
                </a:extLst>
              </p:cNvPr>
              <p:cNvSpPr>
                <a:spLocks noChangeShapeType="1"/>
              </p:cNvSpPr>
              <p:nvPr/>
            </p:nvSpPr>
            <p:spPr bwMode="auto">
              <a:xfrm>
                <a:off x="5170587"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6" name="Line 9">
                <a:extLst>
                  <a:ext uri="{FF2B5EF4-FFF2-40B4-BE49-F238E27FC236}">
                    <a16:creationId xmlns:a16="http://schemas.microsoft.com/office/drawing/2014/main" id="{34DF88F6-ADD1-9AB6-0D5A-4EB4F6E3E53B}"/>
                  </a:ext>
                </a:extLst>
              </p:cNvPr>
              <p:cNvSpPr>
                <a:spLocks noChangeShapeType="1"/>
              </p:cNvSpPr>
              <p:nvPr/>
            </p:nvSpPr>
            <p:spPr bwMode="auto">
              <a:xfrm>
                <a:off x="5257280"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7" name="Line 10">
                <a:extLst>
                  <a:ext uri="{FF2B5EF4-FFF2-40B4-BE49-F238E27FC236}">
                    <a16:creationId xmlns:a16="http://schemas.microsoft.com/office/drawing/2014/main" id="{A0AFCCC6-289E-2937-7091-644AF5595A58}"/>
                  </a:ext>
                </a:extLst>
              </p:cNvPr>
              <p:cNvSpPr>
                <a:spLocks noChangeShapeType="1"/>
              </p:cNvSpPr>
              <p:nvPr/>
            </p:nvSpPr>
            <p:spPr bwMode="auto">
              <a:xfrm>
                <a:off x="5346683" y="5324175"/>
                <a:ext cx="0" cy="184223"/>
              </a:xfrm>
              <a:prstGeom prst="line">
                <a:avLst/>
              </a:prstGeom>
              <a:noFill/>
              <a:ln w="254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8" name="Oval 11">
                <a:extLst>
                  <a:ext uri="{FF2B5EF4-FFF2-40B4-BE49-F238E27FC236}">
                    <a16:creationId xmlns:a16="http://schemas.microsoft.com/office/drawing/2014/main" id="{408E0716-B971-5B3D-7396-A1483336899F}"/>
                  </a:ext>
                </a:extLst>
              </p:cNvPr>
              <p:cNvSpPr>
                <a:spLocks noChangeArrowheads="1"/>
              </p:cNvSpPr>
              <p:nvPr/>
            </p:nvSpPr>
            <p:spPr bwMode="auto">
              <a:xfrm>
                <a:off x="5609471" y="5345848"/>
                <a:ext cx="135458" cy="140877"/>
              </a:xfrm>
              <a:prstGeom prst="ellipse">
                <a:avLst/>
              </a:prstGeom>
              <a:noFill/>
              <a:ln w="2540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179" name="Rectangle 178">
                <a:extLst>
                  <a:ext uri="{FF2B5EF4-FFF2-40B4-BE49-F238E27FC236}">
                    <a16:creationId xmlns:a16="http://schemas.microsoft.com/office/drawing/2014/main" id="{2920300D-FE16-5A03-B5AE-B5578CA22FE2}"/>
                  </a:ext>
                </a:extLst>
              </p:cNvPr>
              <p:cNvSpPr/>
              <p:nvPr/>
            </p:nvSpPr>
            <p:spPr>
              <a:xfrm>
                <a:off x="5060950" y="5251450"/>
                <a:ext cx="1236133" cy="332317"/>
              </a:xfrm>
              <a:prstGeom prst="rect">
                <a:avLst/>
              </a:prstGeom>
              <a:no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grpSp>
        <p:nvGrpSpPr>
          <p:cNvPr id="212" name="Group 211">
            <a:extLst>
              <a:ext uri="{FF2B5EF4-FFF2-40B4-BE49-F238E27FC236}">
                <a16:creationId xmlns:a16="http://schemas.microsoft.com/office/drawing/2014/main" id="{A9D46052-E606-7062-B625-6189F9880DDC}"/>
              </a:ext>
            </a:extLst>
          </p:cNvPr>
          <p:cNvGrpSpPr/>
          <p:nvPr/>
        </p:nvGrpSpPr>
        <p:grpSpPr>
          <a:xfrm>
            <a:off x="1686086" y="3881229"/>
            <a:ext cx="3549035" cy="247708"/>
            <a:chOff x="4817906" y="4239856"/>
            <a:chExt cx="3549035" cy="247708"/>
          </a:xfrm>
        </p:grpSpPr>
        <p:pic>
          <p:nvPicPr>
            <p:cNvPr id="213" name="Graphic 212">
              <a:extLst>
                <a:ext uri="{FF2B5EF4-FFF2-40B4-BE49-F238E27FC236}">
                  <a16:creationId xmlns:a16="http://schemas.microsoft.com/office/drawing/2014/main" id="{99092669-8209-5680-E67F-64EDB6E2885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8030779" y="4239856"/>
              <a:ext cx="336162" cy="246701"/>
            </a:xfrm>
            <a:prstGeom prst="rect">
              <a:avLst/>
            </a:prstGeom>
          </p:spPr>
        </p:pic>
        <p:sp>
          <p:nvSpPr>
            <p:cNvPr id="215" name="Freeform 16">
              <a:extLst>
                <a:ext uri="{FF2B5EF4-FFF2-40B4-BE49-F238E27FC236}">
                  <a16:creationId xmlns:a16="http://schemas.microsoft.com/office/drawing/2014/main" id="{21DDC601-A44A-0384-FF1E-E3A6616419AF}"/>
                </a:ext>
              </a:extLst>
            </p:cNvPr>
            <p:cNvSpPr/>
            <p:nvPr/>
          </p:nvSpPr>
          <p:spPr>
            <a:xfrm>
              <a:off x="7063791" y="4327552"/>
              <a:ext cx="349104" cy="45557"/>
            </a:xfrm>
            <a:custGeom>
              <a:avLst/>
              <a:gdLst/>
              <a:ahLst/>
              <a:cxnLst/>
              <a:rect l="l" t="t" r="r" b="b"/>
              <a:pathLst>
                <a:path w="233809" h="30510">
                  <a:moveTo>
                    <a:pt x="203151" y="0"/>
                  </a:moveTo>
                  <a:lnTo>
                    <a:pt x="233809" y="0"/>
                  </a:lnTo>
                  <a:lnTo>
                    <a:pt x="233809" y="30510"/>
                  </a:lnTo>
                  <a:lnTo>
                    <a:pt x="203151" y="30510"/>
                  </a:lnTo>
                  <a:close/>
                  <a:moveTo>
                    <a:pt x="101650" y="0"/>
                  </a:moveTo>
                  <a:lnTo>
                    <a:pt x="132160" y="0"/>
                  </a:lnTo>
                  <a:lnTo>
                    <a:pt x="132160" y="30510"/>
                  </a:lnTo>
                  <a:lnTo>
                    <a:pt x="101650" y="30510"/>
                  </a:lnTo>
                  <a:close/>
                  <a:moveTo>
                    <a:pt x="0" y="0"/>
                  </a:moveTo>
                  <a:lnTo>
                    <a:pt x="30510" y="0"/>
                  </a:lnTo>
                  <a:lnTo>
                    <a:pt x="30510" y="30510"/>
                  </a:lnTo>
                  <a:lnTo>
                    <a:pt x="0" y="30510"/>
                  </a:lnTo>
                  <a:close/>
                </a:path>
              </a:pathLst>
            </a:cu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99" dirty="0"/>
            </a:p>
          </p:txBody>
        </p:sp>
        <p:pic>
          <p:nvPicPr>
            <p:cNvPr id="217" name="Graphic 216">
              <a:extLst>
                <a:ext uri="{FF2B5EF4-FFF2-40B4-BE49-F238E27FC236}">
                  <a16:creationId xmlns:a16="http://schemas.microsoft.com/office/drawing/2014/main" id="{74BC86D3-FB83-ABAA-4890-E9660134EC9E}"/>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159091" y="4240863"/>
              <a:ext cx="336162" cy="246701"/>
            </a:xfrm>
            <a:prstGeom prst="rect">
              <a:avLst/>
            </a:prstGeom>
          </p:spPr>
        </p:pic>
        <p:pic>
          <p:nvPicPr>
            <p:cNvPr id="218" name="Graphic 217">
              <a:extLst>
                <a:ext uri="{FF2B5EF4-FFF2-40B4-BE49-F238E27FC236}">
                  <a16:creationId xmlns:a16="http://schemas.microsoft.com/office/drawing/2014/main" id="{97FB6612-7F46-FC56-F201-1A6E4229C2FC}"/>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817906" y="4240863"/>
              <a:ext cx="336162" cy="246701"/>
            </a:xfrm>
            <a:prstGeom prst="rect">
              <a:avLst/>
            </a:prstGeom>
          </p:spPr>
        </p:pic>
      </p:grpSp>
      <p:grpSp>
        <p:nvGrpSpPr>
          <p:cNvPr id="219" name="Group 218">
            <a:extLst>
              <a:ext uri="{FF2B5EF4-FFF2-40B4-BE49-F238E27FC236}">
                <a16:creationId xmlns:a16="http://schemas.microsoft.com/office/drawing/2014/main" id="{FE556FEE-9588-F235-566F-CFD738D358B1}"/>
              </a:ext>
            </a:extLst>
          </p:cNvPr>
          <p:cNvGrpSpPr/>
          <p:nvPr/>
        </p:nvGrpSpPr>
        <p:grpSpPr>
          <a:xfrm>
            <a:off x="1439973" y="4317891"/>
            <a:ext cx="4041262" cy="580286"/>
            <a:chOff x="4571793" y="4705656"/>
            <a:chExt cx="4041262" cy="580286"/>
          </a:xfrm>
          <a:solidFill>
            <a:schemeClr val="accent2"/>
          </a:solidFill>
        </p:grpSpPr>
        <p:pic>
          <p:nvPicPr>
            <p:cNvPr id="220" name="Graphic 219">
              <a:extLst>
                <a:ext uri="{FF2B5EF4-FFF2-40B4-BE49-F238E27FC236}">
                  <a16:creationId xmlns:a16="http://schemas.microsoft.com/office/drawing/2014/main" id="{5DAA22DE-3539-E4D0-3A66-AFA2EFD4F84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7784666" y="4705656"/>
              <a:ext cx="336162" cy="246701"/>
            </a:xfrm>
            <a:prstGeom prst="rect">
              <a:avLst/>
            </a:prstGeom>
          </p:spPr>
        </p:pic>
        <p:pic>
          <p:nvPicPr>
            <p:cNvPr id="221" name="Graphic 220">
              <a:extLst>
                <a:ext uri="{FF2B5EF4-FFF2-40B4-BE49-F238E27FC236}">
                  <a16:creationId xmlns:a16="http://schemas.microsoft.com/office/drawing/2014/main" id="{8FE3E942-0320-3BCD-F071-574AD3B258EE}"/>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8276893" y="4705656"/>
              <a:ext cx="336162" cy="246701"/>
            </a:xfrm>
            <a:prstGeom prst="rect">
              <a:avLst/>
            </a:prstGeom>
          </p:spPr>
        </p:pic>
        <p:sp>
          <p:nvSpPr>
            <p:cNvPr id="224" name="Freeform 16">
              <a:extLst>
                <a:ext uri="{FF2B5EF4-FFF2-40B4-BE49-F238E27FC236}">
                  <a16:creationId xmlns:a16="http://schemas.microsoft.com/office/drawing/2014/main" id="{E78C0EBD-6D73-BD6B-F656-FE344A7D6FAE}"/>
                </a:ext>
              </a:extLst>
            </p:cNvPr>
            <p:cNvSpPr/>
            <p:nvPr/>
          </p:nvSpPr>
          <p:spPr>
            <a:xfrm>
              <a:off x="7063791" y="4998174"/>
              <a:ext cx="349104" cy="45557"/>
            </a:xfrm>
            <a:custGeom>
              <a:avLst/>
              <a:gdLst/>
              <a:ahLst/>
              <a:cxnLst/>
              <a:rect l="l" t="t" r="r" b="b"/>
              <a:pathLst>
                <a:path w="233809" h="30510">
                  <a:moveTo>
                    <a:pt x="203151" y="0"/>
                  </a:moveTo>
                  <a:lnTo>
                    <a:pt x="233809" y="0"/>
                  </a:lnTo>
                  <a:lnTo>
                    <a:pt x="233809" y="30510"/>
                  </a:lnTo>
                  <a:lnTo>
                    <a:pt x="203151" y="30510"/>
                  </a:lnTo>
                  <a:close/>
                  <a:moveTo>
                    <a:pt x="101650" y="0"/>
                  </a:moveTo>
                  <a:lnTo>
                    <a:pt x="132160" y="0"/>
                  </a:lnTo>
                  <a:lnTo>
                    <a:pt x="132160" y="30510"/>
                  </a:lnTo>
                  <a:lnTo>
                    <a:pt x="101650" y="30510"/>
                  </a:lnTo>
                  <a:close/>
                  <a:moveTo>
                    <a:pt x="0" y="0"/>
                  </a:moveTo>
                  <a:lnTo>
                    <a:pt x="30510" y="0"/>
                  </a:lnTo>
                  <a:lnTo>
                    <a:pt x="30510" y="30510"/>
                  </a:lnTo>
                  <a:lnTo>
                    <a:pt x="0" y="30510"/>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99" dirty="0"/>
            </a:p>
          </p:txBody>
        </p:sp>
        <p:pic>
          <p:nvPicPr>
            <p:cNvPr id="227" name="Graphic 226">
              <a:extLst>
                <a:ext uri="{FF2B5EF4-FFF2-40B4-BE49-F238E27FC236}">
                  <a16:creationId xmlns:a16="http://schemas.microsoft.com/office/drawing/2014/main" id="{41450160-D7A1-BC0D-1D50-AC9BB4FA99FB}"/>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912978" y="4706663"/>
              <a:ext cx="336162" cy="246701"/>
            </a:xfrm>
            <a:prstGeom prst="rect">
              <a:avLst/>
            </a:prstGeom>
          </p:spPr>
        </p:pic>
        <p:pic>
          <p:nvPicPr>
            <p:cNvPr id="228" name="Graphic 227">
              <a:extLst>
                <a:ext uri="{FF2B5EF4-FFF2-40B4-BE49-F238E27FC236}">
                  <a16:creationId xmlns:a16="http://schemas.microsoft.com/office/drawing/2014/main" id="{B33EEB72-BFBC-0F4C-DCA8-900101FE7CA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405205" y="4706663"/>
              <a:ext cx="336162" cy="246701"/>
            </a:xfrm>
            <a:prstGeom prst="rect">
              <a:avLst/>
            </a:prstGeom>
          </p:spPr>
        </p:pic>
        <p:pic>
          <p:nvPicPr>
            <p:cNvPr id="229" name="Graphic 228">
              <a:extLst>
                <a:ext uri="{FF2B5EF4-FFF2-40B4-BE49-F238E27FC236}">
                  <a16:creationId xmlns:a16="http://schemas.microsoft.com/office/drawing/2014/main" id="{C7749EA0-8E55-D661-DC38-4F5CE0B5EC3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4571793" y="4706663"/>
              <a:ext cx="336162" cy="246701"/>
            </a:xfrm>
            <a:prstGeom prst="rect">
              <a:avLst/>
            </a:prstGeom>
          </p:spPr>
        </p:pic>
        <p:pic>
          <p:nvPicPr>
            <p:cNvPr id="230" name="Graphic 229">
              <a:extLst>
                <a:ext uri="{FF2B5EF4-FFF2-40B4-BE49-F238E27FC236}">
                  <a16:creationId xmlns:a16="http://schemas.microsoft.com/office/drawing/2014/main" id="{E63B01F6-F40F-3A3E-2F4A-E19A1D0B3481}"/>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064020" y="4706663"/>
              <a:ext cx="336162" cy="246701"/>
            </a:xfrm>
            <a:prstGeom prst="rect">
              <a:avLst/>
            </a:prstGeom>
          </p:spPr>
        </p:pic>
        <p:pic>
          <p:nvPicPr>
            <p:cNvPr id="231" name="Graphic 230">
              <a:extLst>
                <a:ext uri="{FF2B5EF4-FFF2-40B4-BE49-F238E27FC236}">
                  <a16:creationId xmlns:a16="http://schemas.microsoft.com/office/drawing/2014/main" id="{8CBFD941-EF07-2161-A144-762C0C6E11F8}"/>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7784666" y="5038234"/>
              <a:ext cx="336162" cy="246701"/>
            </a:xfrm>
            <a:prstGeom prst="rect">
              <a:avLst/>
            </a:prstGeom>
          </p:spPr>
        </p:pic>
        <p:pic>
          <p:nvPicPr>
            <p:cNvPr id="232" name="Graphic 231">
              <a:extLst>
                <a:ext uri="{FF2B5EF4-FFF2-40B4-BE49-F238E27FC236}">
                  <a16:creationId xmlns:a16="http://schemas.microsoft.com/office/drawing/2014/main" id="{B508D02F-C063-84EB-9067-ECCE042D6988}"/>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8276893" y="5038234"/>
              <a:ext cx="336162" cy="246701"/>
            </a:xfrm>
            <a:prstGeom prst="rect">
              <a:avLst/>
            </a:prstGeom>
          </p:spPr>
        </p:pic>
        <p:pic>
          <p:nvPicPr>
            <p:cNvPr id="237" name="Graphic 236">
              <a:extLst>
                <a:ext uri="{FF2B5EF4-FFF2-40B4-BE49-F238E27FC236}">
                  <a16:creationId xmlns:a16="http://schemas.microsoft.com/office/drawing/2014/main" id="{49D97955-12EC-9697-7F9F-99F9194C3CA3}"/>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912978" y="5039241"/>
              <a:ext cx="336162" cy="246701"/>
            </a:xfrm>
            <a:prstGeom prst="rect">
              <a:avLst/>
            </a:prstGeom>
          </p:spPr>
        </p:pic>
        <p:pic>
          <p:nvPicPr>
            <p:cNvPr id="238" name="Graphic 237">
              <a:extLst>
                <a:ext uri="{FF2B5EF4-FFF2-40B4-BE49-F238E27FC236}">
                  <a16:creationId xmlns:a16="http://schemas.microsoft.com/office/drawing/2014/main" id="{DBFE5820-C3A1-1EFA-11AA-0B53D6A89D0E}"/>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405205" y="5039241"/>
              <a:ext cx="336162" cy="246701"/>
            </a:xfrm>
            <a:prstGeom prst="rect">
              <a:avLst/>
            </a:prstGeom>
          </p:spPr>
        </p:pic>
        <p:pic>
          <p:nvPicPr>
            <p:cNvPr id="239" name="Graphic 238">
              <a:extLst>
                <a:ext uri="{FF2B5EF4-FFF2-40B4-BE49-F238E27FC236}">
                  <a16:creationId xmlns:a16="http://schemas.microsoft.com/office/drawing/2014/main" id="{3B068D31-4D17-FE7F-6F8E-02CBB8B1506F}"/>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4571793" y="5039241"/>
              <a:ext cx="336162" cy="246701"/>
            </a:xfrm>
            <a:prstGeom prst="rect">
              <a:avLst/>
            </a:prstGeom>
          </p:spPr>
        </p:pic>
        <p:pic>
          <p:nvPicPr>
            <p:cNvPr id="240" name="Graphic 239">
              <a:extLst>
                <a:ext uri="{FF2B5EF4-FFF2-40B4-BE49-F238E27FC236}">
                  <a16:creationId xmlns:a16="http://schemas.microsoft.com/office/drawing/2014/main" id="{D6720812-C1BD-2B61-E17C-8818BBFC8CE4}"/>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064020" y="5039241"/>
              <a:ext cx="336162" cy="246701"/>
            </a:xfrm>
            <a:prstGeom prst="rect">
              <a:avLst/>
            </a:prstGeom>
          </p:spPr>
        </p:pic>
      </p:grpSp>
      <p:sp>
        <p:nvSpPr>
          <p:cNvPr id="241" name="Rectangle 240">
            <a:extLst>
              <a:ext uri="{FF2B5EF4-FFF2-40B4-BE49-F238E27FC236}">
                <a16:creationId xmlns:a16="http://schemas.microsoft.com/office/drawing/2014/main" id="{3D45BB37-67DB-CD94-1EE8-8FB881327E41}"/>
              </a:ext>
            </a:extLst>
          </p:cNvPr>
          <p:cNvSpPr/>
          <p:nvPr/>
        </p:nvSpPr>
        <p:spPr>
          <a:xfrm>
            <a:off x="6190694" y="3520317"/>
            <a:ext cx="1919910"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1.  Check server eligibility</a:t>
            </a:r>
          </a:p>
        </p:txBody>
      </p:sp>
      <p:sp>
        <p:nvSpPr>
          <p:cNvPr id="242" name="Rectangle 241">
            <a:extLst>
              <a:ext uri="{FF2B5EF4-FFF2-40B4-BE49-F238E27FC236}">
                <a16:creationId xmlns:a16="http://schemas.microsoft.com/office/drawing/2014/main" id="{AFFEAA8A-B619-FAC7-3C40-4B98D9C12B64}"/>
              </a:ext>
            </a:extLst>
          </p:cNvPr>
          <p:cNvSpPr/>
          <p:nvPr/>
        </p:nvSpPr>
        <p:spPr>
          <a:xfrm>
            <a:off x="2022248" y="2041760"/>
            <a:ext cx="159739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4.  Migrate workloads</a:t>
            </a:r>
          </a:p>
        </p:txBody>
      </p:sp>
      <p:grpSp>
        <p:nvGrpSpPr>
          <p:cNvPr id="243" name="Group 242">
            <a:extLst>
              <a:ext uri="{FF2B5EF4-FFF2-40B4-BE49-F238E27FC236}">
                <a16:creationId xmlns:a16="http://schemas.microsoft.com/office/drawing/2014/main" id="{CD6C9957-CC7C-46E9-ADDB-0B06BBF8A3FF}"/>
              </a:ext>
            </a:extLst>
          </p:cNvPr>
          <p:cNvGrpSpPr/>
          <p:nvPr/>
        </p:nvGrpSpPr>
        <p:grpSpPr>
          <a:xfrm>
            <a:off x="1265722" y="2656202"/>
            <a:ext cx="4389763" cy="353678"/>
            <a:chOff x="4397542" y="3014829"/>
            <a:chExt cx="4389763" cy="353678"/>
          </a:xfrm>
        </p:grpSpPr>
        <p:grpSp>
          <p:nvGrpSpPr>
            <p:cNvPr id="246" name="Group 245">
              <a:extLst>
                <a:ext uri="{FF2B5EF4-FFF2-40B4-BE49-F238E27FC236}">
                  <a16:creationId xmlns:a16="http://schemas.microsoft.com/office/drawing/2014/main" id="{27486FC2-0656-3F38-3BF6-8F09B7C65F49}"/>
                </a:ext>
              </a:extLst>
            </p:cNvPr>
            <p:cNvGrpSpPr/>
            <p:nvPr/>
          </p:nvGrpSpPr>
          <p:grpSpPr>
            <a:xfrm>
              <a:off x="4397542" y="3014829"/>
              <a:ext cx="1182521" cy="353678"/>
              <a:chOff x="594900" y="2871377"/>
              <a:chExt cx="1182521" cy="353678"/>
            </a:xfrm>
          </p:grpSpPr>
          <p:pic>
            <p:nvPicPr>
              <p:cNvPr id="255" name="Graphic 254">
                <a:extLst>
                  <a:ext uri="{FF2B5EF4-FFF2-40B4-BE49-F238E27FC236}">
                    <a16:creationId xmlns:a16="http://schemas.microsoft.com/office/drawing/2014/main" id="{1FF1BF6A-EB7F-B42F-7610-50317B3E0CB3}"/>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94900" y="2871377"/>
                <a:ext cx="353678" cy="353678"/>
              </a:xfrm>
              <a:prstGeom prst="rect">
                <a:avLst/>
              </a:prstGeom>
            </p:spPr>
          </p:pic>
          <p:pic>
            <p:nvPicPr>
              <p:cNvPr id="256" name="Graphic 255">
                <a:extLst>
                  <a:ext uri="{FF2B5EF4-FFF2-40B4-BE49-F238E27FC236}">
                    <a16:creationId xmlns:a16="http://schemas.microsoft.com/office/drawing/2014/main" id="{CA8444FB-5752-1651-022B-5C16764BE525}"/>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09321" y="2871377"/>
                <a:ext cx="353678" cy="353678"/>
              </a:xfrm>
              <a:prstGeom prst="rect">
                <a:avLst/>
              </a:prstGeom>
            </p:spPr>
          </p:pic>
          <p:pic>
            <p:nvPicPr>
              <p:cNvPr id="257" name="Graphic 256">
                <a:extLst>
                  <a:ext uri="{FF2B5EF4-FFF2-40B4-BE49-F238E27FC236}">
                    <a16:creationId xmlns:a16="http://schemas.microsoft.com/office/drawing/2014/main" id="{0638EE6A-F6F5-CB6B-B66E-E46A849EC4AE}"/>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23743" y="2871377"/>
                <a:ext cx="353678" cy="353678"/>
              </a:xfrm>
              <a:prstGeom prst="rect">
                <a:avLst/>
              </a:prstGeom>
            </p:spPr>
          </p:pic>
        </p:grpSp>
        <p:grpSp>
          <p:nvGrpSpPr>
            <p:cNvPr id="247" name="Group 246">
              <a:extLst>
                <a:ext uri="{FF2B5EF4-FFF2-40B4-BE49-F238E27FC236}">
                  <a16:creationId xmlns:a16="http://schemas.microsoft.com/office/drawing/2014/main" id="{885BA17D-5FB5-2BD5-4D04-BF369F733469}"/>
                </a:ext>
              </a:extLst>
            </p:cNvPr>
            <p:cNvGrpSpPr/>
            <p:nvPr/>
          </p:nvGrpSpPr>
          <p:grpSpPr>
            <a:xfrm>
              <a:off x="5735911" y="3014829"/>
              <a:ext cx="1182521" cy="353678"/>
              <a:chOff x="594900" y="2871377"/>
              <a:chExt cx="1182521" cy="353678"/>
            </a:xfrm>
          </p:grpSpPr>
          <p:pic>
            <p:nvPicPr>
              <p:cNvPr id="252" name="Graphic 251">
                <a:extLst>
                  <a:ext uri="{FF2B5EF4-FFF2-40B4-BE49-F238E27FC236}">
                    <a16:creationId xmlns:a16="http://schemas.microsoft.com/office/drawing/2014/main" id="{A690665C-689C-B40E-C1A3-0CE37A6D8E4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94900" y="2871377"/>
                <a:ext cx="353678" cy="353678"/>
              </a:xfrm>
              <a:prstGeom prst="rect">
                <a:avLst/>
              </a:prstGeom>
            </p:spPr>
          </p:pic>
          <p:pic>
            <p:nvPicPr>
              <p:cNvPr id="253" name="Graphic 252">
                <a:extLst>
                  <a:ext uri="{FF2B5EF4-FFF2-40B4-BE49-F238E27FC236}">
                    <a16:creationId xmlns:a16="http://schemas.microsoft.com/office/drawing/2014/main" id="{92411DD5-1F8B-7423-55D0-DCCDDA1E5344}"/>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09321" y="2871377"/>
                <a:ext cx="353678" cy="353678"/>
              </a:xfrm>
              <a:prstGeom prst="rect">
                <a:avLst/>
              </a:prstGeom>
            </p:spPr>
          </p:pic>
          <p:pic>
            <p:nvPicPr>
              <p:cNvPr id="254" name="Graphic 253">
                <a:extLst>
                  <a:ext uri="{FF2B5EF4-FFF2-40B4-BE49-F238E27FC236}">
                    <a16:creationId xmlns:a16="http://schemas.microsoft.com/office/drawing/2014/main" id="{F3815B47-DBCD-8E8A-2012-90D66015C560}"/>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23743" y="2871377"/>
                <a:ext cx="353678" cy="353678"/>
              </a:xfrm>
              <a:prstGeom prst="rect">
                <a:avLst/>
              </a:prstGeom>
            </p:spPr>
          </p:pic>
        </p:grpSp>
        <p:grpSp>
          <p:nvGrpSpPr>
            <p:cNvPr id="248" name="Group 247">
              <a:extLst>
                <a:ext uri="{FF2B5EF4-FFF2-40B4-BE49-F238E27FC236}">
                  <a16:creationId xmlns:a16="http://schemas.microsoft.com/office/drawing/2014/main" id="{B246E2D9-5E79-39B5-E7E2-8963B96175F5}"/>
                </a:ext>
              </a:extLst>
            </p:cNvPr>
            <p:cNvGrpSpPr/>
            <p:nvPr/>
          </p:nvGrpSpPr>
          <p:grpSpPr>
            <a:xfrm>
              <a:off x="7604784" y="3014829"/>
              <a:ext cx="1182521" cy="353678"/>
              <a:chOff x="594900" y="2871377"/>
              <a:chExt cx="1182521" cy="353678"/>
            </a:xfrm>
          </p:grpSpPr>
          <p:pic>
            <p:nvPicPr>
              <p:cNvPr id="249" name="Graphic 248">
                <a:extLst>
                  <a:ext uri="{FF2B5EF4-FFF2-40B4-BE49-F238E27FC236}">
                    <a16:creationId xmlns:a16="http://schemas.microsoft.com/office/drawing/2014/main" id="{A37035C4-EDAC-AC14-4A5C-C783D5FAD114}"/>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94900" y="2871377"/>
                <a:ext cx="353678" cy="353678"/>
              </a:xfrm>
              <a:prstGeom prst="rect">
                <a:avLst/>
              </a:prstGeom>
            </p:spPr>
          </p:pic>
          <p:pic>
            <p:nvPicPr>
              <p:cNvPr id="250" name="Graphic 249">
                <a:extLst>
                  <a:ext uri="{FF2B5EF4-FFF2-40B4-BE49-F238E27FC236}">
                    <a16:creationId xmlns:a16="http://schemas.microsoft.com/office/drawing/2014/main" id="{46A717E3-A08B-BA0D-E68F-97BDB929ACEF}"/>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09321" y="2871377"/>
                <a:ext cx="353678" cy="353678"/>
              </a:xfrm>
              <a:prstGeom prst="rect">
                <a:avLst/>
              </a:prstGeom>
            </p:spPr>
          </p:pic>
          <p:pic>
            <p:nvPicPr>
              <p:cNvPr id="251" name="Graphic 250">
                <a:extLst>
                  <a:ext uri="{FF2B5EF4-FFF2-40B4-BE49-F238E27FC236}">
                    <a16:creationId xmlns:a16="http://schemas.microsoft.com/office/drawing/2014/main" id="{BB94F022-B69E-F976-82D2-C09E417F649F}"/>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23743" y="2871377"/>
                <a:ext cx="353678" cy="353678"/>
              </a:xfrm>
              <a:prstGeom prst="rect">
                <a:avLst/>
              </a:prstGeom>
            </p:spPr>
          </p:pic>
        </p:grpSp>
      </p:grpSp>
      <p:cxnSp>
        <p:nvCxnSpPr>
          <p:cNvPr id="264" name="Straight Connector 263">
            <a:extLst>
              <a:ext uri="{FF2B5EF4-FFF2-40B4-BE49-F238E27FC236}">
                <a16:creationId xmlns:a16="http://schemas.microsoft.com/office/drawing/2014/main" id="{19696136-9110-F370-6C23-CF6C59820E2F}"/>
              </a:ext>
            </a:extLst>
          </p:cNvPr>
          <p:cNvCxnSpPr>
            <a:cxnSpLocks/>
          </p:cNvCxnSpPr>
          <p:nvPr/>
        </p:nvCxnSpPr>
        <p:spPr bwMode="gray">
          <a:xfrm flipV="1">
            <a:off x="4106523" y="2317898"/>
            <a:ext cx="0" cy="636847"/>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65" name="Straight Connector 264">
            <a:extLst>
              <a:ext uri="{FF2B5EF4-FFF2-40B4-BE49-F238E27FC236}">
                <a16:creationId xmlns:a16="http://schemas.microsoft.com/office/drawing/2014/main" id="{3EA004A0-1EC1-3F38-853B-88CEA0AC3778}"/>
              </a:ext>
            </a:extLst>
          </p:cNvPr>
          <p:cNvCxnSpPr>
            <a:cxnSpLocks/>
          </p:cNvCxnSpPr>
          <p:nvPr/>
        </p:nvCxnSpPr>
        <p:spPr bwMode="gray">
          <a:xfrm>
            <a:off x="5805754" y="3643665"/>
            <a:ext cx="297753"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F1C13B66-13EA-4BDC-500C-DF9EEDD51283}"/>
              </a:ext>
            </a:extLst>
          </p:cNvPr>
          <p:cNvCxnSpPr>
            <a:cxnSpLocks/>
          </p:cNvCxnSpPr>
          <p:nvPr/>
        </p:nvCxnSpPr>
        <p:spPr bwMode="gray">
          <a:xfrm>
            <a:off x="5805754" y="4610409"/>
            <a:ext cx="297753"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267" name="Rectangle 266">
            <a:extLst>
              <a:ext uri="{FF2B5EF4-FFF2-40B4-BE49-F238E27FC236}">
                <a16:creationId xmlns:a16="http://schemas.microsoft.com/office/drawing/2014/main" id="{D2E778BD-5A2B-1598-D6EA-42718E66714E}"/>
              </a:ext>
            </a:extLst>
          </p:cNvPr>
          <p:cNvSpPr/>
          <p:nvPr/>
        </p:nvSpPr>
        <p:spPr>
          <a:xfrm>
            <a:off x="6190694" y="4499601"/>
            <a:ext cx="1919910"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2.  Install certified devices</a:t>
            </a:r>
          </a:p>
        </p:txBody>
      </p:sp>
      <p:cxnSp>
        <p:nvCxnSpPr>
          <p:cNvPr id="268" name="Straight Connector 267">
            <a:extLst>
              <a:ext uri="{FF2B5EF4-FFF2-40B4-BE49-F238E27FC236}">
                <a16:creationId xmlns:a16="http://schemas.microsoft.com/office/drawing/2014/main" id="{4606A5C8-85D5-A939-88C6-9D8DE55D3D10}"/>
              </a:ext>
            </a:extLst>
          </p:cNvPr>
          <p:cNvCxnSpPr>
            <a:cxnSpLocks/>
          </p:cNvCxnSpPr>
          <p:nvPr/>
        </p:nvCxnSpPr>
        <p:spPr bwMode="gray">
          <a:xfrm>
            <a:off x="4508553" y="1956974"/>
            <a:ext cx="390406" cy="0"/>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9EF98366-D12B-7CEE-6206-D969122771DC}"/>
              </a:ext>
            </a:extLst>
          </p:cNvPr>
          <p:cNvCxnSpPr>
            <a:cxnSpLocks/>
          </p:cNvCxnSpPr>
          <p:nvPr/>
        </p:nvCxnSpPr>
        <p:spPr bwMode="gray">
          <a:xfrm flipV="1">
            <a:off x="2788263" y="2317898"/>
            <a:ext cx="0" cy="187267"/>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grpSp>
        <p:nvGrpSpPr>
          <p:cNvPr id="270" name="Group 269">
            <a:extLst>
              <a:ext uri="{FF2B5EF4-FFF2-40B4-BE49-F238E27FC236}">
                <a16:creationId xmlns:a16="http://schemas.microsoft.com/office/drawing/2014/main" id="{96B2FF8E-9F19-7481-E452-515272C71799}"/>
              </a:ext>
            </a:extLst>
          </p:cNvPr>
          <p:cNvGrpSpPr/>
          <p:nvPr/>
        </p:nvGrpSpPr>
        <p:grpSpPr>
          <a:xfrm>
            <a:off x="1262063" y="3070378"/>
            <a:ext cx="4393422" cy="337184"/>
            <a:chOff x="4393883" y="3429005"/>
            <a:chExt cx="4393422" cy="337184"/>
          </a:xfrm>
        </p:grpSpPr>
        <p:sp>
          <p:nvSpPr>
            <p:cNvPr id="271" name="Rectangle 270">
              <a:extLst>
                <a:ext uri="{FF2B5EF4-FFF2-40B4-BE49-F238E27FC236}">
                  <a16:creationId xmlns:a16="http://schemas.microsoft.com/office/drawing/2014/main" id="{5294457A-6841-750B-8F56-41C6AF5E974C}"/>
                </a:ext>
              </a:extLst>
            </p:cNvPr>
            <p:cNvSpPr/>
            <p:nvPr/>
          </p:nvSpPr>
          <p:spPr>
            <a:xfrm>
              <a:off x="4393883" y="3429005"/>
              <a:ext cx="4393422" cy="337184"/>
            </a:xfrm>
            <a:prstGeom prst="rect">
              <a:avLst/>
            </a:prstGeom>
            <a:noFill/>
            <a:ln w="9525">
              <a:solidFill>
                <a:schemeClr val="accent2"/>
              </a:solidFill>
            </a:ln>
          </p:spPr>
          <p:txBody>
            <a:bodyPr wrap="square" anchor="ctr">
              <a:noAutofit/>
            </a:bodyPr>
            <a:lstStyle/>
            <a:p>
              <a:pPr algn="ctr"/>
              <a:endParaRPr lang="en-US" sz="1200">
                <a:solidFill>
                  <a:prstClr val="white"/>
                </a:solidFill>
              </a:endParaRPr>
            </a:p>
          </p:txBody>
        </p:sp>
        <p:sp>
          <p:nvSpPr>
            <p:cNvPr id="272" name="Rectangle 271">
              <a:extLst>
                <a:ext uri="{FF2B5EF4-FFF2-40B4-BE49-F238E27FC236}">
                  <a16:creationId xmlns:a16="http://schemas.microsoft.com/office/drawing/2014/main" id="{696F8CD9-44D4-2990-9D69-A43EF779B3AD}"/>
                </a:ext>
              </a:extLst>
            </p:cNvPr>
            <p:cNvSpPr/>
            <p:nvPr/>
          </p:nvSpPr>
          <p:spPr>
            <a:xfrm>
              <a:off x="4406544" y="3469117"/>
              <a:ext cx="815040" cy="261610"/>
            </a:xfrm>
            <a:prstGeom prst="rect">
              <a:avLst/>
            </a:prstGeom>
          </p:spPr>
          <p:txBody>
            <a:bodyPr wrap="square" anchor="ctr">
              <a:spAutoFit/>
            </a:bodyPr>
            <a:lstStyle/>
            <a:p>
              <a:pPr algn="ctr" defTabSz="914126">
                <a:defRPr/>
              </a:pPr>
              <a:r>
                <a:rPr lang="en-US" sz="1100" dirty="0">
                  <a:solidFill>
                    <a:schemeClr val="tx2"/>
                  </a:solidFill>
                  <a:latin typeface="Arial" panose="020B0604020202020204" pitchFamily="34" charset="0"/>
                </a:rPr>
                <a:t>vSphere</a:t>
              </a:r>
            </a:p>
          </p:txBody>
        </p:sp>
        <p:cxnSp>
          <p:nvCxnSpPr>
            <p:cNvPr id="273" name="Straight Connector 272">
              <a:extLst>
                <a:ext uri="{FF2B5EF4-FFF2-40B4-BE49-F238E27FC236}">
                  <a16:creationId xmlns:a16="http://schemas.microsoft.com/office/drawing/2014/main" id="{10A0921E-4D85-BD5B-9879-75980D1BFD81}"/>
                </a:ext>
              </a:extLst>
            </p:cNvPr>
            <p:cNvCxnSpPr>
              <a:cxnSpLocks/>
            </p:cNvCxnSpPr>
            <p:nvPr/>
          </p:nvCxnSpPr>
          <p:spPr bwMode="gray">
            <a:xfrm flipH="1">
              <a:off x="5186045" y="3599922"/>
              <a:ext cx="454307"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274" name="Straight Connector 273">
              <a:extLst>
                <a:ext uri="{FF2B5EF4-FFF2-40B4-BE49-F238E27FC236}">
                  <a16:creationId xmlns:a16="http://schemas.microsoft.com/office/drawing/2014/main" id="{396C3993-C357-94A1-A43E-B7999AF8B09E}"/>
                </a:ext>
              </a:extLst>
            </p:cNvPr>
            <p:cNvCxnSpPr>
              <a:cxnSpLocks/>
            </p:cNvCxnSpPr>
            <p:nvPr/>
          </p:nvCxnSpPr>
          <p:spPr bwMode="gray">
            <a:xfrm>
              <a:off x="5640352" y="3599922"/>
              <a:ext cx="2316337"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sp>
          <p:nvSpPr>
            <p:cNvPr id="275" name="Rectangle 274">
              <a:extLst>
                <a:ext uri="{FF2B5EF4-FFF2-40B4-BE49-F238E27FC236}">
                  <a16:creationId xmlns:a16="http://schemas.microsoft.com/office/drawing/2014/main" id="{C732CCFF-EA49-8BA6-AD73-5B4AA09BF451}"/>
                </a:ext>
              </a:extLst>
            </p:cNvPr>
            <p:cNvSpPr/>
            <p:nvPr/>
          </p:nvSpPr>
          <p:spPr>
            <a:xfrm>
              <a:off x="7972264" y="3469117"/>
              <a:ext cx="762161" cy="261610"/>
            </a:xfrm>
            <a:prstGeom prst="rect">
              <a:avLst/>
            </a:prstGeom>
            <a:solidFill>
              <a:schemeClr val="bg1"/>
            </a:solidFill>
          </p:spPr>
          <p:txBody>
            <a:bodyPr wrap="square" anchor="ctr">
              <a:spAutoFit/>
            </a:bodyPr>
            <a:lstStyle/>
            <a:p>
              <a:pPr algn="ctr" defTabSz="914126">
                <a:defRPr/>
              </a:pPr>
              <a:r>
                <a:rPr lang="en-US" sz="1100" dirty="0">
                  <a:solidFill>
                    <a:schemeClr val="tx2"/>
                  </a:solidFill>
                  <a:latin typeface="Arial" panose="020B0604020202020204" pitchFamily="34" charset="0"/>
                </a:rPr>
                <a:t>vSphere</a:t>
              </a:r>
            </a:p>
          </p:txBody>
        </p:sp>
      </p:grpSp>
      <p:sp>
        <p:nvSpPr>
          <p:cNvPr id="276" name="Rectangle 275">
            <a:extLst>
              <a:ext uri="{FF2B5EF4-FFF2-40B4-BE49-F238E27FC236}">
                <a16:creationId xmlns:a16="http://schemas.microsoft.com/office/drawing/2014/main" id="{545BF0DE-3B23-A36B-D60F-A2BD785ACECB}"/>
              </a:ext>
            </a:extLst>
          </p:cNvPr>
          <p:cNvSpPr/>
          <p:nvPr/>
        </p:nvSpPr>
        <p:spPr>
          <a:xfrm>
            <a:off x="4931395" y="3110490"/>
            <a:ext cx="671210" cy="261610"/>
          </a:xfrm>
          <a:prstGeom prst="rect">
            <a:avLst/>
          </a:prstGeom>
          <a:solidFill>
            <a:schemeClr val="bg1"/>
          </a:solidFill>
        </p:spPr>
        <p:txBody>
          <a:bodyPr wrap="square" anchor="ctr">
            <a:spAutoFit/>
          </a:bodyPr>
          <a:lstStyle/>
          <a:p>
            <a:pPr algn="ctr" defTabSz="914126">
              <a:defRPr/>
            </a:pPr>
            <a:r>
              <a:rPr lang="en-US" sz="1100" dirty="0">
                <a:solidFill>
                  <a:schemeClr val="tx2"/>
                </a:solidFill>
                <a:latin typeface="Arial" panose="020B0604020202020204" pitchFamily="34" charset="0"/>
              </a:rPr>
              <a:t>vSAN</a:t>
            </a:r>
          </a:p>
        </p:txBody>
      </p:sp>
      <p:sp>
        <p:nvSpPr>
          <p:cNvPr id="277" name="TextBox 276">
            <a:extLst>
              <a:ext uri="{FF2B5EF4-FFF2-40B4-BE49-F238E27FC236}">
                <a16:creationId xmlns:a16="http://schemas.microsoft.com/office/drawing/2014/main" id="{D49E161F-DF5D-D2A6-564B-CD34389364C2}"/>
              </a:ext>
            </a:extLst>
          </p:cNvPr>
          <p:cNvSpPr txBox="1"/>
          <p:nvPr/>
        </p:nvSpPr>
        <p:spPr>
          <a:xfrm>
            <a:off x="3552962" y="4701869"/>
            <a:ext cx="1112637" cy="307777"/>
          </a:xfrm>
          <a:prstGeom prst="rect">
            <a:avLst/>
          </a:prstGeom>
        </p:spPr>
        <p:txBody>
          <a:bodyPr wrap="square" lIns="0" tIns="0" rIns="0" bIns="0" rtlCol="0">
            <a:spAutoFit/>
          </a:bodyPr>
          <a:lstStyle/>
          <a:p>
            <a:pPr algn="ctr">
              <a:spcAft>
                <a:spcPts val="600"/>
              </a:spcAft>
            </a:pPr>
            <a:r>
              <a:rPr lang="en-US" sz="1000" dirty="0">
                <a:solidFill>
                  <a:schemeClr val="accent2"/>
                </a:solidFill>
              </a:rPr>
              <a:t>Devices claimed</a:t>
            </a:r>
            <a:br>
              <a:rPr lang="en-US" sz="1000" dirty="0">
                <a:solidFill>
                  <a:schemeClr val="accent2"/>
                </a:solidFill>
              </a:rPr>
            </a:br>
            <a:r>
              <a:rPr lang="en-US" sz="1000" dirty="0">
                <a:solidFill>
                  <a:schemeClr val="accent2"/>
                </a:solidFill>
              </a:rPr>
              <a:t>for vSAN</a:t>
            </a:r>
          </a:p>
        </p:txBody>
      </p:sp>
      <p:sp>
        <p:nvSpPr>
          <p:cNvPr id="286" name="TextBox 285">
            <a:extLst>
              <a:ext uri="{FF2B5EF4-FFF2-40B4-BE49-F238E27FC236}">
                <a16:creationId xmlns:a16="http://schemas.microsoft.com/office/drawing/2014/main" id="{25B70522-E623-F78F-2CD9-80E80937788C}"/>
              </a:ext>
            </a:extLst>
          </p:cNvPr>
          <p:cNvSpPr txBox="1"/>
          <p:nvPr/>
        </p:nvSpPr>
        <p:spPr>
          <a:xfrm>
            <a:off x="7125697" y="6314628"/>
            <a:ext cx="4610652" cy="123111"/>
          </a:xfrm>
          <a:prstGeom prst="rect">
            <a:avLst/>
          </a:prstGeom>
          <a:noFill/>
        </p:spPr>
        <p:txBody>
          <a:bodyPr wrap="square" lIns="0" tIns="0" rIns="0" bIns="0" rtlCol="0">
            <a:spAutoFit/>
          </a:bodyPr>
          <a:lstStyle/>
          <a:p>
            <a:pPr algn="l"/>
            <a:r>
              <a:rPr lang="en-US" sz="800" dirty="0">
                <a:solidFill>
                  <a:schemeClr val="bg1">
                    <a:lumMod val="50000"/>
                  </a:schemeClr>
                </a:solidFill>
              </a:rPr>
              <a:t>* Some servers may not be eligible, or may need additional modifications to support NVMe devices</a:t>
            </a:r>
          </a:p>
        </p:txBody>
      </p:sp>
      <p:grpSp>
        <p:nvGrpSpPr>
          <p:cNvPr id="341" name="Group 340">
            <a:extLst>
              <a:ext uri="{FF2B5EF4-FFF2-40B4-BE49-F238E27FC236}">
                <a16:creationId xmlns:a16="http://schemas.microsoft.com/office/drawing/2014/main" id="{F7E0B84A-47FA-A3C4-477C-308BC0C53DE5}"/>
              </a:ext>
            </a:extLst>
          </p:cNvPr>
          <p:cNvGrpSpPr/>
          <p:nvPr/>
        </p:nvGrpSpPr>
        <p:grpSpPr>
          <a:xfrm>
            <a:off x="2868891" y="5765019"/>
            <a:ext cx="1179768" cy="191485"/>
            <a:chOff x="1930771" y="2841308"/>
            <a:chExt cx="2857868" cy="463854"/>
          </a:xfrm>
        </p:grpSpPr>
        <p:sp>
          <p:nvSpPr>
            <p:cNvPr id="342" name="Rectangle 341">
              <a:extLst>
                <a:ext uri="{FF2B5EF4-FFF2-40B4-BE49-F238E27FC236}">
                  <a16:creationId xmlns:a16="http://schemas.microsoft.com/office/drawing/2014/main" id="{879281E3-F36B-E56E-FAAB-7CFD3540C7F1}"/>
                </a:ext>
              </a:extLst>
            </p:cNvPr>
            <p:cNvSpPr/>
            <p:nvPr/>
          </p:nvSpPr>
          <p:spPr>
            <a:xfrm>
              <a:off x="1930771" y="2841308"/>
              <a:ext cx="2857868" cy="463854"/>
            </a:xfrm>
            <a:prstGeom prst="rect">
              <a:avLst/>
            </a:prstGeom>
            <a:noFill/>
            <a:ln w="12700">
              <a:solidFill>
                <a:schemeClr val="bg1">
                  <a:lumMod val="65000"/>
                </a:schemeClr>
              </a:solidFill>
              <a:prstDash val="soli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a:solidFill>
                  <a:schemeClr val="bg1"/>
                </a:solidFill>
              </a:endParaRPr>
            </a:p>
          </p:txBody>
        </p:sp>
        <p:sp>
          <p:nvSpPr>
            <p:cNvPr id="343" name="Oval 15">
              <a:extLst>
                <a:ext uri="{FF2B5EF4-FFF2-40B4-BE49-F238E27FC236}">
                  <a16:creationId xmlns:a16="http://schemas.microsoft.com/office/drawing/2014/main" id="{2F335FD5-2832-FCA5-50E1-9FB0114A690F}"/>
                </a:ext>
              </a:extLst>
            </p:cNvPr>
            <p:cNvSpPr>
              <a:spLocks noChangeArrowheads="1"/>
            </p:cNvSpPr>
            <p:nvPr/>
          </p:nvSpPr>
          <p:spPr bwMode="auto">
            <a:xfrm>
              <a:off x="4664045" y="3016523"/>
              <a:ext cx="71516" cy="71516"/>
            </a:xfrm>
            <a:prstGeom prst="ellipse">
              <a:avLst/>
            </a:prstGeom>
            <a:noFill/>
            <a:ln w="12700">
              <a:solidFill>
                <a:schemeClr val="bg1">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Freeform 5">
              <a:extLst>
                <a:ext uri="{FF2B5EF4-FFF2-40B4-BE49-F238E27FC236}">
                  <a16:creationId xmlns:a16="http://schemas.microsoft.com/office/drawing/2014/main" id="{5131EE41-0B9E-3751-3887-73A93067F46B}"/>
                </a:ext>
              </a:extLst>
            </p:cNvPr>
            <p:cNvSpPr>
              <a:spLocks noEditPoints="1"/>
            </p:cNvSpPr>
            <p:nvPr/>
          </p:nvSpPr>
          <p:spPr bwMode="auto">
            <a:xfrm>
              <a:off x="4493124" y="3146000"/>
              <a:ext cx="242437" cy="79728"/>
            </a:xfrm>
            <a:custGeom>
              <a:avLst/>
              <a:gdLst>
                <a:gd name="T0" fmla="*/ 273 w 298"/>
                <a:gd name="T1" fmla="*/ 27 h 98"/>
                <a:gd name="T2" fmla="*/ 273 w 298"/>
                <a:gd name="T3" fmla="*/ 73 h 98"/>
                <a:gd name="T4" fmla="*/ 26 w 298"/>
                <a:gd name="T5" fmla="*/ 73 h 98"/>
                <a:gd name="T6" fmla="*/ 26 w 298"/>
                <a:gd name="T7" fmla="*/ 27 h 98"/>
                <a:gd name="T8" fmla="*/ 273 w 298"/>
                <a:gd name="T9" fmla="*/ 27 h 98"/>
                <a:gd name="T10" fmla="*/ 298 w 298"/>
                <a:gd name="T11" fmla="*/ 0 h 98"/>
                <a:gd name="T12" fmla="*/ 0 w 298"/>
                <a:gd name="T13" fmla="*/ 0 h 98"/>
                <a:gd name="T14" fmla="*/ 0 w 298"/>
                <a:gd name="T15" fmla="*/ 98 h 98"/>
                <a:gd name="T16" fmla="*/ 298 w 298"/>
                <a:gd name="T17" fmla="*/ 98 h 98"/>
                <a:gd name="T18" fmla="*/ 298 w 298"/>
                <a:gd name="T19" fmla="*/ 0 h 98"/>
                <a:gd name="T20" fmla="*/ 298 w 298"/>
                <a:gd name="T2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8" h="98">
                  <a:moveTo>
                    <a:pt x="273" y="27"/>
                  </a:moveTo>
                  <a:lnTo>
                    <a:pt x="273" y="73"/>
                  </a:lnTo>
                  <a:lnTo>
                    <a:pt x="26" y="73"/>
                  </a:lnTo>
                  <a:lnTo>
                    <a:pt x="26" y="27"/>
                  </a:lnTo>
                  <a:lnTo>
                    <a:pt x="273" y="27"/>
                  </a:lnTo>
                  <a:close/>
                  <a:moveTo>
                    <a:pt x="298" y="0"/>
                  </a:moveTo>
                  <a:lnTo>
                    <a:pt x="0" y="0"/>
                  </a:lnTo>
                  <a:lnTo>
                    <a:pt x="0" y="98"/>
                  </a:lnTo>
                  <a:lnTo>
                    <a:pt x="298" y="98"/>
                  </a:lnTo>
                  <a:lnTo>
                    <a:pt x="298" y="0"/>
                  </a:lnTo>
                  <a:lnTo>
                    <a:pt x="298" y="0"/>
                  </a:lnTo>
                  <a:close/>
                </a:path>
              </a:pathLst>
            </a:custGeom>
            <a:noFill/>
            <a:ln w="12700">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45" name="Group 344">
              <a:extLst>
                <a:ext uri="{FF2B5EF4-FFF2-40B4-BE49-F238E27FC236}">
                  <a16:creationId xmlns:a16="http://schemas.microsoft.com/office/drawing/2014/main" id="{866EDAB8-81B5-B3ED-5501-16452C249CAC}"/>
                </a:ext>
              </a:extLst>
            </p:cNvPr>
            <p:cNvGrpSpPr/>
            <p:nvPr/>
          </p:nvGrpSpPr>
          <p:grpSpPr>
            <a:xfrm>
              <a:off x="1964531" y="2916667"/>
              <a:ext cx="61338" cy="304800"/>
              <a:chOff x="1964531" y="2104119"/>
              <a:chExt cx="61338" cy="304800"/>
            </a:xfrm>
          </p:grpSpPr>
          <p:cxnSp>
            <p:nvCxnSpPr>
              <p:cNvPr id="442" name="Straight Connector 441">
                <a:extLst>
                  <a:ext uri="{FF2B5EF4-FFF2-40B4-BE49-F238E27FC236}">
                    <a16:creationId xmlns:a16="http://schemas.microsoft.com/office/drawing/2014/main" id="{25DE7D33-82F3-D383-80CB-2104E8318DCD}"/>
                  </a:ext>
                </a:extLst>
              </p:cNvPr>
              <p:cNvCxnSpPr>
                <a:cxnSpLocks/>
              </p:cNvCxnSpPr>
              <p:nvPr/>
            </p:nvCxnSpPr>
            <p:spPr bwMode="gray">
              <a:xfrm>
                <a:off x="2025869"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A915F8D0-9761-05D0-81BF-D8D47A9B8051}"/>
                  </a:ext>
                </a:extLst>
              </p:cNvPr>
              <p:cNvCxnSpPr>
                <a:cxnSpLocks/>
              </p:cNvCxnSpPr>
              <p:nvPr/>
            </p:nvCxnSpPr>
            <p:spPr bwMode="gray">
              <a:xfrm flipH="1">
                <a:off x="1964531"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6593F1D9-8018-3078-2D43-AC3D882E0D66}"/>
                  </a:ext>
                </a:extLst>
              </p:cNvPr>
              <p:cNvCxnSpPr>
                <a:cxnSpLocks/>
              </p:cNvCxnSpPr>
              <p:nvPr/>
            </p:nvCxnSpPr>
            <p:spPr bwMode="gray">
              <a:xfrm flipH="1">
                <a:off x="1964531"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46" name="Group 345">
              <a:extLst>
                <a:ext uri="{FF2B5EF4-FFF2-40B4-BE49-F238E27FC236}">
                  <a16:creationId xmlns:a16="http://schemas.microsoft.com/office/drawing/2014/main" id="{20B2135D-8138-F164-493D-DCEB0ABE29F4}"/>
                </a:ext>
              </a:extLst>
            </p:cNvPr>
            <p:cNvGrpSpPr/>
            <p:nvPr/>
          </p:nvGrpSpPr>
          <p:grpSpPr>
            <a:xfrm>
              <a:off x="2063743" y="2916667"/>
              <a:ext cx="61338" cy="304800"/>
              <a:chOff x="2059629" y="2104119"/>
              <a:chExt cx="61338" cy="304800"/>
            </a:xfrm>
          </p:grpSpPr>
          <p:cxnSp>
            <p:nvCxnSpPr>
              <p:cNvPr id="439" name="Straight Connector 438">
                <a:extLst>
                  <a:ext uri="{FF2B5EF4-FFF2-40B4-BE49-F238E27FC236}">
                    <a16:creationId xmlns:a16="http://schemas.microsoft.com/office/drawing/2014/main" id="{673E943C-4F9B-72EB-779C-9EE4F8AB1526}"/>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40" name="Straight Connector 439">
                <a:extLst>
                  <a:ext uri="{FF2B5EF4-FFF2-40B4-BE49-F238E27FC236}">
                    <a16:creationId xmlns:a16="http://schemas.microsoft.com/office/drawing/2014/main" id="{FACE4D21-9292-6631-3B8E-04D572AF7EF3}"/>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FC9EA871-FB52-BEFA-D336-882AA7606BD5}"/>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47" name="Group 346">
              <a:extLst>
                <a:ext uri="{FF2B5EF4-FFF2-40B4-BE49-F238E27FC236}">
                  <a16:creationId xmlns:a16="http://schemas.microsoft.com/office/drawing/2014/main" id="{FEFFC5B9-DBD1-59F7-57CE-6F138CAD99B9}"/>
                </a:ext>
              </a:extLst>
            </p:cNvPr>
            <p:cNvGrpSpPr/>
            <p:nvPr/>
          </p:nvGrpSpPr>
          <p:grpSpPr>
            <a:xfrm>
              <a:off x="2162955" y="2916667"/>
              <a:ext cx="61338" cy="304800"/>
              <a:chOff x="2059629" y="2104119"/>
              <a:chExt cx="61338" cy="304800"/>
            </a:xfrm>
          </p:grpSpPr>
          <p:cxnSp>
            <p:nvCxnSpPr>
              <p:cNvPr id="436" name="Straight Connector 435">
                <a:extLst>
                  <a:ext uri="{FF2B5EF4-FFF2-40B4-BE49-F238E27FC236}">
                    <a16:creationId xmlns:a16="http://schemas.microsoft.com/office/drawing/2014/main" id="{22289B49-83B6-9ED1-2EEE-1C67A1B236BB}"/>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A50D9E01-8449-529D-59EE-6740BE7E3595}"/>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2FBA1287-1280-9CD1-D078-AD156B0C1F15}"/>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48" name="Group 347">
              <a:extLst>
                <a:ext uri="{FF2B5EF4-FFF2-40B4-BE49-F238E27FC236}">
                  <a16:creationId xmlns:a16="http://schemas.microsoft.com/office/drawing/2014/main" id="{33331318-F119-9A25-E58B-52F1EDB26845}"/>
                </a:ext>
              </a:extLst>
            </p:cNvPr>
            <p:cNvGrpSpPr/>
            <p:nvPr/>
          </p:nvGrpSpPr>
          <p:grpSpPr>
            <a:xfrm>
              <a:off x="2262167" y="2916667"/>
              <a:ext cx="61338" cy="304800"/>
              <a:chOff x="2059629" y="2104119"/>
              <a:chExt cx="61338" cy="304800"/>
            </a:xfrm>
          </p:grpSpPr>
          <p:cxnSp>
            <p:nvCxnSpPr>
              <p:cNvPr id="433" name="Straight Connector 432">
                <a:extLst>
                  <a:ext uri="{FF2B5EF4-FFF2-40B4-BE49-F238E27FC236}">
                    <a16:creationId xmlns:a16="http://schemas.microsoft.com/office/drawing/2014/main" id="{169FBFA2-D238-6BAC-1DD1-583332D61796}"/>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34" name="Straight Connector 433">
                <a:extLst>
                  <a:ext uri="{FF2B5EF4-FFF2-40B4-BE49-F238E27FC236}">
                    <a16:creationId xmlns:a16="http://schemas.microsoft.com/office/drawing/2014/main" id="{38EBC735-9DE4-4BB0-A4AC-09D3328F56AD}"/>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35" name="Straight Connector 434">
                <a:extLst>
                  <a:ext uri="{FF2B5EF4-FFF2-40B4-BE49-F238E27FC236}">
                    <a16:creationId xmlns:a16="http://schemas.microsoft.com/office/drawing/2014/main" id="{9D3888EF-9EDA-B594-BB39-5461E6E05FD9}"/>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49" name="Group 348">
              <a:extLst>
                <a:ext uri="{FF2B5EF4-FFF2-40B4-BE49-F238E27FC236}">
                  <a16:creationId xmlns:a16="http://schemas.microsoft.com/office/drawing/2014/main" id="{F904353E-2ED6-03DF-8473-29BCDF14C039}"/>
                </a:ext>
              </a:extLst>
            </p:cNvPr>
            <p:cNvGrpSpPr/>
            <p:nvPr/>
          </p:nvGrpSpPr>
          <p:grpSpPr>
            <a:xfrm>
              <a:off x="2361379" y="2916667"/>
              <a:ext cx="61338" cy="304800"/>
              <a:chOff x="2059629" y="2104119"/>
              <a:chExt cx="61338" cy="304800"/>
            </a:xfrm>
          </p:grpSpPr>
          <p:cxnSp>
            <p:nvCxnSpPr>
              <p:cNvPr id="430" name="Straight Connector 429">
                <a:extLst>
                  <a:ext uri="{FF2B5EF4-FFF2-40B4-BE49-F238E27FC236}">
                    <a16:creationId xmlns:a16="http://schemas.microsoft.com/office/drawing/2014/main" id="{B9D89F19-A4D5-7AD5-C43E-53BD15FA5129}"/>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04795792-6F61-3755-669F-D30837E9150E}"/>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CD24FC80-11C3-73B8-21EB-A906334CE301}"/>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50" name="Group 349">
              <a:extLst>
                <a:ext uri="{FF2B5EF4-FFF2-40B4-BE49-F238E27FC236}">
                  <a16:creationId xmlns:a16="http://schemas.microsoft.com/office/drawing/2014/main" id="{F05352AA-566A-237A-5C3B-C026510E96B5}"/>
                </a:ext>
              </a:extLst>
            </p:cNvPr>
            <p:cNvGrpSpPr/>
            <p:nvPr/>
          </p:nvGrpSpPr>
          <p:grpSpPr>
            <a:xfrm>
              <a:off x="2460591" y="2916667"/>
              <a:ext cx="61338" cy="304800"/>
              <a:chOff x="2059629" y="2104119"/>
              <a:chExt cx="61338" cy="304800"/>
            </a:xfrm>
          </p:grpSpPr>
          <p:cxnSp>
            <p:nvCxnSpPr>
              <p:cNvPr id="427" name="Straight Connector 426">
                <a:extLst>
                  <a:ext uri="{FF2B5EF4-FFF2-40B4-BE49-F238E27FC236}">
                    <a16:creationId xmlns:a16="http://schemas.microsoft.com/office/drawing/2014/main" id="{5303AF50-1547-B4E1-C997-3140D16F2452}"/>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FA876B83-0D53-3A5F-14F0-30F46B58B1A3}"/>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07C250C6-B666-7A04-4B02-84F1F014CE47}"/>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51" name="Group 350">
              <a:extLst>
                <a:ext uri="{FF2B5EF4-FFF2-40B4-BE49-F238E27FC236}">
                  <a16:creationId xmlns:a16="http://schemas.microsoft.com/office/drawing/2014/main" id="{CAF36BBD-F90D-2E7C-F8C5-D3F7733C544C}"/>
                </a:ext>
              </a:extLst>
            </p:cNvPr>
            <p:cNvGrpSpPr/>
            <p:nvPr/>
          </p:nvGrpSpPr>
          <p:grpSpPr>
            <a:xfrm>
              <a:off x="2559803" y="2916667"/>
              <a:ext cx="61338" cy="304800"/>
              <a:chOff x="2059629" y="2104119"/>
              <a:chExt cx="61338" cy="304800"/>
            </a:xfrm>
          </p:grpSpPr>
          <p:cxnSp>
            <p:nvCxnSpPr>
              <p:cNvPr id="424" name="Straight Connector 423">
                <a:extLst>
                  <a:ext uri="{FF2B5EF4-FFF2-40B4-BE49-F238E27FC236}">
                    <a16:creationId xmlns:a16="http://schemas.microsoft.com/office/drawing/2014/main" id="{A941CC4A-6D11-F938-0702-A108A04B1E43}"/>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5336AA7A-DDB5-7F26-CAFB-29DE234C7934}"/>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4CE042C1-AFD0-E04D-33B7-15113C95BC88}"/>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52" name="Group 351">
              <a:extLst>
                <a:ext uri="{FF2B5EF4-FFF2-40B4-BE49-F238E27FC236}">
                  <a16:creationId xmlns:a16="http://schemas.microsoft.com/office/drawing/2014/main" id="{0812CB24-0EC2-C132-36FA-FF6BE75A4B1D}"/>
                </a:ext>
              </a:extLst>
            </p:cNvPr>
            <p:cNvGrpSpPr/>
            <p:nvPr/>
          </p:nvGrpSpPr>
          <p:grpSpPr>
            <a:xfrm>
              <a:off x="2659015" y="2916667"/>
              <a:ext cx="61338" cy="304800"/>
              <a:chOff x="2059629" y="2104119"/>
              <a:chExt cx="61338" cy="304800"/>
            </a:xfrm>
          </p:grpSpPr>
          <p:cxnSp>
            <p:nvCxnSpPr>
              <p:cNvPr id="421" name="Straight Connector 420">
                <a:extLst>
                  <a:ext uri="{FF2B5EF4-FFF2-40B4-BE49-F238E27FC236}">
                    <a16:creationId xmlns:a16="http://schemas.microsoft.com/office/drawing/2014/main" id="{2AB865E3-BB99-53DA-D96B-CFBC70A02151}"/>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22" name="Straight Connector 421">
                <a:extLst>
                  <a:ext uri="{FF2B5EF4-FFF2-40B4-BE49-F238E27FC236}">
                    <a16:creationId xmlns:a16="http://schemas.microsoft.com/office/drawing/2014/main" id="{EF530516-7026-1CA2-5DB2-0BDDF9C0785C}"/>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4E7C3240-F2D4-3AFF-8D71-08F51070DCEF}"/>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53" name="Group 352">
              <a:extLst>
                <a:ext uri="{FF2B5EF4-FFF2-40B4-BE49-F238E27FC236}">
                  <a16:creationId xmlns:a16="http://schemas.microsoft.com/office/drawing/2014/main" id="{06659139-EAC0-64D8-218E-63332FBEB008}"/>
                </a:ext>
              </a:extLst>
            </p:cNvPr>
            <p:cNvGrpSpPr/>
            <p:nvPr/>
          </p:nvGrpSpPr>
          <p:grpSpPr>
            <a:xfrm>
              <a:off x="2758227" y="2916667"/>
              <a:ext cx="61338" cy="304800"/>
              <a:chOff x="2059629" y="2104119"/>
              <a:chExt cx="61338" cy="304800"/>
            </a:xfrm>
          </p:grpSpPr>
          <p:cxnSp>
            <p:nvCxnSpPr>
              <p:cNvPr id="418" name="Straight Connector 417">
                <a:extLst>
                  <a:ext uri="{FF2B5EF4-FFF2-40B4-BE49-F238E27FC236}">
                    <a16:creationId xmlns:a16="http://schemas.microsoft.com/office/drawing/2014/main" id="{8707A18E-8331-A913-DB49-397D0F8C8821}"/>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02305145-0AA4-A459-9E5F-993939EB1895}"/>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EF02C305-5E18-BD3D-C181-8296EBED3482}"/>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7AA14A2F-02C2-B8F1-4F04-1F6E9291C3EB}"/>
                </a:ext>
              </a:extLst>
            </p:cNvPr>
            <p:cNvGrpSpPr/>
            <p:nvPr/>
          </p:nvGrpSpPr>
          <p:grpSpPr>
            <a:xfrm>
              <a:off x="2956651" y="2916667"/>
              <a:ext cx="61338" cy="304800"/>
              <a:chOff x="2059629" y="2104119"/>
              <a:chExt cx="61338" cy="304800"/>
            </a:xfrm>
          </p:grpSpPr>
          <p:cxnSp>
            <p:nvCxnSpPr>
              <p:cNvPr id="415" name="Straight Connector 414">
                <a:extLst>
                  <a:ext uri="{FF2B5EF4-FFF2-40B4-BE49-F238E27FC236}">
                    <a16:creationId xmlns:a16="http://schemas.microsoft.com/office/drawing/2014/main" id="{26BF45A0-8A8C-84E1-A096-BE15C196C438}"/>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16" name="Straight Connector 415">
                <a:extLst>
                  <a:ext uri="{FF2B5EF4-FFF2-40B4-BE49-F238E27FC236}">
                    <a16:creationId xmlns:a16="http://schemas.microsoft.com/office/drawing/2014/main" id="{8728B1F8-97DB-5753-DDA2-ACEEC30383D1}"/>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AEC53937-537B-BAA2-394A-3E235C56EE6B}"/>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E841E95B-AC21-AA09-7C5F-1B762F1687CF}"/>
                </a:ext>
              </a:extLst>
            </p:cNvPr>
            <p:cNvGrpSpPr/>
            <p:nvPr/>
          </p:nvGrpSpPr>
          <p:grpSpPr>
            <a:xfrm>
              <a:off x="3155075" y="2916667"/>
              <a:ext cx="61338" cy="304800"/>
              <a:chOff x="2059629" y="2104119"/>
              <a:chExt cx="61338" cy="304800"/>
            </a:xfrm>
          </p:grpSpPr>
          <p:cxnSp>
            <p:nvCxnSpPr>
              <p:cNvPr id="412" name="Straight Connector 411">
                <a:extLst>
                  <a:ext uri="{FF2B5EF4-FFF2-40B4-BE49-F238E27FC236}">
                    <a16:creationId xmlns:a16="http://schemas.microsoft.com/office/drawing/2014/main" id="{FEE03FA4-AD09-D8FC-A753-EB24B50526EC}"/>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A3514AA8-FA98-8811-AA28-6ECAC3785C02}"/>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14" name="Straight Connector 413">
                <a:extLst>
                  <a:ext uri="{FF2B5EF4-FFF2-40B4-BE49-F238E27FC236}">
                    <a16:creationId xmlns:a16="http://schemas.microsoft.com/office/drawing/2014/main" id="{46F88C3D-79B3-7683-6A34-CFD29EBC8F82}"/>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56" name="Group 355">
              <a:extLst>
                <a:ext uri="{FF2B5EF4-FFF2-40B4-BE49-F238E27FC236}">
                  <a16:creationId xmlns:a16="http://schemas.microsoft.com/office/drawing/2014/main" id="{61B82ED0-CC58-1D43-C304-9DBC921DA053}"/>
                </a:ext>
              </a:extLst>
            </p:cNvPr>
            <p:cNvGrpSpPr/>
            <p:nvPr/>
          </p:nvGrpSpPr>
          <p:grpSpPr>
            <a:xfrm>
              <a:off x="3353499" y="2916667"/>
              <a:ext cx="61338" cy="304800"/>
              <a:chOff x="2059629" y="2104119"/>
              <a:chExt cx="61338" cy="304800"/>
            </a:xfrm>
          </p:grpSpPr>
          <p:cxnSp>
            <p:nvCxnSpPr>
              <p:cNvPr id="409" name="Straight Connector 408">
                <a:extLst>
                  <a:ext uri="{FF2B5EF4-FFF2-40B4-BE49-F238E27FC236}">
                    <a16:creationId xmlns:a16="http://schemas.microsoft.com/office/drawing/2014/main" id="{420B8163-B0B4-3A89-0F72-D11624D4FAC8}"/>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10" name="Straight Connector 409">
                <a:extLst>
                  <a:ext uri="{FF2B5EF4-FFF2-40B4-BE49-F238E27FC236}">
                    <a16:creationId xmlns:a16="http://schemas.microsoft.com/office/drawing/2014/main" id="{A54DC4B4-90AF-A14E-36A7-9E6708E6323C}"/>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8E9AA630-CE24-3DE1-465E-E5136A34F2F5}"/>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57" name="Group 356">
              <a:extLst>
                <a:ext uri="{FF2B5EF4-FFF2-40B4-BE49-F238E27FC236}">
                  <a16:creationId xmlns:a16="http://schemas.microsoft.com/office/drawing/2014/main" id="{8098FFDC-6E16-498D-45B4-21864B71F0CE}"/>
                </a:ext>
              </a:extLst>
            </p:cNvPr>
            <p:cNvGrpSpPr/>
            <p:nvPr/>
          </p:nvGrpSpPr>
          <p:grpSpPr>
            <a:xfrm>
              <a:off x="3551923" y="2916667"/>
              <a:ext cx="61338" cy="304800"/>
              <a:chOff x="2059629" y="2104119"/>
              <a:chExt cx="61338" cy="304800"/>
            </a:xfrm>
          </p:grpSpPr>
          <p:cxnSp>
            <p:nvCxnSpPr>
              <p:cNvPr id="406" name="Straight Connector 405">
                <a:extLst>
                  <a:ext uri="{FF2B5EF4-FFF2-40B4-BE49-F238E27FC236}">
                    <a16:creationId xmlns:a16="http://schemas.microsoft.com/office/drawing/2014/main" id="{D3DDAF22-86EF-E679-654C-9FB395B194B7}"/>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F211B2B4-1EE8-8D85-F1C7-F7106DF77054}"/>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15A6BE2A-AA29-692B-5799-3A9AD24E6168}"/>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58" name="Group 357">
              <a:extLst>
                <a:ext uri="{FF2B5EF4-FFF2-40B4-BE49-F238E27FC236}">
                  <a16:creationId xmlns:a16="http://schemas.microsoft.com/office/drawing/2014/main" id="{AA2E523E-2594-69C8-8018-E2AF933359F8}"/>
                </a:ext>
              </a:extLst>
            </p:cNvPr>
            <p:cNvGrpSpPr/>
            <p:nvPr/>
          </p:nvGrpSpPr>
          <p:grpSpPr>
            <a:xfrm>
              <a:off x="3750347" y="2916667"/>
              <a:ext cx="61338" cy="304800"/>
              <a:chOff x="2059629" y="2104119"/>
              <a:chExt cx="61338" cy="304800"/>
            </a:xfrm>
          </p:grpSpPr>
          <p:cxnSp>
            <p:nvCxnSpPr>
              <p:cNvPr id="403" name="Straight Connector 402">
                <a:extLst>
                  <a:ext uri="{FF2B5EF4-FFF2-40B4-BE49-F238E27FC236}">
                    <a16:creationId xmlns:a16="http://schemas.microsoft.com/office/drawing/2014/main" id="{D55FFB61-5938-A1A5-8515-116BB7DDDDF2}"/>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4905BB18-2EF5-3AEA-32DA-81CB4A32438D}"/>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458E8CA1-04EA-7744-3B02-C0CD1C54404A}"/>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59" name="Group 358">
              <a:extLst>
                <a:ext uri="{FF2B5EF4-FFF2-40B4-BE49-F238E27FC236}">
                  <a16:creationId xmlns:a16="http://schemas.microsoft.com/office/drawing/2014/main" id="{5D4BB9C7-7963-26A1-446D-66354E0BADF1}"/>
                </a:ext>
              </a:extLst>
            </p:cNvPr>
            <p:cNvGrpSpPr/>
            <p:nvPr/>
          </p:nvGrpSpPr>
          <p:grpSpPr>
            <a:xfrm>
              <a:off x="3948771" y="2916667"/>
              <a:ext cx="61338" cy="304800"/>
              <a:chOff x="2059629" y="2104119"/>
              <a:chExt cx="61338" cy="304800"/>
            </a:xfrm>
          </p:grpSpPr>
          <p:cxnSp>
            <p:nvCxnSpPr>
              <p:cNvPr id="400" name="Straight Connector 399">
                <a:extLst>
                  <a:ext uri="{FF2B5EF4-FFF2-40B4-BE49-F238E27FC236}">
                    <a16:creationId xmlns:a16="http://schemas.microsoft.com/office/drawing/2014/main" id="{01117342-94D8-5CF3-0563-8F2206A2E453}"/>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70E0C2C6-1635-ABC9-6EDB-99E1102004CF}"/>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697A5B3D-488E-B588-27BE-56B8940AC619}"/>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60" name="Group 359">
              <a:extLst>
                <a:ext uri="{FF2B5EF4-FFF2-40B4-BE49-F238E27FC236}">
                  <a16:creationId xmlns:a16="http://schemas.microsoft.com/office/drawing/2014/main" id="{F0CA994C-E930-D7C2-9D49-636473A24C51}"/>
                </a:ext>
              </a:extLst>
            </p:cNvPr>
            <p:cNvGrpSpPr/>
            <p:nvPr/>
          </p:nvGrpSpPr>
          <p:grpSpPr>
            <a:xfrm>
              <a:off x="4147195" y="2916667"/>
              <a:ext cx="61338" cy="304800"/>
              <a:chOff x="2059629" y="2104119"/>
              <a:chExt cx="61338" cy="304800"/>
            </a:xfrm>
          </p:grpSpPr>
          <p:cxnSp>
            <p:nvCxnSpPr>
              <p:cNvPr id="397" name="Straight Connector 396">
                <a:extLst>
                  <a:ext uri="{FF2B5EF4-FFF2-40B4-BE49-F238E27FC236}">
                    <a16:creationId xmlns:a16="http://schemas.microsoft.com/office/drawing/2014/main" id="{3ED095AD-A2AA-A9C0-F46B-F26D8C724B1F}"/>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84A1653D-0CD2-D3F7-1CDE-6DE61752AF30}"/>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48400E69-6BCE-D34F-F440-2EE6F56509DC}"/>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61" name="Group 360">
              <a:extLst>
                <a:ext uri="{FF2B5EF4-FFF2-40B4-BE49-F238E27FC236}">
                  <a16:creationId xmlns:a16="http://schemas.microsoft.com/office/drawing/2014/main" id="{2C0533F5-4963-3D00-39B2-6684812D42E3}"/>
                </a:ext>
              </a:extLst>
            </p:cNvPr>
            <p:cNvGrpSpPr/>
            <p:nvPr/>
          </p:nvGrpSpPr>
          <p:grpSpPr>
            <a:xfrm>
              <a:off x="4345629" y="2916667"/>
              <a:ext cx="61338" cy="304800"/>
              <a:chOff x="2059629" y="2104119"/>
              <a:chExt cx="61338" cy="304800"/>
            </a:xfrm>
          </p:grpSpPr>
          <p:cxnSp>
            <p:nvCxnSpPr>
              <p:cNvPr id="394" name="Straight Connector 393">
                <a:extLst>
                  <a:ext uri="{FF2B5EF4-FFF2-40B4-BE49-F238E27FC236}">
                    <a16:creationId xmlns:a16="http://schemas.microsoft.com/office/drawing/2014/main" id="{A1D5B82F-EB73-434D-7DEF-1D73DC8D56EF}"/>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95" name="Straight Connector 394">
                <a:extLst>
                  <a:ext uri="{FF2B5EF4-FFF2-40B4-BE49-F238E27FC236}">
                    <a16:creationId xmlns:a16="http://schemas.microsoft.com/office/drawing/2014/main" id="{730FF1CA-D08D-4715-3769-DD5396F991D2}"/>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DD41E5E4-B9C5-A1F3-1501-B034DAB0C067}"/>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62" name="Group 361">
              <a:extLst>
                <a:ext uri="{FF2B5EF4-FFF2-40B4-BE49-F238E27FC236}">
                  <a16:creationId xmlns:a16="http://schemas.microsoft.com/office/drawing/2014/main" id="{22AA0263-0206-B7E9-1B0C-66EDC68F50E2}"/>
                </a:ext>
              </a:extLst>
            </p:cNvPr>
            <p:cNvGrpSpPr/>
            <p:nvPr/>
          </p:nvGrpSpPr>
          <p:grpSpPr>
            <a:xfrm>
              <a:off x="2857439" y="2916667"/>
              <a:ext cx="61338" cy="304800"/>
              <a:chOff x="2059629" y="2104119"/>
              <a:chExt cx="61338" cy="304800"/>
            </a:xfrm>
          </p:grpSpPr>
          <p:cxnSp>
            <p:nvCxnSpPr>
              <p:cNvPr id="391" name="Straight Connector 390">
                <a:extLst>
                  <a:ext uri="{FF2B5EF4-FFF2-40B4-BE49-F238E27FC236}">
                    <a16:creationId xmlns:a16="http://schemas.microsoft.com/office/drawing/2014/main" id="{4E8D9FB7-F6CC-07A4-CF76-90776FDD6EE7}"/>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92" name="Straight Connector 391">
                <a:extLst>
                  <a:ext uri="{FF2B5EF4-FFF2-40B4-BE49-F238E27FC236}">
                    <a16:creationId xmlns:a16="http://schemas.microsoft.com/office/drawing/2014/main" id="{59D146AD-37A5-C847-14E8-E431AB25E1E4}"/>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76FECA62-DBE3-27C7-D0A7-2C6634FB6B3F}"/>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F2EC855C-0321-F4DF-9CD7-683907C28E97}"/>
                </a:ext>
              </a:extLst>
            </p:cNvPr>
            <p:cNvGrpSpPr/>
            <p:nvPr/>
          </p:nvGrpSpPr>
          <p:grpSpPr>
            <a:xfrm>
              <a:off x="3055863" y="2916667"/>
              <a:ext cx="61338" cy="304800"/>
              <a:chOff x="2059629" y="2104119"/>
              <a:chExt cx="61338" cy="304800"/>
            </a:xfrm>
          </p:grpSpPr>
          <p:cxnSp>
            <p:nvCxnSpPr>
              <p:cNvPr id="388" name="Straight Connector 387">
                <a:extLst>
                  <a:ext uri="{FF2B5EF4-FFF2-40B4-BE49-F238E27FC236}">
                    <a16:creationId xmlns:a16="http://schemas.microsoft.com/office/drawing/2014/main" id="{72B0444D-ECB1-A2D8-D588-5F66190D3236}"/>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89" name="Straight Connector 388">
                <a:extLst>
                  <a:ext uri="{FF2B5EF4-FFF2-40B4-BE49-F238E27FC236}">
                    <a16:creationId xmlns:a16="http://schemas.microsoft.com/office/drawing/2014/main" id="{C1E8A3C6-F809-8A66-E040-464A5F55A865}"/>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90" name="Straight Connector 389">
                <a:extLst>
                  <a:ext uri="{FF2B5EF4-FFF2-40B4-BE49-F238E27FC236}">
                    <a16:creationId xmlns:a16="http://schemas.microsoft.com/office/drawing/2014/main" id="{EEB23020-7122-4491-1CE6-39BDA8CD8B4E}"/>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64" name="Group 363">
              <a:extLst>
                <a:ext uri="{FF2B5EF4-FFF2-40B4-BE49-F238E27FC236}">
                  <a16:creationId xmlns:a16="http://schemas.microsoft.com/office/drawing/2014/main" id="{4716716B-DF6A-5303-A863-5A048EEB63BE}"/>
                </a:ext>
              </a:extLst>
            </p:cNvPr>
            <p:cNvGrpSpPr/>
            <p:nvPr/>
          </p:nvGrpSpPr>
          <p:grpSpPr>
            <a:xfrm>
              <a:off x="3254287" y="2916667"/>
              <a:ext cx="61338" cy="304800"/>
              <a:chOff x="2059629" y="2104119"/>
              <a:chExt cx="61338" cy="304800"/>
            </a:xfrm>
          </p:grpSpPr>
          <p:cxnSp>
            <p:nvCxnSpPr>
              <p:cNvPr id="385" name="Straight Connector 384">
                <a:extLst>
                  <a:ext uri="{FF2B5EF4-FFF2-40B4-BE49-F238E27FC236}">
                    <a16:creationId xmlns:a16="http://schemas.microsoft.com/office/drawing/2014/main" id="{5FBF03AD-6B1F-492E-CB67-FDB9F3D1CA66}"/>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86" name="Straight Connector 385">
                <a:extLst>
                  <a:ext uri="{FF2B5EF4-FFF2-40B4-BE49-F238E27FC236}">
                    <a16:creationId xmlns:a16="http://schemas.microsoft.com/office/drawing/2014/main" id="{D96E22A8-CE09-9891-2C0C-21C29F2DF854}"/>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87" name="Straight Connector 386">
                <a:extLst>
                  <a:ext uri="{FF2B5EF4-FFF2-40B4-BE49-F238E27FC236}">
                    <a16:creationId xmlns:a16="http://schemas.microsoft.com/office/drawing/2014/main" id="{8717519F-36B9-34E8-3235-2E6041F076B3}"/>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65" name="Group 364">
              <a:extLst>
                <a:ext uri="{FF2B5EF4-FFF2-40B4-BE49-F238E27FC236}">
                  <a16:creationId xmlns:a16="http://schemas.microsoft.com/office/drawing/2014/main" id="{F7A43BC1-61E4-305F-5D44-AF379C7996E6}"/>
                </a:ext>
              </a:extLst>
            </p:cNvPr>
            <p:cNvGrpSpPr/>
            <p:nvPr/>
          </p:nvGrpSpPr>
          <p:grpSpPr>
            <a:xfrm>
              <a:off x="3452711" y="2916667"/>
              <a:ext cx="61338" cy="304800"/>
              <a:chOff x="2059629" y="2104119"/>
              <a:chExt cx="61338" cy="304800"/>
            </a:xfrm>
          </p:grpSpPr>
          <p:cxnSp>
            <p:nvCxnSpPr>
              <p:cNvPr id="382" name="Straight Connector 381">
                <a:extLst>
                  <a:ext uri="{FF2B5EF4-FFF2-40B4-BE49-F238E27FC236}">
                    <a16:creationId xmlns:a16="http://schemas.microsoft.com/office/drawing/2014/main" id="{E6B416AB-1586-3F07-467E-6A1D2095F7D6}"/>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83" name="Straight Connector 382">
                <a:extLst>
                  <a:ext uri="{FF2B5EF4-FFF2-40B4-BE49-F238E27FC236}">
                    <a16:creationId xmlns:a16="http://schemas.microsoft.com/office/drawing/2014/main" id="{FB95DCE1-F6E0-C209-DB4B-62993294A95A}"/>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84" name="Straight Connector 383">
                <a:extLst>
                  <a:ext uri="{FF2B5EF4-FFF2-40B4-BE49-F238E27FC236}">
                    <a16:creationId xmlns:a16="http://schemas.microsoft.com/office/drawing/2014/main" id="{A4DB82B5-739A-4063-0D91-BA4CF7CFA5F3}"/>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66" name="Group 365">
              <a:extLst>
                <a:ext uri="{FF2B5EF4-FFF2-40B4-BE49-F238E27FC236}">
                  <a16:creationId xmlns:a16="http://schemas.microsoft.com/office/drawing/2014/main" id="{A93A9F8C-49B8-11C1-22A0-C5AF75544564}"/>
                </a:ext>
              </a:extLst>
            </p:cNvPr>
            <p:cNvGrpSpPr/>
            <p:nvPr/>
          </p:nvGrpSpPr>
          <p:grpSpPr>
            <a:xfrm>
              <a:off x="3651135" y="2916667"/>
              <a:ext cx="61338" cy="304800"/>
              <a:chOff x="2059629" y="2104119"/>
              <a:chExt cx="61338" cy="304800"/>
            </a:xfrm>
          </p:grpSpPr>
          <p:cxnSp>
            <p:nvCxnSpPr>
              <p:cNvPr id="379" name="Straight Connector 378">
                <a:extLst>
                  <a:ext uri="{FF2B5EF4-FFF2-40B4-BE49-F238E27FC236}">
                    <a16:creationId xmlns:a16="http://schemas.microsoft.com/office/drawing/2014/main" id="{08086DBE-91A0-26A9-FE0E-4975F827143E}"/>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9E3151C-CBAB-322F-C4CC-B5A27FDB708E}"/>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81" name="Straight Connector 380">
                <a:extLst>
                  <a:ext uri="{FF2B5EF4-FFF2-40B4-BE49-F238E27FC236}">
                    <a16:creationId xmlns:a16="http://schemas.microsoft.com/office/drawing/2014/main" id="{6CB1E97A-D80C-EF20-7BE5-03A15FC9DAE6}"/>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67" name="Group 366">
              <a:extLst>
                <a:ext uri="{FF2B5EF4-FFF2-40B4-BE49-F238E27FC236}">
                  <a16:creationId xmlns:a16="http://schemas.microsoft.com/office/drawing/2014/main" id="{C811D9F2-E0FB-8F7A-C36F-4BE459DD1381}"/>
                </a:ext>
              </a:extLst>
            </p:cNvPr>
            <p:cNvGrpSpPr/>
            <p:nvPr/>
          </p:nvGrpSpPr>
          <p:grpSpPr>
            <a:xfrm>
              <a:off x="3849559" y="2916667"/>
              <a:ext cx="61338" cy="304800"/>
              <a:chOff x="2059629" y="2104119"/>
              <a:chExt cx="61338" cy="304800"/>
            </a:xfrm>
          </p:grpSpPr>
          <p:cxnSp>
            <p:nvCxnSpPr>
              <p:cNvPr id="376" name="Straight Connector 375">
                <a:extLst>
                  <a:ext uri="{FF2B5EF4-FFF2-40B4-BE49-F238E27FC236}">
                    <a16:creationId xmlns:a16="http://schemas.microsoft.com/office/drawing/2014/main" id="{8233FD0E-05E6-8F50-D8A2-A4478E8F2110}"/>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728EF997-FF13-04DC-A36B-07BBB6732B00}"/>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4CFAB1B5-FE53-C0CD-0661-ED5E51F49EE7}"/>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68" name="Group 367">
              <a:extLst>
                <a:ext uri="{FF2B5EF4-FFF2-40B4-BE49-F238E27FC236}">
                  <a16:creationId xmlns:a16="http://schemas.microsoft.com/office/drawing/2014/main" id="{6A502F87-BCF9-17E1-D553-A525568AD273}"/>
                </a:ext>
              </a:extLst>
            </p:cNvPr>
            <p:cNvGrpSpPr/>
            <p:nvPr/>
          </p:nvGrpSpPr>
          <p:grpSpPr>
            <a:xfrm>
              <a:off x="4047983" y="2916667"/>
              <a:ext cx="61338" cy="304800"/>
              <a:chOff x="2059629" y="2104119"/>
              <a:chExt cx="61338" cy="304800"/>
            </a:xfrm>
          </p:grpSpPr>
          <p:cxnSp>
            <p:nvCxnSpPr>
              <p:cNvPr id="373" name="Straight Connector 372">
                <a:extLst>
                  <a:ext uri="{FF2B5EF4-FFF2-40B4-BE49-F238E27FC236}">
                    <a16:creationId xmlns:a16="http://schemas.microsoft.com/office/drawing/2014/main" id="{DAFD4EE1-F961-1FFB-7E67-5B506E67DABB}"/>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BBC11A1C-B7DC-E59D-0F89-9D339C29C8AC}"/>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2E55B1E-7968-C4B5-88B2-F7C2341E130A}"/>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369" name="Group 368">
              <a:extLst>
                <a:ext uri="{FF2B5EF4-FFF2-40B4-BE49-F238E27FC236}">
                  <a16:creationId xmlns:a16="http://schemas.microsoft.com/office/drawing/2014/main" id="{84CFBFA3-8A56-62EA-5501-198547598714}"/>
                </a:ext>
              </a:extLst>
            </p:cNvPr>
            <p:cNvGrpSpPr/>
            <p:nvPr/>
          </p:nvGrpSpPr>
          <p:grpSpPr>
            <a:xfrm>
              <a:off x="4246407" y="2916667"/>
              <a:ext cx="61338" cy="304800"/>
              <a:chOff x="2059629" y="2104119"/>
              <a:chExt cx="61338" cy="304800"/>
            </a:xfrm>
          </p:grpSpPr>
          <p:cxnSp>
            <p:nvCxnSpPr>
              <p:cNvPr id="370" name="Straight Connector 369">
                <a:extLst>
                  <a:ext uri="{FF2B5EF4-FFF2-40B4-BE49-F238E27FC236}">
                    <a16:creationId xmlns:a16="http://schemas.microsoft.com/office/drawing/2014/main" id="{E6A4C489-449D-3B86-B6BA-34BE9D0F317E}"/>
                  </a:ext>
                </a:extLst>
              </p:cNvPr>
              <p:cNvCxnSpPr>
                <a:cxnSpLocks/>
              </p:cNvCxnSpPr>
              <p:nvPr/>
            </p:nvCxnSpPr>
            <p:spPr bwMode="gray">
              <a:xfrm>
                <a:off x="2120967" y="2104119"/>
                <a:ext cx="0" cy="30480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465C1892-2B26-C486-8A77-9F1DBCE8984B}"/>
                  </a:ext>
                </a:extLst>
              </p:cNvPr>
              <p:cNvCxnSpPr>
                <a:cxnSpLocks/>
              </p:cNvCxnSpPr>
              <p:nvPr/>
            </p:nvCxnSpPr>
            <p:spPr bwMode="gray">
              <a:xfrm flipH="1">
                <a:off x="2059629" y="24089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772ED96A-4FBA-57CE-1062-CCDC69C71C84}"/>
                  </a:ext>
                </a:extLst>
              </p:cNvPr>
              <p:cNvCxnSpPr>
                <a:cxnSpLocks/>
              </p:cNvCxnSpPr>
              <p:nvPr/>
            </p:nvCxnSpPr>
            <p:spPr bwMode="gray">
              <a:xfrm flipH="1">
                <a:off x="2059629" y="2104119"/>
                <a:ext cx="6133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sp>
        <p:nvSpPr>
          <p:cNvPr id="445" name="Rectangle 444">
            <a:extLst>
              <a:ext uri="{FF2B5EF4-FFF2-40B4-BE49-F238E27FC236}">
                <a16:creationId xmlns:a16="http://schemas.microsoft.com/office/drawing/2014/main" id="{80235998-5903-A038-6CA6-721313EDE066}"/>
              </a:ext>
            </a:extLst>
          </p:cNvPr>
          <p:cNvSpPr/>
          <p:nvPr/>
        </p:nvSpPr>
        <p:spPr>
          <a:xfrm>
            <a:off x="4607984" y="5768880"/>
            <a:ext cx="2446864"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spcAft>
                <a:spcPts val="800"/>
              </a:spcAft>
            </a:pPr>
            <a:r>
              <a:rPr lang="en-US" sz="1200" dirty="0">
                <a:solidFill>
                  <a:schemeClr val="tx2"/>
                </a:solidFill>
              </a:rPr>
              <a:t>5.  Decommission array (optional)</a:t>
            </a:r>
          </a:p>
        </p:txBody>
      </p:sp>
      <p:cxnSp>
        <p:nvCxnSpPr>
          <p:cNvPr id="446" name="Straight Connector 445">
            <a:extLst>
              <a:ext uri="{FF2B5EF4-FFF2-40B4-BE49-F238E27FC236}">
                <a16:creationId xmlns:a16="http://schemas.microsoft.com/office/drawing/2014/main" id="{4244F6EC-3C0B-E57E-2D1B-CC33A809F642}"/>
              </a:ext>
            </a:extLst>
          </p:cNvPr>
          <p:cNvCxnSpPr>
            <a:cxnSpLocks/>
          </p:cNvCxnSpPr>
          <p:nvPr/>
        </p:nvCxnSpPr>
        <p:spPr bwMode="gray">
          <a:xfrm>
            <a:off x="4195567" y="5864900"/>
            <a:ext cx="297753" cy="0"/>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447" name="Rectangle 446">
            <a:extLst>
              <a:ext uri="{FF2B5EF4-FFF2-40B4-BE49-F238E27FC236}">
                <a16:creationId xmlns:a16="http://schemas.microsoft.com/office/drawing/2014/main" id="{5DE3EF14-8E68-373C-1C4B-D98906ED12CE}"/>
              </a:ext>
            </a:extLst>
          </p:cNvPr>
          <p:cNvSpPr/>
          <p:nvPr/>
        </p:nvSpPr>
        <p:spPr>
          <a:xfrm>
            <a:off x="2929888" y="5937962"/>
            <a:ext cx="1057775"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800"/>
              </a:spcAft>
            </a:pPr>
            <a:r>
              <a:rPr lang="en-US" sz="1200" dirty="0">
                <a:solidFill>
                  <a:schemeClr val="bg1">
                    <a:lumMod val="50000"/>
                  </a:schemeClr>
                </a:solidFill>
              </a:rPr>
              <a:t>Storage array</a:t>
            </a:r>
          </a:p>
        </p:txBody>
      </p:sp>
      <p:cxnSp>
        <p:nvCxnSpPr>
          <p:cNvPr id="6" name="Straight Connector 5">
            <a:extLst>
              <a:ext uri="{FF2B5EF4-FFF2-40B4-BE49-F238E27FC236}">
                <a16:creationId xmlns:a16="http://schemas.microsoft.com/office/drawing/2014/main" id="{981CD47E-952C-0E66-C371-FB9755C00861}"/>
              </a:ext>
            </a:extLst>
          </p:cNvPr>
          <p:cNvCxnSpPr>
            <a:cxnSpLocks/>
          </p:cNvCxnSpPr>
          <p:nvPr/>
        </p:nvCxnSpPr>
        <p:spPr bwMode="gray">
          <a:xfrm>
            <a:off x="3458775" y="5355431"/>
            <a:ext cx="0" cy="376797"/>
          </a:xfrm>
          <a:prstGeom prst="line">
            <a:avLst/>
          </a:prstGeom>
          <a:ln w="12700">
            <a:solidFill>
              <a:schemeClr val="bg1">
                <a:lumMod val="65000"/>
              </a:schemeClr>
            </a:solidFill>
            <a:prstDash val="solid"/>
            <a:miter lim="800000"/>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42FF3CEE-C5D9-C38D-8392-9708010F030E}"/>
              </a:ext>
            </a:extLst>
          </p:cNvPr>
          <p:cNvCxnSpPr>
            <a:cxnSpLocks/>
          </p:cNvCxnSpPr>
          <p:nvPr/>
        </p:nvCxnSpPr>
        <p:spPr bwMode="gray">
          <a:xfrm flipH="1">
            <a:off x="3536431" y="5358659"/>
            <a:ext cx="373569" cy="373569"/>
          </a:xfrm>
          <a:prstGeom prst="line">
            <a:avLst/>
          </a:prstGeom>
          <a:ln w="12700">
            <a:solidFill>
              <a:schemeClr val="bg1">
                <a:lumMod val="65000"/>
              </a:schemeClr>
            </a:solidFill>
            <a:prstDash val="solid"/>
            <a:miter lim="800000"/>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7E63BCF-3656-628D-3407-CD019561BFE3}"/>
              </a:ext>
            </a:extLst>
          </p:cNvPr>
          <p:cNvCxnSpPr>
            <a:cxnSpLocks/>
          </p:cNvCxnSpPr>
          <p:nvPr/>
        </p:nvCxnSpPr>
        <p:spPr bwMode="gray">
          <a:xfrm rot="-5400000" flipH="1">
            <a:off x="3006686" y="5358659"/>
            <a:ext cx="373569" cy="373569"/>
          </a:xfrm>
          <a:prstGeom prst="line">
            <a:avLst/>
          </a:prstGeom>
          <a:ln w="12700">
            <a:solidFill>
              <a:schemeClr val="bg1">
                <a:lumMod val="65000"/>
              </a:schemeClr>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16DA5C75-2D02-BFEF-2630-7ACC0F95B709}"/>
              </a:ext>
            </a:extLst>
          </p:cNvPr>
          <p:cNvSpPr/>
          <p:nvPr/>
        </p:nvSpPr>
        <p:spPr>
          <a:xfrm>
            <a:off x="2649774" y="5412651"/>
            <a:ext cx="1635779" cy="2216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800"/>
              </a:spcAft>
            </a:pPr>
            <a:r>
              <a:rPr lang="en-US" sz="1200" dirty="0">
                <a:solidFill>
                  <a:schemeClr val="bg1">
                    <a:lumMod val="50000"/>
                  </a:schemeClr>
                </a:solidFill>
              </a:rPr>
              <a:t>Connectivity to hosts</a:t>
            </a:r>
          </a:p>
        </p:txBody>
      </p:sp>
    </p:spTree>
    <p:extLst>
      <p:ext uri="{BB962C8B-B14F-4D97-AF65-F5344CB8AC3E}">
        <p14:creationId xmlns:p14="http://schemas.microsoft.com/office/powerpoint/2010/main" val="12691567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dec="http://schemas.microsoft.com/office/drawing/2017/decorative" xmlns:a16="http://schemas.microsoft.com/office/drawing/2014/main"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65"/>
                                        </p:tgtEl>
                                        <p:attrNameLst>
                                          <p:attrName>style.visibility</p:attrName>
                                        </p:attrNameLst>
                                      </p:cBhvr>
                                      <p:to>
                                        <p:strVal val="visible"/>
                                      </p:to>
                                    </p:set>
                                    <p:animEffect transition="in" filter="fade">
                                      <p:cBhvr>
                                        <p:cTn id="7" dur="500"/>
                                        <p:tgtEl>
                                          <p:spTgt spid="165"/>
                                        </p:tgtEl>
                                      </p:cBhvr>
                                    </p:animEffect>
                                  </p:childTnLst>
                                </p:cTn>
                              </p:par>
                              <p:par>
                                <p:cTn id="8" presetID="16" presetClass="entr" presetSubtype="37" fill="hold" nodeType="withEffect">
                                  <p:stCondLst>
                                    <p:cond delay="0"/>
                                  </p:stCondLst>
                                  <p:childTnLst>
                                    <p:set>
                                      <p:cBhvr>
                                        <p:cTn id="9" dur="1" fill="hold">
                                          <p:stCondLst>
                                            <p:cond delay="0"/>
                                          </p:stCondLst>
                                        </p:cTn>
                                        <p:tgtEl>
                                          <p:spTgt spid="270"/>
                                        </p:tgtEl>
                                        <p:attrNameLst>
                                          <p:attrName>style.visibility</p:attrName>
                                        </p:attrNameLst>
                                      </p:cBhvr>
                                      <p:to>
                                        <p:strVal val="visible"/>
                                      </p:to>
                                    </p:set>
                                    <p:animEffect transition="in" filter="barn(outVertical)">
                                      <p:cBhvr>
                                        <p:cTn id="10" dur="500"/>
                                        <p:tgtEl>
                                          <p:spTgt spid="270"/>
                                        </p:tgtEl>
                                      </p:cBhvr>
                                    </p:animEffect>
                                  </p:childTnLst>
                                </p:cTn>
                              </p:par>
                              <p:par>
                                <p:cTn id="11" presetID="10" presetClass="entr" presetSubtype="0" fill="hold" nodeType="withEffect">
                                  <p:stCondLst>
                                    <p:cond delay="0"/>
                                  </p:stCondLst>
                                  <p:childTnLst>
                                    <p:set>
                                      <p:cBhvr>
                                        <p:cTn id="12" dur="1" fill="hold">
                                          <p:stCondLst>
                                            <p:cond delay="0"/>
                                          </p:stCondLst>
                                        </p:cTn>
                                        <p:tgtEl>
                                          <p:spTgt spid="212"/>
                                        </p:tgtEl>
                                        <p:attrNameLst>
                                          <p:attrName>style.visibility</p:attrName>
                                        </p:attrNameLst>
                                      </p:cBhvr>
                                      <p:to>
                                        <p:strVal val="visible"/>
                                      </p:to>
                                    </p:set>
                                    <p:animEffect transition="in" filter="fade">
                                      <p:cBhvr>
                                        <p:cTn id="13" dur="500"/>
                                        <p:tgtEl>
                                          <p:spTgt spid="212"/>
                                        </p:tgtEl>
                                      </p:cBhvr>
                                    </p:animEffect>
                                  </p:childTnLst>
                                </p:cTn>
                              </p:par>
                            </p:childTnLst>
                          </p:cTn>
                        </p:par>
                        <p:par>
                          <p:cTn id="14" fill="hold">
                            <p:stCondLst>
                              <p:cond delay="500"/>
                            </p:stCondLst>
                            <p:childTnLst>
                              <p:par>
                                <p:cTn id="15" presetID="10" presetClass="entr" presetSubtype="0" fill="hold" nodeType="afterEffect">
                                  <p:stCondLst>
                                    <p:cond delay="0"/>
                                  </p:stCondLst>
                                  <p:childTnLst>
                                    <p:set>
                                      <p:cBhvr>
                                        <p:cTn id="16" dur="1" fill="hold">
                                          <p:stCondLst>
                                            <p:cond delay="0"/>
                                          </p:stCondLst>
                                        </p:cTn>
                                        <p:tgtEl>
                                          <p:spTgt spid="341"/>
                                        </p:tgtEl>
                                        <p:attrNameLst>
                                          <p:attrName>style.visibility</p:attrName>
                                        </p:attrNameLst>
                                      </p:cBhvr>
                                      <p:to>
                                        <p:strVal val="visible"/>
                                      </p:to>
                                    </p:set>
                                    <p:animEffect transition="in" filter="fade">
                                      <p:cBhvr>
                                        <p:cTn id="17" dur="500"/>
                                        <p:tgtEl>
                                          <p:spTgt spid="341"/>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447"/>
                                        </p:tgtEl>
                                        <p:attrNameLst>
                                          <p:attrName>style.visibility</p:attrName>
                                        </p:attrNameLst>
                                      </p:cBhvr>
                                      <p:to>
                                        <p:strVal val="visible"/>
                                      </p:to>
                                    </p:set>
                                    <p:animEffect transition="in" filter="fade">
                                      <p:cBhvr>
                                        <p:cTn id="20" dur="500"/>
                                        <p:tgtEl>
                                          <p:spTgt spid="447"/>
                                        </p:tgtEl>
                                      </p:cBhvr>
                                    </p:animEffect>
                                  </p:childTnLst>
                                </p:cTn>
                              </p:par>
                            </p:childTnLst>
                          </p:cTn>
                        </p:par>
                        <p:par>
                          <p:cTn id="21" fill="hold">
                            <p:stCondLst>
                              <p:cond delay="1000"/>
                            </p:stCondLst>
                            <p:childTnLst>
                              <p:par>
                                <p:cTn id="22" presetID="22" presetClass="entr" presetSubtype="4" fill="hold" nodeType="after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wipe(down)">
                                      <p:cBhvr>
                                        <p:cTn id="24" dur="500"/>
                                        <p:tgtEl>
                                          <p:spTgt spid="18"/>
                                        </p:tgtEl>
                                      </p:cBhvr>
                                    </p:animEffect>
                                  </p:childTnLst>
                                </p:cTn>
                              </p:par>
                              <p:par>
                                <p:cTn id="25" presetID="22" presetClass="entr" presetSubtype="4" fill="hold" nodeType="with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down)">
                                      <p:cBhvr>
                                        <p:cTn id="27" dur="500"/>
                                        <p:tgtEl>
                                          <p:spTgt spid="6"/>
                                        </p:tgtEl>
                                      </p:cBhvr>
                                    </p:animEffect>
                                  </p:childTnLst>
                                </p:cTn>
                              </p:par>
                              <p:par>
                                <p:cTn id="28" presetID="22" presetClass="entr" presetSubtype="4" fill="hold"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wipe(down)">
                                      <p:cBhvr>
                                        <p:cTn id="30" dur="500"/>
                                        <p:tgtEl>
                                          <p:spTgt spid="15"/>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childTnLst>
                          </p:cTn>
                        </p:par>
                        <p:par>
                          <p:cTn id="34" fill="hold">
                            <p:stCondLst>
                              <p:cond delay="1500"/>
                            </p:stCondLst>
                            <p:childTnLst>
                              <p:par>
                                <p:cTn id="35" presetID="10" presetClass="entr" presetSubtype="0" fill="hold" nodeType="afterEffect">
                                  <p:stCondLst>
                                    <p:cond delay="0"/>
                                  </p:stCondLst>
                                  <p:childTnLst>
                                    <p:set>
                                      <p:cBhvr>
                                        <p:cTn id="36" dur="1" fill="hold">
                                          <p:stCondLst>
                                            <p:cond delay="0"/>
                                          </p:stCondLst>
                                        </p:cTn>
                                        <p:tgtEl>
                                          <p:spTgt spid="243"/>
                                        </p:tgtEl>
                                        <p:attrNameLst>
                                          <p:attrName>style.visibility</p:attrName>
                                        </p:attrNameLst>
                                      </p:cBhvr>
                                      <p:to>
                                        <p:strVal val="visible"/>
                                      </p:to>
                                    </p:set>
                                    <p:animEffect transition="in" filter="fade">
                                      <p:cBhvr>
                                        <p:cTn id="37" dur="500"/>
                                        <p:tgtEl>
                                          <p:spTgt spid="243"/>
                                        </p:tgtEl>
                                      </p:cBhvr>
                                    </p:animEffect>
                                  </p:childTnLst>
                                </p:cTn>
                              </p:par>
                            </p:childTnLst>
                          </p:cTn>
                        </p:par>
                        <p:par>
                          <p:cTn id="38" fill="hold">
                            <p:stCondLst>
                              <p:cond delay="2000"/>
                            </p:stCondLst>
                            <p:childTnLst>
                              <p:par>
                                <p:cTn id="39" presetID="10" presetClass="entr" presetSubtype="0" fill="hold" grpId="0" nodeType="afterEffect">
                                  <p:stCondLst>
                                    <p:cond delay="0"/>
                                  </p:stCondLst>
                                  <p:childTnLst>
                                    <p:set>
                                      <p:cBhvr>
                                        <p:cTn id="40" dur="1" fill="hold">
                                          <p:stCondLst>
                                            <p:cond delay="0"/>
                                          </p:stCondLst>
                                        </p:cTn>
                                        <p:tgtEl>
                                          <p:spTgt spid="241"/>
                                        </p:tgtEl>
                                        <p:attrNameLst>
                                          <p:attrName>style.visibility</p:attrName>
                                        </p:attrNameLst>
                                      </p:cBhvr>
                                      <p:to>
                                        <p:strVal val="visible"/>
                                      </p:to>
                                    </p:set>
                                    <p:animEffect transition="in" filter="fade">
                                      <p:cBhvr>
                                        <p:cTn id="41" dur="500"/>
                                        <p:tgtEl>
                                          <p:spTgt spid="241"/>
                                        </p:tgtEl>
                                      </p:cBhvr>
                                    </p:animEffect>
                                  </p:childTnLst>
                                </p:cTn>
                              </p:par>
                            </p:childTnLst>
                          </p:cTn>
                        </p:par>
                        <p:par>
                          <p:cTn id="42" fill="hold">
                            <p:stCondLst>
                              <p:cond delay="2500"/>
                            </p:stCondLst>
                            <p:childTnLst>
                              <p:par>
                                <p:cTn id="43" presetID="22" presetClass="entr" presetSubtype="2" fill="hold" nodeType="afterEffect">
                                  <p:stCondLst>
                                    <p:cond delay="0"/>
                                  </p:stCondLst>
                                  <p:childTnLst>
                                    <p:set>
                                      <p:cBhvr>
                                        <p:cTn id="44" dur="1" fill="hold">
                                          <p:stCondLst>
                                            <p:cond delay="0"/>
                                          </p:stCondLst>
                                        </p:cTn>
                                        <p:tgtEl>
                                          <p:spTgt spid="265"/>
                                        </p:tgtEl>
                                        <p:attrNameLst>
                                          <p:attrName>style.visibility</p:attrName>
                                        </p:attrNameLst>
                                      </p:cBhvr>
                                      <p:to>
                                        <p:strVal val="visible"/>
                                      </p:to>
                                    </p:set>
                                    <p:animEffect transition="in" filter="wipe(right)">
                                      <p:cBhvr>
                                        <p:cTn id="45" dur="250"/>
                                        <p:tgtEl>
                                          <p:spTgt spid="265"/>
                                        </p:tgtEl>
                                      </p:cBhvr>
                                    </p:animEffect>
                                  </p:childTnLst>
                                </p:cTn>
                              </p:par>
                            </p:childTnLst>
                          </p:cTn>
                        </p:par>
                        <p:par>
                          <p:cTn id="46" fill="hold">
                            <p:stCondLst>
                              <p:cond delay="2750"/>
                            </p:stCondLst>
                            <p:childTnLst>
                              <p:par>
                                <p:cTn id="47" presetID="26" presetClass="emph" presetSubtype="0" fill="hold" grpId="1" nodeType="afterEffect">
                                  <p:stCondLst>
                                    <p:cond delay="500"/>
                                  </p:stCondLst>
                                  <p:childTnLst>
                                    <p:animEffect transition="out" filter="fade">
                                      <p:cBhvr>
                                        <p:cTn id="48" dur="500" tmFilter="0, 0; .2, .5; .8, .5; 1, 0"/>
                                        <p:tgtEl>
                                          <p:spTgt spid="241"/>
                                        </p:tgtEl>
                                      </p:cBhvr>
                                    </p:animEffect>
                                    <p:animScale>
                                      <p:cBhvr>
                                        <p:cTn id="49" dur="250" autoRev="1" fill="hold"/>
                                        <p:tgtEl>
                                          <p:spTgt spid="241"/>
                                        </p:tgtEl>
                                      </p:cBhvr>
                                      <p:by x="105000" y="105000"/>
                                    </p:animScale>
                                  </p:childTnLst>
                                </p:cTn>
                              </p:par>
                            </p:childTnLst>
                          </p:cTn>
                        </p:par>
                        <p:par>
                          <p:cTn id="50" fill="hold">
                            <p:stCondLst>
                              <p:cond delay="3750"/>
                            </p:stCondLst>
                            <p:childTnLst>
                              <p:par>
                                <p:cTn id="51" presetID="10" presetClass="entr" presetSubtype="0" fill="hold" nodeType="afterEffect">
                                  <p:stCondLst>
                                    <p:cond delay="0"/>
                                  </p:stCondLst>
                                  <p:childTnLst>
                                    <p:set>
                                      <p:cBhvr>
                                        <p:cTn id="52" dur="1" fill="hold">
                                          <p:stCondLst>
                                            <p:cond delay="0"/>
                                          </p:stCondLst>
                                        </p:cTn>
                                        <p:tgtEl>
                                          <p:spTgt spid="219"/>
                                        </p:tgtEl>
                                        <p:attrNameLst>
                                          <p:attrName>style.visibility</p:attrName>
                                        </p:attrNameLst>
                                      </p:cBhvr>
                                      <p:to>
                                        <p:strVal val="visible"/>
                                      </p:to>
                                    </p:set>
                                    <p:animEffect transition="in" filter="fade">
                                      <p:cBhvr>
                                        <p:cTn id="53" dur="500"/>
                                        <p:tgtEl>
                                          <p:spTgt spid="219"/>
                                        </p:tgtEl>
                                      </p:cBhvr>
                                    </p:animEffect>
                                  </p:childTnLst>
                                </p:cTn>
                              </p:par>
                            </p:childTnLst>
                          </p:cTn>
                        </p:par>
                        <p:par>
                          <p:cTn id="54" fill="hold">
                            <p:stCondLst>
                              <p:cond delay="4250"/>
                            </p:stCondLst>
                            <p:childTnLst>
                              <p:par>
                                <p:cTn id="55" presetID="10" presetClass="entr" presetSubtype="0" fill="hold" grpId="0" nodeType="afterEffect">
                                  <p:stCondLst>
                                    <p:cond delay="0"/>
                                  </p:stCondLst>
                                  <p:childTnLst>
                                    <p:set>
                                      <p:cBhvr>
                                        <p:cTn id="56" dur="1" fill="hold">
                                          <p:stCondLst>
                                            <p:cond delay="0"/>
                                          </p:stCondLst>
                                        </p:cTn>
                                        <p:tgtEl>
                                          <p:spTgt spid="267"/>
                                        </p:tgtEl>
                                        <p:attrNameLst>
                                          <p:attrName>style.visibility</p:attrName>
                                        </p:attrNameLst>
                                      </p:cBhvr>
                                      <p:to>
                                        <p:strVal val="visible"/>
                                      </p:to>
                                    </p:set>
                                    <p:animEffect transition="in" filter="fade">
                                      <p:cBhvr>
                                        <p:cTn id="57" dur="500"/>
                                        <p:tgtEl>
                                          <p:spTgt spid="267"/>
                                        </p:tgtEl>
                                      </p:cBhvr>
                                    </p:animEffect>
                                  </p:childTnLst>
                                </p:cTn>
                              </p:par>
                            </p:childTnLst>
                          </p:cTn>
                        </p:par>
                        <p:par>
                          <p:cTn id="58" fill="hold">
                            <p:stCondLst>
                              <p:cond delay="4750"/>
                            </p:stCondLst>
                            <p:childTnLst>
                              <p:par>
                                <p:cTn id="59" presetID="22" presetClass="entr" presetSubtype="2" fill="hold" nodeType="afterEffect">
                                  <p:stCondLst>
                                    <p:cond delay="0"/>
                                  </p:stCondLst>
                                  <p:childTnLst>
                                    <p:set>
                                      <p:cBhvr>
                                        <p:cTn id="60" dur="1" fill="hold">
                                          <p:stCondLst>
                                            <p:cond delay="0"/>
                                          </p:stCondLst>
                                        </p:cTn>
                                        <p:tgtEl>
                                          <p:spTgt spid="266"/>
                                        </p:tgtEl>
                                        <p:attrNameLst>
                                          <p:attrName>style.visibility</p:attrName>
                                        </p:attrNameLst>
                                      </p:cBhvr>
                                      <p:to>
                                        <p:strVal val="visible"/>
                                      </p:to>
                                    </p:set>
                                    <p:animEffect transition="in" filter="wipe(right)">
                                      <p:cBhvr>
                                        <p:cTn id="61" dur="250"/>
                                        <p:tgtEl>
                                          <p:spTgt spid="266"/>
                                        </p:tgtEl>
                                      </p:cBhvr>
                                    </p:animEffect>
                                  </p:childTnLst>
                                </p:cTn>
                              </p:par>
                            </p:childTnLst>
                          </p:cTn>
                        </p:par>
                        <p:par>
                          <p:cTn id="62" fill="hold">
                            <p:stCondLst>
                              <p:cond delay="5000"/>
                            </p:stCondLst>
                            <p:childTnLst>
                              <p:par>
                                <p:cTn id="63" presetID="26" presetClass="emph" presetSubtype="0" fill="hold" grpId="1" nodeType="afterEffect">
                                  <p:stCondLst>
                                    <p:cond delay="500"/>
                                  </p:stCondLst>
                                  <p:childTnLst>
                                    <p:animEffect transition="out" filter="fade">
                                      <p:cBhvr>
                                        <p:cTn id="64" dur="500" tmFilter="0, 0; .2, .5; .8, .5; 1, 0"/>
                                        <p:tgtEl>
                                          <p:spTgt spid="267"/>
                                        </p:tgtEl>
                                      </p:cBhvr>
                                    </p:animEffect>
                                    <p:animScale>
                                      <p:cBhvr>
                                        <p:cTn id="65" dur="250" autoRev="1" fill="hold"/>
                                        <p:tgtEl>
                                          <p:spTgt spid="267"/>
                                        </p:tgtEl>
                                      </p:cBhvr>
                                      <p:by x="105000" y="105000"/>
                                    </p:animScale>
                                  </p:childTnLst>
                                </p:cTn>
                              </p:par>
                            </p:childTnLst>
                          </p:cTn>
                        </p:par>
                        <p:par>
                          <p:cTn id="66" fill="hold">
                            <p:stCondLst>
                              <p:cond delay="6000"/>
                            </p:stCondLst>
                            <p:childTnLst>
                              <p:par>
                                <p:cTn id="67" presetID="10" presetClass="entr" presetSubtype="0" fill="hold" nodeType="afterEffect">
                                  <p:stCondLst>
                                    <p:cond delay="0"/>
                                  </p:stCondLst>
                                  <p:childTnLst>
                                    <p:set>
                                      <p:cBhvr>
                                        <p:cTn id="68" dur="1" fill="hold">
                                          <p:stCondLst>
                                            <p:cond delay="0"/>
                                          </p:stCondLst>
                                        </p:cTn>
                                        <p:tgtEl>
                                          <p:spTgt spid="152"/>
                                        </p:tgtEl>
                                        <p:attrNameLst>
                                          <p:attrName>style.visibility</p:attrName>
                                        </p:attrNameLst>
                                      </p:cBhvr>
                                      <p:to>
                                        <p:strVal val="visible"/>
                                      </p:to>
                                    </p:set>
                                    <p:animEffect transition="in" filter="fade">
                                      <p:cBhvr>
                                        <p:cTn id="69" dur="500"/>
                                        <p:tgtEl>
                                          <p:spTgt spid="152"/>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162"/>
                                        </p:tgtEl>
                                        <p:attrNameLst>
                                          <p:attrName>style.visibility</p:attrName>
                                        </p:attrNameLst>
                                      </p:cBhvr>
                                      <p:to>
                                        <p:strVal val="visible"/>
                                      </p:to>
                                    </p:set>
                                    <p:animEffect transition="in" filter="fade">
                                      <p:cBhvr>
                                        <p:cTn id="72" dur="500"/>
                                        <p:tgtEl>
                                          <p:spTgt spid="162"/>
                                        </p:tgtEl>
                                      </p:cBhvr>
                                    </p:animEffect>
                                  </p:childTnLst>
                                </p:cTn>
                              </p:par>
                            </p:childTnLst>
                          </p:cTn>
                        </p:par>
                        <p:par>
                          <p:cTn id="73" fill="hold">
                            <p:stCondLst>
                              <p:cond delay="6500"/>
                            </p:stCondLst>
                            <p:childTnLst>
                              <p:par>
                                <p:cTn id="74" presetID="10" presetClass="entr" presetSubtype="0" fill="hold" nodeType="afterEffect">
                                  <p:stCondLst>
                                    <p:cond delay="0"/>
                                  </p:stCondLst>
                                  <p:childTnLst>
                                    <p:set>
                                      <p:cBhvr>
                                        <p:cTn id="75" dur="1" fill="hold">
                                          <p:stCondLst>
                                            <p:cond delay="0"/>
                                          </p:stCondLst>
                                        </p:cTn>
                                        <p:tgtEl>
                                          <p:spTgt spid="163"/>
                                        </p:tgtEl>
                                        <p:attrNameLst>
                                          <p:attrName>style.visibility</p:attrName>
                                        </p:attrNameLst>
                                      </p:cBhvr>
                                      <p:to>
                                        <p:strVal val="visible"/>
                                      </p:to>
                                    </p:set>
                                    <p:animEffect transition="in" filter="fade">
                                      <p:cBhvr>
                                        <p:cTn id="76" dur="500"/>
                                        <p:tgtEl>
                                          <p:spTgt spid="163"/>
                                        </p:tgtEl>
                                      </p:cBhvr>
                                    </p:animEffect>
                                  </p:childTnLst>
                                </p:cTn>
                              </p:par>
                            </p:childTnLst>
                          </p:cTn>
                        </p:par>
                        <p:par>
                          <p:cTn id="77" fill="hold">
                            <p:stCondLst>
                              <p:cond delay="7000"/>
                            </p:stCondLst>
                            <p:childTnLst>
                              <p:par>
                                <p:cTn id="78" presetID="22" presetClass="entr" presetSubtype="2" fill="hold" nodeType="afterEffect">
                                  <p:stCondLst>
                                    <p:cond delay="0"/>
                                  </p:stCondLst>
                                  <p:childTnLst>
                                    <p:set>
                                      <p:cBhvr>
                                        <p:cTn id="79" dur="1" fill="hold">
                                          <p:stCondLst>
                                            <p:cond delay="0"/>
                                          </p:stCondLst>
                                        </p:cTn>
                                        <p:tgtEl>
                                          <p:spTgt spid="268"/>
                                        </p:tgtEl>
                                        <p:attrNameLst>
                                          <p:attrName>style.visibility</p:attrName>
                                        </p:attrNameLst>
                                      </p:cBhvr>
                                      <p:to>
                                        <p:strVal val="visible"/>
                                      </p:to>
                                    </p:set>
                                    <p:animEffect transition="in" filter="wipe(right)">
                                      <p:cBhvr>
                                        <p:cTn id="80" dur="500"/>
                                        <p:tgtEl>
                                          <p:spTgt spid="268"/>
                                        </p:tgtEl>
                                      </p:cBhvr>
                                    </p:animEffect>
                                  </p:childTnLst>
                                </p:cTn>
                              </p:par>
                            </p:childTnLst>
                          </p:cTn>
                        </p:par>
                        <p:par>
                          <p:cTn id="81" fill="hold">
                            <p:stCondLst>
                              <p:cond delay="7500"/>
                            </p:stCondLst>
                            <p:childTnLst>
                              <p:par>
                                <p:cTn id="82" presetID="10" presetClass="entr" presetSubtype="0" fill="hold" grpId="0" nodeType="afterEffect">
                                  <p:stCondLst>
                                    <p:cond delay="0"/>
                                  </p:stCondLst>
                                  <p:childTnLst>
                                    <p:set>
                                      <p:cBhvr>
                                        <p:cTn id="83" dur="1" fill="hold">
                                          <p:stCondLst>
                                            <p:cond delay="0"/>
                                          </p:stCondLst>
                                        </p:cTn>
                                        <p:tgtEl>
                                          <p:spTgt spid="147"/>
                                        </p:tgtEl>
                                        <p:attrNameLst>
                                          <p:attrName>style.visibility</p:attrName>
                                        </p:attrNameLst>
                                      </p:cBhvr>
                                      <p:to>
                                        <p:strVal val="visible"/>
                                      </p:to>
                                    </p:set>
                                    <p:animEffect transition="in" filter="fade">
                                      <p:cBhvr>
                                        <p:cTn id="84" dur="500"/>
                                        <p:tgtEl>
                                          <p:spTgt spid="147"/>
                                        </p:tgtEl>
                                      </p:cBhvr>
                                    </p:animEffect>
                                  </p:childTnLst>
                                </p:cTn>
                              </p:par>
                              <p:par>
                                <p:cTn id="85" presetID="10" presetClass="entr" presetSubtype="0" fill="hold" grpId="0" nodeType="withEffect">
                                  <p:stCondLst>
                                    <p:cond delay="500"/>
                                  </p:stCondLst>
                                  <p:childTnLst>
                                    <p:set>
                                      <p:cBhvr>
                                        <p:cTn id="86" dur="1" fill="hold">
                                          <p:stCondLst>
                                            <p:cond delay="0"/>
                                          </p:stCondLst>
                                        </p:cTn>
                                        <p:tgtEl>
                                          <p:spTgt spid="148"/>
                                        </p:tgtEl>
                                        <p:attrNameLst>
                                          <p:attrName>style.visibility</p:attrName>
                                        </p:attrNameLst>
                                      </p:cBhvr>
                                      <p:to>
                                        <p:strVal val="visible"/>
                                      </p:to>
                                    </p:set>
                                    <p:animEffect transition="in" filter="fade">
                                      <p:cBhvr>
                                        <p:cTn id="87" dur="500"/>
                                        <p:tgtEl>
                                          <p:spTgt spid="148"/>
                                        </p:tgtEl>
                                      </p:cBhvr>
                                    </p:animEffect>
                                  </p:childTnLst>
                                </p:cTn>
                              </p:par>
                              <p:par>
                                <p:cTn id="88" presetID="10" presetClass="entr" presetSubtype="0" fill="hold" grpId="0" nodeType="withEffect">
                                  <p:stCondLst>
                                    <p:cond delay="500"/>
                                  </p:stCondLst>
                                  <p:childTnLst>
                                    <p:set>
                                      <p:cBhvr>
                                        <p:cTn id="89" dur="1" fill="hold">
                                          <p:stCondLst>
                                            <p:cond delay="0"/>
                                          </p:stCondLst>
                                        </p:cTn>
                                        <p:tgtEl>
                                          <p:spTgt spid="149"/>
                                        </p:tgtEl>
                                        <p:attrNameLst>
                                          <p:attrName>style.visibility</p:attrName>
                                        </p:attrNameLst>
                                      </p:cBhvr>
                                      <p:to>
                                        <p:strVal val="visible"/>
                                      </p:to>
                                    </p:set>
                                    <p:animEffect transition="in" filter="fade">
                                      <p:cBhvr>
                                        <p:cTn id="90" dur="500"/>
                                        <p:tgtEl>
                                          <p:spTgt spid="149"/>
                                        </p:tgtEl>
                                      </p:cBhvr>
                                    </p:animEffect>
                                  </p:childTnLst>
                                </p:cTn>
                              </p:par>
                              <p:par>
                                <p:cTn id="91" presetID="10" presetClass="entr" presetSubtype="0" fill="hold" grpId="0" nodeType="withEffect">
                                  <p:stCondLst>
                                    <p:cond delay="500"/>
                                  </p:stCondLst>
                                  <p:childTnLst>
                                    <p:set>
                                      <p:cBhvr>
                                        <p:cTn id="92" dur="1" fill="hold">
                                          <p:stCondLst>
                                            <p:cond delay="0"/>
                                          </p:stCondLst>
                                        </p:cTn>
                                        <p:tgtEl>
                                          <p:spTgt spid="150"/>
                                        </p:tgtEl>
                                        <p:attrNameLst>
                                          <p:attrName>style.visibility</p:attrName>
                                        </p:attrNameLst>
                                      </p:cBhvr>
                                      <p:to>
                                        <p:strVal val="visible"/>
                                      </p:to>
                                    </p:set>
                                    <p:animEffect transition="in" filter="fade">
                                      <p:cBhvr>
                                        <p:cTn id="93" dur="500"/>
                                        <p:tgtEl>
                                          <p:spTgt spid="150"/>
                                        </p:tgtEl>
                                      </p:cBhvr>
                                    </p:animEffect>
                                  </p:childTnLst>
                                </p:cTn>
                              </p:par>
                              <p:par>
                                <p:cTn id="94" presetID="10" presetClass="entr" presetSubtype="0" fill="hold" grpId="0" nodeType="withEffect">
                                  <p:stCondLst>
                                    <p:cond delay="500"/>
                                  </p:stCondLst>
                                  <p:childTnLst>
                                    <p:set>
                                      <p:cBhvr>
                                        <p:cTn id="95" dur="1" fill="hold">
                                          <p:stCondLst>
                                            <p:cond delay="0"/>
                                          </p:stCondLst>
                                        </p:cTn>
                                        <p:tgtEl>
                                          <p:spTgt spid="151"/>
                                        </p:tgtEl>
                                        <p:attrNameLst>
                                          <p:attrName>style.visibility</p:attrName>
                                        </p:attrNameLst>
                                      </p:cBhvr>
                                      <p:to>
                                        <p:strVal val="visible"/>
                                      </p:to>
                                    </p:set>
                                    <p:animEffect transition="in" filter="fade">
                                      <p:cBhvr>
                                        <p:cTn id="96" dur="500"/>
                                        <p:tgtEl>
                                          <p:spTgt spid="151"/>
                                        </p:tgtEl>
                                      </p:cBhvr>
                                    </p:animEffect>
                                  </p:childTnLst>
                                </p:cTn>
                              </p:par>
                            </p:childTnLst>
                          </p:cTn>
                        </p:par>
                        <p:par>
                          <p:cTn id="97" fill="hold">
                            <p:stCondLst>
                              <p:cond delay="8500"/>
                            </p:stCondLst>
                            <p:childTnLst>
                              <p:par>
                                <p:cTn id="98" presetID="42" presetClass="path" presetSubtype="0" accel="50000" decel="50000" fill="hold" grpId="1" nodeType="afterEffect">
                                  <p:stCondLst>
                                    <p:cond delay="0"/>
                                  </p:stCondLst>
                                  <p:childTnLst>
                                    <p:animMotion origin="layout" path="M 1.93279E-6 4.81481E-6 L 0.01419 4.81481E-6 " pathEditMode="relative" rAng="0" ptsTypes="AA">
                                      <p:cBhvr>
                                        <p:cTn id="99" dur="500" fill="hold"/>
                                        <p:tgtEl>
                                          <p:spTgt spid="151"/>
                                        </p:tgtEl>
                                        <p:attrNameLst>
                                          <p:attrName>ppt_x</p:attrName>
                                          <p:attrName>ppt_y</p:attrName>
                                        </p:attrNameLst>
                                      </p:cBhvr>
                                      <p:rCtr x="703" y="0"/>
                                    </p:animMotion>
                                  </p:childTnLst>
                                </p:cTn>
                              </p:par>
                              <p:par>
                                <p:cTn id="100" presetID="1" presetClass="emph" presetSubtype="2" fill="hold" nodeType="withEffect">
                                  <p:stCondLst>
                                    <p:cond delay="0"/>
                                  </p:stCondLst>
                                  <p:childTnLst>
                                    <p:animClr clrSpc="rgb" dir="cw">
                                      <p:cBhvr>
                                        <p:cTn id="101" dur="500" fill="hold"/>
                                        <p:tgtEl>
                                          <p:spTgt spid="148"/>
                                        </p:tgtEl>
                                        <p:attrNameLst>
                                          <p:attrName>fillcolor</p:attrName>
                                        </p:attrNameLst>
                                      </p:cBhvr>
                                      <p:to>
                                        <a:srgbClr val="78BE20"/>
                                      </p:to>
                                    </p:animClr>
                                    <p:set>
                                      <p:cBhvr>
                                        <p:cTn id="102" dur="500" fill="hold"/>
                                        <p:tgtEl>
                                          <p:spTgt spid="148"/>
                                        </p:tgtEl>
                                        <p:attrNameLst>
                                          <p:attrName>fill.type</p:attrName>
                                        </p:attrNameLst>
                                      </p:cBhvr>
                                      <p:to>
                                        <p:strVal val="solid"/>
                                      </p:to>
                                    </p:set>
                                    <p:set>
                                      <p:cBhvr>
                                        <p:cTn id="103" dur="500" fill="hold"/>
                                        <p:tgtEl>
                                          <p:spTgt spid="148"/>
                                        </p:tgtEl>
                                        <p:attrNameLst>
                                          <p:attrName>fill.on</p:attrName>
                                        </p:attrNameLst>
                                      </p:cBhvr>
                                      <p:to>
                                        <p:strVal val="true"/>
                                      </p:to>
                                    </p:set>
                                  </p:childTnLst>
                                </p:cTn>
                              </p:par>
                              <p:par>
                                <p:cTn id="104" presetID="1" presetClass="emph" presetSubtype="2" fill="hold" nodeType="withEffect">
                                  <p:stCondLst>
                                    <p:cond delay="0"/>
                                  </p:stCondLst>
                                  <p:childTnLst>
                                    <p:animClr clrSpc="rgb" dir="cw">
                                      <p:cBhvr>
                                        <p:cTn id="105" dur="500" fill="hold"/>
                                        <p:tgtEl>
                                          <p:spTgt spid="149"/>
                                        </p:tgtEl>
                                        <p:attrNameLst>
                                          <p:attrName>fillcolor</p:attrName>
                                        </p:attrNameLst>
                                      </p:cBhvr>
                                      <p:to>
                                        <a:srgbClr val="78BE20"/>
                                      </p:to>
                                    </p:animClr>
                                    <p:set>
                                      <p:cBhvr>
                                        <p:cTn id="106" dur="500" fill="hold"/>
                                        <p:tgtEl>
                                          <p:spTgt spid="149"/>
                                        </p:tgtEl>
                                        <p:attrNameLst>
                                          <p:attrName>fill.type</p:attrName>
                                        </p:attrNameLst>
                                      </p:cBhvr>
                                      <p:to>
                                        <p:strVal val="solid"/>
                                      </p:to>
                                    </p:set>
                                    <p:set>
                                      <p:cBhvr>
                                        <p:cTn id="107" dur="500" fill="hold"/>
                                        <p:tgtEl>
                                          <p:spTgt spid="149"/>
                                        </p:tgtEl>
                                        <p:attrNameLst>
                                          <p:attrName>fill.on</p:attrName>
                                        </p:attrNameLst>
                                      </p:cBhvr>
                                      <p:to>
                                        <p:strVal val="true"/>
                                      </p:to>
                                    </p:set>
                                  </p:childTnLst>
                                </p:cTn>
                              </p:par>
                              <p:par>
                                <p:cTn id="108" presetID="1" presetClass="emph" presetSubtype="2" fill="hold" nodeType="withEffect">
                                  <p:stCondLst>
                                    <p:cond delay="0"/>
                                  </p:stCondLst>
                                  <p:childTnLst>
                                    <p:animClr clrSpc="rgb" dir="cw">
                                      <p:cBhvr>
                                        <p:cTn id="109" dur="500" fill="hold"/>
                                        <p:tgtEl>
                                          <p:spTgt spid="150"/>
                                        </p:tgtEl>
                                        <p:attrNameLst>
                                          <p:attrName>fillcolor</p:attrName>
                                        </p:attrNameLst>
                                      </p:cBhvr>
                                      <p:to>
                                        <a:srgbClr val="78BE20"/>
                                      </p:to>
                                    </p:animClr>
                                    <p:set>
                                      <p:cBhvr>
                                        <p:cTn id="110" dur="500" fill="hold"/>
                                        <p:tgtEl>
                                          <p:spTgt spid="150"/>
                                        </p:tgtEl>
                                        <p:attrNameLst>
                                          <p:attrName>fill.type</p:attrName>
                                        </p:attrNameLst>
                                      </p:cBhvr>
                                      <p:to>
                                        <p:strVal val="solid"/>
                                      </p:to>
                                    </p:set>
                                    <p:set>
                                      <p:cBhvr>
                                        <p:cTn id="111" dur="500" fill="hold"/>
                                        <p:tgtEl>
                                          <p:spTgt spid="150"/>
                                        </p:tgtEl>
                                        <p:attrNameLst>
                                          <p:attrName>fill.on</p:attrName>
                                        </p:attrNameLst>
                                      </p:cBhvr>
                                      <p:to>
                                        <p:strVal val="true"/>
                                      </p:to>
                                    </p:set>
                                  </p:childTnLst>
                                </p:cTn>
                              </p:par>
                            </p:childTnLst>
                          </p:cTn>
                        </p:par>
                        <p:par>
                          <p:cTn id="112" fill="hold">
                            <p:stCondLst>
                              <p:cond delay="9000"/>
                            </p:stCondLst>
                            <p:childTnLst>
                              <p:par>
                                <p:cTn id="113" presetID="22" presetClass="entr" presetSubtype="1" fill="hold" nodeType="afterEffect">
                                  <p:stCondLst>
                                    <p:cond delay="0"/>
                                  </p:stCondLst>
                                  <p:childTnLst>
                                    <p:set>
                                      <p:cBhvr>
                                        <p:cTn id="114" dur="1" fill="hold">
                                          <p:stCondLst>
                                            <p:cond delay="0"/>
                                          </p:stCondLst>
                                        </p:cTn>
                                        <p:tgtEl>
                                          <p:spTgt spid="264"/>
                                        </p:tgtEl>
                                        <p:attrNameLst>
                                          <p:attrName>style.visibility</p:attrName>
                                        </p:attrNameLst>
                                      </p:cBhvr>
                                      <p:to>
                                        <p:strVal val="visible"/>
                                      </p:to>
                                    </p:set>
                                    <p:animEffect transition="in" filter="wipe(up)">
                                      <p:cBhvr>
                                        <p:cTn id="115" dur="500"/>
                                        <p:tgtEl>
                                          <p:spTgt spid="264"/>
                                        </p:tgtEl>
                                      </p:cBhvr>
                                    </p:animEffect>
                                  </p:childTnLst>
                                </p:cTn>
                              </p:par>
                            </p:childTnLst>
                          </p:cTn>
                        </p:par>
                        <p:par>
                          <p:cTn id="116" fill="hold">
                            <p:stCondLst>
                              <p:cond delay="9500"/>
                            </p:stCondLst>
                            <p:childTnLst>
                              <p:par>
                                <p:cTn id="117" presetID="10" presetClass="entr" presetSubtype="0" fill="hold" grpId="0" nodeType="afterEffect">
                                  <p:stCondLst>
                                    <p:cond delay="500"/>
                                  </p:stCondLst>
                                  <p:childTnLst>
                                    <p:set>
                                      <p:cBhvr>
                                        <p:cTn id="118" dur="1" fill="hold">
                                          <p:stCondLst>
                                            <p:cond delay="0"/>
                                          </p:stCondLst>
                                        </p:cTn>
                                        <p:tgtEl>
                                          <p:spTgt spid="164"/>
                                        </p:tgtEl>
                                        <p:attrNameLst>
                                          <p:attrName>style.visibility</p:attrName>
                                        </p:attrNameLst>
                                      </p:cBhvr>
                                      <p:to>
                                        <p:strVal val="visible"/>
                                      </p:to>
                                    </p:set>
                                    <p:animEffect transition="in" filter="fade">
                                      <p:cBhvr>
                                        <p:cTn id="119" dur="500"/>
                                        <p:tgtEl>
                                          <p:spTgt spid="164"/>
                                        </p:tgtEl>
                                      </p:cBhvr>
                                    </p:animEffect>
                                  </p:childTnLst>
                                </p:cTn>
                              </p:par>
                              <p:par>
                                <p:cTn id="120" presetID="10" presetClass="entr" presetSubtype="0" fill="hold" grpId="0" nodeType="withEffect">
                                  <p:stCondLst>
                                    <p:cond delay="500"/>
                                  </p:stCondLst>
                                  <p:childTnLst>
                                    <p:set>
                                      <p:cBhvr>
                                        <p:cTn id="121" dur="1" fill="hold">
                                          <p:stCondLst>
                                            <p:cond delay="0"/>
                                          </p:stCondLst>
                                        </p:cTn>
                                        <p:tgtEl>
                                          <p:spTgt spid="145"/>
                                        </p:tgtEl>
                                        <p:attrNameLst>
                                          <p:attrName>style.visibility</p:attrName>
                                        </p:attrNameLst>
                                      </p:cBhvr>
                                      <p:to>
                                        <p:strVal val="visible"/>
                                      </p:to>
                                    </p:set>
                                    <p:animEffect transition="in" filter="fade">
                                      <p:cBhvr>
                                        <p:cTn id="122" dur="500"/>
                                        <p:tgtEl>
                                          <p:spTgt spid="145"/>
                                        </p:tgtEl>
                                      </p:cBhvr>
                                    </p:animEffect>
                                  </p:childTnLst>
                                </p:cTn>
                              </p:par>
                              <p:par>
                                <p:cTn id="123" presetID="10" presetClass="entr" presetSubtype="0" fill="hold" grpId="0" nodeType="withEffect">
                                  <p:stCondLst>
                                    <p:cond delay="500"/>
                                  </p:stCondLst>
                                  <p:childTnLst>
                                    <p:set>
                                      <p:cBhvr>
                                        <p:cTn id="124" dur="1" fill="hold">
                                          <p:stCondLst>
                                            <p:cond delay="0"/>
                                          </p:stCondLst>
                                        </p:cTn>
                                        <p:tgtEl>
                                          <p:spTgt spid="276"/>
                                        </p:tgtEl>
                                        <p:attrNameLst>
                                          <p:attrName>style.visibility</p:attrName>
                                        </p:attrNameLst>
                                      </p:cBhvr>
                                      <p:to>
                                        <p:strVal val="visible"/>
                                      </p:to>
                                    </p:set>
                                    <p:animEffect transition="in" filter="fade">
                                      <p:cBhvr>
                                        <p:cTn id="125" dur="500"/>
                                        <p:tgtEl>
                                          <p:spTgt spid="276"/>
                                        </p:tgtEl>
                                      </p:cBhvr>
                                    </p:animEffect>
                                  </p:childTnLst>
                                </p:cTn>
                              </p:par>
                            </p:childTnLst>
                          </p:cTn>
                        </p:par>
                        <p:par>
                          <p:cTn id="126" fill="hold">
                            <p:stCondLst>
                              <p:cond delay="10500"/>
                            </p:stCondLst>
                            <p:childTnLst>
                              <p:par>
                                <p:cTn id="127" presetID="10" presetClass="entr" presetSubtype="0" fill="hold" grpId="0" nodeType="afterEffect">
                                  <p:stCondLst>
                                    <p:cond delay="0"/>
                                  </p:stCondLst>
                                  <p:childTnLst>
                                    <p:set>
                                      <p:cBhvr>
                                        <p:cTn id="128" dur="1" fill="hold">
                                          <p:stCondLst>
                                            <p:cond delay="0"/>
                                          </p:stCondLst>
                                        </p:cTn>
                                        <p:tgtEl>
                                          <p:spTgt spid="242"/>
                                        </p:tgtEl>
                                        <p:attrNameLst>
                                          <p:attrName>style.visibility</p:attrName>
                                        </p:attrNameLst>
                                      </p:cBhvr>
                                      <p:to>
                                        <p:strVal val="visible"/>
                                      </p:to>
                                    </p:set>
                                    <p:animEffect transition="in" filter="fade">
                                      <p:cBhvr>
                                        <p:cTn id="129" dur="500"/>
                                        <p:tgtEl>
                                          <p:spTgt spid="242"/>
                                        </p:tgtEl>
                                      </p:cBhvr>
                                    </p:animEffect>
                                  </p:childTnLst>
                                </p:cTn>
                              </p:par>
                            </p:childTnLst>
                          </p:cTn>
                        </p:par>
                        <p:par>
                          <p:cTn id="130" fill="hold">
                            <p:stCondLst>
                              <p:cond delay="11000"/>
                            </p:stCondLst>
                            <p:childTnLst>
                              <p:par>
                                <p:cTn id="131" presetID="22" presetClass="entr" presetSubtype="1" fill="hold" nodeType="afterEffect">
                                  <p:stCondLst>
                                    <p:cond delay="0"/>
                                  </p:stCondLst>
                                  <p:childTnLst>
                                    <p:set>
                                      <p:cBhvr>
                                        <p:cTn id="132" dur="1" fill="hold">
                                          <p:stCondLst>
                                            <p:cond delay="0"/>
                                          </p:stCondLst>
                                        </p:cTn>
                                        <p:tgtEl>
                                          <p:spTgt spid="269"/>
                                        </p:tgtEl>
                                        <p:attrNameLst>
                                          <p:attrName>style.visibility</p:attrName>
                                        </p:attrNameLst>
                                      </p:cBhvr>
                                      <p:to>
                                        <p:strVal val="visible"/>
                                      </p:to>
                                    </p:set>
                                    <p:animEffect transition="in" filter="wipe(up)">
                                      <p:cBhvr>
                                        <p:cTn id="133" dur="500"/>
                                        <p:tgtEl>
                                          <p:spTgt spid="269"/>
                                        </p:tgtEl>
                                      </p:cBhvr>
                                    </p:animEffect>
                                  </p:childTnLst>
                                </p:cTn>
                              </p:par>
                            </p:childTnLst>
                          </p:cTn>
                        </p:par>
                        <p:par>
                          <p:cTn id="134" fill="hold">
                            <p:stCondLst>
                              <p:cond delay="11500"/>
                            </p:stCondLst>
                            <p:childTnLst>
                              <p:par>
                                <p:cTn id="135" presetID="26" presetClass="emph" presetSubtype="0" fill="hold" grpId="1" nodeType="afterEffect">
                                  <p:stCondLst>
                                    <p:cond delay="500"/>
                                  </p:stCondLst>
                                  <p:childTnLst>
                                    <p:animEffect transition="out" filter="fade">
                                      <p:cBhvr>
                                        <p:cTn id="136" dur="500" tmFilter="0, 0; .2, .5; .8, .5; 1, 0"/>
                                        <p:tgtEl>
                                          <p:spTgt spid="242"/>
                                        </p:tgtEl>
                                      </p:cBhvr>
                                    </p:animEffect>
                                    <p:animScale>
                                      <p:cBhvr>
                                        <p:cTn id="137" dur="250" autoRev="1" fill="hold"/>
                                        <p:tgtEl>
                                          <p:spTgt spid="242"/>
                                        </p:tgtEl>
                                      </p:cBhvr>
                                      <p:by x="105000" y="105000"/>
                                    </p:animScale>
                                  </p:childTnLst>
                                </p:cTn>
                              </p:par>
                            </p:childTnLst>
                          </p:cTn>
                        </p:par>
                        <p:par>
                          <p:cTn id="138" fill="hold">
                            <p:stCondLst>
                              <p:cond delay="12500"/>
                            </p:stCondLst>
                            <p:childTnLst>
                              <p:par>
                                <p:cTn id="139" presetID="10" presetClass="entr" presetSubtype="0" fill="hold" grpId="0" nodeType="afterEffect">
                                  <p:stCondLst>
                                    <p:cond delay="0"/>
                                  </p:stCondLst>
                                  <p:childTnLst>
                                    <p:set>
                                      <p:cBhvr>
                                        <p:cTn id="140" dur="1" fill="hold">
                                          <p:stCondLst>
                                            <p:cond delay="0"/>
                                          </p:stCondLst>
                                        </p:cTn>
                                        <p:tgtEl>
                                          <p:spTgt spid="277"/>
                                        </p:tgtEl>
                                        <p:attrNameLst>
                                          <p:attrName>style.visibility</p:attrName>
                                        </p:attrNameLst>
                                      </p:cBhvr>
                                      <p:to>
                                        <p:strVal val="visible"/>
                                      </p:to>
                                    </p:set>
                                    <p:animEffect transition="in" filter="fade">
                                      <p:cBhvr>
                                        <p:cTn id="141" dur="500"/>
                                        <p:tgtEl>
                                          <p:spTgt spid="277"/>
                                        </p:tgtEl>
                                      </p:cBhvr>
                                    </p:animEffect>
                                  </p:childTnLst>
                                </p:cTn>
                              </p:par>
                            </p:childTnLst>
                          </p:cTn>
                        </p:par>
                        <p:par>
                          <p:cTn id="142" fill="hold">
                            <p:stCondLst>
                              <p:cond delay="13000"/>
                            </p:stCondLst>
                            <p:childTnLst>
                              <p:par>
                                <p:cTn id="143" presetID="10" presetClass="entr" presetSubtype="0" fill="hold" grpId="0" nodeType="afterEffect">
                                  <p:stCondLst>
                                    <p:cond delay="0"/>
                                  </p:stCondLst>
                                  <p:childTnLst>
                                    <p:set>
                                      <p:cBhvr>
                                        <p:cTn id="144" dur="1" fill="hold">
                                          <p:stCondLst>
                                            <p:cond delay="0"/>
                                          </p:stCondLst>
                                        </p:cTn>
                                        <p:tgtEl>
                                          <p:spTgt spid="445"/>
                                        </p:tgtEl>
                                        <p:attrNameLst>
                                          <p:attrName>style.visibility</p:attrName>
                                        </p:attrNameLst>
                                      </p:cBhvr>
                                      <p:to>
                                        <p:strVal val="visible"/>
                                      </p:to>
                                    </p:set>
                                    <p:animEffect transition="in" filter="fade">
                                      <p:cBhvr>
                                        <p:cTn id="145" dur="500"/>
                                        <p:tgtEl>
                                          <p:spTgt spid="445"/>
                                        </p:tgtEl>
                                      </p:cBhvr>
                                    </p:animEffect>
                                  </p:childTnLst>
                                </p:cTn>
                              </p:par>
                            </p:childTnLst>
                          </p:cTn>
                        </p:par>
                        <p:par>
                          <p:cTn id="146" fill="hold">
                            <p:stCondLst>
                              <p:cond delay="13500"/>
                            </p:stCondLst>
                            <p:childTnLst>
                              <p:par>
                                <p:cTn id="147" presetID="22" presetClass="entr" presetSubtype="2" fill="hold" nodeType="afterEffect">
                                  <p:stCondLst>
                                    <p:cond delay="0"/>
                                  </p:stCondLst>
                                  <p:childTnLst>
                                    <p:set>
                                      <p:cBhvr>
                                        <p:cTn id="148" dur="1" fill="hold">
                                          <p:stCondLst>
                                            <p:cond delay="0"/>
                                          </p:stCondLst>
                                        </p:cTn>
                                        <p:tgtEl>
                                          <p:spTgt spid="446"/>
                                        </p:tgtEl>
                                        <p:attrNameLst>
                                          <p:attrName>style.visibility</p:attrName>
                                        </p:attrNameLst>
                                      </p:cBhvr>
                                      <p:to>
                                        <p:strVal val="visible"/>
                                      </p:to>
                                    </p:set>
                                    <p:animEffect transition="in" filter="wipe(right)">
                                      <p:cBhvr>
                                        <p:cTn id="149" dur="250"/>
                                        <p:tgtEl>
                                          <p:spTgt spid="446"/>
                                        </p:tgtEl>
                                      </p:cBhvr>
                                    </p:animEffect>
                                  </p:childTnLst>
                                </p:cTn>
                              </p:par>
                            </p:childTnLst>
                          </p:cTn>
                        </p:par>
                        <p:par>
                          <p:cTn id="150" fill="hold">
                            <p:stCondLst>
                              <p:cond delay="13750"/>
                            </p:stCondLst>
                            <p:childTnLst>
                              <p:par>
                                <p:cTn id="151" presetID="26" presetClass="emph" presetSubtype="0" fill="hold" grpId="1" nodeType="afterEffect">
                                  <p:stCondLst>
                                    <p:cond delay="500"/>
                                  </p:stCondLst>
                                  <p:childTnLst>
                                    <p:animEffect transition="out" filter="fade">
                                      <p:cBhvr>
                                        <p:cTn id="152" dur="500" tmFilter="0, 0; .2, .5; .8, .5; 1, 0"/>
                                        <p:tgtEl>
                                          <p:spTgt spid="445"/>
                                        </p:tgtEl>
                                      </p:cBhvr>
                                    </p:animEffect>
                                    <p:animScale>
                                      <p:cBhvr>
                                        <p:cTn id="153" dur="250" autoRev="1" fill="hold"/>
                                        <p:tgtEl>
                                          <p:spTgt spid="445"/>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animBg="1"/>
      <p:bldP spid="147" grpId="0"/>
      <p:bldP spid="148" grpId="0" animBg="1"/>
      <p:bldP spid="149" grpId="0" animBg="1"/>
      <p:bldP spid="150" grpId="0" animBg="1"/>
      <p:bldP spid="151" grpId="0" animBg="1"/>
      <p:bldP spid="151" grpId="1" animBg="1"/>
      <p:bldP spid="162" grpId="0"/>
      <p:bldP spid="164" grpId="0"/>
      <p:bldP spid="241" grpId="0"/>
      <p:bldP spid="241" grpId="1"/>
      <p:bldP spid="242" grpId="0"/>
      <p:bldP spid="242" grpId="1"/>
      <p:bldP spid="267" grpId="0"/>
      <p:bldP spid="267" grpId="1"/>
      <p:bldP spid="276" grpId="0" animBg="1"/>
      <p:bldP spid="277" grpId="0"/>
      <p:bldP spid="445" grpId="0"/>
      <p:bldP spid="445" grpId="1"/>
      <p:bldP spid="447" grpId="0"/>
      <p:bldP spid="13"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ARTICULATE_PROJECT_OPEN" val="0"/>
</p:tagLst>
</file>

<file path=ppt/theme/theme1.xml><?xml version="1.0" encoding="utf-8"?>
<a:theme xmlns:a="http://schemas.openxmlformats.org/drawingml/2006/main" name="VMware 2025 Light">
  <a:themeElements>
    <a:clrScheme name="VMware-Light">
      <a:dk1>
        <a:srgbClr val="000000"/>
      </a:dk1>
      <a:lt1>
        <a:srgbClr val="FFFFFF"/>
      </a:lt1>
      <a:dk2>
        <a:srgbClr val="1B1D36"/>
      </a:dk2>
      <a:lt2>
        <a:srgbClr val="EEEEEE"/>
      </a:lt2>
      <a:accent1>
        <a:srgbClr val="007B8C"/>
      </a:accent1>
      <a:accent2>
        <a:srgbClr val="005C8A"/>
      </a:accent2>
      <a:accent3>
        <a:srgbClr val="0098C7"/>
      </a:accent3>
      <a:accent4>
        <a:srgbClr val="61A60E"/>
      </a:accent4>
      <a:accent5>
        <a:srgbClr val="6C4B94"/>
      </a:accent5>
      <a:accent6>
        <a:srgbClr val="F3BA16"/>
      </a:accent6>
      <a:hlink>
        <a:srgbClr val="0098C7"/>
      </a:hlink>
      <a:folHlink>
        <a:srgbClr val="6C4B94"/>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2"/>
        </a:solidFill>
        <a:ln w="12700">
          <a:noFill/>
          <a:miter lim="800000"/>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sz="18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bwMode="gray">
        <a:ln w="12700">
          <a:solidFill>
            <a:schemeClr val="tx1"/>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800" dirty="0" smtClean="0">
            <a:solidFill>
              <a:schemeClr val="tx2"/>
            </a:solidFill>
          </a:defRPr>
        </a:defPPr>
      </a:lstStyle>
    </a:txDef>
  </a:objectDefaults>
  <a:extraClrSchemeLst/>
  <a:custClrLst>
    <a:custClr name="Orange">
      <a:srgbClr val="E68C28"/>
    </a:custClr>
    <a:custClr name="Red">
      <a:srgbClr val="CC092F"/>
    </a:custClr>
    <a:custClr name="Light Grey">
      <a:srgbClr val="E2E3E4"/>
    </a:custClr>
    <a:custClr name="Cool Grey 7">
      <a:srgbClr val="97999B"/>
    </a:custClr>
    <a:custClr name="Dark Grey">
      <a:srgbClr val="53565A"/>
    </a:custClr>
    <a:custClr name="2nd Green">
      <a:srgbClr val="23800A"/>
    </a:custClr>
    <a:custClr name="2nd Blue">
      <a:srgbClr val="007DA3"/>
    </a:custClr>
    <a:custClr name="187 Red">
      <a:srgbClr val="A6192E"/>
    </a:custClr>
  </a:custClrLst>
  <a:extLst>
    <a:ext uri="{05A4C25C-085E-4340-85A3-A5531E510DB2}">
      <thm15:themeFamily xmlns:thm15="http://schemas.microsoft.com/office/thememl/2012/main" name="bc-vmw-ppt-template-light-arial-2025.potx" id="{58448B0C-B9AF-4F14-9BEF-A2168841E3C9}" vid="{8A53EF31-A125-46D4-9CD1-4968F9927A64}"/>
    </a:ext>
  </a:extLst>
</a:theme>
</file>

<file path=ppt/theme/theme2.xml><?xml version="1.0" encoding="utf-8"?>
<a:theme xmlns:a="http://schemas.openxmlformats.org/drawingml/2006/main" name="VMware-dark">
  <a:themeElements>
    <a:clrScheme name="Custom 8">
      <a:dk1>
        <a:srgbClr val="FFFFFF"/>
      </a:dk1>
      <a:lt1>
        <a:srgbClr val="000000"/>
      </a:lt1>
      <a:dk2>
        <a:srgbClr val="EEEEEE"/>
      </a:dk2>
      <a:lt2>
        <a:srgbClr val="1B1D36"/>
      </a:lt2>
      <a:accent1>
        <a:srgbClr val="0088EF"/>
      </a:accent1>
      <a:accent2>
        <a:srgbClr val="01B9C6"/>
      </a:accent2>
      <a:accent3>
        <a:srgbClr val="0098C7"/>
      </a:accent3>
      <a:accent4>
        <a:srgbClr val="61A60E"/>
      </a:accent4>
      <a:accent5>
        <a:srgbClr val="A468EE"/>
      </a:accent5>
      <a:accent6>
        <a:srgbClr val="F3BA16"/>
      </a:accent6>
      <a:hlink>
        <a:srgbClr val="0098C7"/>
      </a:hlink>
      <a:folHlink>
        <a:srgbClr val="A468EE"/>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Aft>
            <a:spcPts val="600"/>
          </a:spcAft>
          <a:defRPr sz="120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bwMode="gray">
        <a:ln w="25400">
          <a:solidFill>
            <a:schemeClr val="tx1"/>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0" rIns="0" bIns="0" rtlCol="0">
        <a:spAutoFit/>
      </a:bodyPr>
      <a:lstStyle>
        <a:defPPr algn="l">
          <a:lnSpc>
            <a:spcPct val="130000"/>
          </a:lnSpc>
          <a:defRPr sz="1800" dirty="0" err="1" smtClean="0">
            <a:solidFill>
              <a:schemeClr val="tx2"/>
            </a:solidFill>
          </a:defRPr>
        </a:defPPr>
      </a:lstStyle>
    </a:txDef>
  </a:objectDefaults>
  <a:extraClrSchemeLst/>
  <a:custClrLst>
    <a:custClr name="Orange">
      <a:srgbClr val="E68C28"/>
    </a:custClr>
    <a:custClr name="Red">
      <a:srgbClr val="CC092F"/>
    </a:custClr>
    <a:custClr name="Light Grey">
      <a:srgbClr val="E2E3E4"/>
    </a:custClr>
    <a:custClr name="Cool Grey 4">
      <a:srgbClr val="BBBCBC"/>
    </a:custClr>
    <a:custClr name="Dark Grey">
      <a:srgbClr val="53565A"/>
    </a:custClr>
  </a:custClrLst>
  <a:extLst>
    <a:ext uri="{05A4C25C-085E-4340-85A3-A5531E510DB2}">
      <thm15:themeFamily xmlns:thm15="http://schemas.microsoft.com/office/thememl/2012/main" name="vcf-ppt-template-dark-arial-2025" id="{5AB65B9C-5F73-FC40-86C7-949C2C390C07}" vid="{3F6EE47F-2740-3543-B9EE-F7ADEABB858D}"/>
    </a:ext>
  </a:extLst>
</a:theme>
</file>

<file path=ppt/theme/theme3.xml><?xml version="1.0" encoding="utf-8"?>
<a:theme xmlns:a="http://schemas.openxmlformats.org/drawingml/2006/main" name="Office Theme">
  <a:themeElements>
    <a:clrScheme name="VMware">
      <a:dk1>
        <a:srgbClr val="717074"/>
      </a:dk1>
      <a:lt1>
        <a:sysClr val="window" lastClr="FFFFFF"/>
      </a:lt1>
      <a:dk2>
        <a:srgbClr val="000000"/>
      </a:dk2>
      <a:lt2>
        <a:srgbClr val="C6C6C8"/>
      </a:lt2>
      <a:accent1>
        <a:srgbClr val="0095D3"/>
      </a:accent1>
      <a:accent2>
        <a:srgbClr val="89CBDF"/>
      </a:accent2>
      <a:accent3>
        <a:srgbClr val="006990"/>
      </a:accent3>
      <a:accent4>
        <a:srgbClr val="6DB33F"/>
      </a:accent4>
      <a:accent5>
        <a:srgbClr val="C2CD23"/>
      </a:accent5>
      <a:accent6>
        <a:srgbClr val="387C2C"/>
      </a:accent6>
      <a:hlink>
        <a:srgbClr val="0095D3"/>
      </a:hlink>
      <a:folHlink>
        <a:srgbClr val="89CBDF"/>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VMware">
      <a:dk1>
        <a:srgbClr val="717074"/>
      </a:dk1>
      <a:lt1>
        <a:sysClr val="window" lastClr="FFFFFF"/>
      </a:lt1>
      <a:dk2>
        <a:srgbClr val="000000"/>
      </a:dk2>
      <a:lt2>
        <a:srgbClr val="C6C6C8"/>
      </a:lt2>
      <a:accent1>
        <a:srgbClr val="0095D3"/>
      </a:accent1>
      <a:accent2>
        <a:srgbClr val="89CBDF"/>
      </a:accent2>
      <a:accent3>
        <a:srgbClr val="006990"/>
      </a:accent3>
      <a:accent4>
        <a:srgbClr val="6DB33F"/>
      </a:accent4>
      <a:accent5>
        <a:srgbClr val="C2CD23"/>
      </a:accent5>
      <a:accent6>
        <a:srgbClr val="387C2C"/>
      </a:accent6>
      <a:hlink>
        <a:srgbClr val="0095D3"/>
      </a:hlink>
      <a:folHlink>
        <a:srgbClr val="89CBDF"/>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lcf76f155ced4ddcb4097134ff3c332f xmlns="34d4d772-b3f2-47fc-9a2d-2126f9957ae8">
      <Terms xmlns="http://schemas.microsoft.com/office/infopath/2007/PartnerControls"/>
    </lcf76f155ced4ddcb4097134ff3c332f>
    <TaxCatchAll xmlns="d345b56e-75a0-4ca8-9b4b-110cb999efd5" xsi:nil="true"/>
    <SharedWithUsers xmlns="d345b56e-75a0-4ca8-9b4b-110cb999efd5">
      <UserInfo>
        <DisplayName>Juanly Cabrera</DisplayName>
        <AccountId>17</AccountId>
        <AccountType/>
      </UserInfo>
      <UserInfo>
        <DisplayName>Andre Fernandes</DisplayName>
        <AccountId>20</AccountId>
        <AccountType/>
      </UserInfo>
    </SharedWithUsers>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8B3F91C0C4ECEE479555FEA4A4EB2B48" ma:contentTypeVersion="15" ma:contentTypeDescription="Create a new document." ma:contentTypeScope="" ma:versionID="c6a87b1e4bc033b72f454e04dac54d88">
  <xsd:schema xmlns:xsd="http://www.w3.org/2001/XMLSchema" xmlns:xs="http://www.w3.org/2001/XMLSchema" xmlns:p="http://schemas.microsoft.com/office/2006/metadata/properties" xmlns:ns2="34d4d772-b3f2-47fc-9a2d-2126f9957ae8" xmlns:ns3="d345b56e-75a0-4ca8-9b4b-110cb999efd5" targetNamespace="http://schemas.microsoft.com/office/2006/metadata/properties" ma:root="true" ma:fieldsID="6eb14a52ad1190b1f78ecaeae027f828" ns2:_="" ns3:_="">
    <xsd:import namespace="34d4d772-b3f2-47fc-9a2d-2126f9957ae8"/>
    <xsd:import namespace="d345b56e-75a0-4ca8-9b4b-110cb999efd5"/>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lcf76f155ced4ddcb4097134ff3c332f" minOccurs="0"/>
                <xsd:element ref="ns3:TaxCatchAll" minOccurs="0"/>
                <xsd:element ref="ns2:MediaServiceOCR" minOccurs="0"/>
                <xsd:element ref="ns2:MediaServiceGenerationTime" minOccurs="0"/>
                <xsd:element ref="ns2:MediaServiceEventHashCode" minOccurs="0"/>
                <xsd:element ref="ns2:MediaServiceDateTaken" minOccurs="0"/>
                <xsd:element ref="ns3:SharedWithUsers" minOccurs="0"/>
                <xsd:element ref="ns3:SharedWithDetails" minOccurs="0"/>
                <xsd:element ref="ns2:MediaServiceLocation"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34d4d772-b3f2-47fc-9a2d-2126f9957ae8"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42db59af-f8a6-47a7-a7a2-8d3f5d7884b9" ma:termSetId="09814cd3-568e-fe90-9814-8d621ff8fb84" ma:anchorId="fba54fb3-c3e1-fe81-a776-ca4b69148c4d" ma:open="true" ma:isKeyword="false">
      <xsd:complexType>
        <xsd:sequence>
          <xsd:element ref="pc:Terms" minOccurs="0" maxOccurs="1"/>
        </xsd:sequence>
      </xsd:complex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DateTaken" ma:index="18" nillable="true" ma:displayName="MediaServiceDateTaken" ma:hidden="true" ma:indexed="true" ma:internalName="MediaServiceDateTaken" ma:readOnly="true">
      <xsd:simpleType>
        <xsd:restriction base="dms:Text"/>
      </xsd:simpleType>
    </xsd:element>
    <xsd:element name="MediaServiceLocation" ma:index="21" nillable="true" ma:displayName="Location" ma:indexed="true" ma:internalName="MediaServiceLocation" ma:readOnly="true">
      <xsd:simpleType>
        <xsd:restriction base="dms:Text"/>
      </xsd:simpleType>
    </xsd:element>
    <xsd:element name="MediaLengthInSeconds" ma:index="22" nillable="true" ma:displayName="MediaLengthInSeconds" ma:hidden="true" ma:internalName="MediaLengthInSecond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d345b56e-75a0-4ca8-9b4b-110cb999efd5"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3e60bf06-978e-4056-b583-56563198eef8}" ma:internalName="TaxCatchAll" ma:showField="CatchAllData" ma:web="d345b56e-75a0-4ca8-9b4b-110cb999efd5">
      <xsd:complexType>
        <xsd:complexContent>
          <xsd:extension base="dms:MultiChoiceLookup">
            <xsd:sequence>
              <xsd:element name="Value" type="dms:Lookup" maxOccurs="unbounded" minOccurs="0" nillable="true"/>
            </xsd:sequence>
          </xsd:extension>
        </xsd:complexContent>
      </xsd:complexType>
    </xsd:element>
    <xsd:element name="SharedWithUsers" ma:index="19"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0"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51634573-F7D8-4ECC-B5FF-91D1E5D2E650}">
  <ds:schemaRefs>
    <ds:schemaRef ds:uri="http://purl.org/dc/elements/1.1/"/>
    <ds:schemaRef ds:uri="34d4d772-b3f2-47fc-9a2d-2126f9957ae8"/>
    <ds:schemaRef ds:uri="http://schemas.microsoft.com/office/2006/documentManagement/types"/>
    <ds:schemaRef ds:uri="http://www.w3.org/XML/1998/namespace"/>
    <ds:schemaRef ds:uri="http://purl.org/dc/dcmitype/"/>
    <ds:schemaRef ds:uri="http://schemas.microsoft.com/office/infopath/2007/PartnerControls"/>
    <ds:schemaRef ds:uri="http://schemas.openxmlformats.org/package/2006/metadata/core-properties"/>
    <ds:schemaRef ds:uri="d345b56e-75a0-4ca8-9b4b-110cb999efd5"/>
    <ds:schemaRef ds:uri="http://schemas.microsoft.com/office/2006/metadata/properties"/>
    <ds:schemaRef ds:uri="http://purl.org/dc/terms/"/>
  </ds:schemaRefs>
</ds:datastoreItem>
</file>

<file path=customXml/itemProps2.xml><?xml version="1.0" encoding="utf-8"?>
<ds:datastoreItem xmlns:ds="http://schemas.openxmlformats.org/officeDocument/2006/customXml" ds:itemID="{28FF4D8F-9B19-4DA8-8A71-562BBA95DCB6}">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34d4d772-b3f2-47fc-9a2d-2126f9957ae8"/>
    <ds:schemaRef ds:uri="d345b56e-75a0-4ca8-9b4b-110cb999efd5"/>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BAD99180-4DF7-4231-B572-5E5D5B192DA4}">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bc-vmw-ppt-template-light-arial-2025 - Copy</Template>
  <TotalTime>20028</TotalTime>
  <Words>30010</Words>
  <Application>Microsoft Macintosh PowerPoint</Application>
  <PresentationFormat>自訂</PresentationFormat>
  <Paragraphs>1727</Paragraphs>
  <Slides>30</Slides>
  <Notes>29</Notes>
  <HiddenSlides>3</HiddenSlides>
  <MMClips>0</MMClips>
  <ScaleCrop>false</ScaleCrop>
  <HeadingPairs>
    <vt:vector size="6" baseType="variant">
      <vt:variant>
        <vt:lpstr>使用字型</vt:lpstr>
      </vt:variant>
      <vt:variant>
        <vt:i4>4</vt:i4>
      </vt:variant>
      <vt:variant>
        <vt:lpstr>佈景主題</vt:lpstr>
      </vt:variant>
      <vt:variant>
        <vt:i4>2</vt:i4>
      </vt:variant>
      <vt:variant>
        <vt:lpstr>投影片標題</vt:lpstr>
      </vt:variant>
      <vt:variant>
        <vt:i4>30</vt:i4>
      </vt:variant>
    </vt:vector>
  </HeadingPairs>
  <TitlesOfParts>
    <vt:vector size="36" baseType="lpstr">
      <vt:lpstr>Arial Rounded MT Bold</vt:lpstr>
      <vt:lpstr>Metropolis</vt:lpstr>
      <vt:lpstr>Metropolis Light</vt:lpstr>
      <vt:lpstr>Arial</vt:lpstr>
      <vt:lpstr>VMware 2025 Light</vt:lpstr>
      <vt:lpstr>VMware-dark</vt:lpstr>
      <vt:lpstr>vSAN in VCF 9.1 What’s New Technical</vt:lpstr>
      <vt:lpstr>PowerPoint 簡報</vt:lpstr>
      <vt:lpstr>PowerPoint 簡報</vt:lpstr>
      <vt:lpstr>What’s New with VMware vSAN in VCF 9.1</vt:lpstr>
      <vt:lpstr>Flexible &amp; Efficient Storage Platform</vt:lpstr>
      <vt:lpstr>Better Space Efficiency through Improved Data Compression</vt:lpstr>
      <vt:lpstr>Cost Efficient Storage Environments for Cyber Recovery</vt:lpstr>
      <vt:lpstr>Reduce Storage Costs with Lower Hardware Requirements for vSAN</vt:lpstr>
      <vt:lpstr>Greater Flexibility with Remote vSAN Datastores</vt:lpstr>
      <vt:lpstr>Minimize Operational Downtime for Clustered Applications on vSAN</vt:lpstr>
      <vt:lpstr>Accelerated Modern Application Development</vt:lpstr>
      <vt:lpstr>Integrated Object Storage for vSAN Powered VCF Environments</vt:lpstr>
      <vt:lpstr>Improved Scalability and Interoperability of Cloud Native Volumes</vt:lpstr>
      <vt:lpstr>Faster File Management Operations with vSAN File Services</vt:lpstr>
      <vt:lpstr>Secure and Cyber Resilient Storage</vt:lpstr>
      <vt:lpstr>Secure End-to-End Encryption of Storage using vSAN Storage Clusters</vt:lpstr>
      <vt:lpstr>High Levels of Security while Driving Down Storage Costs</vt:lpstr>
      <vt:lpstr>Simplified Site Maintenance and Failure Recovery for Stretched Clusters</vt:lpstr>
      <vt:lpstr>Protect Data on Other Storage Types using vSAN</vt:lpstr>
      <vt:lpstr>Comprehensive Cyber Protection and Recovery without the Cloud</vt:lpstr>
      <vt:lpstr>Protecting VMs at Scale with Confidence</vt:lpstr>
      <vt:lpstr>Simplified Operations</vt:lpstr>
      <vt:lpstr>Fully Automated Resilience Settings for vSAN Clusters</vt:lpstr>
      <vt:lpstr>Intuitive and Simple Capacity Management for vSAN in VCF 9.1</vt:lpstr>
      <vt:lpstr>Consume vSAN Storage Clusters Across Workload Domains in VCF</vt:lpstr>
      <vt:lpstr>Global Visibility and Insight for Storage in VMware Cloud Foundation</vt:lpstr>
      <vt:lpstr>PowerPoint 簡報</vt:lpstr>
      <vt:lpstr>PowerPoint 簡報</vt:lpstr>
      <vt:lpstr>Lower Costs and Increase Utilization in vSAN Hosts</vt:lpstr>
      <vt:lpstr>Deploy vSAN without Purchasing New Servers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Pete Koehler</dc:creator>
  <cp:keywords>VMware</cp:keywords>
  <cp:lastModifiedBy>育昕 楊</cp:lastModifiedBy>
  <cp:revision>617</cp:revision>
  <cp:lastPrinted>2025-09-23T17:42:24Z</cp:lastPrinted>
  <dcterms:created xsi:type="dcterms:W3CDTF">2025-03-19T05:16:12Z</dcterms:created>
  <dcterms:modified xsi:type="dcterms:W3CDTF">2026-08-16T02:05:43Z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0x0101008B3F91C0C4ECEE479555FEA4A4EB2B48</vt:lpwstr>
  </property>
  <property fmtid="{D5CDD505-2E9C-101B-9397-08002B2CF9AE}" pid="3" name="MediaServiceImageTags">
    <vt:lpwstr/>
  </property>
</Properties>
</file>